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6F41C410.xml" ContentType="application/vnd.ms-powerpoint.comments+xml"/>
  <Override PartName="/ppt/notesSlides/notesSlide2.xml" ContentType="application/vnd.openxmlformats-officedocument.presentationml.notesSlide+xml"/>
  <Override PartName="/ppt/comments/modernComment_101_1BA07D50.xml" ContentType="application/vnd.ms-powerpoint.comments+xml"/>
  <Override PartName="/ppt/notesSlides/notesSlide3.xml" ContentType="application/vnd.openxmlformats-officedocument.presentationml.notesSlide+xml"/>
  <Override PartName="/ppt/comments/modernComment_102_5D0EE653.xml" ContentType="application/vnd.ms-powerpoint.comments+xml"/>
  <Override PartName="/ppt/notesSlides/notesSlide4.xml" ContentType="application/vnd.openxmlformats-officedocument.presentationml.notesSlide+xml"/>
  <Override PartName="/ppt/comments/modernComment_103_2F3099D2.xml" ContentType="application/vnd.ms-powerpoint.comments+xml"/>
  <Override PartName="/ppt/notesSlides/notesSlide5.xml" ContentType="application/vnd.openxmlformats-officedocument.presentationml.notesSlide+xml"/>
  <Override PartName="/ppt/comments/modernComment_104_5E413458.xml" ContentType="application/vnd.ms-powerpoint.comments+xml"/>
  <Override PartName="/ppt/notesSlides/notesSlide6.xml" ContentType="application/vnd.openxmlformats-officedocument.presentationml.notesSlide+xml"/>
  <Override PartName="/ppt/comments/modernComment_105_1BF1A9D4.xml" ContentType="application/vnd.ms-powerpoint.comments+xml"/>
  <Override PartName="/ppt/notesSlides/notesSlide7.xml" ContentType="application/vnd.openxmlformats-officedocument.presentationml.notesSlide+xml"/>
  <Override PartName="/ppt/comments/modernComment_106_450708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5867400" cy="6840538"/>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3892F719-F4DA-48A3-9A00-2D7B2ACA9C66}" name="Figure Editor" initials="FE" userId="figure-editor"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417" autoAdjust="0"/>
  </p:normalViewPr>
  <p:slideViewPr>
    <p:cSldViewPr snapToGrid="0">
      <p:cViewPr varScale="1">
        <p:scale>
          <a:sx n="79" d="100"/>
          <a:sy n="79" d="100"/>
        </p:scale>
        <p:origin x="1812" y="56"/>
      </p:cViewPr>
      <p:guideLst/>
    </p:cSldViewPr>
  </p:slideViewPr>
  <p:notesTextViewPr>
    <p:cViewPr>
      <p:scale>
        <a:sx n="1" d="1"/>
        <a:sy n="1" d="1"/>
      </p:scale>
      <p:origin x="0" y="-27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comments/modernComment_100_6F41C410.xml><?xml version="1.0" encoding="utf-8"?>
<p188:cmLst xmlns:a="http://schemas.openxmlformats.org/drawingml/2006/main" xmlns:r="http://schemas.openxmlformats.org/officeDocument/2006/relationships" xmlns:p188="http://schemas.microsoft.com/office/powerpoint/2018/8/main">
  <p188:cm id="{3263EB66-0834-4814-AC55-E2EE7FD2C877}" authorId="{3892F719-F4DA-48A3-9A00-2D7B2ACA9C66}" created="2026-10-13T05:23:16.255+08:00">
    <pc:sldMkLst xmlns:pc="http://schemas.microsoft.com/office/powerpoint/2013/main/command">
      <pc:docMk/>
      <pc:sldMk cId="1866581008" sldId="256"/>
    </pc:sldMkLst>
    <p188:pos x="0" y="0"/>
    <p188:txBody>
      <a:bodyPr/>
      <a:lstStyle/>
      <a:p>
        <a:r>
          <a:t>@@l2-l1-stage1-a-full-bar</a:t>
        </a:r>
      </a:p>
    </p188:txBody>
  </p188:cm>
</p188:cmLst>
</file>

<file path=ppt/comments/modernComment_101_1BA07D50.xml><?xml version="1.0" encoding="utf-8"?>
<p188:cmLst xmlns:a="http://schemas.openxmlformats.org/drawingml/2006/main" xmlns:r="http://schemas.openxmlformats.org/officeDocument/2006/relationships" xmlns:p188="http://schemas.microsoft.com/office/powerpoint/2018/8/main">
  <p188:cm id="{DDFEA30B-8D83-4F2A-A110-34BF17C1950B}" authorId="{3892F719-F4DA-48A3-9A00-2D7B2ACA9C66}" created="2026-10-13T05:23:16.308+08:00">
    <pc:sldMkLst xmlns:pc="http://schemas.microsoft.com/office/powerpoint/2013/main/command">
      <pc:docMk/>
      <pc:sldMk cId="463502672" sldId="257"/>
    </pc:sldMkLst>
    <p188:pos x="0" y="0"/>
    <p188:txBody>
      <a:bodyPr/>
      <a:lstStyle/>
      <a:p>
        <a:r>
          <a:t>@@l2-l1-stage1-b-small-bar</a:t>
        </a:r>
      </a:p>
    </p188:txBody>
  </p188:cm>
</p188:cmLst>
</file>

<file path=ppt/comments/modernComment_102_5D0EE653.xml><?xml version="1.0" encoding="utf-8"?>
<p188:cmLst xmlns:a="http://schemas.openxmlformats.org/drawingml/2006/main" xmlns:r="http://schemas.openxmlformats.org/officeDocument/2006/relationships" xmlns:p188="http://schemas.microsoft.com/office/powerpoint/2018/8/main">
  <p188:cm id="{1AF76B89-0707-4463-AADF-FFEDCCCE73EB}" authorId="{3892F719-F4DA-48A3-9A00-2D7B2ACA9C66}" created="2026-10-13T05:23:16.331+08:00">
    <pc:sldMkLst xmlns:pc="http://schemas.microsoft.com/office/powerpoint/2013/main/command">
      <pc:docMk/>
      <pc:sldMk cId="1561257555" sldId="258"/>
    </pc:sldMkLst>
    <p188:pos x="0" y="0"/>
    <p188:txBody>
      <a:bodyPr/>
      <a:lstStyle/>
      <a:p>
        <a:r>
          <a:t>@@l2-l1-stage1-c-full-paired</a:t>
        </a:r>
      </a:p>
    </p188:txBody>
  </p188:cm>
</p188:cmLst>
</file>

<file path=ppt/comments/modernComment_103_2F3099D2.xml><?xml version="1.0" encoding="utf-8"?>
<p188:cmLst xmlns:a="http://schemas.openxmlformats.org/drawingml/2006/main" xmlns:r="http://schemas.openxmlformats.org/officeDocument/2006/relationships" xmlns:p188="http://schemas.microsoft.com/office/powerpoint/2018/8/main">
  <p188:cm id="{63FA1761-83A0-4780-BEA8-2AEA41A483E3}" authorId="{3892F719-F4DA-48A3-9A00-2D7B2ACA9C66}" created="2026-10-13T05:23:16.350+08:00">
    <pc:sldMkLst xmlns:pc="http://schemas.microsoft.com/office/powerpoint/2013/main/command">
      <pc:docMk/>
      <pc:sldMk cId="791714258" sldId="259"/>
    </pc:sldMkLst>
    <p188:pos x="0" y="0"/>
    <p188:txBody>
      <a:bodyPr/>
      <a:lstStyle/>
      <a:p>
        <a:r>
          <a:t>@@l2-l1-stage1-d-small-paired</a:t>
        </a:r>
      </a:p>
    </p188:txBody>
  </p188:cm>
</p188:cmLst>
</file>

<file path=ppt/comments/modernComment_104_5E413458.xml><?xml version="1.0" encoding="utf-8"?>
<p188:cmLst xmlns:a="http://schemas.openxmlformats.org/drawingml/2006/main" xmlns:r="http://schemas.openxmlformats.org/officeDocument/2006/relationships" xmlns:p188="http://schemas.microsoft.com/office/powerpoint/2018/8/main">
  <p188:cm id="{222F13AA-288E-4017-9C65-707A10997AF7}" authorId="{3892F719-F4DA-48A3-9A00-2D7B2ACA9C66}" created="2026-10-13T05:23:16.379+08:00">
    <pc:sldMkLst xmlns:pc="http://schemas.microsoft.com/office/powerpoint/2013/main/command">
      <pc:docMk/>
      <pc:sldMk cId="1581331544" sldId="260"/>
    </pc:sldMkLst>
    <p188:pos x="0" y="0"/>
    <p188:txBody>
      <a:bodyPr/>
      <a:lstStyle/>
      <a:p>
        <a:r>
          <a:t>@@l2-l1-stage1-e-full-violin</a:t>
        </a:r>
      </a:p>
    </p188:txBody>
  </p188:cm>
</p188:cmLst>
</file>

<file path=ppt/comments/modernComment_105_1BF1A9D4.xml><?xml version="1.0" encoding="utf-8"?>
<p188:cmLst xmlns:a="http://schemas.openxmlformats.org/drawingml/2006/main" xmlns:r="http://schemas.openxmlformats.org/officeDocument/2006/relationships" xmlns:p188="http://schemas.microsoft.com/office/powerpoint/2018/8/main">
  <p188:cm id="{9A12D3ED-E1E9-41E7-9E4B-942A7C6CFDD7}" authorId="{3892F719-F4DA-48A3-9A00-2D7B2ACA9C66}" created="2026-10-13T05:23:16.393+08:00">
    <pc:sldMkLst xmlns:pc="http://schemas.microsoft.com/office/powerpoint/2013/main/command">
      <pc:docMk/>
      <pc:sldMk cId="468822484" sldId="261"/>
    </pc:sldMkLst>
    <p188:pos x="0" y="0"/>
    <p188:txBody>
      <a:bodyPr/>
      <a:lstStyle/>
      <a:p>
        <a:r>
          <a:t>@@l2-l1-stage1-f-small-violin</a:t>
        </a:r>
      </a:p>
    </p188:txBody>
  </p188:cm>
</p188:cmLst>
</file>

<file path=ppt/comments/modernComment_106_4507083.xml><?xml version="1.0" encoding="utf-8"?>
<p188:cmLst xmlns:a="http://schemas.openxmlformats.org/drawingml/2006/main" xmlns:r="http://schemas.openxmlformats.org/officeDocument/2006/relationships" xmlns:p188="http://schemas.microsoft.com/office/powerpoint/2018/8/main">
  <p188:cm id="{D97F5625-B52E-4122-8A8E-7BDCA23C762A}" authorId="{3892F719-F4DA-48A3-9A00-2D7B2ACA9C66}" created="2026-10-13T05:23:17.003+08:00">
    <pc:sldMkLst xmlns:pc="http://schemas.microsoft.com/office/powerpoint/2013/main/command">
      <pc:docMk/>
      <pc:sldMk cId="72380547" sldId="262"/>
    </pc:sldMkLst>
    <p188:pos x="0" y="0"/>
    <p188:txBody>
      <a:bodyPr/>
      <a:lstStyle/>
      <a:p>
        <a:r>
          <a:t>@@ligandseek2-vs-ligandseek1</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LigandSeek2-Find 与 LigandSeek 的配体区域检测比较: 完整配体集合, 179 个 PDB. 语义 Dice、一对一 PRAUC₀.₃ 和 PRAUC₀.₅. 柱高为 PDB 等权均值, 点为全部逐 PDB 指标, 误差线为 10,000 次 PDB bootstrap 的 95% 均值区间; 四方法和三指标在各集合内共享重采样索引, seed=20260922. 下标表示预测与真实区域的双向覆盖下限. GT 为沉积受体, CA2 为 CryoAtom2 重建受体. LigandSeek2-Find 使用冻结的 F2–F1 Gaussian 流程; LigandSeek 使用官方 PV 模型的默认阈值及原生实例平均概率.</a:t>
            </a:r>
          </a:p>
          <a:p>
            <a:r>
              <a:t>ENGLISH:</a:t>
            </a:r>
          </a:p>
          <a:p>
            <a:r>
              <a:t>Ligand-region detection by LigandSeek2-Find and LigandSeek: all ligands, 179 PDB entries. Semantic Dice and one-to-one precision–recall area under the curve (PRAUC) at bidirectional coverage thresholds of 0.3 and 0.5. Bars show equally weighted PDB means, points show every PDB value and error bars show 95% confidence intervals from 10,000 PDB bootstrap resamples. All four conditions and three metrics share resampling indices within each cohort (seed=20260922). GT denotes deposited receptors and CA2 denotes CryoAtom2-reconstructed receptors. LigandSeek2-Find uses the frozen F2–F1 Gaussian workflow; LigandSeek uses the official PV model with its default thresholds and native mean instance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LigandSeek2-Find 与 LigandSeek 的配体区域检测比较: 小分子集合, 94 个 PDB、821 个小分子实例. 语义 Dice、一对一 PRAUC₀.₃ 和 PRAUC₀.₅. 柱高为 PDB 等权均值, 点为全部逐 PDB 指标, 误差线为 10,000 次 PDB bootstrap 的 95% 均值区间; 四方法和三指标在各集合内共享重采样索引, seed=20260922. 下标表示预测与真实区域的双向覆盖下限. GT 为沉积受体, CA2 为 CryoAtom2 重建受体. LigandSeek2-Find 使用冻结的 F2–F1 Gaussian 流程; LigandSeek 使用官方 PV 模型的默认阈值及原生实例平均概率.</a:t>
            </a:r>
          </a:p>
          <a:p>
            <a:r>
              <a:t>ENGLISH:</a:t>
            </a:r>
          </a:p>
          <a:p>
            <a:r>
              <a:t>Ligand-region detection by LigandSeek2-Find and LigandSeek: small molecules, 94 PDB entries and 821 small-molecule instances. Semantic Dice and one-to-one precision–recall area under the curve (PRAUC) at bidirectional coverage thresholds of 0.3 and 0.5. Bars show equally weighted PDB means, points show every PDB value and error bars show 95% confidence intervals from 10,000 PDB bootstrap resamples. All four conditions and three metrics share resampling indices within each cohort (seed=20260922). GT denotes deposited receptors and CA2 denotes CryoAtom2-reconstructed receptors. LigandSeek2-Find uses the frozen F2–F1 Gaussian workflow; LigandSeek uses the official PV model with its default thresholds and native mean instance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LigandSeek2-Find 与 LigandSeek 的配体区域检测比较: 完整配体集合, 179 个 PDB. CA2 输入下一对一 PRAUC₀.₃ 的逐 PDB 配对比较. 横轴为 LigandSeek, 纵轴为 LigandSeek2-Find, 虚线为等值线, 点颜色为实验密度图分辨率. LigandSeek2-Find 较高、相等、LigandSeek 较高分别为 79、69、31 个 PDB; 相等定义为差值绝对值不超过 1e-12. 下标表示预测与真实区域的双向覆盖下限. GT 为沉积受体, CA2 为 CryoAtom2 重建受体. LigandSeek2-Find 使用冻结的 F2–F1 Gaussian 流程; LigandSeek 使用官方 PV 模型的默认阈值及原生实例平均概率.</a:t>
            </a:r>
          </a:p>
          <a:p>
            <a:r>
              <a:t>ENGLISH:</a:t>
            </a:r>
          </a:p>
          <a:p>
            <a:r>
              <a:t>Ligand-region detection by LigandSeek2-Find and LigandSeek: all ligands, 179 PDB entries. Paired PDB comparison of one-to-one precision–recall area under the curve (PRAUC) at a bidirectional coverage threshold of 0.3 with CA2 receptors. The x and y axes show LigandSeek and LigandSeek2-Find, respectively, the dashed line marks equality and point colours show experimental-map resolution. LigandSeek2-Find is higher for 79 PDB entries, values are equal for 69 and LigandSeek is higher for 31; equality means an absolute difference of at most 1e-12. GT denotes deposited receptors and CA2 denotes CryoAtom2-reconstructed receptors. LigandSeek2-Find uses the frozen F2–F1 Gaussian workflow; LigandSeek uses the official PV model with its default thresholds and native mean instance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LigandSeek2-Find 与 LigandSeek </a:t>
            </a:r>
            <a:r>
              <a:rPr dirty="0" err="1"/>
              <a:t>的配体区域检测比较</a:t>
            </a:r>
            <a:r>
              <a:rPr dirty="0"/>
              <a:t>: </a:t>
            </a:r>
            <a:r>
              <a:rPr dirty="0" err="1"/>
              <a:t>小分子集合</a:t>
            </a:r>
            <a:r>
              <a:rPr dirty="0"/>
              <a:t>, 94 个 PDB、821 </a:t>
            </a:r>
            <a:r>
              <a:rPr dirty="0" err="1"/>
              <a:t>个小分子实例</a:t>
            </a:r>
            <a:r>
              <a:rPr dirty="0"/>
              <a:t>. CA2 </a:t>
            </a:r>
            <a:r>
              <a:rPr dirty="0" err="1"/>
              <a:t>输入下一对一</a:t>
            </a:r>
            <a:r>
              <a:rPr dirty="0"/>
              <a:t> PRAUC₀.₃ </a:t>
            </a:r>
            <a:r>
              <a:rPr dirty="0" err="1"/>
              <a:t>的逐</a:t>
            </a:r>
            <a:r>
              <a:rPr dirty="0"/>
              <a:t> PDB </a:t>
            </a:r>
            <a:r>
              <a:rPr dirty="0" err="1"/>
              <a:t>配对比较</a:t>
            </a:r>
            <a:r>
              <a:rPr dirty="0"/>
              <a:t>. </a:t>
            </a:r>
            <a:r>
              <a:rPr dirty="0" err="1"/>
              <a:t>横轴为</a:t>
            </a:r>
            <a:r>
              <a:rPr dirty="0"/>
              <a:t> LigandSeek, </a:t>
            </a:r>
            <a:r>
              <a:rPr dirty="0" err="1"/>
              <a:t>纵轴为</a:t>
            </a:r>
            <a:r>
              <a:rPr dirty="0"/>
              <a:t> LigandSeek2-Find, </a:t>
            </a:r>
            <a:r>
              <a:rPr dirty="0" err="1"/>
              <a:t>虚线为等值线</a:t>
            </a:r>
            <a:r>
              <a:rPr dirty="0"/>
              <a:t>, </a:t>
            </a:r>
            <a:r>
              <a:rPr dirty="0" err="1"/>
              <a:t>点颜色为实验密度图分辨率</a:t>
            </a:r>
            <a:r>
              <a:rPr dirty="0"/>
              <a:t>. LigandSeek2-Find 较高、相等、LigandSeek </a:t>
            </a:r>
            <a:r>
              <a:rPr dirty="0" err="1"/>
              <a:t>较高分别为</a:t>
            </a:r>
            <a:r>
              <a:rPr dirty="0"/>
              <a:t> 27、46、21 个 PDB; </a:t>
            </a:r>
            <a:r>
              <a:rPr dirty="0" err="1"/>
              <a:t>相等定义为差值绝对值不超过</a:t>
            </a:r>
            <a:r>
              <a:rPr dirty="0"/>
              <a:t> 1e-12. </a:t>
            </a:r>
            <a:r>
              <a:rPr dirty="0" err="1"/>
              <a:t>下标表示预测与真实区域的双向覆盖下限</a:t>
            </a:r>
            <a:r>
              <a:rPr dirty="0"/>
              <a:t>. GT </a:t>
            </a:r>
            <a:r>
              <a:rPr dirty="0" err="1"/>
              <a:t>为沉积受体</a:t>
            </a:r>
            <a:r>
              <a:rPr dirty="0"/>
              <a:t>, CA2 为 CryoAtom2 </a:t>
            </a:r>
            <a:r>
              <a:rPr dirty="0" err="1"/>
              <a:t>重建受体</a:t>
            </a:r>
            <a:r>
              <a:rPr dirty="0"/>
              <a:t>. LigandSeek2-Find </a:t>
            </a:r>
            <a:r>
              <a:rPr dirty="0" err="1"/>
              <a:t>使用冻结的</a:t>
            </a:r>
            <a:r>
              <a:rPr dirty="0"/>
              <a:t> F2–F1 Gaussian </a:t>
            </a:r>
            <a:r>
              <a:rPr dirty="0" err="1"/>
              <a:t>流程</a:t>
            </a:r>
            <a:r>
              <a:rPr dirty="0"/>
              <a:t>; LigandSeek </a:t>
            </a:r>
            <a:r>
              <a:rPr dirty="0" err="1"/>
              <a:t>使用官方</a:t>
            </a:r>
            <a:r>
              <a:rPr dirty="0"/>
              <a:t> PV </a:t>
            </a:r>
            <a:r>
              <a:rPr dirty="0" err="1"/>
              <a:t>模型的默认阈值及原生实例平均概率</a:t>
            </a:r>
            <a:r>
              <a:rPr dirty="0"/>
              <a:t>.</a:t>
            </a:r>
          </a:p>
          <a:p>
            <a:r>
              <a:rPr dirty="0"/>
              <a:t>ENGLISH:</a:t>
            </a:r>
          </a:p>
          <a:p>
            <a:r>
              <a:rPr dirty="0"/>
              <a:t>Ligand-region detection by LigandSeek2-Find and LigandSeek: small molecules, 94 PDB entries and 821 small-molecule instances. Paired PDB comparison of one-to-one precision–recall area under the curve (PRAUC) at a bidirectional coverage threshold of 0.3 with CA2 receptors. The x and y axes show LigandSeek and LigandSeek2-Find, respectively, the dashed line marks equality and point </a:t>
            </a:r>
            <a:r>
              <a:rPr dirty="0" err="1"/>
              <a:t>colours</a:t>
            </a:r>
            <a:r>
              <a:rPr dirty="0"/>
              <a:t> show experimental-map resolution. LigandSeek2-Find is higher for 27 PDB entries, values are equal for 46 and LigandSeek is higher for 21; equality means an absolute difference of at most 1e-12. GT denotes deposited receptors and CA2 denotes CryoAtom2-reconstructed receptors. LigandSeek2-Find uses the frozen F2–F1 Gaussian workflow; LigandSeek uses the official PV model with its default thresholds and native mean instance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LigandSeek2-Find 与 LigandSeek 的配体区域检测比较: 完整配体集合, 179 个 PDB. CA2 输入下一对一₀.₃ 精确率和召回率分布. 点为全部逐 PDB 指标, 包括 0/1 端点; 白点为中位数, 粗线为四分位范围. 小提琴使用在 0/1 两端反射的 Gaussian KDE, 无量纲 bw_method 因子为 0.045, 不对 P/R 另做 bootstrap. 下标表示预测与真实区域的双向覆盖下限. GT 为沉积受体, CA2 为 CryoAtom2 重建受体. LigandSeek2-Find 使用冻结的 F2–F1 Gaussian 流程; LigandSeek 使用官方 PV 模型的默认阈值及原生实例平均概率.</a:t>
            </a:r>
          </a:p>
          <a:p>
            <a:r>
              <a:t>ENGLISH:</a:t>
            </a:r>
          </a:p>
          <a:p>
            <a:r>
              <a:t>Ligand-region detection by LigandSeek2-Find and LigandSeek: all ligands, 179 PDB entries. Distributions of one-to-one precision and recall at a bidirectional coverage threshold of 0.3 with CA2 receptors. Points show every PDB value, including endpoints at 0 and 1, white points mark medians and thick lines mark interquartile ranges. Violin widths use Gaussian kernel density estimation reflected at both boundaries with a dimensionless bw_method factor of 0.045. No bootstrap intervals are calculated for precision or recall. GT denotes deposited receptors and CA2 denotes CryoAtom2-reconstructed receptors. LigandSeek2-Find uses the frozen F2–F1 Gaussian workflow; LigandSeek uses the official PV model with its default thresholds and native mean instance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LigandSeek2-Find 与 LigandSeek 的配体区域检测比较: 小分子集合, 94 个 PDB、821 个小分子实例. CA2 输入下一对一₀.₃ 精确率和召回率分布. 点为全部逐 PDB 指标, 包括 0/1 端点; 白点为中位数, 粗线为四分位范围. 小提琴使用在 0/1 两端反射的 Gaussian KDE, 无量纲 bw_method 因子为 0.045, 不对 P/R 另做 bootstrap. 下标表示预测与真实区域的双向覆盖下限. GT 为沉积受体, CA2 为 CryoAtom2 重建受体. LigandSeek2-Find 使用冻结的 F2–F1 Gaussian 流程; LigandSeek 使用官方 PV 模型的默认阈值及原生实例平均概率.</a:t>
            </a:r>
          </a:p>
          <a:p>
            <a:r>
              <a:t>ENGLISH:</a:t>
            </a:r>
          </a:p>
          <a:p>
            <a:r>
              <a:t>Ligand-region detection by LigandSeek2-Find and LigandSeek: small molecules, 94 PDB entries and 821 small-molecule instances. Distributions of one-to-one precision and recall at a bidirectional coverage threshold of 0.3 with CA2 receptors. Points show every PDB value, including endpoints at 0 and 1, white points mark medians and thick lines mark interquartile ranges. Violin widths use Gaussian kernel density estimation reflected at both boundaries with a dimensionless bw_method factor of 0.045. No bootstrap intervals are calculated for precision or recall. GT denotes deposited receptors and CA2 denotes CryoAtom2-reconstructed receptors. LigandSeek2-Find uses the frozen F2–F1 Gaussian workflow; LigandSeek uses the official PV model with its default thresholds and native mean instance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LigandSeek2-Find 与 LigandSeek 的配体区域检出。比较 LigandSeek2-Find 与第一代 LigandSeek 在沉积受体（GT）和 CryoAtom2 重建受体（CA2）条件下的表现。左列为全配体测试集（179 个 PDB，2,502 个配体实例），右列为小分子测试子集（94 个 PDB，821 个小分子实例）。</a:t>
            </a:r>
          </a:p>
          <a:p/>
          <a:p>
            <a:r>
              <a:t>a、b，逐 PDB Dice 和覆盖阈值为 0.3、0.5 的一对一 PRAUC。误差线表示对 PDB 条目进行 10,000 次 bootstrap 重采样得到的均值 95% 区间。</a:t>
            </a:r>
          </a:p>
          <a:p/>
          <a:p>
            <a:r>
              <a:t>c、d，CA2 受体条件下 LigandSeek2-Find 与 LigandSeek 的逐 PDB 直接比较。全配体中，LigandSeek2-Find 更高、相等、更低的 PDB 数分别为 79、69、31；小分子中分别为 27、46、21。</a:t>
            </a:r>
          </a:p>
          <a:p/>
          <a:p>
            <a:r>
              <a:t>e、f，CA2 受体条件下，覆盖阈值为 0.3 的一对一精确率和召回率。每个点代表一个 PDB 条目；白色空心圆和粗线分别表示中位数和四分位区间。</a:t>
            </a:r>
          </a:p>
          <a:p/>
          <a:p>
            <a:r>
              <a:t>ENGLISH:</a:t>
            </a:r>
          </a:p>
          <a:p>
            <a:r>
              <a:t>Ligand-region detection by LigandSeek2-Find and LigandSeek. LigandSeek2-Find and the first-generation LigandSeek are compared using deposited (GT) or CryoAtom2-reconstructed (CA2) receptor structures. The left column shows all ligands (179 PDB entries, 2,502 instances); the right shows only small molecules (94 PDB entries, 821 instances).</a:t>
            </a:r>
          </a:p>
          <a:p/>
          <a:p>
            <a:r>
              <a:t>a, b, Per-PDB Dice scores and one-to-one PRAUC at thresholds of 0.3 and 0.5. Error bars show 95% intervals for the mean from 10,000 bootstrap resamples of PDB entries.</a:t>
            </a:r>
          </a:p>
          <a:p/>
          <a:p>
            <a:r>
              <a:t>c, d, Direct comparisons of LigandSeek2-Find with LigandSeek using CryoAtom2-reconstructed receptors. LigandSeek2-Find performs better, comparably or worse on 79/69/31 PDB entries for all ligands and 27/46/21 for small molecules, respectively.</a:t>
            </a:r>
          </a:p>
          <a:p/>
          <a:p>
            <a:r>
              <a:t>e, f, One-to-one precision and recall at a threshold of 0.3 using CryoAtom2-reconstructed receptors. Each point represents one PDB entry; open white circles and thick bars indicate the median and interquartile range, respectively.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9D605BB-BEF2-4407-8CC7-DDD6E9DFAA50}"/>
              </a:ext>
            </a:extLst>
          </p:cNvPr>
          <p:cNvSpPr>
            <a:spLocks noGrp="1"/>
          </p:cNvSpPr>
          <p:nvPr>
            <p:ph type="title"/>
          </p:nvPr>
        </p:nvSpPr>
        <p:spPr>
          <a:xfrm>
            <a:off x="586800" y="2584000"/>
            <a:ext cx="4694400" cy="988000"/>
          </a:xfrm>
          <a:prstGeom prst="rect">
            <a:avLst/>
          </a:prstGeom>
          <a:noFill/>
          <a:ln>
            <a:noFill/>
            <a:prstDash val="solid"/>
          </a:ln>
        </p:spPr>
        <p:txBody>
          <a:bodyPr wrap="square" lIns="0" tIns="0" rIns="0" bIns="0" anchor="ctr">
            <a:normAutofit/>
          </a:bodyPr>
          <a:lstStyle>
            <a:defPPr algn="ctr">
              <a:defRPr sz="231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F3A3C158-6A21-4D85-8522-77AAC53DB219}"/>
              </a:ext>
            </a:extLst>
          </p:cNvPr>
          <p:cNvSpPr>
            <a:spLocks noGrp="1"/>
          </p:cNvSpPr>
          <p:nvPr>
            <p:ph type="subTitle" idx="1"/>
          </p:nvPr>
        </p:nvSpPr>
        <p:spPr>
          <a:xfrm>
            <a:off x="880200" y="3762000"/>
            <a:ext cx="4107600" cy="760000"/>
          </a:xfrm>
          <a:prstGeom prst="rect">
            <a:avLst/>
          </a:prstGeom>
          <a:noFill/>
          <a:ln>
            <a:noFill/>
            <a:prstDash val="solid"/>
          </a:ln>
        </p:spPr>
        <p:txBody>
          <a:bodyPr wrap="square" lIns="0" tIns="0" rIns="0" bIns="0" anchor="ctr">
            <a:normAutofit/>
          </a:bodyPr>
          <a:lstStyle>
            <a:defPPr algn="ctr">
              <a:defRPr sz="1011"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05E5918-484F-4D13-A637-40FCFAFF92E2}"/>
              </a:ext>
            </a:extLst>
          </p:cNvPr>
          <p:cNvSpPr>
            <a:spLocks noGrp="1"/>
          </p:cNvSpPr>
          <p:nvPr>
            <p:ph type="title"/>
          </p:nvPr>
        </p:nvSpPr>
        <p:spPr>
          <a:xfrm>
            <a:off x="586800" y="2850000"/>
            <a:ext cx="4694400" cy="1140000"/>
          </a:xfrm>
          <a:prstGeom prst="rect">
            <a:avLst/>
          </a:prstGeom>
          <a:noFill/>
          <a:ln>
            <a:noFill/>
            <a:prstDash val="solid"/>
          </a:ln>
        </p:spPr>
        <p:txBody>
          <a:bodyPr wrap="square" lIns="0" tIns="0" rIns="0" bIns="0" anchor="ctr">
            <a:normAutofit/>
          </a:bodyPr>
          <a:lstStyle>
            <a:defPPr algn="ctr">
              <a:defRPr sz="202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5DB77AE-97BF-4699-9331-872A12288381}"/>
              </a:ext>
            </a:extLst>
          </p:cNvPr>
          <p:cNvSpPr>
            <a:spLocks noGrp="1"/>
          </p:cNvSpPr>
          <p:nvPr>
            <p:ph type="title"/>
          </p:nvPr>
        </p:nvSpPr>
        <p:spPr>
          <a:xfrm>
            <a:off x="330075" y="532000"/>
            <a:ext cx="5207850" cy="836000"/>
          </a:xfrm>
          <a:prstGeom prst="rect">
            <a:avLst/>
          </a:prstGeom>
          <a:noFill/>
          <a:ln>
            <a:noFill/>
            <a:prstDash val="solid"/>
          </a:ln>
        </p:spPr>
        <p:txBody>
          <a:bodyPr wrap="square" lIns="0" tIns="0" rIns="0" bIns="0" anchor="t">
            <a:normAutofit/>
          </a:bodyPr>
          <a:lstStyle>
            <a:defPPr algn="l">
              <a:defRPr sz="15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BE1B768D-D9E9-4756-A9F2-39D7CE60DD04}"/>
              </a:ext>
            </a:extLst>
          </p:cNvPr>
          <p:cNvSpPr>
            <a:spLocks noGrp="1"/>
          </p:cNvSpPr>
          <p:nvPr>
            <p:ph type="body" idx="1"/>
          </p:nvPr>
        </p:nvSpPr>
        <p:spPr>
          <a:xfrm>
            <a:off x="330075" y="1900000"/>
            <a:ext cx="5207850" cy="4256000"/>
          </a:xfrm>
          <a:prstGeom prst="rect">
            <a:avLst/>
          </a:prstGeom>
          <a:noFill/>
          <a:ln>
            <a:noFill/>
            <a:prstDash val="solid"/>
          </a:ln>
        </p:spPr>
        <p:txBody>
          <a:bodyPr wrap="square" lIns="0" tIns="0" rIns="0" bIns="0" anchor="t">
            <a:normAutofit/>
          </a:bodyPr>
          <a:lstStyle>
            <a:defPPr algn="l">
              <a:defRPr sz="1083" b="0">
                <a:solidFill>
                  <a:schemeClr val="tx1"/>
                </a:solidFill>
                <a:latin typeface="+mn-lt"/>
                <a:ea typeface="+mn-lt"/>
                <a:cs typeface="+mn-lt"/>
              </a:defRPr>
            </a:defPPr>
            <a:lvl1pPr marL="110025" indent="-110025">
              <a:lnSpc>
                <a:spcPct val="110000"/>
              </a:lnSpc>
              <a:spcBef>
                <a:spcPts val="0"/>
              </a:spcBef>
              <a:spcAft>
                <a:spcPts val="578"/>
              </a:spcAft>
              <a:buChar char="•"/>
            </a:lvl1pPr>
            <a:lvl2pPr marL="256725" indent="-110025">
              <a:lnSpc>
                <a:spcPct val="110000"/>
              </a:lnSpc>
              <a:spcBef>
                <a:spcPts val="0"/>
              </a:spcBef>
              <a:spcAft>
                <a:spcPts val="578"/>
              </a:spcAft>
              <a:buChar char="•"/>
            </a:lvl2pPr>
            <a:lvl3pPr marL="403425" indent="-110025">
              <a:lnSpc>
                <a:spcPct val="110000"/>
              </a:lnSpc>
              <a:spcBef>
                <a:spcPts val="0"/>
              </a:spcBef>
              <a:spcAft>
                <a:spcPts val="578"/>
              </a:spcAft>
              <a:buChar char="•"/>
            </a:lvl3pPr>
            <a:lvl4pPr marL="550125" indent="-110025">
              <a:lnSpc>
                <a:spcPct val="110000"/>
              </a:lnSpc>
              <a:spcBef>
                <a:spcPts val="0"/>
              </a:spcBef>
              <a:spcAft>
                <a:spcPts val="578"/>
              </a:spcAft>
              <a:buChar char="•"/>
            </a:lvl4pPr>
            <a:lvl5pPr marL="696825" indent="-110025">
              <a:lnSpc>
                <a:spcPct val="110000"/>
              </a:lnSpc>
              <a:spcBef>
                <a:spcPts val="0"/>
              </a:spcBef>
              <a:spcAft>
                <a:spcPts val="578"/>
              </a:spcAft>
              <a:buChar char="•"/>
            </a:lvl5pPr>
            <a:lvl6pPr marL="843525" indent="-110025">
              <a:lnSpc>
                <a:spcPct val="110000"/>
              </a:lnSpc>
              <a:spcBef>
                <a:spcPts val="0"/>
              </a:spcBef>
              <a:spcAft>
                <a:spcPts val="578"/>
              </a:spcAft>
              <a:buChar char="•"/>
            </a:lvl6pPr>
            <a:lvl7pPr marL="990225" indent="-110025">
              <a:lnSpc>
                <a:spcPct val="110000"/>
              </a:lnSpc>
              <a:spcBef>
                <a:spcPts val="0"/>
              </a:spcBef>
              <a:spcAft>
                <a:spcPts val="578"/>
              </a:spcAft>
              <a:buChar char="•"/>
            </a:lvl7pPr>
            <a:lvl8pPr marL="1136925" indent="-110025">
              <a:lnSpc>
                <a:spcPct val="110000"/>
              </a:lnSpc>
              <a:spcBef>
                <a:spcPts val="0"/>
              </a:spcBef>
              <a:spcAft>
                <a:spcPts val="578"/>
              </a:spcAft>
              <a:buChar char="•"/>
            </a:lvl8pPr>
            <a:lvl9pPr marL="1283625" indent="-110025">
              <a:lnSpc>
                <a:spcPct val="110000"/>
              </a:lnSpc>
              <a:spcBef>
                <a:spcPts val="0"/>
              </a:spcBef>
              <a:spcAft>
                <a:spcPts val="578"/>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9709C2E-58E3-4CFB-8809-E8E88FB5ECD9}"/>
              </a:ext>
            </a:extLst>
          </p:cNvPr>
          <p:cNvSpPr>
            <a:spLocks noGrp="1"/>
          </p:cNvSpPr>
          <p:nvPr>
            <p:ph type="title"/>
          </p:nvPr>
        </p:nvSpPr>
        <p:spPr>
          <a:xfrm>
            <a:off x="330075" y="532000"/>
            <a:ext cx="5207850" cy="836000"/>
          </a:xfrm>
          <a:prstGeom prst="rect">
            <a:avLst/>
          </a:prstGeom>
          <a:noFill/>
          <a:ln>
            <a:noFill/>
            <a:prstDash val="solid"/>
          </a:ln>
        </p:spPr>
        <p:txBody>
          <a:bodyPr wrap="square" lIns="0" tIns="0" rIns="0" bIns="0" anchor="t">
            <a:normAutofit/>
          </a:bodyPr>
          <a:lstStyle>
            <a:defPPr algn="l">
              <a:defRPr sz="15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39BD855-8673-4B50-AA6D-041881B70287}"/>
              </a:ext>
            </a:extLst>
          </p:cNvPr>
          <p:cNvSpPr>
            <a:spLocks noGrp="1"/>
          </p:cNvSpPr>
          <p:nvPr>
            <p:ph type="body" idx="1"/>
          </p:nvPr>
        </p:nvSpPr>
        <p:spPr>
          <a:xfrm>
            <a:off x="330075" y="1900000"/>
            <a:ext cx="2420550" cy="4256000"/>
          </a:xfrm>
          <a:prstGeom prst="rect">
            <a:avLst/>
          </a:prstGeom>
          <a:noFill/>
          <a:ln>
            <a:noFill/>
            <a:prstDash val="solid"/>
          </a:ln>
        </p:spPr>
        <p:txBody>
          <a:bodyPr wrap="square" lIns="0" tIns="0" rIns="0" bIns="0" anchor="t">
            <a:normAutofit/>
          </a:bodyPr>
          <a:lstStyle>
            <a:defPPr algn="l">
              <a:defRPr sz="1011" b="0">
                <a:solidFill>
                  <a:schemeClr val="tx1"/>
                </a:solidFill>
                <a:latin typeface="+mn-lt"/>
                <a:ea typeface="+mn-lt"/>
                <a:cs typeface="+mn-lt"/>
              </a:defRPr>
            </a:defPPr>
            <a:lvl1pPr marL="110025" indent="-110025">
              <a:lnSpc>
                <a:spcPct val="110000"/>
              </a:lnSpc>
              <a:spcBef>
                <a:spcPts val="0"/>
              </a:spcBef>
              <a:spcAft>
                <a:spcPts val="578"/>
              </a:spcAft>
              <a:buChar char="•"/>
            </a:lvl1pPr>
            <a:lvl2pPr marL="256725" indent="-110025">
              <a:lnSpc>
                <a:spcPct val="110000"/>
              </a:lnSpc>
              <a:spcBef>
                <a:spcPts val="0"/>
              </a:spcBef>
              <a:spcAft>
                <a:spcPts val="578"/>
              </a:spcAft>
              <a:buChar char="•"/>
            </a:lvl2pPr>
            <a:lvl3pPr marL="403425" indent="-110025">
              <a:lnSpc>
                <a:spcPct val="110000"/>
              </a:lnSpc>
              <a:spcBef>
                <a:spcPts val="0"/>
              </a:spcBef>
              <a:spcAft>
                <a:spcPts val="578"/>
              </a:spcAft>
              <a:buChar char="•"/>
            </a:lvl3pPr>
            <a:lvl4pPr marL="550125" indent="-110025">
              <a:lnSpc>
                <a:spcPct val="110000"/>
              </a:lnSpc>
              <a:spcBef>
                <a:spcPts val="0"/>
              </a:spcBef>
              <a:spcAft>
                <a:spcPts val="578"/>
              </a:spcAft>
              <a:buChar char="•"/>
            </a:lvl4pPr>
            <a:lvl5pPr marL="696825" indent="-110025">
              <a:lnSpc>
                <a:spcPct val="110000"/>
              </a:lnSpc>
              <a:spcBef>
                <a:spcPts val="0"/>
              </a:spcBef>
              <a:spcAft>
                <a:spcPts val="578"/>
              </a:spcAft>
              <a:buChar char="•"/>
            </a:lvl5pPr>
            <a:lvl6pPr marL="843525" indent="-110025">
              <a:lnSpc>
                <a:spcPct val="110000"/>
              </a:lnSpc>
              <a:spcBef>
                <a:spcPts val="0"/>
              </a:spcBef>
              <a:spcAft>
                <a:spcPts val="578"/>
              </a:spcAft>
              <a:buChar char="•"/>
            </a:lvl6pPr>
            <a:lvl7pPr marL="990225" indent="-110025">
              <a:lnSpc>
                <a:spcPct val="110000"/>
              </a:lnSpc>
              <a:spcBef>
                <a:spcPts val="0"/>
              </a:spcBef>
              <a:spcAft>
                <a:spcPts val="578"/>
              </a:spcAft>
              <a:buChar char="•"/>
            </a:lvl7pPr>
            <a:lvl8pPr marL="1136925" indent="-110025">
              <a:lnSpc>
                <a:spcPct val="110000"/>
              </a:lnSpc>
              <a:spcBef>
                <a:spcPts val="0"/>
              </a:spcBef>
              <a:spcAft>
                <a:spcPts val="578"/>
              </a:spcAft>
              <a:buChar char="•"/>
            </a:lvl8pPr>
            <a:lvl9pPr marL="1283625" indent="-110025">
              <a:lnSpc>
                <a:spcPct val="110000"/>
              </a:lnSpc>
              <a:spcBef>
                <a:spcPts val="0"/>
              </a:spcBef>
              <a:spcAft>
                <a:spcPts val="578"/>
              </a:spcAft>
              <a:buChar char="•"/>
            </a:lvl9pPr>
          </a:lstStyle>
          <a:p>
            <a:endParaRPr/>
          </a:p>
        </p:txBody>
      </p:sp>
      <p:sp>
        <p:nvSpPr>
          <p:cNvPr id="3" name="Right column">
            <a:extLst>
              <a:ext uri="{FF2B5EF4-FFF2-40B4-BE49-F238E27FC236}">
                <a16:creationId xmlns:a16="http://schemas.microsoft.com/office/drawing/2014/main" id="{9C98DAF7-4664-47E9-AF92-F7C941B4C484}"/>
              </a:ext>
            </a:extLst>
          </p:cNvPr>
          <p:cNvSpPr>
            <a:spLocks noGrp="1"/>
          </p:cNvSpPr>
          <p:nvPr>
            <p:ph type="body" idx="2"/>
          </p:nvPr>
        </p:nvSpPr>
        <p:spPr>
          <a:xfrm>
            <a:off x="3117375" y="1900000"/>
            <a:ext cx="2420550" cy="4256000"/>
          </a:xfrm>
          <a:prstGeom prst="rect">
            <a:avLst/>
          </a:prstGeom>
          <a:noFill/>
          <a:ln>
            <a:noFill/>
            <a:prstDash val="solid"/>
          </a:ln>
        </p:spPr>
        <p:txBody>
          <a:bodyPr wrap="square" lIns="0" tIns="0" rIns="0" bIns="0" anchor="t">
            <a:normAutofit/>
          </a:bodyPr>
          <a:lstStyle>
            <a:defPPr algn="l">
              <a:defRPr sz="1011" b="0">
                <a:solidFill>
                  <a:schemeClr val="tx1"/>
                </a:solidFill>
                <a:latin typeface="+mn-lt"/>
                <a:ea typeface="+mn-lt"/>
                <a:cs typeface="+mn-lt"/>
              </a:defRPr>
            </a:defPPr>
            <a:lvl1pPr marL="110025" indent="-110025">
              <a:lnSpc>
                <a:spcPct val="110000"/>
              </a:lnSpc>
              <a:spcBef>
                <a:spcPts val="0"/>
              </a:spcBef>
              <a:spcAft>
                <a:spcPts val="578"/>
              </a:spcAft>
              <a:buChar char="•"/>
            </a:lvl1pPr>
            <a:lvl2pPr marL="256725" indent="-110025">
              <a:lnSpc>
                <a:spcPct val="110000"/>
              </a:lnSpc>
              <a:spcBef>
                <a:spcPts val="0"/>
              </a:spcBef>
              <a:spcAft>
                <a:spcPts val="578"/>
              </a:spcAft>
              <a:buChar char="•"/>
            </a:lvl2pPr>
            <a:lvl3pPr marL="403425" indent="-110025">
              <a:lnSpc>
                <a:spcPct val="110000"/>
              </a:lnSpc>
              <a:spcBef>
                <a:spcPts val="0"/>
              </a:spcBef>
              <a:spcAft>
                <a:spcPts val="578"/>
              </a:spcAft>
              <a:buChar char="•"/>
            </a:lvl3pPr>
            <a:lvl4pPr marL="550125" indent="-110025">
              <a:lnSpc>
                <a:spcPct val="110000"/>
              </a:lnSpc>
              <a:spcBef>
                <a:spcPts val="0"/>
              </a:spcBef>
              <a:spcAft>
                <a:spcPts val="578"/>
              </a:spcAft>
              <a:buChar char="•"/>
            </a:lvl4pPr>
            <a:lvl5pPr marL="696825" indent="-110025">
              <a:lnSpc>
                <a:spcPct val="110000"/>
              </a:lnSpc>
              <a:spcBef>
                <a:spcPts val="0"/>
              </a:spcBef>
              <a:spcAft>
                <a:spcPts val="578"/>
              </a:spcAft>
              <a:buChar char="•"/>
            </a:lvl5pPr>
            <a:lvl6pPr marL="843525" indent="-110025">
              <a:lnSpc>
                <a:spcPct val="110000"/>
              </a:lnSpc>
              <a:spcBef>
                <a:spcPts val="0"/>
              </a:spcBef>
              <a:spcAft>
                <a:spcPts val="578"/>
              </a:spcAft>
              <a:buChar char="•"/>
            </a:lvl6pPr>
            <a:lvl7pPr marL="990225" indent="-110025">
              <a:lnSpc>
                <a:spcPct val="110000"/>
              </a:lnSpc>
              <a:spcBef>
                <a:spcPts val="0"/>
              </a:spcBef>
              <a:spcAft>
                <a:spcPts val="578"/>
              </a:spcAft>
              <a:buChar char="•"/>
            </a:lvl7pPr>
            <a:lvl8pPr marL="1136925" indent="-110025">
              <a:lnSpc>
                <a:spcPct val="110000"/>
              </a:lnSpc>
              <a:spcBef>
                <a:spcPts val="0"/>
              </a:spcBef>
              <a:spcAft>
                <a:spcPts val="578"/>
              </a:spcAft>
              <a:buChar char="•"/>
            </a:lvl8pPr>
            <a:lvl9pPr marL="1283625" indent="-110025">
              <a:lnSpc>
                <a:spcPct val="110000"/>
              </a:lnSpc>
              <a:spcBef>
                <a:spcPts val="0"/>
              </a:spcBef>
              <a:spcAft>
                <a:spcPts val="578"/>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3AC7185-773E-4CFD-BC47-997633747406}"/>
              </a:ext>
            </a:extLst>
          </p:cNvPr>
          <p:cNvSpPr>
            <a:spLocks noGrp="1"/>
          </p:cNvSpPr>
          <p:nvPr>
            <p:ph type="title"/>
          </p:nvPr>
        </p:nvSpPr>
        <p:spPr>
          <a:xfrm>
            <a:off x="330075" y="532000"/>
            <a:ext cx="5207850" cy="836000"/>
          </a:xfrm>
          <a:prstGeom prst="rect">
            <a:avLst/>
          </a:prstGeom>
          <a:noFill/>
          <a:ln>
            <a:noFill/>
            <a:prstDash val="solid"/>
          </a:ln>
        </p:spPr>
        <p:txBody>
          <a:bodyPr wrap="square" lIns="0" tIns="0" rIns="0" bIns="0" anchor="t">
            <a:normAutofit/>
          </a:bodyPr>
          <a:lstStyle>
            <a:defPPr algn="l">
              <a:defRPr sz="15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8DCCF5E-001E-498E-A75C-D2073DDDD244}"/>
              </a:ext>
            </a:extLst>
          </p:cNvPr>
          <p:cNvSpPr>
            <a:spLocks noGrp="1"/>
          </p:cNvSpPr>
          <p:nvPr>
            <p:ph type="body" idx="1"/>
          </p:nvPr>
        </p:nvSpPr>
        <p:spPr>
          <a:xfrm>
            <a:off x="330075" y="1900000"/>
            <a:ext cx="2420550" cy="4256000"/>
          </a:xfrm>
          <a:prstGeom prst="rect">
            <a:avLst/>
          </a:prstGeom>
          <a:noFill/>
          <a:ln>
            <a:noFill/>
            <a:prstDash val="solid"/>
          </a:ln>
        </p:spPr>
        <p:txBody>
          <a:bodyPr wrap="square" lIns="0" tIns="0" rIns="0" bIns="0" anchor="t">
            <a:normAutofit/>
          </a:bodyPr>
          <a:lstStyle>
            <a:defPPr algn="l">
              <a:defRPr sz="1083" b="0">
                <a:solidFill>
                  <a:schemeClr val="tx1"/>
                </a:solidFill>
                <a:latin typeface="+mn-lt"/>
                <a:ea typeface="+mn-lt"/>
                <a:cs typeface="+mn-lt"/>
              </a:defRPr>
            </a:defPPr>
            <a:lvl1pPr marL="110025" indent="-110025">
              <a:lnSpc>
                <a:spcPct val="110000"/>
              </a:lnSpc>
              <a:spcBef>
                <a:spcPts val="0"/>
              </a:spcBef>
              <a:spcAft>
                <a:spcPts val="578"/>
              </a:spcAft>
              <a:buChar char="•"/>
            </a:lvl1pPr>
            <a:lvl2pPr marL="256725" indent="-110025">
              <a:lnSpc>
                <a:spcPct val="110000"/>
              </a:lnSpc>
              <a:spcBef>
                <a:spcPts val="0"/>
              </a:spcBef>
              <a:spcAft>
                <a:spcPts val="578"/>
              </a:spcAft>
              <a:buChar char="•"/>
            </a:lvl2pPr>
            <a:lvl3pPr marL="403425" indent="-110025">
              <a:lnSpc>
                <a:spcPct val="110000"/>
              </a:lnSpc>
              <a:spcBef>
                <a:spcPts val="0"/>
              </a:spcBef>
              <a:spcAft>
                <a:spcPts val="578"/>
              </a:spcAft>
              <a:buChar char="•"/>
            </a:lvl3pPr>
            <a:lvl4pPr marL="550125" indent="-110025">
              <a:lnSpc>
                <a:spcPct val="110000"/>
              </a:lnSpc>
              <a:spcBef>
                <a:spcPts val="0"/>
              </a:spcBef>
              <a:spcAft>
                <a:spcPts val="578"/>
              </a:spcAft>
              <a:buChar char="•"/>
            </a:lvl4pPr>
            <a:lvl5pPr marL="696825" indent="-110025">
              <a:lnSpc>
                <a:spcPct val="110000"/>
              </a:lnSpc>
              <a:spcBef>
                <a:spcPts val="0"/>
              </a:spcBef>
              <a:spcAft>
                <a:spcPts val="578"/>
              </a:spcAft>
              <a:buChar char="•"/>
            </a:lvl5pPr>
            <a:lvl6pPr marL="843525" indent="-110025">
              <a:lnSpc>
                <a:spcPct val="110000"/>
              </a:lnSpc>
              <a:spcBef>
                <a:spcPts val="0"/>
              </a:spcBef>
              <a:spcAft>
                <a:spcPts val="578"/>
              </a:spcAft>
              <a:buChar char="•"/>
            </a:lvl6pPr>
            <a:lvl7pPr marL="990225" indent="-110025">
              <a:lnSpc>
                <a:spcPct val="110000"/>
              </a:lnSpc>
              <a:spcBef>
                <a:spcPts val="0"/>
              </a:spcBef>
              <a:spcAft>
                <a:spcPts val="578"/>
              </a:spcAft>
              <a:buChar char="•"/>
            </a:lvl7pPr>
            <a:lvl8pPr marL="1136925" indent="-110025">
              <a:lnSpc>
                <a:spcPct val="110000"/>
              </a:lnSpc>
              <a:spcBef>
                <a:spcPts val="0"/>
              </a:spcBef>
              <a:spcAft>
                <a:spcPts val="578"/>
              </a:spcAft>
              <a:buChar char="•"/>
            </a:lvl8pPr>
            <a:lvl9pPr marL="1283625" indent="-110025">
              <a:lnSpc>
                <a:spcPct val="110000"/>
              </a:lnSpc>
              <a:spcBef>
                <a:spcPts val="0"/>
              </a:spcBef>
              <a:spcAft>
                <a:spcPts val="578"/>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6F41C410.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1BA07D50.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5D0EE653.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2F3099D2.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5E413458.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1BF1A9D4.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450708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40" name="a_full_bar_path_0">
            <a:extLst>
              <a:ext uri="{FF2B5EF4-FFF2-40B4-BE49-F238E27FC236}">
                <a16:creationId xmlns:a16="http://schemas.microsoft.com/office/drawing/2014/main" id="{DBF5331B-3B80-4837-8FAF-5C941575CB81}"/>
              </a:ext>
            </a:extLst>
          </p:cNvPr>
          <p:cNvSpPr>
            <a:spLocks noGrp="1"/>
          </p:cNvSpPr>
          <p:nvPr/>
        </p:nvSpPr>
        <p:spPr>
          <a:xfrm>
            <a:off x="0" y="617865"/>
            <a:ext cx="5868000" cy="5604270"/>
          </a:xfrm>
          <a:custGeom>
            <a:avLst/>
            <a:gdLst/>
            <a:ahLst/>
            <a:cxnLst/>
            <a:rect l="0" t="0" r="0" b="0"/>
            <a:pathLst>
              <a:path w="5868000" h="5604270">
                <a:moveTo>
                  <a:pt x="0" y="5604270"/>
                </a:moveTo>
                <a:lnTo>
                  <a:pt x="5868000" y="5604270"/>
                </a:lnTo>
                <a:lnTo>
                  <a:pt x="5868000" y="0"/>
                </a:lnTo>
                <a:lnTo>
                  <a:pt x="0" y="0"/>
                </a:lnTo>
                <a:lnTo>
                  <a:pt x="0" y="5604270"/>
                </a:lnTo>
                <a:close/>
              </a:path>
            </a:pathLst>
          </a:custGeom>
          <a:solidFill>
            <a:srgbClr val="FFFFFF">
              <a:alpha val="100000"/>
            </a:srgbClr>
          </a:solidFill>
          <a:ln w="0">
            <a:noFill/>
            <a:prstDash val="solid"/>
          </a:ln>
        </p:spPr>
      </p:sp>
      <p:sp>
        <p:nvSpPr>
          <p:cNvPr id="2" name="a_full_bar_path_1">
            <a:extLst>
              <a:ext uri="{FF2B5EF4-FFF2-40B4-BE49-F238E27FC236}">
                <a16:creationId xmlns:a16="http://schemas.microsoft.com/office/drawing/2014/main" id="{72AEF928-DB77-474F-86BE-5C5688093ACD}"/>
              </a:ext>
            </a:extLst>
          </p:cNvPr>
          <p:cNvSpPr>
            <a:spLocks noGrp="1"/>
          </p:cNvSpPr>
          <p:nvPr/>
        </p:nvSpPr>
        <p:spPr>
          <a:xfrm>
            <a:off x="997560" y="1962890"/>
            <a:ext cx="4518360" cy="2577964"/>
          </a:xfrm>
          <a:custGeom>
            <a:avLst/>
            <a:gdLst/>
            <a:ahLst/>
            <a:cxnLst/>
            <a:rect l="0" t="0" r="0" b="0"/>
            <a:pathLst>
              <a:path w="4518360" h="2577964">
                <a:moveTo>
                  <a:pt x="0" y="2577964"/>
                </a:moveTo>
                <a:lnTo>
                  <a:pt x="4518360" y="2577964"/>
                </a:lnTo>
                <a:lnTo>
                  <a:pt x="4518360" y="0"/>
                </a:lnTo>
                <a:lnTo>
                  <a:pt x="0" y="0"/>
                </a:lnTo>
                <a:lnTo>
                  <a:pt x="0" y="2577964"/>
                </a:lnTo>
                <a:close/>
              </a:path>
            </a:pathLst>
          </a:custGeom>
          <a:solidFill>
            <a:srgbClr val="FFFFFF">
              <a:alpha val="100000"/>
            </a:srgbClr>
          </a:solidFill>
          <a:ln w="0">
            <a:noFill/>
            <a:prstDash val="solid"/>
          </a:ln>
        </p:spPr>
      </p:sp>
      <p:sp>
        <p:nvSpPr>
          <p:cNvPr id="3" name="a_full_bar_text_2">
            <a:extLst>
              <a:ext uri="{FF2B5EF4-FFF2-40B4-BE49-F238E27FC236}">
                <a16:creationId xmlns:a16="http://schemas.microsoft.com/office/drawing/2014/main" id="{1045F2E5-8D1F-4BF1-BF0B-E8F204E0B9A4}"/>
              </a:ext>
            </a:extLst>
          </p:cNvPr>
          <p:cNvSpPr>
            <a:spLocks noGrp="1"/>
          </p:cNvSpPr>
          <p:nvPr/>
        </p:nvSpPr>
        <p:spPr>
          <a:xfrm rot="0">
            <a:off x="1401930" y="4636712"/>
            <a:ext cx="70904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Semantic</a:t>
            </a:r>
          </a:p>
        </p:txBody>
      </p:sp>
      <p:sp>
        <p:nvSpPr>
          <p:cNvPr id="4" name="a_full_bar_text_3">
            <a:extLst>
              <a:ext uri="{FF2B5EF4-FFF2-40B4-BE49-F238E27FC236}">
                <a16:creationId xmlns:a16="http://schemas.microsoft.com/office/drawing/2014/main" id="{730E90D2-CE2C-47B8-82E0-07453B3A5821}"/>
              </a:ext>
            </a:extLst>
          </p:cNvPr>
          <p:cNvSpPr>
            <a:spLocks noGrp="1"/>
          </p:cNvSpPr>
          <p:nvPr/>
        </p:nvSpPr>
        <p:spPr>
          <a:xfrm rot="0">
            <a:off x="1586393" y="4821672"/>
            <a:ext cx="340241"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Dice</a:t>
            </a:r>
          </a:p>
        </p:txBody>
      </p:sp>
      <p:sp>
        <p:nvSpPr>
          <p:cNvPr id="5" name="a_full_bar_text_4">
            <a:extLst>
              <a:ext uri="{FF2B5EF4-FFF2-40B4-BE49-F238E27FC236}">
                <a16:creationId xmlns:a16="http://schemas.microsoft.com/office/drawing/2014/main" id="{13611DDD-7D75-40D7-BBDF-EDC10B5E6B62}"/>
              </a:ext>
            </a:extLst>
          </p:cNvPr>
          <p:cNvSpPr>
            <a:spLocks noGrp="1"/>
          </p:cNvSpPr>
          <p:nvPr/>
        </p:nvSpPr>
        <p:spPr>
          <a:xfrm rot="0">
            <a:off x="2818530" y="4636712"/>
            <a:ext cx="88786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One-to-one</a:t>
            </a:r>
          </a:p>
        </p:txBody>
      </p:sp>
      <p:sp>
        <p:nvSpPr>
          <p:cNvPr id="6" name="a_full_bar_text_5">
            <a:extLst>
              <a:ext uri="{FF2B5EF4-FFF2-40B4-BE49-F238E27FC236}">
                <a16:creationId xmlns:a16="http://schemas.microsoft.com/office/drawing/2014/main" id="{70EC22FA-5200-4351-8E83-408240BEFF17}"/>
              </a:ext>
            </a:extLst>
          </p:cNvPr>
          <p:cNvSpPr>
            <a:spLocks noGrp="1"/>
          </p:cNvSpPr>
          <p:nvPr/>
        </p:nvSpPr>
        <p:spPr>
          <a:xfrm rot="0">
            <a:off x="2905419" y="4821672"/>
            <a:ext cx="716999"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PRAUC₀.₃</a:t>
            </a:r>
          </a:p>
        </p:txBody>
      </p:sp>
      <p:sp>
        <p:nvSpPr>
          <p:cNvPr id="7" name="a_full_bar_text_6">
            <a:extLst>
              <a:ext uri="{FF2B5EF4-FFF2-40B4-BE49-F238E27FC236}">
                <a16:creationId xmlns:a16="http://schemas.microsoft.com/office/drawing/2014/main" id="{3B2DDC59-8E35-4DAA-93DC-50F0B5D57E5E}"/>
              </a:ext>
            </a:extLst>
          </p:cNvPr>
          <p:cNvSpPr>
            <a:spLocks noGrp="1"/>
          </p:cNvSpPr>
          <p:nvPr/>
        </p:nvSpPr>
        <p:spPr>
          <a:xfrm rot="0">
            <a:off x="4324650" y="4636712"/>
            <a:ext cx="88786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One-to-one</a:t>
            </a:r>
          </a:p>
        </p:txBody>
      </p:sp>
      <p:sp>
        <p:nvSpPr>
          <p:cNvPr id="8" name="a_full_bar_text_7">
            <a:extLst>
              <a:ext uri="{FF2B5EF4-FFF2-40B4-BE49-F238E27FC236}">
                <a16:creationId xmlns:a16="http://schemas.microsoft.com/office/drawing/2014/main" id="{9CA67767-954B-401F-8363-F024D2FFE771}"/>
              </a:ext>
            </a:extLst>
          </p:cNvPr>
          <p:cNvSpPr>
            <a:spLocks noGrp="1"/>
          </p:cNvSpPr>
          <p:nvPr/>
        </p:nvSpPr>
        <p:spPr>
          <a:xfrm rot="0">
            <a:off x="4411859" y="4821672"/>
            <a:ext cx="716441"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PRAUC₀.₅</a:t>
            </a:r>
          </a:p>
        </p:txBody>
      </p:sp>
      <p:sp>
        <p:nvSpPr>
          <p:cNvPr id="9" name="a_full_bar_path_8">
            <a:extLst>
              <a:ext uri="{FF2B5EF4-FFF2-40B4-BE49-F238E27FC236}">
                <a16:creationId xmlns:a16="http://schemas.microsoft.com/office/drawing/2014/main" id="{E2E50289-48D7-4F38-BA9A-145D07E3FC96}"/>
              </a:ext>
            </a:extLst>
          </p:cNvPr>
          <p:cNvSpPr>
            <a:spLocks noGrp="1"/>
          </p:cNvSpPr>
          <p:nvPr/>
        </p:nvSpPr>
        <p:spPr>
          <a:xfrm>
            <a:off x="997560" y="4480053"/>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0" name="a_full_bar_path_9">
            <a:extLst>
              <a:ext uri="{FF2B5EF4-FFF2-40B4-BE49-F238E27FC236}">
                <a16:creationId xmlns:a16="http://schemas.microsoft.com/office/drawing/2014/main" id="{2EA60D15-F122-4E89-BC4C-DD9C1D4F8C05}"/>
              </a:ext>
            </a:extLst>
          </p:cNvPr>
          <p:cNvSpPr>
            <a:spLocks noGrp="1"/>
          </p:cNvSpPr>
          <p:nvPr/>
        </p:nvSpPr>
        <p:spPr>
          <a:xfrm>
            <a:off x="944063" y="4480053"/>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1" name="a_full_bar_text_10">
            <a:extLst>
              <a:ext uri="{FF2B5EF4-FFF2-40B4-BE49-F238E27FC236}">
                <a16:creationId xmlns:a16="http://schemas.microsoft.com/office/drawing/2014/main" id="{D252CA95-701B-4BE9-B3F1-BD5704E5CFE9}"/>
              </a:ext>
            </a:extLst>
          </p:cNvPr>
          <p:cNvSpPr>
            <a:spLocks noGrp="1"/>
          </p:cNvSpPr>
          <p:nvPr/>
        </p:nvSpPr>
        <p:spPr>
          <a:xfrm rot="0">
            <a:off x="438400" y="4396333"/>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12" name="a_full_bar_path_11">
            <a:extLst>
              <a:ext uri="{FF2B5EF4-FFF2-40B4-BE49-F238E27FC236}">
                <a16:creationId xmlns:a16="http://schemas.microsoft.com/office/drawing/2014/main" id="{449D85AF-C462-4961-97BA-39FBC14D2410}"/>
              </a:ext>
            </a:extLst>
          </p:cNvPr>
          <p:cNvSpPr>
            <a:spLocks noGrp="1"/>
          </p:cNvSpPr>
          <p:nvPr/>
        </p:nvSpPr>
        <p:spPr>
          <a:xfrm>
            <a:off x="997560" y="3264032"/>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3" name="a_full_bar_path_12">
            <a:extLst>
              <a:ext uri="{FF2B5EF4-FFF2-40B4-BE49-F238E27FC236}">
                <a16:creationId xmlns:a16="http://schemas.microsoft.com/office/drawing/2014/main" id="{210CE876-019A-4354-B090-94AE64C1DC8E}"/>
              </a:ext>
            </a:extLst>
          </p:cNvPr>
          <p:cNvSpPr>
            <a:spLocks noGrp="1"/>
          </p:cNvSpPr>
          <p:nvPr/>
        </p:nvSpPr>
        <p:spPr>
          <a:xfrm>
            <a:off x="944063" y="3264032"/>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4" name="a_full_bar_text_13">
            <a:extLst>
              <a:ext uri="{FF2B5EF4-FFF2-40B4-BE49-F238E27FC236}">
                <a16:creationId xmlns:a16="http://schemas.microsoft.com/office/drawing/2014/main" id="{53367DAD-F15C-42C6-8675-15C6F9C02FEE}"/>
              </a:ext>
            </a:extLst>
          </p:cNvPr>
          <p:cNvSpPr>
            <a:spLocks noGrp="1"/>
          </p:cNvSpPr>
          <p:nvPr/>
        </p:nvSpPr>
        <p:spPr>
          <a:xfrm rot="0">
            <a:off x="438400" y="318031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15" name="a_full_bar_path_14">
            <a:extLst>
              <a:ext uri="{FF2B5EF4-FFF2-40B4-BE49-F238E27FC236}">
                <a16:creationId xmlns:a16="http://schemas.microsoft.com/office/drawing/2014/main" id="{669DFE40-1EC5-4AA3-90D3-8A4E2F4B6845}"/>
              </a:ext>
            </a:extLst>
          </p:cNvPr>
          <p:cNvSpPr>
            <a:spLocks noGrp="1"/>
          </p:cNvSpPr>
          <p:nvPr/>
        </p:nvSpPr>
        <p:spPr>
          <a:xfrm>
            <a:off x="997560" y="2048011"/>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6" name="a_full_bar_path_15">
            <a:extLst>
              <a:ext uri="{FF2B5EF4-FFF2-40B4-BE49-F238E27FC236}">
                <a16:creationId xmlns:a16="http://schemas.microsoft.com/office/drawing/2014/main" id="{AC929111-3035-4C59-B799-6011B3ECA091}"/>
              </a:ext>
            </a:extLst>
          </p:cNvPr>
          <p:cNvSpPr>
            <a:spLocks noGrp="1"/>
          </p:cNvSpPr>
          <p:nvPr/>
        </p:nvSpPr>
        <p:spPr>
          <a:xfrm>
            <a:off x="944063" y="2048011"/>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7" name="a_full_bar_text_16">
            <a:extLst>
              <a:ext uri="{FF2B5EF4-FFF2-40B4-BE49-F238E27FC236}">
                <a16:creationId xmlns:a16="http://schemas.microsoft.com/office/drawing/2014/main" id="{44090999-9538-495A-9902-BFD5177B9716}"/>
              </a:ext>
            </a:extLst>
          </p:cNvPr>
          <p:cNvSpPr>
            <a:spLocks noGrp="1"/>
          </p:cNvSpPr>
          <p:nvPr/>
        </p:nvSpPr>
        <p:spPr>
          <a:xfrm rot="0">
            <a:off x="438400" y="1964291"/>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18" name="a_full_bar_text_17">
            <a:extLst>
              <a:ext uri="{FF2B5EF4-FFF2-40B4-BE49-F238E27FC236}">
                <a16:creationId xmlns:a16="http://schemas.microsoft.com/office/drawing/2014/main" id="{B6F68FAC-8665-4BB0-BB35-229A782F650A}"/>
              </a:ext>
            </a:extLst>
          </p:cNvPr>
          <p:cNvSpPr>
            <a:spLocks noGrp="1"/>
          </p:cNvSpPr>
          <p:nvPr/>
        </p:nvSpPr>
        <p:spPr>
          <a:xfrm rot="-5400000">
            <a:off x="37468" y="3121037"/>
            <a:ext cx="483892"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Score</a:t>
            </a:r>
          </a:p>
        </p:txBody>
      </p:sp>
      <p:sp>
        <p:nvSpPr>
          <p:cNvPr id="19" name="a_full_bar_path_18">
            <a:extLst>
              <a:ext uri="{FF2B5EF4-FFF2-40B4-BE49-F238E27FC236}">
                <a16:creationId xmlns:a16="http://schemas.microsoft.com/office/drawing/2014/main" id="{BC09A260-5364-4879-A57D-31F67E10A5B8}"/>
              </a:ext>
            </a:extLst>
          </p:cNvPr>
          <p:cNvSpPr>
            <a:spLocks noGrp="1"/>
          </p:cNvSpPr>
          <p:nvPr/>
        </p:nvSpPr>
        <p:spPr>
          <a:xfrm>
            <a:off x="1157811" y="3058529"/>
            <a:ext cx="259354" cy="1421524"/>
          </a:xfrm>
          <a:custGeom>
            <a:avLst/>
            <a:gdLst/>
            <a:ahLst/>
            <a:cxnLst/>
            <a:rect l="0" t="0" r="0" b="0"/>
            <a:pathLst>
              <a:path w="259354" h="1421524">
                <a:moveTo>
                  <a:pt x="0" y="1421524"/>
                </a:moveTo>
                <a:lnTo>
                  <a:pt x="259354" y="1421524"/>
                </a:lnTo>
                <a:lnTo>
                  <a:pt x="259354" y="0"/>
                </a:lnTo>
                <a:lnTo>
                  <a:pt x="0" y="0"/>
                </a:lnTo>
                <a:lnTo>
                  <a:pt x="0" y="1421524"/>
                </a:lnTo>
                <a:close/>
              </a:path>
            </a:pathLst>
          </a:custGeom>
          <a:solidFill>
            <a:srgbClr val="007C83">
              <a:alpha val="16000"/>
            </a:srgbClr>
          </a:solidFill>
          <a:ln w="15119">
            <a:solidFill>
              <a:srgbClr val="007C83">
                <a:alpha val="16000"/>
              </a:srgbClr>
            </a:solidFill>
            <a:prstDash val="solid"/>
          </a:ln>
        </p:spPr>
      </p:sp>
      <p:sp>
        <p:nvSpPr>
          <p:cNvPr id="20" name="a_full_bar_path_19">
            <a:extLst>
              <a:ext uri="{FF2B5EF4-FFF2-40B4-BE49-F238E27FC236}">
                <a16:creationId xmlns:a16="http://schemas.microsoft.com/office/drawing/2014/main" id="{5312E077-1D30-403E-8211-9F9635E26C73}"/>
              </a:ext>
            </a:extLst>
          </p:cNvPr>
          <p:cNvSpPr>
            <a:spLocks noGrp="1"/>
          </p:cNvSpPr>
          <p:nvPr/>
        </p:nvSpPr>
        <p:spPr>
          <a:xfrm>
            <a:off x="2663931" y="2867212"/>
            <a:ext cx="259354" cy="1612841"/>
          </a:xfrm>
          <a:custGeom>
            <a:avLst/>
            <a:gdLst/>
            <a:ahLst/>
            <a:cxnLst/>
            <a:rect l="0" t="0" r="0" b="0"/>
            <a:pathLst>
              <a:path w="259354" h="1612841">
                <a:moveTo>
                  <a:pt x="0" y="1612841"/>
                </a:moveTo>
                <a:lnTo>
                  <a:pt x="259354" y="1612841"/>
                </a:lnTo>
                <a:lnTo>
                  <a:pt x="259354" y="0"/>
                </a:lnTo>
                <a:lnTo>
                  <a:pt x="0" y="0"/>
                </a:lnTo>
                <a:lnTo>
                  <a:pt x="0" y="1612841"/>
                </a:lnTo>
                <a:close/>
              </a:path>
            </a:pathLst>
          </a:custGeom>
          <a:solidFill>
            <a:srgbClr val="007C83">
              <a:alpha val="16000"/>
            </a:srgbClr>
          </a:solidFill>
          <a:ln w="15119">
            <a:solidFill>
              <a:srgbClr val="007C83">
                <a:alpha val="16000"/>
              </a:srgbClr>
            </a:solidFill>
            <a:prstDash val="solid"/>
          </a:ln>
        </p:spPr>
      </p:sp>
      <p:sp>
        <p:nvSpPr>
          <p:cNvPr id="21" name="a_full_bar_path_20">
            <a:extLst>
              <a:ext uri="{FF2B5EF4-FFF2-40B4-BE49-F238E27FC236}">
                <a16:creationId xmlns:a16="http://schemas.microsoft.com/office/drawing/2014/main" id="{D1CF4C35-59BB-4916-8D31-2F7C59C1F89C}"/>
              </a:ext>
            </a:extLst>
          </p:cNvPr>
          <p:cNvSpPr>
            <a:spLocks noGrp="1"/>
          </p:cNvSpPr>
          <p:nvPr/>
        </p:nvSpPr>
        <p:spPr>
          <a:xfrm>
            <a:off x="4170051" y="3124017"/>
            <a:ext cx="259354" cy="1356036"/>
          </a:xfrm>
          <a:custGeom>
            <a:avLst/>
            <a:gdLst/>
            <a:ahLst/>
            <a:cxnLst/>
            <a:rect l="0" t="0" r="0" b="0"/>
            <a:pathLst>
              <a:path w="259354" h="1356036">
                <a:moveTo>
                  <a:pt x="0" y="1356036"/>
                </a:moveTo>
                <a:lnTo>
                  <a:pt x="259354" y="1356036"/>
                </a:lnTo>
                <a:lnTo>
                  <a:pt x="259354" y="0"/>
                </a:lnTo>
                <a:lnTo>
                  <a:pt x="0" y="0"/>
                </a:lnTo>
                <a:lnTo>
                  <a:pt x="0" y="1356036"/>
                </a:lnTo>
                <a:close/>
              </a:path>
            </a:pathLst>
          </a:custGeom>
          <a:solidFill>
            <a:srgbClr val="007C83">
              <a:alpha val="16000"/>
            </a:srgbClr>
          </a:solidFill>
          <a:ln w="15119">
            <a:solidFill>
              <a:srgbClr val="007C83">
                <a:alpha val="16000"/>
              </a:srgbClr>
            </a:solidFill>
            <a:prstDash val="solid"/>
          </a:ln>
        </p:spPr>
      </p:sp>
      <p:sp>
        <p:nvSpPr>
          <p:cNvPr id="22" name="a_full_bar_path_21">
            <a:extLst>
              <a:ext uri="{FF2B5EF4-FFF2-40B4-BE49-F238E27FC236}">
                <a16:creationId xmlns:a16="http://schemas.microsoft.com/office/drawing/2014/main" id="{59B5B0FA-E885-4F7F-8212-7CD20A70E448}"/>
              </a:ext>
            </a:extLst>
          </p:cNvPr>
          <p:cNvSpPr>
            <a:spLocks noGrp="1"/>
          </p:cNvSpPr>
          <p:nvPr/>
        </p:nvSpPr>
        <p:spPr>
          <a:xfrm>
            <a:off x="1466566" y="3320268"/>
            <a:ext cx="259354" cy="1159784"/>
          </a:xfrm>
          <a:custGeom>
            <a:avLst/>
            <a:gdLst/>
            <a:ahLst/>
            <a:cxnLst/>
            <a:rect l="0" t="0" r="0" b="0"/>
            <a:pathLst>
              <a:path w="259354" h="1159784">
                <a:moveTo>
                  <a:pt x="0" y="1159784"/>
                </a:moveTo>
                <a:lnTo>
                  <a:pt x="259354" y="1159784"/>
                </a:lnTo>
                <a:lnTo>
                  <a:pt x="259354" y="0"/>
                </a:lnTo>
                <a:lnTo>
                  <a:pt x="0" y="0"/>
                </a:lnTo>
                <a:lnTo>
                  <a:pt x="0" y="1159784"/>
                </a:lnTo>
                <a:close/>
              </a:path>
            </a:pathLst>
          </a:custGeom>
          <a:solidFill>
            <a:srgbClr val="566AB4">
              <a:alpha val="16000"/>
            </a:srgbClr>
          </a:solidFill>
          <a:ln w="15119">
            <a:solidFill>
              <a:srgbClr val="566AB4">
                <a:alpha val="16000"/>
              </a:srgbClr>
            </a:solidFill>
            <a:prstDash val="solid"/>
          </a:ln>
        </p:spPr>
      </p:sp>
      <p:sp>
        <p:nvSpPr>
          <p:cNvPr id="23" name="a_full_bar_path_22">
            <a:extLst>
              <a:ext uri="{FF2B5EF4-FFF2-40B4-BE49-F238E27FC236}">
                <a16:creationId xmlns:a16="http://schemas.microsoft.com/office/drawing/2014/main" id="{FE20424B-B175-44ED-AD31-E79FE21DA570}"/>
              </a:ext>
            </a:extLst>
          </p:cNvPr>
          <p:cNvSpPr>
            <a:spLocks noGrp="1"/>
          </p:cNvSpPr>
          <p:nvPr/>
        </p:nvSpPr>
        <p:spPr>
          <a:xfrm>
            <a:off x="2972686" y="3164603"/>
            <a:ext cx="259354" cy="1315450"/>
          </a:xfrm>
          <a:custGeom>
            <a:avLst/>
            <a:gdLst/>
            <a:ahLst/>
            <a:cxnLst/>
            <a:rect l="0" t="0" r="0" b="0"/>
            <a:pathLst>
              <a:path w="259354" h="1315450">
                <a:moveTo>
                  <a:pt x="0" y="1315450"/>
                </a:moveTo>
                <a:lnTo>
                  <a:pt x="259354" y="1315450"/>
                </a:lnTo>
                <a:lnTo>
                  <a:pt x="259354" y="0"/>
                </a:lnTo>
                <a:lnTo>
                  <a:pt x="0" y="0"/>
                </a:lnTo>
                <a:lnTo>
                  <a:pt x="0" y="1315450"/>
                </a:lnTo>
                <a:close/>
              </a:path>
            </a:pathLst>
          </a:custGeom>
          <a:solidFill>
            <a:srgbClr val="566AB4">
              <a:alpha val="16000"/>
            </a:srgbClr>
          </a:solidFill>
          <a:ln w="15119">
            <a:solidFill>
              <a:srgbClr val="566AB4">
                <a:alpha val="16000"/>
              </a:srgbClr>
            </a:solidFill>
            <a:prstDash val="solid"/>
          </a:ln>
        </p:spPr>
      </p:sp>
      <p:sp>
        <p:nvSpPr>
          <p:cNvPr id="24" name="a_full_bar_path_23">
            <a:extLst>
              <a:ext uri="{FF2B5EF4-FFF2-40B4-BE49-F238E27FC236}">
                <a16:creationId xmlns:a16="http://schemas.microsoft.com/office/drawing/2014/main" id="{288097A6-8DF8-4786-AABC-B260F1FE293F}"/>
              </a:ext>
            </a:extLst>
          </p:cNvPr>
          <p:cNvSpPr>
            <a:spLocks noGrp="1"/>
          </p:cNvSpPr>
          <p:nvPr/>
        </p:nvSpPr>
        <p:spPr>
          <a:xfrm>
            <a:off x="4478806" y="3392899"/>
            <a:ext cx="259354" cy="1087154"/>
          </a:xfrm>
          <a:custGeom>
            <a:avLst/>
            <a:gdLst/>
            <a:ahLst/>
            <a:cxnLst/>
            <a:rect l="0" t="0" r="0" b="0"/>
            <a:pathLst>
              <a:path w="259354" h="1087154">
                <a:moveTo>
                  <a:pt x="0" y="1087154"/>
                </a:moveTo>
                <a:lnTo>
                  <a:pt x="259354" y="1087154"/>
                </a:lnTo>
                <a:lnTo>
                  <a:pt x="259354" y="0"/>
                </a:lnTo>
                <a:lnTo>
                  <a:pt x="0" y="0"/>
                </a:lnTo>
                <a:lnTo>
                  <a:pt x="0" y="1087154"/>
                </a:lnTo>
                <a:close/>
              </a:path>
            </a:pathLst>
          </a:custGeom>
          <a:solidFill>
            <a:srgbClr val="566AB4">
              <a:alpha val="16000"/>
            </a:srgbClr>
          </a:solidFill>
          <a:ln w="15119">
            <a:solidFill>
              <a:srgbClr val="566AB4">
                <a:alpha val="16000"/>
              </a:srgbClr>
            </a:solidFill>
            <a:prstDash val="solid"/>
          </a:ln>
        </p:spPr>
      </p:sp>
      <p:sp>
        <p:nvSpPr>
          <p:cNvPr id="25" name="a_full_bar_path_24">
            <a:extLst>
              <a:ext uri="{FF2B5EF4-FFF2-40B4-BE49-F238E27FC236}">
                <a16:creationId xmlns:a16="http://schemas.microsoft.com/office/drawing/2014/main" id="{99637CE3-51F0-45E6-BCD4-72F3D8A7100D}"/>
              </a:ext>
            </a:extLst>
          </p:cNvPr>
          <p:cNvSpPr>
            <a:spLocks noGrp="1"/>
          </p:cNvSpPr>
          <p:nvPr/>
        </p:nvSpPr>
        <p:spPr>
          <a:xfrm>
            <a:off x="1775320" y="3460624"/>
            <a:ext cx="259354" cy="1019429"/>
          </a:xfrm>
          <a:custGeom>
            <a:avLst/>
            <a:gdLst/>
            <a:ahLst/>
            <a:cxnLst/>
            <a:rect l="0" t="0" r="0" b="0"/>
            <a:pathLst>
              <a:path w="259354" h="1019429">
                <a:moveTo>
                  <a:pt x="0" y="1019429"/>
                </a:moveTo>
                <a:lnTo>
                  <a:pt x="259354" y="1019429"/>
                </a:lnTo>
                <a:lnTo>
                  <a:pt x="259354" y="0"/>
                </a:lnTo>
                <a:lnTo>
                  <a:pt x="0" y="0"/>
                </a:lnTo>
                <a:lnTo>
                  <a:pt x="0" y="1019429"/>
                </a:lnTo>
                <a:close/>
              </a:path>
            </a:pathLst>
          </a:custGeom>
          <a:solidFill>
            <a:srgbClr val="7D8990">
              <a:alpha val="16000"/>
            </a:srgbClr>
          </a:solidFill>
          <a:ln w="15119">
            <a:solidFill>
              <a:srgbClr val="7D8990">
                <a:alpha val="16000"/>
              </a:srgbClr>
            </a:solidFill>
            <a:prstDash val="solid"/>
          </a:ln>
        </p:spPr>
      </p:sp>
      <p:sp>
        <p:nvSpPr>
          <p:cNvPr id="26" name="a_full_bar_path_25">
            <a:extLst>
              <a:ext uri="{FF2B5EF4-FFF2-40B4-BE49-F238E27FC236}">
                <a16:creationId xmlns:a16="http://schemas.microsoft.com/office/drawing/2014/main" id="{49FA4B4D-67F2-4D36-B17F-754306182C83}"/>
              </a:ext>
            </a:extLst>
          </p:cNvPr>
          <p:cNvSpPr>
            <a:spLocks noGrp="1"/>
          </p:cNvSpPr>
          <p:nvPr/>
        </p:nvSpPr>
        <p:spPr>
          <a:xfrm>
            <a:off x="3281440" y="3222209"/>
            <a:ext cx="259354" cy="1257844"/>
          </a:xfrm>
          <a:custGeom>
            <a:avLst/>
            <a:gdLst/>
            <a:ahLst/>
            <a:cxnLst/>
            <a:rect l="0" t="0" r="0" b="0"/>
            <a:pathLst>
              <a:path w="259354" h="1257844">
                <a:moveTo>
                  <a:pt x="0" y="1257844"/>
                </a:moveTo>
                <a:lnTo>
                  <a:pt x="259354" y="1257844"/>
                </a:lnTo>
                <a:lnTo>
                  <a:pt x="259354" y="0"/>
                </a:lnTo>
                <a:lnTo>
                  <a:pt x="0" y="0"/>
                </a:lnTo>
                <a:lnTo>
                  <a:pt x="0" y="1257844"/>
                </a:lnTo>
                <a:close/>
              </a:path>
            </a:pathLst>
          </a:custGeom>
          <a:solidFill>
            <a:srgbClr val="7D8990">
              <a:alpha val="16000"/>
            </a:srgbClr>
          </a:solidFill>
          <a:ln w="15119">
            <a:solidFill>
              <a:srgbClr val="7D8990">
                <a:alpha val="16000"/>
              </a:srgbClr>
            </a:solidFill>
            <a:prstDash val="solid"/>
          </a:ln>
        </p:spPr>
      </p:sp>
      <p:sp>
        <p:nvSpPr>
          <p:cNvPr id="27" name="a_full_bar_path_26">
            <a:extLst>
              <a:ext uri="{FF2B5EF4-FFF2-40B4-BE49-F238E27FC236}">
                <a16:creationId xmlns:a16="http://schemas.microsoft.com/office/drawing/2014/main" id="{1F17335A-D9A6-4B06-A627-95D15558D6ED}"/>
              </a:ext>
            </a:extLst>
          </p:cNvPr>
          <p:cNvSpPr>
            <a:spLocks noGrp="1"/>
          </p:cNvSpPr>
          <p:nvPr/>
        </p:nvSpPr>
        <p:spPr>
          <a:xfrm>
            <a:off x="4787560" y="3712924"/>
            <a:ext cx="259354" cy="767129"/>
          </a:xfrm>
          <a:custGeom>
            <a:avLst/>
            <a:gdLst/>
            <a:ahLst/>
            <a:cxnLst/>
            <a:rect l="0" t="0" r="0" b="0"/>
            <a:pathLst>
              <a:path w="259354" h="767129">
                <a:moveTo>
                  <a:pt x="0" y="767129"/>
                </a:moveTo>
                <a:lnTo>
                  <a:pt x="259354" y="767129"/>
                </a:lnTo>
                <a:lnTo>
                  <a:pt x="259354" y="0"/>
                </a:lnTo>
                <a:lnTo>
                  <a:pt x="0" y="0"/>
                </a:lnTo>
                <a:lnTo>
                  <a:pt x="0" y="767129"/>
                </a:lnTo>
                <a:close/>
              </a:path>
            </a:pathLst>
          </a:custGeom>
          <a:solidFill>
            <a:srgbClr val="7D8990">
              <a:alpha val="16000"/>
            </a:srgbClr>
          </a:solidFill>
          <a:ln w="15119">
            <a:solidFill>
              <a:srgbClr val="7D8990">
                <a:alpha val="16000"/>
              </a:srgbClr>
            </a:solidFill>
            <a:prstDash val="solid"/>
          </a:ln>
        </p:spPr>
      </p:sp>
      <p:sp>
        <p:nvSpPr>
          <p:cNvPr id="28" name="a_full_bar_path_27">
            <a:extLst>
              <a:ext uri="{FF2B5EF4-FFF2-40B4-BE49-F238E27FC236}">
                <a16:creationId xmlns:a16="http://schemas.microsoft.com/office/drawing/2014/main" id="{18B74A17-EE84-4458-9199-DED1FB5B4DC5}"/>
              </a:ext>
            </a:extLst>
          </p:cNvPr>
          <p:cNvSpPr>
            <a:spLocks noGrp="1"/>
          </p:cNvSpPr>
          <p:nvPr/>
        </p:nvSpPr>
        <p:spPr>
          <a:xfrm>
            <a:off x="2084075" y="3617777"/>
            <a:ext cx="259354" cy="862276"/>
          </a:xfrm>
          <a:custGeom>
            <a:avLst/>
            <a:gdLst/>
            <a:ahLst/>
            <a:cxnLst/>
            <a:rect l="0" t="0" r="0" b="0"/>
            <a:pathLst>
              <a:path w="259354" h="862276">
                <a:moveTo>
                  <a:pt x="0" y="862276"/>
                </a:moveTo>
                <a:lnTo>
                  <a:pt x="259354" y="862276"/>
                </a:lnTo>
                <a:lnTo>
                  <a:pt x="259354" y="0"/>
                </a:lnTo>
                <a:lnTo>
                  <a:pt x="0" y="0"/>
                </a:lnTo>
                <a:lnTo>
                  <a:pt x="0" y="862276"/>
                </a:lnTo>
                <a:close/>
              </a:path>
            </a:pathLst>
          </a:custGeom>
          <a:solidFill>
            <a:srgbClr val="B08A60">
              <a:alpha val="16000"/>
            </a:srgbClr>
          </a:solidFill>
          <a:ln w="15119">
            <a:solidFill>
              <a:srgbClr val="B08A60">
                <a:alpha val="16000"/>
              </a:srgbClr>
            </a:solidFill>
            <a:prstDash val="solid"/>
          </a:ln>
        </p:spPr>
      </p:sp>
      <p:sp>
        <p:nvSpPr>
          <p:cNvPr id="29" name="a_full_bar_path_28">
            <a:extLst>
              <a:ext uri="{FF2B5EF4-FFF2-40B4-BE49-F238E27FC236}">
                <a16:creationId xmlns:a16="http://schemas.microsoft.com/office/drawing/2014/main" id="{D2825992-0FEC-4C03-92C6-057E0A0066E7}"/>
              </a:ext>
            </a:extLst>
          </p:cNvPr>
          <p:cNvSpPr>
            <a:spLocks noGrp="1"/>
          </p:cNvSpPr>
          <p:nvPr/>
        </p:nvSpPr>
        <p:spPr>
          <a:xfrm>
            <a:off x="3590195" y="3410167"/>
            <a:ext cx="259354" cy="1069886"/>
          </a:xfrm>
          <a:custGeom>
            <a:avLst/>
            <a:gdLst/>
            <a:ahLst/>
            <a:cxnLst/>
            <a:rect l="0" t="0" r="0" b="0"/>
            <a:pathLst>
              <a:path w="259354" h="1069886">
                <a:moveTo>
                  <a:pt x="0" y="1069886"/>
                </a:moveTo>
                <a:lnTo>
                  <a:pt x="259354" y="1069886"/>
                </a:lnTo>
                <a:lnTo>
                  <a:pt x="259354" y="0"/>
                </a:lnTo>
                <a:lnTo>
                  <a:pt x="0" y="0"/>
                </a:lnTo>
                <a:lnTo>
                  <a:pt x="0" y="1069886"/>
                </a:lnTo>
                <a:close/>
              </a:path>
            </a:pathLst>
          </a:custGeom>
          <a:solidFill>
            <a:srgbClr val="B08A60">
              <a:alpha val="16000"/>
            </a:srgbClr>
          </a:solidFill>
          <a:ln w="15119">
            <a:solidFill>
              <a:srgbClr val="B08A60">
                <a:alpha val="16000"/>
              </a:srgbClr>
            </a:solidFill>
            <a:prstDash val="solid"/>
          </a:ln>
        </p:spPr>
      </p:sp>
      <p:sp>
        <p:nvSpPr>
          <p:cNvPr id="30" name="a_full_bar_path_29">
            <a:extLst>
              <a:ext uri="{FF2B5EF4-FFF2-40B4-BE49-F238E27FC236}">
                <a16:creationId xmlns:a16="http://schemas.microsoft.com/office/drawing/2014/main" id="{7B4FDE30-E527-4433-A85A-29C70ED16941}"/>
              </a:ext>
            </a:extLst>
          </p:cNvPr>
          <p:cNvSpPr>
            <a:spLocks noGrp="1"/>
          </p:cNvSpPr>
          <p:nvPr/>
        </p:nvSpPr>
        <p:spPr>
          <a:xfrm>
            <a:off x="5096315" y="3846420"/>
            <a:ext cx="259354" cy="633633"/>
          </a:xfrm>
          <a:custGeom>
            <a:avLst/>
            <a:gdLst/>
            <a:ahLst/>
            <a:cxnLst/>
            <a:rect l="0" t="0" r="0" b="0"/>
            <a:pathLst>
              <a:path w="259354" h="633633">
                <a:moveTo>
                  <a:pt x="0" y="633633"/>
                </a:moveTo>
                <a:lnTo>
                  <a:pt x="259354" y="633633"/>
                </a:lnTo>
                <a:lnTo>
                  <a:pt x="259354" y="0"/>
                </a:lnTo>
                <a:lnTo>
                  <a:pt x="0" y="0"/>
                </a:lnTo>
                <a:lnTo>
                  <a:pt x="0" y="633633"/>
                </a:lnTo>
                <a:close/>
              </a:path>
            </a:pathLst>
          </a:custGeom>
          <a:solidFill>
            <a:srgbClr val="B08A60">
              <a:alpha val="16000"/>
            </a:srgbClr>
          </a:solidFill>
          <a:ln w="15119">
            <a:solidFill>
              <a:srgbClr val="B08A60">
                <a:alpha val="16000"/>
              </a:srgbClr>
            </a:solidFill>
            <a:prstDash val="solid"/>
          </a:ln>
        </p:spPr>
      </p:sp>
      <p:sp>
        <p:nvSpPr>
          <p:cNvPr id="31" name="a_full_bar_ellipse_30">
            <a:extLst>
              <a:ext uri="{FF2B5EF4-FFF2-40B4-BE49-F238E27FC236}">
                <a16:creationId xmlns:a16="http://schemas.microsoft.com/office/drawing/2014/main" id="{E8B49635-9DEC-4C5E-8525-6A9C09AE1F80}"/>
              </a:ext>
            </a:extLst>
          </p:cNvPr>
          <p:cNvSpPr>
            <a:spLocks noGrp="1"/>
          </p:cNvSpPr>
          <p:nvPr/>
        </p:nvSpPr>
        <p:spPr>
          <a:xfrm>
            <a:off x="1208220" y="2415668"/>
            <a:ext cx="45341" cy="45341"/>
          </a:xfrm>
          <a:prstGeom prst="ellipse">
            <a:avLst/>
          </a:prstGeom>
          <a:solidFill>
            <a:srgbClr val="007C83">
              <a:alpha val="40000"/>
            </a:srgbClr>
          </a:solidFill>
          <a:ln w="0">
            <a:noFill/>
            <a:prstDash val="solid"/>
          </a:ln>
        </p:spPr>
      </p:sp>
      <p:sp>
        <p:nvSpPr>
          <p:cNvPr id="32" name="a_full_bar_ellipse_31">
            <a:extLst>
              <a:ext uri="{FF2B5EF4-FFF2-40B4-BE49-F238E27FC236}">
                <a16:creationId xmlns:a16="http://schemas.microsoft.com/office/drawing/2014/main" id="{0BA62016-7505-42A1-9603-02E919B744E0}"/>
              </a:ext>
            </a:extLst>
          </p:cNvPr>
          <p:cNvSpPr>
            <a:spLocks noGrp="1"/>
          </p:cNvSpPr>
          <p:nvPr/>
        </p:nvSpPr>
        <p:spPr>
          <a:xfrm>
            <a:off x="1178689" y="2268193"/>
            <a:ext cx="45341" cy="45341"/>
          </a:xfrm>
          <a:prstGeom prst="ellipse">
            <a:avLst/>
          </a:prstGeom>
          <a:solidFill>
            <a:srgbClr val="007C83">
              <a:alpha val="40000"/>
            </a:srgbClr>
          </a:solidFill>
          <a:ln w="0">
            <a:noFill/>
            <a:prstDash val="solid"/>
          </a:ln>
        </p:spPr>
      </p:sp>
      <p:sp>
        <p:nvSpPr>
          <p:cNvPr id="33" name="a_full_bar_ellipse_32">
            <a:extLst>
              <a:ext uri="{FF2B5EF4-FFF2-40B4-BE49-F238E27FC236}">
                <a16:creationId xmlns:a16="http://schemas.microsoft.com/office/drawing/2014/main" id="{6DE476E4-46AC-476B-8512-AB259B61985E}"/>
              </a:ext>
            </a:extLst>
          </p:cNvPr>
          <p:cNvSpPr>
            <a:spLocks noGrp="1"/>
          </p:cNvSpPr>
          <p:nvPr/>
        </p:nvSpPr>
        <p:spPr>
          <a:xfrm>
            <a:off x="1315345" y="2403789"/>
            <a:ext cx="45341" cy="45341"/>
          </a:xfrm>
          <a:prstGeom prst="ellipse">
            <a:avLst/>
          </a:prstGeom>
          <a:solidFill>
            <a:srgbClr val="007C83">
              <a:alpha val="40000"/>
            </a:srgbClr>
          </a:solidFill>
          <a:ln w="0">
            <a:noFill/>
            <a:prstDash val="solid"/>
          </a:ln>
        </p:spPr>
      </p:sp>
      <p:sp>
        <p:nvSpPr>
          <p:cNvPr id="34" name="a_full_bar_ellipse_33">
            <a:extLst>
              <a:ext uri="{FF2B5EF4-FFF2-40B4-BE49-F238E27FC236}">
                <a16:creationId xmlns:a16="http://schemas.microsoft.com/office/drawing/2014/main" id="{74E102C8-B9D5-4DF6-AC0F-6249426AC2EB}"/>
              </a:ext>
            </a:extLst>
          </p:cNvPr>
          <p:cNvSpPr>
            <a:spLocks noGrp="1"/>
          </p:cNvSpPr>
          <p:nvPr/>
        </p:nvSpPr>
        <p:spPr>
          <a:xfrm>
            <a:off x="1221466" y="4138077"/>
            <a:ext cx="45341" cy="45341"/>
          </a:xfrm>
          <a:prstGeom prst="ellipse">
            <a:avLst/>
          </a:prstGeom>
          <a:solidFill>
            <a:srgbClr val="007C83">
              <a:alpha val="40000"/>
            </a:srgbClr>
          </a:solidFill>
          <a:ln w="0">
            <a:noFill/>
            <a:prstDash val="solid"/>
          </a:ln>
        </p:spPr>
      </p:sp>
      <p:sp>
        <p:nvSpPr>
          <p:cNvPr id="35" name="a_full_bar_ellipse_34">
            <a:extLst>
              <a:ext uri="{FF2B5EF4-FFF2-40B4-BE49-F238E27FC236}">
                <a16:creationId xmlns:a16="http://schemas.microsoft.com/office/drawing/2014/main" id="{A9747333-61AA-48A0-9C4F-D547503B247B}"/>
              </a:ext>
            </a:extLst>
          </p:cNvPr>
          <p:cNvSpPr>
            <a:spLocks noGrp="1"/>
          </p:cNvSpPr>
          <p:nvPr/>
        </p:nvSpPr>
        <p:spPr>
          <a:xfrm>
            <a:off x="1361111" y="2567714"/>
            <a:ext cx="45341" cy="45341"/>
          </a:xfrm>
          <a:prstGeom prst="ellipse">
            <a:avLst/>
          </a:prstGeom>
          <a:solidFill>
            <a:srgbClr val="007C83">
              <a:alpha val="40000"/>
            </a:srgbClr>
          </a:solidFill>
          <a:ln w="0">
            <a:noFill/>
            <a:prstDash val="solid"/>
          </a:ln>
        </p:spPr>
      </p:sp>
      <p:sp>
        <p:nvSpPr>
          <p:cNvPr id="36" name="a_full_bar_ellipse_35">
            <a:extLst>
              <a:ext uri="{FF2B5EF4-FFF2-40B4-BE49-F238E27FC236}">
                <a16:creationId xmlns:a16="http://schemas.microsoft.com/office/drawing/2014/main" id="{FF13B20F-467A-456A-8E5A-557542E20346}"/>
              </a:ext>
            </a:extLst>
          </p:cNvPr>
          <p:cNvSpPr>
            <a:spLocks noGrp="1"/>
          </p:cNvSpPr>
          <p:nvPr/>
        </p:nvSpPr>
        <p:spPr>
          <a:xfrm>
            <a:off x="1163891" y="2675490"/>
            <a:ext cx="45341" cy="45341"/>
          </a:xfrm>
          <a:prstGeom prst="ellipse">
            <a:avLst/>
          </a:prstGeom>
          <a:solidFill>
            <a:srgbClr val="007C83">
              <a:alpha val="40000"/>
            </a:srgbClr>
          </a:solidFill>
          <a:ln w="0">
            <a:noFill/>
            <a:prstDash val="solid"/>
          </a:ln>
        </p:spPr>
      </p:sp>
      <p:sp>
        <p:nvSpPr>
          <p:cNvPr id="37" name="a_full_bar_ellipse_36">
            <a:extLst>
              <a:ext uri="{FF2B5EF4-FFF2-40B4-BE49-F238E27FC236}">
                <a16:creationId xmlns:a16="http://schemas.microsoft.com/office/drawing/2014/main" id="{2DE58C21-37A0-49AC-AD01-C15DCC90CEAB}"/>
              </a:ext>
            </a:extLst>
          </p:cNvPr>
          <p:cNvSpPr>
            <a:spLocks noGrp="1"/>
          </p:cNvSpPr>
          <p:nvPr/>
        </p:nvSpPr>
        <p:spPr>
          <a:xfrm>
            <a:off x="1357307" y="2442820"/>
            <a:ext cx="45341" cy="45341"/>
          </a:xfrm>
          <a:prstGeom prst="ellipse">
            <a:avLst/>
          </a:prstGeom>
          <a:solidFill>
            <a:srgbClr val="007C83">
              <a:alpha val="40000"/>
            </a:srgbClr>
          </a:solidFill>
          <a:ln w="0">
            <a:noFill/>
            <a:prstDash val="solid"/>
          </a:ln>
        </p:spPr>
      </p:sp>
      <p:sp>
        <p:nvSpPr>
          <p:cNvPr id="38" name="a_full_bar_ellipse_37">
            <a:extLst>
              <a:ext uri="{FF2B5EF4-FFF2-40B4-BE49-F238E27FC236}">
                <a16:creationId xmlns:a16="http://schemas.microsoft.com/office/drawing/2014/main" id="{A622D349-6DA2-4348-B63C-177BCFF625AA}"/>
              </a:ext>
            </a:extLst>
          </p:cNvPr>
          <p:cNvSpPr>
            <a:spLocks noGrp="1"/>
          </p:cNvSpPr>
          <p:nvPr/>
        </p:nvSpPr>
        <p:spPr>
          <a:xfrm>
            <a:off x="1179224" y="2515242"/>
            <a:ext cx="45341" cy="45341"/>
          </a:xfrm>
          <a:prstGeom prst="ellipse">
            <a:avLst/>
          </a:prstGeom>
          <a:solidFill>
            <a:srgbClr val="007C83">
              <a:alpha val="40000"/>
            </a:srgbClr>
          </a:solidFill>
          <a:ln w="0">
            <a:noFill/>
            <a:prstDash val="solid"/>
          </a:ln>
        </p:spPr>
      </p:sp>
      <p:sp>
        <p:nvSpPr>
          <p:cNvPr id="39" name="a_full_bar_ellipse_38">
            <a:extLst>
              <a:ext uri="{FF2B5EF4-FFF2-40B4-BE49-F238E27FC236}">
                <a16:creationId xmlns:a16="http://schemas.microsoft.com/office/drawing/2014/main" id="{639CB4E2-E953-4BE0-8128-3A8EBEF2A06F}"/>
              </a:ext>
            </a:extLst>
          </p:cNvPr>
          <p:cNvSpPr>
            <a:spLocks noGrp="1"/>
          </p:cNvSpPr>
          <p:nvPr/>
        </p:nvSpPr>
        <p:spPr>
          <a:xfrm>
            <a:off x="1189057" y="3530890"/>
            <a:ext cx="45341" cy="45341"/>
          </a:xfrm>
          <a:prstGeom prst="ellipse">
            <a:avLst/>
          </a:prstGeom>
          <a:solidFill>
            <a:srgbClr val="007C83">
              <a:alpha val="40000"/>
            </a:srgbClr>
          </a:solidFill>
          <a:ln w="0">
            <a:noFill/>
            <a:prstDash val="solid"/>
          </a:ln>
        </p:spPr>
      </p:sp>
      <p:sp>
        <p:nvSpPr>
          <p:cNvPr id="40" name="a_full_bar_ellipse_39">
            <a:extLst>
              <a:ext uri="{FF2B5EF4-FFF2-40B4-BE49-F238E27FC236}">
                <a16:creationId xmlns:a16="http://schemas.microsoft.com/office/drawing/2014/main" id="{64C2DF0E-7EF0-47BF-A7CE-33EFAE024854}"/>
              </a:ext>
            </a:extLst>
          </p:cNvPr>
          <p:cNvSpPr>
            <a:spLocks noGrp="1"/>
          </p:cNvSpPr>
          <p:nvPr/>
        </p:nvSpPr>
        <p:spPr>
          <a:xfrm>
            <a:off x="1283972" y="3429977"/>
            <a:ext cx="45341" cy="45341"/>
          </a:xfrm>
          <a:prstGeom prst="ellipse">
            <a:avLst/>
          </a:prstGeom>
          <a:solidFill>
            <a:srgbClr val="007C83">
              <a:alpha val="40000"/>
            </a:srgbClr>
          </a:solidFill>
          <a:ln w="0">
            <a:noFill/>
            <a:prstDash val="solid"/>
          </a:ln>
        </p:spPr>
      </p:sp>
      <p:sp>
        <p:nvSpPr>
          <p:cNvPr id="41" name="a_full_bar_ellipse_40">
            <a:extLst>
              <a:ext uri="{FF2B5EF4-FFF2-40B4-BE49-F238E27FC236}">
                <a16:creationId xmlns:a16="http://schemas.microsoft.com/office/drawing/2014/main" id="{DC67B163-B345-4A95-B507-3C8AF1FAF307}"/>
              </a:ext>
            </a:extLst>
          </p:cNvPr>
          <p:cNvSpPr>
            <a:spLocks noGrp="1"/>
          </p:cNvSpPr>
          <p:nvPr/>
        </p:nvSpPr>
        <p:spPr>
          <a:xfrm>
            <a:off x="1161536" y="3479755"/>
            <a:ext cx="45341" cy="45341"/>
          </a:xfrm>
          <a:prstGeom prst="ellipse">
            <a:avLst/>
          </a:prstGeom>
          <a:solidFill>
            <a:srgbClr val="007C83">
              <a:alpha val="40000"/>
            </a:srgbClr>
          </a:solidFill>
          <a:ln w="0">
            <a:noFill/>
            <a:prstDash val="solid"/>
          </a:ln>
        </p:spPr>
      </p:sp>
      <p:sp>
        <p:nvSpPr>
          <p:cNvPr id="42" name="a_full_bar_ellipse_41">
            <a:extLst>
              <a:ext uri="{FF2B5EF4-FFF2-40B4-BE49-F238E27FC236}">
                <a16:creationId xmlns:a16="http://schemas.microsoft.com/office/drawing/2014/main" id="{B5E86F9D-E912-4541-830C-79B51CE1F8FC}"/>
              </a:ext>
            </a:extLst>
          </p:cNvPr>
          <p:cNvSpPr>
            <a:spLocks noGrp="1"/>
          </p:cNvSpPr>
          <p:nvPr/>
        </p:nvSpPr>
        <p:spPr>
          <a:xfrm>
            <a:off x="1228304" y="2460837"/>
            <a:ext cx="45341" cy="45341"/>
          </a:xfrm>
          <a:prstGeom prst="ellipse">
            <a:avLst/>
          </a:prstGeom>
          <a:solidFill>
            <a:srgbClr val="007C83">
              <a:alpha val="40000"/>
            </a:srgbClr>
          </a:solidFill>
          <a:ln w="0">
            <a:noFill/>
            <a:prstDash val="solid"/>
          </a:ln>
        </p:spPr>
      </p:sp>
      <p:sp>
        <p:nvSpPr>
          <p:cNvPr id="43" name="a_full_bar_ellipse_42">
            <a:extLst>
              <a:ext uri="{FF2B5EF4-FFF2-40B4-BE49-F238E27FC236}">
                <a16:creationId xmlns:a16="http://schemas.microsoft.com/office/drawing/2014/main" id="{C074C6D9-21E2-46FE-B7D9-97C72098911B}"/>
              </a:ext>
            </a:extLst>
          </p:cNvPr>
          <p:cNvSpPr>
            <a:spLocks noGrp="1"/>
          </p:cNvSpPr>
          <p:nvPr/>
        </p:nvSpPr>
        <p:spPr>
          <a:xfrm>
            <a:off x="1272215" y="2753385"/>
            <a:ext cx="45341" cy="45341"/>
          </a:xfrm>
          <a:prstGeom prst="ellipse">
            <a:avLst/>
          </a:prstGeom>
          <a:solidFill>
            <a:srgbClr val="007C83">
              <a:alpha val="40000"/>
            </a:srgbClr>
          </a:solidFill>
          <a:ln w="0">
            <a:noFill/>
            <a:prstDash val="solid"/>
          </a:ln>
        </p:spPr>
      </p:sp>
      <p:sp>
        <p:nvSpPr>
          <p:cNvPr id="44" name="a_full_bar_ellipse_43">
            <a:extLst>
              <a:ext uri="{FF2B5EF4-FFF2-40B4-BE49-F238E27FC236}">
                <a16:creationId xmlns:a16="http://schemas.microsoft.com/office/drawing/2014/main" id="{9AC2B080-D12A-4928-B3F5-8066327C3C5A}"/>
              </a:ext>
            </a:extLst>
          </p:cNvPr>
          <p:cNvSpPr>
            <a:spLocks noGrp="1"/>
          </p:cNvSpPr>
          <p:nvPr/>
        </p:nvSpPr>
        <p:spPr>
          <a:xfrm>
            <a:off x="1270145" y="3253841"/>
            <a:ext cx="45341" cy="45341"/>
          </a:xfrm>
          <a:prstGeom prst="ellipse">
            <a:avLst/>
          </a:prstGeom>
          <a:solidFill>
            <a:srgbClr val="007C83">
              <a:alpha val="40000"/>
            </a:srgbClr>
          </a:solidFill>
          <a:ln w="0">
            <a:noFill/>
            <a:prstDash val="solid"/>
          </a:ln>
        </p:spPr>
      </p:sp>
      <p:sp>
        <p:nvSpPr>
          <p:cNvPr id="45" name="a_full_bar_ellipse_44">
            <a:extLst>
              <a:ext uri="{FF2B5EF4-FFF2-40B4-BE49-F238E27FC236}">
                <a16:creationId xmlns:a16="http://schemas.microsoft.com/office/drawing/2014/main" id="{5855A079-3743-4BE4-A148-445338954A63}"/>
              </a:ext>
            </a:extLst>
          </p:cNvPr>
          <p:cNvSpPr>
            <a:spLocks noGrp="1"/>
          </p:cNvSpPr>
          <p:nvPr/>
        </p:nvSpPr>
        <p:spPr>
          <a:xfrm>
            <a:off x="1301082" y="2520337"/>
            <a:ext cx="45341" cy="45341"/>
          </a:xfrm>
          <a:prstGeom prst="ellipse">
            <a:avLst/>
          </a:prstGeom>
          <a:solidFill>
            <a:srgbClr val="007C83">
              <a:alpha val="40000"/>
            </a:srgbClr>
          </a:solidFill>
          <a:ln w="0">
            <a:noFill/>
            <a:prstDash val="solid"/>
          </a:ln>
        </p:spPr>
      </p:sp>
      <p:sp>
        <p:nvSpPr>
          <p:cNvPr id="46" name="a_full_bar_ellipse_45">
            <a:extLst>
              <a:ext uri="{FF2B5EF4-FFF2-40B4-BE49-F238E27FC236}">
                <a16:creationId xmlns:a16="http://schemas.microsoft.com/office/drawing/2014/main" id="{41DF8942-7050-42A2-9172-FCA4A747E1C0}"/>
              </a:ext>
            </a:extLst>
          </p:cNvPr>
          <p:cNvSpPr>
            <a:spLocks noGrp="1"/>
          </p:cNvSpPr>
          <p:nvPr/>
        </p:nvSpPr>
        <p:spPr>
          <a:xfrm>
            <a:off x="1161802" y="2528126"/>
            <a:ext cx="45341" cy="45341"/>
          </a:xfrm>
          <a:prstGeom prst="ellipse">
            <a:avLst/>
          </a:prstGeom>
          <a:solidFill>
            <a:srgbClr val="007C83">
              <a:alpha val="40000"/>
            </a:srgbClr>
          </a:solidFill>
          <a:ln w="0">
            <a:noFill/>
            <a:prstDash val="solid"/>
          </a:ln>
        </p:spPr>
      </p:sp>
      <p:sp>
        <p:nvSpPr>
          <p:cNvPr id="47" name="a_full_bar_ellipse_46">
            <a:extLst>
              <a:ext uri="{FF2B5EF4-FFF2-40B4-BE49-F238E27FC236}">
                <a16:creationId xmlns:a16="http://schemas.microsoft.com/office/drawing/2014/main" id="{2F1787E4-B2F4-4FF1-A0A1-34C4379106DB}"/>
              </a:ext>
            </a:extLst>
          </p:cNvPr>
          <p:cNvSpPr>
            <a:spLocks noGrp="1"/>
          </p:cNvSpPr>
          <p:nvPr/>
        </p:nvSpPr>
        <p:spPr>
          <a:xfrm>
            <a:off x="1253702" y="3654459"/>
            <a:ext cx="45341" cy="45341"/>
          </a:xfrm>
          <a:prstGeom prst="ellipse">
            <a:avLst/>
          </a:prstGeom>
          <a:solidFill>
            <a:srgbClr val="007C83">
              <a:alpha val="40000"/>
            </a:srgbClr>
          </a:solidFill>
          <a:ln w="0">
            <a:noFill/>
            <a:prstDash val="solid"/>
          </a:ln>
        </p:spPr>
      </p:sp>
      <p:sp>
        <p:nvSpPr>
          <p:cNvPr id="48" name="a_full_bar_ellipse_47">
            <a:extLst>
              <a:ext uri="{FF2B5EF4-FFF2-40B4-BE49-F238E27FC236}">
                <a16:creationId xmlns:a16="http://schemas.microsoft.com/office/drawing/2014/main" id="{260D77FC-C39B-4C18-AEC6-3E6E002A9AC4}"/>
              </a:ext>
            </a:extLst>
          </p:cNvPr>
          <p:cNvSpPr>
            <a:spLocks noGrp="1"/>
          </p:cNvSpPr>
          <p:nvPr/>
        </p:nvSpPr>
        <p:spPr>
          <a:xfrm>
            <a:off x="1180891" y="2635026"/>
            <a:ext cx="45341" cy="45341"/>
          </a:xfrm>
          <a:prstGeom prst="ellipse">
            <a:avLst/>
          </a:prstGeom>
          <a:solidFill>
            <a:srgbClr val="007C83">
              <a:alpha val="40000"/>
            </a:srgbClr>
          </a:solidFill>
          <a:ln w="0">
            <a:noFill/>
            <a:prstDash val="solid"/>
          </a:ln>
        </p:spPr>
      </p:sp>
      <p:sp>
        <p:nvSpPr>
          <p:cNvPr id="49" name="a_full_bar_ellipse_48">
            <a:extLst>
              <a:ext uri="{FF2B5EF4-FFF2-40B4-BE49-F238E27FC236}">
                <a16:creationId xmlns:a16="http://schemas.microsoft.com/office/drawing/2014/main" id="{E3D1E0CD-748B-46E5-BADF-DAFDA8F3FE0A}"/>
              </a:ext>
            </a:extLst>
          </p:cNvPr>
          <p:cNvSpPr>
            <a:spLocks noGrp="1"/>
          </p:cNvSpPr>
          <p:nvPr/>
        </p:nvSpPr>
        <p:spPr>
          <a:xfrm>
            <a:off x="1178904" y="2704985"/>
            <a:ext cx="45341" cy="45341"/>
          </a:xfrm>
          <a:prstGeom prst="ellipse">
            <a:avLst/>
          </a:prstGeom>
          <a:solidFill>
            <a:srgbClr val="007C83">
              <a:alpha val="40000"/>
            </a:srgbClr>
          </a:solidFill>
          <a:ln w="0">
            <a:noFill/>
            <a:prstDash val="solid"/>
          </a:ln>
        </p:spPr>
      </p:sp>
      <p:sp>
        <p:nvSpPr>
          <p:cNvPr id="50" name="a_full_bar_ellipse_49">
            <a:extLst>
              <a:ext uri="{FF2B5EF4-FFF2-40B4-BE49-F238E27FC236}">
                <a16:creationId xmlns:a16="http://schemas.microsoft.com/office/drawing/2014/main" id="{532577E3-F024-4D06-9A34-44333D5D1531}"/>
              </a:ext>
            </a:extLst>
          </p:cNvPr>
          <p:cNvSpPr>
            <a:spLocks noGrp="1"/>
          </p:cNvSpPr>
          <p:nvPr/>
        </p:nvSpPr>
        <p:spPr>
          <a:xfrm>
            <a:off x="1271380" y="2777471"/>
            <a:ext cx="45341" cy="45341"/>
          </a:xfrm>
          <a:prstGeom prst="ellipse">
            <a:avLst/>
          </a:prstGeom>
          <a:solidFill>
            <a:srgbClr val="007C83">
              <a:alpha val="40000"/>
            </a:srgbClr>
          </a:solidFill>
          <a:ln w="0">
            <a:noFill/>
            <a:prstDash val="solid"/>
          </a:ln>
        </p:spPr>
      </p:sp>
      <p:sp>
        <p:nvSpPr>
          <p:cNvPr id="51" name="a_full_bar_ellipse_50">
            <a:extLst>
              <a:ext uri="{FF2B5EF4-FFF2-40B4-BE49-F238E27FC236}">
                <a16:creationId xmlns:a16="http://schemas.microsoft.com/office/drawing/2014/main" id="{DE369E06-19B7-42AB-9C64-E29BE147F61E}"/>
              </a:ext>
            </a:extLst>
          </p:cNvPr>
          <p:cNvSpPr>
            <a:spLocks noGrp="1"/>
          </p:cNvSpPr>
          <p:nvPr/>
        </p:nvSpPr>
        <p:spPr>
          <a:xfrm>
            <a:off x="1185934" y="3338732"/>
            <a:ext cx="45341" cy="45341"/>
          </a:xfrm>
          <a:prstGeom prst="ellipse">
            <a:avLst/>
          </a:prstGeom>
          <a:solidFill>
            <a:srgbClr val="007C83">
              <a:alpha val="40000"/>
            </a:srgbClr>
          </a:solidFill>
          <a:ln w="0">
            <a:noFill/>
            <a:prstDash val="solid"/>
          </a:ln>
        </p:spPr>
      </p:sp>
      <p:sp>
        <p:nvSpPr>
          <p:cNvPr id="52" name="a_full_bar_ellipse_51">
            <a:extLst>
              <a:ext uri="{FF2B5EF4-FFF2-40B4-BE49-F238E27FC236}">
                <a16:creationId xmlns:a16="http://schemas.microsoft.com/office/drawing/2014/main" id="{9A88B7AE-4B5F-41C1-9C29-37C4F291416A}"/>
              </a:ext>
            </a:extLst>
          </p:cNvPr>
          <p:cNvSpPr>
            <a:spLocks noGrp="1"/>
          </p:cNvSpPr>
          <p:nvPr/>
        </p:nvSpPr>
        <p:spPr>
          <a:xfrm>
            <a:off x="1195777" y="2739466"/>
            <a:ext cx="45341" cy="45341"/>
          </a:xfrm>
          <a:prstGeom prst="ellipse">
            <a:avLst/>
          </a:prstGeom>
          <a:solidFill>
            <a:srgbClr val="007C83">
              <a:alpha val="40000"/>
            </a:srgbClr>
          </a:solidFill>
          <a:ln w="0">
            <a:noFill/>
            <a:prstDash val="solid"/>
          </a:ln>
        </p:spPr>
      </p:sp>
      <p:sp>
        <p:nvSpPr>
          <p:cNvPr id="53" name="a_full_bar_ellipse_52">
            <a:extLst>
              <a:ext uri="{FF2B5EF4-FFF2-40B4-BE49-F238E27FC236}">
                <a16:creationId xmlns:a16="http://schemas.microsoft.com/office/drawing/2014/main" id="{BEE8FB2E-1F23-43F9-A802-4D670A57AA89}"/>
              </a:ext>
            </a:extLst>
          </p:cNvPr>
          <p:cNvSpPr>
            <a:spLocks noGrp="1"/>
          </p:cNvSpPr>
          <p:nvPr/>
        </p:nvSpPr>
        <p:spPr>
          <a:xfrm>
            <a:off x="1289522" y="3024155"/>
            <a:ext cx="45341" cy="45341"/>
          </a:xfrm>
          <a:prstGeom prst="ellipse">
            <a:avLst/>
          </a:prstGeom>
          <a:solidFill>
            <a:srgbClr val="007C83">
              <a:alpha val="40000"/>
            </a:srgbClr>
          </a:solidFill>
          <a:ln w="0">
            <a:noFill/>
            <a:prstDash val="solid"/>
          </a:ln>
        </p:spPr>
      </p:sp>
      <p:sp>
        <p:nvSpPr>
          <p:cNvPr id="54" name="a_full_bar_ellipse_53">
            <a:extLst>
              <a:ext uri="{FF2B5EF4-FFF2-40B4-BE49-F238E27FC236}">
                <a16:creationId xmlns:a16="http://schemas.microsoft.com/office/drawing/2014/main" id="{E2D47914-3CCC-45A1-BD57-E581B90EEDF2}"/>
              </a:ext>
            </a:extLst>
          </p:cNvPr>
          <p:cNvSpPr>
            <a:spLocks noGrp="1"/>
          </p:cNvSpPr>
          <p:nvPr/>
        </p:nvSpPr>
        <p:spPr>
          <a:xfrm>
            <a:off x="1159965" y="2428773"/>
            <a:ext cx="45341" cy="45341"/>
          </a:xfrm>
          <a:prstGeom prst="ellipse">
            <a:avLst/>
          </a:prstGeom>
          <a:solidFill>
            <a:srgbClr val="007C83">
              <a:alpha val="40000"/>
            </a:srgbClr>
          </a:solidFill>
          <a:ln w="0">
            <a:noFill/>
            <a:prstDash val="solid"/>
          </a:ln>
        </p:spPr>
      </p:sp>
      <p:sp>
        <p:nvSpPr>
          <p:cNvPr id="55" name="a_full_bar_ellipse_54">
            <a:extLst>
              <a:ext uri="{FF2B5EF4-FFF2-40B4-BE49-F238E27FC236}">
                <a16:creationId xmlns:a16="http://schemas.microsoft.com/office/drawing/2014/main" id="{EE715D21-BAD1-4600-8E02-BBDA82126AEE}"/>
              </a:ext>
            </a:extLst>
          </p:cNvPr>
          <p:cNvSpPr>
            <a:spLocks noGrp="1"/>
          </p:cNvSpPr>
          <p:nvPr/>
        </p:nvSpPr>
        <p:spPr>
          <a:xfrm>
            <a:off x="1266628" y="3881656"/>
            <a:ext cx="45341" cy="45341"/>
          </a:xfrm>
          <a:prstGeom prst="ellipse">
            <a:avLst/>
          </a:prstGeom>
          <a:solidFill>
            <a:srgbClr val="007C83">
              <a:alpha val="40000"/>
            </a:srgbClr>
          </a:solidFill>
          <a:ln w="0">
            <a:noFill/>
            <a:prstDash val="solid"/>
          </a:ln>
        </p:spPr>
      </p:sp>
      <p:sp>
        <p:nvSpPr>
          <p:cNvPr id="56" name="a_full_bar_ellipse_55">
            <a:extLst>
              <a:ext uri="{FF2B5EF4-FFF2-40B4-BE49-F238E27FC236}">
                <a16:creationId xmlns:a16="http://schemas.microsoft.com/office/drawing/2014/main" id="{638A6D56-CA17-4EBF-9EE3-4401A6FFE0E4}"/>
              </a:ext>
            </a:extLst>
          </p:cNvPr>
          <p:cNvSpPr>
            <a:spLocks noGrp="1"/>
          </p:cNvSpPr>
          <p:nvPr/>
        </p:nvSpPr>
        <p:spPr>
          <a:xfrm>
            <a:off x="1290464" y="4457382"/>
            <a:ext cx="45341" cy="45341"/>
          </a:xfrm>
          <a:prstGeom prst="ellipse">
            <a:avLst/>
          </a:prstGeom>
          <a:solidFill>
            <a:srgbClr val="007C83">
              <a:alpha val="40000"/>
            </a:srgbClr>
          </a:solidFill>
          <a:ln w="0">
            <a:noFill/>
            <a:prstDash val="solid"/>
          </a:ln>
        </p:spPr>
      </p:sp>
      <p:sp>
        <p:nvSpPr>
          <p:cNvPr id="57" name="a_full_bar_ellipse_56">
            <a:extLst>
              <a:ext uri="{FF2B5EF4-FFF2-40B4-BE49-F238E27FC236}">
                <a16:creationId xmlns:a16="http://schemas.microsoft.com/office/drawing/2014/main" id="{3C028F24-E57A-4019-BDD7-E7F59A4C702C}"/>
              </a:ext>
            </a:extLst>
          </p:cNvPr>
          <p:cNvSpPr>
            <a:spLocks noGrp="1"/>
          </p:cNvSpPr>
          <p:nvPr/>
        </p:nvSpPr>
        <p:spPr>
          <a:xfrm>
            <a:off x="1166410" y="3652562"/>
            <a:ext cx="45341" cy="45341"/>
          </a:xfrm>
          <a:prstGeom prst="ellipse">
            <a:avLst/>
          </a:prstGeom>
          <a:solidFill>
            <a:srgbClr val="007C83">
              <a:alpha val="40000"/>
            </a:srgbClr>
          </a:solidFill>
          <a:ln w="0">
            <a:noFill/>
            <a:prstDash val="solid"/>
          </a:ln>
        </p:spPr>
      </p:sp>
      <p:sp>
        <p:nvSpPr>
          <p:cNvPr id="58" name="a_full_bar_ellipse_57">
            <a:extLst>
              <a:ext uri="{FF2B5EF4-FFF2-40B4-BE49-F238E27FC236}">
                <a16:creationId xmlns:a16="http://schemas.microsoft.com/office/drawing/2014/main" id="{CF437ED9-742B-4637-924F-C7D9D49C576E}"/>
              </a:ext>
            </a:extLst>
          </p:cNvPr>
          <p:cNvSpPr>
            <a:spLocks noGrp="1"/>
          </p:cNvSpPr>
          <p:nvPr/>
        </p:nvSpPr>
        <p:spPr>
          <a:xfrm>
            <a:off x="1176351" y="3686343"/>
            <a:ext cx="45341" cy="45341"/>
          </a:xfrm>
          <a:prstGeom prst="ellipse">
            <a:avLst/>
          </a:prstGeom>
          <a:solidFill>
            <a:srgbClr val="007C83">
              <a:alpha val="40000"/>
            </a:srgbClr>
          </a:solidFill>
          <a:ln w="0">
            <a:noFill/>
            <a:prstDash val="solid"/>
          </a:ln>
        </p:spPr>
      </p:sp>
      <p:sp>
        <p:nvSpPr>
          <p:cNvPr id="59" name="a_full_bar_ellipse_58">
            <a:extLst>
              <a:ext uri="{FF2B5EF4-FFF2-40B4-BE49-F238E27FC236}">
                <a16:creationId xmlns:a16="http://schemas.microsoft.com/office/drawing/2014/main" id="{49D7B769-380E-4EDC-8796-2F9033512EF3}"/>
              </a:ext>
            </a:extLst>
          </p:cNvPr>
          <p:cNvSpPr>
            <a:spLocks noGrp="1"/>
          </p:cNvSpPr>
          <p:nvPr/>
        </p:nvSpPr>
        <p:spPr>
          <a:xfrm>
            <a:off x="1225475" y="2408391"/>
            <a:ext cx="45341" cy="45341"/>
          </a:xfrm>
          <a:prstGeom prst="ellipse">
            <a:avLst/>
          </a:prstGeom>
          <a:solidFill>
            <a:srgbClr val="007C83">
              <a:alpha val="40000"/>
            </a:srgbClr>
          </a:solidFill>
          <a:ln w="0">
            <a:noFill/>
            <a:prstDash val="solid"/>
          </a:ln>
        </p:spPr>
      </p:sp>
      <p:sp>
        <p:nvSpPr>
          <p:cNvPr id="60" name="a_full_bar_ellipse_59">
            <a:extLst>
              <a:ext uri="{FF2B5EF4-FFF2-40B4-BE49-F238E27FC236}">
                <a16:creationId xmlns:a16="http://schemas.microsoft.com/office/drawing/2014/main" id="{82743DCA-A436-442C-9A7B-E2686AC28652}"/>
              </a:ext>
            </a:extLst>
          </p:cNvPr>
          <p:cNvSpPr>
            <a:spLocks noGrp="1"/>
          </p:cNvSpPr>
          <p:nvPr/>
        </p:nvSpPr>
        <p:spPr>
          <a:xfrm>
            <a:off x="1210119" y="2395434"/>
            <a:ext cx="45341" cy="45341"/>
          </a:xfrm>
          <a:prstGeom prst="ellipse">
            <a:avLst/>
          </a:prstGeom>
          <a:solidFill>
            <a:srgbClr val="007C83">
              <a:alpha val="40000"/>
            </a:srgbClr>
          </a:solidFill>
          <a:ln w="0">
            <a:noFill/>
            <a:prstDash val="solid"/>
          </a:ln>
        </p:spPr>
      </p:sp>
      <p:sp>
        <p:nvSpPr>
          <p:cNvPr id="61" name="a_full_bar_ellipse_60">
            <a:extLst>
              <a:ext uri="{FF2B5EF4-FFF2-40B4-BE49-F238E27FC236}">
                <a16:creationId xmlns:a16="http://schemas.microsoft.com/office/drawing/2014/main" id="{C5BEB847-7270-416A-8F9B-91BA7E07BEAE}"/>
              </a:ext>
            </a:extLst>
          </p:cNvPr>
          <p:cNvSpPr>
            <a:spLocks noGrp="1"/>
          </p:cNvSpPr>
          <p:nvPr/>
        </p:nvSpPr>
        <p:spPr>
          <a:xfrm>
            <a:off x="1247552" y="3521982"/>
            <a:ext cx="45341" cy="45341"/>
          </a:xfrm>
          <a:prstGeom prst="ellipse">
            <a:avLst/>
          </a:prstGeom>
          <a:solidFill>
            <a:srgbClr val="007C83">
              <a:alpha val="40000"/>
            </a:srgbClr>
          </a:solidFill>
          <a:ln w="0">
            <a:noFill/>
            <a:prstDash val="solid"/>
          </a:ln>
        </p:spPr>
      </p:sp>
      <p:sp>
        <p:nvSpPr>
          <p:cNvPr id="62" name="a_full_bar_ellipse_61">
            <a:extLst>
              <a:ext uri="{FF2B5EF4-FFF2-40B4-BE49-F238E27FC236}">
                <a16:creationId xmlns:a16="http://schemas.microsoft.com/office/drawing/2014/main" id="{13DE2AA7-3BCE-4FF9-AA8F-7F4C0B787EEB}"/>
              </a:ext>
            </a:extLst>
          </p:cNvPr>
          <p:cNvSpPr>
            <a:spLocks noGrp="1"/>
          </p:cNvSpPr>
          <p:nvPr/>
        </p:nvSpPr>
        <p:spPr>
          <a:xfrm>
            <a:off x="1210132" y="3007023"/>
            <a:ext cx="45341" cy="45341"/>
          </a:xfrm>
          <a:prstGeom prst="ellipse">
            <a:avLst/>
          </a:prstGeom>
          <a:solidFill>
            <a:srgbClr val="007C83">
              <a:alpha val="40000"/>
            </a:srgbClr>
          </a:solidFill>
          <a:ln w="0">
            <a:noFill/>
            <a:prstDash val="solid"/>
          </a:ln>
        </p:spPr>
      </p:sp>
      <p:sp>
        <p:nvSpPr>
          <p:cNvPr id="63" name="a_full_bar_ellipse_62">
            <a:extLst>
              <a:ext uri="{FF2B5EF4-FFF2-40B4-BE49-F238E27FC236}">
                <a16:creationId xmlns:a16="http://schemas.microsoft.com/office/drawing/2014/main" id="{77A3E197-72E9-4105-A9C9-D499E09C5634}"/>
              </a:ext>
            </a:extLst>
          </p:cNvPr>
          <p:cNvSpPr>
            <a:spLocks noGrp="1"/>
          </p:cNvSpPr>
          <p:nvPr/>
        </p:nvSpPr>
        <p:spPr>
          <a:xfrm>
            <a:off x="1328088" y="4457382"/>
            <a:ext cx="45341" cy="45341"/>
          </a:xfrm>
          <a:prstGeom prst="ellipse">
            <a:avLst/>
          </a:prstGeom>
          <a:solidFill>
            <a:srgbClr val="007C83">
              <a:alpha val="40000"/>
            </a:srgbClr>
          </a:solidFill>
          <a:ln w="0">
            <a:noFill/>
            <a:prstDash val="solid"/>
          </a:ln>
        </p:spPr>
      </p:sp>
      <p:sp>
        <p:nvSpPr>
          <p:cNvPr id="64" name="a_full_bar_ellipse_63">
            <a:extLst>
              <a:ext uri="{FF2B5EF4-FFF2-40B4-BE49-F238E27FC236}">
                <a16:creationId xmlns:a16="http://schemas.microsoft.com/office/drawing/2014/main" id="{3051E613-E453-49F2-A496-963A6AFD1195}"/>
              </a:ext>
            </a:extLst>
          </p:cNvPr>
          <p:cNvSpPr>
            <a:spLocks noGrp="1"/>
          </p:cNvSpPr>
          <p:nvPr/>
        </p:nvSpPr>
        <p:spPr>
          <a:xfrm>
            <a:off x="1215582" y="3673158"/>
            <a:ext cx="45341" cy="45341"/>
          </a:xfrm>
          <a:prstGeom prst="ellipse">
            <a:avLst/>
          </a:prstGeom>
          <a:solidFill>
            <a:srgbClr val="007C83">
              <a:alpha val="40000"/>
            </a:srgbClr>
          </a:solidFill>
          <a:ln w="0">
            <a:noFill/>
            <a:prstDash val="solid"/>
          </a:ln>
        </p:spPr>
      </p:sp>
      <p:sp>
        <p:nvSpPr>
          <p:cNvPr id="65" name="a_full_bar_ellipse_64">
            <a:extLst>
              <a:ext uri="{FF2B5EF4-FFF2-40B4-BE49-F238E27FC236}">
                <a16:creationId xmlns:a16="http://schemas.microsoft.com/office/drawing/2014/main" id="{FA479D7A-C4E3-4BC3-8920-1A51443853C7}"/>
              </a:ext>
            </a:extLst>
          </p:cNvPr>
          <p:cNvSpPr>
            <a:spLocks noGrp="1"/>
          </p:cNvSpPr>
          <p:nvPr/>
        </p:nvSpPr>
        <p:spPr>
          <a:xfrm>
            <a:off x="1160566" y="2201151"/>
            <a:ext cx="45341" cy="45341"/>
          </a:xfrm>
          <a:prstGeom prst="ellipse">
            <a:avLst/>
          </a:prstGeom>
          <a:solidFill>
            <a:srgbClr val="007C83">
              <a:alpha val="40000"/>
            </a:srgbClr>
          </a:solidFill>
          <a:ln w="0">
            <a:noFill/>
            <a:prstDash val="solid"/>
          </a:ln>
        </p:spPr>
      </p:sp>
      <p:sp>
        <p:nvSpPr>
          <p:cNvPr id="66" name="a_full_bar_ellipse_65">
            <a:extLst>
              <a:ext uri="{FF2B5EF4-FFF2-40B4-BE49-F238E27FC236}">
                <a16:creationId xmlns:a16="http://schemas.microsoft.com/office/drawing/2014/main" id="{8EBC2B59-A377-44AE-ACB6-17522358B707}"/>
              </a:ext>
            </a:extLst>
          </p:cNvPr>
          <p:cNvSpPr>
            <a:spLocks noGrp="1"/>
          </p:cNvSpPr>
          <p:nvPr/>
        </p:nvSpPr>
        <p:spPr>
          <a:xfrm>
            <a:off x="1313166" y="4457382"/>
            <a:ext cx="45341" cy="45341"/>
          </a:xfrm>
          <a:prstGeom prst="ellipse">
            <a:avLst/>
          </a:prstGeom>
          <a:solidFill>
            <a:srgbClr val="007C83">
              <a:alpha val="40000"/>
            </a:srgbClr>
          </a:solidFill>
          <a:ln w="0">
            <a:noFill/>
            <a:prstDash val="solid"/>
          </a:ln>
        </p:spPr>
      </p:sp>
      <p:sp>
        <p:nvSpPr>
          <p:cNvPr id="67" name="a_full_bar_ellipse_66">
            <a:extLst>
              <a:ext uri="{FF2B5EF4-FFF2-40B4-BE49-F238E27FC236}">
                <a16:creationId xmlns:a16="http://schemas.microsoft.com/office/drawing/2014/main" id="{6C7D9E68-CE58-4C93-B33A-6558FD71A98E}"/>
              </a:ext>
            </a:extLst>
          </p:cNvPr>
          <p:cNvSpPr>
            <a:spLocks noGrp="1"/>
          </p:cNvSpPr>
          <p:nvPr/>
        </p:nvSpPr>
        <p:spPr>
          <a:xfrm>
            <a:off x="1200959" y="2978701"/>
            <a:ext cx="45341" cy="45341"/>
          </a:xfrm>
          <a:prstGeom prst="ellipse">
            <a:avLst/>
          </a:prstGeom>
          <a:solidFill>
            <a:srgbClr val="007C83">
              <a:alpha val="40000"/>
            </a:srgbClr>
          </a:solidFill>
          <a:ln w="0">
            <a:noFill/>
            <a:prstDash val="solid"/>
          </a:ln>
        </p:spPr>
      </p:sp>
      <p:sp>
        <p:nvSpPr>
          <p:cNvPr id="68" name="a_full_bar_ellipse_67">
            <a:extLst>
              <a:ext uri="{FF2B5EF4-FFF2-40B4-BE49-F238E27FC236}">
                <a16:creationId xmlns:a16="http://schemas.microsoft.com/office/drawing/2014/main" id="{886F1658-7405-4071-9163-4C78FEF38A84}"/>
              </a:ext>
            </a:extLst>
          </p:cNvPr>
          <p:cNvSpPr>
            <a:spLocks noGrp="1"/>
          </p:cNvSpPr>
          <p:nvPr/>
        </p:nvSpPr>
        <p:spPr>
          <a:xfrm>
            <a:off x="1349762" y="3162021"/>
            <a:ext cx="45341" cy="45341"/>
          </a:xfrm>
          <a:prstGeom prst="ellipse">
            <a:avLst/>
          </a:prstGeom>
          <a:solidFill>
            <a:srgbClr val="007C83">
              <a:alpha val="40000"/>
            </a:srgbClr>
          </a:solidFill>
          <a:ln w="0">
            <a:noFill/>
            <a:prstDash val="solid"/>
          </a:ln>
        </p:spPr>
      </p:sp>
      <p:sp>
        <p:nvSpPr>
          <p:cNvPr id="69" name="a_full_bar_ellipse_68">
            <a:extLst>
              <a:ext uri="{FF2B5EF4-FFF2-40B4-BE49-F238E27FC236}">
                <a16:creationId xmlns:a16="http://schemas.microsoft.com/office/drawing/2014/main" id="{A03AEC5A-2FBA-4E71-9CD3-73A26E34295A}"/>
              </a:ext>
            </a:extLst>
          </p:cNvPr>
          <p:cNvSpPr>
            <a:spLocks noGrp="1"/>
          </p:cNvSpPr>
          <p:nvPr/>
        </p:nvSpPr>
        <p:spPr>
          <a:xfrm>
            <a:off x="1190056" y="2272914"/>
            <a:ext cx="45341" cy="45341"/>
          </a:xfrm>
          <a:prstGeom prst="ellipse">
            <a:avLst/>
          </a:prstGeom>
          <a:solidFill>
            <a:srgbClr val="007C83">
              <a:alpha val="40000"/>
            </a:srgbClr>
          </a:solidFill>
          <a:ln w="0">
            <a:noFill/>
            <a:prstDash val="solid"/>
          </a:ln>
        </p:spPr>
      </p:sp>
      <p:sp>
        <p:nvSpPr>
          <p:cNvPr id="70" name="a_full_bar_ellipse_69">
            <a:extLst>
              <a:ext uri="{FF2B5EF4-FFF2-40B4-BE49-F238E27FC236}">
                <a16:creationId xmlns:a16="http://schemas.microsoft.com/office/drawing/2014/main" id="{6464249D-BE1F-4CD6-9177-B27DE2852807}"/>
              </a:ext>
            </a:extLst>
          </p:cNvPr>
          <p:cNvSpPr>
            <a:spLocks noGrp="1"/>
          </p:cNvSpPr>
          <p:nvPr/>
        </p:nvSpPr>
        <p:spPr>
          <a:xfrm>
            <a:off x="1164829" y="2425006"/>
            <a:ext cx="45341" cy="45341"/>
          </a:xfrm>
          <a:prstGeom prst="ellipse">
            <a:avLst/>
          </a:prstGeom>
          <a:solidFill>
            <a:srgbClr val="007C83">
              <a:alpha val="40000"/>
            </a:srgbClr>
          </a:solidFill>
          <a:ln w="0">
            <a:noFill/>
            <a:prstDash val="solid"/>
          </a:ln>
        </p:spPr>
      </p:sp>
      <p:sp>
        <p:nvSpPr>
          <p:cNvPr id="71" name="a_full_bar_ellipse_70">
            <a:extLst>
              <a:ext uri="{FF2B5EF4-FFF2-40B4-BE49-F238E27FC236}">
                <a16:creationId xmlns:a16="http://schemas.microsoft.com/office/drawing/2014/main" id="{15DC2793-2003-4C8C-B66F-4FB67F36F37F}"/>
              </a:ext>
            </a:extLst>
          </p:cNvPr>
          <p:cNvSpPr>
            <a:spLocks noGrp="1"/>
          </p:cNvSpPr>
          <p:nvPr/>
        </p:nvSpPr>
        <p:spPr>
          <a:xfrm>
            <a:off x="1199867" y="2981124"/>
            <a:ext cx="45341" cy="45341"/>
          </a:xfrm>
          <a:prstGeom prst="ellipse">
            <a:avLst/>
          </a:prstGeom>
          <a:solidFill>
            <a:srgbClr val="007C83">
              <a:alpha val="40000"/>
            </a:srgbClr>
          </a:solidFill>
          <a:ln w="0">
            <a:noFill/>
            <a:prstDash val="solid"/>
          </a:ln>
        </p:spPr>
      </p:sp>
      <p:sp>
        <p:nvSpPr>
          <p:cNvPr id="72" name="a_full_bar_ellipse_71">
            <a:extLst>
              <a:ext uri="{FF2B5EF4-FFF2-40B4-BE49-F238E27FC236}">
                <a16:creationId xmlns:a16="http://schemas.microsoft.com/office/drawing/2014/main" id="{363D05E4-546D-4826-839C-E67566D7C60E}"/>
              </a:ext>
            </a:extLst>
          </p:cNvPr>
          <p:cNvSpPr>
            <a:spLocks noGrp="1"/>
          </p:cNvSpPr>
          <p:nvPr/>
        </p:nvSpPr>
        <p:spPr>
          <a:xfrm>
            <a:off x="1313469" y="2488097"/>
            <a:ext cx="45341" cy="45341"/>
          </a:xfrm>
          <a:prstGeom prst="ellipse">
            <a:avLst/>
          </a:prstGeom>
          <a:solidFill>
            <a:srgbClr val="007C83">
              <a:alpha val="40000"/>
            </a:srgbClr>
          </a:solidFill>
          <a:ln w="0">
            <a:noFill/>
            <a:prstDash val="solid"/>
          </a:ln>
        </p:spPr>
      </p:sp>
      <p:sp>
        <p:nvSpPr>
          <p:cNvPr id="73" name="a_full_bar_ellipse_72">
            <a:extLst>
              <a:ext uri="{FF2B5EF4-FFF2-40B4-BE49-F238E27FC236}">
                <a16:creationId xmlns:a16="http://schemas.microsoft.com/office/drawing/2014/main" id="{3867A053-495E-4C46-82C2-6B786A8B4E86}"/>
              </a:ext>
            </a:extLst>
          </p:cNvPr>
          <p:cNvSpPr>
            <a:spLocks noGrp="1"/>
          </p:cNvSpPr>
          <p:nvPr/>
        </p:nvSpPr>
        <p:spPr>
          <a:xfrm>
            <a:off x="1360505" y="2199058"/>
            <a:ext cx="45341" cy="45341"/>
          </a:xfrm>
          <a:prstGeom prst="ellipse">
            <a:avLst/>
          </a:prstGeom>
          <a:solidFill>
            <a:srgbClr val="007C83">
              <a:alpha val="40000"/>
            </a:srgbClr>
          </a:solidFill>
          <a:ln w="0">
            <a:noFill/>
            <a:prstDash val="solid"/>
          </a:ln>
        </p:spPr>
      </p:sp>
      <p:sp>
        <p:nvSpPr>
          <p:cNvPr id="74" name="a_full_bar_ellipse_73">
            <a:extLst>
              <a:ext uri="{FF2B5EF4-FFF2-40B4-BE49-F238E27FC236}">
                <a16:creationId xmlns:a16="http://schemas.microsoft.com/office/drawing/2014/main" id="{9883E946-441D-4551-AFEE-B7B5EB5BB61A}"/>
              </a:ext>
            </a:extLst>
          </p:cNvPr>
          <p:cNvSpPr>
            <a:spLocks noGrp="1"/>
          </p:cNvSpPr>
          <p:nvPr/>
        </p:nvSpPr>
        <p:spPr>
          <a:xfrm>
            <a:off x="1332647" y="2387202"/>
            <a:ext cx="45341" cy="45341"/>
          </a:xfrm>
          <a:prstGeom prst="ellipse">
            <a:avLst/>
          </a:prstGeom>
          <a:solidFill>
            <a:srgbClr val="007C83">
              <a:alpha val="40000"/>
            </a:srgbClr>
          </a:solidFill>
          <a:ln w="0">
            <a:noFill/>
            <a:prstDash val="solid"/>
          </a:ln>
        </p:spPr>
      </p:sp>
      <p:sp>
        <p:nvSpPr>
          <p:cNvPr id="75" name="a_full_bar_ellipse_74">
            <a:extLst>
              <a:ext uri="{FF2B5EF4-FFF2-40B4-BE49-F238E27FC236}">
                <a16:creationId xmlns:a16="http://schemas.microsoft.com/office/drawing/2014/main" id="{07CC1A5F-08FC-4286-BEC6-AF491C292BFE}"/>
              </a:ext>
            </a:extLst>
          </p:cNvPr>
          <p:cNvSpPr>
            <a:spLocks noGrp="1"/>
          </p:cNvSpPr>
          <p:nvPr/>
        </p:nvSpPr>
        <p:spPr>
          <a:xfrm>
            <a:off x="1162982" y="2680121"/>
            <a:ext cx="45341" cy="45341"/>
          </a:xfrm>
          <a:prstGeom prst="ellipse">
            <a:avLst/>
          </a:prstGeom>
          <a:solidFill>
            <a:srgbClr val="007C83">
              <a:alpha val="40000"/>
            </a:srgbClr>
          </a:solidFill>
          <a:ln w="0">
            <a:noFill/>
            <a:prstDash val="solid"/>
          </a:ln>
        </p:spPr>
      </p:sp>
      <p:sp>
        <p:nvSpPr>
          <p:cNvPr id="76" name="a_full_bar_ellipse_75">
            <a:extLst>
              <a:ext uri="{FF2B5EF4-FFF2-40B4-BE49-F238E27FC236}">
                <a16:creationId xmlns:a16="http://schemas.microsoft.com/office/drawing/2014/main" id="{AD137883-C936-4213-98E0-7D8D4E352480}"/>
              </a:ext>
            </a:extLst>
          </p:cNvPr>
          <p:cNvSpPr>
            <a:spLocks noGrp="1"/>
          </p:cNvSpPr>
          <p:nvPr/>
        </p:nvSpPr>
        <p:spPr>
          <a:xfrm>
            <a:off x="1223676" y="2320822"/>
            <a:ext cx="45341" cy="45341"/>
          </a:xfrm>
          <a:prstGeom prst="ellipse">
            <a:avLst/>
          </a:prstGeom>
          <a:solidFill>
            <a:srgbClr val="007C83">
              <a:alpha val="40000"/>
            </a:srgbClr>
          </a:solidFill>
          <a:ln w="0">
            <a:noFill/>
            <a:prstDash val="solid"/>
          </a:ln>
        </p:spPr>
      </p:sp>
      <p:sp>
        <p:nvSpPr>
          <p:cNvPr id="77" name="a_full_bar_ellipse_76">
            <a:extLst>
              <a:ext uri="{FF2B5EF4-FFF2-40B4-BE49-F238E27FC236}">
                <a16:creationId xmlns:a16="http://schemas.microsoft.com/office/drawing/2014/main" id="{3A46998E-30A1-410A-A12E-298FB98F0DD7}"/>
              </a:ext>
            </a:extLst>
          </p:cNvPr>
          <p:cNvSpPr>
            <a:spLocks noGrp="1"/>
          </p:cNvSpPr>
          <p:nvPr/>
        </p:nvSpPr>
        <p:spPr>
          <a:xfrm>
            <a:off x="1321530" y="3230929"/>
            <a:ext cx="45341" cy="45341"/>
          </a:xfrm>
          <a:prstGeom prst="ellipse">
            <a:avLst/>
          </a:prstGeom>
          <a:solidFill>
            <a:srgbClr val="007C83">
              <a:alpha val="40000"/>
            </a:srgbClr>
          </a:solidFill>
          <a:ln w="0">
            <a:noFill/>
            <a:prstDash val="solid"/>
          </a:ln>
        </p:spPr>
      </p:sp>
      <p:sp>
        <p:nvSpPr>
          <p:cNvPr id="78" name="a_full_bar_ellipse_77">
            <a:extLst>
              <a:ext uri="{FF2B5EF4-FFF2-40B4-BE49-F238E27FC236}">
                <a16:creationId xmlns:a16="http://schemas.microsoft.com/office/drawing/2014/main" id="{8C444E87-089D-47CA-89BD-50AE7E4A8DB2}"/>
              </a:ext>
            </a:extLst>
          </p:cNvPr>
          <p:cNvSpPr>
            <a:spLocks noGrp="1"/>
          </p:cNvSpPr>
          <p:nvPr/>
        </p:nvSpPr>
        <p:spPr>
          <a:xfrm>
            <a:off x="1271954" y="2566912"/>
            <a:ext cx="45341" cy="45341"/>
          </a:xfrm>
          <a:prstGeom prst="ellipse">
            <a:avLst/>
          </a:prstGeom>
          <a:solidFill>
            <a:srgbClr val="007C83">
              <a:alpha val="40000"/>
            </a:srgbClr>
          </a:solidFill>
          <a:ln w="0">
            <a:noFill/>
            <a:prstDash val="solid"/>
          </a:ln>
        </p:spPr>
      </p:sp>
      <p:sp>
        <p:nvSpPr>
          <p:cNvPr id="79" name="a_full_bar_ellipse_78">
            <a:extLst>
              <a:ext uri="{FF2B5EF4-FFF2-40B4-BE49-F238E27FC236}">
                <a16:creationId xmlns:a16="http://schemas.microsoft.com/office/drawing/2014/main" id="{603780C2-BD35-4F5D-8BDA-0BBDE0823B30}"/>
              </a:ext>
            </a:extLst>
          </p:cNvPr>
          <p:cNvSpPr>
            <a:spLocks noGrp="1"/>
          </p:cNvSpPr>
          <p:nvPr/>
        </p:nvSpPr>
        <p:spPr>
          <a:xfrm>
            <a:off x="1184495" y="2990907"/>
            <a:ext cx="45341" cy="45341"/>
          </a:xfrm>
          <a:prstGeom prst="ellipse">
            <a:avLst/>
          </a:prstGeom>
          <a:solidFill>
            <a:srgbClr val="007C83">
              <a:alpha val="40000"/>
            </a:srgbClr>
          </a:solidFill>
          <a:ln w="0">
            <a:noFill/>
            <a:prstDash val="solid"/>
          </a:ln>
        </p:spPr>
      </p:sp>
      <p:sp>
        <p:nvSpPr>
          <p:cNvPr id="80" name="a_full_bar_ellipse_79">
            <a:extLst>
              <a:ext uri="{FF2B5EF4-FFF2-40B4-BE49-F238E27FC236}">
                <a16:creationId xmlns:a16="http://schemas.microsoft.com/office/drawing/2014/main" id="{1B2FC908-2E53-4F0B-B717-840E665160BD}"/>
              </a:ext>
            </a:extLst>
          </p:cNvPr>
          <p:cNvSpPr>
            <a:spLocks noGrp="1"/>
          </p:cNvSpPr>
          <p:nvPr/>
        </p:nvSpPr>
        <p:spPr>
          <a:xfrm>
            <a:off x="1347115" y="2478862"/>
            <a:ext cx="45341" cy="45341"/>
          </a:xfrm>
          <a:prstGeom prst="ellipse">
            <a:avLst/>
          </a:prstGeom>
          <a:solidFill>
            <a:srgbClr val="007C83">
              <a:alpha val="40000"/>
            </a:srgbClr>
          </a:solidFill>
          <a:ln w="0">
            <a:noFill/>
            <a:prstDash val="solid"/>
          </a:ln>
        </p:spPr>
      </p:sp>
      <p:sp>
        <p:nvSpPr>
          <p:cNvPr id="81" name="a_full_bar_ellipse_80">
            <a:extLst>
              <a:ext uri="{FF2B5EF4-FFF2-40B4-BE49-F238E27FC236}">
                <a16:creationId xmlns:a16="http://schemas.microsoft.com/office/drawing/2014/main" id="{0AA52D05-0EC6-45D2-8D86-B3ED03C09F1A}"/>
              </a:ext>
            </a:extLst>
          </p:cNvPr>
          <p:cNvSpPr>
            <a:spLocks noGrp="1"/>
          </p:cNvSpPr>
          <p:nvPr/>
        </p:nvSpPr>
        <p:spPr>
          <a:xfrm>
            <a:off x="1193335" y="2618268"/>
            <a:ext cx="45341" cy="45341"/>
          </a:xfrm>
          <a:prstGeom prst="ellipse">
            <a:avLst/>
          </a:prstGeom>
          <a:solidFill>
            <a:srgbClr val="007C83">
              <a:alpha val="40000"/>
            </a:srgbClr>
          </a:solidFill>
          <a:ln w="0">
            <a:noFill/>
            <a:prstDash val="solid"/>
          </a:ln>
        </p:spPr>
      </p:sp>
      <p:sp>
        <p:nvSpPr>
          <p:cNvPr id="82" name="a_full_bar_ellipse_81">
            <a:extLst>
              <a:ext uri="{FF2B5EF4-FFF2-40B4-BE49-F238E27FC236}">
                <a16:creationId xmlns:a16="http://schemas.microsoft.com/office/drawing/2014/main" id="{83B12D50-6A16-41DB-A23A-C2E5F008F658}"/>
              </a:ext>
            </a:extLst>
          </p:cNvPr>
          <p:cNvSpPr>
            <a:spLocks noGrp="1"/>
          </p:cNvSpPr>
          <p:nvPr/>
        </p:nvSpPr>
        <p:spPr>
          <a:xfrm>
            <a:off x="1230641" y="2875914"/>
            <a:ext cx="45341" cy="45341"/>
          </a:xfrm>
          <a:prstGeom prst="ellipse">
            <a:avLst/>
          </a:prstGeom>
          <a:solidFill>
            <a:srgbClr val="007C83">
              <a:alpha val="40000"/>
            </a:srgbClr>
          </a:solidFill>
          <a:ln w="0">
            <a:noFill/>
            <a:prstDash val="solid"/>
          </a:ln>
        </p:spPr>
      </p:sp>
      <p:sp>
        <p:nvSpPr>
          <p:cNvPr id="83" name="a_full_bar_ellipse_82">
            <a:extLst>
              <a:ext uri="{FF2B5EF4-FFF2-40B4-BE49-F238E27FC236}">
                <a16:creationId xmlns:a16="http://schemas.microsoft.com/office/drawing/2014/main" id="{6FB847B3-8CA9-4B83-99FC-9797A26BFC5E}"/>
              </a:ext>
            </a:extLst>
          </p:cNvPr>
          <p:cNvSpPr>
            <a:spLocks noGrp="1"/>
          </p:cNvSpPr>
          <p:nvPr/>
        </p:nvSpPr>
        <p:spPr>
          <a:xfrm>
            <a:off x="1325319" y="3061455"/>
            <a:ext cx="45341" cy="45341"/>
          </a:xfrm>
          <a:prstGeom prst="ellipse">
            <a:avLst/>
          </a:prstGeom>
          <a:solidFill>
            <a:srgbClr val="007C83">
              <a:alpha val="40000"/>
            </a:srgbClr>
          </a:solidFill>
          <a:ln w="0">
            <a:noFill/>
            <a:prstDash val="solid"/>
          </a:ln>
        </p:spPr>
      </p:sp>
      <p:sp>
        <p:nvSpPr>
          <p:cNvPr id="84" name="a_full_bar_ellipse_83">
            <a:extLst>
              <a:ext uri="{FF2B5EF4-FFF2-40B4-BE49-F238E27FC236}">
                <a16:creationId xmlns:a16="http://schemas.microsoft.com/office/drawing/2014/main" id="{70E2EA6C-E08D-49A7-8227-5CC40CCAF4C4}"/>
              </a:ext>
            </a:extLst>
          </p:cNvPr>
          <p:cNvSpPr>
            <a:spLocks noGrp="1"/>
          </p:cNvSpPr>
          <p:nvPr/>
        </p:nvSpPr>
        <p:spPr>
          <a:xfrm>
            <a:off x="1249830" y="3090340"/>
            <a:ext cx="45341" cy="45341"/>
          </a:xfrm>
          <a:prstGeom prst="ellipse">
            <a:avLst/>
          </a:prstGeom>
          <a:solidFill>
            <a:srgbClr val="007C83">
              <a:alpha val="40000"/>
            </a:srgbClr>
          </a:solidFill>
          <a:ln w="0">
            <a:noFill/>
            <a:prstDash val="solid"/>
          </a:ln>
        </p:spPr>
      </p:sp>
      <p:sp>
        <p:nvSpPr>
          <p:cNvPr id="85" name="a_full_bar_ellipse_84">
            <a:extLst>
              <a:ext uri="{FF2B5EF4-FFF2-40B4-BE49-F238E27FC236}">
                <a16:creationId xmlns:a16="http://schemas.microsoft.com/office/drawing/2014/main" id="{E1468F40-0ED2-4AC2-BDE8-4B57281048A0}"/>
              </a:ext>
            </a:extLst>
          </p:cNvPr>
          <p:cNvSpPr>
            <a:spLocks noGrp="1"/>
          </p:cNvSpPr>
          <p:nvPr/>
        </p:nvSpPr>
        <p:spPr>
          <a:xfrm>
            <a:off x="1245377" y="3091299"/>
            <a:ext cx="45341" cy="45341"/>
          </a:xfrm>
          <a:prstGeom prst="ellipse">
            <a:avLst/>
          </a:prstGeom>
          <a:solidFill>
            <a:srgbClr val="007C83">
              <a:alpha val="40000"/>
            </a:srgbClr>
          </a:solidFill>
          <a:ln w="0">
            <a:noFill/>
            <a:prstDash val="solid"/>
          </a:ln>
        </p:spPr>
      </p:sp>
      <p:sp>
        <p:nvSpPr>
          <p:cNvPr id="86" name="a_full_bar_ellipse_85">
            <a:extLst>
              <a:ext uri="{FF2B5EF4-FFF2-40B4-BE49-F238E27FC236}">
                <a16:creationId xmlns:a16="http://schemas.microsoft.com/office/drawing/2014/main" id="{3EA8C702-449B-46FF-8847-79FDA91397A3}"/>
              </a:ext>
            </a:extLst>
          </p:cNvPr>
          <p:cNvSpPr>
            <a:spLocks noGrp="1"/>
          </p:cNvSpPr>
          <p:nvPr/>
        </p:nvSpPr>
        <p:spPr>
          <a:xfrm>
            <a:off x="1353747" y="3076553"/>
            <a:ext cx="45341" cy="45341"/>
          </a:xfrm>
          <a:prstGeom prst="ellipse">
            <a:avLst/>
          </a:prstGeom>
          <a:solidFill>
            <a:srgbClr val="007C83">
              <a:alpha val="40000"/>
            </a:srgbClr>
          </a:solidFill>
          <a:ln w="0">
            <a:noFill/>
            <a:prstDash val="solid"/>
          </a:ln>
        </p:spPr>
      </p:sp>
      <p:sp>
        <p:nvSpPr>
          <p:cNvPr id="87" name="a_full_bar_ellipse_86">
            <a:extLst>
              <a:ext uri="{FF2B5EF4-FFF2-40B4-BE49-F238E27FC236}">
                <a16:creationId xmlns:a16="http://schemas.microsoft.com/office/drawing/2014/main" id="{E5AEAB26-2D46-4B4F-A6B9-E949C9CF2DA9}"/>
              </a:ext>
            </a:extLst>
          </p:cNvPr>
          <p:cNvSpPr>
            <a:spLocks noGrp="1"/>
          </p:cNvSpPr>
          <p:nvPr/>
        </p:nvSpPr>
        <p:spPr>
          <a:xfrm>
            <a:off x="1298665" y="3630843"/>
            <a:ext cx="45341" cy="45341"/>
          </a:xfrm>
          <a:prstGeom prst="ellipse">
            <a:avLst/>
          </a:prstGeom>
          <a:solidFill>
            <a:srgbClr val="007C83">
              <a:alpha val="40000"/>
            </a:srgbClr>
          </a:solidFill>
          <a:ln w="0">
            <a:noFill/>
            <a:prstDash val="solid"/>
          </a:ln>
        </p:spPr>
      </p:sp>
      <p:sp>
        <p:nvSpPr>
          <p:cNvPr id="88" name="a_full_bar_ellipse_87">
            <a:extLst>
              <a:ext uri="{FF2B5EF4-FFF2-40B4-BE49-F238E27FC236}">
                <a16:creationId xmlns:a16="http://schemas.microsoft.com/office/drawing/2014/main" id="{3909DCAB-3176-4329-BAB8-C4056E96F322}"/>
              </a:ext>
            </a:extLst>
          </p:cNvPr>
          <p:cNvSpPr>
            <a:spLocks noGrp="1"/>
          </p:cNvSpPr>
          <p:nvPr/>
        </p:nvSpPr>
        <p:spPr>
          <a:xfrm>
            <a:off x="1368541" y="2341302"/>
            <a:ext cx="45341" cy="45341"/>
          </a:xfrm>
          <a:prstGeom prst="ellipse">
            <a:avLst/>
          </a:prstGeom>
          <a:solidFill>
            <a:srgbClr val="007C83">
              <a:alpha val="40000"/>
            </a:srgbClr>
          </a:solidFill>
          <a:ln w="0">
            <a:noFill/>
            <a:prstDash val="solid"/>
          </a:ln>
        </p:spPr>
      </p:sp>
      <p:sp>
        <p:nvSpPr>
          <p:cNvPr id="89" name="a_full_bar_ellipse_88">
            <a:extLst>
              <a:ext uri="{FF2B5EF4-FFF2-40B4-BE49-F238E27FC236}">
                <a16:creationId xmlns:a16="http://schemas.microsoft.com/office/drawing/2014/main" id="{ABBF1B96-190A-48A9-BD8E-765F1A0609A3}"/>
              </a:ext>
            </a:extLst>
          </p:cNvPr>
          <p:cNvSpPr>
            <a:spLocks noGrp="1"/>
          </p:cNvSpPr>
          <p:nvPr/>
        </p:nvSpPr>
        <p:spPr>
          <a:xfrm>
            <a:off x="1283754" y="2628356"/>
            <a:ext cx="45341" cy="45341"/>
          </a:xfrm>
          <a:prstGeom prst="ellipse">
            <a:avLst/>
          </a:prstGeom>
          <a:solidFill>
            <a:srgbClr val="007C83">
              <a:alpha val="40000"/>
            </a:srgbClr>
          </a:solidFill>
          <a:ln w="0">
            <a:noFill/>
            <a:prstDash val="solid"/>
          </a:ln>
        </p:spPr>
      </p:sp>
      <p:sp>
        <p:nvSpPr>
          <p:cNvPr id="90" name="a_full_bar_ellipse_89">
            <a:extLst>
              <a:ext uri="{FF2B5EF4-FFF2-40B4-BE49-F238E27FC236}">
                <a16:creationId xmlns:a16="http://schemas.microsoft.com/office/drawing/2014/main" id="{996BA629-A8AE-43E7-812A-10496147EC71}"/>
              </a:ext>
            </a:extLst>
          </p:cNvPr>
          <p:cNvSpPr>
            <a:spLocks noGrp="1"/>
          </p:cNvSpPr>
          <p:nvPr/>
        </p:nvSpPr>
        <p:spPr>
          <a:xfrm>
            <a:off x="1285290" y="2475078"/>
            <a:ext cx="45341" cy="45341"/>
          </a:xfrm>
          <a:prstGeom prst="ellipse">
            <a:avLst/>
          </a:prstGeom>
          <a:solidFill>
            <a:srgbClr val="007C83">
              <a:alpha val="40000"/>
            </a:srgbClr>
          </a:solidFill>
          <a:ln w="0">
            <a:noFill/>
            <a:prstDash val="solid"/>
          </a:ln>
        </p:spPr>
      </p:sp>
      <p:sp>
        <p:nvSpPr>
          <p:cNvPr id="91" name="a_full_bar_ellipse_90">
            <a:extLst>
              <a:ext uri="{FF2B5EF4-FFF2-40B4-BE49-F238E27FC236}">
                <a16:creationId xmlns:a16="http://schemas.microsoft.com/office/drawing/2014/main" id="{4CA9FEBD-E22D-4F94-A4B0-13618791EDB9}"/>
              </a:ext>
            </a:extLst>
          </p:cNvPr>
          <p:cNvSpPr>
            <a:spLocks noGrp="1"/>
          </p:cNvSpPr>
          <p:nvPr/>
        </p:nvSpPr>
        <p:spPr>
          <a:xfrm>
            <a:off x="1295926" y="3249032"/>
            <a:ext cx="45341" cy="45341"/>
          </a:xfrm>
          <a:prstGeom prst="ellipse">
            <a:avLst/>
          </a:prstGeom>
          <a:solidFill>
            <a:srgbClr val="007C83">
              <a:alpha val="40000"/>
            </a:srgbClr>
          </a:solidFill>
          <a:ln w="0">
            <a:noFill/>
            <a:prstDash val="solid"/>
          </a:ln>
        </p:spPr>
      </p:sp>
      <p:sp>
        <p:nvSpPr>
          <p:cNvPr id="92" name="a_full_bar_ellipse_91">
            <a:extLst>
              <a:ext uri="{FF2B5EF4-FFF2-40B4-BE49-F238E27FC236}">
                <a16:creationId xmlns:a16="http://schemas.microsoft.com/office/drawing/2014/main" id="{3748FEC6-4A2F-455A-8DA0-161D82B36987}"/>
              </a:ext>
            </a:extLst>
          </p:cNvPr>
          <p:cNvSpPr>
            <a:spLocks noGrp="1"/>
          </p:cNvSpPr>
          <p:nvPr/>
        </p:nvSpPr>
        <p:spPr>
          <a:xfrm>
            <a:off x="1365397" y="2203295"/>
            <a:ext cx="45341" cy="45341"/>
          </a:xfrm>
          <a:prstGeom prst="ellipse">
            <a:avLst/>
          </a:prstGeom>
          <a:solidFill>
            <a:srgbClr val="007C83">
              <a:alpha val="40000"/>
            </a:srgbClr>
          </a:solidFill>
          <a:ln w="0">
            <a:noFill/>
            <a:prstDash val="solid"/>
          </a:ln>
        </p:spPr>
      </p:sp>
      <p:sp>
        <p:nvSpPr>
          <p:cNvPr id="93" name="a_full_bar_ellipse_92">
            <a:extLst>
              <a:ext uri="{FF2B5EF4-FFF2-40B4-BE49-F238E27FC236}">
                <a16:creationId xmlns:a16="http://schemas.microsoft.com/office/drawing/2014/main" id="{1376903E-EA6D-4421-AF31-CBD9D3CFAD49}"/>
              </a:ext>
            </a:extLst>
          </p:cNvPr>
          <p:cNvSpPr>
            <a:spLocks noGrp="1"/>
          </p:cNvSpPr>
          <p:nvPr/>
        </p:nvSpPr>
        <p:spPr>
          <a:xfrm>
            <a:off x="1312833" y="2157998"/>
            <a:ext cx="45341" cy="45341"/>
          </a:xfrm>
          <a:prstGeom prst="ellipse">
            <a:avLst/>
          </a:prstGeom>
          <a:solidFill>
            <a:srgbClr val="007C83">
              <a:alpha val="40000"/>
            </a:srgbClr>
          </a:solidFill>
          <a:ln w="0">
            <a:noFill/>
            <a:prstDash val="solid"/>
          </a:ln>
        </p:spPr>
      </p:sp>
      <p:sp>
        <p:nvSpPr>
          <p:cNvPr id="94" name="a_full_bar_ellipse_93">
            <a:extLst>
              <a:ext uri="{FF2B5EF4-FFF2-40B4-BE49-F238E27FC236}">
                <a16:creationId xmlns:a16="http://schemas.microsoft.com/office/drawing/2014/main" id="{3C5DA836-8CE5-490D-A708-684B76AFF505}"/>
              </a:ext>
            </a:extLst>
          </p:cNvPr>
          <p:cNvSpPr>
            <a:spLocks noGrp="1"/>
          </p:cNvSpPr>
          <p:nvPr/>
        </p:nvSpPr>
        <p:spPr>
          <a:xfrm>
            <a:off x="1173213" y="2322675"/>
            <a:ext cx="45341" cy="45341"/>
          </a:xfrm>
          <a:prstGeom prst="ellipse">
            <a:avLst/>
          </a:prstGeom>
          <a:solidFill>
            <a:srgbClr val="007C83">
              <a:alpha val="40000"/>
            </a:srgbClr>
          </a:solidFill>
          <a:ln w="0">
            <a:noFill/>
            <a:prstDash val="solid"/>
          </a:ln>
        </p:spPr>
      </p:sp>
      <p:sp>
        <p:nvSpPr>
          <p:cNvPr id="95" name="a_full_bar_ellipse_94">
            <a:extLst>
              <a:ext uri="{FF2B5EF4-FFF2-40B4-BE49-F238E27FC236}">
                <a16:creationId xmlns:a16="http://schemas.microsoft.com/office/drawing/2014/main" id="{A51E3146-B68E-463D-B92B-75C4A4609BB1}"/>
              </a:ext>
            </a:extLst>
          </p:cNvPr>
          <p:cNvSpPr>
            <a:spLocks noGrp="1"/>
          </p:cNvSpPr>
          <p:nvPr/>
        </p:nvSpPr>
        <p:spPr>
          <a:xfrm>
            <a:off x="1325984" y="2545117"/>
            <a:ext cx="45341" cy="45341"/>
          </a:xfrm>
          <a:prstGeom prst="ellipse">
            <a:avLst/>
          </a:prstGeom>
          <a:solidFill>
            <a:srgbClr val="007C83">
              <a:alpha val="40000"/>
            </a:srgbClr>
          </a:solidFill>
          <a:ln w="0">
            <a:noFill/>
            <a:prstDash val="solid"/>
          </a:ln>
        </p:spPr>
      </p:sp>
      <p:sp>
        <p:nvSpPr>
          <p:cNvPr id="96" name="a_full_bar_ellipse_95">
            <a:extLst>
              <a:ext uri="{FF2B5EF4-FFF2-40B4-BE49-F238E27FC236}">
                <a16:creationId xmlns:a16="http://schemas.microsoft.com/office/drawing/2014/main" id="{8EC768C4-3018-4C3E-8C86-2C42D266EEDA}"/>
              </a:ext>
            </a:extLst>
          </p:cNvPr>
          <p:cNvSpPr>
            <a:spLocks noGrp="1"/>
          </p:cNvSpPr>
          <p:nvPr/>
        </p:nvSpPr>
        <p:spPr>
          <a:xfrm>
            <a:off x="1365654" y="3096532"/>
            <a:ext cx="45341" cy="45341"/>
          </a:xfrm>
          <a:prstGeom prst="ellipse">
            <a:avLst/>
          </a:prstGeom>
          <a:solidFill>
            <a:srgbClr val="007C83">
              <a:alpha val="40000"/>
            </a:srgbClr>
          </a:solidFill>
          <a:ln w="0">
            <a:noFill/>
            <a:prstDash val="solid"/>
          </a:ln>
        </p:spPr>
      </p:sp>
      <p:sp>
        <p:nvSpPr>
          <p:cNvPr id="97" name="a_full_bar_ellipse_96">
            <a:extLst>
              <a:ext uri="{FF2B5EF4-FFF2-40B4-BE49-F238E27FC236}">
                <a16:creationId xmlns:a16="http://schemas.microsoft.com/office/drawing/2014/main" id="{1B33F7E9-48A6-484E-8B34-FADE4DCAB4A2}"/>
              </a:ext>
            </a:extLst>
          </p:cNvPr>
          <p:cNvSpPr>
            <a:spLocks noGrp="1"/>
          </p:cNvSpPr>
          <p:nvPr/>
        </p:nvSpPr>
        <p:spPr>
          <a:xfrm>
            <a:off x="1343190" y="3580062"/>
            <a:ext cx="45341" cy="45341"/>
          </a:xfrm>
          <a:prstGeom prst="ellipse">
            <a:avLst/>
          </a:prstGeom>
          <a:solidFill>
            <a:srgbClr val="007C83">
              <a:alpha val="40000"/>
            </a:srgbClr>
          </a:solidFill>
          <a:ln w="0">
            <a:noFill/>
            <a:prstDash val="solid"/>
          </a:ln>
        </p:spPr>
      </p:sp>
      <p:sp>
        <p:nvSpPr>
          <p:cNvPr id="98" name="a_full_bar_ellipse_97">
            <a:extLst>
              <a:ext uri="{FF2B5EF4-FFF2-40B4-BE49-F238E27FC236}">
                <a16:creationId xmlns:a16="http://schemas.microsoft.com/office/drawing/2014/main" id="{F05FF0EC-8356-4850-AAA9-0E8E1B654D90}"/>
              </a:ext>
            </a:extLst>
          </p:cNvPr>
          <p:cNvSpPr>
            <a:spLocks noGrp="1"/>
          </p:cNvSpPr>
          <p:nvPr/>
        </p:nvSpPr>
        <p:spPr>
          <a:xfrm>
            <a:off x="1188956" y="3086840"/>
            <a:ext cx="45341" cy="45341"/>
          </a:xfrm>
          <a:prstGeom prst="ellipse">
            <a:avLst/>
          </a:prstGeom>
          <a:solidFill>
            <a:srgbClr val="007C83">
              <a:alpha val="40000"/>
            </a:srgbClr>
          </a:solidFill>
          <a:ln w="0">
            <a:noFill/>
            <a:prstDash val="solid"/>
          </a:ln>
        </p:spPr>
      </p:sp>
      <p:sp>
        <p:nvSpPr>
          <p:cNvPr id="99" name="a_full_bar_ellipse_98">
            <a:extLst>
              <a:ext uri="{FF2B5EF4-FFF2-40B4-BE49-F238E27FC236}">
                <a16:creationId xmlns:a16="http://schemas.microsoft.com/office/drawing/2014/main" id="{11E19F09-B4A5-4DB2-A943-022EB5DF5CFC}"/>
              </a:ext>
            </a:extLst>
          </p:cNvPr>
          <p:cNvSpPr>
            <a:spLocks noGrp="1"/>
          </p:cNvSpPr>
          <p:nvPr/>
        </p:nvSpPr>
        <p:spPr>
          <a:xfrm>
            <a:off x="1272838" y="2820022"/>
            <a:ext cx="45341" cy="45341"/>
          </a:xfrm>
          <a:prstGeom prst="ellipse">
            <a:avLst/>
          </a:prstGeom>
          <a:solidFill>
            <a:srgbClr val="007C83">
              <a:alpha val="40000"/>
            </a:srgbClr>
          </a:solidFill>
          <a:ln w="0">
            <a:noFill/>
            <a:prstDash val="solid"/>
          </a:ln>
        </p:spPr>
      </p:sp>
      <p:sp>
        <p:nvSpPr>
          <p:cNvPr id="100" name="a_full_bar_ellipse_99">
            <a:extLst>
              <a:ext uri="{FF2B5EF4-FFF2-40B4-BE49-F238E27FC236}">
                <a16:creationId xmlns:a16="http://schemas.microsoft.com/office/drawing/2014/main" id="{1A9F1D2D-89B0-4923-97B1-0FFDD276F1E7}"/>
              </a:ext>
            </a:extLst>
          </p:cNvPr>
          <p:cNvSpPr>
            <a:spLocks noGrp="1"/>
          </p:cNvSpPr>
          <p:nvPr/>
        </p:nvSpPr>
        <p:spPr>
          <a:xfrm>
            <a:off x="1364094" y="3531081"/>
            <a:ext cx="45341" cy="45341"/>
          </a:xfrm>
          <a:prstGeom prst="ellipse">
            <a:avLst/>
          </a:prstGeom>
          <a:solidFill>
            <a:srgbClr val="007C83">
              <a:alpha val="40000"/>
            </a:srgbClr>
          </a:solidFill>
          <a:ln w="0">
            <a:noFill/>
            <a:prstDash val="solid"/>
          </a:ln>
        </p:spPr>
      </p:sp>
      <p:sp>
        <p:nvSpPr>
          <p:cNvPr id="101" name="a_full_bar_ellipse_100">
            <a:extLst>
              <a:ext uri="{FF2B5EF4-FFF2-40B4-BE49-F238E27FC236}">
                <a16:creationId xmlns:a16="http://schemas.microsoft.com/office/drawing/2014/main" id="{11B1D1F0-5887-4EB6-860B-975DB6B16710}"/>
              </a:ext>
            </a:extLst>
          </p:cNvPr>
          <p:cNvSpPr>
            <a:spLocks noGrp="1"/>
          </p:cNvSpPr>
          <p:nvPr/>
        </p:nvSpPr>
        <p:spPr>
          <a:xfrm>
            <a:off x="1313524" y="2338632"/>
            <a:ext cx="45341" cy="45341"/>
          </a:xfrm>
          <a:prstGeom prst="ellipse">
            <a:avLst/>
          </a:prstGeom>
          <a:solidFill>
            <a:srgbClr val="007C83">
              <a:alpha val="40000"/>
            </a:srgbClr>
          </a:solidFill>
          <a:ln w="0">
            <a:noFill/>
            <a:prstDash val="solid"/>
          </a:ln>
        </p:spPr>
      </p:sp>
      <p:sp>
        <p:nvSpPr>
          <p:cNvPr id="102" name="a_full_bar_ellipse_101">
            <a:extLst>
              <a:ext uri="{FF2B5EF4-FFF2-40B4-BE49-F238E27FC236}">
                <a16:creationId xmlns:a16="http://schemas.microsoft.com/office/drawing/2014/main" id="{D6E6251F-C6C3-42D7-8C08-A516192B0CEC}"/>
              </a:ext>
            </a:extLst>
          </p:cNvPr>
          <p:cNvSpPr>
            <a:spLocks noGrp="1"/>
          </p:cNvSpPr>
          <p:nvPr/>
        </p:nvSpPr>
        <p:spPr>
          <a:xfrm>
            <a:off x="1368852" y="3239521"/>
            <a:ext cx="45341" cy="45341"/>
          </a:xfrm>
          <a:prstGeom prst="ellipse">
            <a:avLst/>
          </a:prstGeom>
          <a:solidFill>
            <a:srgbClr val="007C83">
              <a:alpha val="40000"/>
            </a:srgbClr>
          </a:solidFill>
          <a:ln w="0">
            <a:noFill/>
            <a:prstDash val="solid"/>
          </a:ln>
        </p:spPr>
      </p:sp>
      <p:sp>
        <p:nvSpPr>
          <p:cNvPr id="103" name="a_full_bar_ellipse_102">
            <a:extLst>
              <a:ext uri="{FF2B5EF4-FFF2-40B4-BE49-F238E27FC236}">
                <a16:creationId xmlns:a16="http://schemas.microsoft.com/office/drawing/2014/main" id="{E03F83A0-9827-445A-9E0C-AA535880FD2B}"/>
              </a:ext>
            </a:extLst>
          </p:cNvPr>
          <p:cNvSpPr>
            <a:spLocks noGrp="1"/>
          </p:cNvSpPr>
          <p:nvPr/>
        </p:nvSpPr>
        <p:spPr>
          <a:xfrm>
            <a:off x="1329497" y="2992456"/>
            <a:ext cx="45341" cy="45341"/>
          </a:xfrm>
          <a:prstGeom prst="ellipse">
            <a:avLst/>
          </a:prstGeom>
          <a:solidFill>
            <a:srgbClr val="007C83">
              <a:alpha val="40000"/>
            </a:srgbClr>
          </a:solidFill>
          <a:ln w="0">
            <a:noFill/>
            <a:prstDash val="solid"/>
          </a:ln>
        </p:spPr>
      </p:sp>
      <p:sp>
        <p:nvSpPr>
          <p:cNvPr id="104" name="a_full_bar_ellipse_103">
            <a:extLst>
              <a:ext uri="{FF2B5EF4-FFF2-40B4-BE49-F238E27FC236}">
                <a16:creationId xmlns:a16="http://schemas.microsoft.com/office/drawing/2014/main" id="{AF02B22F-0D1F-4BD6-BADE-24998E0E2BF3}"/>
              </a:ext>
            </a:extLst>
          </p:cNvPr>
          <p:cNvSpPr>
            <a:spLocks noGrp="1"/>
          </p:cNvSpPr>
          <p:nvPr/>
        </p:nvSpPr>
        <p:spPr>
          <a:xfrm>
            <a:off x="1352563" y="2322147"/>
            <a:ext cx="45341" cy="45341"/>
          </a:xfrm>
          <a:prstGeom prst="ellipse">
            <a:avLst/>
          </a:prstGeom>
          <a:solidFill>
            <a:srgbClr val="007C83">
              <a:alpha val="40000"/>
            </a:srgbClr>
          </a:solidFill>
          <a:ln w="0">
            <a:noFill/>
            <a:prstDash val="solid"/>
          </a:ln>
        </p:spPr>
      </p:sp>
      <p:sp>
        <p:nvSpPr>
          <p:cNvPr id="105" name="a_full_bar_ellipse_104">
            <a:extLst>
              <a:ext uri="{FF2B5EF4-FFF2-40B4-BE49-F238E27FC236}">
                <a16:creationId xmlns:a16="http://schemas.microsoft.com/office/drawing/2014/main" id="{C3EFC594-6F3F-441B-BA7F-05A34C47D8D7}"/>
              </a:ext>
            </a:extLst>
          </p:cNvPr>
          <p:cNvSpPr>
            <a:spLocks noGrp="1"/>
          </p:cNvSpPr>
          <p:nvPr/>
        </p:nvSpPr>
        <p:spPr>
          <a:xfrm>
            <a:off x="1193779" y="3514790"/>
            <a:ext cx="45341" cy="45341"/>
          </a:xfrm>
          <a:prstGeom prst="ellipse">
            <a:avLst/>
          </a:prstGeom>
          <a:solidFill>
            <a:srgbClr val="007C83">
              <a:alpha val="40000"/>
            </a:srgbClr>
          </a:solidFill>
          <a:ln w="0">
            <a:noFill/>
            <a:prstDash val="solid"/>
          </a:ln>
        </p:spPr>
      </p:sp>
      <p:sp>
        <p:nvSpPr>
          <p:cNvPr id="106" name="a_full_bar_ellipse_105">
            <a:extLst>
              <a:ext uri="{FF2B5EF4-FFF2-40B4-BE49-F238E27FC236}">
                <a16:creationId xmlns:a16="http://schemas.microsoft.com/office/drawing/2014/main" id="{7DEFBC90-EF4C-4207-BD6F-4433FB1BBAAE}"/>
              </a:ext>
            </a:extLst>
          </p:cNvPr>
          <p:cNvSpPr>
            <a:spLocks noGrp="1"/>
          </p:cNvSpPr>
          <p:nvPr/>
        </p:nvSpPr>
        <p:spPr>
          <a:xfrm>
            <a:off x="1256986" y="3043224"/>
            <a:ext cx="45341" cy="45341"/>
          </a:xfrm>
          <a:prstGeom prst="ellipse">
            <a:avLst/>
          </a:prstGeom>
          <a:solidFill>
            <a:srgbClr val="007C83">
              <a:alpha val="40000"/>
            </a:srgbClr>
          </a:solidFill>
          <a:ln w="0">
            <a:noFill/>
            <a:prstDash val="solid"/>
          </a:ln>
        </p:spPr>
      </p:sp>
      <p:sp>
        <p:nvSpPr>
          <p:cNvPr id="107" name="a_full_bar_ellipse_106">
            <a:extLst>
              <a:ext uri="{FF2B5EF4-FFF2-40B4-BE49-F238E27FC236}">
                <a16:creationId xmlns:a16="http://schemas.microsoft.com/office/drawing/2014/main" id="{E2942DD6-FE2D-4249-8F8F-BF230544F1F2}"/>
              </a:ext>
            </a:extLst>
          </p:cNvPr>
          <p:cNvSpPr>
            <a:spLocks noGrp="1"/>
          </p:cNvSpPr>
          <p:nvPr/>
        </p:nvSpPr>
        <p:spPr>
          <a:xfrm>
            <a:off x="1275915" y="4457382"/>
            <a:ext cx="45341" cy="45341"/>
          </a:xfrm>
          <a:prstGeom prst="ellipse">
            <a:avLst/>
          </a:prstGeom>
          <a:solidFill>
            <a:srgbClr val="007C83">
              <a:alpha val="40000"/>
            </a:srgbClr>
          </a:solidFill>
          <a:ln w="0">
            <a:noFill/>
            <a:prstDash val="solid"/>
          </a:ln>
        </p:spPr>
      </p:sp>
      <p:sp>
        <p:nvSpPr>
          <p:cNvPr id="108" name="a_full_bar_ellipse_107">
            <a:extLst>
              <a:ext uri="{FF2B5EF4-FFF2-40B4-BE49-F238E27FC236}">
                <a16:creationId xmlns:a16="http://schemas.microsoft.com/office/drawing/2014/main" id="{5B002FBF-BD28-4337-BADA-EABBA65202B6}"/>
              </a:ext>
            </a:extLst>
          </p:cNvPr>
          <p:cNvSpPr>
            <a:spLocks noGrp="1"/>
          </p:cNvSpPr>
          <p:nvPr/>
        </p:nvSpPr>
        <p:spPr>
          <a:xfrm>
            <a:off x="1247324" y="2314383"/>
            <a:ext cx="45341" cy="45341"/>
          </a:xfrm>
          <a:prstGeom prst="ellipse">
            <a:avLst/>
          </a:prstGeom>
          <a:solidFill>
            <a:srgbClr val="007C83">
              <a:alpha val="40000"/>
            </a:srgbClr>
          </a:solidFill>
          <a:ln w="0">
            <a:noFill/>
            <a:prstDash val="solid"/>
          </a:ln>
        </p:spPr>
      </p:sp>
      <p:sp>
        <p:nvSpPr>
          <p:cNvPr id="109" name="a_full_bar_ellipse_108">
            <a:extLst>
              <a:ext uri="{FF2B5EF4-FFF2-40B4-BE49-F238E27FC236}">
                <a16:creationId xmlns:a16="http://schemas.microsoft.com/office/drawing/2014/main" id="{20E602C6-25E1-4E32-A228-DAA880E847C5}"/>
              </a:ext>
            </a:extLst>
          </p:cNvPr>
          <p:cNvSpPr>
            <a:spLocks noGrp="1"/>
          </p:cNvSpPr>
          <p:nvPr/>
        </p:nvSpPr>
        <p:spPr>
          <a:xfrm>
            <a:off x="1362765" y="2818398"/>
            <a:ext cx="45341" cy="45341"/>
          </a:xfrm>
          <a:prstGeom prst="ellipse">
            <a:avLst/>
          </a:prstGeom>
          <a:solidFill>
            <a:srgbClr val="007C83">
              <a:alpha val="40000"/>
            </a:srgbClr>
          </a:solidFill>
          <a:ln w="0">
            <a:noFill/>
            <a:prstDash val="solid"/>
          </a:ln>
        </p:spPr>
      </p:sp>
      <p:sp>
        <p:nvSpPr>
          <p:cNvPr id="110" name="a_full_bar_ellipse_109">
            <a:extLst>
              <a:ext uri="{FF2B5EF4-FFF2-40B4-BE49-F238E27FC236}">
                <a16:creationId xmlns:a16="http://schemas.microsoft.com/office/drawing/2014/main" id="{979B56CA-67D8-4795-84C9-12D5BADA3641}"/>
              </a:ext>
            </a:extLst>
          </p:cNvPr>
          <p:cNvSpPr>
            <a:spLocks noGrp="1"/>
          </p:cNvSpPr>
          <p:nvPr/>
        </p:nvSpPr>
        <p:spPr>
          <a:xfrm>
            <a:off x="1367018" y="2773327"/>
            <a:ext cx="45341" cy="45341"/>
          </a:xfrm>
          <a:prstGeom prst="ellipse">
            <a:avLst/>
          </a:prstGeom>
          <a:solidFill>
            <a:srgbClr val="007C83">
              <a:alpha val="40000"/>
            </a:srgbClr>
          </a:solidFill>
          <a:ln w="0">
            <a:noFill/>
            <a:prstDash val="solid"/>
          </a:ln>
        </p:spPr>
      </p:sp>
      <p:sp>
        <p:nvSpPr>
          <p:cNvPr id="111" name="a_full_bar_ellipse_110">
            <a:extLst>
              <a:ext uri="{FF2B5EF4-FFF2-40B4-BE49-F238E27FC236}">
                <a16:creationId xmlns:a16="http://schemas.microsoft.com/office/drawing/2014/main" id="{2CACEAB0-6E4A-41AA-AF9E-6D302D0DE8F4}"/>
              </a:ext>
            </a:extLst>
          </p:cNvPr>
          <p:cNvSpPr>
            <a:spLocks noGrp="1"/>
          </p:cNvSpPr>
          <p:nvPr/>
        </p:nvSpPr>
        <p:spPr>
          <a:xfrm>
            <a:off x="1352543" y="2430166"/>
            <a:ext cx="45341" cy="45341"/>
          </a:xfrm>
          <a:prstGeom prst="ellipse">
            <a:avLst/>
          </a:prstGeom>
          <a:solidFill>
            <a:srgbClr val="007C83">
              <a:alpha val="40000"/>
            </a:srgbClr>
          </a:solidFill>
          <a:ln w="0">
            <a:noFill/>
            <a:prstDash val="solid"/>
          </a:ln>
        </p:spPr>
      </p:sp>
      <p:sp>
        <p:nvSpPr>
          <p:cNvPr id="112" name="a_full_bar_ellipse_111">
            <a:extLst>
              <a:ext uri="{FF2B5EF4-FFF2-40B4-BE49-F238E27FC236}">
                <a16:creationId xmlns:a16="http://schemas.microsoft.com/office/drawing/2014/main" id="{4AC05BE0-5787-4DE1-94C6-6E41933AB177}"/>
              </a:ext>
            </a:extLst>
          </p:cNvPr>
          <p:cNvSpPr>
            <a:spLocks noGrp="1"/>
          </p:cNvSpPr>
          <p:nvPr/>
        </p:nvSpPr>
        <p:spPr>
          <a:xfrm>
            <a:off x="1345633" y="3270945"/>
            <a:ext cx="45341" cy="45341"/>
          </a:xfrm>
          <a:prstGeom prst="ellipse">
            <a:avLst/>
          </a:prstGeom>
          <a:solidFill>
            <a:srgbClr val="007C83">
              <a:alpha val="40000"/>
            </a:srgbClr>
          </a:solidFill>
          <a:ln w="0">
            <a:noFill/>
            <a:prstDash val="solid"/>
          </a:ln>
        </p:spPr>
      </p:sp>
      <p:sp>
        <p:nvSpPr>
          <p:cNvPr id="113" name="a_full_bar_ellipse_112">
            <a:extLst>
              <a:ext uri="{FF2B5EF4-FFF2-40B4-BE49-F238E27FC236}">
                <a16:creationId xmlns:a16="http://schemas.microsoft.com/office/drawing/2014/main" id="{4D1B19B0-DBBF-4408-B263-27D78F7DD9C1}"/>
              </a:ext>
            </a:extLst>
          </p:cNvPr>
          <p:cNvSpPr>
            <a:spLocks noGrp="1"/>
          </p:cNvSpPr>
          <p:nvPr/>
        </p:nvSpPr>
        <p:spPr>
          <a:xfrm>
            <a:off x="1203352" y="2609856"/>
            <a:ext cx="45341" cy="45341"/>
          </a:xfrm>
          <a:prstGeom prst="ellipse">
            <a:avLst/>
          </a:prstGeom>
          <a:solidFill>
            <a:srgbClr val="007C83">
              <a:alpha val="40000"/>
            </a:srgbClr>
          </a:solidFill>
          <a:ln w="0">
            <a:noFill/>
            <a:prstDash val="solid"/>
          </a:ln>
        </p:spPr>
      </p:sp>
      <p:sp>
        <p:nvSpPr>
          <p:cNvPr id="114" name="a_full_bar_ellipse_113">
            <a:extLst>
              <a:ext uri="{FF2B5EF4-FFF2-40B4-BE49-F238E27FC236}">
                <a16:creationId xmlns:a16="http://schemas.microsoft.com/office/drawing/2014/main" id="{EBE90A49-FEE3-47BD-A360-3C97F5E1E84B}"/>
              </a:ext>
            </a:extLst>
          </p:cNvPr>
          <p:cNvSpPr>
            <a:spLocks noGrp="1"/>
          </p:cNvSpPr>
          <p:nvPr/>
        </p:nvSpPr>
        <p:spPr>
          <a:xfrm>
            <a:off x="1305798" y="2747960"/>
            <a:ext cx="45341" cy="45341"/>
          </a:xfrm>
          <a:prstGeom prst="ellipse">
            <a:avLst/>
          </a:prstGeom>
          <a:solidFill>
            <a:srgbClr val="007C83">
              <a:alpha val="40000"/>
            </a:srgbClr>
          </a:solidFill>
          <a:ln w="0">
            <a:noFill/>
            <a:prstDash val="solid"/>
          </a:ln>
        </p:spPr>
      </p:sp>
      <p:sp>
        <p:nvSpPr>
          <p:cNvPr id="115" name="a_full_bar_ellipse_114">
            <a:extLst>
              <a:ext uri="{FF2B5EF4-FFF2-40B4-BE49-F238E27FC236}">
                <a16:creationId xmlns:a16="http://schemas.microsoft.com/office/drawing/2014/main" id="{0F2A0469-6271-4673-B0CC-BE57EA5D1619}"/>
              </a:ext>
            </a:extLst>
          </p:cNvPr>
          <p:cNvSpPr>
            <a:spLocks noGrp="1"/>
          </p:cNvSpPr>
          <p:nvPr/>
        </p:nvSpPr>
        <p:spPr>
          <a:xfrm>
            <a:off x="1327124" y="2331414"/>
            <a:ext cx="45341" cy="45341"/>
          </a:xfrm>
          <a:prstGeom prst="ellipse">
            <a:avLst/>
          </a:prstGeom>
          <a:solidFill>
            <a:srgbClr val="007C83">
              <a:alpha val="40000"/>
            </a:srgbClr>
          </a:solidFill>
          <a:ln w="0">
            <a:noFill/>
            <a:prstDash val="solid"/>
          </a:ln>
        </p:spPr>
      </p:sp>
      <p:sp>
        <p:nvSpPr>
          <p:cNvPr id="116" name="a_full_bar_ellipse_115">
            <a:extLst>
              <a:ext uri="{FF2B5EF4-FFF2-40B4-BE49-F238E27FC236}">
                <a16:creationId xmlns:a16="http://schemas.microsoft.com/office/drawing/2014/main" id="{C976717C-9D96-4720-9541-B241B3740305}"/>
              </a:ext>
            </a:extLst>
          </p:cNvPr>
          <p:cNvSpPr>
            <a:spLocks noGrp="1"/>
          </p:cNvSpPr>
          <p:nvPr/>
        </p:nvSpPr>
        <p:spPr>
          <a:xfrm>
            <a:off x="1195929" y="3709662"/>
            <a:ext cx="45341" cy="45341"/>
          </a:xfrm>
          <a:prstGeom prst="ellipse">
            <a:avLst/>
          </a:prstGeom>
          <a:solidFill>
            <a:srgbClr val="007C83">
              <a:alpha val="40000"/>
            </a:srgbClr>
          </a:solidFill>
          <a:ln w="0">
            <a:noFill/>
            <a:prstDash val="solid"/>
          </a:ln>
        </p:spPr>
      </p:sp>
      <p:sp>
        <p:nvSpPr>
          <p:cNvPr id="117" name="a_full_bar_ellipse_116">
            <a:extLst>
              <a:ext uri="{FF2B5EF4-FFF2-40B4-BE49-F238E27FC236}">
                <a16:creationId xmlns:a16="http://schemas.microsoft.com/office/drawing/2014/main" id="{C2A14475-E880-4545-8405-B4CF4F51DAE3}"/>
              </a:ext>
            </a:extLst>
          </p:cNvPr>
          <p:cNvSpPr>
            <a:spLocks noGrp="1"/>
          </p:cNvSpPr>
          <p:nvPr/>
        </p:nvSpPr>
        <p:spPr>
          <a:xfrm>
            <a:off x="1238554" y="3237348"/>
            <a:ext cx="45341" cy="45341"/>
          </a:xfrm>
          <a:prstGeom prst="ellipse">
            <a:avLst/>
          </a:prstGeom>
          <a:solidFill>
            <a:srgbClr val="007C83">
              <a:alpha val="40000"/>
            </a:srgbClr>
          </a:solidFill>
          <a:ln w="0">
            <a:noFill/>
            <a:prstDash val="solid"/>
          </a:ln>
        </p:spPr>
      </p:sp>
      <p:sp>
        <p:nvSpPr>
          <p:cNvPr id="118" name="a_full_bar_ellipse_117">
            <a:extLst>
              <a:ext uri="{FF2B5EF4-FFF2-40B4-BE49-F238E27FC236}">
                <a16:creationId xmlns:a16="http://schemas.microsoft.com/office/drawing/2014/main" id="{C01D4F36-9FD3-44E9-81BA-FBF06688FFCB}"/>
              </a:ext>
            </a:extLst>
          </p:cNvPr>
          <p:cNvSpPr>
            <a:spLocks noGrp="1"/>
          </p:cNvSpPr>
          <p:nvPr/>
        </p:nvSpPr>
        <p:spPr>
          <a:xfrm>
            <a:off x="1199655" y="2083246"/>
            <a:ext cx="45341" cy="45341"/>
          </a:xfrm>
          <a:prstGeom prst="ellipse">
            <a:avLst/>
          </a:prstGeom>
          <a:solidFill>
            <a:srgbClr val="007C83">
              <a:alpha val="40000"/>
            </a:srgbClr>
          </a:solidFill>
          <a:ln w="0">
            <a:noFill/>
            <a:prstDash val="solid"/>
          </a:ln>
        </p:spPr>
      </p:sp>
      <p:sp>
        <p:nvSpPr>
          <p:cNvPr id="119" name="a_full_bar_ellipse_118">
            <a:extLst>
              <a:ext uri="{FF2B5EF4-FFF2-40B4-BE49-F238E27FC236}">
                <a16:creationId xmlns:a16="http://schemas.microsoft.com/office/drawing/2014/main" id="{AFC3765A-FEEC-44BC-9031-80D0BC6820C8}"/>
              </a:ext>
            </a:extLst>
          </p:cNvPr>
          <p:cNvSpPr>
            <a:spLocks noGrp="1"/>
          </p:cNvSpPr>
          <p:nvPr/>
        </p:nvSpPr>
        <p:spPr>
          <a:xfrm>
            <a:off x="1321463" y="4457382"/>
            <a:ext cx="45341" cy="45341"/>
          </a:xfrm>
          <a:prstGeom prst="ellipse">
            <a:avLst/>
          </a:prstGeom>
          <a:solidFill>
            <a:srgbClr val="007C83">
              <a:alpha val="40000"/>
            </a:srgbClr>
          </a:solidFill>
          <a:ln w="0">
            <a:noFill/>
            <a:prstDash val="solid"/>
          </a:ln>
        </p:spPr>
      </p:sp>
      <p:sp>
        <p:nvSpPr>
          <p:cNvPr id="120" name="a_full_bar_ellipse_119">
            <a:extLst>
              <a:ext uri="{FF2B5EF4-FFF2-40B4-BE49-F238E27FC236}">
                <a16:creationId xmlns:a16="http://schemas.microsoft.com/office/drawing/2014/main" id="{D75FFE25-CDDC-4EDF-AB2A-7B2F387065C9}"/>
              </a:ext>
            </a:extLst>
          </p:cNvPr>
          <p:cNvSpPr>
            <a:spLocks noGrp="1"/>
          </p:cNvSpPr>
          <p:nvPr/>
        </p:nvSpPr>
        <p:spPr>
          <a:xfrm>
            <a:off x="1258587" y="2390345"/>
            <a:ext cx="45341" cy="45341"/>
          </a:xfrm>
          <a:prstGeom prst="ellipse">
            <a:avLst/>
          </a:prstGeom>
          <a:solidFill>
            <a:srgbClr val="007C83">
              <a:alpha val="40000"/>
            </a:srgbClr>
          </a:solidFill>
          <a:ln w="0">
            <a:noFill/>
            <a:prstDash val="solid"/>
          </a:ln>
        </p:spPr>
      </p:sp>
      <p:sp>
        <p:nvSpPr>
          <p:cNvPr id="121" name="a_full_bar_ellipse_120">
            <a:extLst>
              <a:ext uri="{FF2B5EF4-FFF2-40B4-BE49-F238E27FC236}">
                <a16:creationId xmlns:a16="http://schemas.microsoft.com/office/drawing/2014/main" id="{25E90D4C-1879-4A8C-9329-37685E4ED94A}"/>
              </a:ext>
            </a:extLst>
          </p:cNvPr>
          <p:cNvSpPr>
            <a:spLocks noGrp="1"/>
          </p:cNvSpPr>
          <p:nvPr/>
        </p:nvSpPr>
        <p:spPr>
          <a:xfrm>
            <a:off x="1339575" y="3743010"/>
            <a:ext cx="45341" cy="45341"/>
          </a:xfrm>
          <a:prstGeom prst="ellipse">
            <a:avLst/>
          </a:prstGeom>
          <a:solidFill>
            <a:srgbClr val="007C83">
              <a:alpha val="40000"/>
            </a:srgbClr>
          </a:solidFill>
          <a:ln w="0">
            <a:noFill/>
            <a:prstDash val="solid"/>
          </a:ln>
        </p:spPr>
      </p:sp>
      <p:sp>
        <p:nvSpPr>
          <p:cNvPr id="122" name="a_full_bar_ellipse_121">
            <a:extLst>
              <a:ext uri="{FF2B5EF4-FFF2-40B4-BE49-F238E27FC236}">
                <a16:creationId xmlns:a16="http://schemas.microsoft.com/office/drawing/2014/main" id="{E7E0688F-0EA8-487B-ADF2-E93F1329A152}"/>
              </a:ext>
            </a:extLst>
          </p:cNvPr>
          <p:cNvSpPr>
            <a:spLocks noGrp="1"/>
          </p:cNvSpPr>
          <p:nvPr/>
        </p:nvSpPr>
        <p:spPr>
          <a:xfrm>
            <a:off x="1354692" y="3924354"/>
            <a:ext cx="45341" cy="45341"/>
          </a:xfrm>
          <a:prstGeom prst="ellipse">
            <a:avLst/>
          </a:prstGeom>
          <a:solidFill>
            <a:srgbClr val="007C83">
              <a:alpha val="40000"/>
            </a:srgbClr>
          </a:solidFill>
          <a:ln w="0">
            <a:noFill/>
            <a:prstDash val="solid"/>
          </a:ln>
        </p:spPr>
      </p:sp>
      <p:sp>
        <p:nvSpPr>
          <p:cNvPr id="123" name="a_full_bar_ellipse_122">
            <a:extLst>
              <a:ext uri="{FF2B5EF4-FFF2-40B4-BE49-F238E27FC236}">
                <a16:creationId xmlns:a16="http://schemas.microsoft.com/office/drawing/2014/main" id="{2F5CD84D-01AA-45CD-A312-F2E0D802F083}"/>
              </a:ext>
            </a:extLst>
          </p:cNvPr>
          <p:cNvSpPr>
            <a:spLocks noGrp="1"/>
          </p:cNvSpPr>
          <p:nvPr/>
        </p:nvSpPr>
        <p:spPr>
          <a:xfrm>
            <a:off x="1173902" y="2113246"/>
            <a:ext cx="45341" cy="45341"/>
          </a:xfrm>
          <a:prstGeom prst="ellipse">
            <a:avLst/>
          </a:prstGeom>
          <a:solidFill>
            <a:srgbClr val="007C83">
              <a:alpha val="40000"/>
            </a:srgbClr>
          </a:solidFill>
          <a:ln w="0">
            <a:noFill/>
            <a:prstDash val="solid"/>
          </a:ln>
        </p:spPr>
      </p:sp>
      <p:sp>
        <p:nvSpPr>
          <p:cNvPr id="124" name="a_full_bar_ellipse_123">
            <a:extLst>
              <a:ext uri="{FF2B5EF4-FFF2-40B4-BE49-F238E27FC236}">
                <a16:creationId xmlns:a16="http://schemas.microsoft.com/office/drawing/2014/main" id="{18D60F9B-72D9-4A84-BBAE-2D769C11FCBF}"/>
              </a:ext>
            </a:extLst>
          </p:cNvPr>
          <p:cNvSpPr>
            <a:spLocks noGrp="1"/>
          </p:cNvSpPr>
          <p:nvPr/>
        </p:nvSpPr>
        <p:spPr>
          <a:xfrm>
            <a:off x="1363634" y="2365786"/>
            <a:ext cx="45341" cy="45341"/>
          </a:xfrm>
          <a:prstGeom prst="ellipse">
            <a:avLst/>
          </a:prstGeom>
          <a:solidFill>
            <a:srgbClr val="007C83">
              <a:alpha val="40000"/>
            </a:srgbClr>
          </a:solidFill>
          <a:ln w="0">
            <a:noFill/>
            <a:prstDash val="solid"/>
          </a:ln>
        </p:spPr>
      </p:sp>
      <p:sp>
        <p:nvSpPr>
          <p:cNvPr id="125" name="a_full_bar_ellipse_124">
            <a:extLst>
              <a:ext uri="{FF2B5EF4-FFF2-40B4-BE49-F238E27FC236}">
                <a16:creationId xmlns:a16="http://schemas.microsoft.com/office/drawing/2014/main" id="{BE8EAD31-4B0F-44C3-9A26-9A1A93E0DCDF}"/>
              </a:ext>
            </a:extLst>
          </p:cNvPr>
          <p:cNvSpPr>
            <a:spLocks noGrp="1"/>
          </p:cNvSpPr>
          <p:nvPr/>
        </p:nvSpPr>
        <p:spPr>
          <a:xfrm>
            <a:off x="1207165" y="2190225"/>
            <a:ext cx="45341" cy="45341"/>
          </a:xfrm>
          <a:prstGeom prst="ellipse">
            <a:avLst/>
          </a:prstGeom>
          <a:solidFill>
            <a:srgbClr val="007C83">
              <a:alpha val="40000"/>
            </a:srgbClr>
          </a:solidFill>
          <a:ln w="0">
            <a:noFill/>
            <a:prstDash val="solid"/>
          </a:ln>
        </p:spPr>
      </p:sp>
      <p:sp>
        <p:nvSpPr>
          <p:cNvPr id="126" name="a_full_bar_ellipse_125">
            <a:extLst>
              <a:ext uri="{FF2B5EF4-FFF2-40B4-BE49-F238E27FC236}">
                <a16:creationId xmlns:a16="http://schemas.microsoft.com/office/drawing/2014/main" id="{8F33C57D-65DC-4AD9-B2D5-0886E0F557BA}"/>
              </a:ext>
            </a:extLst>
          </p:cNvPr>
          <p:cNvSpPr>
            <a:spLocks noGrp="1"/>
          </p:cNvSpPr>
          <p:nvPr/>
        </p:nvSpPr>
        <p:spPr>
          <a:xfrm>
            <a:off x="1194086" y="4457382"/>
            <a:ext cx="45341" cy="45341"/>
          </a:xfrm>
          <a:prstGeom prst="ellipse">
            <a:avLst/>
          </a:prstGeom>
          <a:solidFill>
            <a:srgbClr val="007C83">
              <a:alpha val="40000"/>
            </a:srgbClr>
          </a:solidFill>
          <a:ln w="0">
            <a:noFill/>
            <a:prstDash val="solid"/>
          </a:ln>
        </p:spPr>
      </p:sp>
      <p:sp>
        <p:nvSpPr>
          <p:cNvPr id="127" name="a_full_bar_ellipse_126">
            <a:extLst>
              <a:ext uri="{FF2B5EF4-FFF2-40B4-BE49-F238E27FC236}">
                <a16:creationId xmlns:a16="http://schemas.microsoft.com/office/drawing/2014/main" id="{9C535301-F605-48BB-868D-6DA6BE312352}"/>
              </a:ext>
            </a:extLst>
          </p:cNvPr>
          <p:cNvSpPr>
            <a:spLocks noGrp="1"/>
          </p:cNvSpPr>
          <p:nvPr/>
        </p:nvSpPr>
        <p:spPr>
          <a:xfrm>
            <a:off x="1168934" y="3394195"/>
            <a:ext cx="45341" cy="45341"/>
          </a:xfrm>
          <a:prstGeom prst="ellipse">
            <a:avLst/>
          </a:prstGeom>
          <a:solidFill>
            <a:srgbClr val="007C83">
              <a:alpha val="40000"/>
            </a:srgbClr>
          </a:solidFill>
          <a:ln w="0">
            <a:noFill/>
            <a:prstDash val="solid"/>
          </a:ln>
        </p:spPr>
      </p:sp>
      <p:sp>
        <p:nvSpPr>
          <p:cNvPr id="128" name="a_full_bar_ellipse_127">
            <a:extLst>
              <a:ext uri="{FF2B5EF4-FFF2-40B4-BE49-F238E27FC236}">
                <a16:creationId xmlns:a16="http://schemas.microsoft.com/office/drawing/2014/main" id="{3D690A63-C8CB-4E5E-9515-B6D5AFADC6AB}"/>
              </a:ext>
            </a:extLst>
          </p:cNvPr>
          <p:cNvSpPr>
            <a:spLocks noGrp="1"/>
          </p:cNvSpPr>
          <p:nvPr/>
        </p:nvSpPr>
        <p:spPr>
          <a:xfrm>
            <a:off x="1261507" y="3544039"/>
            <a:ext cx="45341" cy="45341"/>
          </a:xfrm>
          <a:prstGeom prst="ellipse">
            <a:avLst/>
          </a:prstGeom>
          <a:solidFill>
            <a:srgbClr val="007C83">
              <a:alpha val="40000"/>
            </a:srgbClr>
          </a:solidFill>
          <a:ln w="0">
            <a:noFill/>
            <a:prstDash val="solid"/>
          </a:ln>
        </p:spPr>
      </p:sp>
      <p:sp>
        <p:nvSpPr>
          <p:cNvPr id="129" name="a_full_bar_ellipse_128">
            <a:extLst>
              <a:ext uri="{FF2B5EF4-FFF2-40B4-BE49-F238E27FC236}">
                <a16:creationId xmlns:a16="http://schemas.microsoft.com/office/drawing/2014/main" id="{B99F7841-333A-4C0D-BF3F-1628ABAF0416}"/>
              </a:ext>
            </a:extLst>
          </p:cNvPr>
          <p:cNvSpPr>
            <a:spLocks noGrp="1"/>
          </p:cNvSpPr>
          <p:nvPr/>
        </p:nvSpPr>
        <p:spPr>
          <a:xfrm>
            <a:off x="1258790" y="3854294"/>
            <a:ext cx="45341" cy="45341"/>
          </a:xfrm>
          <a:prstGeom prst="ellipse">
            <a:avLst/>
          </a:prstGeom>
          <a:solidFill>
            <a:srgbClr val="007C83">
              <a:alpha val="40000"/>
            </a:srgbClr>
          </a:solidFill>
          <a:ln w="0">
            <a:noFill/>
            <a:prstDash val="solid"/>
          </a:ln>
        </p:spPr>
      </p:sp>
      <p:sp>
        <p:nvSpPr>
          <p:cNvPr id="130" name="a_full_bar_ellipse_129">
            <a:extLst>
              <a:ext uri="{FF2B5EF4-FFF2-40B4-BE49-F238E27FC236}">
                <a16:creationId xmlns:a16="http://schemas.microsoft.com/office/drawing/2014/main" id="{A4B2EA1C-7D0F-418A-B19C-64D02336551C}"/>
              </a:ext>
            </a:extLst>
          </p:cNvPr>
          <p:cNvSpPr>
            <a:spLocks noGrp="1"/>
          </p:cNvSpPr>
          <p:nvPr/>
        </p:nvSpPr>
        <p:spPr>
          <a:xfrm>
            <a:off x="1321858" y="2803398"/>
            <a:ext cx="45341" cy="45341"/>
          </a:xfrm>
          <a:prstGeom prst="ellipse">
            <a:avLst/>
          </a:prstGeom>
          <a:solidFill>
            <a:srgbClr val="007C83">
              <a:alpha val="40000"/>
            </a:srgbClr>
          </a:solidFill>
          <a:ln w="0">
            <a:noFill/>
            <a:prstDash val="solid"/>
          </a:ln>
        </p:spPr>
      </p:sp>
      <p:sp>
        <p:nvSpPr>
          <p:cNvPr id="131" name="a_full_bar_ellipse_130">
            <a:extLst>
              <a:ext uri="{FF2B5EF4-FFF2-40B4-BE49-F238E27FC236}">
                <a16:creationId xmlns:a16="http://schemas.microsoft.com/office/drawing/2014/main" id="{8F149C9A-41E0-407A-891E-1D6339BE3A4F}"/>
              </a:ext>
            </a:extLst>
          </p:cNvPr>
          <p:cNvSpPr>
            <a:spLocks noGrp="1"/>
          </p:cNvSpPr>
          <p:nvPr/>
        </p:nvSpPr>
        <p:spPr>
          <a:xfrm>
            <a:off x="1364394" y="2412708"/>
            <a:ext cx="45341" cy="45341"/>
          </a:xfrm>
          <a:prstGeom prst="ellipse">
            <a:avLst/>
          </a:prstGeom>
          <a:solidFill>
            <a:srgbClr val="007C83">
              <a:alpha val="40000"/>
            </a:srgbClr>
          </a:solidFill>
          <a:ln w="0">
            <a:noFill/>
            <a:prstDash val="solid"/>
          </a:ln>
        </p:spPr>
      </p:sp>
      <p:sp>
        <p:nvSpPr>
          <p:cNvPr id="132" name="a_full_bar_ellipse_131">
            <a:extLst>
              <a:ext uri="{FF2B5EF4-FFF2-40B4-BE49-F238E27FC236}">
                <a16:creationId xmlns:a16="http://schemas.microsoft.com/office/drawing/2014/main" id="{396A230D-F36B-4B58-B94C-F7BDB0E08F47}"/>
              </a:ext>
            </a:extLst>
          </p:cNvPr>
          <p:cNvSpPr>
            <a:spLocks noGrp="1"/>
          </p:cNvSpPr>
          <p:nvPr/>
        </p:nvSpPr>
        <p:spPr>
          <a:xfrm>
            <a:off x="1369343" y="2378961"/>
            <a:ext cx="45341" cy="45341"/>
          </a:xfrm>
          <a:prstGeom prst="ellipse">
            <a:avLst/>
          </a:prstGeom>
          <a:solidFill>
            <a:srgbClr val="007C83">
              <a:alpha val="40000"/>
            </a:srgbClr>
          </a:solidFill>
          <a:ln w="0">
            <a:noFill/>
            <a:prstDash val="solid"/>
          </a:ln>
        </p:spPr>
      </p:sp>
      <p:sp>
        <p:nvSpPr>
          <p:cNvPr id="133" name="a_full_bar_ellipse_132">
            <a:extLst>
              <a:ext uri="{FF2B5EF4-FFF2-40B4-BE49-F238E27FC236}">
                <a16:creationId xmlns:a16="http://schemas.microsoft.com/office/drawing/2014/main" id="{ECB746F7-C8EC-4462-B482-5166560DEE14}"/>
              </a:ext>
            </a:extLst>
          </p:cNvPr>
          <p:cNvSpPr>
            <a:spLocks noGrp="1"/>
          </p:cNvSpPr>
          <p:nvPr/>
        </p:nvSpPr>
        <p:spPr>
          <a:xfrm>
            <a:off x="1208120" y="4457382"/>
            <a:ext cx="45341" cy="45341"/>
          </a:xfrm>
          <a:prstGeom prst="ellipse">
            <a:avLst/>
          </a:prstGeom>
          <a:solidFill>
            <a:srgbClr val="007C83">
              <a:alpha val="40000"/>
            </a:srgbClr>
          </a:solidFill>
          <a:ln w="0">
            <a:noFill/>
            <a:prstDash val="solid"/>
          </a:ln>
        </p:spPr>
      </p:sp>
      <p:sp>
        <p:nvSpPr>
          <p:cNvPr id="134" name="a_full_bar_ellipse_133">
            <a:extLst>
              <a:ext uri="{FF2B5EF4-FFF2-40B4-BE49-F238E27FC236}">
                <a16:creationId xmlns:a16="http://schemas.microsoft.com/office/drawing/2014/main" id="{9ED02EBD-1CE1-4A65-8581-4F03A14EA57D}"/>
              </a:ext>
            </a:extLst>
          </p:cNvPr>
          <p:cNvSpPr>
            <a:spLocks noGrp="1"/>
          </p:cNvSpPr>
          <p:nvPr/>
        </p:nvSpPr>
        <p:spPr>
          <a:xfrm>
            <a:off x="1260486" y="2737486"/>
            <a:ext cx="45341" cy="45341"/>
          </a:xfrm>
          <a:prstGeom prst="ellipse">
            <a:avLst/>
          </a:prstGeom>
          <a:solidFill>
            <a:srgbClr val="007C83">
              <a:alpha val="40000"/>
            </a:srgbClr>
          </a:solidFill>
          <a:ln w="0">
            <a:noFill/>
            <a:prstDash val="solid"/>
          </a:ln>
        </p:spPr>
      </p:sp>
      <p:sp>
        <p:nvSpPr>
          <p:cNvPr id="135" name="a_full_bar_ellipse_134">
            <a:extLst>
              <a:ext uri="{FF2B5EF4-FFF2-40B4-BE49-F238E27FC236}">
                <a16:creationId xmlns:a16="http://schemas.microsoft.com/office/drawing/2014/main" id="{55AC5B1F-F428-487F-890F-B23A75F688DB}"/>
              </a:ext>
            </a:extLst>
          </p:cNvPr>
          <p:cNvSpPr>
            <a:spLocks noGrp="1"/>
          </p:cNvSpPr>
          <p:nvPr/>
        </p:nvSpPr>
        <p:spPr>
          <a:xfrm>
            <a:off x="1294800" y="3873805"/>
            <a:ext cx="45341" cy="45341"/>
          </a:xfrm>
          <a:prstGeom prst="ellipse">
            <a:avLst/>
          </a:prstGeom>
          <a:solidFill>
            <a:srgbClr val="007C83">
              <a:alpha val="40000"/>
            </a:srgbClr>
          </a:solidFill>
          <a:ln w="0">
            <a:noFill/>
            <a:prstDash val="solid"/>
          </a:ln>
        </p:spPr>
      </p:sp>
      <p:sp>
        <p:nvSpPr>
          <p:cNvPr id="136" name="a_full_bar_ellipse_135">
            <a:extLst>
              <a:ext uri="{FF2B5EF4-FFF2-40B4-BE49-F238E27FC236}">
                <a16:creationId xmlns:a16="http://schemas.microsoft.com/office/drawing/2014/main" id="{5E6BD3EE-19A8-4919-B7A5-D4BCCBC93CEB}"/>
              </a:ext>
            </a:extLst>
          </p:cNvPr>
          <p:cNvSpPr>
            <a:spLocks noGrp="1"/>
          </p:cNvSpPr>
          <p:nvPr/>
        </p:nvSpPr>
        <p:spPr>
          <a:xfrm>
            <a:off x="1251180" y="3086168"/>
            <a:ext cx="45341" cy="45341"/>
          </a:xfrm>
          <a:prstGeom prst="ellipse">
            <a:avLst/>
          </a:prstGeom>
          <a:solidFill>
            <a:srgbClr val="007C83">
              <a:alpha val="40000"/>
            </a:srgbClr>
          </a:solidFill>
          <a:ln w="0">
            <a:noFill/>
            <a:prstDash val="solid"/>
          </a:ln>
        </p:spPr>
      </p:sp>
      <p:sp>
        <p:nvSpPr>
          <p:cNvPr id="137" name="a_full_bar_ellipse_136">
            <a:extLst>
              <a:ext uri="{FF2B5EF4-FFF2-40B4-BE49-F238E27FC236}">
                <a16:creationId xmlns:a16="http://schemas.microsoft.com/office/drawing/2014/main" id="{F0F38D7F-CB13-4348-9ABF-EC18F8B8E078}"/>
              </a:ext>
            </a:extLst>
          </p:cNvPr>
          <p:cNvSpPr>
            <a:spLocks noGrp="1"/>
          </p:cNvSpPr>
          <p:nvPr/>
        </p:nvSpPr>
        <p:spPr>
          <a:xfrm>
            <a:off x="1183022" y="2325414"/>
            <a:ext cx="45341" cy="45341"/>
          </a:xfrm>
          <a:prstGeom prst="ellipse">
            <a:avLst/>
          </a:prstGeom>
          <a:solidFill>
            <a:srgbClr val="007C83">
              <a:alpha val="40000"/>
            </a:srgbClr>
          </a:solidFill>
          <a:ln w="0">
            <a:noFill/>
            <a:prstDash val="solid"/>
          </a:ln>
        </p:spPr>
      </p:sp>
      <p:sp>
        <p:nvSpPr>
          <p:cNvPr id="138" name="a_full_bar_ellipse_137">
            <a:extLst>
              <a:ext uri="{FF2B5EF4-FFF2-40B4-BE49-F238E27FC236}">
                <a16:creationId xmlns:a16="http://schemas.microsoft.com/office/drawing/2014/main" id="{E764E456-C8F7-4E93-B243-35D5C833B231}"/>
              </a:ext>
            </a:extLst>
          </p:cNvPr>
          <p:cNvSpPr>
            <a:spLocks noGrp="1"/>
          </p:cNvSpPr>
          <p:nvPr/>
        </p:nvSpPr>
        <p:spPr>
          <a:xfrm>
            <a:off x="1369562" y="2568835"/>
            <a:ext cx="45341" cy="45341"/>
          </a:xfrm>
          <a:prstGeom prst="ellipse">
            <a:avLst/>
          </a:prstGeom>
          <a:solidFill>
            <a:srgbClr val="007C83">
              <a:alpha val="40000"/>
            </a:srgbClr>
          </a:solidFill>
          <a:ln w="0">
            <a:noFill/>
            <a:prstDash val="solid"/>
          </a:ln>
        </p:spPr>
      </p:sp>
      <p:sp>
        <p:nvSpPr>
          <p:cNvPr id="139" name="a_full_bar_ellipse_138">
            <a:extLst>
              <a:ext uri="{FF2B5EF4-FFF2-40B4-BE49-F238E27FC236}">
                <a16:creationId xmlns:a16="http://schemas.microsoft.com/office/drawing/2014/main" id="{DCEF4AB3-4689-4307-AEE8-D6B79861CA34}"/>
              </a:ext>
            </a:extLst>
          </p:cNvPr>
          <p:cNvSpPr>
            <a:spLocks noGrp="1"/>
          </p:cNvSpPr>
          <p:nvPr/>
        </p:nvSpPr>
        <p:spPr>
          <a:xfrm>
            <a:off x="1338441" y="3595680"/>
            <a:ext cx="45341" cy="45341"/>
          </a:xfrm>
          <a:prstGeom prst="ellipse">
            <a:avLst/>
          </a:prstGeom>
          <a:solidFill>
            <a:srgbClr val="007C83">
              <a:alpha val="40000"/>
            </a:srgbClr>
          </a:solidFill>
          <a:ln w="0">
            <a:noFill/>
            <a:prstDash val="solid"/>
          </a:ln>
        </p:spPr>
      </p:sp>
      <p:sp>
        <p:nvSpPr>
          <p:cNvPr id="140" name="a_full_bar_ellipse_139">
            <a:extLst>
              <a:ext uri="{FF2B5EF4-FFF2-40B4-BE49-F238E27FC236}">
                <a16:creationId xmlns:a16="http://schemas.microsoft.com/office/drawing/2014/main" id="{68B073D1-5310-4BBA-9895-8FD2DB1E5B4E}"/>
              </a:ext>
            </a:extLst>
          </p:cNvPr>
          <p:cNvSpPr>
            <a:spLocks noGrp="1"/>
          </p:cNvSpPr>
          <p:nvPr/>
        </p:nvSpPr>
        <p:spPr>
          <a:xfrm>
            <a:off x="1344477" y="3262817"/>
            <a:ext cx="45341" cy="45341"/>
          </a:xfrm>
          <a:prstGeom prst="ellipse">
            <a:avLst/>
          </a:prstGeom>
          <a:solidFill>
            <a:srgbClr val="007C83">
              <a:alpha val="40000"/>
            </a:srgbClr>
          </a:solidFill>
          <a:ln w="0">
            <a:noFill/>
            <a:prstDash val="solid"/>
          </a:ln>
        </p:spPr>
      </p:sp>
      <p:sp>
        <p:nvSpPr>
          <p:cNvPr id="141" name="a_full_bar_ellipse_140">
            <a:extLst>
              <a:ext uri="{FF2B5EF4-FFF2-40B4-BE49-F238E27FC236}">
                <a16:creationId xmlns:a16="http://schemas.microsoft.com/office/drawing/2014/main" id="{CDEF1571-E3BB-449D-A0C6-0965FFCEE257}"/>
              </a:ext>
            </a:extLst>
          </p:cNvPr>
          <p:cNvSpPr>
            <a:spLocks noGrp="1"/>
          </p:cNvSpPr>
          <p:nvPr/>
        </p:nvSpPr>
        <p:spPr>
          <a:xfrm>
            <a:off x="1358220" y="2911274"/>
            <a:ext cx="45341" cy="45341"/>
          </a:xfrm>
          <a:prstGeom prst="ellipse">
            <a:avLst/>
          </a:prstGeom>
          <a:solidFill>
            <a:srgbClr val="007C83">
              <a:alpha val="40000"/>
            </a:srgbClr>
          </a:solidFill>
          <a:ln w="0">
            <a:noFill/>
            <a:prstDash val="solid"/>
          </a:ln>
        </p:spPr>
      </p:sp>
      <p:sp>
        <p:nvSpPr>
          <p:cNvPr id="142" name="a_full_bar_ellipse_141">
            <a:extLst>
              <a:ext uri="{FF2B5EF4-FFF2-40B4-BE49-F238E27FC236}">
                <a16:creationId xmlns:a16="http://schemas.microsoft.com/office/drawing/2014/main" id="{76B942B4-EE60-44F2-B539-C2F5DD4714ED}"/>
              </a:ext>
            </a:extLst>
          </p:cNvPr>
          <p:cNvSpPr>
            <a:spLocks noGrp="1"/>
          </p:cNvSpPr>
          <p:nvPr/>
        </p:nvSpPr>
        <p:spPr>
          <a:xfrm>
            <a:off x="1207198" y="3262999"/>
            <a:ext cx="45341" cy="45341"/>
          </a:xfrm>
          <a:prstGeom prst="ellipse">
            <a:avLst/>
          </a:prstGeom>
          <a:solidFill>
            <a:srgbClr val="007C83">
              <a:alpha val="40000"/>
            </a:srgbClr>
          </a:solidFill>
          <a:ln w="0">
            <a:noFill/>
            <a:prstDash val="solid"/>
          </a:ln>
        </p:spPr>
      </p:sp>
      <p:sp>
        <p:nvSpPr>
          <p:cNvPr id="143" name="a_full_bar_ellipse_142">
            <a:extLst>
              <a:ext uri="{FF2B5EF4-FFF2-40B4-BE49-F238E27FC236}">
                <a16:creationId xmlns:a16="http://schemas.microsoft.com/office/drawing/2014/main" id="{3AE74B41-FFE8-4C3D-A59E-F358E71EEC54}"/>
              </a:ext>
            </a:extLst>
          </p:cNvPr>
          <p:cNvSpPr>
            <a:spLocks noGrp="1"/>
          </p:cNvSpPr>
          <p:nvPr/>
        </p:nvSpPr>
        <p:spPr>
          <a:xfrm>
            <a:off x="1185802" y="2944716"/>
            <a:ext cx="45341" cy="45341"/>
          </a:xfrm>
          <a:prstGeom prst="ellipse">
            <a:avLst/>
          </a:prstGeom>
          <a:solidFill>
            <a:srgbClr val="007C83">
              <a:alpha val="40000"/>
            </a:srgbClr>
          </a:solidFill>
          <a:ln w="0">
            <a:noFill/>
            <a:prstDash val="solid"/>
          </a:ln>
        </p:spPr>
      </p:sp>
      <p:sp>
        <p:nvSpPr>
          <p:cNvPr id="144" name="a_full_bar_ellipse_143">
            <a:extLst>
              <a:ext uri="{FF2B5EF4-FFF2-40B4-BE49-F238E27FC236}">
                <a16:creationId xmlns:a16="http://schemas.microsoft.com/office/drawing/2014/main" id="{53AEF241-4ED6-42A2-A4D9-2C0D4D7EF950}"/>
              </a:ext>
            </a:extLst>
          </p:cNvPr>
          <p:cNvSpPr>
            <a:spLocks noGrp="1"/>
          </p:cNvSpPr>
          <p:nvPr/>
        </p:nvSpPr>
        <p:spPr>
          <a:xfrm>
            <a:off x="1369121" y="2637032"/>
            <a:ext cx="45341" cy="45341"/>
          </a:xfrm>
          <a:prstGeom prst="ellipse">
            <a:avLst/>
          </a:prstGeom>
          <a:solidFill>
            <a:srgbClr val="007C83">
              <a:alpha val="40000"/>
            </a:srgbClr>
          </a:solidFill>
          <a:ln w="0">
            <a:noFill/>
            <a:prstDash val="solid"/>
          </a:ln>
        </p:spPr>
      </p:sp>
      <p:sp>
        <p:nvSpPr>
          <p:cNvPr id="145" name="a_full_bar_ellipse_144">
            <a:extLst>
              <a:ext uri="{FF2B5EF4-FFF2-40B4-BE49-F238E27FC236}">
                <a16:creationId xmlns:a16="http://schemas.microsoft.com/office/drawing/2014/main" id="{75736D8D-FAC2-46A5-8088-E91729D39A65}"/>
              </a:ext>
            </a:extLst>
          </p:cNvPr>
          <p:cNvSpPr>
            <a:spLocks noGrp="1"/>
          </p:cNvSpPr>
          <p:nvPr/>
        </p:nvSpPr>
        <p:spPr>
          <a:xfrm>
            <a:off x="1273310" y="3078897"/>
            <a:ext cx="45341" cy="45341"/>
          </a:xfrm>
          <a:prstGeom prst="ellipse">
            <a:avLst/>
          </a:prstGeom>
          <a:solidFill>
            <a:srgbClr val="007C83">
              <a:alpha val="40000"/>
            </a:srgbClr>
          </a:solidFill>
          <a:ln w="0">
            <a:noFill/>
            <a:prstDash val="solid"/>
          </a:ln>
        </p:spPr>
      </p:sp>
      <p:sp>
        <p:nvSpPr>
          <p:cNvPr id="146" name="a_full_bar_ellipse_145">
            <a:extLst>
              <a:ext uri="{FF2B5EF4-FFF2-40B4-BE49-F238E27FC236}">
                <a16:creationId xmlns:a16="http://schemas.microsoft.com/office/drawing/2014/main" id="{6F25E8DD-5DAA-4AB1-B344-94D6E5E7E07E}"/>
              </a:ext>
            </a:extLst>
          </p:cNvPr>
          <p:cNvSpPr>
            <a:spLocks noGrp="1"/>
          </p:cNvSpPr>
          <p:nvPr/>
        </p:nvSpPr>
        <p:spPr>
          <a:xfrm>
            <a:off x="1197562" y="3691123"/>
            <a:ext cx="45341" cy="45341"/>
          </a:xfrm>
          <a:prstGeom prst="ellipse">
            <a:avLst/>
          </a:prstGeom>
          <a:solidFill>
            <a:srgbClr val="007C83">
              <a:alpha val="40000"/>
            </a:srgbClr>
          </a:solidFill>
          <a:ln w="0">
            <a:noFill/>
            <a:prstDash val="solid"/>
          </a:ln>
        </p:spPr>
      </p:sp>
      <p:sp>
        <p:nvSpPr>
          <p:cNvPr id="147" name="a_full_bar_ellipse_146">
            <a:extLst>
              <a:ext uri="{FF2B5EF4-FFF2-40B4-BE49-F238E27FC236}">
                <a16:creationId xmlns:a16="http://schemas.microsoft.com/office/drawing/2014/main" id="{7D3486CF-8962-4848-905B-F806122394BA}"/>
              </a:ext>
            </a:extLst>
          </p:cNvPr>
          <p:cNvSpPr>
            <a:spLocks noGrp="1"/>
          </p:cNvSpPr>
          <p:nvPr/>
        </p:nvSpPr>
        <p:spPr>
          <a:xfrm>
            <a:off x="1160582" y="3938855"/>
            <a:ext cx="45341" cy="45341"/>
          </a:xfrm>
          <a:prstGeom prst="ellipse">
            <a:avLst/>
          </a:prstGeom>
          <a:solidFill>
            <a:srgbClr val="007C83">
              <a:alpha val="40000"/>
            </a:srgbClr>
          </a:solidFill>
          <a:ln w="0">
            <a:noFill/>
            <a:prstDash val="solid"/>
          </a:ln>
        </p:spPr>
      </p:sp>
      <p:sp>
        <p:nvSpPr>
          <p:cNvPr id="148" name="a_full_bar_ellipse_147">
            <a:extLst>
              <a:ext uri="{FF2B5EF4-FFF2-40B4-BE49-F238E27FC236}">
                <a16:creationId xmlns:a16="http://schemas.microsoft.com/office/drawing/2014/main" id="{707861E7-A14A-41FA-9B7A-3746B21B0BF7}"/>
              </a:ext>
            </a:extLst>
          </p:cNvPr>
          <p:cNvSpPr>
            <a:spLocks noGrp="1"/>
          </p:cNvSpPr>
          <p:nvPr/>
        </p:nvSpPr>
        <p:spPr>
          <a:xfrm>
            <a:off x="1288030" y="2454525"/>
            <a:ext cx="45341" cy="45341"/>
          </a:xfrm>
          <a:prstGeom prst="ellipse">
            <a:avLst/>
          </a:prstGeom>
          <a:solidFill>
            <a:srgbClr val="007C83">
              <a:alpha val="40000"/>
            </a:srgbClr>
          </a:solidFill>
          <a:ln w="0">
            <a:noFill/>
            <a:prstDash val="solid"/>
          </a:ln>
        </p:spPr>
      </p:sp>
      <p:sp>
        <p:nvSpPr>
          <p:cNvPr id="149" name="a_full_bar_ellipse_148">
            <a:extLst>
              <a:ext uri="{FF2B5EF4-FFF2-40B4-BE49-F238E27FC236}">
                <a16:creationId xmlns:a16="http://schemas.microsoft.com/office/drawing/2014/main" id="{18E288A8-9C5A-44FA-B827-2991A2430FAA}"/>
              </a:ext>
            </a:extLst>
          </p:cNvPr>
          <p:cNvSpPr>
            <a:spLocks noGrp="1"/>
          </p:cNvSpPr>
          <p:nvPr/>
        </p:nvSpPr>
        <p:spPr>
          <a:xfrm>
            <a:off x="1267577" y="4457382"/>
            <a:ext cx="45341" cy="45341"/>
          </a:xfrm>
          <a:prstGeom prst="ellipse">
            <a:avLst/>
          </a:prstGeom>
          <a:solidFill>
            <a:srgbClr val="007C83">
              <a:alpha val="40000"/>
            </a:srgbClr>
          </a:solidFill>
          <a:ln w="0">
            <a:noFill/>
            <a:prstDash val="solid"/>
          </a:ln>
        </p:spPr>
      </p:sp>
      <p:sp>
        <p:nvSpPr>
          <p:cNvPr id="150" name="a_full_bar_ellipse_149">
            <a:extLst>
              <a:ext uri="{FF2B5EF4-FFF2-40B4-BE49-F238E27FC236}">
                <a16:creationId xmlns:a16="http://schemas.microsoft.com/office/drawing/2014/main" id="{CA49C799-6505-4BED-AA43-45678A2152DB}"/>
              </a:ext>
            </a:extLst>
          </p:cNvPr>
          <p:cNvSpPr>
            <a:spLocks noGrp="1"/>
          </p:cNvSpPr>
          <p:nvPr/>
        </p:nvSpPr>
        <p:spPr>
          <a:xfrm>
            <a:off x="1209667" y="2482854"/>
            <a:ext cx="45341" cy="45341"/>
          </a:xfrm>
          <a:prstGeom prst="ellipse">
            <a:avLst/>
          </a:prstGeom>
          <a:solidFill>
            <a:srgbClr val="007C83">
              <a:alpha val="40000"/>
            </a:srgbClr>
          </a:solidFill>
          <a:ln w="0">
            <a:noFill/>
            <a:prstDash val="solid"/>
          </a:ln>
        </p:spPr>
      </p:sp>
      <p:sp>
        <p:nvSpPr>
          <p:cNvPr id="151" name="a_full_bar_ellipse_150">
            <a:extLst>
              <a:ext uri="{FF2B5EF4-FFF2-40B4-BE49-F238E27FC236}">
                <a16:creationId xmlns:a16="http://schemas.microsoft.com/office/drawing/2014/main" id="{639AFD9E-483F-4DA8-A9A4-EFBAB276AF90}"/>
              </a:ext>
            </a:extLst>
          </p:cNvPr>
          <p:cNvSpPr>
            <a:spLocks noGrp="1"/>
          </p:cNvSpPr>
          <p:nvPr/>
        </p:nvSpPr>
        <p:spPr>
          <a:xfrm>
            <a:off x="1366688" y="4457382"/>
            <a:ext cx="45341" cy="45341"/>
          </a:xfrm>
          <a:prstGeom prst="ellipse">
            <a:avLst/>
          </a:prstGeom>
          <a:solidFill>
            <a:srgbClr val="007C83">
              <a:alpha val="40000"/>
            </a:srgbClr>
          </a:solidFill>
          <a:ln w="0">
            <a:noFill/>
            <a:prstDash val="solid"/>
          </a:ln>
        </p:spPr>
      </p:sp>
      <p:sp>
        <p:nvSpPr>
          <p:cNvPr id="152" name="a_full_bar_ellipse_151">
            <a:extLst>
              <a:ext uri="{FF2B5EF4-FFF2-40B4-BE49-F238E27FC236}">
                <a16:creationId xmlns:a16="http://schemas.microsoft.com/office/drawing/2014/main" id="{7DB538EE-ADFE-469E-B444-BAA8DE150BDC}"/>
              </a:ext>
            </a:extLst>
          </p:cNvPr>
          <p:cNvSpPr>
            <a:spLocks noGrp="1"/>
          </p:cNvSpPr>
          <p:nvPr/>
        </p:nvSpPr>
        <p:spPr>
          <a:xfrm>
            <a:off x="1205089" y="2960401"/>
            <a:ext cx="45341" cy="45341"/>
          </a:xfrm>
          <a:prstGeom prst="ellipse">
            <a:avLst/>
          </a:prstGeom>
          <a:solidFill>
            <a:srgbClr val="007C83">
              <a:alpha val="40000"/>
            </a:srgbClr>
          </a:solidFill>
          <a:ln w="0">
            <a:noFill/>
            <a:prstDash val="solid"/>
          </a:ln>
        </p:spPr>
      </p:sp>
      <p:sp>
        <p:nvSpPr>
          <p:cNvPr id="153" name="a_full_bar_ellipse_152">
            <a:extLst>
              <a:ext uri="{FF2B5EF4-FFF2-40B4-BE49-F238E27FC236}">
                <a16:creationId xmlns:a16="http://schemas.microsoft.com/office/drawing/2014/main" id="{68E44D98-A406-4987-AB9F-EBBF931D273A}"/>
              </a:ext>
            </a:extLst>
          </p:cNvPr>
          <p:cNvSpPr>
            <a:spLocks noGrp="1"/>
          </p:cNvSpPr>
          <p:nvPr/>
        </p:nvSpPr>
        <p:spPr>
          <a:xfrm>
            <a:off x="1191689" y="3429517"/>
            <a:ext cx="45341" cy="45341"/>
          </a:xfrm>
          <a:prstGeom prst="ellipse">
            <a:avLst/>
          </a:prstGeom>
          <a:solidFill>
            <a:srgbClr val="007C83">
              <a:alpha val="40000"/>
            </a:srgbClr>
          </a:solidFill>
          <a:ln w="0">
            <a:noFill/>
            <a:prstDash val="solid"/>
          </a:ln>
        </p:spPr>
      </p:sp>
      <p:sp>
        <p:nvSpPr>
          <p:cNvPr id="154" name="a_full_bar_ellipse_153">
            <a:extLst>
              <a:ext uri="{FF2B5EF4-FFF2-40B4-BE49-F238E27FC236}">
                <a16:creationId xmlns:a16="http://schemas.microsoft.com/office/drawing/2014/main" id="{AD5E740E-940E-4498-8649-37E3669C4888}"/>
              </a:ext>
            </a:extLst>
          </p:cNvPr>
          <p:cNvSpPr>
            <a:spLocks noGrp="1"/>
          </p:cNvSpPr>
          <p:nvPr/>
        </p:nvSpPr>
        <p:spPr>
          <a:xfrm>
            <a:off x="1204335" y="3113175"/>
            <a:ext cx="45341" cy="45341"/>
          </a:xfrm>
          <a:prstGeom prst="ellipse">
            <a:avLst/>
          </a:prstGeom>
          <a:solidFill>
            <a:srgbClr val="007C83">
              <a:alpha val="40000"/>
            </a:srgbClr>
          </a:solidFill>
          <a:ln w="0">
            <a:noFill/>
            <a:prstDash val="solid"/>
          </a:ln>
        </p:spPr>
      </p:sp>
      <p:sp>
        <p:nvSpPr>
          <p:cNvPr id="155" name="a_full_bar_ellipse_154">
            <a:extLst>
              <a:ext uri="{FF2B5EF4-FFF2-40B4-BE49-F238E27FC236}">
                <a16:creationId xmlns:a16="http://schemas.microsoft.com/office/drawing/2014/main" id="{6FEC4FD0-C3E4-4BBD-83D9-2670D7CA823A}"/>
              </a:ext>
            </a:extLst>
          </p:cNvPr>
          <p:cNvSpPr>
            <a:spLocks noGrp="1"/>
          </p:cNvSpPr>
          <p:nvPr/>
        </p:nvSpPr>
        <p:spPr>
          <a:xfrm>
            <a:off x="1299632" y="3187449"/>
            <a:ext cx="45341" cy="45341"/>
          </a:xfrm>
          <a:prstGeom prst="ellipse">
            <a:avLst/>
          </a:prstGeom>
          <a:solidFill>
            <a:srgbClr val="007C83">
              <a:alpha val="40000"/>
            </a:srgbClr>
          </a:solidFill>
          <a:ln w="0">
            <a:noFill/>
            <a:prstDash val="solid"/>
          </a:ln>
        </p:spPr>
      </p:sp>
      <p:sp>
        <p:nvSpPr>
          <p:cNvPr id="156" name="a_full_bar_ellipse_155">
            <a:extLst>
              <a:ext uri="{FF2B5EF4-FFF2-40B4-BE49-F238E27FC236}">
                <a16:creationId xmlns:a16="http://schemas.microsoft.com/office/drawing/2014/main" id="{4164D6D1-2A8F-4274-A27D-DAA2CB442A7D}"/>
              </a:ext>
            </a:extLst>
          </p:cNvPr>
          <p:cNvSpPr>
            <a:spLocks noGrp="1"/>
          </p:cNvSpPr>
          <p:nvPr/>
        </p:nvSpPr>
        <p:spPr>
          <a:xfrm>
            <a:off x="1203486" y="2295568"/>
            <a:ext cx="45341" cy="45341"/>
          </a:xfrm>
          <a:prstGeom prst="ellipse">
            <a:avLst/>
          </a:prstGeom>
          <a:solidFill>
            <a:srgbClr val="007C83">
              <a:alpha val="40000"/>
            </a:srgbClr>
          </a:solidFill>
          <a:ln w="0">
            <a:noFill/>
            <a:prstDash val="solid"/>
          </a:ln>
        </p:spPr>
      </p:sp>
      <p:sp>
        <p:nvSpPr>
          <p:cNvPr id="157" name="a_full_bar_ellipse_156">
            <a:extLst>
              <a:ext uri="{FF2B5EF4-FFF2-40B4-BE49-F238E27FC236}">
                <a16:creationId xmlns:a16="http://schemas.microsoft.com/office/drawing/2014/main" id="{C20CE842-C7AC-4F47-A5ED-63E0FEA044AE}"/>
              </a:ext>
            </a:extLst>
          </p:cNvPr>
          <p:cNvSpPr>
            <a:spLocks noGrp="1"/>
          </p:cNvSpPr>
          <p:nvPr/>
        </p:nvSpPr>
        <p:spPr>
          <a:xfrm>
            <a:off x="1214352" y="2290371"/>
            <a:ext cx="45341" cy="45341"/>
          </a:xfrm>
          <a:prstGeom prst="ellipse">
            <a:avLst/>
          </a:prstGeom>
          <a:solidFill>
            <a:srgbClr val="007C83">
              <a:alpha val="40000"/>
            </a:srgbClr>
          </a:solidFill>
          <a:ln w="0">
            <a:noFill/>
            <a:prstDash val="solid"/>
          </a:ln>
        </p:spPr>
      </p:sp>
      <p:sp>
        <p:nvSpPr>
          <p:cNvPr id="158" name="a_full_bar_ellipse_157">
            <a:extLst>
              <a:ext uri="{FF2B5EF4-FFF2-40B4-BE49-F238E27FC236}">
                <a16:creationId xmlns:a16="http://schemas.microsoft.com/office/drawing/2014/main" id="{B36E9E61-79FE-4AE7-8566-01280FFDCFAF}"/>
              </a:ext>
            </a:extLst>
          </p:cNvPr>
          <p:cNvSpPr>
            <a:spLocks noGrp="1"/>
          </p:cNvSpPr>
          <p:nvPr/>
        </p:nvSpPr>
        <p:spPr>
          <a:xfrm>
            <a:off x="1235150" y="4457382"/>
            <a:ext cx="45341" cy="45341"/>
          </a:xfrm>
          <a:prstGeom prst="ellipse">
            <a:avLst/>
          </a:prstGeom>
          <a:solidFill>
            <a:srgbClr val="007C83">
              <a:alpha val="40000"/>
            </a:srgbClr>
          </a:solidFill>
          <a:ln w="0">
            <a:noFill/>
            <a:prstDash val="solid"/>
          </a:ln>
        </p:spPr>
      </p:sp>
      <p:sp>
        <p:nvSpPr>
          <p:cNvPr id="159" name="a_full_bar_ellipse_158">
            <a:extLst>
              <a:ext uri="{FF2B5EF4-FFF2-40B4-BE49-F238E27FC236}">
                <a16:creationId xmlns:a16="http://schemas.microsoft.com/office/drawing/2014/main" id="{DF54B0F6-77B4-4EB4-9C43-DE782AF69AA0}"/>
              </a:ext>
            </a:extLst>
          </p:cNvPr>
          <p:cNvSpPr>
            <a:spLocks noGrp="1"/>
          </p:cNvSpPr>
          <p:nvPr/>
        </p:nvSpPr>
        <p:spPr>
          <a:xfrm>
            <a:off x="1282969" y="2773661"/>
            <a:ext cx="45341" cy="45341"/>
          </a:xfrm>
          <a:prstGeom prst="ellipse">
            <a:avLst/>
          </a:prstGeom>
          <a:solidFill>
            <a:srgbClr val="007C83">
              <a:alpha val="40000"/>
            </a:srgbClr>
          </a:solidFill>
          <a:ln w="0">
            <a:noFill/>
            <a:prstDash val="solid"/>
          </a:ln>
        </p:spPr>
      </p:sp>
      <p:sp>
        <p:nvSpPr>
          <p:cNvPr id="160" name="a_full_bar_ellipse_159">
            <a:extLst>
              <a:ext uri="{FF2B5EF4-FFF2-40B4-BE49-F238E27FC236}">
                <a16:creationId xmlns:a16="http://schemas.microsoft.com/office/drawing/2014/main" id="{FE9AC98C-8F70-49FF-A024-73EFE505CC25}"/>
              </a:ext>
            </a:extLst>
          </p:cNvPr>
          <p:cNvSpPr>
            <a:spLocks noGrp="1"/>
          </p:cNvSpPr>
          <p:nvPr/>
        </p:nvSpPr>
        <p:spPr>
          <a:xfrm>
            <a:off x="1366371" y="2404650"/>
            <a:ext cx="45341" cy="45341"/>
          </a:xfrm>
          <a:prstGeom prst="ellipse">
            <a:avLst/>
          </a:prstGeom>
          <a:solidFill>
            <a:srgbClr val="007C83">
              <a:alpha val="40000"/>
            </a:srgbClr>
          </a:solidFill>
          <a:ln w="0">
            <a:noFill/>
            <a:prstDash val="solid"/>
          </a:ln>
        </p:spPr>
      </p:sp>
      <p:sp>
        <p:nvSpPr>
          <p:cNvPr id="161" name="a_full_bar_ellipse_160">
            <a:extLst>
              <a:ext uri="{FF2B5EF4-FFF2-40B4-BE49-F238E27FC236}">
                <a16:creationId xmlns:a16="http://schemas.microsoft.com/office/drawing/2014/main" id="{2686C8D2-3615-4A51-963E-39BFBB14CA36}"/>
              </a:ext>
            </a:extLst>
          </p:cNvPr>
          <p:cNvSpPr>
            <a:spLocks noGrp="1"/>
          </p:cNvSpPr>
          <p:nvPr/>
        </p:nvSpPr>
        <p:spPr>
          <a:xfrm>
            <a:off x="1331333" y="3057089"/>
            <a:ext cx="45341" cy="45341"/>
          </a:xfrm>
          <a:prstGeom prst="ellipse">
            <a:avLst/>
          </a:prstGeom>
          <a:solidFill>
            <a:srgbClr val="007C83">
              <a:alpha val="40000"/>
            </a:srgbClr>
          </a:solidFill>
          <a:ln w="0">
            <a:noFill/>
            <a:prstDash val="solid"/>
          </a:ln>
        </p:spPr>
      </p:sp>
      <p:sp>
        <p:nvSpPr>
          <p:cNvPr id="162" name="a_full_bar_ellipse_161">
            <a:extLst>
              <a:ext uri="{FF2B5EF4-FFF2-40B4-BE49-F238E27FC236}">
                <a16:creationId xmlns:a16="http://schemas.microsoft.com/office/drawing/2014/main" id="{F00D963F-C895-4E98-A121-25423871DDDC}"/>
              </a:ext>
            </a:extLst>
          </p:cNvPr>
          <p:cNvSpPr>
            <a:spLocks noGrp="1"/>
          </p:cNvSpPr>
          <p:nvPr/>
        </p:nvSpPr>
        <p:spPr>
          <a:xfrm>
            <a:off x="1332746" y="2980956"/>
            <a:ext cx="45341" cy="45341"/>
          </a:xfrm>
          <a:prstGeom prst="ellipse">
            <a:avLst/>
          </a:prstGeom>
          <a:solidFill>
            <a:srgbClr val="007C83">
              <a:alpha val="40000"/>
            </a:srgbClr>
          </a:solidFill>
          <a:ln w="0">
            <a:noFill/>
            <a:prstDash val="solid"/>
          </a:ln>
        </p:spPr>
      </p:sp>
      <p:sp>
        <p:nvSpPr>
          <p:cNvPr id="163" name="a_full_bar_ellipse_162">
            <a:extLst>
              <a:ext uri="{FF2B5EF4-FFF2-40B4-BE49-F238E27FC236}">
                <a16:creationId xmlns:a16="http://schemas.microsoft.com/office/drawing/2014/main" id="{7583DA69-F0B3-437F-B40D-8B7FED217AB7}"/>
              </a:ext>
            </a:extLst>
          </p:cNvPr>
          <p:cNvSpPr>
            <a:spLocks noGrp="1"/>
          </p:cNvSpPr>
          <p:nvPr/>
        </p:nvSpPr>
        <p:spPr>
          <a:xfrm>
            <a:off x="1319622" y="2482270"/>
            <a:ext cx="45341" cy="45341"/>
          </a:xfrm>
          <a:prstGeom prst="ellipse">
            <a:avLst/>
          </a:prstGeom>
          <a:solidFill>
            <a:srgbClr val="007C83">
              <a:alpha val="40000"/>
            </a:srgbClr>
          </a:solidFill>
          <a:ln w="0">
            <a:noFill/>
            <a:prstDash val="solid"/>
          </a:ln>
        </p:spPr>
      </p:sp>
      <p:sp>
        <p:nvSpPr>
          <p:cNvPr id="164" name="a_full_bar_ellipse_163">
            <a:extLst>
              <a:ext uri="{FF2B5EF4-FFF2-40B4-BE49-F238E27FC236}">
                <a16:creationId xmlns:a16="http://schemas.microsoft.com/office/drawing/2014/main" id="{63B87A13-000F-41D1-91B0-0EB003AB352B}"/>
              </a:ext>
            </a:extLst>
          </p:cNvPr>
          <p:cNvSpPr>
            <a:spLocks noGrp="1"/>
          </p:cNvSpPr>
          <p:nvPr/>
        </p:nvSpPr>
        <p:spPr>
          <a:xfrm>
            <a:off x="1312557" y="2539304"/>
            <a:ext cx="45341" cy="45341"/>
          </a:xfrm>
          <a:prstGeom prst="ellipse">
            <a:avLst/>
          </a:prstGeom>
          <a:solidFill>
            <a:srgbClr val="007C83">
              <a:alpha val="40000"/>
            </a:srgbClr>
          </a:solidFill>
          <a:ln w="0">
            <a:noFill/>
            <a:prstDash val="solid"/>
          </a:ln>
        </p:spPr>
      </p:sp>
      <p:sp>
        <p:nvSpPr>
          <p:cNvPr id="165" name="a_full_bar_ellipse_164">
            <a:extLst>
              <a:ext uri="{FF2B5EF4-FFF2-40B4-BE49-F238E27FC236}">
                <a16:creationId xmlns:a16="http://schemas.microsoft.com/office/drawing/2014/main" id="{B9B5B4D9-29D6-48D6-A2AE-159E5C63D524}"/>
              </a:ext>
            </a:extLst>
          </p:cNvPr>
          <p:cNvSpPr>
            <a:spLocks noGrp="1"/>
          </p:cNvSpPr>
          <p:nvPr/>
        </p:nvSpPr>
        <p:spPr>
          <a:xfrm>
            <a:off x="1344544" y="3093893"/>
            <a:ext cx="45341" cy="45341"/>
          </a:xfrm>
          <a:prstGeom prst="ellipse">
            <a:avLst/>
          </a:prstGeom>
          <a:solidFill>
            <a:srgbClr val="007C83">
              <a:alpha val="40000"/>
            </a:srgbClr>
          </a:solidFill>
          <a:ln w="0">
            <a:noFill/>
            <a:prstDash val="solid"/>
          </a:ln>
        </p:spPr>
      </p:sp>
      <p:sp>
        <p:nvSpPr>
          <p:cNvPr id="166" name="a_full_bar_ellipse_165">
            <a:extLst>
              <a:ext uri="{FF2B5EF4-FFF2-40B4-BE49-F238E27FC236}">
                <a16:creationId xmlns:a16="http://schemas.microsoft.com/office/drawing/2014/main" id="{B343036F-E51C-4394-A42B-993BD7DADD45}"/>
              </a:ext>
            </a:extLst>
          </p:cNvPr>
          <p:cNvSpPr>
            <a:spLocks noGrp="1"/>
          </p:cNvSpPr>
          <p:nvPr/>
        </p:nvSpPr>
        <p:spPr>
          <a:xfrm>
            <a:off x="1348095" y="2305133"/>
            <a:ext cx="45341" cy="45341"/>
          </a:xfrm>
          <a:prstGeom prst="ellipse">
            <a:avLst/>
          </a:prstGeom>
          <a:solidFill>
            <a:srgbClr val="007C83">
              <a:alpha val="40000"/>
            </a:srgbClr>
          </a:solidFill>
          <a:ln w="0">
            <a:noFill/>
            <a:prstDash val="solid"/>
          </a:ln>
        </p:spPr>
      </p:sp>
      <p:sp>
        <p:nvSpPr>
          <p:cNvPr id="167" name="a_full_bar_ellipse_166">
            <a:extLst>
              <a:ext uri="{FF2B5EF4-FFF2-40B4-BE49-F238E27FC236}">
                <a16:creationId xmlns:a16="http://schemas.microsoft.com/office/drawing/2014/main" id="{E9AB2A82-9A50-4C78-91E8-553A47BE25A8}"/>
              </a:ext>
            </a:extLst>
          </p:cNvPr>
          <p:cNvSpPr>
            <a:spLocks noGrp="1"/>
          </p:cNvSpPr>
          <p:nvPr/>
        </p:nvSpPr>
        <p:spPr>
          <a:xfrm>
            <a:off x="1160916" y="2874364"/>
            <a:ext cx="45341" cy="45341"/>
          </a:xfrm>
          <a:prstGeom prst="ellipse">
            <a:avLst/>
          </a:prstGeom>
          <a:solidFill>
            <a:srgbClr val="007C83">
              <a:alpha val="40000"/>
            </a:srgbClr>
          </a:solidFill>
          <a:ln w="0">
            <a:noFill/>
            <a:prstDash val="solid"/>
          </a:ln>
        </p:spPr>
      </p:sp>
      <p:sp>
        <p:nvSpPr>
          <p:cNvPr id="168" name="a_full_bar_ellipse_167">
            <a:extLst>
              <a:ext uri="{FF2B5EF4-FFF2-40B4-BE49-F238E27FC236}">
                <a16:creationId xmlns:a16="http://schemas.microsoft.com/office/drawing/2014/main" id="{82DC58E5-7108-4303-A193-447F125D6B20}"/>
              </a:ext>
            </a:extLst>
          </p:cNvPr>
          <p:cNvSpPr>
            <a:spLocks noGrp="1"/>
          </p:cNvSpPr>
          <p:nvPr/>
        </p:nvSpPr>
        <p:spPr>
          <a:xfrm>
            <a:off x="1203590" y="2633351"/>
            <a:ext cx="45341" cy="45341"/>
          </a:xfrm>
          <a:prstGeom prst="ellipse">
            <a:avLst/>
          </a:prstGeom>
          <a:solidFill>
            <a:srgbClr val="007C83">
              <a:alpha val="40000"/>
            </a:srgbClr>
          </a:solidFill>
          <a:ln w="0">
            <a:noFill/>
            <a:prstDash val="solid"/>
          </a:ln>
        </p:spPr>
      </p:sp>
      <p:sp>
        <p:nvSpPr>
          <p:cNvPr id="169" name="a_full_bar_ellipse_168">
            <a:extLst>
              <a:ext uri="{FF2B5EF4-FFF2-40B4-BE49-F238E27FC236}">
                <a16:creationId xmlns:a16="http://schemas.microsoft.com/office/drawing/2014/main" id="{200FE181-337B-4727-A53B-AEA8A5CCD38A}"/>
              </a:ext>
            </a:extLst>
          </p:cNvPr>
          <p:cNvSpPr>
            <a:spLocks noGrp="1"/>
          </p:cNvSpPr>
          <p:nvPr/>
        </p:nvSpPr>
        <p:spPr>
          <a:xfrm>
            <a:off x="1249878" y="4457382"/>
            <a:ext cx="45341" cy="45341"/>
          </a:xfrm>
          <a:prstGeom prst="ellipse">
            <a:avLst/>
          </a:prstGeom>
          <a:solidFill>
            <a:srgbClr val="007C83">
              <a:alpha val="40000"/>
            </a:srgbClr>
          </a:solidFill>
          <a:ln w="0">
            <a:noFill/>
            <a:prstDash val="solid"/>
          </a:ln>
        </p:spPr>
      </p:sp>
      <p:sp>
        <p:nvSpPr>
          <p:cNvPr id="170" name="a_full_bar_ellipse_169">
            <a:extLst>
              <a:ext uri="{FF2B5EF4-FFF2-40B4-BE49-F238E27FC236}">
                <a16:creationId xmlns:a16="http://schemas.microsoft.com/office/drawing/2014/main" id="{5D025737-056B-49B9-8BE4-716AA9C40695}"/>
              </a:ext>
            </a:extLst>
          </p:cNvPr>
          <p:cNvSpPr>
            <a:spLocks noGrp="1"/>
          </p:cNvSpPr>
          <p:nvPr/>
        </p:nvSpPr>
        <p:spPr>
          <a:xfrm>
            <a:off x="1338972" y="2822222"/>
            <a:ext cx="45341" cy="45341"/>
          </a:xfrm>
          <a:prstGeom prst="ellipse">
            <a:avLst/>
          </a:prstGeom>
          <a:solidFill>
            <a:srgbClr val="007C83">
              <a:alpha val="40000"/>
            </a:srgbClr>
          </a:solidFill>
          <a:ln w="0">
            <a:noFill/>
            <a:prstDash val="solid"/>
          </a:ln>
        </p:spPr>
      </p:sp>
      <p:sp>
        <p:nvSpPr>
          <p:cNvPr id="171" name="a_full_bar_ellipse_170">
            <a:extLst>
              <a:ext uri="{FF2B5EF4-FFF2-40B4-BE49-F238E27FC236}">
                <a16:creationId xmlns:a16="http://schemas.microsoft.com/office/drawing/2014/main" id="{8F89EB4A-7B30-418F-A050-8ACAB5ED615B}"/>
              </a:ext>
            </a:extLst>
          </p:cNvPr>
          <p:cNvSpPr>
            <a:spLocks noGrp="1"/>
          </p:cNvSpPr>
          <p:nvPr/>
        </p:nvSpPr>
        <p:spPr>
          <a:xfrm>
            <a:off x="1184824" y="2501573"/>
            <a:ext cx="45341" cy="45341"/>
          </a:xfrm>
          <a:prstGeom prst="ellipse">
            <a:avLst/>
          </a:prstGeom>
          <a:solidFill>
            <a:srgbClr val="007C83">
              <a:alpha val="40000"/>
            </a:srgbClr>
          </a:solidFill>
          <a:ln w="0">
            <a:noFill/>
            <a:prstDash val="solid"/>
          </a:ln>
        </p:spPr>
      </p:sp>
      <p:sp>
        <p:nvSpPr>
          <p:cNvPr id="172" name="a_full_bar_ellipse_171">
            <a:extLst>
              <a:ext uri="{FF2B5EF4-FFF2-40B4-BE49-F238E27FC236}">
                <a16:creationId xmlns:a16="http://schemas.microsoft.com/office/drawing/2014/main" id="{C3AC7521-FF7D-4A09-88FF-1DE6531DCFD0}"/>
              </a:ext>
            </a:extLst>
          </p:cNvPr>
          <p:cNvSpPr>
            <a:spLocks noGrp="1"/>
          </p:cNvSpPr>
          <p:nvPr/>
        </p:nvSpPr>
        <p:spPr>
          <a:xfrm>
            <a:off x="1267649" y="2146943"/>
            <a:ext cx="45341" cy="45341"/>
          </a:xfrm>
          <a:prstGeom prst="ellipse">
            <a:avLst/>
          </a:prstGeom>
          <a:solidFill>
            <a:srgbClr val="007C83">
              <a:alpha val="40000"/>
            </a:srgbClr>
          </a:solidFill>
          <a:ln w="0">
            <a:noFill/>
            <a:prstDash val="solid"/>
          </a:ln>
        </p:spPr>
      </p:sp>
      <p:sp>
        <p:nvSpPr>
          <p:cNvPr id="173" name="a_full_bar_ellipse_172">
            <a:extLst>
              <a:ext uri="{FF2B5EF4-FFF2-40B4-BE49-F238E27FC236}">
                <a16:creationId xmlns:a16="http://schemas.microsoft.com/office/drawing/2014/main" id="{5CFE781C-AA71-4CD7-9155-188A12E9E6BE}"/>
              </a:ext>
            </a:extLst>
          </p:cNvPr>
          <p:cNvSpPr>
            <a:spLocks noGrp="1"/>
          </p:cNvSpPr>
          <p:nvPr/>
        </p:nvSpPr>
        <p:spPr>
          <a:xfrm>
            <a:off x="1227598" y="3180093"/>
            <a:ext cx="45341" cy="45341"/>
          </a:xfrm>
          <a:prstGeom prst="ellipse">
            <a:avLst/>
          </a:prstGeom>
          <a:solidFill>
            <a:srgbClr val="007C83">
              <a:alpha val="40000"/>
            </a:srgbClr>
          </a:solidFill>
          <a:ln w="0">
            <a:noFill/>
            <a:prstDash val="solid"/>
          </a:ln>
        </p:spPr>
      </p:sp>
      <p:sp>
        <p:nvSpPr>
          <p:cNvPr id="174" name="a_full_bar_ellipse_173">
            <a:extLst>
              <a:ext uri="{FF2B5EF4-FFF2-40B4-BE49-F238E27FC236}">
                <a16:creationId xmlns:a16="http://schemas.microsoft.com/office/drawing/2014/main" id="{2B515CA2-82AF-4764-ABAB-9B62EA1504A0}"/>
              </a:ext>
            </a:extLst>
          </p:cNvPr>
          <p:cNvSpPr>
            <a:spLocks noGrp="1"/>
          </p:cNvSpPr>
          <p:nvPr/>
        </p:nvSpPr>
        <p:spPr>
          <a:xfrm>
            <a:off x="1206823" y="4457382"/>
            <a:ext cx="45341" cy="45341"/>
          </a:xfrm>
          <a:prstGeom prst="ellipse">
            <a:avLst/>
          </a:prstGeom>
          <a:solidFill>
            <a:srgbClr val="007C83">
              <a:alpha val="40000"/>
            </a:srgbClr>
          </a:solidFill>
          <a:ln w="0">
            <a:noFill/>
            <a:prstDash val="solid"/>
          </a:ln>
        </p:spPr>
      </p:sp>
      <p:sp>
        <p:nvSpPr>
          <p:cNvPr id="175" name="a_full_bar_ellipse_174">
            <a:extLst>
              <a:ext uri="{FF2B5EF4-FFF2-40B4-BE49-F238E27FC236}">
                <a16:creationId xmlns:a16="http://schemas.microsoft.com/office/drawing/2014/main" id="{86DB559A-B707-46F4-82F0-3A5B80CE2F41}"/>
              </a:ext>
            </a:extLst>
          </p:cNvPr>
          <p:cNvSpPr>
            <a:spLocks noGrp="1"/>
          </p:cNvSpPr>
          <p:nvPr/>
        </p:nvSpPr>
        <p:spPr>
          <a:xfrm>
            <a:off x="1188092" y="4265948"/>
            <a:ext cx="45341" cy="45341"/>
          </a:xfrm>
          <a:prstGeom prst="ellipse">
            <a:avLst/>
          </a:prstGeom>
          <a:solidFill>
            <a:srgbClr val="007C83">
              <a:alpha val="40000"/>
            </a:srgbClr>
          </a:solidFill>
          <a:ln w="0">
            <a:noFill/>
            <a:prstDash val="solid"/>
          </a:ln>
        </p:spPr>
      </p:sp>
      <p:sp>
        <p:nvSpPr>
          <p:cNvPr id="176" name="a_full_bar_ellipse_175">
            <a:extLst>
              <a:ext uri="{FF2B5EF4-FFF2-40B4-BE49-F238E27FC236}">
                <a16:creationId xmlns:a16="http://schemas.microsoft.com/office/drawing/2014/main" id="{9C091F6C-14C1-4B77-A4A9-7987D7C5F53A}"/>
              </a:ext>
            </a:extLst>
          </p:cNvPr>
          <p:cNvSpPr>
            <a:spLocks noGrp="1"/>
          </p:cNvSpPr>
          <p:nvPr/>
        </p:nvSpPr>
        <p:spPr>
          <a:xfrm>
            <a:off x="1249314" y="3170014"/>
            <a:ext cx="45341" cy="45341"/>
          </a:xfrm>
          <a:prstGeom prst="ellipse">
            <a:avLst/>
          </a:prstGeom>
          <a:solidFill>
            <a:srgbClr val="007C83">
              <a:alpha val="40000"/>
            </a:srgbClr>
          </a:solidFill>
          <a:ln w="0">
            <a:noFill/>
            <a:prstDash val="solid"/>
          </a:ln>
        </p:spPr>
      </p:sp>
      <p:sp>
        <p:nvSpPr>
          <p:cNvPr id="177" name="a_full_bar_ellipse_176">
            <a:extLst>
              <a:ext uri="{FF2B5EF4-FFF2-40B4-BE49-F238E27FC236}">
                <a16:creationId xmlns:a16="http://schemas.microsoft.com/office/drawing/2014/main" id="{27E2DCDB-0D8A-452A-9CF2-1110E2885CC2}"/>
              </a:ext>
            </a:extLst>
          </p:cNvPr>
          <p:cNvSpPr>
            <a:spLocks noGrp="1"/>
          </p:cNvSpPr>
          <p:nvPr/>
        </p:nvSpPr>
        <p:spPr>
          <a:xfrm>
            <a:off x="1254686" y="2835662"/>
            <a:ext cx="45341" cy="45341"/>
          </a:xfrm>
          <a:prstGeom prst="ellipse">
            <a:avLst/>
          </a:prstGeom>
          <a:solidFill>
            <a:srgbClr val="007C83">
              <a:alpha val="40000"/>
            </a:srgbClr>
          </a:solidFill>
          <a:ln w="0">
            <a:noFill/>
            <a:prstDash val="solid"/>
          </a:ln>
        </p:spPr>
      </p:sp>
      <p:sp>
        <p:nvSpPr>
          <p:cNvPr id="178" name="a_full_bar_ellipse_177">
            <a:extLst>
              <a:ext uri="{FF2B5EF4-FFF2-40B4-BE49-F238E27FC236}">
                <a16:creationId xmlns:a16="http://schemas.microsoft.com/office/drawing/2014/main" id="{FC14E008-F2D8-4E7E-8028-14A5B26D2DF6}"/>
              </a:ext>
            </a:extLst>
          </p:cNvPr>
          <p:cNvSpPr>
            <a:spLocks noGrp="1"/>
          </p:cNvSpPr>
          <p:nvPr/>
        </p:nvSpPr>
        <p:spPr>
          <a:xfrm>
            <a:off x="1259056" y="4161516"/>
            <a:ext cx="45341" cy="45341"/>
          </a:xfrm>
          <a:prstGeom prst="ellipse">
            <a:avLst/>
          </a:prstGeom>
          <a:solidFill>
            <a:srgbClr val="007C83">
              <a:alpha val="40000"/>
            </a:srgbClr>
          </a:solidFill>
          <a:ln w="0">
            <a:noFill/>
            <a:prstDash val="solid"/>
          </a:ln>
        </p:spPr>
      </p:sp>
      <p:sp>
        <p:nvSpPr>
          <p:cNvPr id="179" name="a_full_bar_ellipse_178">
            <a:extLst>
              <a:ext uri="{FF2B5EF4-FFF2-40B4-BE49-F238E27FC236}">
                <a16:creationId xmlns:a16="http://schemas.microsoft.com/office/drawing/2014/main" id="{29B0CD54-D371-4A46-BA5F-004A9D5D20B2}"/>
              </a:ext>
            </a:extLst>
          </p:cNvPr>
          <p:cNvSpPr>
            <a:spLocks noGrp="1"/>
          </p:cNvSpPr>
          <p:nvPr/>
        </p:nvSpPr>
        <p:spPr>
          <a:xfrm>
            <a:off x="1207603" y="2756459"/>
            <a:ext cx="45341" cy="45341"/>
          </a:xfrm>
          <a:prstGeom prst="ellipse">
            <a:avLst/>
          </a:prstGeom>
          <a:solidFill>
            <a:srgbClr val="007C83">
              <a:alpha val="40000"/>
            </a:srgbClr>
          </a:solidFill>
          <a:ln w="0">
            <a:noFill/>
            <a:prstDash val="solid"/>
          </a:ln>
        </p:spPr>
      </p:sp>
      <p:sp>
        <p:nvSpPr>
          <p:cNvPr id="180" name="a_full_bar_ellipse_179">
            <a:extLst>
              <a:ext uri="{FF2B5EF4-FFF2-40B4-BE49-F238E27FC236}">
                <a16:creationId xmlns:a16="http://schemas.microsoft.com/office/drawing/2014/main" id="{2DBCD4CF-5F5D-4ADB-AED2-9C6DF4A622F1}"/>
              </a:ext>
            </a:extLst>
          </p:cNvPr>
          <p:cNvSpPr>
            <a:spLocks noGrp="1"/>
          </p:cNvSpPr>
          <p:nvPr/>
        </p:nvSpPr>
        <p:spPr>
          <a:xfrm>
            <a:off x="1315897" y="2571477"/>
            <a:ext cx="45341" cy="45341"/>
          </a:xfrm>
          <a:prstGeom prst="ellipse">
            <a:avLst/>
          </a:prstGeom>
          <a:solidFill>
            <a:srgbClr val="007C83">
              <a:alpha val="40000"/>
            </a:srgbClr>
          </a:solidFill>
          <a:ln w="0">
            <a:noFill/>
            <a:prstDash val="solid"/>
          </a:ln>
        </p:spPr>
      </p:sp>
      <p:sp>
        <p:nvSpPr>
          <p:cNvPr id="181" name="a_full_bar_ellipse_180">
            <a:extLst>
              <a:ext uri="{FF2B5EF4-FFF2-40B4-BE49-F238E27FC236}">
                <a16:creationId xmlns:a16="http://schemas.microsoft.com/office/drawing/2014/main" id="{800046D8-3494-41A7-BC41-5C13EE1D3750}"/>
              </a:ext>
            </a:extLst>
          </p:cNvPr>
          <p:cNvSpPr>
            <a:spLocks noGrp="1"/>
          </p:cNvSpPr>
          <p:nvPr/>
        </p:nvSpPr>
        <p:spPr>
          <a:xfrm>
            <a:off x="1229330" y="2296176"/>
            <a:ext cx="45341" cy="45341"/>
          </a:xfrm>
          <a:prstGeom prst="ellipse">
            <a:avLst/>
          </a:prstGeom>
          <a:solidFill>
            <a:srgbClr val="007C83">
              <a:alpha val="40000"/>
            </a:srgbClr>
          </a:solidFill>
          <a:ln w="0">
            <a:noFill/>
            <a:prstDash val="solid"/>
          </a:ln>
        </p:spPr>
      </p:sp>
      <p:sp>
        <p:nvSpPr>
          <p:cNvPr id="182" name="a_full_bar_ellipse_181">
            <a:extLst>
              <a:ext uri="{FF2B5EF4-FFF2-40B4-BE49-F238E27FC236}">
                <a16:creationId xmlns:a16="http://schemas.microsoft.com/office/drawing/2014/main" id="{B0101BBE-280A-4DF5-BB36-2BA22EC01E98}"/>
              </a:ext>
            </a:extLst>
          </p:cNvPr>
          <p:cNvSpPr>
            <a:spLocks noGrp="1"/>
          </p:cNvSpPr>
          <p:nvPr/>
        </p:nvSpPr>
        <p:spPr>
          <a:xfrm>
            <a:off x="1236641" y="2484323"/>
            <a:ext cx="45341" cy="45341"/>
          </a:xfrm>
          <a:prstGeom prst="ellipse">
            <a:avLst/>
          </a:prstGeom>
          <a:solidFill>
            <a:srgbClr val="007C83">
              <a:alpha val="40000"/>
            </a:srgbClr>
          </a:solidFill>
          <a:ln w="0">
            <a:noFill/>
            <a:prstDash val="solid"/>
          </a:ln>
        </p:spPr>
      </p:sp>
      <p:sp>
        <p:nvSpPr>
          <p:cNvPr id="183" name="a_full_bar_ellipse_182">
            <a:extLst>
              <a:ext uri="{FF2B5EF4-FFF2-40B4-BE49-F238E27FC236}">
                <a16:creationId xmlns:a16="http://schemas.microsoft.com/office/drawing/2014/main" id="{15AE9591-E721-43FF-B5E9-231B9F22FD27}"/>
              </a:ext>
            </a:extLst>
          </p:cNvPr>
          <p:cNvSpPr>
            <a:spLocks noGrp="1"/>
          </p:cNvSpPr>
          <p:nvPr/>
        </p:nvSpPr>
        <p:spPr>
          <a:xfrm>
            <a:off x="1165492" y="3743388"/>
            <a:ext cx="45341" cy="45341"/>
          </a:xfrm>
          <a:prstGeom prst="ellipse">
            <a:avLst/>
          </a:prstGeom>
          <a:solidFill>
            <a:srgbClr val="007C83">
              <a:alpha val="40000"/>
            </a:srgbClr>
          </a:solidFill>
          <a:ln w="0">
            <a:noFill/>
            <a:prstDash val="solid"/>
          </a:ln>
        </p:spPr>
      </p:sp>
      <p:sp>
        <p:nvSpPr>
          <p:cNvPr id="184" name="a_full_bar_ellipse_183">
            <a:extLst>
              <a:ext uri="{FF2B5EF4-FFF2-40B4-BE49-F238E27FC236}">
                <a16:creationId xmlns:a16="http://schemas.microsoft.com/office/drawing/2014/main" id="{37F9ABEB-42D3-43E3-B35B-E2DDCD99E8C8}"/>
              </a:ext>
            </a:extLst>
          </p:cNvPr>
          <p:cNvSpPr>
            <a:spLocks noGrp="1"/>
          </p:cNvSpPr>
          <p:nvPr/>
        </p:nvSpPr>
        <p:spPr>
          <a:xfrm>
            <a:off x="1272793" y="2981278"/>
            <a:ext cx="45341" cy="45341"/>
          </a:xfrm>
          <a:prstGeom prst="ellipse">
            <a:avLst/>
          </a:prstGeom>
          <a:solidFill>
            <a:srgbClr val="007C83">
              <a:alpha val="40000"/>
            </a:srgbClr>
          </a:solidFill>
          <a:ln w="0">
            <a:noFill/>
            <a:prstDash val="solid"/>
          </a:ln>
        </p:spPr>
      </p:sp>
      <p:sp>
        <p:nvSpPr>
          <p:cNvPr id="185" name="a_full_bar_ellipse_184">
            <a:extLst>
              <a:ext uri="{FF2B5EF4-FFF2-40B4-BE49-F238E27FC236}">
                <a16:creationId xmlns:a16="http://schemas.microsoft.com/office/drawing/2014/main" id="{37DC87AE-2D91-44AB-9E48-03C5F79A28EB}"/>
              </a:ext>
            </a:extLst>
          </p:cNvPr>
          <p:cNvSpPr>
            <a:spLocks noGrp="1"/>
          </p:cNvSpPr>
          <p:nvPr/>
        </p:nvSpPr>
        <p:spPr>
          <a:xfrm>
            <a:off x="1343212" y="3960702"/>
            <a:ext cx="45341" cy="45341"/>
          </a:xfrm>
          <a:prstGeom prst="ellipse">
            <a:avLst/>
          </a:prstGeom>
          <a:solidFill>
            <a:srgbClr val="007C83">
              <a:alpha val="40000"/>
            </a:srgbClr>
          </a:solidFill>
          <a:ln w="0">
            <a:noFill/>
            <a:prstDash val="solid"/>
          </a:ln>
        </p:spPr>
      </p:sp>
      <p:sp>
        <p:nvSpPr>
          <p:cNvPr id="186" name="a_full_bar_ellipse_185">
            <a:extLst>
              <a:ext uri="{FF2B5EF4-FFF2-40B4-BE49-F238E27FC236}">
                <a16:creationId xmlns:a16="http://schemas.microsoft.com/office/drawing/2014/main" id="{DFF47A87-27DE-41F8-A8E4-BD05E59D4AB8}"/>
              </a:ext>
            </a:extLst>
          </p:cNvPr>
          <p:cNvSpPr>
            <a:spLocks noGrp="1"/>
          </p:cNvSpPr>
          <p:nvPr/>
        </p:nvSpPr>
        <p:spPr>
          <a:xfrm>
            <a:off x="1185942" y="3470635"/>
            <a:ext cx="45341" cy="45341"/>
          </a:xfrm>
          <a:prstGeom prst="ellipse">
            <a:avLst/>
          </a:prstGeom>
          <a:solidFill>
            <a:srgbClr val="007C83">
              <a:alpha val="40000"/>
            </a:srgbClr>
          </a:solidFill>
          <a:ln w="0">
            <a:noFill/>
            <a:prstDash val="solid"/>
          </a:ln>
        </p:spPr>
      </p:sp>
      <p:sp>
        <p:nvSpPr>
          <p:cNvPr id="187" name="a_full_bar_ellipse_186">
            <a:extLst>
              <a:ext uri="{FF2B5EF4-FFF2-40B4-BE49-F238E27FC236}">
                <a16:creationId xmlns:a16="http://schemas.microsoft.com/office/drawing/2014/main" id="{51171778-4F7C-4EE4-AE94-DEBD354F6D87}"/>
              </a:ext>
            </a:extLst>
          </p:cNvPr>
          <p:cNvSpPr>
            <a:spLocks noGrp="1"/>
          </p:cNvSpPr>
          <p:nvPr/>
        </p:nvSpPr>
        <p:spPr>
          <a:xfrm>
            <a:off x="1236656" y="2857422"/>
            <a:ext cx="45341" cy="45341"/>
          </a:xfrm>
          <a:prstGeom prst="ellipse">
            <a:avLst/>
          </a:prstGeom>
          <a:solidFill>
            <a:srgbClr val="007C83">
              <a:alpha val="40000"/>
            </a:srgbClr>
          </a:solidFill>
          <a:ln w="0">
            <a:noFill/>
            <a:prstDash val="solid"/>
          </a:ln>
        </p:spPr>
      </p:sp>
      <p:sp>
        <p:nvSpPr>
          <p:cNvPr id="188" name="a_full_bar_ellipse_187">
            <a:extLst>
              <a:ext uri="{FF2B5EF4-FFF2-40B4-BE49-F238E27FC236}">
                <a16:creationId xmlns:a16="http://schemas.microsoft.com/office/drawing/2014/main" id="{F2F5061B-E596-4306-B40C-8F7D555CB8D4}"/>
              </a:ext>
            </a:extLst>
          </p:cNvPr>
          <p:cNvSpPr>
            <a:spLocks noGrp="1"/>
          </p:cNvSpPr>
          <p:nvPr/>
        </p:nvSpPr>
        <p:spPr>
          <a:xfrm>
            <a:off x="1301811" y="2435490"/>
            <a:ext cx="45341" cy="45341"/>
          </a:xfrm>
          <a:prstGeom prst="ellipse">
            <a:avLst/>
          </a:prstGeom>
          <a:solidFill>
            <a:srgbClr val="007C83">
              <a:alpha val="40000"/>
            </a:srgbClr>
          </a:solidFill>
          <a:ln w="0">
            <a:noFill/>
            <a:prstDash val="solid"/>
          </a:ln>
        </p:spPr>
      </p:sp>
      <p:sp>
        <p:nvSpPr>
          <p:cNvPr id="189" name="a_full_bar_ellipse_188">
            <a:extLst>
              <a:ext uri="{FF2B5EF4-FFF2-40B4-BE49-F238E27FC236}">
                <a16:creationId xmlns:a16="http://schemas.microsoft.com/office/drawing/2014/main" id="{254DE22D-83C1-4B43-9BC5-358F1AF4FA35}"/>
              </a:ext>
            </a:extLst>
          </p:cNvPr>
          <p:cNvSpPr>
            <a:spLocks noGrp="1"/>
          </p:cNvSpPr>
          <p:nvPr/>
        </p:nvSpPr>
        <p:spPr>
          <a:xfrm>
            <a:off x="1214992" y="3251638"/>
            <a:ext cx="45341" cy="45341"/>
          </a:xfrm>
          <a:prstGeom prst="ellipse">
            <a:avLst/>
          </a:prstGeom>
          <a:solidFill>
            <a:srgbClr val="007C83">
              <a:alpha val="40000"/>
            </a:srgbClr>
          </a:solidFill>
          <a:ln w="0">
            <a:noFill/>
            <a:prstDash val="solid"/>
          </a:ln>
        </p:spPr>
      </p:sp>
      <p:sp>
        <p:nvSpPr>
          <p:cNvPr id="190" name="a_full_bar_ellipse_189">
            <a:extLst>
              <a:ext uri="{FF2B5EF4-FFF2-40B4-BE49-F238E27FC236}">
                <a16:creationId xmlns:a16="http://schemas.microsoft.com/office/drawing/2014/main" id="{9BD99F7A-7EE2-4E76-8014-A8844D2E53A7}"/>
              </a:ext>
            </a:extLst>
          </p:cNvPr>
          <p:cNvSpPr>
            <a:spLocks noGrp="1"/>
          </p:cNvSpPr>
          <p:nvPr/>
        </p:nvSpPr>
        <p:spPr>
          <a:xfrm>
            <a:off x="1292455" y="2576709"/>
            <a:ext cx="45341" cy="45341"/>
          </a:xfrm>
          <a:prstGeom prst="ellipse">
            <a:avLst/>
          </a:prstGeom>
          <a:solidFill>
            <a:srgbClr val="007C83">
              <a:alpha val="40000"/>
            </a:srgbClr>
          </a:solidFill>
          <a:ln w="0">
            <a:noFill/>
            <a:prstDash val="solid"/>
          </a:ln>
        </p:spPr>
      </p:sp>
      <p:sp>
        <p:nvSpPr>
          <p:cNvPr id="191" name="a_full_bar_ellipse_190">
            <a:extLst>
              <a:ext uri="{FF2B5EF4-FFF2-40B4-BE49-F238E27FC236}">
                <a16:creationId xmlns:a16="http://schemas.microsoft.com/office/drawing/2014/main" id="{D9B48916-A79B-449A-A040-82174E1984B4}"/>
              </a:ext>
            </a:extLst>
          </p:cNvPr>
          <p:cNvSpPr>
            <a:spLocks noGrp="1"/>
          </p:cNvSpPr>
          <p:nvPr/>
        </p:nvSpPr>
        <p:spPr>
          <a:xfrm>
            <a:off x="1328482" y="4111047"/>
            <a:ext cx="45341" cy="45341"/>
          </a:xfrm>
          <a:prstGeom prst="ellipse">
            <a:avLst/>
          </a:prstGeom>
          <a:solidFill>
            <a:srgbClr val="007C83">
              <a:alpha val="40000"/>
            </a:srgbClr>
          </a:solidFill>
          <a:ln w="0">
            <a:noFill/>
            <a:prstDash val="solid"/>
          </a:ln>
        </p:spPr>
      </p:sp>
      <p:sp>
        <p:nvSpPr>
          <p:cNvPr id="192" name="a_full_bar_ellipse_191">
            <a:extLst>
              <a:ext uri="{FF2B5EF4-FFF2-40B4-BE49-F238E27FC236}">
                <a16:creationId xmlns:a16="http://schemas.microsoft.com/office/drawing/2014/main" id="{B95445E6-4F76-4109-BBA6-599E429F6A5B}"/>
              </a:ext>
            </a:extLst>
          </p:cNvPr>
          <p:cNvSpPr>
            <a:spLocks noGrp="1"/>
          </p:cNvSpPr>
          <p:nvPr/>
        </p:nvSpPr>
        <p:spPr>
          <a:xfrm>
            <a:off x="1260251" y="2455702"/>
            <a:ext cx="45341" cy="45341"/>
          </a:xfrm>
          <a:prstGeom prst="ellipse">
            <a:avLst/>
          </a:prstGeom>
          <a:solidFill>
            <a:srgbClr val="007C83">
              <a:alpha val="40000"/>
            </a:srgbClr>
          </a:solidFill>
          <a:ln w="0">
            <a:noFill/>
            <a:prstDash val="solid"/>
          </a:ln>
        </p:spPr>
      </p:sp>
      <p:sp>
        <p:nvSpPr>
          <p:cNvPr id="193" name="a_full_bar_ellipse_192">
            <a:extLst>
              <a:ext uri="{FF2B5EF4-FFF2-40B4-BE49-F238E27FC236}">
                <a16:creationId xmlns:a16="http://schemas.microsoft.com/office/drawing/2014/main" id="{00869CC5-D515-42A4-B654-3EC0BBA61B4B}"/>
              </a:ext>
            </a:extLst>
          </p:cNvPr>
          <p:cNvSpPr>
            <a:spLocks noGrp="1"/>
          </p:cNvSpPr>
          <p:nvPr/>
        </p:nvSpPr>
        <p:spPr>
          <a:xfrm>
            <a:off x="1177643" y="2981944"/>
            <a:ext cx="45341" cy="45341"/>
          </a:xfrm>
          <a:prstGeom prst="ellipse">
            <a:avLst/>
          </a:prstGeom>
          <a:solidFill>
            <a:srgbClr val="007C83">
              <a:alpha val="40000"/>
            </a:srgbClr>
          </a:solidFill>
          <a:ln w="0">
            <a:noFill/>
            <a:prstDash val="solid"/>
          </a:ln>
        </p:spPr>
      </p:sp>
      <p:sp>
        <p:nvSpPr>
          <p:cNvPr id="194" name="a_full_bar_ellipse_193">
            <a:extLst>
              <a:ext uri="{FF2B5EF4-FFF2-40B4-BE49-F238E27FC236}">
                <a16:creationId xmlns:a16="http://schemas.microsoft.com/office/drawing/2014/main" id="{B81C1F5E-58DE-4365-963D-96D98F6EED4B}"/>
              </a:ext>
            </a:extLst>
          </p:cNvPr>
          <p:cNvSpPr>
            <a:spLocks noGrp="1"/>
          </p:cNvSpPr>
          <p:nvPr/>
        </p:nvSpPr>
        <p:spPr>
          <a:xfrm>
            <a:off x="1336117" y="2455866"/>
            <a:ext cx="45341" cy="45341"/>
          </a:xfrm>
          <a:prstGeom prst="ellipse">
            <a:avLst/>
          </a:prstGeom>
          <a:solidFill>
            <a:srgbClr val="007C83">
              <a:alpha val="40000"/>
            </a:srgbClr>
          </a:solidFill>
          <a:ln w="0">
            <a:noFill/>
            <a:prstDash val="solid"/>
          </a:ln>
        </p:spPr>
      </p:sp>
      <p:sp>
        <p:nvSpPr>
          <p:cNvPr id="195" name="a_full_bar_ellipse_194">
            <a:extLst>
              <a:ext uri="{FF2B5EF4-FFF2-40B4-BE49-F238E27FC236}">
                <a16:creationId xmlns:a16="http://schemas.microsoft.com/office/drawing/2014/main" id="{EEA954A7-A360-4420-847B-72CA10BEE269}"/>
              </a:ext>
            </a:extLst>
          </p:cNvPr>
          <p:cNvSpPr>
            <a:spLocks noGrp="1"/>
          </p:cNvSpPr>
          <p:nvPr/>
        </p:nvSpPr>
        <p:spPr>
          <a:xfrm>
            <a:off x="1346040" y="2999795"/>
            <a:ext cx="45341" cy="45341"/>
          </a:xfrm>
          <a:prstGeom prst="ellipse">
            <a:avLst/>
          </a:prstGeom>
          <a:solidFill>
            <a:srgbClr val="007C83">
              <a:alpha val="40000"/>
            </a:srgbClr>
          </a:solidFill>
          <a:ln w="0">
            <a:noFill/>
            <a:prstDash val="solid"/>
          </a:ln>
        </p:spPr>
      </p:sp>
      <p:sp>
        <p:nvSpPr>
          <p:cNvPr id="196" name="a_full_bar_ellipse_195">
            <a:extLst>
              <a:ext uri="{FF2B5EF4-FFF2-40B4-BE49-F238E27FC236}">
                <a16:creationId xmlns:a16="http://schemas.microsoft.com/office/drawing/2014/main" id="{2AB383D6-C6DF-44A6-B062-EBB471D8174E}"/>
              </a:ext>
            </a:extLst>
          </p:cNvPr>
          <p:cNvSpPr>
            <a:spLocks noGrp="1"/>
          </p:cNvSpPr>
          <p:nvPr/>
        </p:nvSpPr>
        <p:spPr>
          <a:xfrm>
            <a:off x="1278860" y="2798782"/>
            <a:ext cx="45341" cy="45341"/>
          </a:xfrm>
          <a:prstGeom prst="ellipse">
            <a:avLst/>
          </a:prstGeom>
          <a:solidFill>
            <a:srgbClr val="007C83">
              <a:alpha val="40000"/>
            </a:srgbClr>
          </a:solidFill>
          <a:ln w="0">
            <a:noFill/>
            <a:prstDash val="solid"/>
          </a:ln>
        </p:spPr>
      </p:sp>
      <p:sp>
        <p:nvSpPr>
          <p:cNvPr id="197" name="a_full_bar_ellipse_196">
            <a:extLst>
              <a:ext uri="{FF2B5EF4-FFF2-40B4-BE49-F238E27FC236}">
                <a16:creationId xmlns:a16="http://schemas.microsoft.com/office/drawing/2014/main" id="{05A4F652-C18B-4590-8CDA-2766F04351CC}"/>
              </a:ext>
            </a:extLst>
          </p:cNvPr>
          <p:cNvSpPr>
            <a:spLocks noGrp="1"/>
          </p:cNvSpPr>
          <p:nvPr/>
        </p:nvSpPr>
        <p:spPr>
          <a:xfrm>
            <a:off x="1308651" y="3333061"/>
            <a:ext cx="45341" cy="45341"/>
          </a:xfrm>
          <a:prstGeom prst="ellipse">
            <a:avLst/>
          </a:prstGeom>
          <a:solidFill>
            <a:srgbClr val="007C83">
              <a:alpha val="40000"/>
            </a:srgbClr>
          </a:solidFill>
          <a:ln w="0">
            <a:noFill/>
            <a:prstDash val="solid"/>
          </a:ln>
        </p:spPr>
      </p:sp>
      <p:sp>
        <p:nvSpPr>
          <p:cNvPr id="198" name="a_full_bar_ellipse_197">
            <a:extLst>
              <a:ext uri="{FF2B5EF4-FFF2-40B4-BE49-F238E27FC236}">
                <a16:creationId xmlns:a16="http://schemas.microsoft.com/office/drawing/2014/main" id="{37F6731C-50BF-4BA9-9BC4-AB8227D98036}"/>
              </a:ext>
            </a:extLst>
          </p:cNvPr>
          <p:cNvSpPr>
            <a:spLocks noGrp="1"/>
          </p:cNvSpPr>
          <p:nvPr/>
        </p:nvSpPr>
        <p:spPr>
          <a:xfrm>
            <a:off x="1199934" y="3249309"/>
            <a:ext cx="45341" cy="45341"/>
          </a:xfrm>
          <a:prstGeom prst="ellipse">
            <a:avLst/>
          </a:prstGeom>
          <a:solidFill>
            <a:srgbClr val="007C83">
              <a:alpha val="40000"/>
            </a:srgbClr>
          </a:solidFill>
          <a:ln w="0">
            <a:noFill/>
            <a:prstDash val="solid"/>
          </a:ln>
        </p:spPr>
      </p:sp>
      <p:sp>
        <p:nvSpPr>
          <p:cNvPr id="199" name="a_full_bar_ellipse_198">
            <a:extLst>
              <a:ext uri="{FF2B5EF4-FFF2-40B4-BE49-F238E27FC236}">
                <a16:creationId xmlns:a16="http://schemas.microsoft.com/office/drawing/2014/main" id="{FB7632E8-F80E-4138-85F2-EB31149EC911}"/>
              </a:ext>
            </a:extLst>
          </p:cNvPr>
          <p:cNvSpPr>
            <a:spLocks noGrp="1"/>
          </p:cNvSpPr>
          <p:nvPr/>
        </p:nvSpPr>
        <p:spPr>
          <a:xfrm>
            <a:off x="1234524" y="3148806"/>
            <a:ext cx="45341" cy="45341"/>
          </a:xfrm>
          <a:prstGeom prst="ellipse">
            <a:avLst/>
          </a:prstGeom>
          <a:solidFill>
            <a:srgbClr val="007C83">
              <a:alpha val="40000"/>
            </a:srgbClr>
          </a:solidFill>
          <a:ln w="0">
            <a:noFill/>
            <a:prstDash val="solid"/>
          </a:ln>
        </p:spPr>
      </p:sp>
      <p:sp>
        <p:nvSpPr>
          <p:cNvPr id="200" name="a_full_bar_ellipse_199">
            <a:extLst>
              <a:ext uri="{FF2B5EF4-FFF2-40B4-BE49-F238E27FC236}">
                <a16:creationId xmlns:a16="http://schemas.microsoft.com/office/drawing/2014/main" id="{6EB77642-FF00-4264-9363-83AD66E2C233}"/>
              </a:ext>
            </a:extLst>
          </p:cNvPr>
          <p:cNvSpPr>
            <a:spLocks noGrp="1"/>
          </p:cNvSpPr>
          <p:nvPr/>
        </p:nvSpPr>
        <p:spPr>
          <a:xfrm>
            <a:off x="1366451" y="2779204"/>
            <a:ext cx="45341" cy="45341"/>
          </a:xfrm>
          <a:prstGeom prst="ellipse">
            <a:avLst/>
          </a:prstGeom>
          <a:solidFill>
            <a:srgbClr val="007C83">
              <a:alpha val="40000"/>
            </a:srgbClr>
          </a:solidFill>
          <a:ln w="0">
            <a:noFill/>
            <a:prstDash val="solid"/>
          </a:ln>
        </p:spPr>
      </p:sp>
      <p:sp>
        <p:nvSpPr>
          <p:cNvPr id="201" name="a_full_bar_ellipse_200">
            <a:extLst>
              <a:ext uri="{FF2B5EF4-FFF2-40B4-BE49-F238E27FC236}">
                <a16:creationId xmlns:a16="http://schemas.microsoft.com/office/drawing/2014/main" id="{C9594FE2-531B-46D6-96FF-777EFB01614C}"/>
              </a:ext>
            </a:extLst>
          </p:cNvPr>
          <p:cNvSpPr>
            <a:spLocks noGrp="1"/>
          </p:cNvSpPr>
          <p:nvPr/>
        </p:nvSpPr>
        <p:spPr>
          <a:xfrm>
            <a:off x="1302777" y="2434948"/>
            <a:ext cx="45341" cy="45341"/>
          </a:xfrm>
          <a:prstGeom prst="ellipse">
            <a:avLst/>
          </a:prstGeom>
          <a:solidFill>
            <a:srgbClr val="007C83">
              <a:alpha val="40000"/>
            </a:srgbClr>
          </a:solidFill>
          <a:ln w="0">
            <a:noFill/>
            <a:prstDash val="solid"/>
          </a:ln>
        </p:spPr>
      </p:sp>
      <p:sp>
        <p:nvSpPr>
          <p:cNvPr id="202" name="a_full_bar_ellipse_201">
            <a:extLst>
              <a:ext uri="{FF2B5EF4-FFF2-40B4-BE49-F238E27FC236}">
                <a16:creationId xmlns:a16="http://schemas.microsoft.com/office/drawing/2014/main" id="{67DD9F76-56E7-4732-BDA6-B5D347774181}"/>
              </a:ext>
            </a:extLst>
          </p:cNvPr>
          <p:cNvSpPr>
            <a:spLocks noGrp="1"/>
          </p:cNvSpPr>
          <p:nvPr/>
        </p:nvSpPr>
        <p:spPr>
          <a:xfrm>
            <a:off x="1316595" y="4192713"/>
            <a:ext cx="45341" cy="45341"/>
          </a:xfrm>
          <a:prstGeom prst="ellipse">
            <a:avLst/>
          </a:prstGeom>
          <a:solidFill>
            <a:srgbClr val="007C83">
              <a:alpha val="40000"/>
            </a:srgbClr>
          </a:solidFill>
          <a:ln w="0">
            <a:noFill/>
            <a:prstDash val="solid"/>
          </a:ln>
        </p:spPr>
      </p:sp>
      <p:sp>
        <p:nvSpPr>
          <p:cNvPr id="203" name="a_full_bar_ellipse_202">
            <a:extLst>
              <a:ext uri="{FF2B5EF4-FFF2-40B4-BE49-F238E27FC236}">
                <a16:creationId xmlns:a16="http://schemas.microsoft.com/office/drawing/2014/main" id="{E0FF12C0-B8DD-44B4-84E2-4338C3C58EBB}"/>
              </a:ext>
            </a:extLst>
          </p:cNvPr>
          <p:cNvSpPr>
            <a:spLocks noGrp="1"/>
          </p:cNvSpPr>
          <p:nvPr/>
        </p:nvSpPr>
        <p:spPr>
          <a:xfrm>
            <a:off x="1306417" y="2787287"/>
            <a:ext cx="45341" cy="45341"/>
          </a:xfrm>
          <a:prstGeom prst="ellipse">
            <a:avLst/>
          </a:prstGeom>
          <a:solidFill>
            <a:srgbClr val="007C83">
              <a:alpha val="40000"/>
            </a:srgbClr>
          </a:solidFill>
          <a:ln w="0">
            <a:noFill/>
            <a:prstDash val="solid"/>
          </a:ln>
        </p:spPr>
      </p:sp>
      <p:sp>
        <p:nvSpPr>
          <p:cNvPr id="204" name="a_full_bar_ellipse_203">
            <a:extLst>
              <a:ext uri="{FF2B5EF4-FFF2-40B4-BE49-F238E27FC236}">
                <a16:creationId xmlns:a16="http://schemas.microsoft.com/office/drawing/2014/main" id="{62A7E819-AFD7-435A-8F73-9AC185CA4ACA}"/>
              </a:ext>
            </a:extLst>
          </p:cNvPr>
          <p:cNvSpPr>
            <a:spLocks noGrp="1"/>
          </p:cNvSpPr>
          <p:nvPr/>
        </p:nvSpPr>
        <p:spPr>
          <a:xfrm>
            <a:off x="1334004" y="2805017"/>
            <a:ext cx="45341" cy="45341"/>
          </a:xfrm>
          <a:prstGeom prst="ellipse">
            <a:avLst/>
          </a:prstGeom>
          <a:solidFill>
            <a:srgbClr val="007C83">
              <a:alpha val="40000"/>
            </a:srgbClr>
          </a:solidFill>
          <a:ln w="0">
            <a:noFill/>
            <a:prstDash val="solid"/>
          </a:ln>
        </p:spPr>
      </p:sp>
      <p:sp>
        <p:nvSpPr>
          <p:cNvPr id="205" name="a_full_bar_ellipse_204">
            <a:extLst>
              <a:ext uri="{FF2B5EF4-FFF2-40B4-BE49-F238E27FC236}">
                <a16:creationId xmlns:a16="http://schemas.microsoft.com/office/drawing/2014/main" id="{156EDEB6-C79D-4BAB-805A-060B997EE4AD}"/>
              </a:ext>
            </a:extLst>
          </p:cNvPr>
          <p:cNvSpPr>
            <a:spLocks noGrp="1"/>
          </p:cNvSpPr>
          <p:nvPr/>
        </p:nvSpPr>
        <p:spPr>
          <a:xfrm>
            <a:off x="1184893" y="2755642"/>
            <a:ext cx="45341" cy="45341"/>
          </a:xfrm>
          <a:prstGeom prst="ellipse">
            <a:avLst/>
          </a:prstGeom>
          <a:solidFill>
            <a:srgbClr val="007C83">
              <a:alpha val="40000"/>
            </a:srgbClr>
          </a:solidFill>
          <a:ln w="0">
            <a:noFill/>
            <a:prstDash val="solid"/>
          </a:ln>
        </p:spPr>
      </p:sp>
      <p:sp>
        <p:nvSpPr>
          <p:cNvPr id="206" name="a_full_bar_ellipse_205">
            <a:extLst>
              <a:ext uri="{FF2B5EF4-FFF2-40B4-BE49-F238E27FC236}">
                <a16:creationId xmlns:a16="http://schemas.microsoft.com/office/drawing/2014/main" id="{8B9D86BF-1CB2-4B1C-9521-ED421B9BD7B0}"/>
              </a:ext>
            </a:extLst>
          </p:cNvPr>
          <p:cNvSpPr>
            <a:spLocks noGrp="1"/>
          </p:cNvSpPr>
          <p:nvPr/>
        </p:nvSpPr>
        <p:spPr>
          <a:xfrm>
            <a:off x="1281535" y="2887657"/>
            <a:ext cx="45341" cy="45341"/>
          </a:xfrm>
          <a:prstGeom prst="ellipse">
            <a:avLst/>
          </a:prstGeom>
          <a:solidFill>
            <a:srgbClr val="007C83">
              <a:alpha val="40000"/>
            </a:srgbClr>
          </a:solidFill>
          <a:ln w="0">
            <a:noFill/>
            <a:prstDash val="solid"/>
          </a:ln>
        </p:spPr>
      </p:sp>
      <p:sp>
        <p:nvSpPr>
          <p:cNvPr id="207" name="a_full_bar_ellipse_206">
            <a:extLst>
              <a:ext uri="{FF2B5EF4-FFF2-40B4-BE49-F238E27FC236}">
                <a16:creationId xmlns:a16="http://schemas.microsoft.com/office/drawing/2014/main" id="{09632796-148D-46AA-8787-555B45D4BCEA}"/>
              </a:ext>
            </a:extLst>
          </p:cNvPr>
          <p:cNvSpPr>
            <a:spLocks noGrp="1"/>
          </p:cNvSpPr>
          <p:nvPr/>
        </p:nvSpPr>
        <p:spPr>
          <a:xfrm>
            <a:off x="1335126" y="4443499"/>
            <a:ext cx="45341" cy="45341"/>
          </a:xfrm>
          <a:prstGeom prst="ellipse">
            <a:avLst/>
          </a:prstGeom>
          <a:solidFill>
            <a:srgbClr val="007C83">
              <a:alpha val="40000"/>
            </a:srgbClr>
          </a:solidFill>
          <a:ln w="0">
            <a:noFill/>
            <a:prstDash val="solid"/>
          </a:ln>
        </p:spPr>
      </p:sp>
      <p:sp>
        <p:nvSpPr>
          <p:cNvPr id="208" name="a_full_bar_ellipse_207">
            <a:extLst>
              <a:ext uri="{FF2B5EF4-FFF2-40B4-BE49-F238E27FC236}">
                <a16:creationId xmlns:a16="http://schemas.microsoft.com/office/drawing/2014/main" id="{5A828D24-F879-487C-BC95-130051682728}"/>
              </a:ext>
            </a:extLst>
          </p:cNvPr>
          <p:cNvSpPr>
            <a:spLocks noGrp="1"/>
          </p:cNvSpPr>
          <p:nvPr/>
        </p:nvSpPr>
        <p:spPr>
          <a:xfrm>
            <a:off x="1180160" y="4457382"/>
            <a:ext cx="45341" cy="45341"/>
          </a:xfrm>
          <a:prstGeom prst="ellipse">
            <a:avLst/>
          </a:prstGeom>
          <a:solidFill>
            <a:srgbClr val="007C83">
              <a:alpha val="40000"/>
            </a:srgbClr>
          </a:solidFill>
          <a:ln w="0">
            <a:noFill/>
            <a:prstDash val="solid"/>
          </a:ln>
        </p:spPr>
      </p:sp>
      <p:sp>
        <p:nvSpPr>
          <p:cNvPr id="209" name="a_full_bar_ellipse_208">
            <a:extLst>
              <a:ext uri="{FF2B5EF4-FFF2-40B4-BE49-F238E27FC236}">
                <a16:creationId xmlns:a16="http://schemas.microsoft.com/office/drawing/2014/main" id="{47D0459F-61B2-4187-91B3-5270689BDFD5}"/>
              </a:ext>
            </a:extLst>
          </p:cNvPr>
          <p:cNvSpPr>
            <a:spLocks noGrp="1"/>
          </p:cNvSpPr>
          <p:nvPr/>
        </p:nvSpPr>
        <p:spPr>
          <a:xfrm>
            <a:off x="1213049" y="4457382"/>
            <a:ext cx="45341" cy="45341"/>
          </a:xfrm>
          <a:prstGeom prst="ellipse">
            <a:avLst/>
          </a:prstGeom>
          <a:solidFill>
            <a:srgbClr val="007C83">
              <a:alpha val="40000"/>
            </a:srgbClr>
          </a:solidFill>
          <a:ln w="0">
            <a:noFill/>
            <a:prstDash val="solid"/>
          </a:ln>
        </p:spPr>
      </p:sp>
      <p:sp>
        <p:nvSpPr>
          <p:cNvPr id="210" name="a_full_bar_ellipse_209">
            <a:extLst>
              <a:ext uri="{FF2B5EF4-FFF2-40B4-BE49-F238E27FC236}">
                <a16:creationId xmlns:a16="http://schemas.microsoft.com/office/drawing/2014/main" id="{C8F1F66F-D708-424F-AC3A-6C43E393A5F7}"/>
              </a:ext>
            </a:extLst>
          </p:cNvPr>
          <p:cNvSpPr>
            <a:spLocks noGrp="1"/>
          </p:cNvSpPr>
          <p:nvPr/>
        </p:nvSpPr>
        <p:spPr>
          <a:xfrm>
            <a:off x="2774926" y="2025341"/>
            <a:ext cx="45341" cy="45341"/>
          </a:xfrm>
          <a:prstGeom prst="ellipse">
            <a:avLst/>
          </a:prstGeom>
          <a:solidFill>
            <a:srgbClr val="007C83">
              <a:alpha val="40000"/>
            </a:srgbClr>
          </a:solidFill>
          <a:ln w="0">
            <a:noFill/>
            <a:prstDash val="solid"/>
          </a:ln>
        </p:spPr>
      </p:sp>
      <p:sp>
        <p:nvSpPr>
          <p:cNvPr id="211" name="a_full_bar_ellipse_210">
            <a:extLst>
              <a:ext uri="{FF2B5EF4-FFF2-40B4-BE49-F238E27FC236}">
                <a16:creationId xmlns:a16="http://schemas.microsoft.com/office/drawing/2014/main" id="{8D9F7394-20DD-498B-BE7E-4E0FD5FDA876}"/>
              </a:ext>
            </a:extLst>
          </p:cNvPr>
          <p:cNvSpPr>
            <a:spLocks noGrp="1"/>
          </p:cNvSpPr>
          <p:nvPr/>
        </p:nvSpPr>
        <p:spPr>
          <a:xfrm>
            <a:off x="2730281" y="2025341"/>
            <a:ext cx="45341" cy="45341"/>
          </a:xfrm>
          <a:prstGeom prst="ellipse">
            <a:avLst/>
          </a:prstGeom>
          <a:solidFill>
            <a:srgbClr val="007C83">
              <a:alpha val="40000"/>
            </a:srgbClr>
          </a:solidFill>
          <a:ln w="0">
            <a:noFill/>
            <a:prstDash val="solid"/>
          </a:ln>
        </p:spPr>
      </p:sp>
      <p:sp>
        <p:nvSpPr>
          <p:cNvPr id="212" name="a_full_bar_ellipse_211">
            <a:extLst>
              <a:ext uri="{FF2B5EF4-FFF2-40B4-BE49-F238E27FC236}">
                <a16:creationId xmlns:a16="http://schemas.microsoft.com/office/drawing/2014/main" id="{77A923D1-C4E5-477C-9D01-766C496C5183}"/>
              </a:ext>
            </a:extLst>
          </p:cNvPr>
          <p:cNvSpPr>
            <a:spLocks noGrp="1"/>
          </p:cNvSpPr>
          <p:nvPr/>
        </p:nvSpPr>
        <p:spPr>
          <a:xfrm>
            <a:off x="2861958" y="2025341"/>
            <a:ext cx="45341" cy="45341"/>
          </a:xfrm>
          <a:prstGeom prst="ellipse">
            <a:avLst/>
          </a:prstGeom>
          <a:solidFill>
            <a:srgbClr val="007C83">
              <a:alpha val="40000"/>
            </a:srgbClr>
          </a:solidFill>
          <a:ln w="0">
            <a:noFill/>
            <a:prstDash val="solid"/>
          </a:ln>
        </p:spPr>
      </p:sp>
      <p:sp>
        <p:nvSpPr>
          <p:cNvPr id="213" name="a_full_bar_ellipse_212">
            <a:extLst>
              <a:ext uri="{FF2B5EF4-FFF2-40B4-BE49-F238E27FC236}">
                <a16:creationId xmlns:a16="http://schemas.microsoft.com/office/drawing/2014/main" id="{4D02DD48-8460-48C9-A473-A799D000FD62}"/>
              </a:ext>
            </a:extLst>
          </p:cNvPr>
          <p:cNvSpPr>
            <a:spLocks noGrp="1"/>
          </p:cNvSpPr>
          <p:nvPr/>
        </p:nvSpPr>
        <p:spPr>
          <a:xfrm>
            <a:off x="2831140" y="4187155"/>
            <a:ext cx="45341" cy="45341"/>
          </a:xfrm>
          <a:prstGeom prst="ellipse">
            <a:avLst/>
          </a:prstGeom>
          <a:solidFill>
            <a:srgbClr val="007C83">
              <a:alpha val="40000"/>
            </a:srgbClr>
          </a:solidFill>
          <a:ln w="0">
            <a:noFill/>
            <a:prstDash val="solid"/>
          </a:ln>
        </p:spPr>
      </p:sp>
      <p:sp>
        <p:nvSpPr>
          <p:cNvPr id="214" name="a_full_bar_ellipse_213">
            <a:extLst>
              <a:ext uri="{FF2B5EF4-FFF2-40B4-BE49-F238E27FC236}">
                <a16:creationId xmlns:a16="http://schemas.microsoft.com/office/drawing/2014/main" id="{E285BD4A-361F-4937-86F9-D9F64329C844}"/>
              </a:ext>
            </a:extLst>
          </p:cNvPr>
          <p:cNvSpPr>
            <a:spLocks noGrp="1"/>
          </p:cNvSpPr>
          <p:nvPr/>
        </p:nvSpPr>
        <p:spPr>
          <a:xfrm>
            <a:off x="2705593" y="3060025"/>
            <a:ext cx="45341" cy="45341"/>
          </a:xfrm>
          <a:prstGeom prst="ellipse">
            <a:avLst/>
          </a:prstGeom>
          <a:solidFill>
            <a:srgbClr val="007C83">
              <a:alpha val="40000"/>
            </a:srgbClr>
          </a:solidFill>
          <a:ln w="0">
            <a:noFill/>
            <a:prstDash val="solid"/>
          </a:ln>
        </p:spPr>
      </p:sp>
      <p:sp>
        <p:nvSpPr>
          <p:cNvPr id="215" name="a_full_bar_ellipse_214">
            <a:extLst>
              <a:ext uri="{FF2B5EF4-FFF2-40B4-BE49-F238E27FC236}">
                <a16:creationId xmlns:a16="http://schemas.microsoft.com/office/drawing/2014/main" id="{6B746725-F8D4-47F7-8D44-8E6845EA7ED1}"/>
              </a:ext>
            </a:extLst>
          </p:cNvPr>
          <p:cNvSpPr>
            <a:spLocks noGrp="1"/>
          </p:cNvSpPr>
          <p:nvPr/>
        </p:nvSpPr>
        <p:spPr>
          <a:xfrm>
            <a:off x="2696365" y="2025341"/>
            <a:ext cx="45341" cy="45341"/>
          </a:xfrm>
          <a:prstGeom prst="ellipse">
            <a:avLst/>
          </a:prstGeom>
          <a:solidFill>
            <a:srgbClr val="007C83">
              <a:alpha val="40000"/>
            </a:srgbClr>
          </a:solidFill>
          <a:ln w="0">
            <a:noFill/>
            <a:prstDash val="solid"/>
          </a:ln>
        </p:spPr>
      </p:sp>
      <p:sp>
        <p:nvSpPr>
          <p:cNvPr id="216" name="a_full_bar_ellipse_215">
            <a:extLst>
              <a:ext uri="{FF2B5EF4-FFF2-40B4-BE49-F238E27FC236}">
                <a16:creationId xmlns:a16="http://schemas.microsoft.com/office/drawing/2014/main" id="{52BDF5A6-6B10-4BE6-8A17-356E41F332BD}"/>
              </a:ext>
            </a:extLst>
          </p:cNvPr>
          <p:cNvSpPr>
            <a:spLocks noGrp="1"/>
          </p:cNvSpPr>
          <p:nvPr/>
        </p:nvSpPr>
        <p:spPr>
          <a:xfrm>
            <a:off x="2757009" y="2025341"/>
            <a:ext cx="45341" cy="45341"/>
          </a:xfrm>
          <a:prstGeom prst="ellipse">
            <a:avLst/>
          </a:prstGeom>
          <a:solidFill>
            <a:srgbClr val="007C83">
              <a:alpha val="40000"/>
            </a:srgbClr>
          </a:solidFill>
          <a:ln w="0">
            <a:noFill/>
            <a:prstDash val="solid"/>
          </a:ln>
        </p:spPr>
      </p:sp>
      <p:sp>
        <p:nvSpPr>
          <p:cNvPr id="217" name="a_full_bar_ellipse_216">
            <a:extLst>
              <a:ext uri="{FF2B5EF4-FFF2-40B4-BE49-F238E27FC236}">
                <a16:creationId xmlns:a16="http://schemas.microsoft.com/office/drawing/2014/main" id="{E1046F75-2AA1-40F3-BFA9-7446FD524FA4}"/>
              </a:ext>
            </a:extLst>
          </p:cNvPr>
          <p:cNvSpPr>
            <a:spLocks noGrp="1"/>
          </p:cNvSpPr>
          <p:nvPr/>
        </p:nvSpPr>
        <p:spPr>
          <a:xfrm>
            <a:off x="2781110" y="2025341"/>
            <a:ext cx="45341" cy="45341"/>
          </a:xfrm>
          <a:prstGeom prst="ellipse">
            <a:avLst/>
          </a:prstGeom>
          <a:solidFill>
            <a:srgbClr val="007C83">
              <a:alpha val="40000"/>
            </a:srgbClr>
          </a:solidFill>
          <a:ln w="0">
            <a:noFill/>
            <a:prstDash val="solid"/>
          </a:ln>
        </p:spPr>
      </p:sp>
      <p:sp>
        <p:nvSpPr>
          <p:cNvPr id="218" name="a_full_bar_ellipse_217">
            <a:extLst>
              <a:ext uri="{FF2B5EF4-FFF2-40B4-BE49-F238E27FC236}">
                <a16:creationId xmlns:a16="http://schemas.microsoft.com/office/drawing/2014/main" id="{1C1B2FE3-163D-472A-83FB-8BF50088F2E5}"/>
              </a:ext>
            </a:extLst>
          </p:cNvPr>
          <p:cNvSpPr>
            <a:spLocks noGrp="1"/>
          </p:cNvSpPr>
          <p:nvPr/>
        </p:nvSpPr>
        <p:spPr>
          <a:xfrm>
            <a:off x="2811953" y="4016913"/>
            <a:ext cx="45341" cy="45341"/>
          </a:xfrm>
          <a:prstGeom prst="ellipse">
            <a:avLst/>
          </a:prstGeom>
          <a:solidFill>
            <a:srgbClr val="007C83">
              <a:alpha val="40000"/>
            </a:srgbClr>
          </a:solidFill>
          <a:ln w="0">
            <a:noFill/>
            <a:prstDash val="solid"/>
          </a:ln>
        </p:spPr>
      </p:sp>
      <p:sp>
        <p:nvSpPr>
          <p:cNvPr id="219" name="a_full_bar_ellipse_218">
            <a:extLst>
              <a:ext uri="{FF2B5EF4-FFF2-40B4-BE49-F238E27FC236}">
                <a16:creationId xmlns:a16="http://schemas.microsoft.com/office/drawing/2014/main" id="{BF5D672D-032C-476B-B5DC-8963BB32DA60}"/>
              </a:ext>
            </a:extLst>
          </p:cNvPr>
          <p:cNvSpPr>
            <a:spLocks noGrp="1"/>
          </p:cNvSpPr>
          <p:nvPr/>
        </p:nvSpPr>
        <p:spPr>
          <a:xfrm>
            <a:off x="2680715" y="2025341"/>
            <a:ext cx="45341" cy="45341"/>
          </a:xfrm>
          <a:prstGeom prst="ellipse">
            <a:avLst/>
          </a:prstGeom>
          <a:solidFill>
            <a:srgbClr val="007C83">
              <a:alpha val="40000"/>
            </a:srgbClr>
          </a:solidFill>
          <a:ln w="0">
            <a:noFill/>
            <a:prstDash val="solid"/>
          </a:ln>
        </p:spPr>
      </p:sp>
      <p:sp>
        <p:nvSpPr>
          <p:cNvPr id="220" name="a_full_bar_ellipse_219">
            <a:extLst>
              <a:ext uri="{FF2B5EF4-FFF2-40B4-BE49-F238E27FC236}">
                <a16:creationId xmlns:a16="http://schemas.microsoft.com/office/drawing/2014/main" id="{8A911CFF-ACCD-4A29-88DE-32368DC45CEC}"/>
              </a:ext>
            </a:extLst>
          </p:cNvPr>
          <p:cNvSpPr>
            <a:spLocks noGrp="1"/>
          </p:cNvSpPr>
          <p:nvPr/>
        </p:nvSpPr>
        <p:spPr>
          <a:xfrm>
            <a:off x="2671913" y="3095257"/>
            <a:ext cx="45341" cy="45341"/>
          </a:xfrm>
          <a:prstGeom prst="ellipse">
            <a:avLst/>
          </a:prstGeom>
          <a:solidFill>
            <a:srgbClr val="007C83">
              <a:alpha val="40000"/>
            </a:srgbClr>
          </a:solidFill>
          <a:ln w="0">
            <a:noFill/>
            <a:prstDash val="solid"/>
          </a:ln>
        </p:spPr>
      </p:sp>
      <p:sp>
        <p:nvSpPr>
          <p:cNvPr id="221" name="a_full_bar_ellipse_220">
            <a:extLst>
              <a:ext uri="{FF2B5EF4-FFF2-40B4-BE49-F238E27FC236}">
                <a16:creationId xmlns:a16="http://schemas.microsoft.com/office/drawing/2014/main" id="{E54D9FD4-7E98-424A-93FB-EA47A0CBA750}"/>
              </a:ext>
            </a:extLst>
          </p:cNvPr>
          <p:cNvSpPr>
            <a:spLocks noGrp="1"/>
          </p:cNvSpPr>
          <p:nvPr/>
        </p:nvSpPr>
        <p:spPr>
          <a:xfrm>
            <a:off x="2682626" y="2025341"/>
            <a:ext cx="45341" cy="45341"/>
          </a:xfrm>
          <a:prstGeom prst="ellipse">
            <a:avLst/>
          </a:prstGeom>
          <a:solidFill>
            <a:srgbClr val="007C83">
              <a:alpha val="40000"/>
            </a:srgbClr>
          </a:solidFill>
          <a:ln w="0">
            <a:noFill/>
            <a:prstDash val="solid"/>
          </a:ln>
        </p:spPr>
      </p:sp>
      <p:sp>
        <p:nvSpPr>
          <p:cNvPr id="222" name="a_full_bar_ellipse_221">
            <a:extLst>
              <a:ext uri="{FF2B5EF4-FFF2-40B4-BE49-F238E27FC236}">
                <a16:creationId xmlns:a16="http://schemas.microsoft.com/office/drawing/2014/main" id="{EA75C1AA-5782-478B-873B-927D1C3F115A}"/>
              </a:ext>
            </a:extLst>
          </p:cNvPr>
          <p:cNvSpPr>
            <a:spLocks noGrp="1"/>
          </p:cNvSpPr>
          <p:nvPr/>
        </p:nvSpPr>
        <p:spPr>
          <a:xfrm>
            <a:off x="2775976" y="2025341"/>
            <a:ext cx="45341" cy="45341"/>
          </a:xfrm>
          <a:prstGeom prst="ellipse">
            <a:avLst/>
          </a:prstGeom>
          <a:solidFill>
            <a:srgbClr val="007C83">
              <a:alpha val="40000"/>
            </a:srgbClr>
          </a:solidFill>
          <a:ln w="0">
            <a:noFill/>
            <a:prstDash val="solid"/>
          </a:ln>
        </p:spPr>
      </p:sp>
      <p:sp>
        <p:nvSpPr>
          <p:cNvPr id="223" name="a_full_bar_ellipse_222">
            <a:extLst>
              <a:ext uri="{FF2B5EF4-FFF2-40B4-BE49-F238E27FC236}">
                <a16:creationId xmlns:a16="http://schemas.microsoft.com/office/drawing/2014/main" id="{84867AAD-7629-4A5A-8C35-A7BCBEE6688C}"/>
              </a:ext>
            </a:extLst>
          </p:cNvPr>
          <p:cNvSpPr>
            <a:spLocks noGrp="1"/>
          </p:cNvSpPr>
          <p:nvPr/>
        </p:nvSpPr>
        <p:spPr>
          <a:xfrm>
            <a:off x="2778501" y="2676780"/>
            <a:ext cx="45341" cy="45341"/>
          </a:xfrm>
          <a:prstGeom prst="ellipse">
            <a:avLst/>
          </a:prstGeom>
          <a:solidFill>
            <a:srgbClr val="007C83">
              <a:alpha val="40000"/>
            </a:srgbClr>
          </a:solidFill>
          <a:ln w="0">
            <a:noFill/>
            <a:prstDash val="solid"/>
          </a:ln>
        </p:spPr>
      </p:sp>
      <p:sp>
        <p:nvSpPr>
          <p:cNvPr id="224" name="a_full_bar_ellipse_223">
            <a:extLst>
              <a:ext uri="{FF2B5EF4-FFF2-40B4-BE49-F238E27FC236}">
                <a16:creationId xmlns:a16="http://schemas.microsoft.com/office/drawing/2014/main" id="{ECBDD965-01C7-4027-B5ED-A64187112D6C}"/>
              </a:ext>
            </a:extLst>
          </p:cNvPr>
          <p:cNvSpPr>
            <a:spLocks noGrp="1"/>
          </p:cNvSpPr>
          <p:nvPr/>
        </p:nvSpPr>
        <p:spPr>
          <a:xfrm>
            <a:off x="2735713" y="3646702"/>
            <a:ext cx="45341" cy="45341"/>
          </a:xfrm>
          <a:prstGeom prst="ellipse">
            <a:avLst/>
          </a:prstGeom>
          <a:solidFill>
            <a:srgbClr val="007C83">
              <a:alpha val="40000"/>
            </a:srgbClr>
          </a:solidFill>
          <a:ln w="0">
            <a:noFill/>
            <a:prstDash val="solid"/>
          </a:ln>
        </p:spPr>
      </p:sp>
      <p:sp>
        <p:nvSpPr>
          <p:cNvPr id="225" name="a_full_bar_ellipse_224">
            <a:extLst>
              <a:ext uri="{FF2B5EF4-FFF2-40B4-BE49-F238E27FC236}">
                <a16:creationId xmlns:a16="http://schemas.microsoft.com/office/drawing/2014/main" id="{B71B5B4A-9056-48CB-A0DF-DC5F4D231C75}"/>
              </a:ext>
            </a:extLst>
          </p:cNvPr>
          <p:cNvSpPr>
            <a:spLocks noGrp="1"/>
          </p:cNvSpPr>
          <p:nvPr/>
        </p:nvSpPr>
        <p:spPr>
          <a:xfrm>
            <a:off x="2864277" y="3241362"/>
            <a:ext cx="45341" cy="45341"/>
          </a:xfrm>
          <a:prstGeom prst="ellipse">
            <a:avLst/>
          </a:prstGeom>
          <a:solidFill>
            <a:srgbClr val="007C83">
              <a:alpha val="40000"/>
            </a:srgbClr>
          </a:solidFill>
          <a:ln w="0">
            <a:noFill/>
            <a:prstDash val="solid"/>
          </a:ln>
        </p:spPr>
      </p:sp>
      <p:sp>
        <p:nvSpPr>
          <p:cNvPr id="226" name="a_full_bar_ellipse_225">
            <a:extLst>
              <a:ext uri="{FF2B5EF4-FFF2-40B4-BE49-F238E27FC236}">
                <a16:creationId xmlns:a16="http://schemas.microsoft.com/office/drawing/2014/main" id="{229B521A-FEC7-4ADA-8F2D-77B7C49E9B65}"/>
              </a:ext>
            </a:extLst>
          </p:cNvPr>
          <p:cNvSpPr>
            <a:spLocks noGrp="1"/>
          </p:cNvSpPr>
          <p:nvPr/>
        </p:nvSpPr>
        <p:spPr>
          <a:xfrm>
            <a:off x="2825290" y="2430681"/>
            <a:ext cx="45341" cy="45341"/>
          </a:xfrm>
          <a:prstGeom prst="ellipse">
            <a:avLst/>
          </a:prstGeom>
          <a:solidFill>
            <a:srgbClr val="007C83">
              <a:alpha val="40000"/>
            </a:srgbClr>
          </a:solidFill>
          <a:ln w="0">
            <a:noFill/>
            <a:prstDash val="solid"/>
          </a:ln>
        </p:spPr>
      </p:sp>
      <p:sp>
        <p:nvSpPr>
          <p:cNvPr id="227" name="a_full_bar_ellipse_226">
            <a:extLst>
              <a:ext uri="{FF2B5EF4-FFF2-40B4-BE49-F238E27FC236}">
                <a16:creationId xmlns:a16="http://schemas.microsoft.com/office/drawing/2014/main" id="{E661DE73-A99D-4F95-8664-3D9B679E3800}"/>
              </a:ext>
            </a:extLst>
          </p:cNvPr>
          <p:cNvSpPr>
            <a:spLocks noGrp="1"/>
          </p:cNvSpPr>
          <p:nvPr/>
        </p:nvSpPr>
        <p:spPr>
          <a:xfrm>
            <a:off x="2844652" y="2025341"/>
            <a:ext cx="45341" cy="45341"/>
          </a:xfrm>
          <a:prstGeom prst="ellipse">
            <a:avLst/>
          </a:prstGeom>
          <a:solidFill>
            <a:srgbClr val="007C83">
              <a:alpha val="40000"/>
            </a:srgbClr>
          </a:solidFill>
          <a:ln w="0">
            <a:noFill/>
            <a:prstDash val="solid"/>
          </a:ln>
        </p:spPr>
      </p:sp>
      <p:sp>
        <p:nvSpPr>
          <p:cNvPr id="228" name="a_full_bar_ellipse_227">
            <a:extLst>
              <a:ext uri="{FF2B5EF4-FFF2-40B4-BE49-F238E27FC236}">
                <a16:creationId xmlns:a16="http://schemas.microsoft.com/office/drawing/2014/main" id="{298C92D4-0278-47C4-BB28-0F34356A8AB8}"/>
              </a:ext>
            </a:extLst>
          </p:cNvPr>
          <p:cNvSpPr>
            <a:spLocks noGrp="1"/>
          </p:cNvSpPr>
          <p:nvPr/>
        </p:nvSpPr>
        <p:spPr>
          <a:xfrm>
            <a:off x="2686240" y="2025341"/>
            <a:ext cx="45341" cy="45341"/>
          </a:xfrm>
          <a:prstGeom prst="ellipse">
            <a:avLst/>
          </a:prstGeom>
          <a:solidFill>
            <a:srgbClr val="007C83">
              <a:alpha val="40000"/>
            </a:srgbClr>
          </a:solidFill>
          <a:ln w="0">
            <a:noFill/>
            <a:prstDash val="solid"/>
          </a:ln>
        </p:spPr>
      </p:sp>
      <p:sp>
        <p:nvSpPr>
          <p:cNvPr id="229" name="a_full_bar_ellipse_228">
            <a:extLst>
              <a:ext uri="{FF2B5EF4-FFF2-40B4-BE49-F238E27FC236}">
                <a16:creationId xmlns:a16="http://schemas.microsoft.com/office/drawing/2014/main" id="{99EFB535-682E-4C03-AFF8-A1E9A3B7E41A}"/>
              </a:ext>
            </a:extLst>
          </p:cNvPr>
          <p:cNvSpPr>
            <a:spLocks noGrp="1"/>
          </p:cNvSpPr>
          <p:nvPr/>
        </p:nvSpPr>
        <p:spPr>
          <a:xfrm>
            <a:off x="2683387" y="2025341"/>
            <a:ext cx="45341" cy="45341"/>
          </a:xfrm>
          <a:prstGeom prst="ellipse">
            <a:avLst/>
          </a:prstGeom>
          <a:solidFill>
            <a:srgbClr val="007C83">
              <a:alpha val="40000"/>
            </a:srgbClr>
          </a:solidFill>
          <a:ln w="0">
            <a:noFill/>
            <a:prstDash val="solid"/>
          </a:ln>
        </p:spPr>
      </p:sp>
      <p:sp>
        <p:nvSpPr>
          <p:cNvPr id="230" name="a_full_bar_ellipse_229">
            <a:extLst>
              <a:ext uri="{FF2B5EF4-FFF2-40B4-BE49-F238E27FC236}">
                <a16:creationId xmlns:a16="http://schemas.microsoft.com/office/drawing/2014/main" id="{0C9F076D-9D45-4ED6-A4C4-F1CAC8E7E6F5}"/>
              </a:ext>
            </a:extLst>
          </p:cNvPr>
          <p:cNvSpPr>
            <a:spLocks noGrp="1"/>
          </p:cNvSpPr>
          <p:nvPr/>
        </p:nvSpPr>
        <p:spPr>
          <a:xfrm>
            <a:off x="2802514" y="2971135"/>
            <a:ext cx="45341" cy="45341"/>
          </a:xfrm>
          <a:prstGeom prst="ellipse">
            <a:avLst/>
          </a:prstGeom>
          <a:solidFill>
            <a:srgbClr val="007C83">
              <a:alpha val="40000"/>
            </a:srgbClr>
          </a:solidFill>
          <a:ln w="0">
            <a:noFill/>
            <a:prstDash val="solid"/>
          </a:ln>
        </p:spPr>
      </p:sp>
      <p:sp>
        <p:nvSpPr>
          <p:cNvPr id="231" name="a_full_bar_ellipse_230">
            <a:extLst>
              <a:ext uri="{FF2B5EF4-FFF2-40B4-BE49-F238E27FC236}">
                <a16:creationId xmlns:a16="http://schemas.microsoft.com/office/drawing/2014/main" id="{4084F24F-1279-43AB-A134-62FD49D5ADFE}"/>
              </a:ext>
            </a:extLst>
          </p:cNvPr>
          <p:cNvSpPr>
            <a:spLocks noGrp="1"/>
          </p:cNvSpPr>
          <p:nvPr/>
        </p:nvSpPr>
        <p:spPr>
          <a:xfrm>
            <a:off x="2788137" y="2025341"/>
            <a:ext cx="45341" cy="45341"/>
          </a:xfrm>
          <a:prstGeom prst="ellipse">
            <a:avLst/>
          </a:prstGeom>
          <a:solidFill>
            <a:srgbClr val="007C83">
              <a:alpha val="40000"/>
            </a:srgbClr>
          </a:solidFill>
          <a:ln w="0">
            <a:noFill/>
            <a:prstDash val="solid"/>
          </a:ln>
        </p:spPr>
      </p:sp>
      <p:sp>
        <p:nvSpPr>
          <p:cNvPr id="232" name="a_full_bar_ellipse_231">
            <a:extLst>
              <a:ext uri="{FF2B5EF4-FFF2-40B4-BE49-F238E27FC236}">
                <a16:creationId xmlns:a16="http://schemas.microsoft.com/office/drawing/2014/main" id="{49439979-AAAA-4F44-9F5A-7F5630DB5B31}"/>
              </a:ext>
            </a:extLst>
          </p:cNvPr>
          <p:cNvSpPr>
            <a:spLocks noGrp="1"/>
          </p:cNvSpPr>
          <p:nvPr/>
        </p:nvSpPr>
        <p:spPr>
          <a:xfrm>
            <a:off x="2765853" y="2511749"/>
            <a:ext cx="45341" cy="45341"/>
          </a:xfrm>
          <a:prstGeom prst="ellipse">
            <a:avLst/>
          </a:prstGeom>
          <a:solidFill>
            <a:srgbClr val="007C83">
              <a:alpha val="40000"/>
            </a:srgbClr>
          </a:solidFill>
          <a:ln w="0">
            <a:noFill/>
            <a:prstDash val="solid"/>
          </a:ln>
        </p:spPr>
      </p:sp>
      <p:sp>
        <p:nvSpPr>
          <p:cNvPr id="233" name="a_full_bar_ellipse_232">
            <a:extLst>
              <a:ext uri="{FF2B5EF4-FFF2-40B4-BE49-F238E27FC236}">
                <a16:creationId xmlns:a16="http://schemas.microsoft.com/office/drawing/2014/main" id="{E9957EEB-E189-4060-A6A6-5D7015861167}"/>
              </a:ext>
            </a:extLst>
          </p:cNvPr>
          <p:cNvSpPr>
            <a:spLocks noGrp="1"/>
          </p:cNvSpPr>
          <p:nvPr/>
        </p:nvSpPr>
        <p:spPr>
          <a:xfrm>
            <a:off x="2869839" y="2937356"/>
            <a:ext cx="45341" cy="45341"/>
          </a:xfrm>
          <a:prstGeom prst="ellipse">
            <a:avLst/>
          </a:prstGeom>
          <a:solidFill>
            <a:srgbClr val="007C83">
              <a:alpha val="40000"/>
            </a:srgbClr>
          </a:solidFill>
          <a:ln w="0">
            <a:noFill/>
            <a:prstDash val="solid"/>
          </a:ln>
        </p:spPr>
      </p:sp>
      <p:sp>
        <p:nvSpPr>
          <p:cNvPr id="234" name="a_full_bar_ellipse_233">
            <a:extLst>
              <a:ext uri="{FF2B5EF4-FFF2-40B4-BE49-F238E27FC236}">
                <a16:creationId xmlns:a16="http://schemas.microsoft.com/office/drawing/2014/main" id="{C27636FD-67F3-4D1B-8B8E-84D95990A790}"/>
              </a:ext>
            </a:extLst>
          </p:cNvPr>
          <p:cNvSpPr>
            <a:spLocks noGrp="1"/>
          </p:cNvSpPr>
          <p:nvPr/>
        </p:nvSpPr>
        <p:spPr>
          <a:xfrm>
            <a:off x="2833727" y="3484566"/>
            <a:ext cx="45341" cy="45341"/>
          </a:xfrm>
          <a:prstGeom prst="ellipse">
            <a:avLst/>
          </a:prstGeom>
          <a:solidFill>
            <a:srgbClr val="007C83">
              <a:alpha val="40000"/>
            </a:srgbClr>
          </a:solidFill>
          <a:ln w="0">
            <a:noFill/>
            <a:prstDash val="solid"/>
          </a:ln>
        </p:spPr>
      </p:sp>
      <p:sp>
        <p:nvSpPr>
          <p:cNvPr id="235" name="a_full_bar_ellipse_234">
            <a:extLst>
              <a:ext uri="{FF2B5EF4-FFF2-40B4-BE49-F238E27FC236}">
                <a16:creationId xmlns:a16="http://schemas.microsoft.com/office/drawing/2014/main" id="{37153524-B036-435A-876B-81938B8BA4A8}"/>
              </a:ext>
            </a:extLst>
          </p:cNvPr>
          <p:cNvSpPr>
            <a:spLocks noGrp="1"/>
          </p:cNvSpPr>
          <p:nvPr/>
        </p:nvSpPr>
        <p:spPr>
          <a:xfrm>
            <a:off x="2727973" y="4457382"/>
            <a:ext cx="45341" cy="45341"/>
          </a:xfrm>
          <a:prstGeom prst="ellipse">
            <a:avLst/>
          </a:prstGeom>
          <a:solidFill>
            <a:srgbClr val="007C83">
              <a:alpha val="40000"/>
            </a:srgbClr>
          </a:solidFill>
          <a:ln w="0">
            <a:noFill/>
            <a:prstDash val="solid"/>
          </a:ln>
        </p:spPr>
      </p:sp>
      <p:sp>
        <p:nvSpPr>
          <p:cNvPr id="236" name="a_full_bar_ellipse_235">
            <a:extLst>
              <a:ext uri="{FF2B5EF4-FFF2-40B4-BE49-F238E27FC236}">
                <a16:creationId xmlns:a16="http://schemas.microsoft.com/office/drawing/2014/main" id="{743E6231-EF19-44D1-B311-6FC3C160E384}"/>
              </a:ext>
            </a:extLst>
          </p:cNvPr>
          <p:cNvSpPr>
            <a:spLocks noGrp="1"/>
          </p:cNvSpPr>
          <p:nvPr/>
        </p:nvSpPr>
        <p:spPr>
          <a:xfrm>
            <a:off x="2822818" y="3241362"/>
            <a:ext cx="45341" cy="45341"/>
          </a:xfrm>
          <a:prstGeom prst="ellipse">
            <a:avLst/>
          </a:prstGeom>
          <a:solidFill>
            <a:srgbClr val="007C83">
              <a:alpha val="40000"/>
            </a:srgbClr>
          </a:solidFill>
          <a:ln w="0">
            <a:noFill/>
            <a:prstDash val="solid"/>
          </a:ln>
        </p:spPr>
      </p:sp>
      <p:sp>
        <p:nvSpPr>
          <p:cNvPr id="237" name="a_full_bar_ellipse_236">
            <a:extLst>
              <a:ext uri="{FF2B5EF4-FFF2-40B4-BE49-F238E27FC236}">
                <a16:creationId xmlns:a16="http://schemas.microsoft.com/office/drawing/2014/main" id="{7C2B80B9-62A2-4DEA-824B-AED28ECFD0D5}"/>
              </a:ext>
            </a:extLst>
          </p:cNvPr>
          <p:cNvSpPr>
            <a:spLocks noGrp="1"/>
          </p:cNvSpPr>
          <p:nvPr/>
        </p:nvSpPr>
        <p:spPr>
          <a:xfrm>
            <a:off x="2711253" y="3908308"/>
            <a:ext cx="45341" cy="45341"/>
          </a:xfrm>
          <a:prstGeom prst="ellipse">
            <a:avLst/>
          </a:prstGeom>
          <a:solidFill>
            <a:srgbClr val="007C83">
              <a:alpha val="40000"/>
            </a:srgbClr>
          </a:solidFill>
          <a:ln w="0">
            <a:noFill/>
            <a:prstDash val="solid"/>
          </a:ln>
        </p:spPr>
      </p:sp>
      <p:sp>
        <p:nvSpPr>
          <p:cNvPr id="238" name="a_full_bar_ellipse_237">
            <a:extLst>
              <a:ext uri="{FF2B5EF4-FFF2-40B4-BE49-F238E27FC236}">
                <a16:creationId xmlns:a16="http://schemas.microsoft.com/office/drawing/2014/main" id="{BD96E3F8-AF73-45EE-ABFF-CA690BD8CEE0}"/>
              </a:ext>
            </a:extLst>
          </p:cNvPr>
          <p:cNvSpPr>
            <a:spLocks noGrp="1"/>
          </p:cNvSpPr>
          <p:nvPr/>
        </p:nvSpPr>
        <p:spPr>
          <a:xfrm>
            <a:off x="2838402" y="3762513"/>
            <a:ext cx="45341" cy="45341"/>
          </a:xfrm>
          <a:prstGeom prst="ellipse">
            <a:avLst/>
          </a:prstGeom>
          <a:solidFill>
            <a:srgbClr val="007C83">
              <a:alpha val="40000"/>
            </a:srgbClr>
          </a:solidFill>
          <a:ln w="0">
            <a:noFill/>
            <a:prstDash val="solid"/>
          </a:ln>
        </p:spPr>
      </p:sp>
      <p:sp>
        <p:nvSpPr>
          <p:cNvPr id="239" name="a_full_bar_ellipse_238">
            <a:extLst>
              <a:ext uri="{FF2B5EF4-FFF2-40B4-BE49-F238E27FC236}">
                <a16:creationId xmlns:a16="http://schemas.microsoft.com/office/drawing/2014/main" id="{2A49F4F6-0521-4C14-AA77-F2F5C1C84C29}"/>
              </a:ext>
            </a:extLst>
          </p:cNvPr>
          <p:cNvSpPr>
            <a:spLocks noGrp="1"/>
          </p:cNvSpPr>
          <p:nvPr/>
        </p:nvSpPr>
        <p:spPr>
          <a:xfrm>
            <a:off x="2674565" y="2025341"/>
            <a:ext cx="45341" cy="45341"/>
          </a:xfrm>
          <a:prstGeom prst="ellipse">
            <a:avLst/>
          </a:prstGeom>
          <a:solidFill>
            <a:srgbClr val="007C83">
              <a:alpha val="40000"/>
            </a:srgbClr>
          </a:solidFill>
          <a:ln w="0">
            <a:noFill/>
            <a:prstDash val="solid"/>
          </a:ln>
        </p:spPr>
      </p:sp>
      <p:sp>
        <p:nvSpPr>
          <p:cNvPr id="240" name="a_full_bar_ellipse_239">
            <a:extLst>
              <a:ext uri="{FF2B5EF4-FFF2-40B4-BE49-F238E27FC236}">
                <a16:creationId xmlns:a16="http://schemas.microsoft.com/office/drawing/2014/main" id="{54104D36-6903-4BA1-9759-AAE43AD87B32}"/>
              </a:ext>
            </a:extLst>
          </p:cNvPr>
          <p:cNvSpPr>
            <a:spLocks noGrp="1"/>
          </p:cNvSpPr>
          <p:nvPr/>
        </p:nvSpPr>
        <p:spPr>
          <a:xfrm>
            <a:off x="2847832" y="2025341"/>
            <a:ext cx="45341" cy="45341"/>
          </a:xfrm>
          <a:prstGeom prst="ellipse">
            <a:avLst/>
          </a:prstGeom>
          <a:solidFill>
            <a:srgbClr val="007C83">
              <a:alpha val="40000"/>
            </a:srgbClr>
          </a:solidFill>
          <a:ln w="0">
            <a:noFill/>
            <a:prstDash val="solid"/>
          </a:ln>
        </p:spPr>
      </p:sp>
      <p:sp>
        <p:nvSpPr>
          <p:cNvPr id="241" name="a_full_bar_ellipse_240">
            <a:extLst>
              <a:ext uri="{FF2B5EF4-FFF2-40B4-BE49-F238E27FC236}">
                <a16:creationId xmlns:a16="http://schemas.microsoft.com/office/drawing/2014/main" id="{57AE2E41-25C9-4273-BFD5-D6418B4FAB25}"/>
              </a:ext>
            </a:extLst>
          </p:cNvPr>
          <p:cNvSpPr>
            <a:spLocks noGrp="1"/>
          </p:cNvSpPr>
          <p:nvPr/>
        </p:nvSpPr>
        <p:spPr>
          <a:xfrm>
            <a:off x="2817594" y="3586583"/>
            <a:ext cx="45341" cy="45341"/>
          </a:xfrm>
          <a:prstGeom prst="ellipse">
            <a:avLst/>
          </a:prstGeom>
          <a:solidFill>
            <a:srgbClr val="007C83">
              <a:alpha val="40000"/>
            </a:srgbClr>
          </a:solidFill>
          <a:ln w="0">
            <a:noFill/>
            <a:prstDash val="solid"/>
          </a:ln>
        </p:spPr>
      </p:sp>
      <p:sp>
        <p:nvSpPr>
          <p:cNvPr id="242" name="a_full_bar_ellipse_241">
            <a:extLst>
              <a:ext uri="{FF2B5EF4-FFF2-40B4-BE49-F238E27FC236}">
                <a16:creationId xmlns:a16="http://schemas.microsoft.com/office/drawing/2014/main" id="{0B9ACDD0-8889-41DB-9B79-BFD3EBF222F6}"/>
              </a:ext>
            </a:extLst>
          </p:cNvPr>
          <p:cNvSpPr>
            <a:spLocks noGrp="1"/>
          </p:cNvSpPr>
          <p:nvPr/>
        </p:nvSpPr>
        <p:spPr>
          <a:xfrm>
            <a:off x="2852882" y="4457382"/>
            <a:ext cx="45341" cy="45341"/>
          </a:xfrm>
          <a:prstGeom prst="ellipse">
            <a:avLst/>
          </a:prstGeom>
          <a:solidFill>
            <a:srgbClr val="007C83">
              <a:alpha val="40000"/>
            </a:srgbClr>
          </a:solidFill>
          <a:ln w="0">
            <a:noFill/>
            <a:prstDash val="solid"/>
          </a:ln>
        </p:spPr>
      </p:sp>
      <p:sp>
        <p:nvSpPr>
          <p:cNvPr id="243" name="a_full_bar_ellipse_242">
            <a:extLst>
              <a:ext uri="{FF2B5EF4-FFF2-40B4-BE49-F238E27FC236}">
                <a16:creationId xmlns:a16="http://schemas.microsoft.com/office/drawing/2014/main" id="{D94FC414-1D51-4F96-8838-455E6E724053}"/>
              </a:ext>
            </a:extLst>
          </p:cNvPr>
          <p:cNvSpPr>
            <a:spLocks noGrp="1"/>
          </p:cNvSpPr>
          <p:nvPr/>
        </p:nvSpPr>
        <p:spPr>
          <a:xfrm>
            <a:off x="2722831" y="3849372"/>
            <a:ext cx="45341" cy="45341"/>
          </a:xfrm>
          <a:prstGeom prst="ellipse">
            <a:avLst/>
          </a:prstGeom>
          <a:solidFill>
            <a:srgbClr val="007C83">
              <a:alpha val="40000"/>
            </a:srgbClr>
          </a:solidFill>
          <a:ln w="0">
            <a:noFill/>
            <a:prstDash val="solid"/>
          </a:ln>
        </p:spPr>
      </p:sp>
      <p:sp>
        <p:nvSpPr>
          <p:cNvPr id="244" name="a_full_bar_ellipse_243">
            <a:extLst>
              <a:ext uri="{FF2B5EF4-FFF2-40B4-BE49-F238E27FC236}">
                <a16:creationId xmlns:a16="http://schemas.microsoft.com/office/drawing/2014/main" id="{83E3424A-346A-4272-B6F6-0B54EACBB1DD}"/>
              </a:ext>
            </a:extLst>
          </p:cNvPr>
          <p:cNvSpPr>
            <a:spLocks noGrp="1"/>
          </p:cNvSpPr>
          <p:nvPr/>
        </p:nvSpPr>
        <p:spPr>
          <a:xfrm>
            <a:off x="2777201" y="2025341"/>
            <a:ext cx="45341" cy="45341"/>
          </a:xfrm>
          <a:prstGeom prst="ellipse">
            <a:avLst/>
          </a:prstGeom>
          <a:solidFill>
            <a:srgbClr val="007C83">
              <a:alpha val="40000"/>
            </a:srgbClr>
          </a:solidFill>
          <a:ln w="0">
            <a:noFill/>
            <a:prstDash val="solid"/>
          </a:ln>
        </p:spPr>
      </p:sp>
      <p:sp>
        <p:nvSpPr>
          <p:cNvPr id="245" name="a_full_bar_ellipse_244">
            <a:extLst>
              <a:ext uri="{FF2B5EF4-FFF2-40B4-BE49-F238E27FC236}">
                <a16:creationId xmlns:a16="http://schemas.microsoft.com/office/drawing/2014/main" id="{C3D6A9D2-2153-4F46-A7FB-E812AA723368}"/>
              </a:ext>
            </a:extLst>
          </p:cNvPr>
          <p:cNvSpPr>
            <a:spLocks noGrp="1"/>
          </p:cNvSpPr>
          <p:nvPr/>
        </p:nvSpPr>
        <p:spPr>
          <a:xfrm>
            <a:off x="2831930" y="4457382"/>
            <a:ext cx="45341" cy="45341"/>
          </a:xfrm>
          <a:prstGeom prst="ellipse">
            <a:avLst/>
          </a:prstGeom>
          <a:solidFill>
            <a:srgbClr val="007C83">
              <a:alpha val="40000"/>
            </a:srgbClr>
          </a:solidFill>
          <a:ln w="0">
            <a:noFill/>
            <a:prstDash val="solid"/>
          </a:ln>
        </p:spPr>
      </p:sp>
      <p:sp>
        <p:nvSpPr>
          <p:cNvPr id="246" name="a_full_bar_ellipse_245">
            <a:extLst>
              <a:ext uri="{FF2B5EF4-FFF2-40B4-BE49-F238E27FC236}">
                <a16:creationId xmlns:a16="http://schemas.microsoft.com/office/drawing/2014/main" id="{F1E8C777-6190-4651-89F5-C3039200C863}"/>
              </a:ext>
            </a:extLst>
          </p:cNvPr>
          <p:cNvSpPr>
            <a:spLocks noGrp="1"/>
          </p:cNvSpPr>
          <p:nvPr/>
        </p:nvSpPr>
        <p:spPr>
          <a:xfrm>
            <a:off x="2666609" y="2025341"/>
            <a:ext cx="45341" cy="45341"/>
          </a:xfrm>
          <a:prstGeom prst="ellipse">
            <a:avLst/>
          </a:prstGeom>
          <a:solidFill>
            <a:srgbClr val="007C83">
              <a:alpha val="40000"/>
            </a:srgbClr>
          </a:solidFill>
          <a:ln w="0">
            <a:noFill/>
            <a:prstDash val="solid"/>
          </a:ln>
        </p:spPr>
      </p:sp>
      <p:sp>
        <p:nvSpPr>
          <p:cNvPr id="247" name="a_full_bar_ellipse_246">
            <a:extLst>
              <a:ext uri="{FF2B5EF4-FFF2-40B4-BE49-F238E27FC236}">
                <a16:creationId xmlns:a16="http://schemas.microsoft.com/office/drawing/2014/main" id="{041566D5-3DC0-4CAF-A56B-D690CBEEE04B}"/>
              </a:ext>
            </a:extLst>
          </p:cNvPr>
          <p:cNvSpPr>
            <a:spLocks noGrp="1"/>
          </p:cNvSpPr>
          <p:nvPr/>
        </p:nvSpPr>
        <p:spPr>
          <a:xfrm>
            <a:off x="2863164" y="2025341"/>
            <a:ext cx="45341" cy="45341"/>
          </a:xfrm>
          <a:prstGeom prst="ellipse">
            <a:avLst/>
          </a:prstGeom>
          <a:solidFill>
            <a:srgbClr val="007C83">
              <a:alpha val="40000"/>
            </a:srgbClr>
          </a:solidFill>
          <a:ln w="0">
            <a:noFill/>
            <a:prstDash val="solid"/>
          </a:ln>
        </p:spPr>
      </p:sp>
      <p:sp>
        <p:nvSpPr>
          <p:cNvPr id="248" name="a_full_bar_ellipse_247">
            <a:extLst>
              <a:ext uri="{FF2B5EF4-FFF2-40B4-BE49-F238E27FC236}">
                <a16:creationId xmlns:a16="http://schemas.microsoft.com/office/drawing/2014/main" id="{D0CBAE1D-EDB8-4724-BB4B-957482A4BEE8}"/>
              </a:ext>
            </a:extLst>
          </p:cNvPr>
          <p:cNvSpPr>
            <a:spLocks noGrp="1"/>
          </p:cNvSpPr>
          <p:nvPr/>
        </p:nvSpPr>
        <p:spPr>
          <a:xfrm>
            <a:off x="2769942" y="2025341"/>
            <a:ext cx="45341" cy="45341"/>
          </a:xfrm>
          <a:prstGeom prst="ellipse">
            <a:avLst/>
          </a:prstGeom>
          <a:solidFill>
            <a:srgbClr val="007C83">
              <a:alpha val="40000"/>
            </a:srgbClr>
          </a:solidFill>
          <a:ln w="0">
            <a:noFill/>
            <a:prstDash val="solid"/>
          </a:ln>
        </p:spPr>
      </p:sp>
      <p:sp>
        <p:nvSpPr>
          <p:cNvPr id="249" name="a_full_bar_ellipse_248">
            <a:extLst>
              <a:ext uri="{FF2B5EF4-FFF2-40B4-BE49-F238E27FC236}">
                <a16:creationId xmlns:a16="http://schemas.microsoft.com/office/drawing/2014/main" id="{E02C3758-D950-4D69-86D5-5008E83A0F3B}"/>
              </a:ext>
            </a:extLst>
          </p:cNvPr>
          <p:cNvSpPr>
            <a:spLocks noGrp="1"/>
          </p:cNvSpPr>
          <p:nvPr/>
        </p:nvSpPr>
        <p:spPr>
          <a:xfrm>
            <a:off x="2739675" y="2329346"/>
            <a:ext cx="45341" cy="45341"/>
          </a:xfrm>
          <a:prstGeom prst="ellipse">
            <a:avLst/>
          </a:prstGeom>
          <a:solidFill>
            <a:srgbClr val="007C83">
              <a:alpha val="40000"/>
            </a:srgbClr>
          </a:solidFill>
          <a:ln w="0">
            <a:noFill/>
            <a:prstDash val="solid"/>
          </a:ln>
        </p:spPr>
      </p:sp>
      <p:sp>
        <p:nvSpPr>
          <p:cNvPr id="250" name="a_full_bar_ellipse_249">
            <a:extLst>
              <a:ext uri="{FF2B5EF4-FFF2-40B4-BE49-F238E27FC236}">
                <a16:creationId xmlns:a16="http://schemas.microsoft.com/office/drawing/2014/main" id="{B79A2B1D-F9FA-42F0-8A2B-016789D3E1CF}"/>
              </a:ext>
            </a:extLst>
          </p:cNvPr>
          <p:cNvSpPr>
            <a:spLocks noGrp="1"/>
          </p:cNvSpPr>
          <p:nvPr/>
        </p:nvSpPr>
        <p:spPr>
          <a:xfrm>
            <a:off x="2685277" y="3106248"/>
            <a:ext cx="45341" cy="45341"/>
          </a:xfrm>
          <a:prstGeom prst="ellipse">
            <a:avLst/>
          </a:prstGeom>
          <a:solidFill>
            <a:srgbClr val="007C83">
              <a:alpha val="40000"/>
            </a:srgbClr>
          </a:solidFill>
          <a:ln w="0">
            <a:noFill/>
            <a:prstDash val="solid"/>
          </a:ln>
        </p:spPr>
      </p:sp>
      <p:sp>
        <p:nvSpPr>
          <p:cNvPr id="251" name="a_full_bar_ellipse_250">
            <a:extLst>
              <a:ext uri="{FF2B5EF4-FFF2-40B4-BE49-F238E27FC236}">
                <a16:creationId xmlns:a16="http://schemas.microsoft.com/office/drawing/2014/main" id="{900C733A-C1BF-4A69-8194-3EB362D6D72D}"/>
              </a:ext>
            </a:extLst>
          </p:cNvPr>
          <p:cNvSpPr>
            <a:spLocks noGrp="1"/>
          </p:cNvSpPr>
          <p:nvPr/>
        </p:nvSpPr>
        <p:spPr>
          <a:xfrm>
            <a:off x="2703861" y="3241362"/>
            <a:ext cx="45341" cy="45341"/>
          </a:xfrm>
          <a:prstGeom prst="ellipse">
            <a:avLst/>
          </a:prstGeom>
          <a:solidFill>
            <a:srgbClr val="007C83">
              <a:alpha val="40000"/>
            </a:srgbClr>
          </a:solidFill>
          <a:ln w="0">
            <a:noFill/>
            <a:prstDash val="solid"/>
          </a:ln>
        </p:spPr>
      </p:sp>
      <p:sp>
        <p:nvSpPr>
          <p:cNvPr id="252" name="a_full_bar_ellipse_251">
            <a:extLst>
              <a:ext uri="{FF2B5EF4-FFF2-40B4-BE49-F238E27FC236}">
                <a16:creationId xmlns:a16="http://schemas.microsoft.com/office/drawing/2014/main" id="{7F65C75C-8C11-4677-BD36-2656827C5FD9}"/>
              </a:ext>
            </a:extLst>
          </p:cNvPr>
          <p:cNvSpPr>
            <a:spLocks noGrp="1"/>
          </p:cNvSpPr>
          <p:nvPr/>
        </p:nvSpPr>
        <p:spPr>
          <a:xfrm>
            <a:off x="2875879" y="2025341"/>
            <a:ext cx="45341" cy="45341"/>
          </a:xfrm>
          <a:prstGeom prst="ellipse">
            <a:avLst/>
          </a:prstGeom>
          <a:solidFill>
            <a:srgbClr val="007C83">
              <a:alpha val="40000"/>
            </a:srgbClr>
          </a:solidFill>
          <a:ln w="0">
            <a:noFill/>
            <a:prstDash val="solid"/>
          </a:ln>
        </p:spPr>
      </p:sp>
      <p:sp>
        <p:nvSpPr>
          <p:cNvPr id="253" name="a_full_bar_ellipse_252">
            <a:extLst>
              <a:ext uri="{FF2B5EF4-FFF2-40B4-BE49-F238E27FC236}">
                <a16:creationId xmlns:a16="http://schemas.microsoft.com/office/drawing/2014/main" id="{C2D25BE6-CE90-4E62-9CE9-BAF7B744CD0A}"/>
              </a:ext>
            </a:extLst>
          </p:cNvPr>
          <p:cNvSpPr>
            <a:spLocks noGrp="1"/>
          </p:cNvSpPr>
          <p:nvPr/>
        </p:nvSpPr>
        <p:spPr>
          <a:xfrm>
            <a:off x="2757357" y="2025341"/>
            <a:ext cx="45341" cy="45341"/>
          </a:xfrm>
          <a:prstGeom prst="ellipse">
            <a:avLst/>
          </a:prstGeom>
          <a:solidFill>
            <a:srgbClr val="007C83">
              <a:alpha val="40000"/>
            </a:srgbClr>
          </a:solidFill>
          <a:ln w="0">
            <a:noFill/>
            <a:prstDash val="solid"/>
          </a:ln>
        </p:spPr>
      </p:sp>
      <p:sp>
        <p:nvSpPr>
          <p:cNvPr id="254" name="a_full_bar_ellipse_253">
            <a:extLst>
              <a:ext uri="{FF2B5EF4-FFF2-40B4-BE49-F238E27FC236}">
                <a16:creationId xmlns:a16="http://schemas.microsoft.com/office/drawing/2014/main" id="{87A8323B-D2A0-4F72-A8D7-9E2755276EA4}"/>
              </a:ext>
            </a:extLst>
          </p:cNvPr>
          <p:cNvSpPr>
            <a:spLocks noGrp="1"/>
          </p:cNvSpPr>
          <p:nvPr/>
        </p:nvSpPr>
        <p:spPr>
          <a:xfrm>
            <a:off x="2725480" y="2025341"/>
            <a:ext cx="45341" cy="45341"/>
          </a:xfrm>
          <a:prstGeom prst="ellipse">
            <a:avLst/>
          </a:prstGeom>
          <a:solidFill>
            <a:srgbClr val="007C83">
              <a:alpha val="40000"/>
            </a:srgbClr>
          </a:solidFill>
          <a:ln w="0">
            <a:noFill/>
            <a:prstDash val="solid"/>
          </a:ln>
        </p:spPr>
      </p:sp>
      <p:sp>
        <p:nvSpPr>
          <p:cNvPr id="255" name="a_full_bar_ellipse_254">
            <a:extLst>
              <a:ext uri="{FF2B5EF4-FFF2-40B4-BE49-F238E27FC236}">
                <a16:creationId xmlns:a16="http://schemas.microsoft.com/office/drawing/2014/main" id="{3FD84A7A-A358-41E2-9618-B9F7EA643860}"/>
              </a:ext>
            </a:extLst>
          </p:cNvPr>
          <p:cNvSpPr>
            <a:spLocks noGrp="1"/>
          </p:cNvSpPr>
          <p:nvPr/>
        </p:nvSpPr>
        <p:spPr>
          <a:xfrm>
            <a:off x="2748873" y="2025341"/>
            <a:ext cx="45341" cy="45341"/>
          </a:xfrm>
          <a:prstGeom prst="ellipse">
            <a:avLst/>
          </a:prstGeom>
          <a:solidFill>
            <a:srgbClr val="007C83">
              <a:alpha val="40000"/>
            </a:srgbClr>
          </a:solidFill>
          <a:ln w="0">
            <a:noFill/>
            <a:prstDash val="solid"/>
          </a:ln>
        </p:spPr>
      </p:sp>
      <p:sp>
        <p:nvSpPr>
          <p:cNvPr id="256" name="a_full_bar_ellipse_255">
            <a:extLst>
              <a:ext uri="{FF2B5EF4-FFF2-40B4-BE49-F238E27FC236}">
                <a16:creationId xmlns:a16="http://schemas.microsoft.com/office/drawing/2014/main" id="{71E4227A-9D66-45CE-B33B-50F8D8D2D92E}"/>
              </a:ext>
            </a:extLst>
          </p:cNvPr>
          <p:cNvSpPr>
            <a:spLocks noGrp="1"/>
          </p:cNvSpPr>
          <p:nvPr/>
        </p:nvSpPr>
        <p:spPr>
          <a:xfrm>
            <a:off x="2806727" y="2529121"/>
            <a:ext cx="45341" cy="45341"/>
          </a:xfrm>
          <a:prstGeom prst="ellipse">
            <a:avLst/>
          </a:prstGeom>
          <a:solidFill>
            <a:srgbClr val="007C83">
              <a:alpha val="40000"/>
            </a:srgbClr>
          </a:solidFill>
          <a:ln w="0">
            <a:noFill/>
            <a:prstDash val="solid"/>
          </a:ln>
        </p:spPr>
      </p:sp>
      <p:sp>
        <p:nvSpPr>
          <p:cNvPr id="257" name="a_full_bar_ellipse_256">
            <a:extLst>
              <a:ext uri="{FF2B5EF4-FFF2-40B4-BE49-F238E27FC236}">
                <a16:creationId xmlns:a16="http://schemas.microsoft.com/office/drawing/2014/main" id="{C25D0299-F069-4B13-A48C-39A0CA2F8B22}"/>
              </a:ext>
            </a:extLst>
          </p:cNvPr>
          <p:cNvSpPr>
            <a:spLocks noGrp="1"/>
          </p:cNvSpPr>
          <p:nvPr/>
        </p:nvSpPr>
        <p:spPr>
          <a:xfrm>
            <a:off x="2724173" y="2025341"/>
            <a:ext cx="45341" cy="45341"/>
          </a:xfrm>
          <a:prstGeom prst="ellipse">
            <a:avLst/>
          </a:prstGeom>
          <a:solidFill>
            <a:srgbClr val="007C83">
              <a:alpha val="40000"/>
            </a:srgbClr>
          </a:solidFill>
          <a:ln w="0">
            <a:noFill/>
            <a:prstDash val="solid"/>
          </a:ln>
        </p:spPr>
      </p:sp>
      <p:sp>
        <p:nvSpPr>
          <p:cNvPr id="258" name="a_full_bar_ellipse_257">
            <a:extLst>
              <a:ext uri="{FF2B5EF4-FFF2-40B4-BE49-F238E27FC236}">
                <a16:creationId xmlns:a16="http://schemas.microsoft.com/office/drawing/2014/main" id="{C994BAFA-445A-4B18-ADBF-91BC50849592}"/>
              </a:ext>
            </a:extLst>
          </p:cNvPr>
          <p:cNvSpPr>
            <a:spLocks noGrp="1"/>
          </p:cNvSpPr>
          <p:nvPr/>
        </p:nvSpPr>
        <p:spPr>
          <a:xfrm>
            <a:off x="2796704" y="2025341"/>
            <a:ext cx="45341" cy="45341"/>
          </a:xfrm>
          <a:prstGeom prst="ellipse">
            <a:avLst/>
          </a:prstGeom>
          <a:solidFill>
            <a:srgbClr val="007C83">
              <a:alpha val="40000"/>
            </a:srgbClr>
          </a:solidFill>
          <a:ln w="0">
            <a:noFill/>
            <a:prstDash val="solid"/>
          </a:ln>
        </p:spPr>
      </p:sp>
      <p:sp>
        <p:nvSpPr>
          <p:cNvPr id="259" name="a_full_bar_ellipse_258">
            <a:extLst>
              <a:ext uri="{FF2B5EF4-FFF2-40B4-BE49-F238E27FC236}">
                <a16:creationId xmlns:a16="http://schemas.microsoft.com/office/drawing/2014/main" id="{F90F01AF-F465-4791-B7A2-29D69EDE7A2D}"/>
              </a:ext>
            </a:extLst>
          </p:cNvPr>
          <p:cNvSpPr>
            <a:spLocks noGrp="1"/>
          </p:cNvSpPr>
          <p:nvPr/>
        </p:nvSpPr>
        <p:spPr>
          <a:xfrm>
            <a:off x="2855307" y="2633351"/>
            <a:ext cx="45341" cy="45341"/>
          </a:xfrm>
          <a:prstGeom prst="ellipse">
            <a:avLst/>
          </a:prstGeom>
          <a:solidFill>
            <a:srgbClr val="007C83">
              <a:alpha val="40000"/>
            </a:srgbClr>
          </a:solidFill>
          <a:ln w="0">
            <a:noFill/>
            <a:prstDash val="solid"/>
          </a:ln>
        </p:spPr>
      </p:sp>
      <p:sp>
        <p:nvSpPr>
          <p:cNvPr id="260" name="a_full_bar_ellipse_259">
            <a:extLst>
              <a:ext uri="{FF2B5EF4-FFF2-40B4-BE49-F238E27FC236}">
                <a16:creationId xmlns:a16="http://schemas.microsoft.com/office/drawing/2014/main" id="{9C5DA6C2-18B3-471D-BF92-867FB6AEF5E1}"/>
              </a:ext>
            </a:extLst>
          </p:cNvPr>
          <p:cNvSpPr>
            <a:spLocks noGrp="1"/>
          </p:cNvSpPr>
          <p:nvPr/>
        </p:nvSpPr>
        <p:spPr>
          <a:xfrm>
            <a:off x="2704091" y="3241362"/>
            <a:ext cx="45341" cy="45341"/>
          </a:xfrm>
          <a:prstGeom prst="ellipse">
            <a:avLst/>
          </a:prstGeom>
          <a:solidFill>
            <a:srgbClr val="007C83">
              <a:alpha val="40000"/>
            </a:srgbClr>
          </a:solidFill>
          <a:ln w="0">
            <a:noFill/>
            <a:prstDash val="solid"/>
          </a:ln>
        </p:spPr>
      </p:sp>
      <p:sp>
        <p:nvSpPr>
          <p:cNvPr id="261" name="a_full_bar_ellipse_260">
            <a:extLst>
              <a:ext uri="{FF2B5EF4-FFF2-40B4-BE49-F238E27FC236}">
                <a16:creationId xmlns:a16="http://schemas.microsoft.com/office/drawing/2014/main" id="{A5DC87F9-7A0D-4960-A72E-59980BE25623}"/>
              </a:ext>
            </a:extLst>
          </p:cNvPr>
          <p:cNvSpPr>
            <a:spLocks noGrp="1"/>
          </p:cNvSpPr>
          <p:nvPr/>
        </p:nvSpPr>
        <p:spPr>
          <a:xfrm>
            <a:off x="2717597" y="2025341"/>
            <a:ext cx="45341" cy="45341"/>
          </a:xfrm>
          <a:prstGeom prst="ellipse">
            <a:avLst/>
          </a:prstGeom>
          <a:solidFill>
            <a:srgbClr val="007C83">
              <a:alpha val="40000"/>
            </a:srgbClr>
          </a:solidFill>
          <a:ln w="0">
            <a:noFill/>
            <a:prstDash val="solid"/>
          </a:ln>
        </p:spPr>
      </p:sp>
      <p:sp>
        <p:nvSpPr>
          <p:cNvPr id="262" name="a_full_bar_ellipse_261">
            <a:extLst>
              <a:ext uri="{FF2B5EF4-FFF2-40B4-BE49-F238E27FC236}">
                <a16:creationId xmlns:a16="http://schemas.microsoft.com/office/drawing/2014/main" id="{FCF779ED-736A-4F07-AD8F-96B282ACBEEA}"/>
              </a:ext>
            </a:extLst>
          </p:cNvPr>
          <p:cNvSpPr>
            <a:spLocks noGrp="1"/>
          </p:cNvSpPr>
          <p:nvPr/>
        </p:nvSpPr>
        <p:spPr>
          <a:xfrm>
            <a:off x="2697615" y="2215906"/>
            <a:ext cx="45341" cy="45341"/>
          </a:xfrm>
          <a:prstGeom prst="ellipse">
            <a:avLst/>
          </a:prstGeom>
          <a:solidFill>
            <a:srgbClr val="007C83">
              <a:alpha val="40000"/>
            </a:srgbClr>
          </a:solidFill>
          <a:ln w="0">
            <a:noFill/>
            <a:prstDash val="solid"/>
          </a:ln>
        </p:spPr>
      </p:sp>
      <p:sp>
        <p:nvSpPr>
          <p:cNvPr id="263" name="a_full_bar_ellipse_262">
            <a:extLst>
              <a:ext uri="{FF2B5EF4-FFF2-40B4-BE49-F238E27FC236}">
                <a16:creationId xmlns:a16="http://schemas.microsoft.com/office/drawing/2014/main" id="{4EF3F68E-14F3-43D7-A4F7-70F2A8147AA9}"/>
              </a:ext>
            </a:extLst>
          </p:cNvPr>
          <p:cNvSpPr>
            <a:spLocks noGrp="1"/>
          </p:cNvSpPr>
          <p:nvPr/>
        </p:nvSpPr>
        <p:spPr>
          <a:xfrm>
            <a:off x="2776411" y="2707966"/>
            <a:ext cx="45341" cy="45341"/>
          </a:xfrm>
          <a:prstGeom prst="ellipse">
            <a:avLst/>
          </a:prstGeom>
          <a:solidFill>
            <a:srgbClr val="007C83">
              <a:alpha val="40000"/>
            </a:srgbClr>
          </a:solidFill>
          <a:ln w="0">
            <a:noFill/>
            <a:prstDash val="solid"/>
          </a:ln>
        </p:spPr>
      </p:sp>
      <p:sp>
        <p:nvSpPr>
          <p:cNvPr id="264" name="a_full_bar_ellipse_263">
            <a:extLst>
              <a:ext uri="{FF2B5EF4-FFF2-40B4-BE49-F238E27FC236}">
                <a16:creationId xmlns:a16="http://schemas.microsoft.com/office/drawing/2014/main" id="{E5B66D16-1F10-4839-A596-3EFDD59D427C}"/>
              </a:ext>
            </a:extLst>
          </p:cNvPr>
          <p:cNvSpPr>
            <a:spLocks noGrp="1"/>
          </p:cNvSpPr>
          <p:nvPr/>
        </p:nvSpPr>
        <p:spPr>
          <a:xfrm>
            <a:off x="2676848" y="2881102"/>
            <a:ext cx="45341" cy="45341"/>
          </a:xfrm>
          <a:prstGeom prst="ellipse">
            <a:avLst/>
          </a:prstGeom>
          <a:solidFill>
            <a:srgbClr val="007C83">
              <a:alpha val="40000"/>
            </a:srgbClr>
          </a:solidFill>
          <a:ln w="0">
            <a:noFill/>
            <a:prstDash val="solid"/>
          </a:ln>
        </p:spPr>
      </p:sp>
      <p:sp>
        <p:nvSpPr>
          <p:cNvPr id="265" name="a_full_bar_ellipse_264">
            <a:extLst>
              <a:ext uri="{FF2B5EF4-FFF2-40B4-BE49-F238E27FC236}">
                <a16:creationId xmlns:a16="http://schemas.microsoft.com/office/drawing/2014/main" id="{F1F80777-C518-4B8C-90EF-115E1F186F53}"/>
              </a:ext>
            </a:extLst>
          </p:cNvPr>
          <p:cNvSpPr>
            <a:spLocks noGrp="1"/>
          </p:cNvSpPr>
          <p:nvPr/>
        </p:nvSpPr>
        <p:spPr>
          <a:xfrm>
            <a:off x="2842843" y="3012634"/>
            <a:ext cx="45341" cy="45341"/>
          </a:xfrm>
          <a:prstGeom prst="ellipse">
            <a:avLst/>
          </a:prstGeom>
          <a:solidFill>
            <a:srgbClr val="007C83">
              <a:alpha val="40000"/>
            </a:srgbClr>
          </a:solidFill>
          <a:ln w="0">
            <a:noFill/>
            <a:prstDash val="solid"/>
          </a:ln>
        </p:spPr>
      </p:sp>
      <p:sp>
        <p:nvSpPr>
          <p:cNvPr id="266" name="a_full_bar_ellipse_265">
            <a:extLst>
              <a:ext uri="{FF2B5EF4-FFF2-40B4-BE49-F238E27FC236}">
                <a16:creationId xmlns:a16="http://schemas.microsoft.com/office/drawing/2014/main" id="{836AE890-3762-4C0A-AF1B-0C5FB7046ED5}"/>
              </a:ext>
            </a:extLst>
          </p:cNvPr>
          <p:cNvSpPr>
            <a:spLocks noGrp="1"/>
          </p:cNvSpPr>
          <p:nvPr/>
        </p:nvSpPr>
        <p:spPr>
          <a:xfrm>
            <a:off x="2680182" y="3067644"/>
            <a:ext cx="45341" cy="45341"/>
          </a:xfrm>
          <a:prstGeom prst="ellipse">
            <a:avLst/>
          </a:prstGeom>
          <a:solidFill>
            <a:srgbClr val="007C83">
              <a:alpha val="40000"/>
            </a:srgbClr>
          </a:solidFill>
          <a:ln w="0">
            <a:noFill/>
            <a:prstDash val="solid"/>
          </a:ln>
        </p:spPr>
      </p:sp>
      <p:sp>
        <p:nvSpPr>
          <p:cNvPr id="267" name="a_full_bar_ellipse_266">
            <a:extLst>
              <a:ext uri="{FF2B5EF4-FFF2-40B4-BE49-F238E27FC236}">
                <a16:creationId xmlns:a16="http://schemas.microsoft.com/office/drawing/2014/main" id="{D2573B56-11E3-4442-92B7-3087D3256584}"/>
              </a:ext>
            </a:extLst>
          </p:cNvPr>
          <p:cNvSpPr>
            <a:spLocks noGrp="1"/>
          </p:cNvSpPr>
          <p:nvPr/>
        </p:nvSpPr>
        <p:spPr>
          <a:xfrm>
            <a:off x="2720445" y="3241362"/>
            <a:ext cx="45341" cy="45341"/>
          </a:xfrm>
          <a:prstGeom prst="ellipse">
            <a:avLst/>
          </a:prstGeom>
          <a:solidFill>
            <a:srgbClr val="007C83">
              <a:alpha val="40000"/>
            </a:srgbClr>
          </a:solidFill>
          <a:ln w="0">
            <a:noFill/>
            <a:prstDash val="solid"/>
          </a:ln>
        </p:spPr>
      </p:sp>
      <p:sp>
        <p:nvSpPr>
          <p:cNvPr id="268" name="a_full_bar_ellipse_267">
            <a:extLst>
              <a:ext uri="{FF2B5EF4-FFF2-40B4-BE49-F238E27FC236}">
                <a16:creationId xmlns:a16="http://schemas.microsoft.com/office/drawing/2014/main" id="{1E334C9E-BB85-4E20-8636-E4F9C26375EE}"/>
              </a:ext>
            </a:extLst>
          </p:cNvPr>
          <p:cNvSpPr>
            <a:spLocks noGrp="1"/>
          </p:cNvSpPr>
          <p:nvPr/>
        </p:nvSpPr>
        <p:spPr>
          <a:xfrm>
            <a:off x="2867243" y="4392803"/>
            <a:ext cx="45341" cy="45341"/>
          </a:xfrm>
          <a:prstGeom prst="ellipse">
            <a:avLst/>
          </a:prstGeom>
          <a:solidFill>
            <a:srgbClr val="007C83">
              <a:alpha val="40000"/>
            </a:srgbClr>
          </a:solidFill>
          <a:ln w="0">
            <a:noFill/>
            <a:prstDash val="solid"/>
          </a:ln>
        </p:spPr>
      </p:sp>
      <p:sp>
        <p:nvSpPr>
          <p:cNvPr id="269" name="a_full_bar_ellipse_268">
            <a:extLst>
              <a:ext uri="{FF2B5EF4-FFF2-40B4-BE49-F238E27FC236}">
                <a16:creationId xmlns:a16="http://schemas.microsoft.com/office/drawing/2014/main" id="{D6F4A10A-121F-4440-910C-1233D6A57060}"/>
              </a:ext>
            </a:extLst>
          </p:cNvPr>
          <p:cNvSpPr>
            <a:spLocks noGrp="1"/>
          </p:cNvSpPr>
          <p:nvPr/>
        </p:nvSpPr>
        <p:spPr>
          <a:xfrm>
            <a:off x="2719404" y="2836021"/>
            <a:ext cx="45341" cy="45341"/>
          </a:xfrm>
          <a:prstGeom prst="ellipse">
            <a:avLst/>
          </a:prstGeom>
          <a:solidFill>
            <a:srgbClr val="007C83">
              <a:alpha val="40000"/>
            </a:srgbClr>
          </a:solidFill>
          <a:ln w="0">
            <a:noFill/>
            <a:prstDash val="solid"/>
          </a:ln>
        </p:spPr>
      </p:sp>
      <p:sp>
        <p:nvSpPr>
          <p:cNvPr id="270" name="a_full_bar_ellipse_269">
            <a:extLst>
              <a:ext uri="{FF2B5EF4-FFF2-40B4-BE49-F238E27FC236}">
                <a16:creationId xmlns:a16="http://schemas.microsoft.com/office/drawing/2014/main" id="{86ED81AD-40A1-47E9-87F6-D06437BC83B8}"/>
              </a:ext>
            </a:extLst>
          </p:cNvPr>
          <p:cNvSpPr>
            <a:spLocks noGrp="1"/>
          </p:cNvSpPr>
          <p:nvPr/>
        </p:nvSpPr>
        <p:spPr>
          <a:xfrm>
            <a:off x="2775413" y="2886689"/>
            <a:ext cx="45341" cy="45341"/>
          </a:xfrm>
          <a:prstGeom prst="ellipse">
            <a:avLst/>
          </a:prstGeom>
          <a:solidFill>
            <a:srgbClr val="007C83">
              <a:alpha val="40000"/>
            </a:srgbClr>
          </a:solidFill>
          <a:ln w="0">
            <a:noFill/>
            <a:prstDash val="solid"/>
          </a:ln>
        </p:spPr>
      </p:sp>
      <p:sp>
        <p:nvSpPr>
          <p:cNvPr id="271" name="a_full_bar_ellipse_270">
            <a:extLst>
              <a:ext uri="{FF2B5EF4-FFF2-40B4-BE49-F238E27FC236}">
                <a16:creationId xmlns:a16="http://schemas.microsoft.com/office/drawing/2014/main" id="{F2CDCDB2-0E1E-4196-98A1-A6F8D41684C1}"/>
              </a:ext>
            </a:extLst>
          </p:cNvPr>
          <p:cNvSpPr>
            <a:spLocks noGrp="1"/>
          </p:cNvSpPr>
          <p:nvPr/>
        </p:nvSpPr>
        <p:spPr>
          <a:xfrm>
            <a:off x="2844585" y="2025341"/>
            <a:ext cx="45341" cy="45341"/>
          </a:xfrm>
          <a:prstGeom prst="ellipse">
            <a:avLst/>
          </a:prstGeom>
          <a:solidFill>
            <a:srgbClr val="007C83">
              <a:alpha val="40000"/>
            </a:srgbClr>
          </a:solidFill>
          <a:ln w="0">
            <a:noFill/>
            <a:prstDash val="solid"/>
          </a:ln>
        </p:spPr>
      </p:sp>
      <p:sp>
        <p:nvSpPr>
          <p:cNvPr id="272" name="a_full_bar_ellipse_271">
            <a:extLst>
              <a:ext uri="{FF2B5EF4-FFF2-40B4-BE49-F238E27FC236}">
                <a16:creationId xmlns:a16="http://schemas.microsoft.com/office/drawing/2014/main" id="{3399E8A9-830A-45B1-AB5B-9382F7AD5966}"/>
              </a:ext>
            </a:extLst>
          </p:cNvPr>
          <p:cNvSpPr>
            <a:spLocks noGrp="1"/>
          </p:cNvSpPr>
          <p:nvPr/>
        </p:nvSpPr>
        <p:spPr>
          <a:xfrm>
            <a:off x="2688792" y="2025341"/>
            <a:ext cx="45341" cy="45341"/>
          </a:xfrm>
          <a:prstGeom prst="ellipse">
            <a:avLst/>
          </a:prstGeom>
          <a:solidFill>
            <a:srgbClr val="007C83">
              <a:alpha val="40000"/>
            </a:srgbClr>
          </a:solidFill>
          <a:ln w="0">
            <a:noFill/>
            <a:prstDash val="solid"/>
          </a:ln>
        </p:spPr>
      </p:sp>
      <p:sp>
        <p:nvSpPr>
          <p:cNvPr id="273" name="a_full_bar_ellipse_272">
            <a:extLst>
              <a:ext uri="{FF2B5EF4-FFF2-40B4-BE49-F238E27FC236}">
                <a16:creationId xmlns:a16="http://schemas.microsoft.com/office/drawing/2014/main" id="{173B2532-33CC-4230-9D5A-85DED40E4120}"/>
              </a:ext>
            </a:extLst>
          </p:cNvPr>
          <p:cNvSpPr>
            <a:spLocks noGrp="1"/>
          </p:cNvSpPr>
          <p:nvPr/>
        </p:nvSpPr>
        <p:spPr>
          <a:xfrm>
            <a:off x="2774543" y="2025341"/>
            <a:ext cx="45341" cy="45341"/>
          </a:xfrm>
          <a:prstGeom prst="ellipse">
            <a:avLst/>
          </a:prstGeom>
          <a:solidFill>
            <a:srgbClr val="007C83">
              <a:alpha val="40000"/>
            </a:srgbClr>
          </a:solidFill>
          <a:ln w="0">
            <a:noFill/>
            <a:prstDash val="solid"/>
          </a:ln>
        </p:spPr>
      </p:sp>
      <p:sp>
        <p:nvSpPr>
          <p:cNvPr id="274" name="a_full_bar_ellipse_273">
            <a:extLst>
              <a:ext uri="{FF2B5EF4-FFF2-40B4-BE49-F238E27FC236}">
                <a16:creationId xmlns:a16="http://schemas.microsoft.com/office/drawing/2014/main" id="{BFEACF82-1EB6-4FF3-9572-8FC01CC526F0}"/>
              </a:ext>
            </a:extLst>
          </p:cNvPr>
          <p:cNvSpPr>
            <a:spLocks noGrp="1"/>
          </p:cNvSpPr>
          <p:nvPr/>
        </p:nvSpPr>
        <p:spPr>
          <a:xfrm>
            <a:off x="2691653" y="2025341"/>
            <a:ext cx="45341" cy="45341"/>
          </a:xfrm>
          <a:prstGeom prst="ellipse">
            <a:avLst/>
          </a:prstGeom>
          <a:solidFill>
            <a:srgbClr val="007C83">
              <a:alpha val="40000"/>
            </a:srgbClr>
          </a:solidFill>
          <a:ln w="0">
            <a:noFill/>
            <a:prstDash val="solid"/>
          </a:ln>
        </p:spPr>
      </p:sp>
      <p:sp>
        <p:nvSpPr>
          <p:cNvPr id="275" name="a_full_bar_ellipse_274">
            <a:extLst>
              <a:ext uri="{FF2B5EF4-FFF2-40B4-BE49-F238E27FC236}">
                <a16:creationId xmlns:a16="http://schemas.microsoft.com/office/drawing/2014/main" id="{A39EC26C-9609-49A7-801F-1C0E8BC959BC}"/>
              </a:ext>
            </a:extLst>
          </p:cNvPr>
          <p:cNvSpPr>
            <a:spLocks noGrp="1"/>
          </p:cNvSpPr>
          <p:nvPr/>
        </p:nvSpPr>
        <p:spPr>
          <a:xfrm>
            <a:off x="2672582" y="3018424"/>
            <a:ext cx="45341" cy="45341"/>
          </a:xfrm>
          <a:prstGeom prst="ellipse">
            <a:avLst/>
          </a:prstGeom>
          <a:solidFill>
            <a:srgbClr val="007C83">
              <a:alpha val="40000"/>
            </a:srgbClr>
          </a:solidFill>
          <a:ln w="0">
            <a:noFill/>
            <a:prstDash val="solid"/>
          </a:ln>
        </p:spPr>
      </p:sp>
      <p:sp>
        <p:nvSpPr>
          <p:cNvPr id="276" name="a_full_bar_ellipse_275">
            <a:extLst>
              <a:ext uri="{FF2B5EF4-FFF2-40B4-BE49-F238E27FC236}">
                <a16:creationId xmlns:a16="http://schemas.microsoft.com/office/drawing/2014/main" id="{2CA09C4E-F19A-43D3-B13F-115C5A82E4FC}"/>
              </a:ext>
            </a:extLst>
          </p:cNvPr>
          <p:cNvSpPr>
            <a:spLocks noGrp="1"/>
          </p:cNvSpPr>
          <p:nvPr/>
        </p:nvSpPr>
        <p:spPr>
          <a:xfrm>
            <a:off x="2771007" y="3223990"/>
            <a:ext cx="45341" cy="45341"/>
          </a:xfrm>
          <a:prstGeom prst="ellipse">
            <a:avLst/>
          </a:prstGeom>
          <a:solidFill>
            <a:srgbClr val="007C83">
              <a:alpha val="40000"/>
            </a:srgbClr>
          </a:solidFill>
          <a:ln w="0">
            <a:noFill/>
            <a:prstDash val="solid"/>
          </a:ln>
        </p:spPr>
      </p:sp>
      <p:sp>
        <p:nvSpPr>
          <p:cNvPr id="277" name="a_full_bar_ellipse_276">
            <a:extLst>
              <a:ext uri="{FF2B5EF4-FFF2-40B4-BE49-F238E27FC236}">
                <a16:creationId xmlns:a16="http://schemas.microsoft.com/office/drawing/2014/main" id="{CB686BD0-41E1-4F05-99F4-4FB39BCBF552}"/>
              </a:ext>
            </a:extLst>
          </p:cNvPr>
          <p:cNvSpPr>
            <a:spLocks noGrp="1"/>
          </p:cNvSpPr>
          <p:nvPr/>
        </p:nvSpPr>
        <p:spPr>
          <a:xfrm>
            <a:off x="2782794" y="3241362"/>
            <a:ext cx="45341" cy="45341"/>
          </a:xfrm>
          <a:prstGeom prst="ellipse">
            <a:avLst/>
          </a:prstGeom>
          <a:solidFill>
            <a:srgbClr val="007C83">
              <a:alpha val="40000"/>
            </a:srgbClr>
          </a:solidFill>
          <a:ln w="0">
            <a:noFill/>
            <a:prstDash val="solid"/>
          </a:ln>
        </p:spPr>
      </p:sp>
      <p:sp>
        <p:nvSpPr>
          <p:cNvPr id="278" name="a_full_bar_ellipse_277">
            <a:extLst>
              <a:ext uri="{FF2B5EF4-FFF2-40B4-BE49-F238E27FC236}">
                <a16:creationId xmlns:a16="http://schemas.microsoft.com/office/drawing/2014/main" id="{B1DBE9CE-B834-46BD-B7E6-58183F10A28B}"/>
              </a:ext>
            </a:extLst>
          </p:cNvPr>
          <p:cNvSpPr>
            <a:spLocks noGrp="1"/>
          </p:cNvSpPr>
          <p:nvPr/>
        </p:nvSpPr>
        <p:spPr>
          <a:xfrm>
            <a:off x="2694133" y="2025341"/>
            <a:ext cx="45341" cy="45341"/>
          </a:xfrm>
          <a:prstGeom prst="ellipse">
            <a:avLst/>
          </a:prstGeom>
          <a:solidFill>
            <a:srgbClr val="007C83">
              <a:alpha val="40000"/>
            </a:srgbClr>
          </a:solidFill>
          <a:ln w="0">
            <a:noFill/>
            <a:prstDash val="solid"/>
          </a:ln>
        </p:spPr>
      </p:sp>
      <p:sp>
        <p:nvSpPr>
          <p:cNvPr id="279" name="a_full_bar_ellipse_278">
            <a:extLst>
              <a:ext uri="{FF2B5EF4-FFF2-40B4-BE49-F238E27FC236}">
                <a16:creationId xmlns:a16="http://schemas.microsoft.com/office/drawing/2014/main" id="{D5F32896-5AD2-4258-835C-C836738C5F13}"/>
              </a:ext>
            </a:extLst>
          </p:cNvPr>
          <p:cNvSpPr>
            <a:spLocks noGrp="1"/>
          </p:cNvSpPr>
          <p:nvPr/>
        </p:nvSpPr>
        <p:spPr>
          <a:xfrm>
            <a:off x="2833938" y="2498238"/>
            <a:ext cx="45341" cy="45341"/>
          </a:xfrm>
          <a:prstGeom prst="ellipse">
            <a:avLst/>
          </a:prstGeom>
          <a:solidFill>
            <a:srgbClr val="007C83">
              <a:alpha val="40000"/>
            </a:srgbClr>
          </a:solidFill>
          <a:ln w="0">
            <a:noFill/>
            <a:prstDash val="solid"/>
          </a:ln>
        </p:spPr>
      </p:sp>
      <p:sp>
        <p:nvSpPr>
          <p:cNvPr id="280" name="a_full_bar_ellipse_279">
            <a:extLst>
              <a:ext uri="{FF2B5EF4-FFF2-40B4-BE49-F238E27FC236}">
                <a16:creationId xmlns:a16="http://schemas.microsoft.com/office/drawing/2014/main" id="{2BC46E86-B52C-486B-BE5C-AA0E708496AC}"/>
              </a:ext>
            </a:extLst>
          </p:cNvPr>
          <p:cNvSpPr>
            <a:spLocks noGrp="1"/>
          </p:cNvSpPr>
          <p:nvPr/>
        </p:nvSpPr>
        <p:spPr>
          <a:xfrm>
            <a:off x="2738120" y="3241362"/>
            <a:ext cx="45341" cy="45341"/>
          </a:xfrm>
          <a:prstGeom prst="ellipse">
            <a:avLst/>
          </a:prstGeom>
          <a:solidFill>
            <a:srgbClr val="007C83">
              <a:alpha val="40000"/>
            </a:srgbClr>
          </a:solidFill>
          <a:ln w="0">
            <a:noFill/>
            <a:prstDash val="solid"/>
          </a:ln>
        </p:spPr>
      </p:sp>
      <p:sp>
        <p:nvSpPr>
          <p:cNvPr id="281" name="a_full_bar_ellipse_280">
            <a:extLst>
              <a:ext uri="{FF2B5EF4-FFF2-40B4-BE49-F238E27FC236}">
                <a16:creationId xmlns:a16="http://schemas.microsoft.com/office/drawing/2014/main" id="{EBD11D17-AD13-4465-AC31-9BF33C26960E}"/>
              </a:ext>
            </a:extLst>
          </p:cNvPr>
          <p:cNvSpPr>
            <a:spLocks noGrp="1"/>
          </p:cNvSpPr>
          <p:nvPr/>
        </p:nvSpPr>
        <p:spPr>
          <a:xfrm>
            <a:off x="2723544" y="2298945"/>
            <a:ext cx="45341" cy="45341"/>
          </a:xfrm>
          <a:prstGeom prst="ellipse">
            <a:avLst/>
          </a:prstGeom>
          <a:solidFill>
            <a:srgbClr val="007C83">
              <a:alpha val="40000"/>
            </a:srgbClr>
          </a:solidFill>
          <a:ln w="0">
            <a:noFill/>
            <a:prstDash val="solid"/>
          </a:ln>
        </p:spPr>
      </p:sp>
      <p:sp>
        <p:nvSpPr>
          <p:cNvPr id="282" name="a_full_bar_ellipse_281">
            <a:extLst>
              <a:ext uri="{FF2B5EF4-FFF2-40B4-BE49-F238E27FC236}">
                <a16:creationId xmlns:a16="http://schemas.microsoft.com/office/drawing/2014/main" id="{371C21EE-47D6-4C7D-B4C7-493C1AADA749}"/>
              </a:ext>
            </a:extLst>
          </p:cNvPr>
          <p:cNvSpPr>
            <a:spLocks noGrp="1"/>
          </p:cNvSpPr>
          <p:nvPr/>
        </p:nvSpPr>
        <p:spPr>
          <a:xfrm>
            <a:off x="2840487" y="3646702"/>
            <a:ext cx="45341" cy="45341"/>
          </a:xfrm>
          <a:prstGeom prst="ellipse">
            <a:avLst/>
          </a:prstGeom>
          <a:solidFill>
            <a:srgbClr val="007C83">
              <a:alpha val="40000"/>
            </a:srgbClr>
          </a:solidFill>
          <a:ln w="0">
            <a:noFill/>
            <a:prstDash val="solid"/>
          </a:ln>
        </p:spPr>
      </p:sp>
      <p:sp>
        <p:nvSpPr>
          <p:cNvPr id="283" name="a_full_bar_ellipse_282">
            <a:extLst>
              <a:ext uri="{FF2B5EF4-FFF2-40B4-BE49-F238E27FC236}">
                <a16:creationId xmlns:a16="http://schemas.microsoft.com/office/drawing/2014/main" id="{EA00B3A3-60AA-4494-9450-B090758E1E1F}"/>
              </a:ext>
            </a:extLst>
          </p:cNvPr>
          <p:cNvSpPr>
            <a:spLocks noGrp="1"/>
          </p:cNvSpPr>
          <p:nvPr/>
        </p:nvSpPr>
        <p:spPr>
          <a:xfrm>
            <a:off x="2727687" y="3241362"/>
            <a:ext cx="45341" cy="45341"/>
          </a:xfrm>
          <a:prstGeom prst="ellipse">
            <a:avLst/>
          </a:prstGeom>
          <a:solidFill>
            <a:srgbClr val="007C83">
              <a:alpha val="40000"/>
            </a:srgbClr>
          </a:solidFill>
          <a:ln w="0">
            <a:noFill/>
            <a:prstDash val="solid"/>
          </a:ln>
        </p:spPr>
      </p:sp>
      <p:sp>
        <p:nvSpPr>
          <p:cNvPr id="284" name="a_full_bar_ellipse_283">
            <a:extLst>
              <a:ext uri="{FF2B5EF4-FFF2-40B4-BE49-F238E27FC236}">
                <a16:creationId xmlns:a16="http://schemas.microsoft.com/office/drawing/2014/main" id="{CD327F3E-C182-414F-8FC6-ECD8D8BFB3B0}"/>
              </a:ext>
            </a:extLst>
          </p:cNvPr>
          <p:cNvSpPr>
            <a:spLocks noGrp="1"/>
          </p:cNvSpPr>
          <p:nvPr/>
        </p:nvSpPr>
        <p:spPr>
          <a:xfrm>
            <a:off x="2678598" y="3644622"/>
            <a:ext cx="45341" cy="45341"/>
          </a:xfrm>
          <a:prstGeom prst="ellipse">
            <a:avLst/>
          </a:prstGeom>
          <a:solidFill>
            <a:srgbClr val="007C83">
              <a:alpha val="40000"/>
            </a:srgbClr>
          </a:solidFill>
          <a:ln w="0">
            <a:noFill/>
            <a:prstDash val="solid"/>
          </a:ln>
        </p:spPr>
      </p:sp>
      <p:sp>
        <p:nvSpPr>
          <p:cNvPr id="285" name="a_full_bar_ellipse_284">
            <a:extLst>
              <a:ext uri="{FF2B5EF4-FFF2-40B4-BE49-F238E27FC236}">
                <a16:creationId xmlns:a16="http://schemas.microsoft.com/office/drawing/2014/main" id="{EAD86448-03B4-48DC-9919-8F948E167298}"/>
              </a:ext>
            </a:extLst>
          </p:cNvPr>
          <p:cNvSpPr>
            <a:spLocks noGrp="1"/>
          </p:cNvSpPr>
          <p:nvPr/>
        </p:nvSpPr>
        <p:spPr>
          <a:xfrm>
            <a:off x="2796242" y="2025341"/>
            <a:ext cx="45341" cy="45341"/>
          </a:xfrm>
          <a:prstGeom prst="ellipse">
            <a:avLst/>
          </a:prstGeom>
          <a:solidFill>
            <a:srgbClr val="007C83">
              <a:alpha val="40000"/>
            </a:srgbClr>
          </a:solidFill>
          <a:ln w="0">
            <a:noFill/>
            <a:prstDash val="solid"/>
          </a:ln>
        </p:spPr>
      </p:sp>
      <p:sp>
        <p:nvSpPr>
          <p:cNvPr id="286" name="a_full_bar_ellipse_285">
            <a:extLst>
              <a:ext uri="{FF2B5EF4-FFF2-40B4-BE49-F238E27FC236}">
                <a16:creationId xmlns:a16="http://schemas.microsoft.com/office/drawing/2014/main" id="{BEF4E64E-ED36-46C8-9180-FE6F06E44A36}"/>
              </a:ext>
            </a:extLst>
          </p:cNvPr>
          <p:cNvSpPr>
            <a:spLocks noGrp="1"/>
          </p:cNvSpPr>
          <p:nvPr/>
        </p:nvSpPr>
        <p:spPr>
          <a:xfrm>
            <a:off x="2707385" y="3444032"/>
            <a:ext cx="45341" cy="45341"/>
          </a:xfrm>
          <a:prstGeom prst="ellipse">
            <a:avLst/>
          </a:prstGeom>
          <a:solidFill>
            <a:srgbClr val="007C83">
              <a:alpha val="40000"/>
            </a:srgbClr>
          </a:solidFill>
          <a:ln w="0">
            <a:noFill/>
            <a:prstDash val="solid"/>
          </a:ln>
        </p:spPr>
      </p:sp>
      <p:sp>
        <p:nvSpPr>
          <p:cNvPr id="287" name="a_full_bar_ellipse_286">
            <a:extLst>
              <a:ext uri="{FF2B5EF4-FFF2-40B4-BE49-F238E27FC236}">
                <a16:creationId xmlns:a16="http://schemas.microsoft.com/office/drawing/2014/main" id="{A8330C46-D310-45A4-BA2C-15E7D706529A}"/>
              </a:ext>
            </a:extLst>
          </p:cNvPr>
          <p:cNvSpPr>
            <a:spLocks noGrp="1"/>
          </p:cNvSpPr>
          <p:nvPr/>
        </p:nvSpPr>
        <p:spPr>
          <a:xfrm>
            <a:off x="2685530" y="3646702"/>
            <a:ext cx="45341" cy="45341"/>
          </a:xfrm>
          <a:prstGeom prst="ellipse">
            <a:avLst/>
          </a:prstGeom>
          <a:solidFill>
            <a:srgbClr val="007C83">
              <a:alpha val="40000"/>
            </a:srgbClr>
          </a:solidFill>
          <a:ln w="0">
            <a:noFill/>
            <a:prstDash val="solid"/>
          </a:ln>
        </p:spPr>
      </p:sp>
      <p:sp>
        <p:nvSpPr>
          <p:cNvPr id="288" name="a_full_bar_ellipse_287">
            <a:extLst>
              <a:ext uri="{FF2B5EF4-FFF2-40B4-BE49-F238E27FC236}">
                <a16:creationId xmlns:a16="http://schemas.microsoft.com/office/drawing/2014/main" id="{8B33FF83-A14D-446C-B849-4FD9EB5B49DC}"/>
              </a:ext>
            </a:extLst>
          </p:cNvPr>
          <p:cNvSpPr>
            <a:spLocks noGrp="1"/>
          </p:cNvSpPr>
          <p:nvPr/>
        </p:nvSpPr>
        <p:spPr>
          <a:xfrm>
            <a:off x="2672904" y="2836021"/>
            <a:ext cx="45341" cy="45341"/>
          </a:xfrm>
          <a:prstGeom prst="ellipse">
            <a:avLst/>
          </a:prstGeom>
          <a:solidFill>
            <a:srgbClr val="007C83">
              <a:alpha val="40000"/>
            </a:srgbClr>
          </a:solidFill>
          <a:ln w="0">
            <a:noFill/>
            <a:prstDash val="solid"/>
          </a:ln>
        </p:spPr>
      </p:sp>
      <p:sp>
        <p:nvSpPr>
          <p:cNvPr id="289" name="a_full_bar_ellipse_288">
            <a:extLst>
              <a:ext uri="{FF2B5EF4-FFF2-40B4-BE49-F238E27FC236}">
                <a16:creationId xmlns:a16="http://schemas.microsoft.com/office/drawing/2014/main" id="{7C3AB113-B6CA-41B9-91D3-8A2A7F8E6644}"/>
              </a:ext>
            </a:extLst>
          </p:cNvPr>
          <p:cNvSpPr>
            <a:spLocks noGrp="1"/>
          </p:cNvSpPr>
          <p:nvPr/>
        </p:nvSpPr>
        <p:spPr>
          <a:xfrm>
            <a:off x="2808176" y="2684244"/>
            <a:ext cx="45341" cy="45341"/>
          </a:xfrm>
          <a:prstGeom prst="ellipse">
            <a:avLst/>
          </a:prstGeom>
          <a:solidFill>
            <a:srgbClr val="007C83">
              <a:alpha val="40000"/>
            </a:srgbClr>
          </a:solidFill>
          <a:ln w="0">
            <a:noFill/>
            <a:prstDash val="solid"/>
          </a:ln>
        </p:spPr>
      </p:sp>
      <p:sp>
        <p:nvSpPr>
          <p:cNvPr id="290" name="a_full_bar_ellipse_289">
            <a:extLst>
              <a:ext uri="{FF2B5EF4-FFF2-40B4-BE49-F238E27FC236}">
                <a16:creationId xmlns:a16="http://schemas.microsoft.com/office/drawing/2014/main" id="{850B4779-0612-460F-B012-71186C21C0B9}"/>
              </a:ext>
            </a:extLst>
          </p:cNvPr>
          <p:cNvSpPr>
            <a:spLocks noGrp="1"/>
          </p:cNvSpPr>
          <p:nvPr/>
        </p:nvSpPr>
        <p:spPr>
          <a:xfrm>
            <a:off x="2686997" y="3241362"/>
            <a:ext cx="45341" cy="45341"/>
          </a:xfrm>
          <a:prstGeom prst="ellipse">
            <a:avLst/>
          </a:prstGeom>
          <a:solidFill>
            <a:srgbClr val="007C83">
              <a:alpha val="40000"/>
            </a:srgbClr>
          </a:solidFill>
          <a:ln w="0">
            <a:noFill/>
            <a:prstDash val="solid"/>
          </a:ln>
        </p:spPr>
      </p:sp>
      <p:sp>
        <p:nvSpPr>
          <p:cNvPr id="291" name="a_full_bar_ellipse_290">
            <a:extLst>
              <a:ext uri="{FF2B5EF4-FFF2-40B4-BE49-F238E27FC236}">
                <a16:creationId xmlns:a16="http://schemas.microsoft.com/office/drawing/2014/main" id="{5C87C01D-2D21-486D-9476-E0097458AD65}"/>
              </a:ext>
            </a:extLst>
          </p:cNvPr>
          <p:cNvSpPr>
            <a:spLocks noGrp="1"/>
          </p:cNvSpPr>
          <p:nvPr/>
        </p:nvSpPr>
        <p:spPr>
          <a:xfrm>
            <a:off x="2722161" y="2025341"/>
            <a:ext cx="45341" cy="45341"/>
          </a:xfrm>
          <a:prstGeom prst="ellipse">
            <a:avLst/>
          </a:prstGeom>
          <a:solidFill>
            <a:srgbClr val="007C83">
              <a:alpha val="40000"/>
            </a:srgbClr>
          </a:solidFill>
          <a:ln w="0">
            <a:noFill/>
            <a:prstDash val="solid"/>
          </a:ln>
        </p:spPr>
      </p:sp>
      <p:sp>
        <p:nvSpPr>
          <p:cNvPr id="292" name="a_full_bar_ellipse_291">
            <a:extLst>
              <a:ext uri="{FF2B5EF4-FFF2-40B4-BE49-F238E27FC236}">
                <a16:creationId xmlns:a16="http://schemas.microsoft.com/office/drawing/2014/main" id="{C80BFF8B-07C4-45AA-9F32-47B7285CF575}"/>
              </a:ext>
            </a:extLst>
          </p:cNvPr>
          <p:cNvSpPr>
            <a:spLocks noGrp="1"/>
          </p:cNvSpPr>
          <p:nvPr/>
        </p:nvSpPr>
        <p:spPr>
          <a:xfrm>
            <a:off x="2735891" y="2720210"/>
            <a:ext cx="45341" cy="45341"/>
          </a:xfrm>
          <a:prstGeom prst="ellipse">
            <a:avLst/>
          </a:prstGeom>
          <a:solidFill>
            <a:srgbClr val="007C83">
              <a:alpha val="40000"/>
            </a:srgbClr>
          </a:solidFill>
          <a:ln w="0">
            <a:noFill/>
            <a:prstDash val="solid"/>
          </a:ln>
        </p:spPr>
      </p:sp>
      <p:sp>
        <p:nvSpPr>
          <p:cNvPr id="293" name="a_full_bar_ellipse_292">
            <a:extLst>
              <a:ext uri="{FF2B5EF4-FFF2-40B4-BE49-F238E27FC236}">
                <a16:creationId xmlns:a16="http://schemas.microsoft.com/office/drawing/2014/main" id="{9348C709-6219-4672-B503-C7C71F634440}"/>
              </a:ext>
            </a:extLst>
          </p:cNvPr>
          <p:cNvSpPr>
            <a:spLocks noGrp="1"/>
          </p:cNvSpPr>
          <p:nvPr/>
        </p:nvSpPr>
        <p:spPr>
          <a:xfrm>
            <a:off x="2736084" y="2025341"/>
            <a:ext cx="45341" cy="45341"/>
          </a:xfrm>
          <a:prstGeom prst="ellipse">
            <a:avLst/>
          </a:prstGeom>
          <a:solidFill>
            <a:srgbClr val="007C83">
              <a:alpha val="40000"/>
            </a:srgbClr>
          </a:solidFill>
          <a:ln w="0">
            <a:noFill/>
            <a:prstDash val="solid"/>
          </a:ln>
        </p:spPr>
      </p:sp>
      <p:sp>
        <p:nvSpPr>
          <p:cNvPr id="294" name="a_full_bar_ellipse_293">
            <a:extLst>
              <a:ext uri="{FF2B5EF4-FFF2-40B4-BE49-F238E27FC236}">
                <a16:creationId xmlns:a16="http://schemas.microsoft.com/office/drawing/2014/main" id="{846C236B-CB8A-4D24-AD7E-BA82C3524B94}"/>
              </a:ext>
            </a:extLst>
          </p:cNvPr>
          <p:cNvSpPr>
            <a:spLocks noGrp="1"/>
          </p:cNvSpPr>
          <p:nvPr/>
        </p:nvSpPr>
        <p:spPr>
          <a:xfrm>
            <a:off x="2711754" y="2025341"/>
            <a:ext cx="45341" cy="45341"/>
          </a:xfrm>
          <a:prstGeom prst="ellipse">
            <a:avLst/>
          </a:prstGeom>
          <a:solidFill>
            <a:srgbClr val="007C83">
              <a:alpha val="40000"/>
            </a:srgbClr>
          </a:solidFill>
          <a:ln w="0">
            <a:noFill/>
            <a:prstDash val="solid"/>
          </a:ln>
        </p:spPr>
      </p:sp>
      <p:sp>
        <p:nvSpPr>
          <p:cNvPr id="295" name="a_full_bar_ellipse_294">
            <a:extLst>
              <a:ext uri="{FF2B5EF4-FFF2-40B4-BE49-F238E27FC236}">
                <a16:creationId xmlns:a16="http://schemas.microsoft.com/office/drawing/2014/main" id="{4F691774-A7D3-40FB-98C6-F71178833380}"/>
              </a:ext>
            </a:extLst>
          </p:cNvPr>
          <p:cNvSpPr>
            <a:spLocks noGrp="1"/>
          </p:cNvSpPr>
          <p:nvPr/>
        </p:nvSpPr>
        <p:spPr>
          <a:xfrm>
            <a:off x="2752994" y="3238906"/>
            <a:ext cx="45341" cy="45341"/>
          </a:xfrm>
          <a:prstGeom prst="ellipse">
            <a:avLst/>
          </a:prstGeom>
          <a:solidFill>
            <a:srgbClr val="007C83">
              <a:alpha val="40000"/>
            </a:srgbClr>
          </a:solidFill>
          <a:ln w="0">
            <a:noFill/>
            <a:prstDash val="solid"/>
          </a:ln>
        </p:spPr>
      </p:sp>
      <p:sp>
        <p:nvSpPr>
          <p:cNvPr id="296" name="a_full_bar_ellipse_295">
            <a:extLst>
              <a:ext uri="{FF2B5EF4-FFF2-40B4-BE49-F238E27FC236}">
                <a16:creationId xmlns:a16="http://schemas.microsoft.com/office/drawing/2014/main" id="{5B748B87-906F-4EE0-B661-9B758EAFAC77}"/>
              </a:ext>
            </a:extLst>
          </p:cNvPr>
          <p:cNvSpPr>
            <a:spLocks noGrp="1"/>
          </p:cNvSpPr>
          <p:nvPr/>
        </p:nvSpPr>
        <p:spPr>
          <a:xfrm>
            <a:off x="2761734" y="2836021"/>
            <a:ext cx="45341" cy="45341"/>
          </a:xfrm>
          <a:prstGeom prst="ellipse">
            <a:avLst/>
          </a:prstGeom>
          <a:solidFill>
            <a:srgbClr val="007C83">
              <a:alpha val="40000"/>
            </a:srgbClr>
          </a:solidFill>
          <a:ln w="0">
            <a:noFill/>
            <a:prstDash val="solid"/>
          </a:ln>
        </p:spPr>
      </p:sp>
      <p:sp>
        <p:nvSpPr>
          <p:cNvPr id="297" name="a_full_bar_ellipse_296">
            <a:extLst>
              <a:ext uri="{FF2B5EF4-FFF2-40B4-BE49-F238E27FC236}">
                <a16:creationId xmlns:a16="http://schemas.microsoft.com/office/drawing/2014/main" id="{72CA6F38-7C76-486B-8D1F-D189900BBE67}"/>
              </a:ext>
            </a:extLst>
          </p:cNvPr>
          <p:cNvSpPr>
            <a:spLocks noGrp="1"/>
          </p:cNvSpPr>
          <p:nvPr/>
        </p:nvSpPr>
        <p:spPr>
          <a:xfrm>
            <a:off x="2749431" y="2025341"/>
            <a:ext cx="45341" cy="45341"/>
          </a:xfrm>
          <a:prstGeom prst="ellipse">
            <a:avLst/>
          </a:prstGeom>
          <a:solidFill>
            <a:srgbClr val="007C83">
              <a:alpha val="40000"/>
            </a:srgbClr>
          </a:solidFill>
          <a:ln w="0">
            <a:noFill/>
            <a:prstDash val="solid"/>
          </a:ln>
        </p:spPr>
      </p:sp>
      <p:sp>
        <p:nvSpPr>
          <p:cNvPr id="298" name="a_full_bar_ellipse_297">
            <a:extLst>
              <a:ext uri="{FF2B5EF4-FFF2-40B4-BE49-F238E27FC236}">
                <a16:creationId xmlns:a16="http://schemas.microsoft.com/office/drawing/2014/main" id="{889F6DC0-47B6-4482-9B69-707494304435}"/>
              </a:ext>
            </a:extLst>
          </p:cNvPr>
          <p:cNvSpPr>
            <a:spLocks noGrp="1"/>
          </p:cNvSpPr>
          <p:nvPr/>
        </p:nvSpPr>
        <p:spPr>
          <a:xfrm>
            <a:off x="2677993" y="4457382"/>
            <a:ext cx="45341" cy="45341"/>
          </a:xfrm>
          <a:prstGeom prst="ellipse">
            <a:avLst/>
          </a:prstGeom>
          <a:solidFill>
            <a:srgbClr val="007C83">
              <a:alpha val="40000"/>
            </a:srgbClr>
          </a:solidFill>
          <a:ln w="0">
            <a:noFill/>
            <a:prstDash val="solid"/>
          </a:ln>
        </p:spPr>
      </p:sp>
      <p:sp>
        <p:nvSpPr>
          <p:cNvPr id="299" name="a_full_bar_ellipse_298">
            <a:extLst>
              <a:ext uri="{FF2B5EF4-FFF2-40B4-BE49-F238E27FC236}">
                <a16:creationId xmlns:a16="http://schemas.microsoft.com/office/drawing/2014/main" id="{79ADC960-56DC-4536-B03D-537594B5EFC5}"/>
              </a:ext>
            </a:extLst>
          </p:cNvPr>
          <p:cNvSpPr>
            <a:spLocks noGrp="1"/>
          </p:cNvSpPr>
          <p:nvPr/>
        </p:nvSpPr>
        <p:spPr>
          <a:xfrm>
            <a:off x="2726337" y="2025341"/>
            <a:ext cx="45341" cy="45341"/>
          </a:xfrm>
          <a:prstGeom prst="ellipse">
            <a:avLst/>
          </a:prstGeom>
          <a:solidFill>
            <a:srgbClr val="007C83">
              <a:alpha val="40000"/>
            </a:srgbClr>
          </a:solidFill>
          <a:ln w="0">
            <a:noFill/>
            <a:prstDash val="solid"/>
          </a:ln>
        </p:spPr>
      </p:sp>
      <p:sp>
        <p:nvSpPr>
          <p:cNvPr id="300" name="a_full_bar_ellipse_299">
            <a:extLst>
              <a:ext uri="{FF2B5EF4-FFF2-40B4-BE49-F238E27FC236}">
                <a16:creationId xmlns:a16="http://schemas.microsoft.com/office/drawing/2014/main" id="{CB5E3D27-6095-4849-8A3A-EF46A5E4EA84}"/>
              </a:ext>
            </a:extLst>
          </p:cNvPr>
          <p:cNvSpPr>
            <a:spLocks noGrp="1"/>
          </p:cNvSpPr>
          <p:nvPr/>
        </p:nvSpPr>
        <p:spPr>
          <a:xfrm>
            <a:off x="2784404" y="3860229"/>
            <a:ext cx="45341" cy="45341"/>
          </a:xfrm>
          <a:prstGeom prst="ellipse">
            <a:avLst/>
          </a:prstGeom>
          <a:solidFill>
            <a:srgbClr val="007C83">
              <a:alpha val="40000"/>
            </a:srgbClr>
          </a:solidFill>
          <a:ln w="0">
            <a:noFill/>
            <a:prstDash val="solid"/>
          </a:ln>
        </p:spPr>
      </p:sp>
      <p:sp>
        <p:nvSpPr>
          <p:cNvPr id="301" name="a_full_bar_ellipse_300">
            <a:extLst>
              <a:ext uri="{FF2B5EF4-FFF2-40B4-BE49-F238E27FC236}">
                <a16:creationId xmlns:a16="http://schemas.microsoft.com/office/drawing/2014/main" id="{19E26B78-8157-45EB-B35B-73E3A213BE34}"/>
              </a:ext>
            </a:extLst>
          </p:cNvPr>
          <p:cNvSpPr>
            <a:spLocks noGrp="1"/>
          </p:cNvSpPr>
          <p:nvPr/>
        </p:nvSpPr>
        <p:spPr>
          <a:xfrm>
            <a:off x="2785850" y="3646702"/>
            <a:ext cx="45341" cy="45341"/>
          </a:xfrm>
          <a:prstGeom prst="ellipse">
            <a:avLst/>
          </a:prstGeom>
          <a:solidFill>
            <a:srgbClr val="007C83">
              <a:alpha val="40000"/>
            </a:srgbClr>
          </a:solidFill>
          <a:ln w="0">
            <a:noFill/>
            <a:prstDash val="solid"/>
          </a:ln>
        </p:spPr>
      </p:sp>
      <p:sp>
        <p:nvSpPr>
          <p:cNvPr id="302" name="a_full_bar_ellipse_301">
            <a:extLst>
              <a:ext uri="{FF2B5EF4-FFF2-40B4-BE49-F238E27FC236}">
                <a16:creationId xmlns:a16="http://schemas.microsoft.com/office/drawing/2014/main" id="{96AF634C-C7E8-4EED-BFC4-35CC297FC9AC}"/>
              </a:ext>
            </a:extLst>
          </p:cNvPr>
          <p:cNvSpPr>
            <a:spLocks noGrp="1"/>
          </p:cNvSpPr>
          <p:nvPr/>
        </p:nvSpPr>
        <p:spPr>
          <a:xfrm>
            <a:off x="2713975" y="2025341"/>
            <a:ext cx="45341" cy="45341"/>
          </a:xfrm>
          <a:prstGeom prst="ellipse">
            <a:avLst/>
          </a:prstGeom>
          <a:solidFill>
            <a:srgbClr val="007C83">
              <a:alpha val="40000"/>
            </a:srgbClr>
          </a:solidFill>
          <a:ln w="0">
            <a:noFill/>
            <a:prstDash val="solid"/>
          </a:ln>
        </p:spPr>
      </p:sp>
      <p:sp>
        <p:nvSpPr>
          <p:cNvPr id="303" name="a_full_bar_ellipse_302">
            <a:extLst>
              <a:ext uri="{FF2B5EF4-FFF2-40B4-BE49-F238E27FC236}">
                <a16:creationId xmlns:a16="http://schemas.microsoft.com/office/drawing/2014/main" id="{49F4FF9C-CECE-44F7-AC90-8F5ADC46AA50}"/>
              </a:ext>
            </a:extLst>
          </p:cNvPr>
          <p:cNvSpPr>
            <a:spLocks noGrp="1"/>
          </p:cNvSpPr>
          <p:nvPr/>
        </p:nvSpPr>
        <p:spPr>
          <a:xfrm>
            <a:off x="2705218" y="2025341"/>
            <a:ext cx="45341" cy="45341"/>
          </a:xfrm>
          <a:prstGeom prst="ellipse">
            <a:avLst/>
          </a:prstGeom>
          <a:solidFill>
            <a:srgbClr val="007C83">
              <a:alpha val="40000"/>
            </a:srgbClr>
          </a:solidFill>
          <a:ln w="0">
            <a:noFill/>
            <a:prstDash val="solid"/>
          </a:ln>
        </p:spPr>
      </p:sp>
      <p:sp>
        <p:nvSpPr>
          <p:cNvPr id="304" name="a_full_bar_ellipse_303">
            <a:extLst>
              <a:ext uri="{FF2B5EF4-FFF2-40B4-BE49-F238E27FC236}">
                <a16:creationId xmlns:a16="http://schemas.microsoft.com/office/drawing/2014/main" id="{FA0443EB-BFF5-4D52-9CA1-0AD0E46D5C5B}"/>
              </a:ext>
            </a:extLst>
          </p:cNvPr>
          <p:cNvSpPr>
            <a:spLocks noGrp="1"/>
          </p:cNvSpPr>
          <p:nvPr/>
        </p:nvSpPr>
        <p:spPr>
          <a:xfrm>
            <a:off x="2831655" y="2025341"/>
            <a:ext cx="45341" cy="45341"/>
          </a:xfrm>
          <a:prstGeom prst="ellipse">
            <a:avLst/>
          </a:prstGeom>
          <a:solidFill>
            <a:srgbClr val="007C83">
              <a:alpha val="40000"/>
            </a:srgbClr>
          </a:solidFill>
          <a:ln w="0">
            <a:noFill/>
            <a:prstDash val="solid"/>
          </a:ln>
        </p:spPr>
      </p:sp>
      <p:sp>
        <p:nvSpPr>
          <p:cNvPr id="305" name="a_full_bar_ellipse_304">
            <a:extLst>
              <a:ext uri="{FF2B5EF4-FFF2-40B4-BE49-F238E27FC236}">
                <a16:creationId xmlns:a16="http://schemas.microsoft.com/office/drawing/2014/main" id="{75CB8407-1E87-479B-BCEF-3BC5B276C08B}"/>
              </a:ext>
            </a:extLst>
          </p:cNvPr>
          <p:cNvSpPr>
            <a:spLocks noGrp="1"/>
          </p:cNvSpPr>
          <p:nvPr/>
        </p:nvSpPr>
        <p:spPr>
          <a:xfrm>
            <a:off x="2742571" y="3511588"/>
            <a:ext cx="45341" cy="45341"/>
          </a:xfrm>
          <a:prstGeom prst="ellipse">
            <a:avLst/>
          </a:prstGeom>
          <a:solidFill>
            <a:srgbClr val="007C83">
              <a:alpha val="40000"/>
            </a:srgbClr>
          </a:solidFill>
          <a:ln w="0">
            <a:noFill/>
            <a:prstDash val="solid"/>
          </a:ln>
        </p:spPr>
      </p:sp>
      <p:sp>
        <p:nvSpPr>
          <p:cNvPr id="306" name="a_full_bar_ellipse_305">
            <a:extLst>
              <a:ext uri="{FF2B5EF4-FFF2-40B4-BE49-F238E27FC236}">
                <a16:creationId xmlns:a16="http://schemas.microsoft.com/office/drawing/2014/main" id="{8502C1B1-A683-4C3F-9D7D-F022A8A94A33}"/>
              </a:ext>
            </a:extLst>
          </p:cNvPr>
          <p:cNvSpPr>
            <a:spLocks noGrp="1"/>
          </p:cNvSpPr>
          <p:nvPr/>
        </p:nvSpPr>
        <p:spPr>
          <a:xfrm>
            <a:off x="2689198" y="3646702"/>
            <a:ext cx="45341" cy="45341"/>
          </a:xfrm>
          <a:prstGeom prst="ellipse">
            <a:avLst/>
          </a:prstGeom>
          <a:solidFill>
            <a:srgbClr val="007C83">
              <a:alpha val="40000"/>
            </a:srgbClr>
          </a:solidFill>
          <a:ln w="0">
            <a:noFill/>
            <a:prstDash val="solid"/>
          </a:ln>
        </p:spPr>
      </p:sp>
      <p:sp>
        <p:nvSpPr>
          <p:cNvPr id="307" name="a_full_bar_ellipse_306">
            <a:extLst>
              <a:ext uri="{FF2B5EF4-FFF2-40B4-BE49-F238E27FC236}">
                <a16:creationId xmlns:a16="http://schemas.microsoft.com/office/drawing/2014/main" id="{CF8B92BE-9AB6-4734-AE4B-AE018ED49F0A}"/>
              </a:ext>
            </a:extLst>
          </p:cNvPr>
          <p:cNvSpPr>
            <a:spLocks noGrp="1"/>
          </p:cNvSpPr>
          <p:nvPr/>
        </p:nvSpPr>
        <p:spPr>
          <a:xfrm>
            <a:off x="2711752" y="2633351"/>
            <a:ext cx="45341" cy="45341"/>
          </a:xfrm>
          <a:prstGeom prst="ellipse">
            <a:avLst/>
          </a:prstGeom>
          <a:solidFill>
            <a:srgbClr val="007C83">
              <a:alpha val="40000"/>
            </a:srgbClr>
          </a:solidFill>
          <a:ln w="0">
            <a:noFill/>
            <a:prstDash val="solid"/>
          </a:ln>
        </p:spPr>
      </p:sp>
      <p:sp>
        <p:nvSpPr>
          <p:cNvPr id="308" name="a_full_bar_ellipse_307">
            <a:extLst>
              <a:ext uri="{FF2B5EF4-FFF2-40B4-BE49-F238E27FC236}">
                <a16:creationId xmlns:a16="http://schemas.microsoft.com/office/drawing/2014/main" id="{1D0BBC2B-8BB8-444D-9B7E-4E35B22D78F1}"/>
              </a:ext>
            </a:extLst>
          </p:cNvPr>
          <p:cNvSpPr>
            <a:spLocks noGrp="1"/>
          </p:cNvSpPr>
          <p:nvPr/>
        </p:nvSpPr>
        <p:spPr>
          <a:xfrm>
            <a:off x="2764729" y="4109948"/>
            <a:ext cx="45341" cy="45341"/>
          </a:xfrm>
          <a:prstGeom prst="ellipse">
            <a:avLst/>
          </a:prstGeom>
          <a:solidFill>
            <a:srgbClr val="007C83">
              <a:alpha val="40000"/>
            </a:srgbClr>
          </a:solidFill>
          <a:ln w="0">
            <a:noFill/>
            <a:prstDash val="solid"/>
          </a:ln>
        </p:spPr>
      </p:sp>
      <p:sp>
        <p:nvSpPr>
          <p:cNvPr id="309" name="a_full_bar_ellipse_308">
            <a:extLst>
              <a:ext uri="{FF2B5EF4-FFF2-40B4-BE49-F238E27FC236}">
                <a16:creationId xmlns:a16="http://schemas.microsoft.com/office/drawing/2014/main" id="{FBF42B00-C569-4F20-9244-C36A1D7764F4}"/>
              </a:ext>
            </a:extLst>
          </p:cNvPr>
          <p:cNvSpPr>
            <a:spLocks noGrp="1"/>
          </p:cNvSpPr>
          <p:nvPr/>
        </p:nvSpPr>
        <p:spPr>
          <a:xfrm>
            <a:off x="2764703" y="2849663"/>
            <a:ext cx="45341" cy="45341"/>
          </a:xfrm>
          <a:prstGeom prst="ellipse">
            <a:avLst/>
          </a:prstGeom>
          <a:solidFill>
            <a:srgbClr val="007C83">
              <a:alpha val="40000"/>
            </a:srgbClr>
          </a:solidFill>
          <a:ln w="0">
            <a:noFill/>
            <a:prstDash val="solid"/>
          </a:ln>
        </p:spPr>
      </p:sp>
      <p:sp>
        <p:nvSpPr>
          <p:cNvPr id="310" name="a_full_bar_ellipse_309">
            <a:extLst>
              <a:ext uri="{FF2B5EF4-FFF2-40B4-BE49-F238E27FC236}">
                <a16:creationId xmlns:a16="http://schemas.microsoft.com/office/drawing/2014/main" id="{C3680D0A-219B-4FF8-A734-1B801F9E3A9C}"/>
              </a:ext>
            </a:extLst>
          </p:cNvPr>
          <p:cNvSpPr>
            <a:spLocks noGrp="1"/>
          </p:cNvSpPr>
          <p:nvPr/>
        </p:nvSpPr>
        <p:spPr>
          <a:xfrm>
            <a:off x="2710869" y="2836021"/>
            <a:ext cx="45341" cy="45341"/>
          </a:xfrm>
          <a:prstGeom prst="ellipse">
            <a:avLst/>
          </a:prstGeom>
          <a:solidFill>
            <a:srgbClr val="007C83">
              <a:alpha val="40000"/>
            </a:srgbClr>
          </a:solidFill>
          <a:ln w="0">
            <a:noFill/>
            <a:prstDash val="solid"/>
          </a:ln>
        </p:spPr>
      </p:sp>
      <p:sp>
        <p:nvSpPr>
          <p:cNvPr id="311" name="a_full_bar_ellipse_310">
            <a:extLst>
              <a:ext uri="{FF2B5EF4-FFF2-40B4-BE49-F238E27FC236}">
                <a16:creationId xmlns:a16="http://schemas.microsoft.com/office/drawing/2014/main" id="{6396A33C-4632-4A01-81EE-5693DDDD9E76}"/>
              </a:ext>
            </a:extLst>
          </p:cNvPr>
          <p:cNvSpPr>
            <a:spLocks noGrp="1"/>
          </p:cNvSpPr>
          <p:nvPr/>
        </p:nvSpPr>
        <p:spPr>
          <a:xfrm>
            <a:off x="2860552" y="2025341"/>
            <a:ext cx="45341" cy="45341"/>
          </a:xfrm>
          <a:prstGeom prst="ellipse">
            <a:avLst/>
          </a:prstGeom>
          <a:solidFill>
            <a:srgbClr val="007C83">
              <a:alpha val="40000"/>
            </a:srgbClr>
          </a:solidFill>
          <a:ln w="0">
            <a:noFill/>
            <a:prstDash val="solid"/>
          </a:ln>
        </p:spPr>
      </p:sp>
      <p:sp>
        <p:nvSpPr>
          <p:cNvPr id="312" name="a_full_bar_ellipse_311">
            <a:extLst>
              <a:ext uri="{FF2B5EF4-FFF2-40B4-BE49-F238E27FC236}">
                <a16:creationId xmlns:a16="http://schemas.microsoft.com/office/drawing/2014/main" id="{7F0B5506-3849-4AEF-9F40-BCBD08FB9E79}"/>
              </a:ext>
            </a:extLst>
          </p:cNvPr>
          <p:cNvSpPr>
            <a:spLocks noGrp="1"/>
          </p:cNvSpPr>
          <p:nvPr/>
        </p:nvSpPr>
        <p:spPr>
          <a:xfrm>
            <a:off x="2780548" y="4457382"/>
            <a:ext cx="45341" cy="45341"/>
          </a:xfrm>
          <a:prstGeom prst="ellipse">
            <a:avLst/>
          </a:prstGeom>
          <a:solidFill>
            <a:srgbClr val="007C83">
              <a:alpha val="40000"/>
            </a:srgbClr>
          </a:solidFill>
          <a:ln w="0">
            <a:noFill/>
            <a:prstDash val="solid"/>
          </a:ln>
        </p:spPr>
      </p:sp>
      <p:sp>
        <p:nvSpPr>
          <p:cNvPr id="313" name="a_full_bar_ellipse_312">
            <a:extLst>
              <a:ext uri="{FF2B5EF4-FFF2-40B4-BE49-F238E27FC236}">
                <a16:creationId xmlns:a16="http://schemas.microsoft.com/office/drawing/2014/main" id="{BAD8A410-B706-466A-99DA-78E2DEC786E0}"/>
              </a:ext>
            </a:extLst>
          </p:cNvPr>
          <p:cNvSpPr>
            <a:spLocks noGrp="1"/>
          </p:cNvSpPr>
          <p:nvPr/>
        </p:nvSpPr>
        <p:spPr>
          <a:xfrm>
            <a:off x="2859284" y="2430681"/>
            <a:ext cx="45341" cy="45341"/>
          </a:xfrm>
          <a:prstGeom prst="ellipse">
            <a:avLst/>
          </a:prstGeom>
          <a:solidFill>
            <a:srgbClr val="007C83">
              <a:alpha val="40000"/>
            </a:srgbClr>
          </a:solidFill>
          <a:ln w="0">
            <a:noFill/>
            <a:prstDash val="solid"/>
          </a:ln>
        </p:spPr>
      </p:sp>
      <p:sp>
        <p:nvSpPr>
          <p:cNvPr id="314" name="a_full_bar_ellipse_313">
            <a:extLst>
              <a:ext uri="{FF2B5EF4-FFF2-40B4-BE49-F238E27FC236}">
                <a16:creationId xmlns:a16="http://schemas.microsoft.com/office/drawing/2014/main" id="{107CEC3A-0DFA-4ED7-ABEE-8316E3AF0587}"/>
              </a:ext>
            </a:extLst>
          </p:cNvPr>
          <p:cNvSpPr>
            <a:spLocks noGrp="1"/>
          </p:cNvSpPr>
          <p:nvPr/>
        </p:nvSpPr>
        <p:spPr>
          <a:xfrm>
            <a:off x="2759285" y="2295808"/>
            <a:ext cx="45341" cy="45341"/>
          </a:xfrm>
          <a:prstGeom prst="ellipse">
            <a:avLst/>
          </a:prstGeom>
          <a:solidFill>
            <a:srgbClr val="007C83">
              <a:alpha val="40000"/>
            </a:srgbClr>
          </a:solidFill>
          <a:ln w="0">
            <a:noFill/>
            <a:prstDash val="solid"/>
          </a:ln>
        </p:spPr>
      </p:sp>
      <p:sp>
        <p:nvSpPr>
          <p:cNvPr id="315" name="a_full_bar_ellipse_314">
            <a:extLst>
              <a:ext uri="{FF2B5EF4-FFF2-40B4-BE49-F238E27FC236}">
                <a16:creationId xmlns:a16="http://schemas.microsoft.com/office/drawing/2014/main" id="{4B8C5953-9778-4CF9-A8D2-786AD2B21A38}"/>
              </a:ext>
            </a:extLst>
          </p:cNvPr>
          <p:cNvSpPr>
            <a:spLocks noGrp="1"/>
          </p:cNvSpPr>
          <p:nvPr/>
        </p:nvSpPr>
        <p:spPr>
          <a:xfrm>
            <a:off x="2853645" y="2805621"/>
            <a:ext cx="45341" cy="45341"/>
          </a:xfrm>
          <a:prstGeom prst="ellipse">
            <a:avLst/>
          </a:prstGeom>
          <a:solidFill>
            <a:srgbClr val="007C83">
              <a:alpha val="40000"/>
            </a:srgbClr>
          </a:solidFill>
          <a:ln w="0">
            <a:noFill/>
            <a:prstDash val="solid"/>
          </a:ln>
        </p:spPr>
      </p:sp>
      <p:sp>
        <p:nvSpPr>
          <p:cNvPr id="316" name="a_full_bar_ellipse_315">
            <a:extLst>
              <a:ext uri="{FF2B5EF4-FFF2-40B4-BE49-F238E27FC236}">
                <a16:creationId xmlns:a16="http://schemas.microsoft.com/office/drawing/2014/main" id="{5CB13016-D741-4047-A9E9-797AD12D5FDE}"/>
              </a:ext>
            </a:extLst>
          </p:cNvPr>
          <p:cNvSpPr>
            <a:spLocks noGrp="1"/>
          </p:cNvSpPr>
          <p:nvPr/>
        </p:nvSpPr>
        <p:spPr>
          <a:xfrm>
            <a:off x="2846447" y="3241362"/>
            <a:ext cx="45341" cy="45341"/>
          </a:xfrm>
          <a:prstGeom prst="ellipse">
            <a:avLst/>
          </a:prstGeom>
          <a:solidFill>
            <a:srgbClr val="007C83">
              <a:alpha val="40000"/>
            </a:srgbClr>
          </a:solidFill>
          <a:ln w="0">
            <a:noFill/>
            <a:prstDash val="solid"/>
          </a:ln>
        </p:spPr>
      </p:sp>
      <p:sp>
        <p:nvSpPr>
          <p:cNvPr id="317" name="a_full_bar_ellipse_316">
            <a:extLst>
              <a:ext uri="{FF2B5EF4-FFF2-40B4-BE49-F238E27FC236}">
                <a16:creationId xmlns:a16="http://schemas.microsoft.com/office/drawing/2014/main" id="{DDB0E3CD-0038-4641-BEA2-409361807CFA}"/>
              </a:ext>
            </a:extLst>
          </p:cNvPr>
          <p:cNvSpPr>
            <a:spLocks noGrp="1"/>
          </p:cNvSpPr>
          <p:nvPr/>
        </p:nvSpPr>
        <p:spPr>
          <a:xfrm>
            <a:off x="2725907" y="3173879"/>
            <a:ext cx="45341" cy="45341"/>
          </a:xfrm>
          <a:prstGeom prst="ellipse">
            <a:avLst/>
          </a:prstGeom>
          <a:solidFill>
            <a:srgbClr val="007C83">
              <a:alpha val="40000"/>
            </a:srgbClr>
          </a:solidFill>
          <a:ln w="0">
            <a:noFill/>
            <a:prstDash val="solid"/>
          </a:ln>
        </p:spPr>
      </p:sp>
      <p:sp>
        <p:nvSpPr>
          <p:cNvPr id="318" name="a_full_bar_ellipse_317">
            <a:extLst>
              <a:ext uri="{FF2B5EF4-FFF2-40B4-BE49-F238E27FC236}">
                <a16:creationId xmlns:a16="http://schemas.microsoft.com/office/drawing/2014/main" id="{F3CA21FB-A51A-4152-B734-546F4818D0F6}"/>
              </a:ext>
            </a:extLst>
          </p:cNvPr>
          <p:cNvSpPr>
            <a:spLocks noGrp="1"/>
          </p:cNvSpPr>
          <p:nvPr/>
        </p:nvSpPr>
        <p:spPr>
          <a:xfrm>
            <a:off x="2716934" y="2754953"/>
            <a:ext cx="45341" cy="45341"/>
          </a:xfrm>
          <a:prstGeom prst="ellipse">
            <a:avLst/>
          </a:prstGeom>
          <a:solidFill>
            <a:srgbClr val="007C83">
              <a:alpha val="40000"/>
            </a:srgbClr>
          </a:solidFill>
          <a:ln w="0">
            <a:noFill/>
            <a:prstDash val="solid"/>
          </a:ln>
        </p:spPr>
      </p:sp>
      <p:sp>
        <p:nvSpPr>
          <p:cNvPr id="319" name="a_full_bar_ellipse_318">
            <a:extLst>
              <a:ext uri="{FF2B5EF4-FFF2-40B4-BE49-F238E27FC236}">
                <a16:creationId xmlns:a16="http://schemas.microsoft.com/office/drawing/2014/main" id="{67DF7608-384A-4C7A-AEDB-B0173146F419}"/>
              </a:ext>
            </a:extLst>
          </p:cNvPr>
          <p:cNvSpPr>
            <a:spLocks noGrp="1"/>
          </p:cNvSpPr>
          <p:nvPr/>
        </p:nvSpPr>
        <p:spPr>
          <a:xfrm>
            <a:off x="2811175" y="2025341"/>
            <a:ext cx="45341" cy="45341"/>
          </a:xfrm>
          <a:prstGeom prst="ellipse">
            <a:avLst/>
          </a:prstGeom>
          <a:solidFill>
            <a:srgbClr val="007C83">
              <a:alpha val="40000"/>
            </a:srgbClr>
          </a:solidFill>
          <a:ln w="0">
            <a:noFill/>
            <a:prstDash val="solid"/>
          </a:ln>
        </p:spPr>
      </p:sp>
      <p:sp>
        <p:nvSpPr>
          <p:cNvPr id="320" name="a_full_bar_ellipse_319">
            <a:extLst>
              <a:ext uri="{FF2B5EF4-FFF2-40B4-BE49-F238E27FC236}">
                <a16:creationId xmlns:a16="http://schemas.microsoft.com/office/drawing/2014/main" id="{37CF37C8-9688-496F-9D6D-ACEEFB3FA14D}"/>
              </a:ext>
            </a:extLst>
          </p:cNvPr>
          <p:cNvSpPr>
            <a:spLocks noGrp="1"/>
          </p:cNvSpPr>
          <p:nvPr/>
        </p:nvSpPr>
        <p:spPr>
          <a:xfrm>
            <a:off x="2776396" y="2025341"/>
            <a:ext cx="45341" cy="45341"/>
          </a:xfrm>
          <a:prstGeom prst="ellipse">
            <a:avLst/>
          </a:prstGeom>
          <a:solidFill>
            <a:srgbClr val="007C83">
              <a:alpha val="40000"/>
            </a:srgbClr>
          </a:solidFill>
          <a:ln w="0">
            <a:noFill/>
            <a:prstDash val="solid"/>
          </a:ln>
        </p:spPr>
      </p:sp>
      <p:sp>
        <p:nvSpPr>
          <p:cNvPr id="321" name="a_full_bar_ellipse_320">
            <a:extLst>
              <a:ext uri="{FF2B5EF4-FFF2-40B4-BE49-F238E27FC236}">
                <a16:creationId xmlns:a16="http://schemas.microsoft.com/office/drawing/2014/main" id="{A1CCC77D-2C41-4AA3-B984-70910DC228E0}"/>
              </a:ext>
            </a:extLst>
          </p:cNvPr>
          <p:cNvSpPr>
            <a:spLocks noGrp="1"/>
          </p:cNvSpPr>
          <p:nvPr/>
        </p:nvSpPr>
        <p:spPr>
          <a:xfrm>
            <a:off x="2682168" y="2025341"/>
            <a:ext cx="45341" cy="45341"/>
          </a:xfrm>
          <a:prstGeom prst="ellipse">
            <a:avLst/>
          </a:prstGeom>
          <a:solidFill>
            <a:srgbClr val="007C83">
              <a:alpha val="40000"/>
            </a:srgbClr>
          </a:solidFill>
          <a:ln w="0">
            <a:noFill/>
            <a:prstDash val="solid"/>
          </a:ln>
        </p:spPr>
      </p:sp>
      <p:sp>
        <p:nvSpPr>
          <p:cNvPr id="322" name="a_full_bar_ellipse_321">
            <a:extLst>
              <a:ext uri="{FF2B5EF4-FFF2-40B4-BE49-F238E27FC236}">
                <a16:creationId xmlns:a16="http://schemas.microsoft.com/office/drawing/2014/main" id="{4A901618-FD7E-48EB-9B7A-78308ABFEEDD}"/>
              </a:ext>
            </a:extLst>
          </p:cNvPr>
          <p:cNvSpPr>
            <a:spLocks noGrp="1"/>
          </p:cNvSpPr>
          <p:nvPr/>
        </p:nvSpPr>
        <p:spPr>
          <a:xfrm>
            <a:off x="2765719" y="2638492"/>
            <a:ext cx="45341" cy="45341"/>
          </a:xfrm>
          <a:prstGeom prst="ellipse">
            <a:avLst/>
          </a:prstGeom>
          <a:solidFill>
            <a:srgbClr val="007C83">
              <a:alpha val="40000"/>
            </a:srgbClr>
          </a:solidFill>
          <a:ln w="0">
            <a:noFill/>
            <a:prstDash val="solid"/>
          </a:ln>
        </p:spPr>
      </p:sp>
      <p:sp>
        <p:nvSpPr>
          <p:cNvPr id="323" name="a_full_bar_ellipse_322">
            <a:extLst>
              <a:ext uri="{FF2B5EF4-FFF2-40B4-BE49-F238E27FC236}">
                <a16:creationId xmlns:a16="http://schemas.microsoft.com/office/drawing/2014/main" id="{F2350586-2A46-4440-BB7F-0588EBE01293}"/>
              </a:ext>
            </a:extLst>
          </p:cNvPr>
          <p:cNvSpPr>
            <a:spLocks noGrp="1"/>
          </p:cNvSpPr>
          <p:nvPr/>
        </p:nvSpPr>
        <p:spPr>
          <a:xfrm>
            <a:off x="2838332" y="2430681"/>
            <a:ext cx="45341" cy="45341"/>
          </a:xfrm>
          <a:prstGeom prst="ellipse">
            <a:avLst/>
          </a:prstGeom>
          <a:solidFill>
            <a:srgbClr val="007C83">
              <a:alpha val="40000"/>
            </a:srgbClr>
          </a:solidFill>
          <a:ln w="0">
            <a:noFill/>
            <a:prstDash val="solid"/>
          </a:ln>
        </p:spPr>
      </p:sp>
      <p:sp>
        <p:nvSpPr>
          <p:cNvPr id="324" name="a_full_bar_ellipse_323">
            <a:extLst>
              <a:ext uri="{FF2B5EF4-FFF2-40B4-BE49-F238E27FC236}">
                <a16:creationId xmlns:a16="http://schemas.microsoft.com/office/drawing/2014/main" id="{5A39266B-0B95-4F4E-A8EC-F1BB53BAAC3D}"/>
              </a:ext>
            </a:extLst>
          </p:cNvPr>
          <p:cNvSpPr>
            <a:spLocks noGrp="1"/>
          </p:cNvSpPr>
          <p:nvPr/>
        </p:nvSpPr>
        <p:spPr>
          <a:xfrm>
            <a:off x="2781325" y="2836021"/>
            <a:ext cx="45341" cy="45341"/>
          </a:xfrm>
          <a:prstGeom prst="ellipse">
            <a:avLst/>
          </a:prstGeom>
          <a:solidFill>
            <a:srgbClr val="007C83">
              <a:alpha val="40000"/>
            </a:srgbClr>
          </a:solidFill>
          <a:ln w="0">
            <a:noFill/>
            <a:prstDash val="solid"/>
          </a:ln>
        </p:spPr>
      </p:sp>
      <p:sp>
        <p:nvSpPr>
          <p:cNvPr id="325" name="a_full_bar_ellipse_324">
            <a:extLst>
              <a:ext uri="{FF2B5EF4-FFF2-40B4-BE49-F238E27FC236}">
                <a16:creationId xmlns:a16="http://schemas.microsoft.com/office/drawing/2014/main" id="{2117DE89-0365-49C7-AD65-C3B7AC4AFB96}"/>
              </a:ext>
            </a:extLst>
          </p:cNvPr>
          <p:cNvSpPr>
            <a:spLocks noGrp="1"/>
          </p:cNvSpPr>
          <p:nvPr/>
        </p:nvSpPr>
        <p:spPr>
          <a:xfrm>
            <a:off x="2756894" y="3241362"/>
            <a:ext cx="45341" cy="45341"/>
          </a:xfrm>
          <a:prstGeom prst="ellipse">
            <a:avLst/>
          </a:prstGeom>
          <a:solidFill>
            <a:srgbClr val="007C83">
              <a:alpha val="40000"/>
            </a:srgbClr>
          </a:solidFill>
          <a:ln w="0">
            <a:noFill/>
            <a:prstDash val="solid"/>
          </a:ln>
        </p:spPr>
      </p:sp>
      <p:sp>
        <p:nvSpPr>
          <p:cNvPr id="326" name="a_full_bar_ellipse_325">
            <a:extLst>
              <a:ext uri="{FF2B5EF4-FFF2-40B4-BE49-F238E27FC236}">
                <a16:creationId xmlns:a16="http://schemas.microsoft.com/office/drawing/2014/main" id="{0EFE5477-6360-4EC9-B99E-9F65325ED767}"/>
              </a:ext>
            </a:extLst>
          </p:cNvPr>
          <p:cNvSpPr>
            <a:spLocks noGrp="1"/>
          </p:cNvSpPr>
          <p:nvPr/>
        </p:nvSpPr>
        <p:spPr>
          <a:xfrm>
            <a:off x="2692579" y="2832709"/>
            <a:ext cx="45341" cy="45341"/>
          </a:xfrm>
          <a:prstGeom prst="ellipse">
            <a:avLst/>
          </a:prstGeom>
          <a:solidFill>
            <a:srgbClr val="007C83">
              <a:alpha val="40000"/>
            </a:srgbClr>
          </a:solidFill>
          <a:ln w="0">
            <a:noFill/>
            <a:prstDash val="solid"/>
          </a:ln>
        </p:spPr>
      </p:sp>
      <p:sp>
        <p:nvSpPr>
          <p:cNvPr id="327" name="a_full_bar_ellipse_326">
            <a:extLst>
              <a:ext uri="{FF2B5EF4-FFF2-40B4-BE49-F238E27FC236}">
                <a16:creationId xmlns:a16="http://schemas.microsoft.com/office/drawing/2014/main" id="{1E2BE79E-6EA9-43D9-9BCB-DA5701A2C185}"/>
              </a:ext>
            </a:extLst>
          </p:cNvPr>
          <p:cNvSpPr>
            <a:spLocks noGrp="1"/>
          </p:cNvSpPr>
          <p:nvPr/>
        </p:nvSpPr>
        <p:spPr>
          <a:xfrm>
            <a:off x="2711146" y="2025341"/>
            <a:ext cx="45341" cy="45341"/>
          </a:xfrm>
          <a:prstGeom prst="ellipse">
            <a:avLst/>
          </a:prstGeom>
          <a:solidFill>
            <a:srgbClr val="007C83">
              <a:alpha val="40000"/>
            </a:srgbClr>
          </a:solidFill>
          <a:ln w="0">
            <a:noFill/>
            <a:prstDash val="solid"/>
          </a:ln>
        </p:spPr>
      </p:sp>
      <p:sp>
        <p:nvSpPr>
          <p:cNvPr id="328" name="a_full_bar_ellipse_327">
            <a:extLst>
              <a:ext uri="{FF2B5EF4-FFF2-40B4-BE49-F238E27FC236}">
                <a16:creationId xmlns:a16="http://schemas.microsoft.com/office/drawing/2014/main" id="{DF674852-74EE-4C81-83AE-96C93AB01201}"/>
              </a:ext>
            </a:extLst>
          </p:cNvPr>
          <p:cNvSpPr>
            <a:spLocks noGrp="1"/>
          </p:cNvSpPr>
          <p:nvPr/>
        </p:nvSpPr>
        <p:spPr>
          <a:xfrm>
            <a:off x="2849413" y="4457382"/>
            <a:ext cx="45341" cy="45341"/>
          </a:xfrm>
          <a:prstGeom prst="ellipse">
            <a:avLst/>
          </a:prstGeom>
          <a:solidFill>
            <a:srgbClr val="007C83">
              <a:alpha val="40000"/>
            </a:srgbClr>
          </a:solidFill>
          <a:ln w="0">
            <a:noFill/>
            <a:prstDash val="solid"/>
          </a:ln>
        </p:spPr>
      </p:sp>
      <p:sp>
        <p:nvSpPr>
          <p:cNvPr id="329" name="a_full_bar_ellipse_328">
            <a:extLst>
              <a:ext uri="{FF2B5EF4-FFF2-40B4-BE49-F238E27FC236}">
                <a16:creationId xmlns:a16="http://schemas.microsoft.com/office/drawing/2014/main" id="{075C909B-E8F0-4713-B09E-174C80F672D2}"/>
              </a:ext>
            </a:extLst>
          </p:cNvPr>
          <p:cNvSpPr>
            <a:spLocks noGrp="1"/>
          </p:cNvSpPr>
          <p:nvPr/>
        </p:nvSpPr>
        <p:spPr>
          <a:xfrm>
            <a:off x="2868630" y="3241362"/>
            <a:ext cx="45341" cy="45341"/>
          </a:xfrm>
          <a:prstGeom prst="ellipse">
            <a:avLst/>
          </a:prstGeom>
          <a:solidFill>
            <a:srgbClr val="007C83">
              <a:alpha val="40000"/>
            </a:srgbClr>
          </a:solidFill>
          <a:ln w="0">
            <a:noFill/>
            <a:prstDash val="solid"/>
          </a:ln>
        </p:spPr>
      </p:sp>
      <p:sp>
        <p:nvSpPr>
          <p:cNvPr id="330" name="a_full_bar_ellipse_329">
            <a:extLst>
              <a:ext uri="{FF2B5EF4-FFF2-40B4-BE49-F238E27FC236}">
                <a16:creationId xmlns:a16="http://schemas.microsoft.com/office/drawing/2014/main" id="{E54FDFCD-6DD6-4F80-8AD4-436F4C2CD68C}"/>
              </a:ext>
            </a:extLst>
          </p:cNvPr>
          <p:cNvSpPr>
            <a:spLocks noGrp="1"/>
          </p:cNvSpPr>
          <p:nvPr/>
        </p:nvSpPr>
        <p:spPr>
          <a:xfrm>
            <a:off x="2866491" y="4457382"/>
            <a:ext cx="45341" cy="45341"/>
          </a:xfrm>
          <a:prstGeom prst="ellipse">
            <a:avLst/>
          </a:prstGeom>
          <a:solidFill>
            <a:srgbClr val="007C83">
              <a:alpha val="40000"/>
            </a:srgbClr>
          </a:solidFill>
          <a:ln w="0">
            <a:noFill/>
            <a:prstDash val="solid"/>
          </a:ln>
        </p:spPr>
      </p:sp>
      <p:sp>
        <p:nvSpPr>
          <p:cNvPr id="331" name="a_full_bar_ellipse_330">
            <a:extLst>
              <a:ext uri="{FF2B5EF4-FFF2-40B4-BE49-F238E27FC236}">
                <a16:creationId xmlns:a16="http://schemas.microsoft.com/office/drawing/2014/main" id="{582645C8-5E11-4831-AA8B-135DCDDBFD00}"/>
              </a:ext>
            </a:extLst>
          </p:cNvPr>
          <p:cNvSpPr>
            <a:spLocks noGrp="1"/>
          </p:cNvSpPr>
          <p:nvPr/>
        </p:nvSpPr>
        <p:spPr>
          <a:xfrm>
            <a:off x="2723360" y="3066723"/>
            <a:ext cx="45341" cy="45341"/>
          </a:xfrm>
          <a:prstGeom prst="ellipse">
            <a:avLst/>
          </a:prstGeom>
          <a:solidFill>
            <a:srgbClr val="007C83">
              <a:alpha val="40000"/>
            </a:srgbClr>
          </a:solidFill>
          <a:ln w="0">
            <a:noFill/>
            <a:prstDash val="solid"/>
          </a:ln>
        </p:spPr>
      </p:sp>
      <p:sp>
        <p:nvSpPr>
          <p:cNvPr id="332" name="a_full_bar_ellipse_331">
            <a:extLst>
              <a:ext uri="{FF2B5EF4-FFF2-40B4-BE49-F238E27FC236}">
                <a16:creationId xmlns:a16="http://schemas.microsoft.com/office/drawing/2014/main" id="{203E67F3-27EE-48CE-8582-FF16290939A4}"/>
              </a:ext>
            </a:extLst>
          </p:cNvPr>
          <p:cNvSpPr>
            <a:spLocks noGrp="1"/>
          </p:cNvSpPr>
          <p:nvPr/>
        </p:nvSpPr>
        <p:spPr>
          <a:xfrm>
            <a:off x="2762545" y="2025341"/>
            <a:ext cx="45341" cy="45341"/>
          </a:xfrm>
          <a:prstGeom prst="ellipse">
            <a:avLst/>
          </a:prstGeom>
          <a:solidFill>
            <a:srgbClr val="007C83">
              <a:alpha val="40000"/>
            </a:srgbClr>
          </a:solidFill>
          <a:ln w="0">
            <a:noFill/>
            <a:prstDash val="solid"/>
          </a:ln>
        </p:spPr>
      </p:sp>
      <p:sp>
        <p:nvSpPr>
          <p:cNvPr id="333" name="a_full_bar_ellipse_332">
            <a:extLst>
              <a:ext uri="{FF2B5EF4-FFF2-40B4-BE49-F238E27FC236}">
                <a16:creationId xmlns:a16="http://schemas.microsoft.com/office/drawing/2014/main" id="{5575952F-4A9A-42A9-99D6-AF33791C10EC}"/>
              </a:ext>
            </a:extLst>
          </p:cNvPr>
          <p:cNvSpPr>
            <a:spLocks noGrp="1"/>
          </p:cNvSpPr>
          <p:nvPr/>
        </p:nvSpPr>
        <p:spPr>
          <a:xfrm>
            <a:off x="2807004" y="4017540"/>
            <a:ext cx="45341" cy="45341"/>
          </a:xfrm>
          <a:prstGeom prst="ellipse">
            <a:avLst/>
          </a:prstGeom>
          <a:solidFill>
            <a:srgbClr val="007C83">
              <a:alpha val="40000"/>
            </a:srgbClr>
          </a:solidFill>
          <a:ln w="0">
            <a:noFill/>
            <a:prstDash val="solid"/>
          </a:ln>
        </p:spPr>
      </p:sp>
      <p:sp>
        <p:nvSpPr>
          <p:cNvPr id="334" name="a_full_bar_ellipse_333">
            <a:extLst>
              <a:ext uri="{FF2B5EF4-FFF2-40B4-BE49-F238E27FC236}">
                <a16:creationId xmlns:a16="http://schemas.microsoft.com/office/drawing/2014/main" id="{8F1EA6C2-0E29-4147-A8DB-79C352554D89}"/>
              </a:ext>
            </a:extLst>
          </p:cNvPr>
          <p:cNvSpPr>
            <a:spLocks noGrp="1"/>
          </p:cNvSpPr>
          <p:nvPr/>
        </p:nvSpPr>
        <p:spPr>
          <a:xfrm>
            <a:off x="2875284" y="2025341"/>
            <a:ext cx="45341" cy="45341"/>
          </a:xfrm>
          <a:prstGeom prst="ellipse">
            <a:avLst/>
          </a:prstGeom>
          <a:solidFill>
            <a:srgbClr val="007C83">
              <a:alpha val="40000"/>
            </a:srgbClr>
          </a:solidFill>
          <a:ln w="0">
            <a:noFill/>
            <a:prstDash val="solid"/>
          </a:ln>
        </p:spPr>
      </p:sp>
      <p:sp>
        <p:nvSpPr>
          <p:cNvPr id="335" name="a_full_bar_ellipse_334">
            <a:extLst>
              <a:ext uri="{FF2B5EF4-FFF2-40B4-BE49-F238E27FC236}">
                <a16:creationId xmlns:a16="http://schemas.microsoft.com/office/drawing/2014/main" id="{83F03D18-0E79-4E1D-9C06-25D0A5E42D61}"/>
              </a:ext>
            </a:extLst>
          </p:cNvPr>
          <p:cNvSpPr>
            <a:spLocks noGrp="1"/>
          </p:cNvSpPr>
          <p:nvPr/>
        </p:nvSpPr>
        <p:spPr>
          <a:xfrm>
            <a:off x="2753521" y="2025341"/>
            <a:ext cx="45341" cy="45341"/>
          </a:xfrm>
          <a:prstGeom prst="ellipse">
            <a:avLst/>
          </a:prstGeom>
          <a:solidFill>
            <a:srgbClr val="007C83">
              <a:alpha val="40000"/>
            </a:srgbClr>
          </a:solidFill>
          <a:ln w="0">
            <a:noFill/>
            <a:prstDash val="solid"/>
          </a:ln>
        </p:spPr>
      </p:sp>
      <p:sp>
        <p:nvSpPr>
          <p:cNvPr id="336" name="a_full_bar_ellipse_335">
            <a:extLst>
              <a:ext uri="{FF2B5EF4-FFF2-40B4-BE49-F238E27FC236}">
                <a16:creationId xmlns:a16="http://schemas.microsoft.com/office/drawing/2014/main" id="{41DC7F3A-3D4F-4A5C-8061-076AEF7C4C16}"/>
              </a:ext>
            </a:extLst>
          </p:cNvPr>
          <p:cNvSpPr>
            <a:spLocks noGrp="1"/>
          </p:cNvSpPr>
          <p:nvPr/>
        </p:nvSpPr>
        <p:spPr>
          <a:xfrm>
            <a:off x="2868463" y="2025341"/>
            <a:ext cx="45341" cy="45341"/>
          </a:xfrm>
          <a:prstGeom prst="ellipse">
            <a:avLst/>
          </a:prstGeom>
          <a:solidFill>
            <a:srgbClr val="007C83">
              <a:alpha val="40000"/>
            </a:srgbClr>
          </a:solidFill>
          <a:ln w="0">
            <a:noFill/>
            <a:prstDash val="solid"/>
          </a:ln>
        </p:spPr>
      </p:sp>
      <p:sp>
        <p:nvSpPr>
          <p:cNvPr id="337" name="a_full_bar_ellipse_336">
            <a:extLst>
              <a:ext uri="{FF2B5EF4-FFF2-40B4-BE49-F238E27FC236}">
                <a16:creationId xmlns:a16="http://schemas.microsoft.com/office/drawing/2014/main" id="{0BE1E80D-338F-4045-9A7A-128A44ADDE51}"/>
              </a:ext>
            </a:extLst>
          </p:cNvPr>
          <p:cNvSpPr>
            <a:spLocks noGrp="1"/>
          </p:cNvSpPr>
          <p:nvPr/>
        </p:nvSpPr>
        <p:spPr>
          <a:xfrm>
            <a:off x="2763964" y="4457382"/>
            <a:ext cx="45341" cy="45341"/>
          </a:xfrm>
          <a:prstGeom prst="ellipse">
            <a:avLst/>
          </a:prstGeom>
          <a:solidFill>
            <a:srgbClr val="007C83">
              <a:alpha val="40000"/>
            </a:srgbClr>
          </a:solidFill>
          <a:ln w="0">
            <a:noFill/>
            <a:prstDash val="solid"/>
          </a:ln>
        </p:spPr>
      </p:sp>
      <p:sp>
        <p:nvSpPr>
          <p:cNvPr id="338" name="a_full_bar_ellipse_337">
            <a:extLst>
              <a:ext uri="{FF2B5EF4-FFF2-40B4-BE49-F238E27FC236}">
                <a16:creationId xmlns:a16="http://schemas.microsoft.com/office/drawing/2014/main" id="{68C9F90A-F8B2-42EB-B636-370C263D70FA}"/>
              </a:ext>
            </a:extLst>
          </p:cNvPr>
          <p:cNvSpPr>
            <a:spLocks noGrp="1"/>
          </p:cNvSpPr>
          <p:nvPr/>
        </p:nvSpPr>
        <p:spPr>
          <a:xfrm>
            <a:off x="2722238" y="2025341"/>
            <a:ext cx="45341" cy="45341"/>
          </a:xfrm>
          <a:prstGeom prst="ellipse">
            <a:avLst/>
          </a:prstGeom>
          <a:solidFill>
            <a:srgbClr val="007C83">
              <a:alpha val="40000"/>
            </a:srgbClr>
          </a:solidFill>
          <a:ln w="0">
            <a:noFill/>
            <a:prstDash val="solid"/>
          </a:ln>
        </p:spPr>
      </p:sp>
      <p:sp>
        <p:nvSpPr>
          <p:cNvPr id="339" name="a_full_bar_ellipse_338">
            <a:extLst>
              <a:ext uri="{FF2B5EF4-FFF2-40B4-BE49-F238E27FC236}">
                <a16:creationId xmlns:a16="http://schemas.microsoft.com/office/drawing/2014/main" id="{A129C34B-2C13-4F26-B1AB-EE3C0B1E2C6C}"/>
              </a:ext>
            </a:extLst>
          </p:cNvPr>
          <p:cNvSpPr>
            <a:spLocks noGrp="1"/>
          </p:cNvSpPr>
          <p:nvPr/>
        </p:nvSpPr>
        <p:spPr>
          <a:xfrm>
            <a:off x="2750318" y="3241362"/>
            <a:ext cx="45341" cy="45341"/>
          </a:xfrm>
          <a:prstGeom prst="ellipse">
            <a:avLst/>
          </a:prstGeom>
          <a:solidFill>
            <a:srgbClr val="007C83">
              <a:alpha val="40000"/>
            </a:srgbClr>
          </a:solidFill>
          <a:ln w="0">
            <a:noFill/>
            <a:prstDash val="solid"/>
          </a:ln>
        </p:spPr>
      </p:sp>
      <p:sp>
        <p:nvSpPr>
          <p:cNvPr id="340" name="a_full_bar_ellipse_339">
            <a:extLst>
              <a:ext uri="{FF2B5EF4-FFF2-40B4-BE49-F238E27FC236}">
                <a16:creationId xmlns:a16="http://schemas.microsoft.com/office/drawing/2014/main" id="{511830D8-711F-4C85-9B6D-C7D861A6DF6A}"/>
              </a:ext>
            </a:extLst>
          </p:cNvPr>
          <p:cNvSpPr>
            <a:spLocks noGrp="1"/>
          </p:cNvSpPr>
          <p:nvPr/>
        </p:nvSpPr>
        <p:spPr>
          <a:xfrm>
            <a:off x="2724928" y="4318822"/>
            <a:ext cx="45341" cy="45341"/>
          </a:xfrm>
          <a:prstGeom prst="ellipse">
            <a:avLst/>
          </a:prstGeom>
          <a:solidFill>
            <a:srgbClr val="007C83">
              <a:alpha val="40000"/>
            </a:srgbClr>
          </a:solidFill>
          <a:ln w="0">
            <a:noFill/>
            <a:prstDash val="solid"/>
          </a:ln>
        </p:spPr>
      </p:sp>
      <p:sp>
        <p:nvSpPr>
          <p:cNvPr id="341" name="a_full_bar_ellipse_340">
            <a:extLst>
              <a:ext uri="{FF2B5EF4-FFF2-40B4-BE49-F238E27FC236}">
                <a16:creationId xmlns:a16="http://schemas.microsoft.com/office/drawing/2014/main" id="{8C87C3E9-C530-4813-8FA5-12449716091E}"/>
              </a:ext>
            </a:extLst>
          </p:cNvPr>
          <p:cNvSpPr>
            <a:spLocks noGrp="1"/>
          </p:cNvSpPr>
          <p:nvPr/>
        </p:nvSpPr>
        <p:spPr>
          <a:xfrm>
            <a:off x="2764578" y="3241362"/>
            <a:ext cx="45341" cy="45341"/>
          </a:xfrm>
          <a:prstGeom prst="ellipse">
            <a:avLst/>
          </a:prstGeom>
          <a:solidFill>
            <a:srgbClr val="007C83">
              <a:alpha val="40000"/>
            </a:srgbClr>
          </a:solidFill>
          <a:ln w="0">
            <a:noFill/>
            <a:prstDash val="solid"/>
          </a:ln>
        </p:spPr>
      </p:sp>
      <p:sp>
        <p:nvSpPr>
          <p:cNvPr id="342" name="a_full_bar_ellipse_341">
            <a:extLst>
              <a:ext uri="{FF2B5EF4-FFF2-40B4-BE49-F238E27FC236}">
                <a16:creationId xmlns:a16="http://schemas.microsoft.com/office/drawing/2014/main" id="{22269384-F034-469A-81B0-E1B081704F15}"/>
              </a:ext>
            </a:extLst>
          </p:cNvPr>
          <p:cNvSpPr>
            <a:spLocks noGrp="1"/>
          </p:cNvSpPr>
          <p:nvPr/>
        </p:nvSpPr>
        <p:spPr>
          <a:xfrm>
            <a:off x="2760589" y="2025341"/>
            <a:ext cx="45341" cy="45341"/>
          </a:xfrm>
          <a:prstGeom prst="ellipse">
            <a:avLst/>
          </a:prstGeom>
          <a:solidFill>
            <a:srgbClr val="007C83">
              <a:alpha val="40000"/>
            </a:srgbClr>
          </a:solidFill>
          <a:ln w="0">
            <a:noFill/>
            <a:prstDash val="solid"/>
          </a:ln>
        </p:spPr>
      </p:sp>
      <p:sp>
        <p:nvSpPr>
          <p:cNvPr id="343" name="a_full_bar_ellipse_342">
            <a:extLst>
              <a:ext uri="{FF2B5EF4-FFF2-40B4-BE49-F238E27FC236}">
                <a16:creationId xmlns:a16="http://schemas.microsoft.com/office/drawing/2014/main" id="{B9B56493-43A3-4859-8494-3F2414EB7992}"/>
              </a:ext>
            </a:extLst>
          </p:cNvPr>
          <p:cNvSpPr>
            <a:spLocks noGrp="1"/>
          </p:cNvSpPr>
          <p:nvPr/>
        </p:nvSpPr>
        <p:spPr>
          <a:xfrm>
            <a:off x="2787198" y="3241362"/>
            <a:ext cx="45341" cy="45341"/>
          </a:xfrm>
          <a:prstGeom prst="ellipse">
            <a:avLst/>
          </a:prstGeom>
          <a:solidFill>
            <a:srgbClr val="007C83">
              <a:alpha val="40000"/>
            </a:srgbClr>
          </a:solidFill>
          <a:ln w="0">
            <a:noFill/>
            <a:prstDash val="solid"/>
          </a:ln>
        </p:spPr>
      </p:sp>
      <p:sp>
        <p:nvSpPr>
          <p:cNvPr id="344" name="a_full_bar_ellipse_343">
            <a:extLst>
              <a:ext uri="{FF2B5EF4-FFF2-40B4-BE49-F238E27FC236}">
                <a16:creationId xmlns:a16="http://schemas.microsoft.com/office/drawing/2014/main" id="{92E88786-3D0F-4B22-B3C3-004455A594C2}"/>
              </a:ext>
            </a:extLst>
          </p:cNvPr>
          <p:cNvSpPr>
            <a:spLocks noGrp="1"/>
          </p:cNvSpPr>
          <p:nvPr/>
        </p:nvSpPr>
        <p:spPr>
          <a:xfrm>
            <a:off x="2803709" y="3486518"/>
            <a:ext cx="45341" cy="45341"/>
          </a:xfrm>
          <a:prstGeom prst="ellipse">
            <a:avLst/>
          </a:prstGeom>
          <a:solidFill>
            <a:srgbClr val="007C83">
              <a:alpha val="40000"/>
            </a:srgbClr>
          </a:solidFill>
          <a:ln w="0">
            <a:noFill/>
            <a:prstDash val="solid"/>
          </a:ln>
        </p:spPr>
      </p:sp>
      <p:sp>
        <p:nvSpPr>
          <p:cNvPr id="345" name="a_full_bar_ellipse_344">
            <a:extLst>
              <a:ext uri="{FF2B5EF4-FFF2-40B4-BE49-F238E27FC236}">
                <a16:creationId xmlns:a16="http://schemas.microsoft.com/office/drawing/2014/main" id="{245B8AC4-A941-4F95-8983-E03205AC8C0B}"/>
              </a:ext>
            </a:extLst>
          </p:cNvPr>
          <p:cNvSpPr>
            <a:spLocks noGrp="1"/>
          </p:cNvSpPr>
          <p:nvPr/>
        </p:nvSpPr>
        <p:spPr>
          <a:xfrm>
            <a:off x="2826428" y="2025341"/>
            <a:ext cx="45341" cy="45341"/>
          </a:xfrm>
          <a:prstGeom prst="ellipse">
            <a:avLst/>
          </a:prstGeom>
          <a:solidFill>
            <a:srgbClr val="007C83">
              <a:alpha val="40000"/>
            </a:srgbClr>
          </a:solidFill>
          <a:ln w="0">
            <a:noFill/>
            <a:prstDash val="solid"/>
          </a:ln>
        </p:spPr>
      </p:sp>
      <p:sp>
        <p:nvSpPr>
          <p:cNvPr id="346" name="a_full_bar_ellipse_345">
            <a:extLst>
              <a:ext uri="{FF2B5EF4-FFF2-40B4-BE49-F238E27FC236}">
                <a16:creationId xmlns:a16="http://schemas.microsoft.com/office/drawing/2014/main" id="{38BD377D-B3A1-41D3-9B23-0F056BFE70AB}"/>
              </a:ext>
            </a:extLst>
          </p:cNvPr>
          <p:cNvSpPr>
            <a:spLocks noGrp="1"/>
          </p:cNvSpPr>
          <p:nvPr/>
        </p:nvSpPr>
        <p:spPr>
          <a:xfrm>
            <a:off x="2825695" y="2430681"/>
            <a:ext cx="45341" cy="45341"/>
          </a:xfrm>
          <a:prstGeom prst="ellipse">
            <a:avLst/>
          </a:prstGeom>
          <a:solidFill>
            <a:srgbClr val="007C83">
              <a:alpha val="40000"/>
            </a:srgbClr>
          </a:solidFill>
          <a:ln w="0">
            <a:noFill/>
            <a:prstDash val="solid"/>
          </a:ln>
        </p:spPr>
      </p:sp>
      <p:sp>
        <p:nvSpPr>
          <p:cNvPr id="347" name="a_full_bar_ellipse_346">
            <a:extLst>
              <a:ext uri="{FF2B5EF4-FFF2-40B4-BE49-F238E27FC236}">
                <a16:creationId xmlns:a16="http://schemas.microsoft.com/office/drawing/2014/main" id="{F57A1280-4BE2-4AD0-94B7-3460286A9130}"/>
              </a:ext>
            </a:extLst>
          </p:cNvPr>
          <p:cNvSpPr>
            <a:spLocks noGrp="1"/>
          </p:cNvSpPr>
          <p:nvPr/>
        </p:nvSpPr>
        <p:spPr>
          <a:xfrm>
            <a:off x="2714455" y="2836021"/>
            <a:ext cx="45341" cy="45341"/>
          </a:xfrm>
          <a:prstGeom prst="ellipse">
            <a:avLst/>
          </a:prstGeom>
          <a:solidFill>
            <a:srgbClr val="007C83">
              <a:alpha val="40000"/>
            </a:srgbClr>
          </a:solidFill>
          <a:ln w="0">
            <a:noFill/>
            <a:prstDash val="solid"/>
          </a:ln>
        </p:spPr>
      </p:sp>
      <p:sp>
        <p:nvSpPr>
          <p:cNvPr id="348" name="a_full_bar_ellipse_347">
            <a:extLst>
              <a:ext uri="{FF2B5EF4-FFF2-40B4-BE49-F238E27FC236}">
                <a16:creationId xmlns:a16="http://schemas.microsoft.com/office/drawing/2014/main" id="{0619C3E7-5EF9-4173-B0BF-D930663A86DC}"/>
              </a:ext>
            </a:extLst>
          </p:cNvPr>
          <p:cNvSpPr>
            <a:spLocks noGrp="1"/>
          </p:cNvSpPr>
          <p:nvPr/>
        </p:nvSpPr>
        <p:spPr>
          <a:xfrm>
            <a:off x="2843924" y="4444715"/>
            <a:ext cx="45341" cy="45341"/>
          </a:xfrm>
          <a:prstGeom prst="ellipse">
            <a:avLst/>
          </a:prstGeom>
          <a:solidFill>
            <a:srgbClr val="007C83">
              <a:alpha val="40000"/>
            </a:srgbClr>
          </a:solidFill>
          <a:ln w="0">
            <a:noFill/>
            <a:prstDash val="solid"/>
          </a:ln>
        </p:spPr>
      </p:sp>
      <p:sp>
        <p:nvSpPr>
          <p:cNvPr id="349" name="a_full_bar_ellipse_348">
            <a:extLst>
              <a:ext uri="{FF2B5EF4-FFF2-40B4-BE49-F238E27FC236}">
                <a16:creationId xmlns:a16="http://schemas.microsoft.com/office/drawing/2014/main" id="{ED660DD3-ACBA-4732-B5A2-790A13268625}"/>
              </a:ext>
            </a:extLst>
          </p:cNvPr>
          <p:cNvSpPr>
            <a:spLocks noGrp="1"/>
          </p:cNvSpPr>
          <p:nvPr/>
        </p:nvSpPr>
        <p:spPr>
          <a:xfrm>
            <a:off x="2739279" y="3038691"/>
            <a:ext cx="45341" cy="45341"/>
          </a:xfrm>
          <a:prstGeom prst="ellipse">
            <a:avLst/>
          </a:prstGeom>
          <a:solidFill>
            <a:srgbClr val="007C83">
              <a:alpha val="40000"/>
            </a:srgbClr>
          </a:solidFill>
          <a:ln w="0">
            <a:noFill/>
            <a:prstDash val="solid"/>
          </a:ln>
        </p:spPr>
      </p:sp>
      <p:sp>
        <p:nvSpPr>
          <p:cNvPr id="350" name="a_full_bar_ellipse_349">
            <a:extLst>
              <a:ext uri="{FF2B5EF4-FFF2-40B4-BE49-F238E27FC236}">
                <a16:creationId xmlns:a16="http://schemas.microsoft.com/office/drawing/2014/main" id="{46DD256E-AD54-4E39-83A2-3C456E79A536}"/>
              </a:ext>
            </a:extLst>
          </p:cNvPr>
          <p:cNvSpPr>
            <a:spLocks noGrp="1"/>
          </p:cNvSpPr>
          <p:nvPr/>
        </p:nvSpPr>
        <p:spPr>
          <a:xfrm>
            <a:off x="2672230" y="2836021"/>
            <a:ext cx="45341" cy="45341"/>
          </a:xfrm>
          <a:prstGeom prst="ellipse">
            <a:avLst/>
          </a:prstGeom>
          <a:solidFill>
            <a:srgbClr val="007C83">
              <a:alpha val="40000"/>
            </a:srgbClr>
          </a:solidFill>
          <a:ln w="0">
            <a:noFill/>
            <a:prstDash val="solid"/>
          </a:ln>
        </p:spPr>
      </p:sp>
      <p:sp>
        <p:nvSpPr>
          <p:cNvPr id="351" name="a_full_bar_ellipse_350">
            <a:extLst>
              <a:ext uri="{FF2B5EF4-FFF2-40B4-BE49-F238E27FC236}">
                <a16:creationId xmlns:a16="http://schemas.microsoft.com/office/drawing/2014/main" id="{3DB3B1B6-4AB1-4DC0-8254-1D3663632352}"/>
              </a:ext>
            </a:extLst>
          </p:cNvPr>
          <p:cNvSpPr>
            <a:spLocks noGrp="1"/>
          </p:cNvSpPr>
          <p:nvPr/>
        </p:nvSpPr>
        <p:spPr>
          <a:xfrm>
            <a:off x="2855022" y="2025341"/>
            <a:ext cx="45341" cy="45341"/>
          </a:xfrm>
          <a:prstGeom prst="ellipse">
            <a:avLst/>
          </a:prstGeom>
          <a:solidFill>
            <a:srgbClr val="007C83">
              <a:alpha val="40000"/>
            </a:srgbClr>
          </a:solidFill>
          <a:ln w="0">
            <a:noFill/>
            <a:prstDash val="solid"/>
          </a:ln>
        </p:spPr>
      </p:sp>
      <p:sp>
        <p:nvSpPr>
          <p:cNvPr id="352" name="a_full_bar_ellipse_351">
            <a:extLst>
              <a:ext uri="{FF2B5EF4-FFF2-40B4-BE49-F238E27FC236}">
                <a16:creationId xmlns:a16="http://schemas.microsoft.com/office/drawing/2014/main" id="{33D53341-1B3F-4C2E-862D-C586005893E4}"/>
              </a:ext>
            </a:extLst>
          </p:cNvPr>
          <p:cNvSpPr>
            <a:spLocks noGrp="1"/>
          </p:cNvSpPr>
          <p:nvPr/>
        </p:nvSpPr>
        <p:spPr>
          <a:xfrm>
            <a:off x="2748392" y="3836475"/>
            <a:ext cx="45341" cy="45341"/>
          </a:xfrm>
          <a:prstGeom prst="ellipse">
            <a:avLst/>
          </a:prstGeom>
          <a:solidFill>
            <a:srgbClr val="007C83">
              <a:alpha val="40000"/>
            </a:srgbClr>
          </a:solidFill>
          <a:ln w="0">
            <a:noFill/>
            <a:prstDash val="solid"/>
          </a:ln>
        </p:spPr>
      </p:sp>
      <p:sp>
        <p:nvSpPr>
          <p:cNvPr id="353" name="a_full_bar_ellipse_352">
            <a:extLst>
              <a:ext uri="{FF2B5EF4-FFF2-40B4-BE49-F238E27FC236}">
                <a16:creationId xmlns:a16="http://schemas.microsoft.com/office/drawing/2014/main" id="{AE7B1855-88BE-4A1A-9211-B25D81BA11C6}"/>
              </a:ext>
            </a:extLst>
          </p:cNvPr>
          <p:cNvSpPr>
            <a:spLocks noGrp="1"/>
          </p:cNvSpPr>
          <p:nvPr/>
        </p:nvSpPr>
        <p:spPr>
          <a:xfrm>
            <a:off x="2762360" y="4457382"/>
            <a:ext cx="45341" cy="45341"/>
          </a:xfrm>
          <a:prstGeom prst="ellipse">
            <a:avLst/>
          </a:prstGeom>
          <a:solidFill>
            <a:srgbClr val="007C83">
              <a:alpha val="40000"/>
            </a:srgbClr>
          </a:solidFill>
          <a:ln w="0">
            <a:noFill/>
            <a:prstDash val="solid"/>
          </a:ln>
        </p:spPr>
      </p:sp>
      <p:sp>
        <p:nvSpPr>
          <p:cNvPr id="354" name="a_full_bar_ellipse_353">
            <a:extLst>
              <a:ext uri="{FF2B5EF4-FFF2-40B4-BE49-F238E27FC236}">
                <a16:creationId xmlns:a16="http://schemas.microsoft.com/office/drawing/2014/main" id="{415BE4EE-7B47-4AA2-855F-03A4A3D3D51F}"/>
              </a:ext>
            </a:extLst>
          </p:cNvPr>
          <p:cNvSpPr>
            <a:spLocks noGrp="1"/>
          </p:cNvSpPr>
          <p:nvPr/>
        </p:nvSpPr>
        <p:spPr>
          <a:xfrm>
            <a:off x="2755627" y="3703895"/>
            <a:ext cx="45341" cy="45341"/>
          </a:xfrm>
          <a:prstGeom prst="ellipse">
            <a:avLst/>
          </a:prstGeom>
          <a:solidFill>
            <a:srgbClr val="007C83">
              <a:alpha val="40000"/>
            </a:srgbClr>
          </a:solidFill>
          <a:ln w="0">
            <a:noFill/>
            <a:prstDash val="solid"/>
          </a:ln>
        </p:spPr>
      </p:sp>
      <p:sp>
        <p:nvSpPr>
          <p:cNvPr id="355" name="a_full_bar_ellipse_354">
            <a:extLst>
              <a:ext uri="{FF2B5EF4-FFF2-40B4-BE49-F238E27FC236}">
                <a16:creationId xmlns:a16="http://schemas.microsoft.com/office/drawing/2014/main" id="{4F66CEE6-245E-456B-9677-EA74616B4596}"/>
              </a:ext>
            </a:extLst>
          </p:cNvPr>
          <p:cNvSpPr>
            <a:spLocks noGrp="1"/>
          </p:cNvSpPr>
          <p:nvPr/>
        </p:nvSpPr>
        <p:spPr>
          <a:xfrm>
            <a:off x="2687636" y="3727770"/>
            <a:ext cx="45341" cy="45341"/>
          </a:xfrm>
          <a:prstGeom prst="ellipse">
            <a:avLst/>
          </a:prstGeom>
          <a:solidFill>
            <a:srgbClr val="007C83">
              <a:alpha val="40000"/>
            </a:srgbClr>
          </a:solidFill>
          <a:ln w="0">
            <a:noFill/>
            <a:prstDash val="solid"/>
          </a:ln>
        </p:spPr>
      </p:sp>
      <p:sp>
        <p:nvSpPr>
          <p:cNvPr id="356" name="a_full_bar_ellipse_355">
            <a:extLst>
              <a:ext uri="{FF2B5EF4-FFF2-40B4-BE49-F238E27FC236}">
                <a16:creationId xmlns:a16="http://schemas.microsoft.com/office/drawing/2014/main" id="{C72C8295-F9D3-4BCD-8C9C-B91D16D9526E}"/>
              </a:ext>
            </a:extLst>
          </p:cNvPr>
          <p:cNvSpPr>
            <a:spLocks noGrp="1"/>
          </p:cNvSpPr>
          <p:nvPr/>
        </p:nvSpPr>
        <p:spPr>
          <a:xfrm>
            <a:off x="2760497" y="3104265"/>
            <a:ext cx="45341" cy="45341"/>
          </a:xfrm>
          <a:prstGeom prst="ellipse">
            <a:avLst/>
          </a:prstGeom>
          <a:solidFill>
            <a:srgbClr val="007C83">
              <a:alpha val="40000"/>
            </a:srgbClr>
          </a:solidFill>
          <a:ln w="0">
            <a:noFill/>
            <a:prstDash val="solid"/>
          </a:ln>
        </p:spPr>
      </p:sp>
      <p:sp>
        <p:nvSpPr>
          <p:cNvPr id="357" name="a_full_bar_ellipse_356">
            <a:extLst>
              <a:ext uri="{FF2B5EF4-FFF2-40B4-BE49-F238E27FC236}">
                <a16:creationId xmlns:a16="http://schemas.microsoft.com/office/drawing/2014/main" id="{0BDF7E43-5647-4141-A212-0E799E3D39A0}"/>
              </a:ext>
            </a:extLst>
          </p:cNvPr>
          <p:cNvSpPr>
            <a:spLocks noGrp="1"/>
          </p:cNvSpPr>
          <p:nvPr/>
        </p:nvSpPr>
        <p:spPr>
          <a:xfrm>
            <a:off x="2836533" y="4457382"/>
            <a:ext cx="45341" cy="45341"/>
          </a:xfrm>
          <a:prstGeom prst="ellipse">
            <a:avLst/>
          </a:prstGeom>
          <a:solidFill>
            <a:srgbClr val="007C83">
              <a:alpha val="40000"/>
            </a:srgbClr>
          </a:solidFill>
          <a:ln w="0">
            <a:noFill/>
            <a:prstDash val="solid"/>
          </a:ln>
        </p:spPr>
      </p:sp>
      <p:sp>
        <p:nvSpPr>
          <p:cNvPr id="358" name="a_full_bar_ellipse_357">
            <a:extLst>
              <a:ext uri="{FF2B5EF4-FFF2-40B4-BE49-F238E27FC236}">
                <a16:creationId xmlns:a16="http://schemas.microsoft.com/office/drawing/2014/main" id="{CE658D9D-B134-4729-9477-586F7D037BBA}"/>
              </a:ext>
            </a:extLst>
          </p:cNvPr>
          <p:cNvSpPr>
            <a:spLocks noGrp="1"/>
          </p:cNvSpPr>
          <p:nvPr/>
        </p:nvSpPr>
        <p:spPr>
          <a:xfrm>
            <a:off x="2862558" y="2076245"/>
            <a:ext cx="45341" cy="45341"/>
          </a:xfrm>
          <a:prstGeom prst="ellipse">
            <a:avLst/>
          </a:prstGeom>
          <a:solidFill>
            <a:srgbClr val="007C83">
              <a:alpha val="40000"/>
            </a:srgbClr>
          </a:solidFill>
          <a:ln w="0">
            <a:noFill/>
            <a:prstDash val="solid"/>
          </a:ln>
        </p:spPr>
      </p:sp>
      <p:sp>
        <p:nvSpPr>
          <p:cNvPr id="359" name="a_full_bar_ellipse_358">
            <a:extLst>
              <a:ext uri="{FF2B5EF4-FFF2-40B4-BE49-F238E27FC236}">
                <a16:creationId xmlns:a16="http://schemas.microsoft.com/office/drawing/2014/main" id="{9F7B9DBA-EF92-4EFE-898E-331CDB84E947}"/>
              </a:ext>
            </a:extLst>
          </p:cNvPr>
          <p:cNvSpPr>
            <a:spLocks noGrp="1"/>
          </p:cNvSpPr>
          <p:nvPr/>
        </p:nvSpPr>
        <p:spPr>
          <a:xfrm>
            <a:off x="2667782" y="2025341"/>
            <a:ext cx="45341" cy="45341"/>
          </a:xfrm>
          <a:prstGeom prst="ellipse">
            <a:avLst/>
          </a:prstGeom>
          <a:solidFill>
            <a:srgbClr val="007C83">
              <a:alpha val="40000"/>
            </a:srgbClr>
          </a:solidFill>
          <a:ln w="0">
            <a:noFill/>
            <a:prstDash val="solid"/>
          </a:ln>
        </p:spPr>
      </p:sp>
      <p:sp>
        <p:nvSpPr>
          <p:cNvPr id="360" name="a_full_bar_ellipse_359">
            <a:extLst>
              <a:ext uri="{FF2B5EF4-FFF2-40B4-BE49-F238E27FC236}">
                <a16:creationId xmlns:a16="http://schemas.microsoft.com/office/drawing/2014/main" id="{46F69CC0-A3BA-4D27-B88B-7A0692C48B4C}"/>
              </a:ext>
            </a:extLst>
          </p:cNvPr>
          <p:cNvSpPr>
            <a:spLocks noGrp="1"/>
          </p:cNvSpPr>
          <p:nvPr/>
        </p:nvSpPr>
        <p:spPr>
          <a:xfrm>
            <a:off x="2679373" y="2836021"/>
            <a:ext cx="45341" cy="45341"/>
          </a:xfrm>
          <a:prstGeom prst="ellipse">
            <a:avLst/>
          </a:prstGeom>
          <a:solidFill>
            <a:srgbClr val="007C83">
              <a:alpha val="40000"/>
            </a:srgbClr>
          </a:solidFill>
          <a:ln w="0">
            <a:noFill/>
            <a:prstDash val="solid"/>
          </a:ln>
        </p:spPr>
      </p:sp>
      <p:sp>
        <p:nvSpPr>
          <p:cNvPr id="361" name="a_full_bar_ellipse_360">
            <a:extLst>
              <a:ext uri="{FF2B5EF4-FFF2-40B4-BE49-F238E27FC236}">
                <a16:creationId xmlns:a16="http://schemas.microsoft.com/office/drawing/2014/main" id="{83826E04-7578-4EAD-9E63-FE1E00A6F8F6}"/>
              </a:ext>
            </a:extLst>
          </p:cNvPr>
          <p:cNvSpPr>
            <a:spLocks noGrp="1"/>
          </p:cNvSpPr>
          <p:nvPr/>
        </p:nvSpPr>
        <p:spPr>
          <a:xfrm>
            <a:off x="2679088" y="2025341"/>
            <a:ext cx="45341" cy="45341"/>
          </a:xfrm>
          <a:prstGeom prst="ellipse">
            <a:avLst/>
          </a:prstGeom>
          <a:solidFill>
            <a:srgbClr val="007C83">
              <a:alpha val="40000"/>
            </a:srgbClr>
          </a:solidFill>
          <a:ln w="0">
            <a:noFill/>
            <a:prstDash val="solid"/>
          </a:ln>
        </p:spPr>
      </p:sp>
      <p:sp>
        <p:nvSpPr>
          <p:cNvPr id="362" name="a_full_bar_ellipse_361">
            <a:extLst>
              <a:ext uri="{FF2B5EF4-FFF2-40B4-BE49-F238E27FC236}">
                <a16:creationId xmlns:a16="http://schemas.microsoft.com/office/drawing/2014/main" id="{B87B95F4-3CCC-4A97-BF0E-E23C1870DBF3}"/>
              </a:ext>
            </a:extLst>
          </p:cNvPr>
          <p:cNvSpPr>
            <a:spLocks noGrp="1"/>
          </p:cNvSpPr>
          <p:nvPr/>
        </p:nvSpPr>
        <p:spPr>
          <a:xfrm>
            <a:off x="2673546" y="3849372"/>
            <a:ext cx="45341" cy="45341"/>
          </a:xfrm>
          <a:prstGeom prst="ellipse">
            <a:avLst/>
          </a:prstGeom>
          <a:solidFill>
            <a:srgbClr val="007C83">
              <a:alpha val="40000"/>
            </a:srgbClr>
          </a:solidFill>
          <a:ln w="0">
            <a:noFill/>
            <a:prstDash val="solid"/>
          </a:ln>
        </p:spPr>
      </p:sp>
      <p:sp>
        <p:nvSpPr>
          <p:cNvPr id="363" name="a_full_bar_ellipse_362">
            <a:extLst>
              <a:ext uri="{FF2B5EF4-FFF2-40B4-BE49-F238E27FC236}">
                <a16:creationId xmlns:a16="http://schemas.microsoft.com/office/drawing/2014/main" id="{B4955BAA-D5D1-42DB-B4C9-6659E94327B2}"/>
              </a:ext>
            </a:extLst>
          </p:cNvPr>
          <p:cNvSpPr>
            <a:spLocks noGrp="1"/>
          </p:cNvSpPr>
          <p:nvPr/>
        </p:nvSpPr>
        <p:spPr>
          <a:xfrm>
            <a:off x="2875200" y="2651447"/>
            <a:ext cx="45341" cy="45341"/>
          </a:xfrm>
          <a:prstGeom prst="ellipse">
            <a:avLst/>
          </a:prstGeom>
          <a:solidFill>
            <a:srgbClr val="007C83">
              <a:alpha val="40000"/>
            </a:srgbClr>
          </a:solidFill>
          <a:ln w="0">
            <a:noFill/>
            <a:prstDash val="solid"/>
          </a:ln>
        </p:spPr>
      </p:sp>
      <p:sp>
        <p:nvSpPr>
          <p:cNvPr id="364" name="a_full_bar_ellipse_363">
            <a:extLst>
              <a:ext uri="{FF2B5EF4-FFF2-40B4-BE49-F238E27FC236}">
                <a16:creationId xmlns:a16="http://schemas.microsoft.com/office/drawing/2014/main" id="{319006EF-6832-4E1F-807B-2BAE323D5447}"/>
              </a:ext>
            </a:extLst>
          </p:cNvPr>
          <p:cNvSpPr>
            <a:spLocks noGrp="1"/>
          </p:cNvSpPr>
          <p:nvPr/>
        </p:nvSpPr>
        <p:spPr>
          <a:xfrm>
            <a:off x="2769248" y="4008613"/>
            <a:ext cx="45341" cy="45341"/>
          </a:xfrm>
          <a:prstGeom prst="ellipse">
            <a:avLst/>
          </a:prstGeom>
          <a:solidFill>
            <a:srgbClr val="007C83">
              <a:alpha val="40000"/>
            </a:srgbClr>
          </a:solidFill>
          <a:ln w="0">
            <a:noFill/>
            <a:prstDash val="solid"/>
          </a:ln>
        </p:spPr>
      </p:sp>
      <p:sp>
        <p:nvSpPr>
          <p:cNvPr id="365" name="a_full_bar_ellipse_364">
            <a:extLst>
              <a:ext uri="{FF2B5EF4-FFF2-40B4-BE49-F238E27FC236}">
                <a16:creationId xmlns:a16="http://schemas.microsoft.com/office/drawing/2014/main" id="{CE2E483B-5689-4FFA-AA04-E352D1B15187}"/>
              </a:ext>
            </a:extLst>
          </p:cNvPr>
          <p:cNvSpPr>
            <a:spLocks noGrp="1"/>
          </p:cNvSpPr>
          <p:nvPr/>
        </p:nvSpPr>
        <p:spPr>
          <a:xfrm>
            <a:off x="2754109" y="2940252"/>
            <a:ext cx="45341" cy="45341"/>
          </a:xfrm>
          <a:prstGeom prst="ellipse">
            <a:avLst/>
          </a:prstGeom>
          <a:solidFill>
            <a:srgbClr val="007C83">
              <a:alpha val="40000"/>
            </a:srgbClr>
          </a:solidFill>
          <a:ln w="0">
            <a:noFill/>
            <a:prstDash val="solid"/>
          </a:ln>
        </p:spPr>
      </p:sp>
      <p:sp>
        <p:nvSpPr>
          <p:cNvPr id="366" name="a_full_bar_ellipse_365">
            <a:extLst>
              <a:ext uri="{FF2B5EF4-FFF2-40B4-BE49-F238E27FC236}">
                <a16:creationId xmlns:a16="http://schemas.microsoft.com/office/drawing/2014/main" id="{07414339-0238-4536-8E09-90D6050C8471}"/>
              </a:ext>
            </a:extLst>
          </p:cNvPr>
          <p:cNvSpPr>
            <a:spLocks noGrp="1"/>
          </p:cNvSpPr>
          <p:nvPr/>
        </p:nvSpPr>
        <p:spPr>
          <a:xfrm>
            <a:off x="2783576" y="2025341"/>
            <a:ext cx="45341" cy="45341"/>
          </a:xfrm>
          <a:prstGeom prst="ellipse">
            <a:avLst/>
          </a:prstGeom>
          <a:solidFill>
            <a:srgbClr val="007C83">
              <a:alpha val="40000"/>
            </a:srgbClr>
          </a:solidFill>
          <a:ln w="0">
            <a:noFill/>
            <a:prstDash val="solid"/>
          </a:ln>
        </p:spPr>
      </p:sp>
      <p:sp>
        <p:nvSpPr>
          <p:cNvPr id="367" name="a_full_bar_ellipse_366">
            <a:extLst>
              <a:ext uri="{FF2B5EF4-FFF2-40B4-BE49-F238E27FC236}">
                <a16:creationId xmlns:a16="http://schemas.microsoft.com/office/drawing/2014/main" id="{ACB3AFAB-0B1F-4B21-BE20-FF9CD43DBB29}"/>
              </a:ext>
            </a:extLst>
          </p:cNvPr>
          <p:cNvSpPr>
            <a:spLocks noGrp="1"/>
          </p:cNvSpPr>
          <p:nvPr/>
        </p:nvSpPr>
        <p:spPr>
          <a:xfrm>
            <a:off x="2836535" y="3241362"/>
            <a:ext cx="45341" cy="45341"/>
          </a:xfrm>
          <a:prstGeom prst="ellipse">
            <a:avLst/>
          </a:prstGeom>
          <a:solidFill>
            <a:srgbClr val="007C83">
              <a:alpha val="40000"/>
            </a:srgbClr>
          </a:solidFill>
          <a:ln w="0">
            <a:noFill/>
            <a:prstDash val="solid"/>
          </a:ln>
        </p:spPr>
      </p:sp>
      <p:sp>
        <p:nvSpPr>
          <p:cNvPr id="368" name="a_full_bar_ellipse_367">
            <a:extLst>
              <a:ext uri="{FF2B5EF4-FFF2-40B4-BE49-F238E27FC236}">
                <a16:creationId xmlns:a16="http://schemas.microsoft.com/office/drawing/2014/main" id="{FCA4A090-9663-4A8D-ADDC-6B1EAA184D53}"/>
              </a:ext>
            </a:extLst>
          </p:cNvPr>
          <p:cNvSpPr>
            <a:spLocks noGrp="1"/>
          </p:cNvSpPr>
          <p:nvPr/>
        </p:nvSpPr>
        <p:spPr>
          <a:xfrm>
            <a:off x="2737852" y="2025341"/>
            <a:ext cx="45341" cy="45341"/>
          </a:xfrm>
          <a:prstGeom prst="ellipse">
            <a:avLst/>
          </a:prstGeom>
          <a:solidFill>
            <a:srgbClr val="007C83">
              <a:alpha val="40000"/>
            </a:srgbClr>
          </a:solidFill>
          <a:ln w="0">
            <a:noFill/>
            <a:prstDash val="solid"/>
          </a:ln>
        </p:spPr>
      </p:sp>
      <p:sp>
        <p:nvSpPr>
          <p:cNvPr id="369" name="a_full_bar_ellipse_368">
            <a:extLst>
              <a:ext uri="{FF2B5EF4-FFF2-40B4-BE49-F238E27FC236}">
                <a16:creationId xmlns:a16="http://schemas.microsoft.com/office/drawing/2014/main" id="{DE1CCCDA-BE45-4F3A-9013-DA0DD7D9F6DC}"/>
              </a:ext>
            </a:extLst>
          </p:cNvPr>
          <p:cNvSpPr>
            <a:spLocks noGrp="1"/>
          </p:cNvSpPr>
          <p:nvPr/>
        </p:nvSpPr>
        <p:spPr>
          <a:xfrm>
            <a:off x="2842596" y="3889906"/>
            <a:ext cx="45341" cy="45341"/>
          </a:xfrm>
          <a:prstGeom prst="ellipse">
            <a:avLst/>
          </a:prstGeom>
          <a:solidFill>
            <a:srgbClr val="007C83">
              <a:alpha val="40000"/>
            </a:srgbClr>
          </a:solidFill>
          <a:ln w="0">
            <a:noFill/>
            <a:prstDash val="solid"/>
          </a:ln>
        </p:spPr>
      </p:sp>
      <p:sp>
        <p:nvSpPr>
          <p:cNvPr id="370" name="a_full_bar_ellipse_369">
            <a:extLst>
              <a:ext uri="{FF2B5EF4-FFF2-40B4-BE49-F238E27FC236}">
                <a16:creationId xmlns:a16="http://schemas.microsoft.com/office/drawing/2014/main" id="{523093EF-3B6B-4B11-8073-CCA239F2E255}"/>
              </a:ext>
            </a:extLst>
          </p:cNvPr>
          <p:cNvSpPr>
            <a:spLocks noGrp="1"/>
          </p:cNvSpPr>
          <p:nvPr/>
        </p:nvSpPr>
        <p:spPr>
          <a:xfrm>
            <a:off x="2855160" y="3038691"/>
            <a:ext cx="45341" cy="45341"/>
          </a:xfrm>
          <a:prstGeom prst="ellipse">
            <a:avLst/>
          </a:prstGeom>
          <a:solidFill>
            <a:srgbClr val="007C83">
              <a:alpha val="40000"/>
            </a:srgbClr>
          </a:solidFill>
          <a:ln w="0">
            <a:noFill/>
            <a:prstDash val="solid"/>
          </a:ln>
        </p:spPr>
      </p:sp>
      <p:sp>
        <p:nvSpPr>
          <p:cNvPr id="371" name="a_full_bar_ellipse_370">
            <a:extLst>
              <a:ext uri="{FF2B5EF4-FFF2-40B4-BE49-F238E27FC236}">
                <a16:creationId xmlns:a16="http://schemas.microsoft.com/office/drawing/2014/main" id="{89EDC942-0891-412D-B99C-06F2045D9C2C}"/>
              </a:ext>
            </a:extLst>
          </p:cNvPr>
          <p:cNvSpPr>
            <a:spLocks noGrp="1"/>
          </p:cNvSpPr>
          <p:nvPr/>
        </p:nvSpPr>
        <p:spPr>
          <a:xfrm>
            <a:off x="2759419" y="2025341"/>
            <a:ext cx="45341" cy="45341"/>
          </a:xfrm>
          <a:prstGeom prst="ellipse">
            <a:avLst/>
          </a:prstGeom>
          <a:solidFill>
            <a:srgbClr val="007C83">
              <a:alpha val="40000"/>
            </a:srgbClr>
          </a:solidFill>
          <a:ln w="0">
            <a:noFill/>
            <a:prstDash val="solid"/>
          </a:ln>
        </p:spPr>
      </p:sp>
      <p:sp>
        <p:nvSpPr>
          <p:cNvPr id="372" name="a_full_bar_ellipse_371">
            <a:extLst>
              <a:ext uri="{FF2B5EF4-FFF2-40B4-BE49-F238E27FC236}">
                <a16:creationId xmlns:a16="http://schemas.microsoft.com/office/drawing/2014/main" id="{8D5D2734-9DBC-4A0C-81A8-D19E7B7AE516}"/>
              </a:ext>
            </a:extLst>
          </p:cNvPr>
          <p:cNvSpPr>
            <a:spLocks noGrp="1"/>
          </p:cNvSpPr>
          <p:nvPr/>
        </p:nvSpPr>
        <p:spPr>
          <a:xfrm>
            <a:off x="2805363" y="2836021"/>
            <a:ext cx="45341" cy="45341"/>
          </a:xfrm>
          <a:prstGeom prst="ellipse">
            <a:avLst/>
          </a:prstGeom>
          <a:solidFill>
            <a:srgbClr val="007C83">
              <a:alpha val="40000"/>
            </a:srgbClr>
          </a:solidFill>
          <a:ln w="0">
            <a:noFill/>
            <a:prstDash val="solid"/>
          </a:ln>
        </p:spPr>
      </p:sp>
      <p:sp>
        <p:nvSpPr>
          <p:cNvPr id="373" name="a_full_bar_ellipse_372">
            <a:extLst>
              <a:ext uri="{FF2B5EF4-FFF2-40B4-BE49-F238E27FC236}">
                <a16:creationId xmlns:a16="http://schemas.microsoft.com/office/drawing/2014/main" id="{4A4C95AC-8E95-495D-AB78-FA71BDA9F212}"/>
              </a:ext>
            </a:extLst>
          </p:cNvPr>
          <p:cNvSpPr>
            <a:spLocks noGrp="1"/>
          </p:cNvSpPr>
          <p:nvPr/>
        </p:nvSpPr>
        <p:spPr>
          <a:xfrm>
            <a:off x="2761820" y="2025341"/>
            <a:ext cx="45341" cy="45341"/>
          </a:xfrm>
          <a:prstGeom prst="ellipse">
            <a:avLst/>
          </a:prstGeom>
          <a:solidFill>
            <a:srgbClr val="007C83">
              <a:alpha val="40000"/>
            </a:srgbClr>
          </a:solidFill>
          <a:ln w="0">
            <a:noFill/>
            <a:prstDash val="solid"/>
          </a:ln>
        </p:spPr>
      </p:sp>
      <p:sp>
        <p:nvSpPr>
          <p:cNvPr id="374" name="a_full_bar_ellipse_373">
            <a:extLst>
              <a:ext uri="{FF2B5EF4-FFF2-40B4-BE49-F238E27FC236}">
                <a16:creationId xmlns:a16="http://schemas.microsoft.com/office/drawing/2014/main" id="{7E48A3A5-330E-43DD-8BE9-7F1EA8E81BD8}"/>
              </a:ext>
            </a:extLst>
          </p:cNvPr>
          <p:cNvSpPr>
            <a:spLocks noGrp="1"/>
          </p:cNvSpPr>
          <p:nvPr/>
        </p:nvSpPr>
        <p:spPr>
          <a:xfrm>
            <a:off x="2733729" y="2025341"/>
            <a:ext cx="45341" cy="45341"/>
          </a:xfrm>
          <a:prstGeom prst="ellipse">
            <a:avLst/>
          </a:prstGeom>
          <a:solidFill>
            <a:srgbClr val="007C83">
              <a:alpha val="40000"/>
            </a:srgbClr>
          </a:solidFill>
          <a:ln w="0">
            <a:noFill/>
            <a:prstDash val="solid"/>
          </a:ln>
        </p:spPr>
      </p:sp>
      <p:sp>
        <p:nvSpPr>
          <p:cNvPr id="375" name="a_full_bar_ellipse_374">
            <a:extLst>
              <a:ext uri="{FF2B5EF4-FFF2-40B4-BE49-F238E27FC236}">
                <a16:creationId xmlns:a16="http://schemas.microsoft.com/office/drawing/2014/main" id="{A3943BFA-B1AD-45F7-B5D6-F126A54BF170}"/>
              </a:ext>
            </a:extLst>
          </p:cNvPr>
          <p:cNvSpPr>
            <a:spLocks noGrp="1"/>
          </p:cNvSpPr>
          <p:nvPr/>
        </p:nvSpPr>
        <p:spPr>
          <a:xfrm>
            <a:off x="2742470" y="3458508"/>
            <a:ext cx="45341" cy="45341"/>
          </a:xfrm>
          <a:prstGeom prst="ellipse">
            <a:avLst/>
          </a:prstGeom>
          <a:solidFill>
            <a:srgbClr val="007C83">
              <a:alpha val="40000"/>
            </a:srgbClr>
          </a:solidFill>
          <a:ln w="0">
            <a:noFill/>
            <a:prstDash val="solid"/>
          </a:ln>
        </p:spPr>
      </p:sp>
      <p:sp>
        <p:nvSpPr>
          <p:cNvPr id="376" name="a_full_bar_ellipse_375">
            <a:extLst>
              <a:ext uri="{FF2B5EF4-FFF2-40B4-BE49-F238E27FC236}">
                <a16:creationId xmlns:a16="http://schemas.microsoft.com/office/drawing/2014/main" id="{34450002-FD2B-4957-A982-90656BA46245}"/>
              </a:ext>
            </a:extLst>
          </p:cNvPr>
          <p:cNvSpPr>
            <a:spLocks noGrp="1"/>
          </p:cNvSpPr>
          <p:nvPr/>
        </p:nvSpPr>
        <p:spPr>
          <a:xfrm>
            <a:off x="2777197" y="3077703"/>
            <a:ext cx="45341" cy="45341"/>
          </a:xfrm>
          <a:prstGeom prst="ellipse">
            <a:avLst/>
          </a:prstGeom>
          <a:solidFill>
            <a:srgbClr val="007C83">
              <a:alpha val="40000"/>
            </a:srgbClr>
          </a:solidFill>
          <a:ln w="0">
            <a:noFill/>
            <a:prstDash val="solid"/>
          </a:ln>
        </p:spPr>
      </p:sp>
      <p:sp>
        <p:nvSpPr>
          <p:cNvPr id="377" name="a_full_bar_ellipse_376">
            <a:extLst>
              <a:ext uri="{FF2B5EF4-FFF2-40B4-BE49-F238E27FC236}">
                <a16:creationId xmlns:a16="http://schemas.microsoft.com/office/drawing/2014/main" id="{5EC36C35-BB51-4D74-81AC-69E815248459}"/>
              </a:ext>
            </a:extLst>
          </p:cNvPr>
          <p:cNvSpPr>
            <a:spLocks noGrp="1"/>
          </p:cNvSpPr>
          <p:nvPr/>
        </p:nvSpPr>
        <p:spPr>
          <a:xfrm>
            <a:off x="2772087" y="2025341"/>
            <a:ext cx="45341" cy="45341"/>
          </a:xfrm>
          <a:prstGeom prst="ellipse">
            <a:avLst/>
          </a:prstGeom>
          <a:solidFill>
            <a:srgbClr val="007C83">
              <a:alpha val="40000"/>
            </a:srgbClr>
          </a:solidFill>
          <a:ln w="0">
            <a:noFill/>
            <a:prstDash val="solid"/>
          </a:ln>
        </p:spPr>
      </p:sp>
      <p:sp>
        <p:nvSpPr>
          <p:cNvPr id="378" name="a_full_bar_ellipse_377">
            <a:extLst>
              <a:ext uri="{FF2B5EF4-FFF2-40B4-BE49-F238E27FC236}">
                <a16:creationId xmlns:a16="http://schemas.microsoft.com/office/drawing/2014/main" id="{3376DBE8-AD9D-411F-9AC8-529F8C2F42DD}"/>
              </a:ext>
            </a:extLst>
          </p:cNvPr>
          <p:cNvSpPr>
            <a:spLocks noGrp="1"/>
          </p:cNvSpPr>
          <p:nvPr/>
        </p:nvSpPr>
        <p:spPr>
          <a:xfrm>
            <a:off x="2710021" y="2768388"/>
            <a:ext cx="45341" cy="45341"/>
          </a:xfrm>
          <a:prstGeom prst="ellipse">
            <a:avLst/>
          </a:prstGeom>
          <a:solidFill>
            <a:srgbClr val="007C83">
              <a:alpha val="40000"/>
            </a:srgbClr>
          </a:solidFill>
          <a:ln w="0">
            <a:noFill/>
            <a:prstDash val="solid"/>
          </a:ln>
        </p:spPr>
      </p:sp>
      <p:sp>
        <p:nvSpPr>
          <p:cNvPr id="379" name="a_full_bar_ellipse_378">
            <a:extLst>
              <a:ext uri="{FF2B5EF4-FFF2-40B4-BE49-F238E27FC236}">
                <a16:creationId xmlns:a16="http://schemas.microsoft.com/office/drawing/2014/main" id="{8EF7E308-014C-453E-9563-FE80C3E9E46D}"/>
              </a:ext>
            </a:extLst>
          </p:cNvPr>
          <p:cNvSpPr>
            <a:spLocks noGrp="1"/>
          </p:cNvSpPr>
          <p:nvPr/>
        </p:nvSpPr>
        <p:spPr>
          <a:xfrm>
            <a:off x="2723246" y="2998157"/>
            <a:ext cx="45341" cy="45341"/>
          </a:xfrm>
          <a:prstGeom prst="ellipse">
            <a:avLst/>
          </a:prstGeom>
          <a:solidFill>
            <a:srgbClr val="007C83">
              <a:alpha val="40000"/>
            </a:srgbClr>
          </a:solidFill>
          <a:ln w="0">
            <a:noFill/>
            <a:prstDash val="solid"/>
          </a:ln>
        </p:spPr>
      </p:sp>
      <p:sp>
        <p:nvSpPr>
          <p:cNvPr id="380" name="a_full_bar_ellipse_379">
            <a:extLst>
              <a:ext uri="{FF2B5EF4-FFF2-40B4-BE49-F238E27FC236}">
                <a16:creationId xmlns:a16="http://schemas.microsoft.com/office/drawing/2014/main" id="{6D20EFD6-26FE-4B78-BE43-B958C7FD4749}"/>
              </a:ext>
            </a:extLst>
          </p:cNvPr>
          <p:cNvSpPr>
            <a:spLocks noGrp="1"/>
          </p:cNvSpPr>
          <p:nvPr/>
        </p:nvSpPr>
        <p:spPr>
          <a:xfrm>
            <a:off x="2684236" y="2025341"/>
            <a:ext cx="45341" cy="45341"/>
          </a:xfrm>
          <a:prstGeom prst="ellipse">
            <a:avLst/>
          </a:prstGeom>
          <a:solidFill>
            <a:srgbClr val="007C83">
              <a:alpha val="40000"/>
            </a:srgbClr>
          </a:solidFill>
          <a:ln w="0">
            <a:noFill/>
            <a:prstDash val="solid"/>
          </a:ln>
        </p:spPr>
      </p:sp>
      <p:sp>
        <p:nvSpPr>
          <p:cNvPr id="381" name="a_full_bar_ellipse_380">
            <a:extLst>
              <a:ext uri="{FF2B5EF4-FFF2-40B4-BE49-F238E27FC236}">
                <a16:creationId xmlns:a16="http://schemas.microsoft.com/office/drawing/2014/main" id="{96F074EE-352F-4C6B-94C7-3FAFA19B7203}"/>
              </a:ext>
            </a:extLst>
          </p:cNvPr>
          <p:cNvSpPr>
            <a:spLocks noGrp="1"/>
          </p:cNvSpPr>
          <p:nvPr/>
        </p:nvSpPr>
        <p:spPr>
          <a:xfrm>
            <a:off x="2812699" y="3939078"/>
            <a:ext cx="45341" cy="45341"/>
          </a:xfrm>
          <a:prstGeom prst="ellipse">
            <a:avLst/>
          </a:prstGeom>
          <a:solidFill>
            <a:srgbClr val="007C83">
              <a:alpha val="40000"/>
            </a:srgbClr>
          </a:solidFill>
          <a:ln w="0">
            <a:noFill/>
            <a:prstDash val="solid"/>
          </a:ln>
        </p:spPr>
      </p:sp>
      <p:sp>
        <p:nvSpPr>
          <p:cNvPr id="382" name="a_full_bar_ellipse_381">
            <a:extLst>
              <a:ext uri="{FF2B5EF4-FFF2-40B4-BE49-F238E27FC236}">
                <a16:creationId xmlns:a16="http://schemas.microsoft.com/office/drawing/2014/main" id="{661B1049-F121-463B-8D68-E60DEB1D8E5D}"/>
              </a:ext>
            </a:extLst>
          </p:cNvPr>
          <p:cNvSpPr>
            <a:spLocks noGrp="1"/>
          </p:cNvSpPr>
          <p:nvPr/>
        </p:nvSpPr>
        <p:spPr>
          <a:xfrm>
            <a:off x="2830609" y="3646702"/>
            <a:ext cx="45341" cy="45341"/>
          </a:xfrm>
          <a:prstGeom prst="ellipse">
            <a:avLst/>
          </a:prstGeom>
          <a:solidFill>
            <a:srgbClr val="007C83">
              <a:alpha val="40000"/>
            </a:srgbClr>
          </a:solidFill>
          <a:ln w="0">
            <a:noFill/>
            <a:prstDash val="solid"/>
          </a:ln>
        </p:spPr>
      </p:sp>
      <p:sp>
        <p:nvSpPr>
          <p:cNvPr id="383" name="a_full_bar_ellipse_382">
            <a:extLst>
              <a:ext uri="{FF2B5EF4-FFF2-40B4-BE49-F238E27FC236}">
                <a16:creationId xmlns:a16="http://schemas.microsoft.com/office/drawing/2014/main" id="{F6AEA192-9160-4EEB-B30A-63507EDEE6A4}"/>
              </a:ext>
            </a:extLst>
          </p:cNvPr>
          <p:cNvSpPr>
            <a:spLocks noGrp="1"/>
          </p:cNvSpPr>
          <p:nvPr/>
        </p:nvSpPr>
        <p:spPr>
          <a:xfrm>
            <a:off x="2864059" y="2025341"/>
            <a:ext cx="45341" cy="45341"/>
          </a:xfrm>
          <a:prstGeom prst="ellipse">
            <a:avLst/>
          </a:prstGeom>
          <a:solidFill>
            <a:srgbClr val="007C83">
              <a:alpha val="40000"/>
            </a:srgbClr>
          </a:solidFill>
          <a:ln w="0">
            <a:noFill/>
            <a:prstDash val="solid"/>
          </a:ln>
        </p:spPr>
      </p:sp>
      <p:sp>
        <p:nvSpPr>
          <p:cNvPr id="384" name="a_full_bar_ellipse_383">
            <a:extLst>
              <a:ext uri="{FF2B5EF4-FFF2-40B4-BE49-F238E27FC236}">
                <a16:creationId xmlns:a16="http://schemas.microsoft.com/office/drawing/2014/main" id="{3B3D7987-CCC8-4C7E-A009-F3E440428B74}"/>
              </a:ext>
            </a:extLst>
          </p:cNvPr>
          <p:cNvSpPr>
            <a:spLocks noGrp="1"/>
          </p:cNvSpPr>
          <p:nvPr/>
        </p:nvSpPr>
        <p:spPr>
          <a:xfrm>
            <a:off x="2834361" y="2025341"/>
            <a:ext cx="45341" cy="45341"/>
          </a:xfrm>
          <a:prstGeom prst="ellipse">
            <a:avLst/>
          </a:prstGeom>
          <a:solidFill>
            <a:srgbClr val="007C83">
              <a:alpha val="40000"/>
            </a:srgbClr>
          </a:solidFill>
          <a:ln w="0">
            <a:noFill/>
            <a:prstDash val="solid"/>
          </a:ln>
        </p:spPr>
      </p:sp>
      <p:sp>
        <p:nvSpPr>
          <p:cNvPr id="385" name="a_full_bar_ellipse_384">
            <a:extLst>
              <a:ext uri="{FF2B5EF4-FFF2-40B4-BE49-F238E27FC236}">
                <a16:creationId xmlns:a16="http://schemas.microsoft.com/office/drawing/2014/main" id="{7B095897-A615-446C-BBBC-2E3C7586AD3A}"/>
              </a:ext>
            </a:extLst>
          </p:cNvPr>
          <p:cNvSpPr>
            <a:spLocks noGrp="1"/>
          </p:cNvSpPr>
          <p:nvPr/>
        </p:nvSpPr>
        <p:spPr>
          <a:xfrm>
            <a:off x="2722270" y="2025341"/>
            <a:ext cx="45341" cy="45341"/>
          </a:xfrm>
          <a:prstGeom prst="ellipse">
            <a:avLst/>
          </a:prstGeom>
          <a:solidFill>
            <a:srgbClr val="007C83">
              <a:alpha val="40000"/>
            </a:srgbClr>
          </a:solidFill>
          <a:ln w="0">
            <a:noFill/>
            <a:prstDash val="solid"/>
          </a:ln>
        </p:spPr>
      </p:sp>
      <p:sp>
        <p:nvSpPr>
          <p:cNvPr id="386" name="a_full_bar_ellipse_385">
            <a:extLst>
              <a:ext uri="{FF2B5EF4-FFF2-40B4-BE49-F238E27FC236}">
                <a16:creationId xmlns:a16="http://schemas.microsoft.com/office/drawing/2014/main" id="{5A4C7ED5-25F9-4BC6-9218-514B940EBD18}"/>
              </a:ext>
            </a:extLst>
          </p:cNvPr>
          <p:cNvSpPr>
            <a:spLocks noGrp="1"/>
          </p:cNvSpPr>
          <p:nvPr/>
        </p:nvSpPr>
        <p:spPr>
          <a:xfrm>
            <a:off x="2705724" y="3847632"/>
            <a:ext cx="45341" cy="45341"/>
          </a:xfrm>
          <a:prstGeom prst="ellipse">
            <a:avLst/>
          </a:prstGeom>
          <a:solidFill>
            <a:srgbClr val="007C83">
              <a:alpha val="40000"/>
            </a:srgbClr>
          </a:solidFill>
          <a:ln w="0">
            <a:noFill/>
            <a:prstDash val="solid"/>
          </a:ln>
        </p:spPr>
      </p:sp>
      <p:sp>
        <p:nvSpPr>
          <p:cNvPr id="387" name="a_full_bar_ellipse_386">
            <a:extLst>
              <a:ext uri="{FF2B5EF4-FFF2-40B4-BE49-F238E27FC236}">
                <a16:creationId xmlns:a16="http://schemas.microsoft.com/office/drawing/2014/main" id="{B7C054CF-33C1-4AA2-8A6B-60F576A24F66}"/>
              </a:ext>
            </a:extLst>
          </p:cNvPr>
          <p:cNvSpPr>
            <a:spLocks noGrp="1"/>
          </p:cNvSpPr>
          <p:nvPr/>
        </p:nvSpPr>
        <p:spPr>
          <a:xfrm>
            <a:off x="2784469" y="4457382"/>
            <a:ext cx="45341" cy="45341"/>
          </a:xfrm>
          <a:prstGeom prst="ellipse">
            <a:avLst/>
          </a:prstGeom>
          <a:solidFill>
            <a:srgbClr val="007C83">
              <a:alpha val="40000"/>
            </a:srgbClr>
          </a:solidFill>
          <a:ln w="0">
            <a:noFill/>
            <a:prstDash val="solid"/>
          </a:ln>
        </p:spPr>
      </p:sp>
      <p:sp>
        <p:nvSpPr>
          <p:cNvPr id="388" name="a_full_bar_ellipse_387">
            <a:extLst>
              <a:ext uri="{FF2B5EF4-FFF2-40B4-BE49-F238E27FC236}">
                <a16:creationId xmlns:a16="http://schemas.microsoft.com/office/drawing/2014/main" id="{8E783390-D9B5-43E8-BA8D-C832536D0D31}"/>
              </a:ext>
            </a:extLst>
          </p:cNvPr>
          <p:cNvSpPr>
            <a:spLocks noGrp="1"/>
          </p:cNvSpPr>
          <p:nvPr/>
        </p:nvSpPr>
        <p:spPr>
          <a:xfrm>
            <a:off x="2868527" y="4167854"/>
            <a:ext cx="45341" cy="45341"/>
          </a:xfrm>
          <a:prstGeom prst="ellipse">
            <a:avLst/>
          </a:prstGeom>
          <a:solidFill>
            <a:srgbClr val="007C83">
              <a:alpha val="40000"/>
            </a:srgbClr>
          </a:solidFill>
          <a:ln w="0">
            <a:noFill/>
            <a:prstDash val="solid"/>
          </a:ln>
        </p:spPr>
      </p:sp>
      <p:sp>
        <p:nvSpPr>
          <p:cNvPr id="389" name="a_full_bar_ellipse_388">
            <a:extLst>
              <a:ext uri="{FF2B5EF4-FFF2-40B4-BE49-F238E27FC236}">
                <a16:creationId xmlns:a16="http://schemas.microsoft.com/office/drawing/2014/main" id="{50EBCACC-C9CE-49D0-9CC4-A7185CF8AA90}"/>
              </a:ext>
            </a:extLst>
          </p:cNvPr>
          <p:cNvSpPr>
            <a:spLocks noGrp="1"/>
          </p:cNvSpPr>
          <p:nvPr/>
        </p:nvSpPr>
        <p:spPr>
          <a:xfrm>
            <a:off x="4250018" y="2025341"/>
            <a:ext cx="45341" cy="45341"/>
          </a:xfrm>
          <a:prstGeom prst="ellipse">
            <a:avLst/>
          </a:prstGeom>
          <a:solidFill>
            <a:srgbClr val="007C83">
              <a:alpha val="40000"/>
            </a:srgbClr>
          </a:solidFill>
          <a:ln w="0">
            <a:noFill/>
            <a:prstDash val="solid"/>
          </a:ln>
        </p:spPr>
      </p:sp>
      <p:sp>
        <p:nvSpPr>
          <p:cNvPr id="390" name="a_full_bar_ellipse_389">
            <a:extLst>
              <a:ext uri="{FF2B5EF4-FFF2-40B4-BE49-F238E27FC236}">
                <a16:creationId xmlns:a16="http://schemas.microsoft.com/office/drawing/2014/main" id="{CA1D1086-0BDD-4F41-B048-10249182EEE3}"/>
              </a:ext>
            </a:extLst>
          </p:cNvPr>
          <p:cNvSpPr>
            <a:spLocks noGrp="1"/>
          </p:cNvSpPr>
          <p:nvPr/>
        </p:nvSpPr>
        <p:spPr>
          <a:xfrm>
            <a:off x="4199910" y="2025341"/>
            <a:ext cx="45341" cy="45341"/>
          </a:xfrm>
          <a:prstGeom prst="ellipse">
            <a:avLst/>
          </a:prstGeom>
          <a:solidFill>
            <a:srgbClr val="007C83">
              <a:alpha val="40000"/>
            </a:srgbClr>
          </a:solidFill>
          <a:ln w="0">
            <a:noFill/>
            <a:prstDash val="solid"/>
          </a:ln>
        </p:spPr>
      </p:sp>
      <p:sp>
        <p:nvSpPr>
          <p:cNvPr id="391" name="a_full_bar_ellipse_390">
            <a:extLst>
              <a:ext uri="{FF2B5EF4-FFF2-40B4-BE49-F238E27FC236}">
                <a16:creationId xmlns:a16="http://schemas.microsoft.com/office/drawing/2014/main" id="{1A2031D2-13FE-44B3-BDFA-A04AEE81E6B8}"/>
              </a:ext>
            </a:extLst>
          </p:cNvPr>
          <p:cNvSpPr>
            <a:spLocks noGrp="1"/>
          </p:cNvSpPr>
          <p:nvPr/>
        </p:nvSpPr>
        <p:spPr>
          <a:xfrm>
            <a:off x="4233861" y="2025341"/>
            <a:ext cx="45341" cy="45341"/>
          </a:xfrm>
          <a:prstGeom prst="ellipse">
            <a:avLst/>
          </a:prstGeom>
          <a:solidFill>
            <a:srgbClr val="007C83">
              <a:alpha val="40000"/>
            </a:srgbClr>
          </a:solidFill>
          <a:ln w="0">
            <a:noFill/>
            <a:prstDash val="solid"/>
          </a:ln>
        </p:spPr>
      </p:sp>
      <p:sp>
        <p:nvSpPr>
          <p:cNvPr id="392" name="a_full_bar_ellipse_391">
            <a:extLst>
              <a:ext uri="{FF2B5EF4-FFF2-40B4-BE49-F238E27FC236}">
                <a16:creationId xmlns:a16="http://schemas.microsoft.com/office/drawing/2014/main" id="{1CA74307-127D-458C-A854-A011180F22D5}"/>
              </a:ext>
            </a:extLst>
          </p:cNvPr>
          <p:cNvSpPr>
            <a:spLocks noGrp="1"/>
          </p:cNvSpPr>
          <p:nvPr/>
        </p:nvSpPr>
        <p:spPr>
          <a:xfrm>
            <a:off x="4311315" y="4187155"/>
            <a:ext cx="45341" cy="45341"/>
          </a:xfrm>
          <a:prstGeom prst="ellipse">
            <a:avLst/>
          </a:prstGeom>
          <a:solidFill>
            <a:srgbClr val="007C83">
              <a:alpha val="40000"/>
            </a:srgbClr>
          </a:solidFill>
          <a:ln w="0">
            <a:noFill/>
            <a:prstDash val="solid"/>
          </a:ln>
        </p:spPr>
      </p:sp>
      <p:sp>
        <p:nvSpPr>
          <p:cNvPr id="393" name="a_full_bar_ellipse_392">
            <a:extLst>
              <a:ext uri="{FF2B5EF4-FFF2-40B4-BE49-F238E27FC236}">
                <a16:creationId xmlns:a16="http://schemas.microsoft.com/office/drawing/2014/main" id="{78666812-0353-4188-868F-CB57DC0F35EB}"/>
              </a:ext>
            </a:extLst>
          </p:cNvPr>
          <p:cNvSpPr>
            <a:spLocks noGrp="1"/>
          </p:cNvSpPr>
          <p:nvPr/>
        </p:nvSpPr>
        <p:spPr>
          <a:xfrm>
            <a:off x="4303183" y="3060025"/>
            <a:ext cx="45341" cy="45341"/>
          </a:xfrm>
          <a:prstGeom prst="ellipse">
            <a:avLst/>
          </a:prstGeom>
          <a:solidFill>
            <a:srgbClr val="007C83">
              <a:alpha val="40000"/>
            </a:srgbClr>
          </a:solidFill>
          <a:ln w="0">
            <a:noFill/>
            <a:prstDash val="solid"/>
          </a:ln>
        </p:spPr>
      </p:sp>
      <p:sp>
        <p:nvSpPr>
          <p:cNvPr id="394" name="a_full_bar_ellipse_393">
            <a:extLst>
              <a:ext uri="{FF2B5EF4-FFF2-40B4-BE49-F238E27FC236}">
                <a16:creationId xmlns:a16="http://schemas.microsoft.com/office/drawing/2014/main" id="{B78AB972-5BFA-450E-8833-BE940B233655}"/>
              </a:ext>
            </a:extLst>
          </p:cNvPr>
          <p:cNvSpPr>
            <a:spLocks noGrp="1"/>
          </p:cNvSpPr>
          <p:nvPr/>
        </p:nvSpPr>
        <p:spPr>
          <a:xfrm>
            <a:off x="4212409" y="2025341"/>
            <a:ext cx="45341" cy="45341"/>
          </a:xfrm>
          <a:prstGeom prst="ellipse">
            <a:avLst/>
          </a:prstGeom>
          <a:solidFill>
            <a:srgbClr val="007C83">
              <a:alpha val="40000"/>
            </a:srgbClr>
          </a:solidFill>
          <a:ln w="0">
            <a:noFill/>
            <a:prstDash val="solid"/>
          </a:ln>
        </p:spPr>
      </p:sp>
      <p:sp>
        <p:nvSpPr>
          <p:cNvPr id="395" name="a_full_bar_ellipse_394">
            <a:extLst>
              <a:ext uri="{FF2B5EF4-FFF2-40B4-BE49-F238E27FC236}">
                <a16:creationId xmlns:a16="http://schemas.microsoft.com/office/drawing/2014/main" id="{BAD641F3-224B-41F4-BDB8-AC9D03CA9EFD}"/>
              </a:ext>
            </a:extLst>
          </p:cNvPr>
          <p:cNvSpPr>
            <a:spLocks noGrp="1"/>
          </p:cNvSpPr>
          <p:nvPr/>
        </p:nvSpPr>
        <p:spPr>
          <a:xfrm>
            <a:off x="4206762" y="2025341"/>
            <a:ext cx="45341" cy="45341"/>
          </a:xfrm>
          <a:prstGeom prst="ellipse">
            <a:avLst/>
          </a:prstGeom>
          <a:solidFill>
            <a:srgbClr val="007C83">
              <a:alpha val="40000"/>
            </a:srgbClr>
          </a:solidFill>
          <a:ln w="0">
            <a:noFill/>
            <a:prstDash val="solid"/>
          </a:ln>
        </p:spPr>
      </p:sp>
      <p:sp>
        <p:nvSpPr>
          <p:cNvPr id="396" name="a_full_bar_ellipse_395">
            <a:extLst>
              <a:ext uri="{FF2B5EF4-FFF2-40B4-BE49-F238E27FC236}">
                <a16:creationId xmlns:a16="http://schemas.microsoft.com/office/drawing/2014/main" id="{9ECCED18-638B-47BF-B537-1283C4BDAB3D}"/>
              </a:ext>
            </a:extLst>
          </p:cNvPr>
          <p:cNvSpPr>
            <a:spLocks noGrp="1"/>
          </p:cNvSpPr>
          <p:nvPr/>
        </p:nvSpPr>
        <p:spPr>
          <a:xfrm>
            <a:off x="4281909" y="2025341"/>
            <a:ext cx="45341" cy="45341"/>
          </a:xfrm>
          <a:prstGeom prst="ellipse">
            <a:avLst/>
          </a:prstGeom>
          <a:solidFill>
            <a:srgbClr val="007C83">
              <a:alpha val="40000"/>
            </a:srgbClr>
          </a:solidFill>
          <a:ln w="0">
            <a:noFill/>
            <a:prstDash val="solid"/>
          </a:ln>
        </p:spPr>
      </p:sp>
      <p:sp>
        <p:nvSpPr>
          <p:cNvPr id="397" name="a_full_bar_ellipse_396">
            <a:extLst>
              <a:ext uri="{FF2B5EF4-FFF2-40B4-BE49-F238E27FC236}">
                <a16:creationId xmlns:a16="http://schemas.microsoft.com/office/drawing/2014/main" id="{BCAD972E-36AE-42B7-BA74-975A0225F6DD}"/>
              </a:ext>
            </a:extLst>
          </p:cNvPr>
          <p:cNvSpPr>
            <a:spLocks noGrp="1"/>
          </p:cNvSpPr>
          <p:nvPr/>
        </p:nvSpPr>
        <p:spPr>
          <a:xfrm>
            <a:off x="4229162" y="4424955"/>
            <a:ext cx="45341" cy="45341"/>
          </a:xfrm>
          <a:prstGeom prst="ellipse">
            <a:avLst/>
          </a:prstGeom>
          <a:solidFill>
            <a:srgbClr val="007C83">
              <a:alpha val="40000"/>
            </a:srgbClr>
          </a:solidFill>
          <a:ln w="0">
            <a:noFill/>
            <a:prstDash val="solid"/>
          </a:ln>
        </p:spPr>
      </p:sp>
      <p:sp>
        <p:nvSpPr>
          <p:cNvPr id="398" name="a_full_bar_ellipse_397">
            <a:extLst>
              <a:ext uri="{FF2B5EF4-FFF2-40B4-BE49-F238E27FC236}">
                <a16:creationId xmlns:a16="http://schemas.microsoft.com/office/drawing/2014/main" id="{A53953CE-7D97-4041-9C42-499F35881983}"/>
              </a:ext>
            </a:extLst>
          </p:cNvPr>
          <p:cNvSpPr>
            <a:spLocks noGrp="1"/>
          </p:cNvSpPr>
          <p:nvPr/>
        </p:nvSpPr>
        <p:spPr>
          <a:xfrm>
            <a:off x="4361688" y="2025341"/>
            <a:ext cx="45341" cy="45341"/>
          </a:xfrm>
          <a:prstGeom prst="ellipse">
            <a:avLst/>
          </a:prstGeom>
          <a:solidFill>
            <a:srgbClr val="007C83">
              <a:alpha val="40000"/>
            </a:srgbClr>
          </a:solidFill>
          <a:ln w="0">
            <a:noFill/>
            <a:prstDash val="solid"/>
          </a:ln>
        </p:spPr>
      </p:sp>
      <p:sp>
        <p:nvSpPr>
          <p:cNvPr id="399" name="a_full_bar_ellipse_398">
            <a:extLst>
              <a:ext uri="{FF2B5EF4-FFF2-40B4-BE49-F238E27FC236}">
                <a16:creationId xmlns:a16="http://schemas.microsoft.com/office/drawing/2014/main" id="{4B6C739C-7436-47A8-88B4-E90C519A7911}"/>
              </a:ext>
            </a:extLst>
          </p:cNvPr>
          <p:cNvSpPr>
            <a:spLocks noGrp="1"/>
          </p:cNvSpPr>
          <p:nvPr/>
        </p:nvSpPr>
        <p:spPr>
          <a:xfrm>
            <a:off x="4300728" y="3114870"/>
            <a:ext cx="45341" cy="45341"/>
          </a:xfrm>
          <a:prstGeom prst="ellipse">
            <a:avLst/>
          </a:prstGeom>
          <a:solidFill>
            <a:srgbClr val="007C83">
              <a:alpha val="40000"/>
            </a:srgbClr>
          </a:solidFill>
          <a:ln w="0">
            <a:noFill/>
            <a:prstDash val="solid"/>
          </a:ln>
        </p:spPr>
      </p:sp>
      <p:sp>
        <p:nvSpPr>
          <p:cNvPr id="400" name="a_full_bar_ellipse_399">
            <a:extLst>
              <a:ext uri="{FF2B5EF4-FFF2-40B4-BE49-F238E27FC236}">
                <a16:creationId xmlns:a16="http://schemas.microsoft.com/office/drawing/2014/main" id="{D0098BDC-F021-4E63-894F-2DCB6A274A05}"/>
              </a:ext>
            </a:extLst>
          </p:cNvPr>
          <p:cNvSpPr>
            <a:spLocks noGrp="1"/>
          </p:cNvSpPr>
          <p:nvPr/>
        </p:nvSpPr>
        <p:spPr>
          <a:xfrm>
            <a:off x="4365637" y="2025341"/>
            <a:ext cx="45341" cy="45341"/>
          </a:xfrm>
          <a:prstGeom prst="ellipse">
            <a:avLst/>
          </a:prstGeom>
          <a:solidFill>
            <a:srgbClr val="007C83">
              <a:alpha val="40000"/>
            </a:srgbClr>
          </a:solidFill>
          <a:ln w="0">
            <a:noFill/>
            <a:prstDash val="solid"/>
          </a:ln>
        </p:spPr>
      </p:sp>
      <p:sp>
        <p:nvSpPr>
          <p:cNvPr id="401" name="a_full_bar_ellipse_400">
            <a:extLst>
              <a:ext uri="{FF2B5EF4-FFF2-40B4-BE49-F238E27FC236}">
                <a16:creationId xmlns:a16="http://schemas.microsoft.com/office/drawing/2014/main" id="{4D218EE6-A4D4-4712-ABE3-E53D9B479710}"/>
              </a:ext>
            </a:extLst>
          </p:cNvPr>
          <p:cNvSpPr>
            <a:spLocks noGrp="1"/>
          </p:cNvSpPr>
          <p:nvPr/>
        </p:nvSpPr>
        <p:spPr>
          <a:xfrm>
            <a:off x="4237477" y="2892769"/>
            <a:ext cx="45341" cy="45341"/>
          </a:xfrm>
          <a:prstGeom prst="ellipse">
            <a:avLst/>
          </a:prstGeom>
          <a:solidFill>
            <a:srgbClr val="007C83">
              <a:alpha val="40000"/>
            </a:srgbClr>
          </a:solidFill>
          <a:ln w="0">
            <a:noFill/>
            <a:prstDash val="solid"/>
          </a:ln>
        </p:spPr>
      </p:sp>
      <p:sp>
        <p:nvSpPr>
          <p:cNvPr id="402" name="a_full_bar_ellipse_401">
            <a:extLst>
              <a:ext uri="{FF2B5EF4-FFF2-40B4-BE49-F238E27FC236}">
                <a16:creationId xmlns:a16="http://schemas.microsoft.com/office/drawing/2014/main" id="{9F2FA23E-B3B5-41ED-9D2A-7E9B3E0CD58C}"/>
              </a:ext>
            </a:extLst>
          </p:cNvPr>
          <p:cNvSpPr>
            <a:spLocks noGrp="1"/>
          </p:cNvSpPr>
          <p:nvPr/>
        </p:nvSpPr>
        <p:spPr>
          <a:xfrm>
            <a:off x="4229521" y="2676780"/>
            <a:ext cx="45341" cy="45341"/>
          </a:xfrm>
          <a:prstGeom prst="ellipse">
            <a:avLst/>
          </a:prstGeom>
          <a:solidFill>
            <a:srgbClr val="007C83">
              <a:alpha val="40000"/>
            </a:srgbClr>
          </a:solidFill>
          <a:ln w="0">
            <a:noFill/>
            <a:prstDash val="solid"/>
          </a:ln>
        </p:spPr>
      </p:sp>
      <p:sp>
        <p:nvSpPr>
          <p:cNvPr id="403" name="a_full_bar_ellipse_402">
            <a:extLst>
              <a:ext uri="{FF2B5EF4-FFF2-40B4-BE49-F238E27FC236}">
                <a16:creationId xmlns:a16="http://schemas.microsoft.com/office/drawing/2014/main" id="{5B43BCF0-2886-4E24-A576-A65890D895C6}"/>
              </a:ext>
            </a:extLst>
          </p:cNvPr>
          <p:cNvSpPr>
            <a:spLocks noGrp="1"/>
          </p:cNvSpPr>
          <p:nvPr/>
        </p:nvSpPr>
        <p:spPr>
          <a:xfrm>
            <a:off x="4249541" y="4254712"/>
            <a:ext cx="45341" cy="45341"/>
          </a:xfrm>
          <a:prstGeom prst="ellipse">
            <a:avLst/>
          </a:prstGeom>
          <a:solidFill>
            <a:srgbClr val="007C83">
              <a:alpha val="40000"/>
            </a:srgbClr>
          </a:solidFill>
          <a:ln w="0">
            <a:noFill/>
            <a:prstDash val="solid"/>
          </a:ln>
        </p:spPr>
      </p:sp>
      <p:sp>
        <p:nvSpPr>
          <p:cNvPr id="404" name="a_full_bar_ellipse_403">
            <a:extLst>
              <a:ext uri="{FF2B5EF4-FFF2-40B4-BE49-F238E27FC236}">
                <a16:creationId xmlns:a16="http://schemas.microsoft.com/office/drawing/2014/main" id="{D8BD0426-4523-43F2-9E93-E3E5993C4BF4}"/>
              </a:ext>
            </a:extLst>
          </p:cNvPr>
          <p:cNvSpPr>
            <a:spLocks noGrp="1"/>
          </p:cNvSpPr>
          <p:nvPr/>
        </p:nvSpPr>
        <p:spPr>
          <a:xfrm>
            <a:off x="4196215" y="3241362"/>
            <a:ext cx="45341" cy="45341"/>
          </a:xfrm>
          <a:prstGeom prst="ellipse">
            <a:avLst/>
          </a:prstGeom>
          <a:solidFill>
            <a:srgbClr val="007C83">
              <a:alpha val="40000"/>
            </a:srgbClr>
          </a:solidFill>
          <a:ln w="0">
            <a:noFill/>
            <a:prstDash val="solid"/>
          </a:ln>
        </p:spPr>
      </p:sp>
      <p:sp>
        <p:nvSpPr>
          <p:cNvPr id="405" name="a_full_bar_ellipse_404">
            <a:extLst>
              <a:ext uri="{FF2B5EF4-FFF2-40B4-BE49-F238E27FC236}">
                <a16:creationId xmlns:a16="http://schemas.microsoft.com/office/drawing/2014/main" id="{6E99A4D0-CC8A-4674-91FD-53EAFC41D7AB}"/>
              </a:ext>
            </a:extLst>
          </p:cNvPr>
          <p:cNvSpPr>
            <a:spLocks noGrp="1"/>
          </p:cNvSpPr>
          <p:nvPr/>
        </p:nvSpPr>
        <p:spPr>
          <a:xfrm>
            <a:off x="4336640" y="2430681"/>
            <a:ext cx="45341" cy="45341"/>
          </a:xfrm>
          <a:prstGeom prst="ellipse">
            <a:avLst/>
          </a:prstGeom>
          <a:solidFill>
            <a:srgbClr val="007C83">
              <a:alpha val="40000"/>
            </a:srgbClr>
          </a:solidFill>
          <a:ln w="0">
            <a:noFill/>
            <a:prstDash val="solid"/>
          </a:ln>
        </p:spPr>
      </p:sp>
      <p:sp>
        <p:nvSpPr>
          <p:cNvPr id="406" name="a_full_bar_ellipse_405">
            <a:extLst>
              <a:ext uri="{FF2B5EF4-FFF2-40B4-BE49-F238E27FC236}">
                <a16:creationId xmlns:a16="http://schemas.microsoft.com/office/drawing/2014/main" id="{C512A857-5E01-4FE6-8357-27C751190876}"/>
              </a:ext>
            </a:extLst>
          </p:cNvPr>
          <p:cNvSpPr>
            <a:spLocks noGrp="1"/>
          </p:cNvSpPr>
          <p:nvPr/>
        </p:nvSpPr>
        <p:spPr>
          <a:xfrm>
            <a:off x="4250262" y="2025341"/>
            <a:ext cx="45341" cy="45341"/>
          </a:xfrm>
          <a:prstGeom prst="ellipse">
            <a:avLst/>
          </a:prstGeom>
          <a:solidFill>
            <a:srgbClr val="007C83">
              <a:alpha val="40000"/>
            </a:srgbClr>
          </a:solidFill>
          <a:ln w="0">
            <a:noFill/>
            <a:prstDash val="solid"/>
          </a:ln>
        </p:spPr>
      </p:sp>
      <p:sp>
        <p:nvSpPr>
          <p:cNvPr id="407" name="a_full_bar_ellipse_406">
            <a:extLst>
              <a:ext uri="{FF2B5EF4-FFF2-40B4-BE49-F238E27FC236}">
                <a16:creationId xmlns:a16="http://schemas.microsoft.com/office/drawing/2014/main" id="{9F10C5FB-AE64-44B6-839D-0C5084464D80}"/>
              </a:ext>
            </a:extLst>
          </p:cNvPr>
          <p:cNvSpPr>
            <a:spLocks noGrp="1"/>
          </p:cNvSpPr>
          <p:nvPr/>
        </p:nvSpPr>
        <p:spPr>
          <a:xfrm>
            <a:off x="4248379" y="2025341"/>
            <a:ext cx="45341" cy="45341"/>
          </a:xfrm>
          <a:prstGeom prst="ellipse">
            <a:avLst/>
          </a:prstGeom>
          <a:solidFill>
            <a:srgbClr val="007C83">
              <a:alpha val="40000"/>
            </a:srgbClr>
          </a:solidFill>
          <a:ln w="0">
            <a:noFill/>
            <a:prstDash val="solid"/>
          </a:ln>
        </p:spPr>
      </p:sp>
      <p:sp>
        <p:nvSpPr>
          <p:cNvPr id="408" name="a_full_bar_ellipse_407">
            <a:extLst>
              <a:ext uri="{FF2B5EF4-FFF2-40B4-BE49-F238E27FC236}">
                <a16:creationId xmlns:a16="http://schemas.microsoft.com/office/drawing/2014/main" id="{9472A9FC-08A4-4361-834A-8110E126C46B}"/>
              </a:ext>
            </a:extLst>
          </p:cNvPr>
          <p:cNvSpPr>
            <a:spLocks noGrp="1"/>
          </p:cNvSpPr>
          <p:nvPr/>
        </p:nvSpPr>
        <p:spPr>
          <a:xfrm>
            <a:off x="4225541" y="2598246"/>
            <a:ext cx="45341" cy="45341"/>
          </a:xfrm>
          <a:prstGeom prst="ellipse">
            <a:avLst/>
          </a:prstGeom>
          <a:solidFill>
            <a:srgbClr val="007C83">
              <a:alpha val="40000"/>
            </a:srgbClr>
          </a:solidFill>
          <a:ln w="0">
            <a:noFill/>
            <a:prstDash val="solid"/>
          </a:ln>
        </p:spPr>
      </p:sp>
      <p:sp>
        <p:nvSpPr>
          <p:cNvPr id="409" name="a_full_bar_ellipse_408">
            <a:extLst>
              <a:ext uri="{FF2B5EF4-FFF2-40B4-BE49-F238E27FC236}">
                <a16:creationId xmlns:a16="http://schemas.microsoft.com/office/drawing/2014/main" id="{8A390259-C526-4904-A8EC-2D8B94F58F53}"/>
              </a:ext>
            </a:extLst>
          </p:cNvPr>
          <p:cNvSpPr>
            <a:spLocks noGrp="1"/>
          </p:cNvSpPr>
          <p:nvPr/>
        </p:nvSpPr>
        <p:spPr>
          <a:xfrm>
            <a:off x="4173329" y="4052042"/>
            <a:ext cx="45341" cy="45341"/>
          </a:xfrm>
          <a:prstGeom prst="ellipse">
            <a:avLst/>
          </a:prstGeom>
          <a:solidFill>
            <a:srgbClr val="007C83">
              <a:alpha val="40000"/>
            </a:srgbClr>
          </a:solidFill>
          <a:ln w="0">
            <a:noFill/>
            <a:prstDash val="solid"/>
          </a:ln>
        </p:spPr>
      </p:sp>
      <p:sp>
        <p:nvSpPr>
          <p:cNvPr id="410" name="a_full_bar_ellipse_409">
            <a:extLst>
              <a:ext uri="{FF2B5EF4-FFF2-40B4-BE49-F238E27FC236}">
                <a16:creationId xmlns:a16="http://schemas.microsoft.com/office/drawing/2014/main" id="{90E76708-620D-4182-A649-7FD04749FE65}"/>
              </a:ext>
            </a:extLst>
          </p:cNvPr>
          <p:cNvSpPr>
            <a:spLocks noGrp="1"/>
          </p:cNvSpPr>
          <p:nvPr/>
        </p:nvSpPr>
        <p:spPr>
          <a:xfrm>
            <a:off x="4282911" y="2025341"/>
            <a:ext cx="45341" cy="45341"/>
          </a:xfrm>
          <a:prstGeom prst="ellipse">
            <a:avLst/>
          </a:prstGeom>
          <a:solidFill>
            <a:srgbClr val="007C83">
              <a:alpha val="40000"/>
            </a:srgbClr>
          </a:solidFill>
          <a:ln w="0">
            <a:noFill/>
            <a:prstDash val="solid"/>
          </a:ln>
        </p:spPr>
      </p:sp>
      <p:sp>
        <p:nvSpPr>
          <p:cNvPr id="411" name="a_full_bar_ellipse_410">
            <a:extLst>
              <a:ext uri="{FF2B5EF4-FFF2-40B4-BE49-F238E27FC236}">
                <a16:creationId xmlns:a16="http://schemas.microsoft.com/office/drawing/2014/main" id="{6662C0AF-3E22-4B8B-95C1-30647FB35F04}"/>
              </a:ext>
            </a:extLst>
          </p:cNvPr>
          <p:cNvSpPr>
            <a:spLocks noGrp="1"/>
          </p:cNvSpPr>
          <p:nvPr/>
        </p:nvSpPr>
        <p:spPr>
          <a:xfrm>
            <a:off x="4289835" y="3484566"/>
            <a:ext cx="45341" cy="45341"/>
          </a:xfrm>
          <a:prstGeom prst="ellipse">
            <a:avLst/>
          </a:prstGeom>
          <a:solidFill>
            <a:srgbClr val="007C83">
              <a:alpha val="40000"/>
            </a:srgbClr>
          </a:solidFill>
          <a:ln w="0">
            <a:noFill/>
            <a:prstDash val="solid"/>
          </a:ln>
        </p:spPr>
      </p:sp>
      <p:sp>
        <p:nvSpPr>
          <p:cNvPr id="412" name="a_full_bar_ellipse_411">
            <a:extLst>
              <a:ext uri="{FF2B5EF4-FFF2-40B4-BE49-F238E27FC236}">
                <a16:creationId xmlns:a16="http://schemas.microsoft.com/office/drawing/2014/main" id="{B5FAF963-9E32-46EE-B707-6B7E30C8DDB4}"/>
              </a:ext>
            </a:extLst>
          </p:cNvPr>
          <p:cNvSpPr>
            <a:spLocks noGrp="1"/>
          </p:cNvSpPr>
          <p:nvPr/>
        </p:nvSpPr>
        <p:spPr>
          <a:xfrm>
            <a:off x="4347257" y="2937356"/>
            <a:ext cx="45341" cy="45341"/>
          </a:xfrm>
          <a:prstGeom prst="ellipse">
            <a:avLst/>
          </a:prstGeom>
          <a:solidFill>
            <a:srgbClr val="007C83">
              <a:alpha val="40000"/>
            </a:srgbClr>
          </a:solidFill>
          <a:ln w="0">
            <a:noFill/>
            <a:prstDash val="solid"/>
          </a:ln>
        </p:spPr>
      </p:sp>
      <p:sp>
        <p:nvSpPr>
          <p:cNvPr id="413" name="a_full_bar_ellipse_412">
            <a:extLst>
              <a:ext uri="{FF2B5EF4-FFF2-40B4-BE49-F238E27FC236}">
                <a16:creationId xmlns:a16="http://schemas.microsoft.com/office/drawing/2014/main" id="{FD4E7F8C-9451-4DB7-A12C-23986C96C5F0}"/>
              </a:ext>
            </a:extLst>
          </p:cNvPr>
          <p:cNvSpPr>
            <a:spLocks noGrp="1"/>
          </p:cNvSpPr>
          <p:nvPr/>
        </p:nvSpPr>
        <p:spPr>
          <a:xfrm>
            <a:off x="4240672" y="3484566"/>
            <a:ext cx="45341" cy="45341"/>
          </a:xfrm>
          <a:prstGeom prst="ellipse">
            <a:avLst/>
          </a:prstGeom>
          <a:solidFill>
            <a:srgbClr val="007C83">
              <a:alpha val="40000"/>
            </a:srgbClr>
          </a:solidFill>
          <a:ln w="0">
            <a:noFill/>
            <a:prstDash val="solid"/>
          </a:ln>
        </p:spPr>
      </p:sp>
      <p:sp>
        <p:nvSpPr>
          <p:cNvPr id="414" name="a_full_bar_ellipse_413">
            <a:extLst>
              <a:ext uri="{FF2B5EF4-FFF2-40B4-BE49-F238E27FC236}">
                <a16:creationId xmlns:a16="http://schemas.microsoft.com/office/drawing/2014/main" id="{FACE0D88-FD55-448F-9944-8CD26B76BD44}"/>
              </a:ext>
            </a:extLst>
          </p:cNvPr>
          <p:cNvSpPr>
            <a:spLocks noGrp="1"/>
          </p:cNvSpPr>
          <p:nvPr/>
        </p:nvSpPr>
        <p:spPr>
          <a:xfrm>
            <a:off x="4287414" y="4457382"/>
            <a:ext cx="45341" cy="45341"/>
          </a:xfrm>
          <a:prstGeom prst="ellipse">
            <a:avLst/>
          </a:prstGeom>
          <a:solidFill>
            <a:srgbClr val="007C83">
              <a:alpha val="40000"/>
            </a:srgbClr>
          </a:solidFill>
          <a:ln w="0">
            <a:noFill/>
            <a:prstDash val="solid"/>
          </a:ln>
        </p:spPr>
      </p:sp>
      <p:sp>
        <p:nvSpPr>
          <p:cNvPr id="415" name="a_full_bar_ellipse_414">
            <a:extLst>
              <a:ext uri="{FF2B5EF4-FFF2-40B4-BE49-F238E27FC236}">
                <a16:creationId xmlns:a16="http://schemas.microsoft.com/office/drawing/2014/main" id="{537314BB-5A35-4D8B-92A4-2AE9FAF581ED}"/>
              </a:ext>
            </a:extLst>
          </p:cNvPr>
          <p:cNvSpPr>
            <a:spLocks noGrp="1"/>
          </p:cNvSpPr>
          <p:nvPr/>
        </p:nvSpPr>
        <p:spPr>
          <a:xfrm>
            <a:off x="4288314" y="3646702"/>
            <a:ext cx="45341" cy="45341"/>
          </a:xfrm>
          <a:prstGeom prst="ellipse">
            <a:avLst/>
          </a:prstGeom>
          <a:solidFill>
            <a:srgbClr val="007C83">
              <a:alpha val="40000"/>
            </a:srgbClr>
          </a:solidFill>
          <a:ln w="0">
            <a:noFill/>
            <a:prstDash val="solid"/>
          </a:ln>
        </p:spPr>
      </p:sp>
      <p:sp>
        <p:nvSpPr>
          <p:cNvPr id="416" name="a_full_bar_ellipse_415">
            <a:extLst>
              <a:ext uri="{FF2B5EF4-FFF2-40B4-BE49-F238E27FC236}">
                <a16:creationId xmlns:a16="http://schemas.microsoft.com/office/drawing/2014/main" id="{04A4698B-9747-4235-946C-3D29C81E7577}"/>
              </a:ext>
            </a:extLst>
          </p:cNvPr>
          <p:cNvSpPr>
            <a:spLocks noGrp="1"/>
          </p:cNvSpPr>
          <p:nvPr/>
        </p:nvSpPr>
        <p:spPr>
          <a:xfrm>
            <a:off x="4356940" y="3908308"/>
            <a:ext cx="45341" cy="45341"/>
          </a:xfrm>
          <a:prstGeom prst="ellipse">
            <a:avLst/>
          </a:prstGeom>
          <a:solidFill>
            <a:srgbClr val="007C83">
              <a:alpha val="40000"/>
            </a:srgbClr>
          </a:solidFill>
          <a:ln w="0">
            <a:noFill/>
            <a:prstDash val="solid"/>
          </a:ln>
        </p:spPr>
      </p:sp>
      <p:sp>
        <p:nvSpPr>
          <p:cNvPr id="417" name="a_full_bar_ellipse_416">
            <a:extLst>
              <a:ext uri="{FF2B5EF4-FFF2-40B4-BE49-F238E27FC236}">
                <a16:creationId xmlns:a16="http://schemas.microsoft.com/office/drawing/2014/main" id="{3F72D6BC-98D7-49E5-B17A-7F28AA235D73}"/>
              </a:ext>
            </a:extLst>
          </p:cNvPr>
          <p:cNvSpPr>
            <a:spLocks noGrp="1"/>
          </p:cNvSpPr>
          <p:nvPr/>
        </p:nvSpPr>
        <p:spPr>
          <a:xfrm>
            <a:off x="4363620" y="4330403"/>
            <a:ext cx="45341" cy="45341"/>
          </a:xfrm>
          <a:prstGeom prst="ellipse">
            <a:avLst/>
          </a:prstGeom>
          <a:solidFill>
            <a:srgbClr val="007C83">
              <a:alpha val="40000"/>
            </a:srgbClr>
          </a:solidFill>
          <a:ln w="0">
            <a:noFill/>
            <a:prstDash val="solid"/>
          </a:ln>
        </p:spPr>
      </p:sp>
      <p:sp>
        <p:nvSpPr>
          <p:cNvPr id="418" name="a_full_bar_ellipse_417">
            <a:extLst>
              <a:ext uri="{FF2B5EF4-FFF2-40B4-BE49-F238E27FC236}">
                <a16:creationId xmlns:a16="http://schemas.microsoft.com/office/drawing/2014/main" id="{83B51269-94F0-4C25-B933-715E6D485C69}"/>
              </a:ext>
            </a:extLst>
          </p:cNvPr>
          <p:cNvSpPr>
            <a:spLocks noGrp="1"/>
          </p:cNvSpPr>
          <p:nvPr/>
        </p:nvSpPr>
        <p:spPr>
          <a:xfrm>
            <a:off x="4266994" y="2025341"/>
            <a:ext cx="45341" cy="45341"/>
          </a:xfrm>
          <a:prstGeom prst="ellipse">
            <a:avLst/>
          </a:prstGeom>
          <a:solidFill>
            <a:srgbClr val="007C83">
              <a:alpha val="40000"/>
            </a:srgbClr>
          </a:solidFill>
          <a:ln w="0">
            <a:noFill/>
            <a:prstDash val="solid"/>
          </a:ln>
        </p:spPr>
      </p:sp>
      <p:sp>
        <p:nvSpPr>
          <p:cNvPr id="419" name="a_full_bar_ellipse_418">
            <a:extLst>
              <a:ext uri="{FF2B5EF4-FFF2-40B4-BE49-F238E27FC236}">
                <a16:creationId xmlns:a16="http://schemas.microsoft.com/office/drawing/2014/main" id="{4D4E5ED5-9A28-45D1-A706-DCD33CC4D3D4}"/>
              </a:ext>
            </a:extLst>
          </p:cNvPr>
          <p:cNvSpPr>
            <a:spLocks noGrp="1"/>
          </p:cNvSpPr>
          <p:nvPr/>
        </p:nvSpPr>
        <p:spPr>
          <a:xfrm>
            <a:off x="4370023" y="4457382"/>
            <a:ext cx="45341" cy="45341"/>
          </a:xfrm>
          <a:prstGeom prst="ellipse">
            <a:avLst/>
          </a:prstGeom>
          <a:solidFill>
            <a:srgbClr val="007C83">
              <a:alpha val="40000"/>
            </a:srgbClr>
          </a:solidFill>
          <a:ln w="0">
            <a:noFill/>
            <a:prstDash val="solid"/>
          </a:ln>
        </p:spPr>
      </p:sp>
      <p:sp>
        <p:nvSpPr>
          <p:cNvPr id="420" name="a_full_bar_ellipse_419">
            <a:extLst>
              <a:ext uri="{FF2B5EF4-FFF2-40B4-BE49-F238E27FC236}">
                <a16:creationId xmlns:a16="http://schemas.microsoft.com/office/drawing/2014/main" id="{987874ED-B409-4E06-988E-999ED3E55574}"/>
              </a:ext>
            </a:extLst>
          </p:cNvPr>
          <p:cNvSpPr>
            <a:spLocks noGrp="1"/>
          </p:cNvSpPr>
          <p:nvPr/>
        </p:nvSpPr>
        <p:spPr>
          <a:xfrm>
            <a:off x="4265892" y="3850680"/>
            <a:ext cx="45341" cy="45341"/>
          </a:xfrm>
          <a:prstGeom prst="ellipse">
            <a:avLst/>
          </a:prstGeom>
          <a:solidFill>
            <a:srgbClr val="007C83">
              <a:alpha val="40000"/>
            </a:srgbClr>
          </a:solidFill>
          <a:ln w="0">
            <a:noFill/>
            <a:prstDash val="solid"/>
          </a:ln>
        </p:spPr>
      </p:sp>
      <p:sp>
        <p:nvSpPr>
          <p:cNvPr id="421" name="a_full_bar_ellipse_420">
            <a:extLst>
              <a:ext uri="{FF2B5EF4-FFF2-40B4-BE49-F238E27FC236}">
                <a16:creationId xmlns:a16="http://schemas.microsoft.com/office/drawing/2014/main" id="{1D7805F9-4AC9-4A94-AD25-4A81541B8364}"/>
              </a:ext>
            </a:extLst>
          </p:cNvPr>
          <p:cNvSpPr>
            <a:spLocks noGrp="1"/>
          </p:cNvSpPr>
          <p:nvPr/>
        </p:nvSpPr>
        <p:spPr>
          <a:xfrm>
            <a:off x="4178726" y="4457382"/>
            <a:ext cx="45341" cy="45341"/>
          </a:xfrm>
          <a:prstGeom prst="ellipse">
            <a:avLst/>
          </a:prstGeom>
          <a:solidFill>
            <a:srgbClr val="007C83">
              <a:alpha val="40000"/>
            </a:srgbClr>
          </a:solidFill>
          <a:ln w="0">
            <a:noFill/>
            <a:prstDash val="solid"/>
          </a:ln>
        </p:spPr>
      </p:sp>
      <p:sp>
        <p:nvSpPr>
          <p:cNvPr id="422" name="a_full_bar_ellipse_421">
            <a:extLst>
              <a:ext uri="{FF2B5EF4-FFF2-40B4-BE49-F238E27FC236}">
                <a16:creationId xmlns:a16="http://schemas.microsoft.com/office/drawing/2014/main" id="{617E281E-9AB4-4017-8955-D004F2172543}"/>
              </a:ext>
            </a:extLst>
          </p:cNvPr>
          <p:cNvSpPr>
            <a:spLocks noGrp="1"/>
          </p:cNvSpPr>
          <p:nvPr/>
        </p:nvSpPr>
        <p:spPr>
          <a:xfrm>
            <a:off x="4203564" y="3849372"/>
            <a:ext cx="45341" cy="45341"/>
          </a:xfrm>
          <a:prstGeom prst="ellipse">
            <a:avLst/>
          </a:prstGeom>
          <a:solidFill>
            <a:srgbClr val="007C83">
              <a:alpha val="40000"/>
            </a:srgbClr>
          </a:solidFill>
          <a:ln w="0">
            <a:noFill/>
            <a:prstDash val="solid"/>
          </a:ln>
        </p:spPr>
      </p:sp>
      <p:sp>
        <p:nvSpPr>
          <p:cNvPr id="423" name="a_full_bar_ellipse_422">
            <a:extLst>
              <a:ext uri="{FF2B5EF4-FFF2-40B4-BE49-F238E27FC236}">
                <a16:creationId xmlns:a16="http://schemas.microsoft.com/office/drawing/2014/main" id="{447F3E1F-0647-43C3-A8CD-6C1B16A3B445}"/>
              </a:ext>
            </a:extLst>
          </p:cNvPr>
          <p:cNvSpPr>
            <a:spLocks noGrp="1"/>
          </p:cNvSpPr>
          <p:nvPr/>
        </p:nvSpPr>
        <p:spPr>
          <a:xfrm>
            <a:off x="4329216" y="2025341"/>
            <a:ext cx="45341" cy="45341"/>
          </a:xfrm>
          <a:prstGeom prst="ellipse">
            <a:avLst/>
          </a:prstGeom>
          <a:solidFill>
            <a:srgbClr val="007C83">
              <a:alpha val="40000"/>
            </a:srgbClr>
          </a:solidFill>
          <a:ln w="0">
            <a:noFill/>
            <a:prstDash val="solid"/>
          </a:ln>
        </p:spPr>
      </p:sp>
      <p:sp>
        <p:nvSpPr>
          <p:cNvPr id="424" name="a_full_bar_ellipse_423">
            <a:extLst>
              <a:ext uri="{FF2B5EF4-FFF2-40B4-BE49-F238E27FC236}">
                <a16:creationId xmlns:a16="http://schemas.microsoft.com/office/drawing/2014/main" id="{5637A282-7813-481A-98D1-70FDB496075E}"/>
              </a:ext>
            </a:extLst>
          </p:cNvPr>
          <p:cNvSpPr>
            <a:spLocks noGrp="1"/>
          </p:cNvSpPr>
          <p:nvPr/>
        </p:nvSpPr>
        <p:spPr>
          <a:xfrm>
            <a:off x="4271875" y="4457382"/>
            <a:ext cx="45341" cy="45341"/>
          </a:xfrm>
          <a:prstGeom prst="ellipse">
            <a:avLst/>
          </a:prstGeom>
          <a:solidFill>
            <a:srgbClr val="007C83">
              <a:alpha val="40000"/>
            </a:srgbClr>
          </a:solidFill>
          <a:ln w="0">
            <a:noFill/>
            <a:prstDash val="solid"/>
          </a:ln>
        </p:spPr>
      </p:sp>
      <p:sp>
        <p:nvSpPr>
          <p:cNvPr id="425" name="a_full_bar_ellipse_424">
            <a:extLst>
              <a:ext uri="{FF2B5EF4-FFF2-40B4-BE49-F238E27FC236}">
                <a16:creationId xmlns:a16="http://schemas.microsoft.com/office/drawing/2014/main" id="{705949A1-A124-4D63-830C-BB12754D0C5D}"/>
              </a:ext>
            </a:extLst>
          </p:cNvPr>
          <p:cNvSpPr>
            <a:spLocks noGrp="1"/>
          </p:cNvSpPr>
          <p:nvPr/>
        </p:nvSpPr>
        <p:spPr>
          <a:xfrm>
            <a:off x="4227682" y="2025341"/>
            <a:ext cx="45341" cy="45341"/>
          </a:xfrm>
          <a:prstGeom prst="ellipse">
            <a:avLst/>
          </a:prstGeom>
          <a:solidFill>
            <a:srgbClr val="007C83">
              <a:alpha val="40000"/>
            </a:srgbClr>
          </a:solidFill>
          <a:ln w="0">
            <a:noFill/>
            <a:prstDash val="solid"/>
          </a:ln>
        </p:spPr>
      </p:sp>
      <p:sp>
        <p:nvSpPr>
          <p:cNvPr id="426" name="a_full_bar_ellipse_425">
            <a:extLst>
              <a:ext uri="{FF2B5EF4-FFF2-40B4-BE49-F238E27FC236}">
                <a16:creationId xmlns:a16="http://schemas.microsoft.com/office/drawing/2014/main" id="{6F6F655B-42CF-4ED8-9E82-10F8B6D0248C}"/>
              </a:ext>
            </a:extLst>
          </p:cNvPr>
          <p:cNvSpPr>
            <a:spLocks noGrp="1"/>
          </p:cNvSpPr>
          <p:nvPr/>
        </p:nvSpPr>
        <p:spPr>
          <a:xfrm>
            <a:off x="4377204" y="2025341"/>
            <a:ext cx="45341" cy="45341"/>
          </a:xfrm>
          <a:prstGeom prst="ellipse">
            <a:avLst/>
          </a:prstGeom>
          <a:solidFill>
            <a:srgbClr val="007C83">
              <a:alpha val="40000"/>
            </a:srgbClr>
          </a:solidFill>
          <a:ln w="0">
            <a:noFill/>
            <a:prstDash val="solid"/>
          </a:ln>
        </p:spPr>
      </p:sp>
      <p:sp>
        <p:nvSpPr>
          <p:cNvPr id="427" name="a_full_bar_ellipse_426">
            <a:extLst>
              <a:ext uri="{FF2B5EF4-FFF2-40B4-BE49-F238E27FC236}">
                <a16:creationId xmlns:a16="http://schemas.microsoft.com/office/drawing/2014/main" id="{3AE35520-F69F-40FE-9F74-4C178559FDA2}"/>
              </a:ext>
            </a:extLst>
          </p:cNvPr>
          <p:cNvSpPr>
            <a:spLocks noGrp="1"/>
          </p:cNvSpPr>
          <p:nvPr/>
        </p:nvSpPr>
        <p:spPr>
          <a:xfrm>
            <a:off x="4264494" y="2025341"/>
            <a:ext cx="45341" cy="45341"/>
          </a:xfrm>
          <a:prstGeom prst="ellipse">
            <a:avLst/>
          </a:prstGeom>
          <a:solidFill>
            <a:srgbClr val="007C83">
              <a:alpha val="40000"/>
            </a:srgbClr>
          </a:solidFill>
          <a:ln w="0">
            <a:noFill/>
            <a:prstDash val="solid"/>
          </a:ln>
        </p:spPr>
      </p:sp>
      <p:sp>
        <p:nvSpPr>
          <p:cNvPr id="428" name="a_full_bar_ellipse_427">
            <a:extLst>
              <a:ext uri="{FF2B5EF4-FFF2-40B4-BE49-F238E27FC236}">
                <a16:creationId xmlns:a16="http://schemas.microsoft.com/office/drawing/2014/main" id="{2BD29AED-A355-41E1-BCE9-24DD6BE01196}"/>
              </a:ext>
            </a:extLst>
          </p:cNvPr>
          <p:cNvSpPr>
            <a:spLocks noGrp="1"/>
          </p:cNvSpPr>
          <p:nvPr/>
        </p:nvSpPr>
        <p:spPr>
          <a:xfrm>
            <a:off x="4280935" y="2329346"/>
            <a:ext cx="45341" cy="45341"/>
          </a:xfrm>
          <a:prstGeom prst="ellipse">
            <a:avLst/>
          </a:prstGeom>
          <a:solidFill>
            <a:srgbClr val="007C83">
              <a:alpha val="40000"/>
            </a:srgbClr>
          </a:solidFill>
          <a:ln w="0">
            <a:noFill/>
            <a:prstDash val="solid"/>
          </a:ln>
        </p:spPr>
      </p:sp>
      <p:sp>
        <p:nvSpPr>
          <p:cNvPr id="429" name="a_full_bar_ellipse_428">
            <a:extLst>
              <a:ext uri="{FF2B5EF4-FFF2-40B4-BE49-F238E27FC236}">
                <a16:creationId xmlns:a16="http://schemas.microsoft.com/office/drawing/2014/main" id="{5E3FF121-973A-4292-9A1B-A08BA1D0E1C7}"/>
              </a:ext>
            </a:extLst>
          </p:cNvPr>
          <p:cNvSpPr>
            <a:spLocks noGrp="1"/>
          </p:cNvSpPr>
          <p:nvPr/>
        </p:nvSpPr>
        <p:spPr>
          <a:xfrm>
            <a:off x="4252552" y="3106248"/>
            <a:ext cx="45341" cy="45341"/>
          </a:xfrm>
          <a:prstGeom prst="ellipse">
            <a:avLst/>
          </a:prstGeom>
          <a:solidFill>
            <a:srgbClr val="007C83">
              <a:alpha val="40000"/>
            </a:srgbClr>
          </a:solidFill>
          <a:ln w="0">
            <a:noFill/>
            <a:prstDash val="solid"/>
          </a:ln>
        </p:spPr>
      </p:sp>
      <p:sp>
        <p:nvSpPr>
          <p:cNvPr id="430" name="a_full_bar_ellipse_429">
            <a:extLst>
              <a:ext uri="{FF2B5EF4-FFF2-40B4-BE49-F238E27FC236}">
                <a16:creationId xmlns:a16="http://schemas.microsoft.com/office/drawing/2014/main" id="{37FF1596-9816-4D3E-8833-60A0A42574CF}"/>
              </a:ext>
            </a:extLst>
          </p:cNvPr>
          <p:cNvSpPr>
            <a:spLocks noGrp="1"/>
          </p:cNvSpPr>
          <p:nvPr/>
        </p:nvSpPr>
        <p:spPr>
          <a:xfrm>
            <a:off x="4348665" y="3241362"/>
            <a:ext cx="45341" cy="45341"/>
          </a:xfrm>
          <a:prstGeom prst="ellipse">
            <a:avLst/>
          </a:prstGeom>
          <a:solidFill>
            <a:srgbClr val="007C83">
              <a:alpha val="40000"/>
            </a:srgbClr>
          </a:solidFill>
          <a:ln w="0">
            <a:noFill/>
            <a:prstDash val="solid"/>
          </a:ln>
        </p:spPr>
      </p:sp>
      <p:sp>
        <p:nvSpPr>
          <p:cNvPr id="431" name="a_full_bar_ellipse_430">
            <a:extLst>
              <a:ext uri="{FF2B5EF4-FFF2-40B4-BE49-F238E27FC236}">
                <a16:creationId xmlns:a16="http://schemas.microsoft.com/office/drawing/2014/main" id="{78B134F9-2A2A-4B70-B60D-4E1455698B56}"/>
              </a:ext>
            </a:extLst>
          </p:cNvPr>
          <p:cNvSpPr>
            <a:spLocks noGrp="1"/>
          </p:cNvSpPr>
          <p:nvPr/>
        </p:nvSpPr>
        <p:spPr>
          <a:xfrm>
            <a:off x="4331658" y="2025341"/>
            <a:ext cx="45341" cy="45341"/>
          </a:xfrm>
          <a:prstGeom prst="ellipse">
            <a:avLst/>
          </a:prstGeom>
          <a:solidFill>
            <a:srgbClr val="007C83">
              <a:alpha val="40000"/>
            </a:srgbClr>
          </a:solidFill>
          <a:ln w="0">
            <a:noFill/>
            <a:prstDash val="solid"/>
          </a:ln>
        </p:spPr>
      </p:sp>
      <p:sp>
        <p:nvSpPr>
          <p:cNvPr id="432" name="a_full_bar_ellipse_431">
            <a:extLst>
              <a:ext uri="{FF2B5EF4-FFF2-40B4-BE49-F238E27FC236}">
                <a16:creationId xmlns:a16="http://schemas.microsoft.com/office/drawing/2014/main" id="{D8697535-A57F-42B5-B285-9A0FEBE2C5CC}"/>
              </a:ext>
            </a:extLst>
          </p:cNvPr>
          <p:cNvSpPr>
            <a:spLocks noGrp="1"/>
          </p:cNvSpPr>
          <p:nvPr/>
        </p:nvSpPr>
        <p:spPr>
          <a:xfrm>
            <a:off x="4352120" y="2025341"/>
            <a:ext cx="45341" cy="45341"/>
          </a:xfrm>
          <a:prstGeom prst="ellipse">
            <a:avLst/>
          </a:prstGeom>
          <a:solidFill>
            <a:srgbClr val="007C83">
              <a:alpha val="40000"/>
            </a:srgbClr>
          </a:solidFill>
          <a:ln w="0">
            <a:noFill/>
            <a:prstDash val="solid"/>
          </a:ln>
        </p:spPr>
      </p:sp>
      <p:sp>
        <p:nvSpPr>
          <p:cNvPr id="433" name="a_full_bar_ellipse_432">
            <a:extLst>
              <a:ext uri="{FF2B5EF4-FFF2-40B4-BE49-F238E27FC236}">
                <a16:creationId xmlns:a16="http://schemas.microsoft.com/office/drawing/2014/main" id="{DE8C6193-C855-404D-9938-C12C043D3FCF}"/>
              </a:ext>
            </a:extLst>
          </p:cNvPr>
          <p:cNvSpPr>
            <a:spLocks noGrp="1"/>
          </p:cNvSpPr>
          <p:nvPr/>
        </p:nvSpPr>
        <p:spPr>
          <a:xfrm>
            <a:off x="4350068" y="2025341"/>
            <a:ext cx="45341" cy="45341"/>
          </a:xfrm>
          <a:prstGeom prst="ellipse">
            <a:avLst/>
          </a:prstGeom>
          <a:solidFill>
            <a:srgbClr val="007C83">
              <a:alpha val="40000"/>
            </a:srgbClr>
          </a:solidFill>
          <a:ln w="0">
            <a:noFill/>
            <a:prstDash val="solid"/>
          </a:ln>
        </p:spPr>
      </p:sp>
      <p:sp>
        <p:nvSpPr>
          <p:cNvPr id="434" name="a_full_bar_ellipse_433">
            <a:extLst>
              <a:ext uri="{FF2B5EF4-FFF2-40B4-BE49-F238E27FC236}">
                <a16:creationId xmlns:a16="http://schemas.microsoft.com/office/drawing/2014/main" id="{BA0B8D50-A210-4192-9C24-821EA2E0D9C8}"/>
              </a:ext>
            </a:extLst>
          </p:cNvPr>
          <p:cNvSpPr>
            <a:spLocks noGrp="1"/>
          </p:cNvSpPr>
          <p:nvPr/>
        </p:nvSpPr>
        <p:spPr>
          <a:xfrm>
            <a:off x="4175160" y="2025341"/>
            <a:ext cx="45341" cy="45341"/>
          </a:xfrm>
          <a:prstGeom prst="ellipse">
            <a:avLst/>
          </a:prstGeom>
          <a:solidFill>
            <a:srgbClr val="007C83">
              <a:alpha val="40000"/>
            </a:srgbClr>
          </a:solidFill>
          <a:ln w="0">
            <a:noFill/>
            <a:prstDash val="solid"/>
          </a:ln>
        </p:spPr>
      </p:sp>
      <p:sp>
        <p:nvSpPr>
          <p:cNvPr id="435" name="a_full_bar_ellipse_434">
            <a:extLst>
              <a:ext uri="{FF2B5EF4-FFF2-40B4-BE49-F238E27FC236}">
                <a16:creationId xmlns:a16="http://schemas.microsoft.com/office/drawing/2014/main" id="{55DA9EFE-365D-4FE2-B53A-118CBC46ECBB}"/>
              </a:ext>
            </a:extLst>
          </p:cNvPr>
          <p:cNvSpPr>
            <a:spLocks noGrp="1"/>
          </p:cNvSpPr>
          <p:nvPr/>
        </p:nvSpPr>
        <p:spPr>
          <a:xfrm>
            <a:off x="4238288" y="2876555"/>
            <a:ext cx="45341" cy="45341"/>
          </a:xfrm>
          <a:prstGeom prst="ellipse">
            <a:avLst/>
          </a:prstGeom>
          <a:solidFill>
            <a:srgbClr val="007C83">
              <a:alpha val="40000"/>
            </a:srgbClr>
          </a:solidFill>
          <a:ln w="0">
            <a:noFill/>
            <a:prstDash val="solid"/>
          </a:ln>
        </p:spPr>
      </p:sp>
      <p:sp>
        <p:nvSpPr>
          <p:cNvPr id="436" name="a_full_bar_ellipse_435">
            <a:extLst>
              <a:ext uri="{FF2B5EF4-FFF2-40B4-BE49-F238E27FC236}">
                <a16:creationId xmlns:a16="http://schemas.microsoft.com/office/drawing/2014/main" id="{0F533CA8-9002-42A9-BB87-7323F42898E7}"/>
              </a:ext>
            </a:extLst>
          </p:cNvPr>
          <p:cNvSpPr>
            <a:spLocks noGrp="1"/>
          </p:cNvSpPr>
          <p:nvPr/>
        </p:nvSpPr>
        <p:spPr>
          <a:xfrm>
            <a:off x="4207307" y="2025341"/>
            <a:ext cx="45341" cy="45341"/>
          </a:xfrm>
          <a:prstGeom prst="ellipse">
            <a:avLst/>
          </a:prstGeom>
          <a:solidFill>
            <a:srgbClr val="007C83">
              <a:alpha val="40000"/>
            </a:srgbClr>
          </a:solidFill>
          <a:ln w="0">
            <a:noFill/>
            <a:prstDash val="solid"/>
          </a:ln>
        </p:spPr>
      </p:sp>
      <p:sp>
        <p:nvSpPr>
          <p:cNvPr id="437" name="a_full_bar_ellipse_436">
            <a:extLst>
              <a:ext uri="{FF2B5EF4-FFF2-40B4-BE49-F238E27FC236}">
                <a16:creationId xmlns:a16="http://schemas.microsoft.com/office/drawing/2014/main" id="{FC254F0C-5CDD-493F-98B2-E1AB552C4196}"/>
              </a:ext>
            </a:extLst>
          </p:cNvPr>
          <p:cNvSpPr>
            <a:spLocks noGrp="1"/>
          </p:cNvSpPr>
          <p:nvPr/>
        </p:nvSpPr>
        <p:spPr>
          <a:xfrm>
            <a:off x="4337502" y="2025341"/>
            <a:ext cx="45341" cy="45341"/>
          </a:xfrm>
          <a:prstGeom prst="ellipse">
            <a:avLst/>
          </a:prstGeom>
          <a:solidFill>
            <a:srgbClr val="007C83">
              <a:alpha val="40000"/>
            </a:srgbClr>
          </a:solidFill>
          <a:ln w="0">
            <a:noFill/>
            <a:prstDash val="solid"/>
          </a:ln>
        </p:spPr>
      </p:sp>
      <p:sp>
        <p:nvSpPr>
          <p:cNvPr id="438" name="a_full_bar_ellipse_437">
            <a:extLst>
              <a:ext uri="{FF2B5EF4-FFF2-40B4-BE49-F238E27FC236}">
                <a16:creationId xmlns:a16="http://schemas.microsoft.com/office/drawing/2014/main" id="{66B77336-80F4-4A13-BB28-66F815A69424}"/>
              </a:ext>
            </a:extLst>
          </p:cNvPr>
          <p:cNvSpPr>
            <a:spLocks noGrp="1"/>
          </p:cNvSpPr>
          <p:nvPr/>
        </p:nvSpPr>
        <p:spPr>
          <a:xfrm>
            <a:off x="4263767" y="2633351"/>
            <a:ext cx="45341" cy="45341"/>
          </a:xfrm>
          <a:prstGeom prst="ellipse">
            <a:avLst/>
          </a:prstGeom>
          <a:solidFill>
            <a:srgbClr val="007C83">
              <a:alpha val="40000"/>
            </a:srgbClr>
          </a:solidFill>
          <a:ln w="0">
            <a:noFill/>
            <a:prstDash val="solid"/>
          </a:ln>
        </p:spPr>
      </p:sp>
      <p:sp>
        <p:nvSpPr>
          <p:cNvPr id="439" name="a_full_bar_ellipse_438">
            <a:extLst>
              <a:ext uri="{FF2B5EF4-FFF2-40B4-BE49-F238E27FC236}">
                <a16:creationId xmlns:a16="http://schemas.microsoft.com/office/drawing/2014/main" id="{620A6C87-C05E-4DB3-9492-135EFF0225BF}"/>
              </a:ext>
            </a:extLst>
          </p:cNvPr>
          <p:cNvSpPr>
            <a:spLocks noGrp="1"/>
          </p:cNvSpPr>
          <p:nvPr/>
        </p:nvSpPr>
        <p:spPr>
          <a:xfrm>
            <a:off x="4210511" y="4457382"/>
            <a:ext cx="45341" cy="45341"/>
          </a:xfrm>
          <a:prstGeom prst="ellipse">
            <a:avLst/>
          </a:prstGeom>
          <a:solidFill>
            <a:srgbClr val="007C83">
              <a:alpha val="40000"/>
            </a:srgbClr>
          </a:solidFill>
          <a:ln w="0">
            <a:noFill/>
            <a:prstDash val="solid"/>
          </a:ln>
        </p:spPr>
      </p:sp>
      <p:sp>
        <p:nvSpPr>
          <p:cNvPr id="440" name="a_full_bar_ellipse_439">
            <a:extLst>
              <a:ext uri="{FF2B5EF4-FFF2-40B4-BE49-F238E27FC236}">
                <a16:creationId xmlns:a16="http://schemas.microsoft.com/office/drawing/2014/main" id="{B6F4896D-6D93-464E-A7BB-C454D63710AC}"/>
              </a:ext>
            </a:extLst>
          </p:cNvPr>
          <p:cNvSpPr>
            <a:spLocks noGrp="1"/>
          </p:cNvSpPr>
          <p:nvPr/>
        </p:nvSpPr>
        <p:spPr>
          <a:xfrm>
            <a:off x="4192933" y="2025341"/>
            <a:ext cx="45341" cy="45341"/>
          </a:xfrm>
          <a:prstGeom prst="ellipse">
            <a:avLst/>
          </a:prstGeom>
          <a:solidFill>
            <a:srgbClr val="007C83">
              <a:alpha val="40000"/>
            </a:srgbClr>
          </a:solidFill>
          <a:ln w="0">
            <a:noFill/>
            <a:prstDash val="solid"/>
          </a:ln>
        </p:spPr>
      </p:sp>
      <p:sp>
        <p:nvSpPr>
          <p:cNvPr id="441" name="a_full_bar_ellipse_440">
            <a:extLst>
              <a:ext uri="{FF2B5EF4-FFF2-40B4-BE49-F238E27FC236}">
                <a16:creationId xmlns:a16="http://schemas.microsoft.com/office/drawing/2014/main" id="{6E76EBE8-F659-4F2D-8C92-7E5EF545C30B}"/>
              </a:ext>
            </a:extLst>
          </p:cNvPr>
          <p:cNvSpPr>
            <a:spLocks noGrp="1"/>
          </p:cNvSpPr>
          <p:nvPr/>
        </p:nvSpPr>
        <p:spPr>
          <a:xfrm>
            <a:off x="4285805" y="2215906"/>
            <a:ext cx="45341" cy="45341"/>
          </a:xfrm>
          <a:prstGeom prst="ellipse">
            <a:avLst/>
          </a:prstGeom>
          <a:solidFill>
            <a:srgbClr val="007C83">
              <a:alpha val="40000"/>
            </a:srgbClr>
          </a:solidFill>
          <a:ln w="0">
            <a:noFill/>
            <a:prstDash val="solid"/>
          </a:ln>
        </p:spPr>
      </p:sp>
      <p:sp>
        <p:nvSpPr>
          <p:cNvPr id="442" name="a_full_bar_ellipse_441">
            <a:extLst>
              <a:ext uri="{FF2B5EF4-FFF2-40B4-BE49-F238E27FC236}">
                <a16:creationId xmlns:a16="http://schemas.microsoft.com/office/drawing/2014/main" id="{810115A9-0E8F-41BC-A018-28E22C75DF63}"/>
              </a:ext>
            </a:extLst>
          </p:cNvPr>
          <p:cNvSpPr>
            <a:spLocks noGrp="1"/>
          </p:cNvSpPr>
          <p:nvPr/>
        </p:nvSpPr>
        <p:spPr>
          <a:xfrm>
            <a:off x="4290803" y="3904684"/>
            <a:ext cx="45341" cy="45341"/>
          </a:xfrm>
          <a:prstGeom prst="ellipse">
            <a:avLst/>
          </a:prstGeom>
          <a:solidFill>
            <a:srgbClr val="007C83">
              <a:alpha val="40000"/>
            </a:srgbClr>
          </a:solidFill>
          <a:ln w="0">
            <a:noFill/>
            <a:prstDash val="solid"/>
          </a:ln>
        </p:spPr>
      </p:sp>
      <p:sp>
        <p:nvSpPr>
          <p:cNvPr id="443" name="a_full_bar_ellipse_442">
            <a:extLst>
              <a:ext uri="{FF2B5EF4-FFF2-40B4-BE49-F238E27FC236}">
                <a16:creationId xmlns:a16="http://schemas.microsoft.com/office/drawing/2014/main" id="{33D2ED88-D4C3-4E72-81CA-BD6BDC402197}"/>
              </a:ext>
            </a:extLst>
          </p:cNvPr>
          <p:cNvSpPr>
            <a:spLocks noGrp="1"/>
          </p:cNvSpPr>
          <p:nvPr/>
        </p:nvSpPr>
        <p:spPr>
          <a:xfrm>
            <a:off x="4369252" y="2881102"/>
            <a:ext cx="45341" cy="45341"/>
          </a:xfrm>
          <a:prstGeom prst="ellipse">
            <a:avLst/>
          </a:prstGeom>
          <a:solidFill>
            <a:srgbClr val="007C83">
              <a:alpha val="40000"/>
            </a:srgbClr>
          </a:solidFill>
          <a:ln w="0">
            <a:noFill/>
            <a:prstDash val="solid"/>
          </a:ln>
        </p:spPr>
      </p:sp>
      <p:sp>
        <p:nvSpPr>
          <p:cNvPr id="444" name="a_full_bar_ellipse_443">
            <a:extLst>
              <a:ext uri="{FF2B5EF4-FFF2-40B4-BE49-F238E27FC236}">
                <a16:creationId xmlns:a16="http://schemas.microsoft.com/office/drawing/2014/main" id="{D302D81B-A436-4331-AEE8-C5125745CB33}"/>
              </a:ext>
            </a:extLst>
          </p:cNvPr>
          <p:cNvSpPr>
            <a:spLocks noGrp="1"/>
          </p:cNvSpPr>
          <p:nvPr/>
        </p:nvSpPr>
        <p:spPr>
          <a:xfrm>
            <a:off x="4245721" y="4298141"/>
            <a:ext cx="45341" cy="45341"/>
          </a:xfrm>
          <a:prstGeom prst="ellipse">
            <a:avLst/>
          </a:prstGeom>
          <a:solidFill>
            <a:srgbClr val="007C83">
              <a:alpha val="40000"/>
            </a:srgbClr>
          </a:solidFill>
          <a:ln w="0">
            <a:noFill/>
            <a:prstDash val="solid"/>
          </a:ln>
        </p:spPr>
      </p:sp>
      <p:sp>
        <p:nvSpPr>
          <p:cNvPr id="445" name="a_full_bar_ellipse_444">
            <a:extLst>
              <a:ext uri="{FF2B5EF4-FFF2-40B4-BE49-F238E27FC236}">
                <a16:creationId xmlns:a16="http://schemas.microsoft.com/office/drawing/2014/main" id="{5B1FF402-211D-437B-B4F5-B0968C24C842}"/>
              </a:ext>
            </a:extLst>
          </p:cNvPr>
          <p:cNvSpPr>
            <a:spLocks noGrp="1"/>
          </p:cNvSpPr>
          <p:nvPr/>
        </p:nvSpPr>
        <p:spPr>
          <a:xfrm>
            <a:off x="4367587" y="4283665"/>
            <a:ext cx="45341" cy="45341"/>
          </a:xfrm>
          <a:prstGeom prst="ellipse">
            <a:avLst/>
          </a:prstGeom>
          <a:solidFill>
            <a:srgbClr val="007C83">
              <a:alpha val="40000"/>
            </a:srgbClr>
          </a:solidFill>
          <a:ln w="0">
            <a:noFill/>
            <a:prstDash val="solid"/>
          </a:ln>
        </p:spPr>
      </p:sp>
      <p:sp>
        <p:nvSpPr>
          <p:cNvPr id="446" name="a_full_bar_ellipse_445">
            <a:extLst>
              <a:ext uri="{FF2B5EF4-FFF2-40B4-BE49-F238E27FC236}">
                <a16:creationId xmlns:a16="http://schemas.microsoft.com/office/drawing/2014/main" id="{DFC467B0-5E78-48FB-8495-FB62B63E4945}"/>
              </a:ext>
            </a:extLst>
          </p:cNvPr>
          <p:cNvSpPr>
            <a:spLocks noGrp="1"/>
          </p:cNvSpPr>
          <p:nvPr/>
        </p:nvSpPr>
        <p:spPr>
          <a:xfrm>
            <a:off x="4174781" y="4457382"/>
            <a:ext cx="45341" cy="45341"/>
          </a:xfrm>
          <a:prstGeom prst="ellipse">
            <a:avLst/>
          </a:prstGeom>
          <a:solidFill>
            <a:srgbClr val="007C83">
              <a:alpha val="40000"/>
            </a:srgbClr>
          </a:solidFill>
          <a:ln w="0">
            <a:noFill/>
            <a:prstDash val="solid"/>
          </a:ln>
        </p:spPr>
      </p:sp>
      <p:sp>
        <p:nvSpPr>
          <p:cNvPr id="447" name="a_full_bar_ellipse_446">
            <a:extLst>
              <a:ext uri="{FF2B5EF4-FFF2-40B4-BE49-F238E27FC236}">
                <a16:creationId xmlns:a16="http://schemas.microsoft.com/office/drawing/2014/main" id="{09FE026C-6191-4346-B336-E668AECFF69F}"/>
              </a:ext>
            </a:extLst>
          </p:cNvPr>
          <p:cNvSpPr>
            <a:spLocks noGrp="1"/>
          </p:cNvSpPr>
          <p:nvPr/>
        </p:nvSpPr>
        <p:spPr>
          <a:xfrm>
            <a:off x="4193536" y="4414801"/>
            <a:ext cx="45341" cy="45341"/>
          </a:xfrm>
          <a:prstGeom prst="ellipse">
            <a:avLst/>
          </a:prstGeom>
          <a:solidFill>
            <a:srgbClr val="007C83">
              <a:alpha val="40000"/>
            </a:srgbClr>
          </a:solidFill>
          <a:ln w="0">
            <a:noFill/>
            <a:prstDash val="solid"/>
          </a:ln>
        </p:spPr>
      </p:sp>
      <p:sp>
        <p:nvSpPr>
          <p:cNvPr id="448" name="a_full_bar_ellipse_447">
            <a:extLst>
              <a:ext uri="{FF2B5EF4-FFF2-40B4-BE49-F238E27FC236}">
                <a16:creationId xmlns:a16="http://schemas.microsoft.com/office/drawing/2014/main" id="{1F27DF89-7306-4FD8-8CA3-07DC6435A07A}"/>
              </a:ext>
            </a:extLst>
          </p:cNvPr>
          <p:cNvSpPr>
            <a:spLocks noGrp="1"/>
          </p:cNvSpPr>
          <p:nvPr/>
        </p:nvSpPr>
        <p:spPr>
          <a:xfrm>
            <a:off x="4341608" y="2836021"/>
            <a:ext cx="45341" cy="45341"/>
          </a:xfrm>
          <a:prstGeom prst="ellipse">
            <a:avLst/>
          </a:prstGeom>
          <a:solidFill>
            <a:srgbClr val="007C83">
              <a:alpha val="40000"/>
            </a:srgbClr>
          </a:solidFill>
          <a:ln w="0">
            <a:noFill/>
            <a:prstDash val="solid"/>
          </a:ln>
        </p:spPr>
      </p:sp>
      <p:sp>
        <p:nvSpPr>
          <p:cNvPr id="449" name="a_full_bar_ellipse_448">
            <a:extLst>
              <a:ext uri="{FF2B5EF4-FFF2-40B4-BE49-F238E27FC236}">
                <a16:creationId xmlns:a16="http://schemas.microsoft.com/office/drawing/2014/main" id="{090BB358-E6BE-46E8-8066-3255C4FE68A2}"/>
              </a:ext>
            </a:extLst>
          </p:cNvPr>
          <p:cNvSpPr>
            <a:spLocks noGrp="1"/>
          </p:cNvSpPr>
          <p:nvPr/>
        </p:nvSpPr>
        <p:spPr>
          <a:xfrm>
            <a:off x="4177711" y="4153377"/>
            <a:ext cx="45341" cy="45341"/>
          </a:xfrm>
          <a:prstGeom prst="ellipse">
            <a:avLst/>
          </a:prstGeom>
          <a:solidFill>
            <a:srgbClr val="007C83">
              <a:alpha val="40000"/>
            </a:srgbClr>
          </a:solidFill>
          <a:ln w="0">
            <a:noFill/>
            <a:prstDash val="solid"/>
          </a:ln>
        </p:spPr>
      </p:sp>
      <p:sp>
        <p:nvSpPr>
          <p:cNvPr id="450" name="a_full_bar_ellipse_449">
            <a:extLst>
              <a:ext uri="{FF2B5EF4-FFF2-40B4-BE49-F238E27FC236}">
                <a16:creationId xmlns:a16="http://schemas.microsoft.com/office/drawing/2014/main" id="{55D282FC-A9E7-4EB5-843B-D34FF28EAFF4}"/>
              </a:ext>
            </a:extLst>
          </p:cNvPr>
          <p:cNvSpPr>
            <a:spLocks noGrp="1"/>
          </p:cNvSpPr>
          <p:nvPr/>
        </p:nvSpPr>
        <p:spPr>
          <a:xfrm>
            <a:off x="4238629" y="2025341"/>
            <a:ext cx="45341" cy="45341"/>
          </a:xfrm>
          <a:prstGeom prst="ellipse">
            <a:avLst/>
          </a:prstGeom>
          <a:solidFill>
            <a:srgbClr val="007C83">
              <a:alpha val="40000"/>
            </a:srgbClr>
          </a:solidFill>
          <a:ln w="0">
            <a:noFill/>
            <a:prstDash val="solid"/>
          </a:ln>
        </p:spPr>
      </p:sp>
      <p:sp>
        <p:nvSpPr>
          <p:cNvPr id="451" name="a_full_bar_ellipse_450">
            <a:extLst>
              <a:ext uri="{FF2B5EF4-FFF2-40B4-BE49-F238E27FC236}">
                <a16:creationId xmlns:a16="http://schemas.microsoft.com/office/drawing/2014/main" id="{DFC24842-2877-4BFE-86D0-087D3D3A2FAC}"/>
              </a:ext>
            </a:extLst>
          </p:cNvPr>
          <p:cNvSpPr>
            <a:spLocks noGrp="1"/>
          </p:cNvSpPr>
          <p:nvPr/>
        </p:nvSpPr>
        <p:spPr>
          <a:xfrm>
            <a:off x="4366077" y="2025341"/>
            <a:ext cx="45341" cy="45341"/>
          </a:xfrm>
          <a:prstGeom prst="ellipse">
            <a:avLst/>
          </a:prstGeom>
          <a:solidFill>
            <a:srgbClr val="007C83">
              <a:alpha val="40000"/>
            </a:srgbClr>
          </a:solidFill>
          <a:ln w="0">
            <a:noFill/>
            <a:prstDash val="solid"/>
          </a:ln>
        </p:spPr>
      </p:sp>
      <p:sp>
        <p:nvSpPr>
          <p:cNvPr id="452" name="a_full_bar_ellipse_451">
            <a:extLst>
              <a:ext uri="{FF2B5EF4-FFF2-40B4-BE49-F238E27FC236}">
                <a16:creationId xmlns:a16="http://schemas.microsoft.com/office/drawing/2014/main" id="{2E23FE6A-2943-4F16-BF1C-35E10FFEC42B}"/>
              </a:ext>
            </a:extLst>
          </p:cNvPr>
          <p:cNvSpPr>
            <a:spLocks noGrp="1"/>
          </p:cNvSpPr>
          <p:nvPr/>
        </p:nvSpPr>
        <p:spPr>
          <a:xfrm>
            <a:off x="4293200" y="2025341"/>
            <a:ext cx="45341" cy="45341"/>
          </a:xfrm>
          <a:prstGeom prst="ellipse">
            <a:avLst/>
          </a:prstGeom>
          <a:solidFill>
            <a:srgbClr val="007C83">
              <a:alpha val="40000"/>
            </a:srgbClr>
          </a:solidFill>
          <a:ln w="0">
            <a:noFill/>
            <a:prstDash val="solid"/>
          </a:ln>
        </p:spPr>
      </p:sp>
      <p:sp>
        <p:nvSpPr>
          <p:cNvPr id="453" name="a_full_bar_ellipse_452">
            <a:extLst>
              <a:ext uri="{FF2B5EF4-FFF2-40B4-BE49-F238E27FC236}">
                <a16:creationId xmlns:a16="http://schemas.microsoft.com/office/drawing/2014/main" id="{6FEDBF63-AE43-4191-A824-30663010D852}"/>
              </a:ext>
            </a:extLst>
          </p:cNvPr>
          <p:cNvSpPr>
            <a:spLocks noGrp="1"/>
          </p:cNvSpPr>
          <p:nvPr/>
        </p:nvSpPr>
        <p:spPr>
          <a:xfrm>
            <a:off x="4256919" y="2025341"/>
            <a:ext cx="45341" cy="45341"/>
          </a:xfrm>
          <a:prstGeom prst="ellipse">
            <a:avLst/>
          </a:prstGeom>
          <a:solidFill>
            <a:srgbClr val="007C83">
              <a:alpha val="40000"/>
            </a:srgbClr>
          </a:solidFill>
          <a:ln w="0">
            <a:noFill/>
            <a:prstDash val="solid"/>
          </a:ln>
        </p:spPr>
      </p:sp>
      <p:sp>
        <p:nvSpPr>
          <p:cNvPr id="454" name="a_full_bar_ellipse_453">
            <a:extLst>
              <a:ext uri="{FF2B5EF4-FFF2-40B4-BE49-F238E27FC236}">
                <a16:creationId xmlns:a16="http://schemas.microsoft.com/office/drawing/2014/main" id="{C5B09E81-9AC9-4FDE-BD63-74186241002B}"/>
              </a:ext>
            </a:extLst>
          </p:cNvPr>
          <p:cNvSpPr>
            <a:spLocks noGrp="1"/>
          </p:cNvSpPr>
          <p:nvPr/>
        </p:nvSpPr>
        <p:spPr>
          <a:xfrm>
            <a:off x="4239894" y="3471054"/>
            <a:ext cx="45341" cy="45341"/>
          </a:xfrm>
          <a:prstGeom prst="ellipse">
            <a:avLst/>
          </a:prstGeom>
          <a:solidFill>
            <a:srgbClr val="007C83">
              <a:alpha val="40000"/>
            </a:srgbClr>
          </a:solidFill>
          <a:ln w="0">
            <a:noFill/>
            <a:prstDash val="solid"/>
          </a:ln>
        </p:spPr>
      </p:sp>
      <p:sp>
        <p:nvSpPr>
          <p:cNvPr id="455" name="a_full_bar_ellipse_454">
            <a:extLst>
              <a:ext uri="{FF2B5EF4-FFF2-40B4-BE49-F238E27FC236}">
                <a16:creationId xmlns:a16="http://schemas.microsoft.com/office/drawing/2014/main" id="{79F35257-11FE-441F-8F87-5179EFDDD5C1}"/>
              </a:ext>
            </a:extLst>
          </p:cNvPr>
          <p:cNvSpPr>
            <a:spLocks noGrp="1"/>
          </p:cNvSpPr>
          <p:nvPr/>
        </p:nvSpPr>
        <p:spPr>
          <a:xfrm>
            <a:off x="4274169" y="4231550"/>
            <a:ext cx="45341" cy="45341"/>
          </a:xfrm>
          <a:prstGeom prst="ellipse">
            <a:avLst/>
          </a:prstGeom>
          <a:solidFill>
            <a:srgbClr val="007C83">
              <a:alpha val="40000"/>
            </a:srgbClr>
          </a:solidFill>
          <a:ln w="0">
            <a:noFill/>
            <a:prstDash val="solid"/>
          </a:ln>
        </p:spPr>
      </p:sp>
      <p:sp>
        <p:nvSpPr>
          <p:cNvPr id="456" name="a_full_bar_ellipse_455">
            <a:extLst>
              <a:ext uri="{FF2B5EF4-FFF2-40B4-BE49-F238E27FC236}">
                <a16:creationId xmlns:a16="http://schemas.microsoft.com/office/drawing/2014/main" id="{0FC6026E-EF98-4F6E-9A30-5CC3DEB66249}"/>
              </a:ext>
            </a:extLst>
          </p:cNvPr>
          <p:cNvSpPr>
            <a:spLocks noGrp="1"/>
          </p:cNvSpPr>
          <p:nvPr/>
        </p:nvSpPr>
        <p:spPr>
          <a:xfrm>
            <a:off x="4343746" y="3241362"/>
            <a:ext cx="45341" cy="45341"/>
          </a:xfrm>
          <a:prstGeom prst="ellipse">
            <a:avLst/>
          </a:prstGeom>
          <a:solidFill>
            <a:srgbClr val="007C83">
              <a:alpha val="40000"/>
            </a:srgbClr>
          </a:solidFill>
          <a:ln w="0">
            <a:noFill/>
            <a:prstDash val="solid"/>
          </a:ln>
        </p:spPr>
      </p:sp>
      <p:sp>
        <p:nvSpPr>
          <p:cNvPr id="457" name="a_full_bar_ellipse_456">
            <a:extLst>
              <a:ext uri="{FF2B5EF4-FFF2-40B4-BE49-F238E27FC236}">
                <a16:creationId xmlns:a16="http://schemas.microsoft.com/office/drawing/2014/main" id="{C1027226-EEAA-4280-8963-04CEC2A1522A}"/>
              </a:ext>
            </a:extLst>
          </p:cNvPr>
          <p:cNvSpPr>
            <a:spLocks noGrp="1"/>
          </p:cNvSpPr>
          <p:nvPr/>
        </p:nvSpPr>
        <p:spPr>
          <a:xfrm>
            <a:off x="4324566" y="2594133"/>
            <a:ext cx="45341" cy="45341"/>
          </a:xfrm>
          <a:prstGeom prst="ellipse">
            <a:avLst/>
          </a:prstGeom>
          <a:solidFill>
            <a:srgbClr val="007C83">
              <a:alpha val="40000"/>
            </a:srgbClr>
          </a:solidFill>
          <a:ln w="0">
            <a:noFill/>
            <a:prstDash val="solid"/>
          </a:ln>
        </p:spPr>
      </p:sp>
      <p:sp>
        <p:nvSpPr>
          <p:cNvPr id="458" name="a_full_bar_ellipse_457">
            <a:extLst>
              <a:ext uri="{FF2B5EF4-FFF2-40B4-BE49-F238E27FC236}">
                <a16:creationId xmlns:a16="http://schemas.microsoft.com/office/drawing/2014/main" id="{2DDBC0AB-A2EE-49C2-AE1E-2C5172880060}"/>
              </a:ext>
            </a:extLst>
          </p:cNvPr>
          <p:cNvSpPr>
            <a:spLocks noGrp="1"/>
          </p:cNvSpPr>
          <p:nvPr/>
        </p:nvSpPr>
        <p:spPr>
          <a:xfrm>
            <a:off x="4374891" y="3680480"/>
            <a:ext cx="45341" cy="45341"/>
          </a:xfrm>
          <a:prstGeom prst="ellipse">
            <a:avLst/>
          </a:prstGeom>
          <a:solidFill>
            <a:srgbClr val="007C83">
              <a:alpha val="40000"/>
            </a:srgbClr>
          </a:solidFill>
          <a:ln w="0">
            <a:noFill/>
            <a:prstDash val="solid"/>
          </a:ln>
        </p:spPr>
      </p:sp>
      <p:sp>
        <p:nvSpPr>
          <p:cNvPr id="459" name="a_full_bar_ellipse_458">
            <a:extLst>
              <a:ext uri="{FF2B5EF4-FFF2-40B4-BE49-F238E27FC236}">
                <a16:creationId xmlns:a16="http://schemas.microsoft.com/office/drawing/2014/main" id="{BF9B3655-B3B4-474F-920F-B26873F78B34}"/>
              </a:ext>
            </a:extLst>
          </p:cNvPr>
          <p:cNvSpPr>
            <a:spLocks noGrp="1"/>
          </p:cNvSpPr>
          <p:nvPr/>
        </p:nvSpPr>
        <p:spPr>
          <a:xfrm>
            <a:off x="4207587" y="3241362"/>
            <a:ext cx="45341" cy="45341"/>
          </a:xfrm>
          <a:prstGeom prst="ellipse">
            <a:avLst/>
          </a:prstGeom>
          <a:solidFill>
            <a:srgbClr val="007C83">
              <a:alpha val="40000"/>
            </a:srgbClr>
          </a:solidFill>
          <a:ln w="0">
            <a:noFill/>
            <a:prstDash val="solid"/>
          </a:ln>
        </p:spPr>
      </p:sp>
      <p:sp>
        <p:nvSpPr>
          <p:cNvPr id="460" name="a_full_bar_ellipse_459">
            <a:extLst>
              <a:ext uri="{FF2B5EF4-FFF2-40B4-BE49-F238E27FC236}">
                <a16:creationId xmlns:a16="http://schemas.microsoft.com/office/drawing/2014/main" id="{852AF6E8-3937-4055-B80A-8ACAC5C14865}"/>
              </a:ext>
            </a:extLst>
          </p:cNvPr>
          <p:cNvSpPr>
            <a:spLocks noGrp="1"/>
          </p:cNvSpPr>
          <p:nvPr/>
        </p:nvSpPr>
        <p:spPr>
          <a:xfrm>
            <a:off x="4211552" y="2298945"/>
            <a:ext cx="45341" cy="45341"/>
          </a:xfrm>
          <a:prstGeom prst="ellipse">
            <a:avLst/>
          </a:prstGeom>
          <a:solidFill>
            <a:srgbClr val="007C83">
              <a:alpha val="40000"/>
            </a:srgbClr>
          </a:solidFill>
          <a:ln w="0">
            <a:noFill/>
            <a:prstDash val="solid"/>
          </a:ln>
        </p:spPr>
      </p:sp>
      <p:sp>
        <p:nvSpPr>
          <p:cNvPr id="461" name="a_full_bar_ellipse_460">
            <a:extLst>
              <a:ext uri="{FF2B5EF4-FFF2-40B4-BE49-F238E27FC236}">
                <a16:creationId xmlns:a16="http://schemas.microsoft.com/office/drawing/2014/main" id="{71B99ED0-F804-4A4C-B545-E3BD831ECFAA}"/>
              </a:ext>
            </a:extLst>
          </p:cNvPr>
          <p:cNvSpPr>
            <a:spLocks noGrp="1"/>
          </p:cNvSpPr>
          <p:nvPr/>
        </p:nvSpPr>
        <p:spPr>
          <a:xfrm>
            <a:off x="4309155" y="4457382"/>
            <a:ext cx="45341" cy="45341"/>
          </a:xfrm>
          <a:prstGeom prst="ellipse">
            <a:avLst/>
          </a:prstGeom>
          <a:solidFill>
            <a:srgbClr val="007C83">
              <a:alpha val="40000"/>
            </a:srgbClr>
          </a:solidFill>
          <a:ln w="0">
            <a:noFill/>
            <a:prstDash val="solid"/>
          </a:ln>
        </p:spPr>
      </p:sp>
      <p:sp>
        <p:nvSpPr>
          <p:cNvPr id="462" name="a_full_bar_ellipse_461">
            <a:extLst>
              <a:ext uri="{FF2B5EF4-FFF2-40B4-BE49-F238E27FC236}">
                <a16:creationId xmlns:a16="http://schemas.microsoft.com/office/drawing/2014/main" id="{D855C009-87C1-4570-BB69-FA5793B165C7}"/>
              </a:ext>
            </a:extLst>
          </p:cNvPr>
          <p:cNvSpPr>
            <a:spLocks noGrp="1"/>
          </p:cNvSpPr>
          <p:nvPr/>
        </p:nvSpPr>
        <p:spPr>
          <a:xfrm>
            <a:off x="4324961" y="3241362"/>
            <a:ext cx="45341" cy="45341"/>
          </a:xfrm>
          <a:prstGeom prst="ellipse">
            <a:avLst/>
          </a:prstGeom>
          <a:solidFill>
            <a:srgbClr val="007C83">
              <a:alpha val="40000"/>
            </a:srgbClr>
          </a:solidFill>
          <a:ln w="0">
            <a:noFill/>
            <a:prstDash val="solid"/>
          </a:ln>
        </p:spPr>
      </p:sp>
      <p:sp>
        <p:nvSpPr>
          <p:cNvPr id="463" name="a_full_bar_ellipse_462">
            <a:extLst>
              <a:ext uri="{FF2B5EF4-FFF2-40B4-BE49-F238E27FC236}">
                <a16:creationId xmlns:a16="http://schemas.microsoft.com/office/drawing/2014/main" id="{91E313C8-31A2-4F37-ADFC-1FD37755F5A6}"/>
              </a:ext>
            </a:extLst>
          </p:cNvPr>
          <p:cNvSpPr>
            <a:spLocks noGrp="1"/>
          </p:cNvSpPr>
          <p:nvPr/>
        </p:nvSpPr>
        <p:spPr>
          <a:xfrm>
            <a:off x="4326368" y="4422639"/>
            <a:ext cx="45341" cy="45341"/>
          </a:xfrm>
          <a:prstGeom prst="ellipse">
            <a:avLst/>
          </a:prstGeom>
          <a:solidFill>
            <a:srgbClr val="007C83">
              <a:alpha val="40000"/>
            </a:srgbClr>
          </a:solidFill>
          <a:ln w="0">
            <a:noFill/>
            <a:prstDash val="solid"/>
          </a:ln>
        </p:spPr>
      </p:sp>
      <p:sp>
        <p:nvSpPr>
          <p:cNvPr id="464" name="a_full_bar_ellipse_463">
            <a:extLst>
              <a:ext uri="{FF2B5EF4-FFF2-40B4-BE49-F238E27FC236}">
                <a16:creationId xmlns:a16="http://schemas.microsoft.com/office/drawing/2014/main" id="{E33793A6-A892-4048-9C63-2E5738E779E8}"/>
              </a:ext>
            </a:extLst>
          </p:cNvPr>
          <p:cNvSpPr>
            <a:spLocks noGrp="1"/>
          </p:cNvSpPr>
          <p:nvPr/>
        </p:nvSpPr>
        <p:spPr>
          <a:xfrm>
            <a:off x="4215545" y="2025341"/>
            <a:ext cx="45341" cy="45341"/>
          </a:xfrm>
          <a:prstGeom prst="ellipse">
            <a:avLst/>
          </a:prstGeom>
          <a:solidFill>
            <a:srgbClr val="007C83">
              <a:alpha val="40000"/>
            </a:srgbClr>
          </a:solidFill>
          <a:ln w="0">
            <a:noFill/>
            <a:prstDash val="solid"/>
          </a:ln>
        </p:spPr>
      </p:sp>
      <p:sp>
        <p:nvSpPr>
          <p:cNvPr id="465" name="a_full_bar_ellipse_464">
            <a:extLst>
              <a:ext uri="{FF2B5EF4-FFF2-40B4-BE49-F238E27FC236}">
                <a16:creationId xmlns:a16="http://schemas.microsoft.com/office/drawing/2014/main" id="{9EB5C191-035D-48BF-91C6-A8259BAF169F}"/>
              </a:ext>
            </a:extLst>
          </p:cNvPr>
          <p:cNvSpPr>
            <a:spLocks noGrp="1"/>
          </p:cNvSpPr>
          <p:nvPr/>
        </p:nvSpPr>
        <p:spPr>
          <a:xfrm>
            <a:off x="4366712" y="3444032"/>
            <a:ext cx="45341" cy="45341"/>
          </a:xfrm>
          <a:prstGeom prst="ellipse">
            <a:avLst/>
          </a:prstGeom>
          <a:solidFill>
            <a:srgbClr val="007C83">
              <a:alpha val="40000"/>
            </a:srgbClr>
          </a:solidFill>
          <a:ln w="0">
            <a:noFill/>
            <a:prstDash val="solid"/>
          </a:ln>
        </p:spPr>
      </p:sp>
      <p:sp>
        <p:nvSpPr>
          <p:cNvPr id="466" name="a_full_bar_ellipse_465">
            <a:extLst>
              <a:ext uri="{FF2B5EF4-FFF2-40B4-BE49-F238E27FC236}">
                <a16:creationId xmlns:a16="http://schemas.microsoft.com/office/drawing/2014/main" id="{1E340A1E-A591-41B2-A80F-AE997DC36E99}"/>
              </a:ext>
            </a:extLst>
          </p:cNvPr>
          <p:cNvSpPr>
            <a:spLocks noGrp="1"/>
          </p:cNvSpPr>
          <p:nvPr/>
        </p:nvSpPr>
        <p:spPr>
          <a:xfrm>
            <a:off x="4228139" y="3646702"/>
            <a:ext cx="45341" cy="45341"/>
          </a:xfrm>
          <a:prstGeom prst="ellipse">
            <a:avLst/>
          </a:prstGeom>
          <a:solidFill>
            <a:srgbClr val="007C83">
              <a:alpha val="40000"/>
            </a:srgbClr>
          </a:solidFill>
          <a:ln w="0">
            <a:noFill/>
            <a:prstDash val="solid"/>
          </a:ln>
        </p:spPr>
      </p:sp>
      <p:sp>
        <p:nvSpPr>
          <p:cNvPr id="467" name="a_full_bar_ellipse_466">
            <a:extLst>
              <a:ext uri="{FF2B5EF4-FFF2-40B4-BE49-F238E27FC236}">
                <a16:creationId xmlns:a16="http://schemas.microsoft.com/office/drawing/2014/main" id="{08AAFF08-3BA4-405A-8002-6013BEECB0E0}"/>
              </a:ext>
            </a:extLst>
          </p:cNvPr>
          <p:cNvSpPr>
            <a:spLocks noGrp="1"/>
          </p:cNvSpPr>
          <p:nvPr/>
        </p:nvSpPr>
        <p:spPr>
          <a:xfrm>
            <a:off x="4278608" y="2836021"/>
            <a:ext cx="45341" cy="45341"/>
          </a:xfrm>
          <a:prstGeom prst="ellipse">
            <a:avLst/>
          </a:prstGeom>
          <a:solidFill>
            <a:srgbClr val="007C83">
              <a:alpha val="40000"/>
            </a:srgbClr>
          </a:solidFill>
          <a:ln w="0">
            <a:noFill/>
            <a:prstDash val="solid"/>
          </a:ln>
        </p:spPr>
      </p:sp>
      <p:sp>
        <p:nvSpPr>
          <p:cNvPr id="468" name="a_full_bar_ellipse_467">
            <a:extLst>
              <a:ext uri="{FF2B5EF4-FFF2-40B4-BE49-F238E27FC236}">
                <a16:creationId xmlns:a16="http://schemas.microsoft.com/office/drawing/2014/main" id="{664CA4C0-D3F9-451E-8EFA-057F165598B0}"/>
              </a:ext>
            </a:extLst>
          </p:cNvPr>
          <p:cNvSpPr>
            <a:spLocks noGrp="1"/>
          </p:cNvSpPr>
          <p:nvPr/>
        </p:nvSpPr>
        <p:spPr>
          <a:xfrm>
            <a:off x="4200128" y="2926724"/>
            <a:ext cx="45341" cy="45341"/>
          </a:xfrm>
          <a:prstGeom prst="ellipse">
            <a:avLst/>
          </a:prstGeom>
          <a:solidFill>
            <a:srgbClr val="007C83">
              <a:alpha val="40000"/>
            </a:srgbClr>
          </a:solidFill>
          <a:ln w="0">
            <a:noFill/>
            <a:prstDash val="solid"/>
          </a:ln>
        </p:spPr>
      </p:sp>
      <p:sp>
        <p:nvSpPr>
          <p:cNvPr id="469" name="a_full_bar_ellipse_468">
            <a:extLst>
              <a:ext uri="{FF2B5EF4-FFF2-40B4-BE49-F238E27FC236}">
                <a16:creationId xmlns:a16="http://schemas.microsoft.com/office/drawing/2014/main" id="{672CB238-EF91-41DD-8642-967C385527F7}"/>
              </a:ext>
            </a:extLst>
          </p:cNvPr>
          <p:cNvSpPr>
            <a:spLocks noGrp="1"/>
          </p:cNvSpPr>
          <p:nvPr/>
        </p:nvSpPr>
        <p:spPr>
          <a:xfrm>
            <a:off x="4365588" y="3241362"/>
            <a:ext cx="45341" cy="45341"/>
          </a:xfrm>
          <a:prstGeom prst="ellipse">
            <a:avLst/>
          </a:prstGeom>
          <a:solidFill>
            <a:srgbClr val="007C83">
              <a:alpha val="40000"/>
            </a:srgbClr>
          </a:solidFill>
          <a:ln w="0">
            <a:noFill/>
            <a:prstDash val="solid"/>
          </a:ln>
        </p:spPr>
      </p:sp>
      <p:sp>
        <p:nvSpPr>
          <p:cNvPr id="470" name="a_full_bar_ellipse_469">
            <a:extLst>
              <a:ext uri="{FF2B5EF4-FFF2-40B4-BE49-F238E27FC236}">
                <a16:creationId xmlns:a16="http://schemas.microsoft.com/office/drawing/2014/main" id="{FA8EEAAC-E27B-4717-AB48-A0C120FE5AA5}"/>
              </a:ext>
            </a:extLst>
          </p:cNvPr>
          <p:cNvSpPr>
            <a:spLocks noGrp="1"/>
          </p:cNvSpPr>
          <p:nvPr/>
        </p:nvSpPr>
        <p:spPr>
          <a:xfrm>
            <a:off x="4285766" y="2785354"/>
            <a:ext cx="45341" cy="45341"/>
          </a:xfrm>
          <a:prstGeom prst="ellipse">
            <a:avLst/>
          </a:prstGeom>
          <a:solidFill>
            <a:srgbClr val="007C83">
              <a:alpha val="40000"/>
            </a:srgbClr>
          </a:solidFill>
          <a:ln w="0">
            <a:noFill/>
            <a:prstDash val="solid"/>
          </a:ln>
        </p:spPr>
      </p:sp>
      <p:sp>
        <p:nvSpPr>
          <p:cNvPr id="471" name="a_full_bar_ellipse_470">
            <a:extLst>
              <a:ext uri="{FF2B5EF4-FFF2-40B4-BE49-F238E27FC236}">
                <a16:creationId xmlns:a16="http://schemas.microsoft.com/office/drawing/2014/main" id="{E5AD73F1-230D-4027-9DD9-C5EEDA631915}"/>
              </a:ext>
            </a:extLst>
          </p:cNvPr>
          <p:cNvSpPr>
            <a:spLocks noGrp="1"/>
          </p:cNvSpPr>
          <p:nvPr/>
        </p:nvSpPr>
        <p:spPr>
          <a:xfrm>
            <a:off x="4220789" y="4167854"/>
            <a:ext cx="45341" cy="45341"/>
          </a:xfrm>
          <a:prstGeom prst="ellipse">
            <a:avLst/>
          </a:prstGeom>
          <a:solidFill>
            <a:srgbClr val="007C83">
              <a:alpha val="40000"/>
            </a:srgbClr>
          </a:solidFill>
          <a:ln w="0">
            <a:noFill/>
            <a:prstDash val="solid"/>
          </a:ln>
        </p:spPr>
      </p:sp>
      <p:sp>
        <p:nvSpPr>
          <p:cNvPr id="472" name="a_full_bar_ellipse_471">
            <a:extLst>
              <a:ext uri="{FF2B5EF4-FFF2-40B4-BE49-F238E27FC236}">
                <a16:creationId xmlns:a16="http://schemas.microsoft.com/office/drawing/2014/main" id="{FF3BC9F3-92C3-4C1E-A0FD-6F8F2A91BE81}"/>
              </a:ext>
            </a:extLst>
          </p:cNvPr>
          <p:cNvSpPr>
            <a:spLocks noGrp="1"/>
          </p:cNvSpPr>
          <p:nvPr/>
        </p:nvSpPr>
        <p:spPr>
          <a:xfrm>
            <a:off x="4274768" y="2025341"/>
            <a:ext cx="45341" cy="45341"/>
          </a:xfrm>
          <a:prstGeom prst="ellipse">
            <a:avLst/>
          </a:prstGeom>
          <a:solidFill>
            <a:srgbClr val="007C83">
              <a:alpha val="40000"/>
            </a:srgbClr>
          </a:solidFill>
          <a:ln w="0">
            <a:noFill/>
            <a:prstDash val="solid"/>
          </a:ln>
        </p:spPr>
      </p:sp>
      <p:sp>
        <p:nvSpPr>
          <p:cNvPr id="473" name="a_full_bar_ellipse_472">
            <a:extLst>
              <a:ext uri="{FF2B5EF4-FFF2-40B4-BE49-F238E27FC236}">
                <a16:creationId xmlns:a16="http://schemas.microsoft.com/office/drawing/2014/main" id="{7916A07D-C9FB-485C-838E-125BEA9347CA}"/>
              </a:ext>
            </a:extLst>
          </p:cNvPr>
          <p:cNvSpPr>
            <a:spLocks noGrp="1"/>
          </p:cNvSpPr>
          <p:nvPr/>
        </p:nvSpPr>
        <p:spPr>
          <a:xfrm>
            <a:off x="4216351" y="2025341"/>
            <a:ext cx="45341" cy="45341"/>
          </a:xfrm>
          <a:prstGeom prst="ellipse">
            <a:avLst/>
          </a:prstGeom>
          <a:solidFill>
            <a:srgbClr val="007C83">
              <a:alpha val="40000"/>
            </a:srgbClr>
          </a:solidFill>
          <a:ln w="0">
            <a:noFill/>
            <a:prstDash val="solid"/>
          </a:ln>
        </p:spPr>
      </p:sp>
      <p:sp>
        <p:nvSpPr>
          <p:cNvPr id="474" name="a_full_bar_ellipse_473">
            <a:extLst>
              <a:ext uri="{FF2B5EF4-FFF2-40B4-BE49-F238E27FC236}">
                <a16:creationId xmlns:a16="http://schemas.microsoft.com/office/drawing/2014/main" id="{4A4E9004-E994-4669-8BF4-BDAA073B3B1C}"/>
              </a:ext>
            </a:extLst>
          </p:cNvPr>
          <p:cNvSpPr>
            <a:spLocks noGrp="1"/>
          </p:cNvSpPr>
          <p:nvPr/>
        </p:nvSpPr>
        <p:spPr>
          <a:xfrm>
            <a:off x="4380180" y="4168988"/>
            <a:ext cx="45341" cy="45341"/>
          </a:xfrm>
          <a:prstGeom prst="ellipse">
            <a:avLst/>
          </a:prstGeom>
          <a:solidFill>
            <a:srgbClr val="007C83">
              <a:alpha val="40000"/>
            </a:srgbClr>
          </a:solidFill>
          <a:ln w="0">
            <a:noFill/>
            <a:prstDash val="solid"/>
          </a:ln>
        </p:spPr>
      </p:sp>
      <p:sp>
        <p:nvSpPr>
          <p:cNvPr id="475" name="a_full_bar_ellipse_474">
            <a:extLst>
              <a:ext uri="{FF2B5EF4-FFF2-40B4-BE49-F238E27FC236}">
                <a16:creationId xmlns:a16="http://schemas.microsoft.com/office/drawing/2014/main" id="{E37AE134-1057-4BD7-83F1-6539B6CB9215}"/>
              </a:ext>
            </a:extLst>
          </p:cNvPr>
          <p:cNvSpPr>
            <a:spLocks noGrp="1"/>
          </p:cNvSpPr>
          <p:nvPr/>
        </p:nvSpPr>
        <p:spPr>
          <a:xfrm>
            <a:off x="4234452" y="2836021"/>
            <a:ext cx="45341" cy="45341"/>
          </a:xfrm>
          <a:prstGeom prst="ellipse">
            <a:avLst/>
          </a:prstGeom>
          <a:solidFill>
            <a:srgbClr val="007C83">
              <a:alpha val="40000"/>
            </a:srgbClr>
          </a:solidFill>
          <a:ln w="0">
            <a:noFill/>
            <a:prstDash val="solid"/>
          </a:ln>
        </p:spPr>
      </p:sp>
      <p:sp>
        <p:nvSpPr>
          <p:cNvPr id="476" name="a_full_bar_ellipse_475">
            <a:extLst>
              <a:ext uri="{FF2B5EF4-FFF2-40B4-BE49-F238E27FC236}">
                <a16:creationId xmlns:a16="http://schemas.microsoft.com/office/drawing/2014/main" id="{A65E260B-B5AC-4D06-9445-A7D09993B342}"/>
              </a:ext>
            </a:extLst>
          </p:cNvPr>
          <p:cNvSpPr>
            <a:spLocks noGrp="1"/>
          </p:cNvSpPr>
          <p:nvPr/>
        </p:nvSpPr>
        <p:spPr>
          <a:xfrm>
            <a:off x="4219361" y="2025341"/>
            <a:ext cx="45341" cy="45341"/>
          </a:xfrm>
          <a:prstGeom prst="ellipse">
            <a:avLst/>
          </a:prstGeom>
          <a:solidFill>
            <a:srgbClr val="007C83">
              <a:alpha val="40000"/>
            </a:srgbClr>
          </a:solidFill>
          <a:ln w="0">
            <a:noFill/>
            <a:prstDash val="solid"/>
          </a:ln>
        </p:spPr>
      </p:sp>
      <p:sp>
        <p:nvSpPr>
          <p:cNvPr id="477" name="a_full_bar_ellipse_476">
            <a:extLst>
              <a:ext uri="{FF2B5EF4-FFF2-40B4-BE49-F238E27FC236}">
                <a16:creationId xmlns:a16="http://schemas.microsoft.com/office/drawing/2014/main" id="{CDA65453-3565-4A70-A205-0DD4E65E91CB}"/>
              </a:ext>
            </a:extLst>
          </p:cNvPr>
          <p:cNvSpPr>
            <a:spLocks noGrp="1"/>
          </p:cNvSpPr>
          <p:nvPr/>
        </p:nvSpPr>
        <p:spPr>
          <a:xfrm>
            <a:off x="4300738" y="4457382"/>
            <a:ext cx="45341" cy="45341"/>
          </a:xfrm>
          <a:prstGeom prst="ellipse">
            <a:avLst/>
          </a:prstGeom>
          <a:solidFill>
            <a:srgbClr val="007C83">
              <a:alpha val="40000"/>
            </a:srgbClr>
          </a:solidFill>
          <a:ln w="0">
            <a:noFill/>
            <a:prstDash val="solid"/>
          </a:ln>
        </p:spPr>
      </p:sp>
      <p:sp>
        <p:nvSpPr>
          <p:cNvPr id="478" name="a_full_bar_ellipse_477">
            <a:extLst>
              <a:ext uri="{FF2B5EF4-FFF2-40B4-BE49-F238E27FC236}">
                <a16:creationId xmlns:a16="http://schemas.microsoft.com/office/drawing/2014/main" id="{FA1AB932-1C41-4734-86CC-AC556D428CFD}"/>
              </a:ext>
            </a:extLst>
          </p:cNvPr>
          <p:cNvSpPr>
            <a:spLocks noGrp="1"/>
          </p:cNvSpPr>
          <p:nvPr/>
        </p:nvSpPr>
        <p:spPr>
          <a:xfrm>
            <a:off x="4280125" y="2025341"/>
            <a:ext cx="45341" cy="45341"/>
          </a:xfrm>
          <a:prstGeom prst="ellipse">
            <a:avLst/>
          </a:prstGeom>
          <a:solidFill>
            <a:srgbClr val="007C83">
              <a:alpha val="40000"/>
            </a:srgbClr>
          </a:solidFill>
          <a:ln w="0">
            <a:noFill/>
            <a:prstDash val="solid"/>
          </a:ln>
        </p:spPr>
      </p:sp>
      <p:sp>
        <p:nvSpPr>
          <p:cNvPr id="479" name="a_full_bar_ellipse_478">
            <a:extLst>
              <a:ext uri="{FF2B5EF4-FFF2-40B4-BE49-F238E27FC236}">
                <a16:creationId xmlns:a16="http://schemas.microsoft.com/office/drawing/2014/main" id="{662A25E4-0FEB-4265-8A4E-193ADD811424}"/>
              </a:ext>
            </a:extLst>
          </p:cNvPr>
          <p:cNvSpPr>
            <a:spLocks noGrp="1"/>
          </p:cNvSpPr>
          <p:nvPr/>
        </p:nvSpPr>
        <p:spPr>
          <a:xfrm>
            <a:off x="4233245" y="3860229"/>
            <a:ext cx="45341" cy="45341"/>
          </a:xfrm>
          <a:prstGeom prst="ellipse">
            <a:avLst/>
          </a:prstGeom>
          <a:solidFill>
            <a:srgbClr val="007C83">
              <a:alpha val="40000"/>
            </a:srgbClr>
          </a:solidFill>
          <a:ln w="0">
            <a:noFill/>
            <a:prstDash val="solid"/>
          </a:ln>
        </p:spPr>
      </p:sp>
      <p:sp>
        <p:nvSpPr>
          <p:cNvPr id="480" name="a_full_bar_ellipse_479">
            <a:extLst>
              <a:ext uri="{FF2B5EF4-FFF2-40B4-BE49-F238E27FC236}">
                <a16:creationId xmlns:a16="http://schemas.microsoft.com/office/drawing/2014/main" id="{C7D76A43-0B3A-4F49-95DA-BA41F9D84873}"/>
              </a:ext>
            </a:extLst>
          </p:cNvPr>
          <p:cNvSpPr>
            <a:spLocks noGrp="1"/>
          </p:cNvSpPr>
          <p:nvPr/>
        </p:nvSpPr>
        <p:spPr>
          <a:xfrm>
            <a:off x="4378679" y="3646702"/>
            <a:ext cx="45341" cy="45341"/>
          </a:xfrm>
          <a:prstGeom prst="ellipse">
            <a:avLst/>
          </a:prstGeom>
          <a:solidFill>
            <a:srgbClr val="007C83">
              <a:alpha val="40000"/>
            </a:srgbClr>
          </a:solidFill>
          <a:ln w="0">
            <a:noFill/>
            <a:prstDash val="solid"/>
          </a:ln>
        </p:spPr>
      </p:sp>
      <p:sp>
        <p:nvSpPr>
          <p:cNvPr id="481" name="a_full_bar_ellipse_480">
            <a:extLst>
              <a:ext uri="{FF2B5EF4-FFF2-40B4-BE49-F238E27FC236}">
                <a16:creationId xmlns:a16="http://schemas.microsoft.com/office/drawing/2014/main" id="{20388493-C10F-4B65-B572-955DD213DF6C}"/>
              </a:ext>
            </a:extLst>
          </p:cNvPr>
          <p:cNvSpPr>
            <a:spLocks noGrp="1"/>
          </p:cNvSpPr>
          <p:nvPr/>
        </p:nvSpPr>
        <p:spPr>
          <a:xfrm>
            <a:off x="4196167" y="2025341"/>
            <a:ext cx="45341" cy="45341"/>
          </a:xfrm>
          <a:prstGeom prst="ellipse">
            <a:avLst/>
          </a:prstGeom>
          <a:solidFill>
            <a:srgbClr val="007C83">
              <a:alpha val="40000"/>
            </a:srgbClr>
          </a:solidFill>
          <a:ln w="0">
            <a:noFill/>
            <a:prstDash val="solid"/>
          </a:ln>
        </p:spPr>
      </p:sp>
      <p:sp>
        <p:nvSpPr>
          <p:cNvPr id="482" name="a_full_bar_ellipse_481">
            <a:extLst>
              <a:ext uri="{FF2B5EF4-FFF2-40B4-BE49-F238E27FC236}">
                <a16:creationId xmlns:a16="http://schemas.microsoft.com/office/drawing/2014/main" id="{E85ADD18-F93A-401D-8149-2EDF9D2DDF66}"/>
              </a:ext>
            </a:extLst>
          </p:cNvPr>
          <p:cNvSpPr>
            <a:spLocks noGrp="1"/>
          </p:cNvSpPr>
          <p:nvPr/>
        </p:nvSpPr>
        <p:spPr>
          <a:xfrm>
            <a:off x="4189417" y="2025341"/>
            <a:ext cx="45341" cy="45341"/>
          </a:xfrm>
          <a:prstGeom prst="ellipse">
            <a:avLst/>
          </a:prstGeom>
          <a:solidFill>
            <a:srgbClr val="007C83">
              <a:alpha val="40000"/>
            </a:srgbClr>
          </a:solidFill>
          <a:ln w="0">
            <a:noFill/>
            <a:prstDash val="solid"/>
          </a:ln>
        </p:spPr>
      </p:sp>
      <p:sp>
        <p:nvSpPr>
          <p:cNvPr id="483" name="a_full_bar_ellipse_482">
            <a:extLst>
              <a:ext uri="{FF2B5EF4-FFF2-40B4-BE49-F238E27FC236}">
                <a16:creationId xmlns:a16="http://schemas.microsoft.com/office/drawing/2014/main" id="{C8430FB9-ACE2-4E20-B6ED-00127E3B1866}"/>
              </a:ext>
            </a:extLst>
          </p:cNvPr>
          <p:cNvSpPr>
            <a:spLocks noGrp="1"/>
          </p:cNvSpPr>
          <p:nvPr/>
        </p:nvSpPr>
        <p:spPr>
          <a:xfrm>
            <a:off x="4182285" y="2025341"/>
            <a:ext cx="45341" cy="45341"/>
          </a:xfrm>
          <a:prstGeom prst="ellipse">
            <a:avLst/>
          </a:prstGeom>
          <a:solidFill>
            <a:srgbClr val="007C83">
              <a:alpha val="40000"/>
            </a:srgbClr>
          </a:solidFill>
          <a:ln w="0">
            <a:noFill/>
            <a:prstDash val="solid"/>
          </a:ln>
        </p:spPr>
      </p:sp>
      <p:sp>
        <p:nvSpPr>
          <p:cNvPr id="484" name="a_full_bar_ellipse_483">
            <a:extLst>
              <a:ext uri="{FF2B5EF4-FFF2-40B4-BE49-F238E27FC236}">
                <a16:creationId xmlns:a16="http://schemas.microsoft.com/office/drawing/2014/main" id="{CD1FA2A2-047A-4F9E-8941-542AD37C965E}"/>
              </a:ext>
            </a:extLst>
          </p:cNvPr>
          <p:cNvSpPr>
            <a:spLocks noGrp="1"/>
          </p:cNvSpPr>
          <p:nvPr/>
        </p:nvSpPr>
        <p:spPr>
          <a:xfrm>
            <a:off x="4201740" y="4187155"/>
            <a:ext cx="45341" cy="45341"/>
          </a:xfrm>
          <a:prstGeom prst="ellipse">
            <a:avLst/>
          </a:prstGeom>
          <a:solidFill>
            <a:srgbClr val="007C83">
              <a:alpha val="40000"/>
            </a:srgbClr>
          </a:solidFill>
          <a:ln w="0">
            <a:noFill/>
            <a:prstDash val="solid"/>
          </a:ln>
        </p:spPr>
      </p:sp>
      <p:sp>
        <p:nvSpPr>
          <p:cNvPr id="485" name="a_full_bar_ellipse_484">
            <a:extLst>
              <a:ext uri="{FF2B5EF4-FFF2-40B4-BE49-F238E27FC236}">
                <a16:creationId xmlns:a16="http://schemas.microsoft.com/office/drawing/2014/main" id="{9C6908ED-82F6-4521-8456-CF8597BDF465}"/>
              </a:ext>
            </a:extLst>
          </p:cNvPr>
          <p:cNvSpPr>
            <a:spLocks noGrp="1"/>
          </p:cNvSpPr>
          <p:nvPr/>
        </p:nvSpPr>
        <p:spPr>
          <a:xfrm>
            <a:off x="4207727" y="3646702"/>
            <a:ext cx="45341" cy="45341"/>
          </a:xfrm>
          <a:prstGeom prst="ellipse">
            <a:avLst/>
          </a:prstGeom>
          <a:solidFill>
            <a:srgbClr val="007C83">
              <a:alpha val="40000"/>
            </a:srgbClr>
          </a:solidFill>
          <a:ln w="0">
            <a:noFill/>
            <a:prstDash val="solid"/>
          </a:ln>
        </p:spPr>
      </p:sp>
      <p:sp>
        <p:nvSpPr>
          <p:cNvPr id="486" name="a_full_bar_ellipse_485">
            <a:extLst>
              <a:ext uri="{FF2B5EF4-FFF2-40B4-BE49-F238E27FC236}">
                <a16:creationId xmlns:a16="http://schemas.microsoft.com/office/drawing/2014/main" id="{4983E96F-C33F-4345-AE6F-3082DBFAB7FF}"/>
              </a:ext>
            </a:extLst>
          </p:cNvPr>
          <p:cNvSpPr>
            <a:spLocks noGrp="1"/>
          </p:cNvSpPr>
          <p:nvPr/>
        </p:nvSpPr>
        <p:spPr>
          <a:xfrm>
            <a:off x="4375497" y="3241362"/>
            <a:ext cx="45341" cy="45341"/>
          </a:xfrm>
          <a:prstGeom prst="ellipse">
            <a:avLst/>
          </a:prstGeom>
          <a:solidFill>
            <a:srgbClr val="007C83">
              <a:alpha val="40000"/>
            </a:srgbClr>
          </a:solidFill>
          <a:ln w="0">
            <a:noFill/>
            <a:prstDash val="solid"/>
          </a:ln>
        </p:spPr>
      </p:sp>
      <p:sp>
        <p:nvSpPr>
          <p:cNvPr id="487" name="a_full_bar_ellipse_486">
            <a:extLst>
              <a:ext uri="{FF2B5EF4-FFF2-40B4-BE49-F238E27FC236}">
                <a16:creationId xmlns:a16="http://schemas.microsoft.com/office/drawing/2014/main" id="{58754F57-3791-467F-8F95-68E52A94D5C6}"/>
              </a:ext>
            </a:extLst>
          </p:cNvPr>
          <p:cNvSpPr>
            <a:spLocks noGrp="1"/>
          </p:cNvSpPr>
          <p:nvPr/>
        </p:nvSpPr>
        <p:spPr>
          <a:xfrm>
            <a:off x="4190482" y="4457382"/>
            <a:ext cx="45341" cy="45341"/>
          </a:xfrm>
          <a:prstGeom prst="ellipse">
            <a:avLst/>
          </a:prstGeom>
          <a:solidFill>
            <a:srgbClr val="007C83">
              <a:alpha val="40000"/>
            </a:srgbClr>
          </a:solidFill>
          <a:ln w="0">
            <a:noFill/>
            <a:prstDash val="solid"/>
          </a:ln>
        </p:spPr>
      </p:sp>
      <p:sp>
        <p:nvSpPr>
          <p:cNvPr id="488" name="a_full_bar_ellipse_487">
            <a:extLst>
              <a:ext uri="{FF2B5EF4-FFF2-40B4-BE49-F238E27FC236}">
                <a16:creationId xmlns:a16="http://schemas.microsoft.com/office/drawing/2014/main" id="{6263B0F9-1370-4AD8-86D8-2C21D0A385E7}"/>
              </a:ext>
            </a:extLst>
          </p:cNvPr>
          <p:cNvSpPr>
            <a:spLocks noGrp="1"/>
          </p:cNvSpPr>
          <p:nvPr/>
        </p:nvSpPr>
        <p:spPr>
          <a:xfrm>
            <a:off x="4290802" y="3312346"/>
            <a:ext cx="45341" cy="45341"/>
          </a:xfrm>
          <a:prstGeom prst="ellipse">
            <a:avLst/>
          </a:prstGeom>
          <a:solidFill>
            <a:srgbClr val="007C83">
              <a:alpha val="40000"/>
            </a:srgbClr>
          </a:solidFill>
          <a:ln w="0">
            <a:noFill/>
            <a:prstDash val="solid"/>
          </a:ln>
        </p:spPr>
      </p:sp>
      <p:sp>
        <p:nvSpPr>
          <p:cNvPr id="489" name="a_full_bar_ellipse_488">
            <a:extLst>
              <a:ext uri="{FF2B5EF4-FFF2-40B4-BE49-F238E27FC236}">
                <a16:creationId xmlns:a16="http://schemas.microsoft.com/office/drawing/2014/main" id="{2BF8A287-8D8C-4442-BA18-869086331FC2}"/>
              </a:ext>
            </a:extLst>
          </p:cNvPr>
          <p:cNvSpPr>
            <a:spLocks noGrp="1"/>
          </p:cNvSpPr>
          <p:nvPr/>
        </p:nvSpPr>
        <p:spPr>
          <a:xfrm>
            <a:off x="4282749" y="3498077"/>
            <a:ext cx="45341" cy="45341"/>
          </a:xfrm>
          <a:prstGeom prst="ellipse">
            <a:avLst/>
          </a:prstGeom>
          <a:solidFill>
            <a:srgbClr val="007C83">
              <a:alpha val="40000"/>
            </a:srgbClr>
          </a:solidFill>
          <a:ln w="0">
            <a:noFill/>
            <a:prstDash val="solid"/>
          </a:ln>
        </p:spPr>
      </p:sp>
      <p:sp>
        <p:nvSpPr>
          <p:cNvPr id="490" name="a_full_bar_ellipse_489">
            <a:extLst>
              <a:ext uri="{FF2B5EF4-FFF2-40B4-BE49-F238E27FC236}">
                <a16:creationId xmlns:a16="http://schemas.microsoft.com/office/drawing/2014/main" id="{EF6B2BDF-767E-4795-8F7E-E82FD3B1BB4F}"/>
              </a:ext>
            </a:extLst>
          </p:cNvPr>
          <p:cNvSpPr>
            <a:spLocks noGrp="1"/>
          </p:cNvSpPr>
          <p:nvPr/>
        </p:nvSpPr>
        <p:spPr>
          <a:xfrm>
            <a:off x="4215582" y="2025341"/>
            <a:ext cx="45341" cy="45341"/>
          </a:xfrm>
          <a:prstGeom prst="ellipse">
            <a:avLst/>
          </a:prstGeom>
          <a:solidFill>
            <a:srgbClr val="007C83">
              <a:alpha val="40000"/>
            </a:srgbClr>
          </a:solidFill>
          <a:ln w="0">
            <a:noFill/>
            <a:prstDash val="solid"/>
          </a:ln>
        </p:spPr>
      </p:sp>
      <p:sp>
        <p:nvSpPr>
          <p:cNvPr id="491" name="a_full_bar_ellipse_490">
            <a:extLst>
              <a:ext uri="{FF2B5EF4-FFF2-40B4-BE49-F238E27FC236}">
                <a16:creationId xmlns:a16="http://schemas.microsoft.com/office/drawing/2014/main" id="{8851C147-D0F0-46E9-BF1D-349808C9E328}"/>
              </a:ext>
            </a:extLst>
          </p:cNvPr>
          <p:cNvSpPr>
            <a:spLocks noGrp="1"/>
          </p:cNvSpPr>
          <p:nvPr/>
        </p:nvSpPr>
        <p:spPr>
          <a:xfrm>
            <a:off x="4311118" y="4457382"/>
            <a:ext cx="45341" cy="45341"/>
          </a:xfrm>
          <a:prstGeom prst="ellipse">
            <a:avLst/>
          </a:prstGeom>
          <a:solidFill>
            <a:srgbClr val="007C83">
              <a:alpha val="40000"/>
            </a:srgbClr>
          </a:solidFill>
          <a:ln w="0">
            <a:noFill/>
            <a:prstDash val="solid"/>
          </a:ln>
        </p:spPr>
      </p:sp>
      <p:sp>
        <p:nvSpPr>
          <p:cNvPr id="492" name="a_full_bar_ellipse_491">
            <a:extLst>
              <a:ext uri="{FF2B5EF4-FFF2-40B4-BE49-F238E27FC236}">
                <a16:creationId xmlns:a16="http://schemas.microsoft.com/office/drawing/2014/main" id="{011C7E18-610F-4A2A-88DD-50CC6385D821}"/>
              </a:ext>
            </a:extLst>
          </p:cNvPr>
          <p:cNvSpPr>
            <a:spLocks noGrp="1"/>
          </p:cNvSpPr>
          <p:nvPr/>
        </p:nvSpPr>
        <p:spPr>
          <a:xfrm>
            <a:off x="4205119" y="2430681"/>
            <a:ext cx="45341" cy="45341"/>
          </a:xfrm>
          <a:prstGeom prst="ellipse">
            <a:avLst/>
          </a:prstGeom>
          <a:solidFill>
            <a:srgbClr val="007C83">
              <a:alpha val="40000"/>
            </a:srgbClr>
          </a:solidFill>
          <a:ln w="0">
            <a:noFill/>
            <a:prstDash val="solid"/>
          </a:ln>
        </p:spPr>
      </p:sp>
      <p:sp>
        <p:nvSpPr>
          <p:cNvPr id="493" name="a_full_bar_ellipse_492">
            <a:extLst>
              <a:ext uri="{FF2B5EF4-FFF2-40B4-BE49-F238E27FC236}">
                <a16:creationId xmlns:a16="http://schemas.microsoft.com/office/drawing/2014/main" id="{00578CF4-A3B9-49CE-BF49-0E3F0389AB8A}"/>
              </a:ext>
            </a:extLst>
          </p:cNvPr>
          <p:cNvSpPr>
            <a:spLocks noGrp="1"/>
          </p:cNvSpPr>
          <p:nvPr/>
        </p:nvSpPr>
        <p:spPr>
          <a:xfrm>
            <a:off x="4191700" y="4457382"/>
            <a:ext cx="45341" cy="45341"/>
          </a:xfrm>
          <a:prstGeom prst="ellipse">
            <a:avLst/>
          </a:prstGeom>
          <a:solidFill>
            <a:srgbClr val="007C83">
              <a:alpha val="40000"/>
            </a:srgbClr>
          </a:solidFill>
          <a:ln w="0">
            <a:noFill/>
            <a:prstDash val="solid"/>
          </a:ln>
        </p:spPr>
      </p:sp>
      <p:sp>
        <p:nvSpPr>
          <p:cNvPr id="494" name="a_full_bar_ellipse_493">
            <a:extLst>
              <a:ext uri="{FF2B5EF4-FFF2-40B4-BE49-F238E27FC236}">
                <a16:creationId xmlns:a16="http://schemas.microsoft.com/office/drawing/2014/main" id="{97A70BF1-CC19-4740-8E2F-45C95088627D}"/>
              </a:ext>
            </a:extLst>
          </p:cNvPr>
          <p:cNvSpPr>
            <a:spLocks noGrp="1"/>
          </p:cNvSpPr>
          <p:nvPr/>
        </p:nvSpPr>
        <p:spPr>
          <a:xfrm>
            <a:off x="4216161" y="2805621"/>
            <a:ext cx="45341" cy="45341"/>
          </a:xfrm>
          <a:prstGeom prst="ellipse">
            <a:avLst/>
          </a:prstGeom>
          <a:solidFill>
            <a:srgbClr val="007C83">
              <a:alpha val="40000"/>
            </a:srgbClr>
          </a:solidFill>
          <a:ln w="0">
            <a:noFill/>
            <a:prstDash val="solid"/>
          </a:ln>
        </p:spPr>
      </p:sp>
      <p:sp>
        <p:nvSpPr>
          <p:cNvPr id="495" name="a_full_bar_ellipse_494">
            <a:extLst>
              <a:ext uri="{FF2B5EF4-FFF2-40B4-BE49-F238E27FC236}">
                <a16:creationId xmlns:a16="http://schemas.microsoft.com/office/drawing/2014/main" id="{99BA59BF-F68F-4CBE-BDC6-EFF2641F95FD}"/>
              </a:ext>
            </a:extLst>
          </p:cNvPr>
          <p:cNvSpPr>
            <a:spLocks noGrp="1"/>
          </p:cNvSpPr>
          <p:nvPr/>
        </p:nvSpPr>
        <p:spPr>
          <a:xfrm>
            <a:off x="4284319" y="3241362"/>
            <a:ext cx="45341" cy="45341"/>
          </a:xfrm>
          <a:prstGeom prst="ellipse">
            <a:avLst/>
          </a:prstGeom>
          <a:solidFill>
            <a:srgbClr val="007C83">
              <a:alpha val="40000"/>
            </a:srgbClr>
          </a:solidFill>
          <a:ln w="0">
            <a:noFill/>
            <a:prstDash val="solid"/>
          </a:ln>
        </p:spPr>
      </p:sp>
      <p:sp>
        <p:nvSpPr>
          <p:cNvPr id="496" name="a_full_bar_ellipse_495">
            <a:extLst>
              <a:ext uri="{FF2B5EF4-FFF2-40B4-BE49-F238E27FC236}">
                <a16:creationId xmlns:a16="http://schemas.microsoft.com/office/drawing/2014/main" id="{A6AAE9CA-D4C9-448F-AA37-2FF4F9F168D0}"/>
              </a:ext>
            </a:extLst>
          </p:cNvPr>
          <p:cNvSpPr>
            <a:spLocks noGrp="1"/>
          </p:cNvSpPr>
          <p:nvPr/>
        </p:nvSpPr>
        <p:spPr>
          <a:xfrm>
            <a:off x="4177610" y="3173879"/>
            <a:ext cx="45341" cy="45341"/>
          </a:xfrm>
          <a:prstGeom prst="ellipse">
            <a:avLst/>
          </a:prstGeom>
          <a:solidFill>
            <a:srgbClr val="007C83">
              <a:alpha val="40000"/>
            </a:srgbClr>
          </a:solidFill>
          <a:ln w="0">
            <a:noFill/>
            <a:prstDash val="solid"/>
          </a:ln>
        </p:spPr>
      </p:sp>
      <p:sp>
        <p:nvSpPr>
          <p:cNvPr id="497" name="a_full_bar_ellipse_496">
            <a:extLst>
              <a:ext uri="{FF2B5EF4-FFF2-40B4-BE49-F238E27FC236}">
                <a16:creationId xmlns:a16="http://schemas.microsoft.com/office/drawing/2014/main" id="{C5D83DB4-B763-4C49-9C19-57E13BA54F73}"/>
              </a:ext>
            </a:extLst>
          </p:cNvPr>
          <p:cNvSpPr>
            <a:spLocks noGrp="1"/>
          </p:cNvSpPr>
          <p:nvPr/>
        </p:nvSpPr>
        <p:spPr>
          <a:xfrm>
            <a:off x="4350932" y="2754953"/>
            <a:ext cx="45341" cy="45341"/>
          </a:xfrm>
          <a:prstGeom prst="ellipse">
            <a:avLst/>
          </a:prstGeom>
          <a:solidFill>
            <a:srgbClr val="007C83">
              <a:alpha val="40000"/>
            </a:srgbClr>
          </a:solidFill>
          <a:ln w="0">
            <a:noFill/>
            <a:prstDash val="solid"/>
          </a:ln>
        </p:spPr>
      </p:sp>
      <p:sp>
        <p:nvSpPr>
          <p:cNvPr id="498" name="a_full_bar_ellipse_497">
            <a:extLst>
              <a:ext uri="{FF2B5EF4-FFF2-40B4-BE49-F238E27FC236}">
                <a16:creationId xmlns:a16="http://schemas.microsoft.com/office/drawing/2014/main" id="{22F3E330-E197-44F2-9B04-3AC850FC96F2}"/>
              </a:ext>
            </a:extLst>
          </p:cNvPr>
          <p:cNvSpPr>
            <a:spLocks noGrp="1"/>
          </p:cNvSpPr>
          <p:nvPr/>
        </p:nvSpPr>
        <p:spPr>
          <a:xfrm>
            <a:off x="4291136" y="4457382"/>
            <a:ext cx="45341" cy="45341"/>
          </a:xfrm>
          <a:prstGeom prst="ellipse">
            <a:avLst/>
          </a:prstGeom>
          <a:solidFill>
            <a:srgbClr val="007C83">
              <a:alpha val="40000"/>
            </a:srgbClr>
          </a:solidFill>
          <a:ln w="0">
            <a:noFill/>
            <a:prstDash val="solid"/>
          </a:ln>
        </p:spPr>
      </p:sp>
      <p:sp>
        <p:nvSpPr>
          <p:cNvPr id="499" name="a_full_bar_ellipse_498">
            <a:extLst>
              <a:ext uri="{FF2B5EF4-FFF2-40B4-BE49-F238E27FC236}">
                <a16:creationId xmlns:a16="http://schemas.microsoft.com/office/drawing/2014/main" id="{0EE4144F-6C56-4044-A4F5-E3CD44EE43C2}"/>
              </a:ext>
            </a:extLst>
          </p:cNvPr>
          <p:cNvSpPr>
            <a:spLocks noGrp="1"/>
          </p:cNvSpPr>
          <p:nvPr/>
        </p:nvSpPr>
        <p:spPr>
          <a:xfrm>
            <a:off x="4266792" y="2025341"/>
            <a:ext cx="45341" cy="45341"/>
          </a:xfrm>
          <a:prstGeom prst="ellipse">
            <a:avLst/>
          </a:prstGeom>
          <a:solidFill>
            <a:srgbClr val="007C83">
              <a:alpha val="40000"/>
            </a:srgbClr>
          </a:solidFill>
          <a:ln w="0">
            <a:noFill/>
            <a:prstDash val="solid"/>
          </a:ln>
        </p:spPr>
      </p:sp>
      <p:sp>
        <p:nvSpPr>
          <p:cNvPr id="500" name="a_full_bar_ellipse_499">
            <a:extLst>
              <a:ext uri="{FF2B5EF4-FFF2-40B4-BE49-F238E27FC236}">
                <a16:creationId xmlns:a16="http://schemas.microsoft.com/office/drawing/2014/main" id="{5EE1E52B-8E5E-455B-A48D-B17D20EE6E10}"/>
              </a:ext>
            </a:extLst>
          </p:cNvPr>
          <p:cNvSpPr>
            <a:spLocks noGrp="1"/>
          </p:cNvSpPr>
          <p:nvPr/>
        </p:nvSpPr>
        <p:spPr>
          <a:xfrm>
            <a:off x="4332674" y="2025341"/>
            <a:ext cx="45341" cy="45341"/>
          </a:xfrm>
          <a:prstGeom prst="ellipse">
            <a:avLst/>
          </a:prstGeom>
          <a:solidFill>
            <a:srgbClr val="007C83">
              <a:alpha val="40000"/>
            </a:srgbClr>
          </a:solidFill>
          <a:ln w="0">
            <a:noFill/>
            <a:prstDash val="solid"/>
          </a:ln>
        </p:spPr>
      </p:sp>
      <p:sp>
        <p:nvSpPr>
          <p:cNvPr id="501" name="a_full_bar_ellipse_500">
            <a:extLst>
              <a:ext uri="{FF2B5EF4-FFF2-40B4-BE49-F238E27FC236}">
                <a16:creationId xmlns:a16="http://schemas.microsoft.com/office/drawing/2014/main" id="{2D800D89-83D2-4D64-B9C2-FD7E2BE7D4E9}"/>
              </a:ext>
            </a:extLst>
          </p:cNvPr>
          <p:cNvSpPr>
            <a:spLocks noGrp="1"/>
          </p:cNvSpPr>
          <p:nvPr/>
        </p:nvSpPr>
        <p:spPr>
          <a:xfrm>
            <a:off x="4305146" y="2719662"/>
            <a:ext cx="45341" cy="45341"/>
          </a:xfrm>
          <a:prstGeom prst="ellipse">
            <a:avLst/>
          </a:prstGeom>
          <a:solidFill>
            <a:srgbClr val="007C83">
              <a:alpha val="40000"/>
            </a:srgbClr>
          </a:solidFill>
          <a:ln w="0">
            <a:noFill/>
            <a:prstDash val="solid"/>
          </a:ln>
        </p:spPr>
      </p:sp>
      <p:sp>
        <p:nvSpPr>
          <p:cNvPr id="502" name="a_full_bar_ellipse_501">
            <a:extLst>
              <a:ext uri="{FF2B5EF4-FFF2-40B4-BE49-F238E27FC236}">
                <a16:creationId xmlns:a16="http://schemas.microsoft.com/office/drawing/2014/main" id="{BF9108F3-4A1D-4405-8569-7F8E19BF0220}"/>
              </a:ext>
            </a:extLst>
          </p:cNvPr>
          <p:cNvSpPr>
            <a:spLocks noGrp="1"/>
          </p:cNvSpPr>
          <p:nvPr/>
        </p:nvSpPr>
        <p:spPr>
          <a:xfrm>
            <a:off x="4275367" y="2430681"/>
            <a:ext cx="45341" cy="45341"/>
          </a:xfrm>
          <a:prstGeom prst="ellipse">
            <a:avLst/>
          </a:prstGeom>
          <a:solidFill>
            <a:srgbClr val="007C83">
              <a:alpha val="40000"/>
            </a:srgbClr>
          </a:solidFill>
          <a:ln w="0">
            <a:noFill/>
            <a:prstDash val="solid"/>
          </a:ln>
        </p:spPr>
      </p:sp>
      <p:sp>
        <p:nvSpPr>
          <p:cNvPr id="503" name="a_full_bar_ellipse_502">
            <a:extLst>
              <a:ext uri="{FF2B5EF4-FFF2-40B4-BE49-F238E27FC236}">
                <a16:creationId xmlns:a16="http://schemas.microsoft.com/office/drawing/2014/main" id="{C35B60A8-014C-4778-BD45-448282073A4C}"/>
              </a:ext>
            </a:extLst>
          </p:cNvPr>
          <p:cNvSpPr>
            <a:spLocks noGrp="1"/>
          </p:cNvSpPr>
          <p:nvPr/>
        </p:nvSpPr>
        <p:spPr>
          <a:xfrm>
            <a:off x="4235942" y="2836021"/>
            <a:ext cx="45341" cy="45341"/>
          </a:xfrm>
          <a:prstGeom prst="ellipse">
            <a:avLst/>
          </a:prstGeom>
          <a:solidFill>
            <a:srgbClr val="007C83">
              <a:alpha val="40000"/>
            </a:srgbClr>
          </a:solidFill>
          <a:ln w="0">
            <a:noFill/>
            <a:prstDash val="solid"/>
          </a:ln>
        </p:spPr>
      </p:sp>
      <p:sp>
        <p:nvSpPr>
          <p:cNvPr id="504" name="a_full_bar_ellipse_503">
            <a:extLst>
              <a:ext uri="{FF2B5EF4-FFF2-40B4-BE49-F238E27FC236}">
                <a16:creationId xmlns:a16="http://schemas.microsoft.com/office/drawing/2014/main" id="{6DBC8F60-6DD0-496D-BD15-EBD09572331C}"/>
              </a:ext>
            </a:extLst>
          </p:cNvPr>
          <p:cNvSpPr>
            <a:spLocks noGrp="1"/>
          </p:cNvSpPr>
          <p:nvPr/>
        </p:nvSpPr>
        <p:spPr>
          <a:xfrm>
            <a:off x="4286270" y="3241362"/>
            <a:ext cx="45341" cy="45341"/>
          </a:xfrm>
          <a:prstGeom prst="ellipse">
            <a:avLst/>
          </a:prstGeom>
          <a:solidFill>
            <a:srgbClr val="007C83">
              <a:alpha val="40000"/>
            </a:srgbClr>
          </a:solidFill>
          <a:ln w="0">
            <a:noFill/>
            <a:prstDash val="solid"/>
          </a:ln>
        </p:spPr>
      </p:sp>
      <p:sp>
        <p:nvSpPr>
          <p:cNvPr id="505" name="a_full_bar_ellipse_504">
            <a:extLst>
              <a:ext uri="{FF2B5EF4-FFF2-40B4-BE49-F238E27FC236}">
                <a16:creationId xmlns:a16="http://schemas.microsoft.com/office/drawing/2014/main" id="{9D908280-71AF-4F8A-9133-B42824297383}"/>
              </a:ext>
            </a:extLst>
          </p:cNvPr>
          <p:cNvSpPr>
            <a:spLocks noGrp="1"/>
          </p:cNvSpPr>
          <p:nvPr/>
        </p:nvSpPr>
        <p:spPr>
          <a:xfrm>
            <a:off x="4183108" y="3097219"/>
            <a:ext cx="45341" cy="45341"/>
          </a:xfrm>
          <a:prstGeom prst="ellipse">
            <a:avLst/>
          </a:prstGeom>
          <a:solidFill>
            <a:srgbClr val="007C83">
              <a:alpha val="40000"/>
            </a:srgbClr>
          </a:solidFill>
          <a:ln w="0">
            <a:noFill/>
            <a:prstDash val="solid"/>
          </a:ln>
        </p:spPr>
      </p:sp>
      <p:sp>
        <p:nvSpPr>
          <p:cNvPr id="506" name="a_full_bar_ellipse_505">
            <a:extLst>
              <a:ext uri="{FF2B5EF4-FFF2-40B4-BE49-F238E27FC236}">
                <a16:creationId xmlns:a16="http://schemas.microsoft.com/office/drawing/2014/main" id="{4DEE385F-8A37-4ADF-8607-0CFABD83933C}"/>
              </a:ext>
            </a:extLst>
          </p:cNvPr>
          <p:cNvSpPr>
            <a:spLocks noGrp="1"/>
          </p:cNvSpPr>
          <p:nvPr/>
        </p:nvSpPr>
        <p:spPr>
          <a:xfrm>
            <a:off x="4237036" y="2025341"/>
            <a:ext cx="45341" cy="45341"/>
          </a:xfrm>
          <a:prstGeom prst="ellipse">
            <a:avLst/>
          </a:prstGeom>
          <a:solidFill>
            <a:srgbClr val="007C83">
              <a:alpha val="40000"/>
            </a:srgbClr>
          </a:solidFill>
          <a:ln w="0">
            <a:noFill/>
            <a:prstDash val="solid"/>
          </a:ln>
        </p:spPr>
      </p:sp>
      <p:sp>
        <p:nvSpPr>
          <p:cNvPr id="507" name="a_full_bar_ellipse_506">
            <a:extLst>
              <a:ext uri="{FF2B5EF4-FFF2-40B4-BE49-F238E27FC236}">
                <a16:creationId xmlns:a16="http://schemas.microsoft.com/office/drawing/2014/main" id="{43DBF6E0-806D-4A2F-BFB9-85F715FFD6A1}"/>
              </a:ext>
            </a:extLst>
          </p:cNvPr>
          <p:cNvSpPr>
            <a:spLocks noGrp="1"/>
          </p:cNvSpPr>
          <p:nvPr/>
        </p:nvSpPr>
        <p:spPr>
          <a:xfrm>
            <a:off x="4293568" y="4457382"/>
            <a:ext cx="45341" cy="45341"/>
          </a:xfrm>
          <a:prstGeom prst="ellipse">
            <a:avLst/>
          </a:prstGeom>
          <a:solidFill>
            <a:srgbClr val="007C83">
              <a:alpha val="40000"/>
            </a:srgbClr>
          </a:solidFill>
          <a:ln w="0">
            <a:noFill/>
            <a:prstDash val="solid"/>
          </a:ln>
        </p:spPr>
      </p:sp>
      <p:sp>
        <p:nvSpPr>
          <p:cNvPr id="508" name="a_full_bar_ellipse_507">
            <a:extLst>
              <a:ext uri="{FF2B5EF4-FFF2-40B4-BE49-F238E27FC236}">
                <a16:creationId xmlns:a16="http://schemas.microsoft.com/office/drawing/2014/main" id="{CDFFB35F-B2E8-4E0C-AC39-A7E71443E7C7}"/>
              </a:ext>
            </a:extLst>
          </p:cNvPr>
          <p:cNvSpPr>
            <a:spLocks noGrp="1"/>
          </p:cNvSpPr>
          <p:nvPr/>
        </p:nvSpPr>
        <p:spPr>
          <a:xfrm>
            <a:off x="4358244" y="3241362"/>
            <a:ext cx="45341" cy="45341"/>
          </a:xfrm>
          <a:prstGeom prst="ellipse">
            <a:avLst/>
          </a:prstGeom>
          <a:solidFill>
            <a:srgbClr val="007C83">
              <a:alpha val="40000"/>
            </a:srgbClr>
          </a:solidFill>
          <a:ln w="0">
            <a:noFill/>
            <a:prstDash val="solid"/>
          </a:ln>
        </p:spPr>
      </p:sp>
      <p:sp>
        <p:nvSpPr>
          <p:cNvPr id="509" name="a_full_bar_ellipse_508">
            <a:extLst>
              <a:ext uri="{FF2B5EF4-FFF2-40B4-BE49-F238E27FC236}">
                <a16:creationId xmlns:a16="http://schemas.microsoft.com/office/drawing/2014/main" id="{23235C95-684F-4774-9C17-A76B104383B8}"/>
              </a:ext>
            </a:extLst>
          </p:cNvPr>
          <p:cNvSpPr>
            <a:spLocks noGrp="1"/>
          </p:cNvSpPr>
          <p:nvPr/>
        </p:nvSpPr>
        <p:spPr>
          <a:xfrm>
            <a:off x="4346280" y="4457382"/>
            <a:ext cx="45341" cy="45341"/>
          </a:xfrm>
          <a:prstGeom prst="ellipse">
            <a:avLst/>
          </a:prstGeom>
          <a:solidFill>
            <a:srgbClr val="007C83">
              <a:alpha val="40000"/>
            </a:srgbClr>
          </a:solidFill>
          <a:ln w="0">
            <a:noFill/>
            <a:prstDash val="solid"/>
          </a:ln>
        </p:spPr>
      </p:sp>
      <p:sp>
        <p:nvSpPr>
          <p:cNvPr id="510" name="a_full_bar_ellipse_509">
            <a:extLst>
              <a:ext uri="{FF2B5EF4-FFF2-40B4-BE49-F238E27FC236}">
                <a16:creationId xmlns:a16="http://schemas.microsoft.com/office/drawing/2014/main" id="{082D161F-6029-4F15-B060-B27E591F6B77}"/>
              </a:ext>
            </a:extLst>
          </p:cNvPr>
          <p:cNvSpPr>
            <a:spLocks noGrp="1"/>
          </p:cNvSpPr>
          <p:nvPr/>
        </p:nvSpPr>
        <p:spPr>
          <a:xfrm>
            <a:off x="4324738" y="3444818"/>
            <a:ext cx="45341" cy="45341"/>
          </a:xfrm>
          <a:prstGeom prst="ellipse">
            <a:avLst/>
          </a:prstGeom>
          <a:solidFill>
            <a:srgbClr val="007C83">
              <a:alpha val="40000"/>
            </a:srgbClr>
          </a:solidFill>
          <a:ln w="0">
            <a:noFill/>
            <a:prstDash val="solid"/>
          </a:ln>
        </p:spPr>
      </p:sp>
      <p:sp>
        <p:nvSpPr>
          <p:cNvPr id="511" name="a_full_bar_ellipse_510">
            <a:extLst>
              <a:ext uri="{FF2B5EF4-FFF2-40B4-BE49-F238E27FC236}">
                <a16:creationId xmlns:a16="http://schemas.microsoft.com/office/drawing/2014/main" id="{84B3CD8F-E16A-490F-B9D0-927052203443}"/>
              </a:ext>
            </a:extLst>
          </p:cNvPr>
          <p:cNvSpPr>
            <a:spLocks noGrp="1"/>
          </p:cNvSpPr>
          <p:nvPr/>
        </p:nvSpPr>
        <p:spPr>
          <a:xfrm>
            <a:off x="4198706" y="4457382"/>
            <a:ext cx="45341" cy="45341"/>
          </a:xfrm>
          <a:prstGeom prst="ellipse">
            <a:avLst/>
          </a:prstGeom>
          <a:solidFill>
            <a:srgbClr val="007C83">
              <a:alpha val="40000"/>
            </a:srgbClr>
          </a:solidFill>
          <a:ln w="0">
            <a:noFill/>
            <a:prstDash val="solid"/>
          </a:ln>
        </p:spPr>
      </p:sp>
      <p:sp>
        <p:nvSpPr>
          <p:cNvPr id="512" name="a_full_bar_ellipse_511">
            <a:extLst>
              <a:ext uri="{FF2B5EF4-FFF2-40B4-BE49-F238E27FC236}">
                <a16:creationId xmlns:a16="http://schemas.microsoft.com/office/drawing/2014/main" id="{FA54E9F0-0BAF-4521-B7C5-05CDC85C9E3E}"/>
              </a:ext>
            </a:extLst>
          </p:cNvPr>
          <p:cNvSpPr>
            <a:spLocks noGrp="1"/>
          </p:cNvSpPr>
          <p:nvPr/>
        </p:nvSpPr>
        <p:spPr>
          <a:xfrm>
            <a:off x="4317254" y="4017540"/>
            <a:ext cx="45341" cy="45341"/>
          </a:xfrm>
          <a:prstGeom prst="ellipse">
            <a:avLst/>
          </a:prstGeom>
          <a:solidFill>
            <a:srgbClr val="007C83">
              <a:alpha val="40000"/>
            </a:srgbClr>
          </a:solidFill>
          <a:ln w="0">
            <a:noFill/>
            <a:prstDash val="solid"/>
          </a:ln>
        </p:spPr>
      </p:sp>
      <p:sp>
        <p:nvSpPr>
          <p:cNvPr id="513" name="a_full_bar_ellipse_512">
            <a:extLst>
              <a:ext uri="{FF2B5EF4-FFF2-40B4-BE49-F238E27FC236}">
                <a16:creationId xmlns:a16="http://schemas.microsoft.com/office/drawing/2014/main" id="{A3B8A4F4-D360-42EF-8E20-C4C28BD4771B}"/>
              </a:ext>
            </a:extLst>
          </p:cNvPr>
          <p:cNvSpPr>
            <a:spLocks noGrp="1"/>
          </p:cNvSpPr>
          <p:nvPr/>
        </p:nvSpPr>
        <p:spPr>
          <a:xfrm>
            <a:off x="4321425" y="4457382"/>
            <a:ext cx="45341" cy="45341"/>
          </a:xfrm>
          <a:prstGeom prst="ellipse">
            <a:avLst/>
          </a:prstGeom>
          <a:solidFill>
            <a:srgbClr val="007C83">
              <a:alpha val="40000"/>
            </a:srgbClr>
          </a:solidFill>
          <a:ln w="0">
            <a:noFill/>
            <a:prstDash val="solid"/>
          </a:ln>
        </p:spPr>
      </p:sp>
      <p:sp>
        <p:nvSpPr>
          <p:cNvPr id="514" name="a_full_bar_ellipse_513">
            <a:extLst>
              <a:ext uri="{FF2B5EF4-FFF2-40B4-BE49-F238E27FC236}">
                <a16:creationId xmlns:a16="http://schemas.microsoft.com/office/drawing/2014/main" id="{2D705A00-BD00-4A47-962E-095024F7BF70}"/>
              </a:ext>
            </a:extLst>
          </p:cNvPr>
          <p:cNvSpPr>
            <a:spLocks noGrp="1"/>
          </p:cNvSpPr>
          <p:nvPr/>
        </p:nvSpPr>
        <p:spPr>
          <a:xfrm>
            <a:off x="4347368" y="2025341"/>
            <a:ext cx="45341" cy="45341"/>
          </a:xfrm>
          <a:prstGeom prst="ellipse">
            <a:avLst/>
          </a:prstGeom>
          <a:solidFill>
            <a:srgbClr val="007C83">
              <a:alpha val="40000"/>
            </a:srgbClr>
          </a:solidFill>
          <a:ln w="0">
            <a:noFill/>
            <a:prstDash val="solid"/>
          </a:ln>
        </p:spPr>
      </p:sp>
      <p:sp>
        <p:nvSpPr>
          <p:cNvPr id="515" name="a_full_bar_ellipse_514">
            <a:extLst>
              <a:ext uri="{FF2B5EF4-FFF2-40B4-BE49-F238E27FC236}">
                <a16:creationId xmlns:a16="http://schemas.microsoft.com/office/drawing/2014/main" id="{2900FEC4-340A-4845-BA8D-8B040930F701}"/>
              </a:ext>
            </a:extLst>
          </p:cNvPr>
          <p:cNvSpPr>
            <a:spLocks noGrp="1"/>
          </p:cNvSpPr>
          <p:nvPr/>
        </p:nvSpPr>
        <p:spPr>
          <a:xfrm>
            <a:off x="4320145" y="2025341"/>
            <a:ext cx="45341" cy="45341"/>
          </a:xfrm>
          <a:prstGeom prst="ellipse">
            <a:avLst/>
          </a:prstGeom>
          <a:solidFill>
            <a:srgbClr val="007C83">
              <a:alpha val="40000"/>
            </a:srgbClr>
          </a:solidFill>
          <a:ln w="0">
            <a:noFill/>
            <a:prstDash val="solid"/>
          </a:ln>
        </p:spPr>
      </p:sp>
      <p:sp>
        <p:nvSpPr>
          <p:cNvPr id="516" name="a_full_bar_ellipse_515">
            <a:extLst>
              <a:ext uri="{FF2B5EF4-FFF2-40B4-BE49-F238E27FC236}">
                <a16:creationId xmlns:a16="http://schemas.microsoft.com/office/drawing/2014/main" id="{8A7A4149-AE1D-402B-8155-846FE6FFC14D}"/>
              </a:ext>
            </a:extLst>
          </p:cNvPr>
          <p:cNvSpPr>
            <a:spLocks noGrp="1"/>
          </p:cNvSpPr>
          <p:nvPr/>
        </p:nvSpPr>
        <p:spPr>
          <a:xfrm>
            <a:off x="4318612" y="4457382"/>
            <a:ext cx="45341" cy="45341"/>
          </a:xfrm>
          <a:prstGeom prst="ellipse">
            <a:avLst/>
          </a:prstGeom>
          <a:solidFill>
            <a:srgbClr val="007C83">
              <a:alpha val="40000"/>
            </a:srgbClr>
          </a:solidFill>
          <a:ln w="0">
            <a:noFill/>
            <a:prstDash val="solid"/>
          </a:ln>
        </p:spPr>
      </p:sp>
      <p:sp>
        <p:nvSpPr>
          <p:cNvPr id="517" name="a_full_bar_ellipse_516">
            <a:extLst>
              <a:ext uri="{FF2B5EF4-FFF2-40B4-BE49-F238E27FC236}">
                <a16:creationId xmlns:a16="http://schemas.microsoft.com/office/drawing/2014/main" id="{F1A21E3B-8FDC-4A92-8DDD-31666E8BF722}"/>
              </a:ext>
            </a:extLst>
          </p:cNvPr>
          <p:cNvSpPr>
            <a:spLocks noGrp="1"/>
          </p:cNvSpPr>
          <p:nvPr/>
        </p:nvSpPr>
        <p:spPr>
          <a:xfrm>
            <a:off x="4236538" y="2025341"/>
            <a:ext cx="45341" cy="45341"/>
          </a:xfrm>
          <a:prstGeom prst="ellipse">
            <a:avLst/>
          </a:prstGeom>
          <a:solidFill>
            <a:srgbClr val="007C83">
              <a:alpha val="40000"/>
            </a:srgbClr>
          </a:solidFill>
          <a:ln w="0">
            <a:noFill/>
            <a:prstDash val="solid"/>
          </a:ln>
        </p:spPr>
      </p:sp>
      <p:sp>
        <p:nvSpPr>
          <p:cNvPr id="518" name="a_full_bar_ellipse_517">
            <a:extLst>
              <a:ext uri="{FF2B5EF4-FFF2-40B4-BE49-F238E27FC236}">
                <a16:creationId xmlns:a16="http://schemas.microsoft.com/office/drawing/2014/main" id="{54FCD565-6E0B-4F9D-AA75-3B1A11EE35F6}"/>
              </a:ext>
            </a:extLst>
          </p:cNvPr>
          <p:cNvSpPr>
            <a:spLocks noGrp="1"/>
          </p:cNvSpPr>
          <p:nvPr/>
        </p:nvSpPr>
        <p:spPr>
          <a:xfrm>
            <a:off x="4201424" y="3241362"/>
            <a:ext cx="45341" cy="45341"/>
          </a:xfrm>
          <a:prstGeom prst="ellipse">
            <a:avLst/>
          </a:prstGeom>
          <a:solidFill>
            <a:srgbClr val="007C83">
              <a:alpha val="40000"/>
            </a:srgbClr>
          </a:solidFill>
          <a:ln w="0">
            <a:noFill/>
            <a:prstDash val="solid"/>
          </a:ln>
        </p:spPr>
      </p:sp>
      <p:sp>
        <p:nvSpPr>
          <p:cNvPr id="519" name="a_full_bar_ellipse_518">
            <a:extLst>
              <a:ext uri="{FF2B5EF4-FFF2-40B4-BE49-F238E27FC236}">
                <a16:creationId xmlns:a16="http://schemas.microsoft.com/office/drawing/2014/main" id="{AD521899-272F-4B4D-B7DD-5CE7B86AFE2E}"/>
              </a:ext>
            </a:extLst>
          </p:cNvPr>
          <p:cNvSpPr>
            <a:spLocks noGrp="1"/>
          </p:cNvSpPr>
          <p:nvPr/>
        </p:nvSpPr>
        <p:spPr>
          <a:xfrm>
            <a:off x="4216602" y="4457382"/>
            <a:ext cx="45341" cy="45341"/>
          </a:xfrm>
          <a:prstGeom prst="ellipse">
            <a:avLst/>
          </a:prstGeom>
          <a:solidFill>
            <a:srgbClr val="007C83">
              <a:alpha val="40000"/>
            </a:srgbClr>
          </a:solidFill>
          <a:ln w="0">
            <a:noFill/>
            <a:prstDash val="solid"/>
          </a:ln>
        </p:spPr>
      </p:sp>
      <p:sp>
        <p:nvSpPr>
          <p:cNvPr id="520" name="a_full_bar_ellipse_519">
            <a:extLst>
              <a:ext uri="{FF2B5EF4-FFF2-40B4-BE49-F238E27FC236}">
                <a16:creationId xmlns:a16="http://schemas.microsoft.com/office/drawing/2014/main" id="{C6FD6E26-4220-4698-91AA-BC1F4A63A659}"/>
              </a:ext>
            </a:extLst>
          </p:cNvPr>
          <p:cNvSpPr>
            <a:spLocks noGrp="1"/>
          </p:cNvSpPr>
          <p:nvPr/>
        </p:nvSpPr>
        <p:spPr>
          <a:xfrm>
            <a:off x="4331125" y="3241362"/>
            <a:ext cx="45341" cy="45341"/>
          </a:xfrm>
          <a:prstGeom prst="ellipse">
            <a:avLst/>
          </a:prstGeom>
          <a:solidFill>
            <a:srgbClr val="007C83">
              <a:alpha val="40000"/>
            </a:srgbClr>
          </a:solidFill>
          <a:ln w="0">
            <a:noFill/>
            <a:prstDash val="solid"/>
          </a:ln>
        </p:spPr>
      </p:sp>
      <p:sp>
        <p:nvSpPr>
          <p:cNvPr id="521" name="a_full_bar_ellipse_520">
            <a:extLst>
              <a:ext uri="{FF2B5EF4-FFF2-40B4-BE49-F238E27FC236}">
                <a16:creationId xmlns:a16="http://schemas.microsoft.com/office/drawing/2014/main" id="{DA0DB844-AD8C-489D-A1C9-AAFD9D00C40C}"/>
              </a:ext>
            </a:extLst>
          </p:cNvPr>
          <p:cNvSpPr>
            <a:spLocks noGrp="1"/>
          </p:cNvSpPr>
          <p:nvPr/>
        </p:nvSpPr>
        <p:spPr>
          <a:xfrm>
            <a:off x="4321539" y="2025341"/>
            <a:ext cx="45341" cy="45341"/>
          </a:xfrm>
          <a:prstGeom prst="ellipse">
            <a:avLst/>
          </a:prstGeom>
          <a:solidFill>
            <a:srgbClr val="007C83">
              <a:alpha val="40000"/>
            </a:srgbClr>
          </a:solidFill>
          <a:ln w="0">
            <a:noFill/>
            <a:prstDash val="solid"/>
          </a:ln>
        </p:spPr>
      </p:sp>
      <p:sp>
        <p:nvSpPr>
          <p:cNvPr id="522" name="a_full_bar_ellipse_521">
            <a:extLst>
              <a:ext uri="{FF2B5EF4-FFF2-40B4-BE49-F238E27FC236}">
                <a16:creationId xmlns:a16="http://schemas.microsoft.com/office/drawing/2014/main" id="{72224A4D-C75C-4FC9-82E0-A4FEA5F68EF4}"/>
              </a:ext>
            </a:extLst>
          </p:cNvPr>
          <p:cNvSpPr>
            <a:spLocks noGrp="1"/>
          </p:cNvSpPr>
          <p:nvPr/>
        </p:nvSpPr>
        <p:spPr>
          <a:xfrm>
            <a:off x="4256171" y="3241362"/>
            <a:ext cx="45341" cy="45341"/>
          </a:xfrm>
          <a:prstGeom prst="ellipse">
            <a:avLst/>
          </a:prstGeom>
          <a:solidFill>
            <a:srgbClr val="007C83">
              <a:alpha val="40000"/>
            </a:srgbClr>
          </a:solidFill>
          <a:ln w="0">
            <a:noFill/>
            <a:prstDash val="solid"/>
          </a:ln>
        </p:spPr>
      </p:sp>
      <p:sp>
        <p:nvSpPr>
          <p:cNvPr id="523" name="a_full_bar_ellipse_522">
            <a:extLst>
              <a:ext uri="{FF2B5EF4-FFF2-40B4-BE49-F238E27FC236}">
                <a16:creationId xmlns:a16="http://schemas.microsoft.com/office/drawing/2014/main" id="{768B83FC-CF2F-4FF5-8449-B770DA4E0C85}"/>
              </a:ext>
            </a:extLst>
          </p:cNvPr>
          <p:cNvSpPr>
            <a:spLocks noGrp="1"/>
          </p:cNvSpPr>
          <p:nvPr/>
        </p:nvSpPr>
        <p:spPr>
          <a:xfrm>
            <a:off x="4320203" y="4099617"/>
            <a:ext cx="45341" cy="45341"/>
          </a:xfrm>
          <a:prstGeom prst="ellipse">
            <a:avLst/>
          </a:prstGeom>
          <a:solidFill>
            <a:srgbClr val="007C83">
              <a:alpha val="40000"/>
            </a:srgbClr>
          </a:solidFill>
          <a:ln w="0">
            <a:noFill/>
            <a:prstDash val="solid"/>
          </a:ln>
        </p:spPr>
      </p:sp>
      <p:sp>
        <p:nvSpPr>
          <p:cNvPr id="524" name="a_full_bar_ellipse_523">
            <a:extLst>
              <a:ext uri="{FF2B5EF4-FFF2-40B4-BE49-F238E27FC236}">
                <a16:creationId xmlns:a16="http://schemas.microsoft.com/office/drawing/2014/main" id="{9814461D-E2B8-4B20-A06E-32D4A1C5F5B5}"/>
              </a:ext>
            </a:extLst>
          </p:cNvPr>
          <p:cNvSpPr>
            <a:spLocks noGrp="1"/>
          </p:cNvSpPr>
          <p:nvPr/>
        </p:nvSpPr>
        <p:spPr>
          <a:xfrm>
            <a:off x="4254995" y="2025341"/>
            <a:ext cx="45341" cy="45341"/>
          </a:xfrm>
          <a:prstGeom prst="ellipse">
            <a:avLst/>
          </a:prstGeom>
          <a:solidFill>
            <a:srgbClr val="007C83">
              <a:alpha val="40000"/>
            </a:srgbClr>
          </a:solidFill>
          <a:ln w="0">
            <a:noFill/>
            <a:prstDash val="solid"/>
          </a:ln>
        </p:spPr>
      </p:sp>
      <p:sp>
        <p:nvSpPr>
          <p:cNvPr id="525" name="a_full_bar_ellipse_524">
            <a:extLst>
              <a:ext uri="{FF2B5EF4-FFF2-40B4-BE49-F238E27FC236}">
                <a16:creationId xmlns:a16="http://schemas.microsoft.com/office/drawing/2014/main" id="{16C69E1F-122E-4461-B81B-E88042AD3D73}"/>
              </a:ext>
            </a:extLst>
          </p:cNvPr>
          <p:cNvSpPr>
            <a:spLocks noGrp="1"/>
          </p:cNvSpPr>
          <p:nvPr/>
        </p:nvSpPr>
        <p:spPr>
          <a:xfrm>
            <a:off x="4216430" y="2430681"/>
            <a:ext cx="45341" cy="45341"/>
          </a:xfrm>
          <a:prstGeom prst="ellipse">
            <a:avLst/>
          </a:prstGeom>
          <a:solidFill>
            <a:srgbClr val="007C83">
              <a:alpha val="40000"/>
            </a:srgbClr>
          </a:solidFill>
          <a:ln w="0">
            <a:noFill/>
            <a:prstDash val="solid"/>
          </a:ln>
        </p:spPr>
      </p:sp>
      <p:sp>
        <p:nvSpPr>
          <p:cNvPr id="526" name="a_full_bar_ellipse_525">
            <a:extLst>
              <a:ext uri="{FF2B5EF4-FFF2-40B4-BE49-F238E27FC236}">
                <a16:creationId xmlns:a16="http://schemas.microsoft.com/office/drawing/2014/main" id="{F0FFEEC3-87CC-4021-84FD-51149BC180D4}"/>
              </a:ext>
            </a:extLst>
          </p:cNvPr>
          <p:cNvSpPr>
            <a:spLocks noGrp="1"/>
          </p:cNvSpPr>
          <p:nvPr/>
        </p:nvSpPr>
        <p:spPr>
          <a:xfrm>
            <a:off x="4214951" y="2836021"/>
            <a:ext cx="45341" cy="45341"/>
          </a:xfrm>
          <a:prstGeom prst="ellipse">
            <a:avLst/>
          </a:prstGeom>
          <a:solidFill>
            <a:srgbClr val="007C83">
              <a:alpha val="40000"/>
            </a:srgbClr>
          </a:solidFill>
          <a:ln w="0">
            <a:noFill/>
            <a:prstDash val="solid"/>
          </a:ln>
        </p:spPr>
      </p:sp>
      <p:sp>
        <p:nvSpPr>
          <p:cNvPr id="527" name="a_full_bar_ellipse_526">
            <a:extLst>
              <a:ext uri="{FF2B5EF4-FFF2-40B4-BE49-F238E27FC236}">
                <a16:creationId xmlns:a16="http://schemas.microsoft.com/office/drawing/2014/main" id="{C1D62699-AF30-4682-B5DF-DC504EAFA745}"/>
              </a:ext>
            </a:extLst>
          </p:cNvPr>
          <p:cNvSpPr>
            <a:spLocks noGrp="1"/>
          </p:cNvSpPr>
          <p:nvPr/>
        </p:nvSpPr>
        <p:spPr>
          <a:xfrm>
            <a:off x="4243839" y="4444715"/>
            <a:ext cx="45341" cy="45341"/>
          </a:xfrm>
          <a:prstGeom prst="ellipse">
            <a:avLst/>
          </a:prstGeom>
          <a:solidFill>
            <a:srgbClr val="007C83">
              <a:alpha val="40000"/>
            </a:srgbClr>
          </a:solidFill>
          <a:ln w="0">
            <a:noFill/>
            <a:prstDash val="solid"/>
          </a:ln>
        </p:spPr>
      </p:sp>
      <p:sp>
        <p:nvSpPr>
          <p:cNvPr id="528" name="a_full_bar_ellipse_527">
            <a:extLst>
              <a:ext uri="{FF2B5EF4-FFF2-40B4-BE49-F238E27FC236}">
                <a16:creationId xmlns:a16="http://schemas.microsoft.com/office/drawing/2014/main" id="{4BF51803-E2C1-439C-A2F4-53F6C019E85C}"/>
              </a:ext>
            </a:extLst>
          </p:cNvPr>
          <p:cNvSpPr>
            <a:spLocks noGrp="1"/>
          </p:cNvSpPr>
          <p:nvPr/>
        </p:nvSpPr>
        <p:spPr>
          <a:xfrm>
            <a:off x="4199758" y="3038691"/>
            <a:ext cx="45341" cy="45341"/>
          </a:xfrm>
          <a:prstGeom prst="ellipse">
            <a:avLst/>
          </a:prstGeom>
          <a:solidFill>
            <a:srgbClr val="007C83">
              <a:alpha val="40000"/>
            </a:srgbClr>
          </a:solidFill>
          <a:ln w="0">
            <a:noFill/>
            <a:prstDash val="solid"/>
          </a:ln>
        </p:spPr>
      </p:sp>
      <p:sp>
        <p:nvSpPr>
          <p:cNvPr id="529" name="a_full_bar_ellipse_528">
            <a:extLst>
              <a:ext uri="{FF2B5EF4-FFF2-40B4-BE49-F238E27FC236}">
                <a16:creationId xmlns:a16="http://schemas.microsoft.com/office/drawing/2014/main" id="{2564158F-4FDB-4F76-86D6-CEFB8C7ECC41}"/>
              </a:ext>
            </a:extLst>
          </p:cNvPr>
          <p:cNvSpPr>
            <a:spLocks noGrp="1"/>
          </p:cNvSpPr>
          <p:nvPr/>
        </p:nvSpPr>
        <p:spPr>
          <a:xfrm>
            <a:off x="4261970" y="2836021"/>
            <a:ext cx="45341" cy="45341"/>
          </a:xfrm>
          <a:prstGeom prst="ellipse">
            <a:avLst/>
          </a:prstGeom>
          <a:solidFill>
            <a:srgbClr val="007C83">
              <a:alpha val="40000"/>
            </a:srgbClr>
          </a:solidFill>
          <a:ln w="0">
            <a:noFill/>
            <a:prstDash val="solid"/>
          </a:ln>
        </p:spPr>
      </p:sp>
      <p:sp>
        <p:nvSpPr>
          <p:cNvPr id="530" name="a_full_bar_ellipse_529">
            <a:extLst>
              <a:ext uri="{FF2B5EF4-FFF2-40B4-BE49-F238E27FC236}">
                <a16:creationId xmlns:a16="http://schemas.microsoft.com/office/drawing/2014/main" id="{A3977504-484E-4E59-8D0E-3575032B51FE}"/>
              </a:ext>
            </a:extLst>
          </p:cNvPr>
          <p:cNvSpPr>
            <a:spLocks noGrp="1"/>
          </p:cNvSpPr>
          <p:nvPr/>
        </p:nvSpPr>
        <p:spPr>
          <a:xfrm>
            <a:off x="4189772" y="2025341"/>
            <a:ext cx="45341" cy="45341"/>
          </a:xfrm>
          <a:prstGeom prst="ellipse">
            <a:avLst/>
          </a:prstGeom>
          <a:solidFill>
            <a:srgbClr val="007C83">
              <a:alpha val="40000"/>
            </a:srgbClr>
          </a:solidFill>
          <a:ln w="0">
            <a:noFill/>
            <a:prstDash val="solid"/>
          </a:ln>
        </p:spPr>
      </p:sp>
      <p:sp>
        <p:nvSpPr>
          <p:cNvPr id="531" name="a_full_bar_ellipse_530">
            <a:extLst>
              <a:ext uri="{FF2B5EF4-FFF2-40B4-BE49-F238E27FC236}">
                <a16:creationId xmlns:a16="http://schemas.microsoft.com/office/drawing/2014/main" id="{368C2D05-6DC7-411A-88FE-CE897EEC4F8B}"/>
              </a:ext>
            </a:extLst>
          </p:cNvPr>
          <p:cNvSpPr>
            <a:spLocks noGrp="1"/>
          </p:cNvSpPr>
          <p:nvPr/>
        </p:nvSpPr>
        <p:spPr>
          <a:xfrm>
            <a:off x="4187389" y="4349496"/>
            <a:ext cx="45341" cy="45341"/>
          </a:xfrm>
          <a:prstGeom prst="ellipse">
            <a:avLst/>
          </a:prstGeom>
          <a:solidFill>
            <a:srgbClr val="007C83">
              <a:alpha val="40000"/>
            </a:srgbClr>
          </a:solidFill>
          <a:ln w="0">
            <a:noFill/>
            <a:prstDash val="solid"/>
          </a:ln>
        </p:spPr>
      </p:sp>
      <p:sp>
        <p:nvSpPr>
          <p:cNvPr id="532" name="a_full_bar_ellipse_531">
            <a:extLst>
              <a:ext uri="{FF2B5EF4-FFF2-40B4-BE49-F238E27FC236}">
                <a16:creationId xmlns:a16="http://schemas.microsoft.com/office/drawing/2014/main" id="{9C135611-10DC-4B45-A1AC-FA6D2958CFB1}"/>
              </a:ext>
            </a:extLst>
          </p:cNvPr>
          <p:cNvSpPr>
            <a:spLocks noGrp="1"/>
          </p:cNvSpPr>
          <p:nvPr/>
        </p:nvSpPr>
        <p:spPr>
          <a:xfrm>
            <a:off x="4290337" y="4457382"/>
            <a:ext cx="45341" cy="45341"/>
          </a:xfrm>
          <a:prstGeom prst="ellipse">
            <a:avLst/>
          </a:prstGeom>
          <a:solidFill>
            <a:srgbClr val="007C83">
              <a:alpha val="40000"/>
            </a:srgbClr>
          </a:solidFill>
          <a:ln w="0">
            <a:noFill/>
            <a:prstDash val="solid"/>
          </a:ln>
        </p:spPr>
      </p:sp>
      <p:sp>
        <p:nvSpPr>
          <p:cNvPr id="533" name="a_full_bar_ellipse_532">
            <a:extLst>
              <a:ext uri="{FF2B5EF4-FFF2-40B4-BE49-F238E27FC236}">
                <a16:creationId xmlns:a16="http://schemas.microsoft.com/office/drawing/2014/main" id="{B64BA9C5-D39D-48AB-BFF0-9384E7A738D2}"/>
              </a:ext>
            </a:extLst>
          </p:cNvPr>
          <p:cNvSpPr>
            <a:spLocks noGrp="1"/>
          </p:cNvSpPr>
          <p:nvPr/>
        </p:nvSpPr>
        <p:spPr>
          <a:xfrm>
            <a:off x="4220785" y="4041909"/>
            <a:ext cx="45341" cy="45341"/>
          </a:xfrm>
          <a:prstGeom prst="ellipse">
            <a:avLst/>
          </a:prstGeom>
          <a:solidFill>
            <a:srgbClr val="007C83">
              <a:alpha val="40000"/>
            </a:srgbClr>
          </a:solidFill>
          <a:ln w="0">
            <a:noFill/>
            <a:prstDash val="solid"/>
          </a:ln>
        </p:spPr>
      </p:sp>
      <p:sp>
        <p:nvSpPr>
          <p:cNvPr id="534" name="a_full_bar_ellipse_533">
            <a:extLst>
              <a:ext uri="{FF2B5EF4-FFF2-40B4-BE49-F238E27FC236}">
                <a16:creationId xmlns:a16="http://schemas.microsoft.com/office/drawing/2014/main" id="{868E0936-CE11-46F1-A437-D34C967FA712}"/>
              </a:ext>
            </a:extLst>
          </p:cNvPr>
          <p:cNvSpPr>
            <a:spLocks noGrp="1"/>
          </p:cNvSpPr>
          <p:nvPr/>
        </p:nvSpPr>
        <p:spPr>
          <a:xfrm>
            <a:off x="4212679" y="4340767"/>
            <a:ext cx="45341" cy="45341"/>
          </a:xfrm>
          <a:prstGeom prst="ellipse">
            <a:avLst/>
          </a:prstGeom>
          <a:solidFill>
            <a:srgbClr val="007C83">
              <a:alpha val="40000"/>
            </a:srgbClr>
          </a:solidFill>
          <a:ln w="0">
            <a:noFill/>
            <a:prstDash val="solid"/>
          </a:ln>
        </p:spPr>
      </p:sp>
      <p:sp>
        <p:nvSpPr>
          <p:cNvPr id="535" name="a_full_bar_ellipse_534">
            <a:extLst>
              <a:ext uri="{FF2B5EF4-FFF2-40B4-BE49-F238E27FC236}">
                <a16:creationId xmlns:a16="http://schemas.microsoft.com/office/drawing/2014/main" id="{3547071E-6424-4516-8DD1-AF66AA9BA447}"/>
              </a:ext>
            </a:extLst>
          </p:cNvPr>
          <p:cNvSpPr>
            <a:spLocks noGrp="1"/>
          </p:cNvSpPr>
          <p:nvPr/>
        </p:nvSpPr>
        <p:spPr>
          <a:xfrm>
            <a:off x="4376064" y="3523323"/>
            <a:ext cx="45341" cy="45341"/>
          </a:xfrm>
          <a:prstGeom prst="ellipse">
            <a:avLst/>
          </a:prstGeom>
          <a:solidFill>
            <a:srgbClr val="007C83">
              <a:alpha val="40000"/>
            </a:srgbClr>
          </a:solidFill>
          <a:ln w="0">
            <a:noFill/>
            <a:prstDash val="solid"/>
          </a:ln>
        </p:spPr>
      </p:sp>
      <p:sp>
        <p:nvSpPr>
          <p:cNvPr id="536" name="a_full_bar_ellipse_535">
            <a:extLst>
              <a:ext uri="{FF2B5EF4-FFF2-40B4-BE49-F238E27FC236}">
                <a16:creationId xmlns:a16="http://schemas.microsoft.com/office/drawing/2014/main" id="{1E423138-072A-4397-9074-60F327E7E449}"/>
              </a:ext>
            </a:extLst>
          </p:cNvPr>
          <p:cNvSpPr>
            <a:spLocks noGrp="1"/>
          </p:cNvSpPr>
          <p:nvPr/>
        </p:nvSpPr>
        <p:spPr>
          <a:xfrm>
            <a:off x="4351190" y="4457382"/>
            <a:ext cx="45341" cy="45341"/>
          </a:xfrm>
          <a:prstGeom prst="ellipse">
            <a:avLst/>
          </a:prstGeom>
          <a:solidFill>
            <a:srgbClr val="007C83">
              <a:alpha val="40000"/>
            </a:srgbClr>
          </a:solidFill>
          <a:ln w="0">
            <a:noFill/>
            <a:prstDash val="solid"/>
          </a:ln>
        </p:spPr>
      </p:sp>
      <p:sp>
        <p:nvSpPr>
          <p:cNvPr id="537" name="a_full_bar_ellipse_536">
            <a:extLst>
              <a:ext uri="{FF2B5EF4-FFF2-40B4-BE49-F238E27FC236}">
                <a16:creationId xmlns:a16="http://schemas.microsoft.com/office/drawing/2014/main" id="{078F3B68-2B14-4EE5-BE69-963D58751908}"/>
              </a:ext>
            </a:extLst>
          </p:cNvPr>
          <p:cNvSpPr>
            <a:spLocks noGrp="1"/>
          </p:cNvSpPr>
          <p:nvPr/>
        </p:nvSpPr>
        <p:spPr>
          <a:xfrm>
            <a:off x="4213061" y="2292969"/>
            <a:ext cx="45341" cy="45341"/>
          </a:xfrm>
          <a:prstGeom prst="ellipse">
            <a:avLst/>
          </a:prstGeom>
          <a:solidFill>
            <a:srgbClr val="007C83">
              <a:alpha val="40000"/>
            </a:srgbClr>
          </a:solidFill>
          <a:ln w="0">
            <a:noFill/>
            <a:prstDash val="solid"/>
          </a:ln>
        </p:spPr>
      </p:sp>
      <p:sp>
        <p:nvSpPr>
          <p:cNvPr id="538" name="a_full_bar_ellipse_537">
            <a:extLst>
              <a:ext uri="{FF2B5EF4-FFF2-40B4-BE49-F238E27FC236}">
                <a16:creationId xmlns:a16="http://schemas.microsoft.com/office/drawing/2014/main" id="{7D68ECB4-3EFA-43A4-AD04-45BDB6DCF0E0}"/>
              </a:ext>
            </a:extLst>
          </p:cNvPr>
          <p:cNvSpPr>
            <a:spLocks noGrp="1"/>
          </p:cNvSpPr>
          <p:nvPr/>
        </p:nvSpPr>
        <p:spPr>
          <a:xfrm>
            <a:off x="4367198" y="2025341"/>
            <a:ext cx="45341" cy="45341"/>
          </a:xfrm>
          <a:prstGeom prst="ellipse">
            <a:avLst/>
          </a:prstGeom>
          <a:solidFill>
            <a:srgbClr val="007C83">
              <a:alpha val="40000"/>
            </a:srgbClr>
          </a:solidFill>
          <a:ln w="0">
            <a:noFill/>
            <a:prstDash val="solid"/>
          </a:ln>
        </p:spPr>
      </p:sp>
      <p:sp>
        <p:nvSpPr>
          <p:cNvPr id="539" name="a_full_bar_ellipse_538">
            <a:extLst>
              <a:ext uri="{FF2B5EF4-FFF2-40B4-BE49-F238E27FC236}">
                <a16:creationId xmlns:a16="http://schemas.microsoft.com/office/drawing/2014/main" id="{4F4EF00D-2F4A-4341-8B96-77CFC5D81337}"/>
              </a:ext>
            </a:extLst>
          </p:cNvPr>
          <p:cNvSpPr>
            <a:spLocks noGrp="1"/>
          </p:cNvSpPr>
          <p:nvPr/>
        </p:nvSpPr>
        <p:spPr>
          <a:xfrm>
            <a:off x="4348020" y="2836021"/>
            <a:ext cx="45341" cy="45341"/>
          </a:xfrm>
          <a:prstGeom prst="ellipse">
            <a:avLst/>
          </a:prstGeom>
          <a:solidFill>
            <a:srgbClr val="007C83">
              <a:alpha val="40000"/>
            </a:srgbClr>
          </a:solidFill>
          <a:ln w="0">
            <a:noFill/>
            <a:prstDash val="solid"/>
          </a:ln>
        </p:spPr>
      </p:sp>
      <p:sp>
        <p:nvSpPr>
          <p:cNvPr id="540" name="a_full_bar_ellipse_539">
            <a:extLst>
              <a:ext uri="{FF2B5EF4-FFF2-40B4-BE49-F238E27FC236}">
                <a16:creationId xmlns:a16="http://schemas.microsoft.com/office/drawing/2014/main" id="{336295F0-4DCD-48A3-8E73-B8489970E67C}"/>
              </a:ext>
            </a:extLst>
          </p:cNvPr>
          <p:cNvSpPr>
            <a:spLocks noGrp="1"/>
          </p:cNvSpPr>
          <p:nvPr/>
        </p:nvSpPr>
        <p:spPr>
          <a:xfrm>
            <a:off x="4303536" y="2025341"/>
            <a:ext cx="45341" cy="45341"/>
          </a:xfrm>
          <a:prstGeom prst="ellipse">
            <a:avLst/>
          </a:prstGeom>
          <a:solidFill>
            <a:srgbClr val="007C83">
              <a:alpha val="40000"/>
            </a:srgbClr>
          </a:solidFill>
          <a:ln w="0">
            <a:noFill/>
            <a:prstDash val="solid"/>
          </a:ln>
        </p:spPr>
      </p:sp>
      <p:sp>
        <p:nvSpPr>
          <p:cNvPr id="541" name="a_full_bar_ellipse_540">
            <a:extLst>
              <a:ext uri="{FF2B5EF4-FFF2-40B4-BE49-F238E27FC236}">
                <a16:creationId xmlns:a16="http://schemas.microsoft.com/office/drawing/2014/main" id="{F04A09E3-94EB-41D5-9127-28236E5D2E19}"/>
              </a:ext>
            </a:extLst>
          </p:cNvPr>
          <p:cNvSpPr>
            <a:spLocks noGrp="1"/>
          </p:cNvSpPr>
          <p:nvPr/>
        </p:nvSpPr>
        <p:spPr>
          <a:xfrm>
            <a:off x="4220276" y="3849372"/>
            <a:ext cx="45341" cy="45341"/>
          </a:xfrm>
          <a:prstGeom prst="ellipse">
            <a:avLst/>
          </a:prstGeom>
          <a:solidFill>
            <a:srgbClr val="007C83">
              <a:alpha val="40000"/>
            </a:srgbClr>
          </a:solidFill>
          <a:ln w="0">
            <a:noFill/>
            <a:prstDash val="solid"/>
          </a:ln>
        </p:spPr>
      </p:sp>
      <p:sp>
        <p:nvSpPr>
          <p:cNvPr id="542" name="a_full_bar_ellipse_541">
            <a:extLst>
              <a:ext uri="{FF2B5EF4-FFF2-40B4-BE49-F238E27FC236}">
                <a16:creationId xmlns:a16="http://schemas.microsoft.com/office/drawing/2014/main" id="{8C18082C-919E-4C9D-B130-1706AC636329}"/>
              </a:ext>
            </a:extLst>
          </p:cNvPr>
          <p:cNvSpPr>
            <a:spLocks noGrp="1"/>
          </p:cNvSpPr>
          <p:nvPr/>
        </p:nvSpPr>
        <p:spPr>
          <a:xfrm>
            <a:off x="4184534" y="3295648"/>
            <a:ext cx="45341" cy="45341"/>
          </a:xfrm>
          <a:prstGeom prst="ellipse">
            <a:avLst/>
          </a:prstGeom>
          <a:solidFill>
            <a:srgbClr val="007C83">
              <a:alpha val="40000"/>
            </a:srgbClr>
          </a:solidFill>
          <a:ln w="0">
            <a:noFill/>
            <a:prstDash val="solid"/>
          </a:ln>
        </p:spPr>
      </p:sp>
      <p:sp>
        <p:nvSpPr>
          <p:cNvPr id="543" name="a_full_bar_ellipse_542">
            <a:extLst>
              <a:ext uri="{FF2B5EF4-FFF2-40B4-BE49-F238E27FC236}">
                <a16:creationId xmlns:a16="http://schemas.microsoft.com/office/drawing/2014/main" id="{1E94F26B-0196-4C19-9844-B5D872CE2BBA}"/>
              </a:ext>
            </a:extLst>
          </p:cNvPr>
          <p:cNvSpPr>
            <a:spLocks noGrp="1"/>
          </p:cNvSpPr>
          <p:nvPr/>
        </p:nvSpPr>
        <p:spPr>
          <a:xfrm>
            <a:off x="4358517" y="4457382"/>
            <a:ext cx="45341" cy="45341"/>
          </a:xfrm>
          <a:prstGeom prst="ellipse">
            <a:avLst/>
          </a:prstGeom>
          <a:solidFill>
            <a:srgbClr val="007C83">
              <a:alpha val="40000"/>
            </a:srgbClr>
          </a:solidFill>
          <a:ln w="0">
            <a:noFill/>
            <a:prstDash val="solid"/>
          </a:ln>
        </p:spPr>
      </p:sp>
      <p:sp>
        <p:nvSpPr>
          <p:cNvPr id="544" name="a_full_bar_ellipse_543">
            <a:extLst>
              <a:ext uri="{FF2B5EF4-FFF2-40B4-BE49-F238E27FC236}">
                <a16:creationId xmlns:a16="http://schemas.microsoft.com/office/drawing/2014/main" id="{A1EFDFF5-44CB-44ED-9874-A3F3BAE7917F}"/>
              </a:ext>
            </a:extLst>
          </p:cNvPr>
          <p:cNvSpPr>
            <a:spLocks noGrp="1"/>
          </p:cNvSpPr>
          <p:nvPr/>
        </p:nvSpPr>
        <p:spPr>
          <a:xfrm>
            <a:off x="4356739" y="2940252"/>
            <a:ext cx="45341" cy="45341"/>
          </a:xfrm>
          <a:prstGeom prst="ellipse">
            <a:avLst/>
          </a:prstGeom>
          <a:solidFill>
            <a:srgbClr val="007C83">
              <a:alpha val="40000"/>
            </a:srgbClr>
          </a:solidFill>
          <a:ln w="0">
            <a:noFill/>
            <a:prstDash val="solid"/>
          </a:ln>
        </p:spPr>
      </p:sp>
      <p:sp>
        <p:nvSpPr>
          <p:cNvPr id="545" name="a_full_bar_ellipse_544">
            <a:extLst>
              <a:ext uri="{FF2B5EF4-FFF2-40B4-BE49-F238E27FC236}">
                <a16:creationId xmlns:a16="http://schemas.microsoft.com/office/drawing/2014/main" id="{F7E699B1-B23D-41DC-8311-423ACF3FC769}"/>
              </a:ext>
            </a:extLst>
          </p:cNvPr>
          <p:cNvSpPr>
            <a:spLocks noGrp="1"/>
          </p:cNvSpPr>
          <p:nvPr/>
        </p:nvSpPr>
        <p:spPr>
          <a:xfrm>
            <a:off x="4260390" y="2025341"/>
            <a:ext cx="45341" cy="45341"/>
          </a:xfrm>
          <a:prstGeom prst="ellipse">
            <a:avLst/>
          </a:prstGeom>
          <a:solidFill>
            <a:srgbClr val="007C83">
              <a:alpha val="40000"/>
            </a:srgbClr>
          </a:solidFill>
          <a:ln w="0">
            <a:noFill/>
            <a:prstDash val="solid"/>
          </a:ln>
        </p:spPr>
      </p:sp>
      <p:sp>
        <p:nvSpPr>
          <p:cNvPr id="546" name="a_full_bar_ellipse_545">
            <a:extLst>
              <a:ext uri="{FF2B5EF4-FFF2-40B4-BE49-F238E27FC236}">
                <a16:creationId xmlns:a16="http://schemas.microsoft.com/office/drawing/2014/main" id="{7E83FC35-1F32-4E01-99AE-D59F36D2739C}"/>
              </a:ext>
            </a:extLst>
          </p:cNvPr>
          <p:cNvSpPr>
            <a:spLocks noGrp="1"/>
          </p:cNvSpPr>
          <p:nvPr/>
        </p:nvSpPr>
        <p:spPr>
          <a:xfrm>
            <a:off x="4313838" y="4153377"/>
            <a:ext cx="45341" cy="45341"/>
          </a:xfrm>
          <a:prstGeom prst="ellipse">
            <a:avLst/>
          </a:prstGeom>
          <a:solidFill>
            <a:srgbClr val="007C83">
              <a:alpha val="40000"/>
            </a:srgbClr>
          </a:solidFill>
          <a:ln w="0">
            <a:noFill/>
            <a:prstDash val="solid"/>
          </a:ln>
        </p:spPr>
      </p:sp>
      <p:sp>
        <p:nvSpPr>
          <p:cNvPr id="547" name="a_full_bar_ellipse_546">
            <a:extLst>
              <a:ext uri="{FF2B5EF4-FFF2-40B4-BE49-F238E27FC236}">
                <a16:creationId xmlns:a16="http://schemas.microsoft.com/office/drawing/2014/main" id="{58B57A39-48B4-4E84-AED8-2B6FF1B74F91}"/>
              </a:ext>
            </a:extLst>
          </p:cNvPr>
          <p:cNvSpPr>
            <a:spLocks noGrp="1"/>
          </p:cNvSpPr>
          <p:nvPr/>
        </p:nvSpPr>
        <p:spPr>
          <a:xfrm>
            <a:off x="4298383" y="2025341"/>
            <a:ext cx="45341" cy="45341"/>
          </a:xfrm>
          <a:prstGeom prst="ellipse">
            <a:avLst/>
          </a:prstGeom>
          <a:solidFill>
            <a:srgbClr val="007C83">
              <a:alpha val="40000"/>
            </a:srgbClr>
          </a:solidFill>
          <a:ln w="0">
            <a:noFill/>
            <a:prstDash val="solid"/>
          </a:ln>
        </p:spPr>
      </p:sp>
      <p:sp>
        <p:nvSpPr>
          <p:cNvPr id="548" name="a_full_bar_ellipse_547">
            <a:extLst>
              <a:ext uri="{FF2B5EF4-FFF2-40B4-BE49-F238E27FC236}">
                <a16:creationId xmlns:a16="http://schemas.microsoft.com/office/drawing/2014/main" id="{8600A8F8-E0A1-482B-8A68-66A06985D326}"/>
              </a:ext>
            </a:extLst>
          </p:cNvPr>
          <p:cNvSpPr>
            <a:spLocks noGrp="1"/>
          </p:cNvSpPr>
          <p:nvPr/>
        </p:nvSpPr>
        <p:spPr>
          <a:xfrm>
            <a:off x="4293538" y="3889906"/>
            <a:ext cx="45341" cy="45341"/>
          </a:xfrm>
          <a:prstGeom prst="ellipse">
            <a:avLst/>
          </a:prstGeom>
          <a:solidFill>
            <a:srgbClr val="007C83">
              <a:alpha val="40000"/>
            </a:srgbClr>
          </a:solidFill>
          <a:ln w="0">
            <a:noFill/>
            <a:prstDash val="solid"/>
          </a:ln>
        </p:spPr>
      </p:sp>
      <p:sp>
        <p:nvSpPr>
          <p:cNvPr id="549" name="a_full_bar_ellipse_548">
            <a:extLst>
              <a:ext uri="{FF2B5EF4-FFF2-40B4-BE49-F238E27FC236}">
                <a16:creationId xmlns:a16="http://schemas.microsoft.com/office/drawing/2014/main" id="{5A0353C1-F7C2-41CB-A308-73C43C291979}"/>
              </a:ext>
            </a:extLst>
          </p:cNvPr>
          <p:cNvSpPr>
            <a:spLocks noGrp="1"/>
          </p:cNvSpPr>
          <p:nvPr/>
        </p:nvSpPr>
        <p:spPr>
          <a:xfrm>
            <a:off x="4319166" y="3038691"/>
            <a:ext cx="45341" cy="45341"/>
          </a:xfrm>
          <a:prstGeom prst="ellipse">
            <a:avLst/>
          </a:prstGeom>
          <a:solidFill>
            <a:srgbClr val="007C83">
              <a:alpha val="40000"/>
            </a:srgbClr>
          </a:solidFill>
          <a:ln w="0">
            <a:noFill/>
            <a:prstDash val="solid"/>
          </a:ln>
        </p:spPr>
      </p:sp>
      <p:sp>
        <p:nvSpPr>
          <p:cNvPr id="550" name="a_full_bar_ellipse_549">
            <a:extLst>
              <a:ext uri="{FF2B5EF4-FFF2-40B4-BE49-F238E27FC236}">
                <a16:creationId xmlns:a16="http://schemas.microsoft.com/office/drawing/2014/main" id="{F463CAD0-F253-40C5-879F-6032D246265D}"/>
              </a:ext>
            </a:extLst>
          </p:cNvPr>
          <p:cNvSpPr>
            <a:spLocks noGrp="1"/>
          </p:cNvSpPr>
          <p:nvPr/>
        </p:nvSpPr>
        <p:spPr>
          <a:xfrm>
            <a:off x="4236462" y="2025341"/>
            <a:ext cx="45341" cy="45341"/>
          </a:xfrm>
          <a:prstGeom prst="ellipse">
            <a:avLst/>
          </a:prstGeom>
          <a:solidFill>
            <a:srgbClr val="007C83">
              <a:alpha val="40000"/>
            </a:srgbClr>
          </a:solidFill>
          <a:ln w="0">
            <a:noFill/>
            <a:prstDash val="solid"/>
          </a:ln>
        </p:spPr>
      </p:sp>
      <p:sp>
        <p:nvSpPr>
          <p:cNvPr id="551" name="a_full_bar_ellipse_550">
            <a:extLst>
              <a:ext uri="{FF2B5EF4-FFF2-40B4-BE49-F238E27FC236}">
                <a16:creationId xmlns:a16="http://schemas.microsoft.com/office/drawing/2014/main" id="{C8460FA5-434E-4DA1-AAEA-3708B6A0D360}"/>
              </a:ext>
            </a:extLst>
          </p:cNvPr>
          <p:cNvSpPr>
            <a:spLocks noGrp="1"/>
          </p:cNvSpPr>
          <p:nvPr/>
        </p:nvSpPr>
        <p:spPr>
          <a:xfrm>
            <a:off x="4216652" y="2836021"/>
            <a:ext cx="45341" cy="45341"/>
          </a:xfrm>
          <a:prstGeom prst="ellipse">
            <a:avLst/>
          </a:prstGeom>
          <a:solidFill>
            <a:srgbClr val="007C83">
              <a:alpha val="40000"/>
            </a:srgbClr>
          </a:solidFill>
          <a:ln w="0">
            <a:noFill/>
            <a:prstDash val="solid"/>
          </a:ln>
        </p:spPr>
      </p:sp>
      <p:sp>
        <p:nvSpPr>
          <p:cNvPr id="552" name="a_full_bar_ellipse_551">
            <a:extLst>
              <a:ext uri="{FF2B5EF4-FFF2-40B4-BE49-F238E27FC236}">
                <a16:creationId xmlns:a16="http://schemas.microsoft.com/office/drawing/2014/main" id="{DD072E4D-3522-40C8-8783-07BBDB4ADCA7}"/>
              </a:ext>
            </a:extLst>
          </p:cNvPr>
          <p:cNvSpPr>
            <a:spLocks noGrp="1"/>
          </p:cNvSpPr>
          <p:nvPr/>
        </p:nvSpPr>
        <p:spPr>
          <a:xfrm>
            <a:off x="4321786" y="2025341"/>
            <a:ext cx="45341" cy="45341"/>
          </a:xfrm>
          <a:prstGeom prst="ellipse">
            <a:avLst/>
          </a:prstGeom>
          <a:solidFill>
            <a:srgbClr val="007C83">
              <a:alpha val="40000"/>
            </a:srgbClr>
          </a:solidFill>
          <a:ln w="0">
            <a:noFill/>
            <a:prstDash val="solid"/>
          </a:ln>
        </p:spPr>
      </p:sp>
      <p:sp>
        <p:nvSpPr>
          <p:cNvPr id="553" name="a_full_bar_ellipse_552">
            <a:extLst>
              <a:ext uri="{FF2B5EF4-FFF2-40B4-BE49-F238E27FC236}">
                <a16:creationId xmlns:a16="http://schemas.microsoft.com/office/drawing/2014/main" id="{0F3A747D-BD39-4292-B2BC-7D09AD781731}"/>
              </a:ext>
            </a:extLst>
          </p:cNvPr>
          <p:cNvSpPr>
            <a:spLocks noGrp="1"/>
          </p:cNvSpPr>
          <p:nvPr/>
        </p:nvSpPr>
        <p:spPr>
          <a:xfrm>
            <a:off x="4309817" y="2025341"/>
            <a:ext cx="45341" cy="45341"/>
          </a:xfrm>
          <a:prstGeom prst="ellipse">
            <a:avLst/>
          </a:prstGeom>
          <a:solidFill>
            <a:srgbClr val="007C83">
              <a:alpha val="40000"/>
            </a:srgbClr>
          </a:solidFill>
          <a:ln w="0">
            <a:noFill/>
            <a:prstDash val="solid"/>
          </a:ln>
        </p:spPr>
      </p:sp>
      <p:sp>
        <p:nvSpPr>
          <p:cNvPr id="554" name="a_full_bar_ellipse_553">
            <a:extLst>
              <a:ext uri="{FF2B5EF4-FFF2-40B4-BE49-F238E27FC236}">
                <a16:creationId xmlns:a16="http://schemas.microsoft.com/office/drawing/2014/main" id="{8CFE6492-082A-4515-9D7B-AD2A0DDCFF6C}"/>
              </a:ext>
            </a:extLst>
          </p:cNvPr>
          <p:cNvSpPr>
            <a:spLocks noGrp="1"/>
          </p:cNvSpPr>
          <p:nvPr/>
        </p:nvSpPr>
        <p:spPr>
          <a:xfrm>
            <a:off x="4205603" y="3458508"/>
            <a:ext cx="45341" cy="45341"/>
          </a:xfrm>
          <a:prstGeom prst="ellipse">
            <a:avLst/>
          </a:prstGeom>
          <a:solidFill>
            <a:srgbClr val="007C83">
              <a:alpha val="40000"/>
            </a:srgbClr>
          </a:solidFill>
          <a:ln w="0">
            <a:noFill/>
            <a:prstDash val="solid"/>
          </a:ln>
        </p:spPr>
      </p:sp>
      <p:sp>
        <p:nvSpPr>
          <p:cNvPr id="555" name="a_full_bar_ellipse_554">
            <a:extLst>
              <a:ext uri="{FF2B5EF4-FFF2-40B4-BE49-F238E27FC236}">
                <a16:creationId xmlns:a16="http://schemas.microsoft.com/office/drawing/2014/main" id="{75F96897-7DC3-46DE-866E-81BCC99A7D7C}"/>
              </a:ext>
            </a:extLst>
          </p:cNvPr>
          <p:cNvSpPr>
            <a:spLocks noGrp="1"/>
          </p:cNvSpPr>
          <p:nvPr/>
        </p:nvSpPr>
        <p:spPr>
          <a:xfrm>
            <a:off x="4273796" y="3077703"/>
            <a:ext cx="45341" cy="45341"/>
          </a:xfrm>
          <a:prstGeom prst="ellipse">
            <a:avLst/>
          </a:prstGeom>
          <a:solidFill>
            <a:srgbClr val="007C83">
              <a:alpha val="40000"/>
            </a:srgbClr>
          </a:solidFill>
          <a:ln w="0">
            <a:noFill/>
            <a:prstDash val="solid"/>
          </a:ln>
        </p:spPr>
      </p:sp>
      <p:sp>
        <p:nvSpPr>
          <p:cNvPr id="556" name="a_full_bar_ellipse_555">
            <a:extLst>
              <a:ext uri="{FF2B5EF4-FFF2-40B4-BE49-F238E27FC236}">
                <a16:creationId xmlns:a16="http://schemas.microsoft.com/office/drawing/2014/main" id="{CA212330-F397-4F8A-8F58-3A9DA985FBC3}"/>
              </a:ext>
            </a:extLst>
          </p:cNvPr>
          <p:cNvSpPr>
            <a:spLocks noGrp="1"/>
          </p:cNvSpPr>
          <p:nvPr/>
        </p:nvSpPr>
        <p:spPr>
          <a:xfrm>
            <a:off x="4257507" y="4457382"/>
            <a:ext cx="45341" cy="45341"/>
          </a:xfrm>
          <a:prstGeom prst="ellipse">
            <a:avLst/>
          </a:prstGeom>
          <a:solidFill>
            <a:srgbClr val="007C83">
              <a:alpha val="40000"/>
            </a:srgbClr>
          </a:solidFill>
          <a:ln w="0">
            <a:noFill/>
            <a:prstDash val="solid"/>
          </a:ln>
        </p:spPr>
      </p:sp>
      <p:sp>
        <p:nvSpPr>
          <p:cNvPr id="557" name="a_full_bar_ellipse_556">
            <a:extLst>
              <a:ext uri="{FF2B5EF4-FFF2-40B4-BE49-F238E27FC236}">
                <a16:creationId xmlns:a16="http://schemas.microsoft.com/office/drawing/2014/main" id="{CC2401D4-7E93-40FF-93AF-D31C6A99DBDB}"/>
              </a:ext>
            </a:extLst>
          </p:cNvPr>
          <p:cNvSpPr>
            <a:spLocks noGrp="1"/>
          </p:cNvSpPr>
          <p:nvPr/>
        </p:nvSpPr>
        <p:spPr>
          <a:xfrm>
            <a:off x="4228478" y="3180144"/>
            <a:ext cx="45341" cy="45341"/>
          </a:xfrm>
          <a:prstGeom prst="ellipse">
            <a:avLst/>
          </a:prstGeom>
          <a:solidFill>
            <a:srgbClr val="007C83">
              <a:alpha val="40000"/>
            </a:srgbClr>
          </a:solidFill>
          <a:ln w="0">
            <a:noFill/>
            <a:prstDash val="solid"/>
          </a:ln>
        </p:spPr>
      </p:sp>
      <p:sp>
        <p:nvSpPr>
          <p:cNvPr id="558" name="a_full_bar_ellipse_557">
            <a:extLst>
              <a:ext uri="{FF2B5EF4-FFF2-40B4-BE49-F238E27FC236}">
                <a16:creationId xmlns:a16="http://schemas.microsoft.com/office/drawing/2014/main" id="{AE6F7D8B-0258-47F4-91BE-38A7B1B46FC5}"/>
              </a:ext>
            </a:extLst>
          </p:cNvPr>
          <p:cNvSpPr>
            <a:spLocks noGrp="1"/>
          </p:cNvSpPr>
          <p:nvPr/>
        </p:nvSpPr>
        <p:spPr>
          <a:xfrm>
            <a:off x="4284958" y="3646702"/>
            <a:ext cx="45341" cy="45341"/>
          </a:xfrm>
          <a:prstGeom prst="ellipse">
            <a:avLst/>
          </a:prstGeom>
          <a:solidFill>
            <a:srgbClr val="007C83">
              <a:alpha val="40000"/>
            </a:srgbClr>
          </a:solidFill>
          <a:ln w="0">
            <a:noFill/>
            <a:prstDash val="solid"/>
          </a:ln>
        </p:spPr>
      </p:sp>
      <p:sp>
        <p:nvSpPr>
          <p:cNvPr id="559" name="a_full_bar_ellipse_558">
            <a:extLst>
              <a:ext uri="{FF2B5EF4-FFF2-40B4-BE49-F238E27FC236}">
                <a16:creationId xmlns:a16="http://schemas.microsoft.com/office/drawing/2014/main" id="{FFD7712E-208C-4D62-B122-38714643DFC2}"/>
              </a:ext>
            </a:extLst>
          </p:cNvPr>
          <p:cNvSpPr>
            <a:spLocks noGrp="1"/>
          </p:cNvSpPr>
          <p:nvPr/>
        </p:nvSpPr>
        <p:spPr>
          <a:xfrm>
            <a:off x="4193960" y="2025341"/>
            <a:ext cx="45341" cy="45341"/>
          </a:xfrm>
          <a:prstGeom prst="ellipse">
            <a:avLst/>
          </a:prstGeom>
          <a:solidFill>
            <a:srgbClr val="007C83">
              <a:alpha val="40000"/>
            </a:srgbClr>
          </a:solidFill>
          <a:ln w="0">
            <a:noFill/>
            <a:prstDash val="solid"/>
          </a:ln>
        </p:spPr>
      </p:sp>
      <p:sp>
        <p:nvSpPr>
          <p:cNvPr id="560" name="a_full_bar_ellipse_559">
            <a:extLst>
              <a:ext uri="{FF2B5EF4-FFF2-40B4-BE49-F238E27FC236}">
                <a16:creationId xmlns:a16="http://schemas.microsoft.com/office/drawing/2014/main" id="{4C4EA61C-3223-4B04-AFD2-FC5509CF49BA}"/>
              </a:ext>
            </a:extLst>
          </p:cNvPr>
          <p:cNvSpPr>
            <a:spLocks noGrp="1"/>
          </p:cNvSpPr>
          <p:nvPr/>
        </p:nvSpPr>
        <p:spPr>
          <a:xfrm>
            <a:off x="4264667" y="4197800"/>
            <a:ext cx="45341" cy="45341"/>
          </a:xfrm>
          <a:prstGeom prst="ellipse">
            <a:avLst/>
          </a:prstGeom>
          <a:solidFill>
            <a:srgbClr val="007C83">
              <a:alpha val="40000"/>
            </a:srgbClr>
          </a:solidFill>
          <a:ln w="0">
            <a:noFill/>
            <a:prstDash val="solid"/>
          </a:ln>
        </p:spPr>
      </p:sp>
      <p:sp>
        <p:nvSpPr>
          <p:cNvPr id="561" name="a_full_bar_ellipse_560">
            <a:extLst>
              <a:ext uri="{FF2B5EF4-FFF2-40B4-BE49-F238E27FC236}">
                <a16:creationId xmlns:a16="http://schemas.microsoft.com/office/drawing/2014/main" id="{87C5DE98-7E97-419D-9976-1A40AD38EDBA}"/>
              </a:ext>
            </a:extLst>
          </p:cNvPr>
          <p:cNvSpPr>
            <a:spLocks noGrp="1"/>
          </p:cNvSpPr>
          <p:nvPr/>
        </p:nvSpPr>
        <p:spPr>
          <a:xfrm>
            <a:off x="4317958" y="3646702"/>
            <a:ext cx="45341" cy="45341"/>
          </a:xfrm>
          <a:prstGeom prst="ellipse">
            <a:avLst/>
          </a:prstGeom>
          <a:solidFill>
            <a:srgbClr val="007C83">
              <a:alpha val="40000"/>
            </a:srgbClr>
          </a:solidFill>
          <a:ln w="0">
            <a:noFill/>
            <a:prstDash val="solid"/>
          </a:ln>
        </p:spPr>
      </p:sp>
      <p:sp>
        <p:nvSpPr>
          <p:cNvPr id="562" name="a_full_bar_ellipse_561">
            <a:extLst>
              <a:ext uri="{FF2B5EF4-FFF2-40B4-BE49-F238E27FC236}">
                <a16:creationId xmlns:a16="http://schemas.microsoft.com/office/drawing/2014/main" id="{6322AE61-3EEB-4247-90CD-9D883151EED3}"/>
              </a:ext>
            </a:extLst>
          </p:cNvPr>
          <p:cNvSpPr>
            <a:spLocks noGrp="1"/>
          </p:cNvSpPr>
          <p:nvPr/>
        </p:nvSpPr>
        <p:spPr>
          <a:xfrm>
            <a:off x="4237156" y="2025341"/>
            <a:ext cx="45341" cy="45341"/>
          </a:xfrm>
          <a:prstGeom prst="ellipse">
            <a:avLst/>
          </a:prstGeom>
          <a:solidFill>
            <a:srgbClr val="007C83">
              <a:alpha val="40000"/>
            </a:srgbClr>
          </a:solidFill>
          <a:ln w="0">
            <a:noFill/>
            <a:prstDash val="solid"/>
          </a:ln>
        </p:spPr>
      </p:sp>
      <p:sp>
        <p:nvSpPr>
          <p:cNvPr id="563" name="a_full_bar_ellipse_562">
            <a:extLst>
              <a:ext uri="{FF2B5EF4-FFF2-40B4-BE49-F238E27FC236}">
                <a16:creationId xmlns:a16="http://schemas.microsoft.com/office/drawing/2014/main" id="{145F65CF-E56C-45E2-9535-481E2DA361C3}"/>
              </a:ext>
            </a:extLst>
          </p:cNvPr>
          <p:cNvSpPr>
            <a:spLocks noGrp="1"/>
          </p:cNvSpPr>
          <p:nvPr/>
        </p:nvSpPr>
        <p:spPr>
          <a:xfrm>
            <a:off x="4358102" y="2025341"/>
            <a:ext cx="45341" cy="45341"/>
          </a:xfrm>
          <a:prstGeom prst="ellipse">
            <a:avLst/>
          </a:prstGeom>
          <a:solidFill>
            <a:srgbClr val="007C83">
              <a:alpha val="40000"/>
            </a:srgbClr>
          </a:solidFill>
          <a:ln w="0">
            <a:noFill/>
            <a:prstDash val="solid"/>
          </a:ln>
        </p:spPr>
      </p:sp>
      <p:sp>
        <p:nvSpPr>
          <p:cNvPr id="564" name="a_full_bar_ellipse_563">
            <a:extLst>
              <a:ext uri="{FF2B5EF4-FFF2-40B4-BE49-F238E27FC236}">
                <a16:creationId xmlns:a16="http://schemas.microsoft.com/office/drawing/2014/main" id="{0DCB8B8E-961F-4AB5-BD4A-376A7C849E6C}"/>
              </a:ext>
            </a:extLst>
          </p:cNvPr>
          <p:cNvSpPr>
            <a:spLocks noGrp="1"/>
          </p:cNvSpPr>
          <p:nvPr/>
        </p:nvSpPr>
        <p:spPr>
          <a:xfrm>
            <a:off x="4271769" y="2025341"/>
            <a:ext cx="45341" cy="45341"/>
          </a:xfrm>
          <a:prstGeom prst="ellipse">
            <a:avLst/>
          </a:prstGeom>
          <a:solidFill>
            <a:srgbClr val="007C83">
              <a:alpha val="40000"/>
            </a:srgbClr>
          </a:solidFill>
          <a:ln w="0">
            <a:noFill/>
            <a:prstDash val="solid"/>
          </a:ln>
        </p:spPr>
      </p:sp>
      <p:sp>
        <p:nvSpPr>
          <p:cNvPr id="565" name="a_full_bar_ellipse_564">
            <a:extLst>
              <a:ext uri="{FF2B5EF4-FFF2-40B4-BE49-F238E27FC236}">
                <a16:creationId xmlns:a16="http://schemas.microsoft.com/office/drawing/2014/main" id="{13AE17CE-3D28-4C1F-8F43-F1CCC1B2DCD6}"/>
              </a:ext>
            </a:extLst>
          </p:cNvPr>
          <p:cNvSpPr>
            <a:spLocks noGrp="1"/>
          </p:cNvSpPr>
          <p:nvPr/>
        </p:nvSpPr>
        <p:spPr>
          <a:xfrm>
            <a:off x="4328951" y="4009479"/>
            <a:ext cx="45341" cy="45341"/>
          </a:xfrm>
          <a:prstGeom prst="ellipse">
            <a:avLst/>
          </a:prstGeom>
          <a:solidFill>
            <a:srgbClr val="007C83">
              <a:alpha val="40000"/>
            </a:srgbClr>
          </a:solidFill>
          <a:ln w="0">
            <a:noFill/>
            <a:prstDash val="solid"/>
          </a:ln>
        </p:spPr>
      </p:sp>
      <p:sp>
        <p:nvSpPr>
          <p:cNvPr id="566" name="a_full_bar_ellipse_565">
            <a:extLst>
              <a:ext uri="{FF2B5EF4-FFF2-40B4-BE49-F238E27FC236}">
                <a16:creationId xmlns:a16="http://schemas.microsoft.com/office/drawing/2014/main" id="{80A428D7-1991-41BA-B46E-3667D0E153CB}"/>
              </a:ext>
            </a:extLst>
          </p:cNvPr>
          <p:cNvSpPr>
            <a:spLocks noGrp="1"/>
          </p:cNvSpPr>
          <p:nvPr/>
        </p:nvSpPr>
        <p:spPr>
          <a:xfrm>
            <a:off x="4263651" y="4457382"/>
            <a:ext cx="45341" cy="45341"/>
          </a:xfrm>
          <a:prstGeom prst="ellipse">
            <a:avLst/>
          </a:prstGeom>
          <a:solidFill>
            <a:srgbClr val="007C83">
              <a:alpha val="40000"/>
            </a:srgbClr>
          </a:solidFill>
          <a:ln w="0">
            <a:noFill/>
            <a:prstDash val="solid"/>
          </a:ln>
        </p:spPr>
      </p:sp>
      <p:sp>
        <p:nvSpPr>
          <p:cNvPr id="567" name="a_full_bar_ellipse_566">
            <a:extLst>
              <a:ext uri="{FF2B5EF4-FFF2-40B4-BE49-F238E27FC236}">
                <a16:creationId xmlns:a16="http://schemas.microsoft.com/office/drawing/2014/main" id="{B9FBA856-A5FA-4C94-907E-49B19FBAC090}"/>
              </a:ext>
            </a:extLst>
          </p:cNvPr>
          <p:cNvSpPr>
            <a:spLocks noGrp="1"/>
          </p:cNvSpPr>
          <p:nvPr/>
        </p:nvSpPr>
        <p:spPr>
          <a:xfrm>
            <a:off x="4295194" y="4283665"/>
            <a:ext cx="45341" cy="45341"/>
          </a:xfrm>
          <a:prstGeom prst="ellipse">
            <a:avLst/>
          </a:prstGeom>
          <a:solidFill>
            <a:srgbClr val="007C83">
              <a:alpha val="40000"/>
            </a:srgbClr>
          </a:solidFill>
          <a:ln w="0">
            <a:noFill/>
            <a:prstDash val="solid"/>
          </a:ln>
        </p:spPr>
      </p:sp>
      <p:sp>
        <p:nvSpPr>
          <p:cNvPr id="568" name="a_full_bar_ellipse_567">
            <a:extLst>
              <a:ext uri="{FF2B5EF4-FFF2-40B4-BE49-F238E27FC236}">
                <a16:creationId xmlns:a16="http://schemas.microsoft.com/office/drawing/2014/main" id="{7C8F8382-7DC4-448E-BEB8-DC1FDAB42827}"/>
              </a:ext>
            </a:extLst>
          </p:cNvPr>
          <p:cNvSpPr>
            <a:spLocks noGrp="1"/>
          </p:cNvSpPr>
          <p:nvPr/>
        </p:nvSpPr>
        <p:spPr>
          <a:xfrm>
            <a:off x="1523738" y="2768060"/>
            <a:ext cx="45341" cy="45341"/>
          </a:xfrm>
          <a:prstGeom prst="ellipse">
            <a:avLst/>
          </a:prstGeom>
          <a:solidFill>
            <a:srgbClr val="566AB4">
              <a:alpha val="40000"/>
            </a:srgbClr>
          </a:solidFill>
          <a:ln w="0">
            <a:noFill/>
            <a:prstDash val="solid"/>
          </a:ln>
        </p:spPr>
      </p:sp>
      <p:sp>
        <p:nvSpPr>
          <p:cNvPr id="569" name="a_full_bar_ellipse_568">
            <a:extLst>
              <a:ext uri="{FF2B5EF4-FFF2-40B4-BE49-F238E27FC236}">
                <a16:creationId xmlns:a16="http://schemas.microsoft.com/office/drawing/2014/main" id="{7EBDA10F-CDF7-4343-8E33-0A9728A1F129}"/>
              </a:ext>
            </a:extLst>
          </p:cNvPr>
          <p:cNvSpPr>
            <a:spLocks noGrp="1"/>
          </p:cNvSpPr>
          <p:nvPr/>
        </p:nvSpPr>
        <p:spPr>
          <a:xfrm>
            <a:off x="1564112" y="2374752"/>
            <a:ext cx="45341" cy="45341"/>
          </a:xfrm>
          <a:prstGeom prst="ellipse">
            <a:avLst/>
          </a:prstGeom>
          <a:solidFill>
            <a:srgbClr val="566AB4">
              <a:alpha val="40000"/>
            </a:srgbClr>
          </a:solidFill>
          <a:ln w="0">
            <a:noFill/>
            <a:prstDash val="solid"/>
          </a:ln>
        </p:spPr>
      </p:sp>
      <p:sp>
        <p:nvSpPr>
          <p:cNvPr id="570" name="a_full_bar_ellipse_569">
            <a:extLst>
              <a:ext uri="{FF2B5EF4-FFF2-40B4-BE49-F238E27FC236}">
                <a16:creationId xmlns:a16="http://schemas.microsoft.com/office/drawing/2014/main" id="{F045A291-D938-43D9-B46E-83A8ECFEAB81}"/>
              </a:ext>
            </a:extLst>
          </p:cNvPr>
          <p:cNvSpPr>
            <a:spLocks noGrp="1"/>
          </p:cNvSpPr>
          <p:nvPr/>
        </p:nvSpPr>
        <p:spPr>
          <a:xfrm>
            <a:off x="1508217" y="2623997"/>
            <a:ext cx="45341" cy="45341"/>
          </a:xfrm>
          <a:prstGeom prst="ellipse">
            <a:avLst/>
          </a:prstGeom>
          <a:solidFill>
            <a:srgbClr val="566AB4">
              <a:alpha val="40000"/>
            </a:srgbClr>
          </a:solidFill>
          <a:ln w="0">
            <a:noFill/>
            <a:prstDash val="solid"/>
          </a:ln>
        </p:spPr>
      </p:sp>
      <p:sp>
        <p:nvSpPr>
          <p:cNvPr id="571" name="a_full_bar_ellipse_570">
            <a:extLst>
              <a:ext uri="{FF2B5EF4-FFF2-40B4-BE49-F238E27FC236}">
                <a16:creationId xmlns:a16="http://schemas.microsoft.com/office/drawing/2014/main" id="{1AE28206-59E7-4BC1-96AC-64E7D37DCFD8}"/>
              </a:ext>
            </a:extLst>
          </p:cNvPr>
          <p:cNvSpPr>
            <a:spLocks noGrp="1"/>
          </p:cNvSpPr>
          <p:nvPr/>
        </p:nvSpPr>
        <p:spPr>
          <a:xfrm>
            <a:off x="1634275" y="4203604"/>
            <a:ext cx="45341" cy="45341"/>
          </a:xfrm>
          <a:prstGeom prst="ellipse">
            <a:avLst/>
          </a:prstGeom>
          <a:solidFill>
            <a:srgbClr val="566AB4">
              <a:alpha val="40000"/>
            </a:srgbClr>
          </a:solidFill>
          <a:ln w="0">
            <a:noFill/>
            <a:prstDash val="solid"/>
          </a:ln>
        </p:spPr>
      </p:sp>
      <p:sp>
        <p:nvSpPr>
          <p:cNvPr id="572" name="a_full_bar_ellipse_571">
            <a:extLst>
              <a:ext uri="{FF2B5EF4-FFF2-40B4-BE49-F238E27FC236}">
                <a16:creationId xmlns:a16="http://schemas.microsoft.com/office/drawing/2014/main" id="{168F7F42-3DD9-4728-9E54-284908F36491}"/>
              </a:ext>
            </a:extLst>
          </p:cNvPr>
          <p:cNvSpPr>
            <a:spLocks noGrp="1"/>
          </p:cNvSpPr>
          <p:nvPr/>
        </p:nvSpPr>
        <p:spPr>
          <a:xfrm>
            <a:off x="1557315" y="2768035"/>
            <a:ext cx="45341" cy="45341"/>
          </a:xfrm>
          <a:prstGeom prst="ellipse">
            <a:avLst/>
          </a:prstGeom>
          <a:solidFill>
            <a:srgbClr val="566AB4">
              <a:alpha val="40000"/>
            </a:srgbClr>
          </a:solidFill>
          <a:ln w="0">
            <a:noFill/>
            <a:prstDash val="solid"/>
          </a:ln>
        </p:spPr>
      </p:sp>
      <p:sp>
        <p:nvSpPr>
          <p:cNvPr id="573" name="a_full_bar_ellipse_572">
            <a:extLst>
              <a:ext uri="{FF2B5EF4-FFF2-40B4-BE49-F238E27FC236}">
                <a16:creationId xmlns:a16="http://schemas.microsoft.com/office/drawing/2014/main" id="{51BB79FD-F445-4438-91BF-ECED626D08C8}"/>
              </a:ext>
            </a:extLst>
          </p:cNvPr>
          <p:cNvSpPr>
            <a:spLocks noGrp="1"/>
          </p:cNvSpPr>
          <p:nvPr/>
        </p:nvSpPr>
        <p:spPr>
          <a:xfrm>
            <a:off x="1622260" y="3067644"/>
            <a:ext cx="45341" cy="45341"/>
          </a:xfrm>
          <a:prstGeom prst="ellipse">
            <a:avLst/>
          </a:prstGeom>
          <a:solidFill>
            <a:srgbClr val="566AB4">
              <a:alpha val="40000"/>
            </a:srgbClr>
          </a:solidFill>
          <a:ln w="0">
            <a:noFill/>
            <a:prstDash val="solid"/>
          </a:ln>
        </p:spPr>
      </p:sp>
      <p:sp>
        <p:nvSpPr>
          <p:cNvPr id="574" name="a_full_bar_ellipse_573">
            <a:extLst>
              <a:ext uri="{FF2B5EF4-FFF2-40B4-BE49-F238E27FC236}">
                <a16:creationId xmlns:a16="http://schemas.microsoft.com/office/drawing/2014/main" id="{48100A4D-9CD5-48E1-858E-F37CBFE19914}"/>
              </a:ext>
            </a:extLst>
          </p:cNvPr>
          <p:cNvSpPr>
            <a:spLocks noGrp="1"/>
          </p:cNvSpPr>
          <p:nvPr/>
        </p:nvSpPr>
        <p:spPr>
          <a:xfrm>
            <a:off x="1638178" y="2474110"/>
            <a:ext cx="45341" cy="45341"/>
          </a:xfrm>
          <a:prstGeom prst="ellipse">
            <a:avLst/>
          </a:prstGeom>
          <a:solidFill>
            <a:srgbClr val="566AB4">
              <a:alpha val="40000"/>
            </a:srgbClr>
          </a:solidFill>
          <a:ln w="0">
            <a:noFill/>
            <a:prstDash val="solid"/>
          </a:ln>
        </p:spPr>
      </p:sp>
      <p:sp>
        <p:nvSpPr>
          <p:cNvPr id="575" name="a_full_bar_ellipse_574">
            <a:extLst>
              <a:ext uri="{FF2B5EF4-FFF2-40B4-BE49-F238E27FC236}">
                <a16:creationId xmlns:a16="http://schemas.microsoft.com/office/drawing/2014/main" id="{79421E8E-44D3-4C57-8814-BEE0B43E7652}"/>
              </a:ext>
            </a:extLst>
          </p:cNvPr>
          <p:cNvSpPr>
            <a:spLocks noGrp="1"/>
          </p:cNvSpPr>
          <p:nvPr/>
        </p:nvSpPr>
        <p:spPr>
          <a:xfrm>
            <a:off x="1487654" y="2519269"/>
            <a:ext cx="45341" cy="45341"/>
          </a:xfrm>
          <a:prstGeom prst="ellipse">
            <a:avLst/>
          </a:prstGeom>
          <a:solidFill>
            <a:srgbClr val="566AB4">
              <a:alpha val="40000"/>
            </a:srgbClr>
          </a:solidFill>
          <a:ln w="0">
            <a:noFill/>
            <a:prstDash val="solid"/>
          </a:ln>
        </p:spPr>
      </p:sp>
      <p:sp>
        <p:nvSpPr>
          <p:cNvPr id="576" name="a_full_bar_ellipse_575">
            <a:extLst>
              <a:ext uri="{FF2B5EF4-FFF2-40B4-BE49-F238E27FC236}">
                <a16:creationId xmlns:a16="http://schemas.microsoft.com/office/drawing/2014/main" id="{323B3F9A-5AF7-416D-9716-B2CF6493E048}"/>
              </a:ext>
            </a:extLst>
          </p:cNvPr>
          <p:cNvSpPr>
            <a:spLocks noGrp="1"/>
          </p:cNvSpPr>
          <p:nvPr/>
        </p:nvSpPr>
        <p:spPr>
          <a:xfrm>
            <a:off x="1676113" y="3130065"/>
            <a:ext cx="45341" cy="45341"/>
          </a:xfrm>
          <a:prstGeom prst="ellipse">
            <a:avLst/>
          </a:prstGeom>
          <a:solidFill>
            <a:srgbClr val="566AB4">
              <a:alpha val="40000"/>
            </a:srgbClr>
          </a:solidFill>
          <a:ln w="0">
            <a:noFill/>
            <a:prstDash val="solid"/>
          </a:ln>
        </p:spPr>
      </p:sp>
      <p:sp>
        <p:nvSpPr>
          <p:cNvPr id="577" name="a_full_bar_ellipse_576">
            <a:extLst>
              <a:ext uri="{FF2B5EF4-FFF2-40B4-BE49-F238E27FC236}">
                <a16:creationId xmlns:a16="http://schemas.microsoft.com/office/drawing/2014/main" id="{9DF0A258-A3E5-4DA9-8293-B4D1260ED82B}"/>
              </a:ext>
            </a:extLst>
          </p:cNvPr>
          <p:cNvSpPr>
            <a:spLocks noGrp="1"/>
          </p:cNvSpPr>
          <p:nvPr/>
        </p:nvSpPr>
        <p:spPr>
          <a:xfrm>
            <a:off x="1567168" y="2396938"/>
            <a:ext cx="45341" cy="45341"/>
          </a:xfrm>
          <a:prstGeom prst="ellipse">
            <a:avLst/>
          </a:prstGeom>
          <a:solidFill>
            <a:srgbClr val="566AB4">
              <a:alpha val="40000"/>
            </a:srgbClr>
          </a:solidFill>
          <a:ln w="0">
            <a:noFill/>
            <a:prstDash val="solid"/>
          </a:ln>
        </p:spPr>
      </p:sp>
      <p:sp>
        <p:nvSpPr>
          <p:cNvPr id="578" name="a_full_bar_ellipse_577">
            <a:extLst>
              <a:ext uri="{FF2B5EF4-FFF2-40B4-BE49-F238E27FC236}">
                <a16:creationId xmlns:a16="http://schemas.microsoft.com/office/drawing/2014/main" id="{122F7DE7-2947-43EA-B2D3-0B46DEAD6087}"/>
              </a:ext>
            </a:extLst>
          </p:cNvPr>
          <p:cNvSpPr>
            <a:spLocks noGrp="1"/>
          </p:cNvSpPr>
          <p:nvPr/>
        </p:nvSpPr>
        <p:spPr>
          <a:xfrm>
            <a:off x="1474869" y="3403383"/>
            <a:ext cx="45341" cy="45341"/>
          </a:xfrm>
          <a:prstGeom prst="ellipse">
            <a:avLst/>
          </a:prstGeom>
          <a:solidFill>
            <a:srgbClr val="566AB4">
              <a:alpha val="40000"/>
            </a:srgbClr>
          </a:solidFill>
          <a:ln w="0">
            <a:noFill/>
            <a:prstDash val="solid"/>
          </a:ln>
        </p:spPr>
      </p:sp>
      <p:sp>
        <p:nvSpPr>
          <p:cNvPr id="579" name="a_full_bar_ellipse_578">
            <a:extLst>
              <a:ext uri="{FF2B5EF4-FFF2-40B4-BE49-F238E27FC236}">
                <a16:creationId xmlns:a16="http://schemas.microsoft.com/office/drawing/2014/main" id="{A7C945EC-4535-4C21-B546-F89170D04897}"/>
              </a:ext>
            </a:extLst>
          </p:cNvPr>
          <p:cNvSpPr>
            <a:spLocks noGrp="1"/>
          </p:cNvSpPr>
          <p:nvPr/>
        </p:nvSpPr>
        <p:spPr>
          <a:xfrm>
            <a:off x="1572202" y="3088212"/>
            <a:ext cx="45341" cy="45341"/>
          </a:xfrm>
          <a:prstGeom prst="ellipse">
            <a:avLst/>
          </a:prstGeom>
          <a:solidFill>
            <a:srgbClr val="566AB4">
              <a:alpha val="40000"/>
            </a:srgbClr>
          </a:solidFill>
          <a:ln w="0">
            <a:noFill/>
            <a:prstDash val="solid"/>
          </a:ln>
        </p:spPr>
      </p:sp>
      <p:sp>
        <p:nvSpPr>
          <p:cNvPr id="580" name="a_full_bar_ellipse_579">
            <a:extLst>
              <a:ext uri="{FF2B5EF4-FFF2-40B4-BE49-F238E27FC236}">
                <a16:creationId xmlns:a16="http://schemas.microsoft.com/office/drawing/2014/main" id="{1FBE7C1B-9692-41AE-AF79-86B31C1C9BD5}"/>
              </a:ext>
            </a:extLst>
          </p:cNvPr>
          <p:cNvSpPr>
            <a:spLocks noGrp="1"/>
          </p:cNvSpPr>
          <p:nvPr/>
        </p:nvSpPr>
        <p:spPr>
          <a:xfrm>
            <a:off x="1578652" y="3219928"/>
            <a:ext cx="45341" cy="45341"/>
          </a:xfrm>
          <a:prstGeom prst="ellipse">
            <a:avLst/>
          </a:prstGeom>
          <a:solidFill>
            <a:srgbClr val="566AB4">
              <a:alpha val="40000"/>
            </a:srgbClr>
          </a:solidFill>
          <a:ln w="0">
            <a:noFill/>
            <a:prstDash val="solid"/>
          </a:ln>
        </p:spPr>
      </p:sp>
      <p:sp>
        <p:nvSpPr>
          <p:cNvPr id="581" name="a_full_bar_ellipse_580">
            <a:extLst>
              <a:ext uri="{FF2B5EF4-FFF2-40B4-BE49-F238E27FC236}">
                <a16:creationId xmlns:a16="http://schemas.microsoft.com/office/drawing/2014/main" id="{862AE70A-A742-4223-B71C-B4A95E82303F}"/>
              </a:ext>
            </a:extLst>
          </p:cNvPr>
          <p:cNvSpPr>
            <a:spLocks noGrp="1"/>
          </p:cNvSpPr>
          <p:nvPr/>
        </p:nvSpPr>
        <p:spPr>
          <a:xfrm>
            <a:off x="1491153" y="2873948"/>
            <a:ext cx="45341" cy="45341"/>
          </a:xfrm>
          <a:prstGeom prst="ellipse">
            <a:avLst/>
          </a:prstGeom>
          <a:solidFill>
            <a:srgbClr val="566AB4">
              <a:alpha val="40000"/>
            </a:srgbClr>
          </a:solidFill>
          <a:ln w="0">
            <a:noFill/>
            <a:prstDash val="solid"/>
          </a:ln>
        </p:spPr>
      </p:sp>
      <p:sp>
        <p:nvSpPr>
          <p:cNvPr id="582" name="a_full_bar_ellipse_581">
            <a:extLst>
              <a:ext uri="{FF2B5EF4-FFF2-40B4-BE49-F238E27FC236}">
                <a16:creationId xmlns:a16="http://schemas.microsoft.com/office/drawing/2014/main" id="{F0A56108-858E-4063-ACA2-8C77A47A500E}"/>
              </a:ext>
            </a:extLst>
          </p:cNvPr>
          <p:cNvSpPr>
            <a:spLocks noGrp="1"/>
          </p:cNvSpPr>
          <p:nvPr/>
        </p:nvSpPr>
        <p:spPr>
          <a:xfrm>
            <a:off x="1474832" y="2509787"/>
            <a:ext cx="45341" cy="45341"/>
          </a:xfrm>
          <a:prstGeom prst="ellipse">
            <a:avLst/>
          </a:prstGeom>
          <a:solidFill>
            <a:srgbClr val="566AB4">
              <a:alpha val="40000"/>
            </a:srgbClr>
          </a:solidFill>
          <a:ln w="0">
            <a:noFill/>
            <a:prstDash val="solid"/>
          </a:ln>
        </p:spPr>
      </p:sp>
      <p:sp>
        <p:nvSpPr>
          <p:cNvPr id="583" name="a_full_bar_ellipse_582">
            <a:extLst>
              <a:ext uri="{FF2B5EF4-FFF2-40B4-BE49-F238E27FC236}">
                <a16:creationId xmlns:a16="http://schemas.microsoft.com/office/drawing/2014/main" id="{BF88A228-B4B3-4BD1-92F6-F1E32453649A}"/>
              </a:ext>
            </a:extLst>
          </p:cNvPr>
          <p:cNvSpPr>
            <a:spLocks noGrp="1"/>
          </p:cNvSpPr>
          <p:nvPr/>
        </p:nvSpPr>
        <p:spPr>
          <a:xfrm>
            <a:off x="1626780" y="2565216"/>
            <a:ext cx="45341" cy="45341"/>
          </a:xfrm>
          <a:prstGeom prst="ellipse">
            <a:avLst/>
          </a:prstGeom>
          <a:solidFill>
            <a:srgbClr val="566AB4">
              <a:alpha val="40000"/>
            </a:srgbClr>
          </a:solidFill>
          <a:ln w="0">
            <a:noFill/>
            <a:prstDash val="solid"/>
          </a:ln>
        </p:spPr>
      </p:sp>
      <p:sp>
        <p:nvSpPr>
          <p:cNvPr id="584" name="a_full_bar_ellipse_583">
            <a:extLst>
              <a:ext uri="{FF2B5EF4-FFF2-40B4-BE49-F238E27FC236}">
                <a16:creationId xmlns:a16="http://schemas.microsoft.com/office/drawing/2014/main" id="{C316E5DC-B2EA-43DD-9D13-3673142439A1}"/>
              </a:ext>
            </a:extLst>
          </p:cNvPr>
          <p:cNvSpPr>
            <a:spLocks noGrp="1"/>
          </p:cNvSpPr>
          <p:nvPr/>
        </p:nvSpPr>
        <p:spPr>
          <a:xfrm>
            <a:off x="1623480" y="3232613"/>
            <a:ext cx="45341" cy="45341"/>
          </a:xfrm>
          <a:prstGeom prst="ellipse">
            <a:avLst/>
          </a:prstGeom>
          <a:solidFill>
            <a:srgbClr val="566AB4">
              <a:alpha val="40000"/>
            </a:srgbClr>
          </a:solidFill>
          <a:ln w="0">
            <a:noFill/>
            <a:prstDash val="solid"/>
          </a:ln>
        </p:spPr>
      </p:sp>
      <p:sp>
        <p:nvSpPr>
          <p:cNvPr id="585" name="a_full_bar_ellipse_584">
            <a:extLst>
              <a:ext uri="{FF2B5EF4-FFF2-40B4-BE49-F238E27FC236}">
                <a16:creationId xmlns:a16="http://schemas.microsoft.com/office/drawing/2014/main" id="{FC23EE69-9A8F-4282-B2C8-791CCBAA5D7E}"/>
              </a:ext>
            </a:extLst>
          </p:cNvPr>
          <p:cNvSpPr>
            <a:spLocks noGrp="1"/>
          </p:cNvSpPr>
          <p:nvPr/>
        </p:nvSpPr>
        <p:spPr>
          <a:xfrm>
            <a:off x="1554263" y="3257763"/>
            <a:ext cx="45341" cy="45341"/>
          </a:xfrm>
          <a:prstGeom prst="ellipse">
            <a:avLst/>
          </a:prstGeom>
          <a:solidFill>
            <a:srgbClr val="566AB4">
              <a:alpha val="40000"/>
            </a:srgbClr>
          </a:solidFill>
          <a:ln w="0">
            <a:noFill/>
            <a:prstDash val="solid"/>
          </a:ln>
        </p:spPr>
      </p:sp>
      <p:sp>
        <p:nvSpPr>
          <p:cNvPr id="586" name="a_full_bar_ellipse_585">
            <a:extLst>
              <a:ext uri="{FF2B5EF4-FFF2-40B4-BE49-F238E27FC236}">
                <a16:creationId xmlns:a16="http://schemas.microsoft.com/office/drawing/2014/main" id="{50835409-2B2A-4FBD-A769-4E30A5E70888}"/>
              </a:ext>
            </a:extLst>
          </p:cNvPr>
          <p:cNvSpPr>
            <a:spLocks noGrp="1"/>
          </p:cNvSpPr>
          <p:nvPr/>
        </p:nvSpPr>
        <p:spPr>
          <a:xfrm>
            <a:off x="1557516" y="3108732"/>
            <a:ext cx="45341" cy="45341"/>
          </a:xfrm>
          <a:prstGeom prst="ellipse">
            <a:avLst/>
          </a:prstGeom>
          <a:solidFill>
            <a:srgbClr val="566AB4">
              <a:alpha val="40000"/>
            </a:srgbClr>
          </a:solidFill>
          <a:ln w="0">
            <a:noFill/>
            <a:prstDash val="solid"/>
          </a:ln>
        </p:spPr>
      </p:sp>
      <p:sp>
        <p:nvSpPr>
          <p:cNvPr id="587" name="a_full_bar_ellipse_586">
            <a:extLst>
              <a:ext uri="{FF2B5EF4-FFF2-40B4-BE49-F238E27FC236}">
                <a16:creationId xmlns:a16="http://schemas.microsoft.com/office/drawing/2014/main" id="{A82B36C4-6D5C-42D0-AD7F-61E103F71E44}"/>
              </a:ext>
            </a:extLst>
          </p:cNvPr>
          <p:cNvSpPr>
            <a:spLocks noGrp="1"/>
          </p:cNvSpPr>
          <p:nvPr/>
        </p:nvSpPr>
        <p:spPr>
          <a:xfrm>
            <a:off x="1672161" y="2997302"/>
            <a:ext cx="45341" cy="45341"/>
          </a:xfrm>
          <a:prstGeom prst="ellipse">
            <a:avLst/>
          </a:prstGeom>
          <a:solidFill>
            <a:srgbClr val="566AB4">
              <a:alpha val="40000"/>
            </a:srgbClr>
          </a:solidFill>
          <a:ln w="0">
            <a:noFill/>
            <a:prstDash val="solid"/>
          </a:ln>
        </p:spPr>
      </p:sp>
      <p:sp>
        <p:nvSpPr>
          <p:cNvPr id="588" name="a_full_bar_ellipse_587">
            <a:extLst>
              <a:ext uri="{FF2B5EF4-FFF2-40B4-BE49-F238E27FC236}">
                <a16:creationId xmlns:a16="http://schemas.microsoft.com/office/drawing/2014/main" id="{5485BD3B-2230-44C0-A01E-9B77C675701A}"/>
              </a:ext>
            </a:extLst>
          </p:cNvPr>
          <p:cNvSpPr>
            <a:spLocks noGrp="1"/>
          </p:cNvSpPr>
          <p:nvPr/>
        </p:nvSpPr>
        <p:spPr>
          <a:xfrm>
            <a:off x="1526271" y="3887171"/>
            <a:ext cx="45341" cy="45341"/>
          </a:xfrm>
          <a:prstGeom prst="ellipse">
            <a:avLst/>
          </a:prstGeom>
          <a:solidFill>
            <a:srgbClr val="566AB4">
              <a:alpha val="40000"/>
            </a:srgbClr>
          </a:solidFill>
          <a:ln w="0">
            <a:noFill/>
            <a:prstDash val="solid"/>
          </a:ln>
        </p:spPr>
      </p:sp>
      <p:sp>
        <p:nvSpPr>
          <p:cNvPr id="589" name="a_full_bar_ellipse_588">
            <a:extLst>
              <a:ext uri="{FF2B5EF4-FFF2-40B4-BE49-F238E27FC236}">
                <a16:creationId xmlns:a16="http://schemas.microsoft.com/office/drawing/2014/main" id="{3E11BFBB-0CD3-4B4F-A13A-460DBE29D8A0}"/>
              </a:ext>
            </a:extLst>
          </p:cNvPr>
          <p:cNvSpPr>
            <a:spLocks noGrp="1"/>
          </p:cNvSpPr>
          <p:nvPr/>
        </p:nvSpPr>
        <p:spPr>
          <a:xfrm>
            <a:off x="1611070" y="3375439"/>
            <a:ext cx="45341" cy="45341"/>
          </a:xfrm>
          <a:prstGeom prst="ellipse">
            <a:avLst/>
          </a:prstGeom>
          <a:solidFill>
            <a:srgbClr val="566AB4">
              <a:alpha val="40000"/>
            </a:srgbClr>
          </a:solidFill>
          <a:ln w="0">
            <a:noFill/>
            <a:prstDash val="solid"/>
          </a:ln>
        </p:spPr>
      </p:sp>
      <p:sp>
        <p:nvSpPr>
          <p:cNvPr id="590" name="a_full_bar_ellipse_589">
            <a:extLst>
              <a:ext uri="{FF2B5EF4-FFF2-40B4-BE49-F238E27FC236}">
                <a16:creationId xmlns:a16="http://schemas.microsoft.com/office/drawing/2014/main" id="{0CB9EBA0-B37C-4FE7-95A1-07CB5B6F10F4}"/>
              </a:ext>
            </a:extLst>
          </p:cNvPr>
          <p:cNvSpPr>
            <a:spLocks noGrp="1"/>
          </p:cNvSpPr>
          <p:nvPr/>
        </p:nvSpPr>
        <p:spPr>
          <a:xfrm>
            <a:off x="1667646" y="3113177"/>
            <a:ext cx="45341" cy="45341"/>
          </a:xfrm>
          <a:prstGeom prst="ellipse">
            <a:avLst/>
          </a:prstGeom>
          <a:solidFill>
            <a:srgbClr val="566AB4">
              <a:alpha val="40000"/>
            </a:srgbClr>
          </a:solidFill>
          <a:ln w="0">
            <a:noFill/>
            <a:prstDash val="solid"/>
          </a:ln>
        </p:spPr>
      </p:sp>
      <p:sp>
        <p:nvSpPr>
          <p:cNvPr id="591" name="a_full_bar_ellipse_590">
            <a:extLst>
              <a:ext uri="{FF2B5EF4-FFF2-40B4-BE49-F238E27FC236}">
                <a16:creationId xmlns:a16="http://schemas.microsoft.com/office/drawing/2014/main" id="{5792B612-62B1-44FC-A0AD-A8FCE686C981}"/>
              </a:ext>
            </a:extLst>
          </p:cNvPr>
          <p:cNvSpPr>
            <a:spLocks noGrp="1"/>
          </p:cNvSpPr>
          <p:nvPr/>
        </p:nvSpPr>
        <p:spPr>
          <a:xfrm>
            <a:off x="1537435" y="2437126"/>
            <a:ext cx="45341" cy="45341"/>
          </a:xfrm>
          <a:prstGeom prst="ellipse">
            <a:avLst/>
          </a:prstGeom>
          <a:solidFill>
            <a:srgbClr val="566AB4">
              <a:alpha val="40000"/>
            </a:srgbClr>
          </a:solidFill>
          <a:ln w="0">
            <a:noFill/>
            <a:prstDash val="solid"/>
          </a:ln>
        </p:spPr>
      </p:sp>
      <p:sp>
        <p:nvSpPr>
          <p:cNvPr id="592" name="a_full_bar_ellipse_591">
            <a:extLst>
              <a:ext uri="{FF2B5EF4-FFF2-40B4-BE49-F238E27FC236}">
                <a16:creationId xmlns:a16="http://schemas.microsoft.com/office/drawing/2014/main" id="{93282F9A-AE7B-4C0A-B501-85AC9B586334}"/>
              </a:ext>
            </a:extLst>
          </p:cNvPr>
          <p:cNvSpPr>
            <a:spLocks noGrp="1"/>
          </p:cNvSpPr>
          <p:nvPr/>
        </p:nvSpPr>
        <p:spPr>
          <a:xfrm>
            <a:off x="1551158" y="4131833"/>
            <a:ext cx="45341" cy="45341"/>
          </a:xfrm>
          <a:prstGeom prst="ellipse">
            <a:avLst/>
          </a:prstGeom>
          <a:solidFill>
            <a:srgbClr val="566AB4">
              <a:alpha val="40000"/>
            </a:srgbClr>
          </a:solidFill>
          <a:ln w="0">
            <a:noFill/>
            <a:prstDash val="solid"/>
          </a:ln>
        </p:spPr>
      </p:sp>
      <p:sp>
        <p:nvSpPr>
          <p:cNvPr id="593" name="a_full_bar_ellipse_592">
            <a:extLst>
              <a:ext uri="{FF2B5EF4-FFF2-40B4-BE49-F238E27FC236}">
                <a16:creationId xmlns:a16="http://schemas.microsoft.com/office/drawing/2014/main" id="{DBAFA084-28F9-4018-A4FD-496C9CFFAD87}"/>
              </a:ext>
            </a:extLst>
          </p:cNvPr>
          <p:cNvSpPr>
            <a:spLocks noGrp="1"/>
          </p:cNvSpPr>
          <p:nvPr/>
        </p:nvSpPr>
        <p:spPr>
          <a:xfrm>
            <a:off x="1476430" y="4457382"/>
            <a:ext cx="45341" cy="45341"/>
          </a:xfrm>
          <a:prstGeom prst="ellipse">
            <a:avLst/>
          </a:prstGeom>
          <a:solidFill>
            <a:srgbClr val="566AB4">
              <a:alpha val="40000"/>
            </a:srgbClr>
          </a:solidFill>
          <a:ln w="0">
            <a:noFill/>
            <a:prstDash val="solid"/>
          </a:ln>
        </p:spPr>
      </p:sp>
      <p:sp>
        <p:nvSpPr>
          <p:cNvPr id="594" name="a_full_bar_ellipse_593">
            <a:extLst>
              <a:ext uri="{FF2B5EF4-FFF2-40B4-BE49-F238E27FC236}">
                <a16:creationId xmlns:a16="http://schemas.microsoft.com/office/drawing/2014/main" id="{03AE0BEC-34EC-4E16-BB43-9B3271A09A62}"/>
              </a:ext>
            </a:extLst>
          </p:cNvPr>
          <p:cNvSpPr>
            <a:spLocks noGrp="1"/>
          </p:cNvSpPr>
          <p:nvPr/>
        </p:nvSpPr>
        <p:spPr>
          <a:xfrm>
            <a:off x="1567826" y="3631507"/>
            <a:ext cx="45341" cy="45341"/>
          </a:xfrm>
          <a:prstGeom prst="ellipse">
            <a:avLst/>
          </a:prstGeom>
          <a:solidFill>
            <a:srgbClr val="566AB4">
              <a:alpha val="40000"/>
            </a:srgbClr>
          </a:solidFill>
          <a:ln w="0">
            <a:noFill/>
            <a:prstDash val="solid"/>
          </a:ln>
        </p:spPr>
      </p:sp>
      <p:sp>
        <p:nvSpPr>
          <p:cNvPr id="595" name="a_full_bar_ellipse_594">
            <a:extLst>
              <a:ext uri="{FF2B5EF4-FFF2-40B4-BE49-F238E27FC236}">
                <a16:creationId xmlns:a16="http://schemas.microsoft.com/office/drawing/2014/main" id="{CF539397-1CC8-443D-9C83-C16C3926FE22}"/>
              </a:ext>
            </a:extLst>
          </p:cNvPr>
          <p:cNvSpPr>
            <a:spLocks noGrp="1"/>
          </p:cNvSpPr>
          <p:nvPr/>
        </p:nvSpPr>
        <p:spPr>
          <a:xfrm>
            <a:off x="1664333" y="3785919"/>
            <a:ext cx="45341" cy="45341"/>
          </a:xfrm>
          <a:prstGeom prst="ellipse">
            <a:avLst/>
          </a:prstGeom>
          <a:solidFill>
            <a:srgbClr val="566AB4">
              <a:alpha val="40000"/>
            </a:srgbClr>
          </a:solidFill>
          <a:ln w="0">
            <a:noFill/>
            <a:prstDash val="solid"/>
          </a:ln>
        </p:spPr>
      </p:sp>
      <p:sp>
        <p:nvSpPr>
          <p:cNvPr id="596" name="a_full_bar_ellipse_595">
            <a:extLst>
              <a:ext uri="{FF2B5EF4-FFF2-40B4-BE49-F238E27FC236}">
                <a16:creationId xmlns:a16="http://schemas.microsoft.com/office/drawing/2014/main" id="{2DC62A25-78BE-4020-ABE6-366C7ED1B630}"/>
              </a:ext>
            </a:extLst>
          </p:cNvPr>
          <p:cNvSpPr>
            <a:spLocks noGrp="1"/>
          </p:cNvSpPr>
          <p:nvPr/>
        </p:nvSpPr>
        <p:spPr>
          <a:xfrm>
            <a:off x="1470444" y="2404832"/>
            <a:ext cx="45341" cy="45341"/>
          </a:xfrm>
          <a:prstGeom prst="ellipse">
            <a:avLst/>
          </a:prstGeom>
          <a:solidFill>
            <a:srgbClr val="566AB4">
              <a:alpha val="40000"/>
            </a:srgbClr>
          </a:solidFill>
          <a:ln w="0">
            <a:noFill/>
            <a:prstDash val="solid"/>
          </a:ln>
        </p:spPr>
      </p:sp>
      <p:sp>
        <p:nvSpPr>
          <p:cNvPr id="597" name="a_full_bar_ellipse_596">
            <a:extLst>
              <a:ext uri="{FF2B5EF4-FFF2-40B4-BE49-F238E27FC236}">
                <a16:creationId xmlns:a16="http://schemas.microsoft.com/office/drawing/2014/main" id="{0FB6101D-2877-4749-8403-4AC4B5881CD6}"/>
              </a:ext>
            </a:extLst>
          </p:cNvPr>
          <p:cNvSpPr>
            <a:spLocks noGrp="1"/>
          </p:cNvSpPr>
          <p:nvPr/>
        </p:nvSpPr>
        <p:spPr>
          <a:xfrm>
            <a:off x="1593947" y="2403341"/>
            <a:ext cx="45341" cy="45341"/>
          </a:xfrm>
          <a:prstGeom prst="ellipse">
            <a:avLst/>
          </a:prstGeom>
          <a:solidFill>
            <a:srgbClr val="566AB4">
              <a:alpha val="40000"/>
            </a:srgbClr>
          </a:solidFill>
          <a:ln w="0">
            <a:noFill/>
            <a:prstDash val="solid"/>
          </a:ln>
        </p:spPr>
      </p:sp>
      <p:sp>
        <p:nvSpPr>
          <p:cNvPr id="598" name="a_full_bar_ellipse_597">
            <a:extLst>
              <a:ext uri="{FF2B5EF4-FFF2-40B4-BE49-F238E27FC236}">
                <a16:creationId xmlns:a16="http://schemas.microsoft.com/office/drawing/2014/main" id="{FD00DF44-EC9D-4540-8184-2AE747F925BB}"/>
              </a:ext>
            </a:extLst>
          </p:cNvPr>
          <p:cNvSpPr>
            <a:spLocks noGrp="1"/>
          </p:cNvSpPr>
          <p:nvPr/>
        </p:nvSpPr>
        <p:spPr>
          <a:xfrm>
            <a:off x="1674612" y="4457382"/>
            <a:ext cx="45341" cy="45341"/>
          </a:xfrm>
          <a:prstGeom prst="ellipse">
            <a:avLst/>
          </a:prstGeom>
          <a:solidFill>
            <a:srgbClr val="566AB4">
              <a:alpha val="40000"/>
            </a:srgbClr>
          </a:solidFill>
          <a:ln w="0">
            <a:noFill/>
            <a:prstDash val="solid"/>
          </a:ln>
        </p:spPr>
      </p:sp>
      <p:sp>
        <p:nvSpPr>
          <p:cNvPr id="599" name="a_full_bar_ellipse_598">
            <a:extLst>
              <a:ext uri="{FF2B5EF4-FFF2-40B4-BE49-F238E27FC236}">
                <a16:creationId xmlns:a16="http://schemas.microsoft.com/office/drawing/2014/main" id="{A245FE92-0C3B-46AF-97AC-105E8DF95890}"/>
              </a:ext>
            </a:extLst>
          </p:cNvPr>
          <p:cNvSpPr>
            <a:spLocks noGrp="1"/>
          </p:cNvSpPr>
          <p:nvPr/>
        </p:nvSpPr>
        <p:spPr>
          <a:xfrm>
            <a:off x="1657975" y="3253689"/>
            <a:ext cx="45341" cy="45341"/>
          </a:xfrm>
          <a:prstGeom prst="ellipse">
            <a:avLst/>
          </a:prstGeom>
          <a:solidFill>
            <a:srgbClr val="566AB4">
              <a:alpha val="40000"/>
            </a:srgbClr>
          </a:solidFill>
          <a:ln w="0">
            <a:noFill/>
            <a:prstDash val="solid"/>
          </a:ln>
        </p:spPr>
      </p:sp>
      <p:sp>
        <p:nvSpPr>
          <p:cNvPr id="600" name="a_full_bar_ellipse_599">
            <a:extLst>
              <a:ext uri="{FF2B5EF4-FFF2-40B4-BE49-F238E27FC236}">
                <a16:creationId xmlns:a16="http://schemas.microsoft.com/office/drawing/2014/main" id="{730BEA8E-508F-466F-A8B8-483BF04C5116}"/>
              </a:ext>
            </a:extLst>
          </p:cNvPr>
          <p:cNvSpPr>
            <a:spLocks noGrp="1"/>
          </p:cNvSpPr>
          <p:nvPr/>
        </p:nvSpPr>
        <p:spPr>
          <a:xfrm>
            <a:off x="1634606" y="4457382"/>
            <a:ext cx="45341" cy="45341"/>
          </a:xfrm>
          <a:prstGeom prst="ellipse">
            <a:avLst/>
          </a:prstGeom>
          <a:solidFill>
            <a:srgbClr val="566AB4">
              <a:alpha val="40000"/>
            </a:srgbClr>
          </a:solidFill>
          <a:ln w="0">
            <a:noFill/>
            <a:prstDash val="solid"/>
          </a:ln>
        </p:spPr>
      </p:sp>
      <p:sp>
        <p:nvSpPr>
          <p:cNvPr id="601" name="a_full_bar_ellipse_600">
            <a:extLst>
              <a:ext uri="{FF2B5EF4-FFF2-40B4-BE49-F238E27FC236}">
                <a16:creationId xmlns:a16="http://schemas.microsoft.com/office/drawing/2014/main" id="{D488CFC6-3FB9-4992-AE44-892579C20DBD}"/>
              </a:ext>
            </a:extLst>
          </p:cNvPr>
          <p:cNvSpPr>
            <a:spLocks noGrp="1"/>
          </p:cNvSpPr>
          <p:nvPr/>
        </p:nvSpPr>
        <p:spPr>
          <a:xfrm>
            <a:off x="1518919" y="3380799"/>
            <a:ext cx="45341" cy="45341"/>
          </a:xfrm>
          <a:prstGeom prst="ellipse">
            <a:avLst/>
          </a:prstGeom>
          <a:solidFill>
            <a:srgbClr val="566AB4">
              <a:alpha val="40000"/>
            </a:srgbClr>
          </a:solidFill>
          <a:ln w="0">
            <a:noFill/>
            <a:prstDash val="solid"/>
          </a:ln>
        </p:spPr>
      </p:sp>
      <p:sp>
        <p:nvSpPr>
          <p:cNvPr id="602" name="a_full_bar_ellipse_601">
            <a:extLst>
              <a:ext uri="{FF2B5EF4-FFF2-40B4-BE49-F238E27FC236}">
                <a16:creationId xmlns:a16="http://schemas.microsoft.com/office/drawing/2014/main" id="{6D805344-2936-417B-8955-C73E46F5ECDD}"/>
              </a:ext>
            </a:extLst>
          </p:cNvPr>
          <p:cNvSpPr>
            <a:spLocks noGrp="1"/>
          </p:cNvSpPr>
          <p:nvPr/>
        </p:nvSpPr>
        <p:spPr>
          <a:xfrm>
            <a:off x="1664961" y="2896072"/>
            <a:ext cx="45341" cy="45341"/>
          </a:xfrm>
          <a:prstGeom prst="ellipse">
            <a:avLst/>
          </a:prstGeom>
          <a:solidFill>
            <a:srgbClr val="566AB4">
              <a:alpha val="40000"/>
            </a:srgbClr>
          </a:solidFill>
          <a:ln w="0">
            <a:noFill/>
            <a:prstDash val="solid"/>
          </a:ln>
        </p:spPr>
      </p:sp>
      <p:sp>
        <p:nvSpPr>
          <p:cNvPr id="603" name="a_full_bar_ellipse_602">
            <a:extLst>
              <a:ext uri="{FF2B5EF4-FFF2-40B4-BE49-F238E27FC236}">
                <a16:creationId xmlns:a16="http://schemas.microsoft.com/office/drawing/2014/main" id="{591C7306-0356-4AAC-BA7E-2D3E0A57D523}"/>
              </a:ext>
            </a:extLst>
          </p:cNvPr>
          <p:cNvSpPr>
            <a:spLocks noGrp="1"/>
          </p:cNvSpPr>
          <p:nvPr/>
        </p:nvSpPr>
        <p:spPr>
          <a:xfrm>
            <a:off x="1640726" y="4457382"/>
            <a:ext cx="45341" cy="45341"/>
          </a:xfrm>
          <a:prstGeom prst="ellipse">
            <a:avLst/>
          </a:prstGeom>
          <a:solidFill>
            <a:srgbClr val="566AB4">
              <a:alpha val="40000"/>
            </a:srgbClr>
          </a:solidFill>
          <a:ln w="0">
            <a:noFill/>
            <a:prstDash val="solid"/>
          </a:ln>
        </p:spPr>
      </p:sp>
      <p:sp>
        <p:nvSpPr>
          <p:cNvPr id="604" name="a_full_bar_ellipse_603">
            <a:extLst>
              <a:ext uri="{FF2B5EF4-FFF2-40B4-BE49-F238E27FC236}">
                <a16:creationId xmlns:a16="http://schemas.microsoft.com/office/drawing/2014/main" id="{0EDFB498-F8AD-47A6-96D6-22B60CA6DB91}"/>
              </a:ext>
            </a:extLst>
          </p:cNvPr>
          <p:cNvSpPr>
            <a:spLocks noGrp="1"/>
          </p:cNvSpPr>
          <p:nvPr/>
        </p:nvSpPr>
        <p:spPr>
          <a:xfrm>
            <a:off x="1638062" y="4457382"/>
            <a:ext cx="45341" cy="45341"/>
          </a:xfrm>
          <a:prstGeom prst="ellipse">
            <a:avLst/>
          </a:prstGeom>
          <a:solidFill>
            <a:srgbClr val="566AB4">
              <a:alpha val="40000"/>
            </a:srgbClr>
          </a:solidFill>
          <a:ln w="0">
            <a:noFill/>
            <a:prstDash val="solid"/>
          </a:ln>
        </p:spPr>
      </p:sp>
      <p:sp>
        <p:nvSpPr>
          <p:cNvPr id="605" name="a_full_bar_ellipse_604">
            <a:extLst>
              <a:ext uri="{FF2B5EF4-FFF2-40B4-BE49-F238E27FC236}">
                <a16:creationId xmlns:a16="http://schemas.microsoft.com/office/drawing/2014/main" id="{133302D4-D4AA-4850-BFCF-313CE6B35FA1}"/>
              </a:ext>
            </a:extLst>
          </p:cNvPr>
          <p:cNvSpPr>
            <a:spLocks noGrp="1"/>
          </p:cNvSpPr>
          <p:nvPr/>
        </p:nvSpPr>
        <p:spPr>
          <a:xfrm>
            <a:off x="1502798" y="3259694"/>
            <a:ext cx="45341" cy="45341"/>
          </a:xfrm>
          <a:prstGeom prst="ellipse">
            <a:avLst/>
          </a:prstGeom>
          <a:solidFill>
            <a:srgbClr val="566AB4">
              <a:alpha val="40000"/>
            </a:srgbClr>
          </a:solidFill>
          <a:ln w="0">
            <a:noFill/>
            <a:prstDash val="solid"/>
          </a:ln>
        </p:spPr>
      </p:sp>
      <p:sp>
        <p:nvSpPr>
          <p:cNvPr id="606" name="a_full_bar_ellipse_605">
            <a:extLst>
              <a:ext uri="{FF2B5EF4-FFF2-40B4-BE49-F238E27FC236}">
                <a16:creationId xmlns:a16="http://schemas.microsoft.com/office/drawing/2014/main" id="{A2B249F2-C758-47F5-B356-2551885FBB6E}"/>
              </a:ext>
            </a:extLst>
          </p:cNvPr>
          <p:cNvSpPr>
            <a:spLocks noGrp="1"/>
          </p:cNvSpPr>
          <p:nvPr/>
        </p:nvSpPr>
        <p:spPr>
          <a:xfrm>
            <a:off x="1570603" y="2347659"/>
            <a:ext cx="45341" cy="45341"/>
          </a:xfrm>
          <a:prstGeom prst="ellipse">
            <a:avLst/>
          </a:prstGeom>
          <a:solidFill>
            <a:srgbClr val="566AB4">
              <a:alpha val="40000"/>
            </a:srgbClr>
          </a:solidFill>
          <a:ln w="0">
            <a:noFill/>
            <a:prstDash val="solid"/>
          </a:ln>
        </p:spPr>
      </p:sp>
      <p:sp>
        <p:nvSpPr>
          <p:cNvPr id="607" name="a_full_bar_ellipse_606">
            <a:extLst>
              <a:ext uri="{FF2B5EF4-FFF2-40B4-BE49-F238E27FC236}">
                <a16:creationId xmlns:a16="http://schemas.microsoft.com/office/drawing/2014/main" id="{6AFE2B2F-98DD-4466-97C4-9B8AFBBF337F}"/>
              </a:ext>
            </a:extLst>
          </p:cNvPr>
          <p:cNvSpPr>
            <a:spLocks noGrp="1"/>
          </p:cNvSpPr>
          <p:nvPr/>
        </p:nvSpPr>
        <p:spPr>
          <a:xfrm>
            <a:off x="1650786" y="2425010"/>
            <a:ext cx="45341" cy="45341"/>
          </a:xfrm>
          <a:prstGeom prst="ellipse">
            <a:avLst/>
          </a:prstGeom>
          <a:solidFill>
            <a:srgbClr val="566AB4">
              <a:alpha val="40000"/>
            </a:srgbClr>
          </a:solidFill>
          <a:ln w="0">
            <a:noFill/>
            <a:prstDash val="solid"/>
          </a:ln>
        </p:spPr>
      </p:sp>
      <p:sp>
        <p:nvSpPr>
          <p:cNvPr id="608" name="a_full_bar_ellipse_607">
            <a:extLst>
              <a:ext uri="{FF2B5EF4-FFF2-40B4-BE49-F238E27FC236}">
                <a16:creationId xmlns:a16="http://schemas.microsoft.com/office/drawing/2014/main" id="{66A3D542-0437-491F-AED2-2110690BE0EE}"/>
              </a:ext>
            </a:extLst>
          </p:cNvPr>
          <p:cNvSpPr>
            <a:spLocks noGrp="1"/>
          </p:cNvSpPr>
          <p:nvPr/>
        </p:nvSpPr>
        <p:spPr>
          <a:xfrm>
            <a:off x="1493377" y="4457382"/>
            <a:ext cx="45341" cy="45341"/>
          </a:xfrm>
          <a:prstGeom prst="ellipse">
            <a:avLst/>
          </a:prstGeom>
          <a:solidFill>
            <a:srgbClr val="566AB4">
              <a:alpha val="40000"/>
            </a:srgbClr>
          </a:solidFill>
          <a:ln w="0">
            <a:noFill/>
            <a:prstDash val="solid"/>
          </a:ln>
        </p:spPr>
      </p:sp>
      <p:sp>
        <p:nvSpPr>
          <p:cNvPr id="609" name="a_full_bar_ellipse_608">
            <a:extLst>
              <a:ext uri="{FF2B5EF4-FFF2-40B4-BE49-F238E27FC236}">
                <a16:creationId xmlns:a16="http://schemas.microsoft.com/office/drawing/2014/main" id="{AD147997-8905-4B43-8589-A017F8E6FEE8}"/>
              </a:ext>
            </a:extLst>
          </p:cNvPr>
          <p:cNvSpPr>
            <a:spLocks noGrp="1"/>
          </p:cNvSpPr>
          <p:nvPr/>
        </p:nvSpPr>
        <p:spPr>
          <a:xfrm>
            <a:off x="1502184" y="2469722"/>
            <a:ext cx="45341" cy="45341"/>
          </a:xfrm>
          <a:prstGeom prst="ellipse">
            <a:avLst/>
          </a:prstGeom>
          <a:solidFill>
            <a:srgbClr val="566AB4">
              <a:alpha val="40000"/>
            </a:srgbClr>
          </a:solidFill>
          <a:ln w="0">
            <a:noFill/>
            <a:prstDash val="solid"/>
          </a:ln>
        </p:spPr>
      </p:sp>
      <p:sp>
        <p:nvSpPr>
          <p:cNvPr id="610" name="a_full_bar_ellipse_609">
            <a:extLst>
              <a:ext uri="{FF2B5EF4-FFF2-40B4-BE49-F238E27FC236}">
                <a16:creationId xmlns:a16="http://schemas.microsoft.com/office/drawing/2014/main" id="{20B623A1-5294-44BA-80C7-32C5F88ACCD0}"/>
              </a:ext>
            </a:extLst>
          </p:cNvPr>
          <p:cNvSpPr>
            <a:spLocks noGrp="1"/>
          </p:cNvSpPr>
          <p:nvPr/>
        </p:nvSpPr>
        <p:spPr>
          <a:xfrm>
            <a:off x="1535868" y="3490093"/>
            <a:ext cx="45341" cy="45341"/>
          </a:xfrm>
          <a:prstGeom prst="ellipse">
            <a:avLst/>
          </a:prstGeom>
          <a:solidFill>
            <a:srgbClr val="566AB4">
              <a:alpha val="40000"/>
            </a:srgbClr>
          </a:solidFill>
          <a:ln w="0">
            <a:noFill/>
            <a:prstDash val="solid"/>
          </a:ln>
        </p:spPr>
      </p:sp>
      <p:sp>
        <p:nvSpPr>
          <p:cNvPr id="611" name="a_full_bar_ellipse_610">
            <a:extLst>
              <a:ext uri="{FF2B5EF4-FFF2-40B4-BE49-F238E27FC236}">
                <a16:creationId xmlns:a16="http://schemas.microsoft.com/office/drawing/2014/main" id="{6A0810A7-1C00-44B0-B3A7-F71740D48DE1}"/>
              </a:ext>
            </a:extLst>
          </p:cNvPr>
          <p:cNvSpPr>
            <a:spLocks noGrp="1"/>
          </p:cNvSpPr>
          <p:nvPr/>
        </p:nvSpPr>
        <p:spPr>
          <a:xfrm>
            <a:off x="1557932" y="2690453"/>
            <a:ext cx="45341" cy="45341"/>
          </a:xfrm>
          <a:prstGeom prst="ellipse">
            <a:avLst/>
          </a:prstGeom>
          <a:solidFill>
            <a:srgbClr val="566AB4">
              <a:alpha val="40000"/>
            </a:srgbClr>
          </a:solidFill>
          <a:ln w="0">
            <a:noFill/>
            <a:prstDash val="solid"/>
          </a:ln>
        </p:spPr>
      </p:sp>
      <p:sp>
        <p:nvSpPr>
          <p:cNvPr id="612" name="a_full_bar_ellipse_611">
            <a:extLst>
              <a:ext uri="{FF2B5EF4-FFF2-40B4-BE49-F238E27FC236}">
                <a16:creationId xmlns:a16="http://schemas.microsoft.com/office/drawing/2014/main" id="{5EF68C1E-1CE9-4F6F-AB67-8B97E642D88E}"/>
              </a:ext>
            </a:extLst>
          </p:cNvPr>
          <p:cNvSpPr>
            <a:spLocks noGrp="1"/>
          </p:cNvSpPr>
          <p:nvPr/>
        </p:nvSpPr>
        <p:spPr>
          <a:xfrm>
            <a:off x="1556078" y="2789697"/>
            <a:ext cx="45341" cy="45341"/>
          </a:xfrm>
          <a:prstGeom prst="ellipse">
            <a:avLst/>
          </a:prstGeom>
          <a:solidFill>
            <a:srgbClr val="566AB4">
              <a:alpha val="40000"/>
            </a:srgbClr>
          </a:solidFill>
          <a:ln w="0">
            <a:noFill/>
            <a:prstDash val="solid"/>
          </a:ln>
        </p:spPr>
      </p:sp>
      <p:sp>
        <p:nvSpPr>
          <p:cNvPr id="613" name="a_full_bar_ellipse_612">
            <a:extLst>
              <a:ext uri="{FF2B5EF4-FFF2-40B4-BE49-F238E27FC236}">
                <a16:creationId xmlns:a16="http://schemas.microsoft.com/office/drawing/2014/main" id="{AD73F80E-5100-4764-83C7-5538158F7B11}"/>
              </a:ext>
            </a:extLst>
          </p:cNvPr>
          <p:cNvSpPr>
            <a:spLocks noGrp="1"/>
          </p:cNvSpPr>
          <p:nvPr/>
        </p:nvSpPr>
        <p:spPr>
          <a:xfrm>
            <a:off x="1494694" y="3534657"/>
            <a:ext cx="45341" cy="45341"/>
          </a:xfrm>
          <a:prstGeom prst="ellipse">
            <a:avLst/>
          </a:prstGeom>
          <a:solidFill>
            <a:srgbClr val="566AB4">
              <a:alpha val="40000"/>
            </a:srgbClr>
          </a:solidFill>
          <a:ln w="0">
            <a:noFill/>
            <a:prstDash val="solid"/>
          </a:ln>
        </p:spPr>
      </p:sp>
      <p:sp>
        <p:nvSpPr>
          <p:cNvPr id="614" name="a_full_bar_ellipse_613">
            <a:extLst>
              <a:ext uri="{FF2B5EF4-FFF2-40B4-BE49-F238E27FC236}">
                <a16:creationId xmlns:a16="http://schemas.microsoft.com/office/drawing/2014/main" id="{844BEC6F-B799-463D-A191-B746C1A2FE0D}"/>
              </a:ext>
            </a:extLst>
          </p:cNvPr>
          <p:cNvSpPr>
            <a:spLocks noGrp="1"/>
          </p:cNvSpPr>
          <p:nvPr/>
        </p:nvSpPr>
        <p:spPr>
          <a:xfrm>
            <a:off x="1609678" y="3476810"/>
            <a:ext cx="45341" cy="45341"/>
          </a:xfrm>
          <a:prstGeom prst="ellipse">
            <a:avLst/>
          </a:prstGeom>
          <a:solidFill>
            <a:srgbClr val="566AB4">
              <a:alpha val="40000"/>
            </a:srgbClr>
          </a:solidFill>
          <a:ln w="0">
            <a:noFill/>
            <a:prstDash val="solid"/>
          </a:ln>
        </p:spPr>
      </p:sp>
      <p:sp>
        <p:nvSpPr>
          <p:cNvPr id="615" name="a_full_bar_ellipse_614">
            <a:extLst>
              <a:ext uri="{FF2B5EF4-FFF2-40B4-BE49-F238E27FC236}">
                <a16:creationId xmlns:a16="http://schemas.microsoft.com/office/drawing/2014/main" id="{2FB09440-5FDD-4C7D-8843-8CDD2536187C}"/>
              </a:ext>
            </a:extLst>
          </p:cNvPr>
          <p:cNvSpPr>
            <a:spLocks noGrp="1"/>
          </p:cNvSpPr>
          <p:nvPr/>
        </p:nvSpPr>
        <p:spPr>
          <a:xfrm>
            <a:off x="1613188" y="4275000"/>
            <a:ext cx="45341" cy="45341"/>
          </a:xfrm>
          <a:prstGeom prst="ellipse">
            <a:avLst/>
          </a:prstGeom>
          <a:solidFill>
            <a:srgbClr val="566AB4">
              <a:alpha val="40000"/>
            </a:srgbClr>
          </a:solidFill>
          <a:ln w="0">
            <a:noFill/>
            <a:prstDash val="solid"/>
          </a:ln>
        </p:spPr>
      </p:sp>
      <p:sp>
        <p:nvSpPr>
          <p:cNvPr id="616" name="a_full_bar_ellipse_615">
            <a:extLst>
              <a:ext uri="{FF2B5EF4-FFF2-40B4-BE49-F238E27FC236}">
                <a16:creationId xmlns:a16="http://schemas.microsoft.com/office/drawing/2014/main" id="{E8A5066E-4109-4BC4-830B-A5C9DB6D926A}"/>
              </a:ext>
            </a:extLst>
          </p:cNvPr>
          <p:cNvSpPr>
            <a:spLocks noGrp="1"/>
          </p:cNvSpPr>
          <p:nvPr/>
        </p:nvSpPr>
        <p:spPr>
          <a:xfrm>
            <a:off x="1597275" y="3357201"/>
            <a:ext cx="45341" cy="45341"/>
          </a:xfrm>
          <a:prstGeom prst="ellipse">
            <a:avLst/>
          </a:prstGeom>
          <a:solidFill>
            <a:srgbClr val="566AB4">
              <a:alpha val="40000"/>
            </a:srgbClr>
          </a:solidFill>
          <a:ln w="0">
            <a:noFill/>
            <a:prstDash val="solid"/>
          </a:ln>
        </p:spPr>
      </p:sp>
      <p:sp>
        <p:nvSpPr>
          <p:cNvPr id="617" name="a_full_bar_ellipse_616">
            <a:extLst>
              <a:ext uri="{FF2B5EF4-FFF2-40B4-BE49-F238E27FC236}">
                <a16:creationId xmlns:a16="http://schemas.microsoft.com/office/drawing/2014/main" id="{2E946BF5-2B4B-480C-A864-AF32117135DE}"/>
              </a:ext>
            </a:extLst>
          </p:cNvPr>
          <p:cNvSpPr>
            <a:spLocks noGrp="1"/>
          </p:cNvSpPr>
          <p:nvPr/>
        </p:nvSpPr>
        <p:spPr>
          <a:xfrm>
            <a:off x="1534323" y="2483279"/>
            <a:ext cx="45341" cy="45341"/>
          </a:xfrm>
          <a:prstGeom prst="ellipse">
            <a:avLst/>
          </a:prstGeom>
          <a:solidFill>
            <a:srgbClr val="566AB4">
              <a:alpha val="40000"/>
            </a:srgbClr>
          </a:solidFill>
          <a:ln w="0">
            <a:noFill/>
            <a:prstDash val="solid"/>
          </a:ln>
        </p:spPr>
      </p:sp>
      <p:sp>
        <p:nvSpPr>
          <p:cNvPr id="618" name="a_full_bar_ellipse_617">
            <a:extLst>
              <a:ext uri="{FF2B5EF4-FFF2-40B4-BE49-F238E27FC236}">
                <a16:creationId xmlns:a16="http://schemas.microsoft.com/office/drawing/2014/main" id="{D35DA566-BBE3-4349-989A-4C8675C7682D}"/>
              </a:ext>
            </a:extLst>
          </p:cNvPr>
          <p:cNvSpPr>
            <a:spLocks noGrp="1"/>
          </p:cNvSpPr>
          <p:nvPr/>
        </p:nvSpPr>
        <p:spPr>
          <a:xfrm>
            <a:off x="1562708" y="2943918"/>
            <a:ext cx="45341" cy="45341"/>
          </a:xfrm>
          <a:prstGeom prst="ellipse">
            <a:avLst/>
          </a:prstGeom>
          <a:solidFill>
            <a:srgbClr val="566AB4">
              <a:alpha val="40000"/>
            </a:srgbClr>
          </a:solidFill>
          <a:ln w="0">
            <a:noFill/>
            <a:prstDash val="solid"/>
          </a:ln>
        </p:spPr>
      </p:sp>
      <p:sp>
        <p:nvSpPr>
          <p:cNvPr id="619" name="a_full_bar_ellipse_618">
            <a:extLst>
              <a:ext uri="{FF2B5EF4-FFF2-40B4-BE49-F238E27FC236}">
                <a16:creationId xmlns:a16="http://schemas.microsoft.com/office/drawing/2014/main" id="{1BC77799-4DFC-43BB-84CF-D0955D65A38D}"/>
              </a:ext>
            </a:extLst>
          </p:cNvPr>
          <p:cNvSpPr>
            <a:spLocks noGrp="1"/>
          </p:cNvSpPr>
          <p:nvPr/>
        </p:nvSpPr>
        <p:spPr>
          <a:xfrm>
            <a:off x="1575320" y="4457382"/>
            <a:ext cx="45341" cy="45341"/>
          </a:xfrm>
          <a:prstGeom prst="ellipse">
            <a:avLst/>
          </a:prstGeom>
          <a:solidFill>
            <a:srgbClr val="566AB4">
              <a:alpha val="40000"/>
            </a:srgbClr>
          </a:solidFill>
          <a:ln w="0">
            <a:noFill/>
            <a:prstDash val="solid"/>
          </a:ln>
        </p:spPr>
      </p:sp>
      <p:sp>
        <p:nvSpPr>
          <p:cNvPr id="620" name="a_full_bar_ellipse_619">
            <a:extLst>
              <a:ext uri="{FF2B5EF4-FFF2-40B4-BE49-F238E27FC236}">
                <a16:creationId xmlns:a16="http://schemas.microsoft.com/office/drawing/2014/main" id="{A8B20F6A-4799-444F-8949-CBE63983BD7F}"/>
              </a:ext>
            </a:extLst>
          </p:cNvPr>
          <p:cNvSpPr>
            <a:spLocks noGrp="1"/>
          </p:cNvSpPr>
          <p:nvPr/>
        </p:nvSpPr>
        <p:spPr>
          <a:xfrm>
            <a:off x="1629126" y="3145398"/>
            <a:ext cx="45341" cy="45341"/>
          </a:xfrm>
          <a:prstGeom prst="ellipse">
            <a:avLst/>
          </a:prstGeom>
          <a:solidFill>
            <a:srgbClr val="566AB4">
              <a:alpha val="40000"/>
            </a:srgbClr>
          </a:solidFill>
          <a:ln w="0">
            <a:noFill/>
            <a:prstDash val="solid"/>
          </a:ln>
        </p:spPr>
      </p:sp>
      <p:sp>
        <p:nvSpPr>
          <p:cNvPr id="621" name="a_full_bar_ellipse_620">
            <a:extLst>
              <a:ext uri="{FF2B5EF4-FFF2-40B4-BE49-F238E27FC236}">
                <a16:creationId xmlns:a16="http://schemas.microsoft.com/office/drawing/2014/main" id="{43BF7F05-40A0-4E8C-9AE0-DD0C06A9606B}"/>
              </a:ext>
            </a:extLst>
          </p:cNvPr>
          <p:cNvSpPr>
            <a:spLocks noGrp="1"/>
          </p:cNvSpPr>
          <p:nvPr/>
        </p:nvSpPr>
        <p:spPr>
          <a:xfrm>
            <a:off x="1609860" y="3187548"/>
            <a:ext cx="45341" cy="45341"/>
          </a:xfrm>
          <a:prstGeom prst="ellipse">
            <a:avLst/>
          </a:prstGeom>
          <a:solidFill>
            <a:srgbClr val="566AB4">
              <a:alpha val="40000"/>
            </a:srgbClr>
          </a:solidFill>
          <a:ln w="0">
            <a:noFill/>
            <a:prstDash val="solid"/>
          </a:ln>
        </p:spPr>
      </p:sp>
      <p:sp>
        <p:nvSpPr>
          <p:cNvPr id="622" name="a_full_bar_ellipse_621">
            <a:extLst>
              <a:ext uri="{FF2B5EF4-FFF2-40B4-BE49-F238E27FC236}">
                <a16:creationId xmlns:a16="http://schemas.microsoft.com/office/drawing/2014/main" id="{73E1342D-B7A9-4975-AFBC-34717504172B}"/>
              </a:ext>
            </a:extLst>
          </p:cNvPr>
          <p:cNvSpPr>
            <a:spLocks noGrp="1"/>
          </p:cNvSpPr>
          <p:nvPr/>
        </p:nvSpPr>
        <p:spPr>
          <a:xfrm>
            <a:off x="1585415" y="2957824"/>
            <a:ext cx="45341" cy="45341"/>
          </a:xfrm>
          <a:prstGeom prst="ellipse">
            <a:avLst/>
          </a:prstGeom>
          <a:solidFill>
            <a:srgbClr val="566AB4">
              <a:alpha val="40000"/>
            </a:srgbClr>
          </a:solidFill>
          <a:ln w="0">
            <a:noFill/>
            <a:prstDash val="solid"/>
          </a:ln>
        </p:spPr>
      </p:sp>
      <p:sp>
        <p:nvSpPr>
          <p:cNvPr id="623" name="a_full_bar_ellipse_622">
            <a:extLst>
              <a:ext uri="{FF2B5EF4-FFF2-40B4-BE49-F238E27FC236}">
                <a16:creationId xmlns:a16="http://schemas.microsoft.com/office/drawing/2014/main" id="{16D594D3-F00F-4792-B1E7-FEF9D4F35730}"/>
              </a:ext>
            </a:extLst>
          </p:cNvPr>
          <p:cNvSpPr>
            <a:spLocks noGrp="1"/>
          </p:cNvSpPr>
          <p:nvPr/>
        </p:nvSpPr>
        <p:spPr>
          <a:xfrm>
            <a:off x="1654977" y="3083612"/>
            <a:ext cx="45341" cy="45341"/>
          </a:xfrm>
          <a:prstGeom prst="ellipse">
            <a:avLst/>
          </a:prstGeom>
          <a:solidFill>
            <a:srgbClr val="566AB4">
              <a:alpha val="40000"/>
            </a:srgbClr>
          </a:solidFill>
          <a:ln w="0">
            <a:noFill/>
            <a:prstDash val="solid"/>
          </a:ln>
        </p:spPr>
      </p:sp>
      <p:sp>
        <p:nvSpPr>
          <p:cNvPr id="624" name="a_full_bar_ellipse_623">
            <a:extLst>
              <a:ext uri="{FF2B5EF4-FFF2-40B4-BE49-F238E27FC236}">
                <a16:creationId xmlns:a16="http://schemas.microsoft.com/office/drawing/2014/main" id="{AD1DB9CC-4767-4A0F-AE7C-A084700C3F17}"/>
              </a:ext>
            </a:extLst>
          </p:cNvPr>
          <p:cNvSpPr>
            <a:spLocks noGrp="1"/>
          </p:cNvSpPr>
          <p:nvPr/>
        </p:nvSpPr>
        <p:spPr>
          <a:xfrm>
            <a:off x="1491503" y="4311684"/>
            <a:ext cx="45341" cy="45341"/>
          </a:xfrm>
          <a:prstGeom prst="ellipse">
            <a:avLst/>
          </a:prstGeom>
          <a:solidFill>
            <a:srgbClr val="566AB4">
              <a:alpha val="40000"/>
            </a:srgbClr>
          </a:solidFill>
          <a:ln w="0">
            <a:noFill/>
            <a:prstDash val="solid"/>
          </a:ln>
        </p:spPr>
      </p:sp>
      <p:sp>
        <p:nvSpPr>
          <p:cNvPr id="625" name="a_full_bar_ellipse_624">
            <a:extLst>
              <a:ext uri="{FF2B5EF4-FFF2-40B4-BE49-F238E27FC236}">
                <a16:creationId xmlns:a16="http://schemas.microsoft.com/office/drawing/2014/main" id="{C141B924-58AF-4B3D-82EC-803E4ABDD0E1}"/>
              </a:ext>
            </a:extLst>
          </p:cNvPr>
          <p:cNvSpPr>
            <a:spLocks noGrp="1"/>
          </p:cNvSpPr>
          <p:nvPr/>
        </p:nvSpPr>
        <p:spPr>
          <a:xfrm>
            <a:off x="1605639" y="2341704"/>
            <a:ext cx="45341" cy="45341"/>
          </a:xfrm>
          <a:prstGeom prst="ellipse">
            <a:avLst/>
          </a:prstGeom>
          <a:solidFill>
            <a:srgbClr val="566AB4">
              <a:alpha val="40000"/>
            </a:srgbClr>
          </a:solidFill>
          <a:ln w="0">
            <a:noFill/>
            <a:prstDash val="solid"/>
          </a:ln>
        </p:spPr>
      </p:sp>
      <p:sp>
        <p:nvSpPr>
          <p:cNvPr id="626" name="a_full_bar_ellipse_625">
            <a:extLst>
              <a:ext uri="{FF2B5EF4-FFF2-40B4-BE49-F238E27FC236}">
                <a16:creationId xmlns:a16="http://schemas.microsoft.com/office/drawing/2014/main" id="{3B9FFD53-1D47-4C2D-B60F-174927EC33F4}"/>
              </a:ext>
            </a:extLst>
          </p:cNvPr>
          <p:cNvSpPr>
            <a:spLocks noGrp="1"/>
          </p:cNvSpPr>
          <p:nvPr/>
        </p:nvSpPr>
        <p:spPr>
          <a:xfrm>
            <a:off x="1554492" y="2697406"/>
            <a:ext cx="45341" cy="45341"/>
          </a:xfrm>
          <a:prstGeom prst="ellipse">
            <a:avLst/>
          </a:prstGeom>
          <a:solidFill>
            <a:srgbClr val="566AB4">
              <a:alpha val="40000"/>
            </a:srgbClr>
          </a:solidFill>
          <a:ln w="0">
            <a:noFill/>
            <a:prstDash val="solid"/>
          </a:ln>
        </p:spPr>
      </p:sp>
      <p:sp>
        <p:nvSpPr>
          <p:cNvPr id="627" name="a_full_bar_ellipse_626">
            <a:extLst>
              <a:ext uri="{FF2B5EF4-FFF2-40B4-BE49-F238E27FC236}">
                <a16:creationId xmlns:a16="http://schemas.microsoft.com/office/drawing/2014/main" id="{31E2677E-3FC2-411A-A300-8FD4EE1E2E80}"/>
              </a:ext>
            </a:extLst>
          </p:cNvPr>
          <p:cNvSpPr>
            <a:spLocks noGrp="1"/>
          </p:cNvSpPr>
          <p:nvPr/>
        </p:nvSpPr>
        <p:spPr>
          <a:xfrm>
            <a:off x="1489706" y="2540897"/>
            <a:ext cx="45341" cy="45341"/>
          </a:xfrm>
          <a:prstGeom prst="ellipse">
            <a:avLst/>
          </a:prstGeom>
          <a:solidFill>
            <a:srgbClr val="566AB4">
              <a:alpha val="40000"/>
            </a:srgbClr>
          </a:solidFill>
          <a:ln w="0">
            <a:noFill/>
            <a:prstDash val="solid"/>
          </a:ln>
        </p:spPr>
      </p:sp>
      <p:sp>
        <p:nvSpPr>
          <p:cNvPr id="628" name="a_full_bar_ellipse_627">
            <a:extLst>
              <a:ext uri="{FF2B5EF4-FFF2-40B4-BE49-F238E27FC236}">
                <a16:creationId xmlns:a16="http://schemas.microsoft.com/office/drawing/2014/main" id="{6C555E6D-0A7F-49FC-9665-48AEB181DFC5}"/>
              </a:ext>
            </a:extLst>
          </p:cNvPr>
          <p:cNvSpPr>
            <a:spLocks noGrp="1"/>
          </p:cNvSpPr>
          <p:nvPr/>
        </p:nvSpPr>
        <p:spPr>
          <a:xfrm>
            <a:off x="1632840" y="3079561"/>
            <a:ext cx="45341" cy="45341"/>
          </a:xfrm>
          <a:prstGeom prst="ellipse">
            <a:avLst/>
          </a:prstGeom>
          <a:solidFill>
            <a:srgbClr val="566AB4">
              <a:alpha val="40000"/>
            </a:srgbClr>
          </a:solidFill>
          <a:ln w="0">
            <a:noFill/>
            <a:prstDash val="solid"/>
          </a:ln>
        </p:spPr>
      </p:sp>
      <p:sp>
        <p:nvSpPr>
          <p:cNvPr id="629" name="a_full_bar_ellipse_628">
            <a:extLst>
              <a:ext uri="{FF2B5EF4-FFF2-40B4-BE49-F238E27FC236}">
                <a16:creationId xmlns:a16="http://schemas.microsoft.com/office/drawing/2014/main" id="{A1412098-61F4-4B1B-B149-589448287A0C}"/>
              </a:ext>
            </a:extLst>
          </p:cNvPr>
          <p:cNvSpPr>
            <a:spLocks noGrp="1"/>
          </p:cNvSpPr>
          <p:nvPr/>
        </p:nvSpPr>
        <p:spPr>
          <a:xfrm>
            <a:off x="1648394" y="2215674"/>
            <a:ext cx="45341" cy="45341"/>
          </a:xfrm>
          <a:prstGeom prst="ellipse">
            <a:avLst/>
          </a:prstGeom>
          <a:solidFill>
            <a:srgbClr val="566AB4">
              <a:alpha val="40000"/>
            </a:srgbClr>
          </a:solidFill>
          <a:ln w="0">
            <a:noFill/>
            <a:prstDash val="solid"/>
          </a:ln>
        </p:spPr>
      </p:sp>
      <p:sp>
        <p:nvSpPr>
          <p:cNvPr id="630" name="a_full_bar_ellipse_629">
            <a:extLst>
              <a:ext uri="{FF2B5EF4-FFF2-40B4-BE49-F238E27FC236}">
                <a16:creationId xmlns:a16="http://schemas.microsoft.com/office/drawing/2014/main" id="{7D98B5C0-0C65-4420-9D90-6E31AC2FD56E}"/>
              </a:ext>
            </a:extLst>
          </p:cNvPr>
          <p:cNvSpPr>
            <a:spLocks noGrp="1"/>
          </p:cNvSpPr>
          <p:nvPr/>
        </p:nvSpPr>
        <p:spPr>
          <a:xfrm>
            <a:off x="1468974" y="3047086"/>
            <a:ext cx="45341" cy="45341"/>
          </a:xfrm>
          <a:prstGeom prst="ellipse">
            <a:avLst/>
          </a:prstGeom>
          <a:solidFill>
            <a:srgbClr val="566AB4">
              <a:alpha val="40000"/>
            </a:srgbClr>
          </a:solidFill>
          <a:ln w="0">
            <a:noFill/>
            <a:prstDash val="solid"/>
          </a:ln>
        </p:spPr>
      </p:sp>
      <p:sp>
        <p:nvSpPr>
          <p:cNvPr id="631" name="a_full_bar_ellipse_630">
            <a:extLst>
              <a:ext uri="{FF2B5EF4-FFF2-40B4-BE49-F238E27FC236}">
                <a16:creationId xmlns:a16="http://schemas.microsoft.com/office/drawing/2014/main" id="{08028E5B-D3BA-43E4-8AAF-CC53E3E1EE52}"/>
              </a:ext>
            </a:extLst>
          </p:cNvPr>
          <p:cNvSpPr>
            <a:spLocks noGrp="1"/>
          </p:cNvSpPr>
          <p:nvPr/>
        </p:nvSpPr>
        <p:spPr>
          <a:xfrm>
            <a:off x="1565355" y="4012816"/>
            <a:ext cx="45341" cy="45341"/>
          </a:xfrm>
          <a:prstGeom prst="ellipse">
            <a:avLst/>
          </a:prstGeom>
          <a:solidFill>
            <a:srgbClr val="566AB4">
              <a:alpha val="40000"/>
            </a:srgbClr>
          </a:solidFill>
          <a:ln w="0">
            <a:noFill/>
            <a:prstDash val="solid"/>
          </a:ln>
        </p:spPr>
      </p:sp>
      <p:sp>
        <p:nvSpPr>
          <p:cNvPr id="632" name="a_full_bar_ellipse_631">
            <a:extLst>
              <a:ext uri="{FF2B5EF4-FFF2-40B4-BE49-F238E27FC236}">
                <a16:creationId xmlns:a16="http://schemas.microsoft.com/office/drawing/2014/main" id="{12884C81-CCAC-4356-9C23-3CBD2F76A594}"/>
              </a:ext>
            </a:extLst>
          </p:cNvPr>
          <p:cNvSpPr>
            <a:spLocks noGrp="1"/>
          </p:cNvSpPr>
          <p:nvPr/>
        </p:nvSpPr>
        <p:spPr>
          <a:xfrm>
            <a:off x="1500956" y="4053063"/>
            <a:ext cx="45341" cy="45341"/>
          </a:xfrm>
          <a:prstGeom prst="ellipse">
            <a:avLst/>
          </a:prstGeom>
          <a:solidFill>
            <a:srgbClr val="566AB4">
              <a:alpha val="40000"/>
            </a:srgbClr>
          </a:solidFill>
          <a:ln w="0">
            <a:noFill/>
            <a:prstDash val="solid"/>
          </a:ln>
        </p:spPr>
      </p:sp>
      <p:sp>
        <p:nvSpPr>
          <p:cNvPr id="633" name="a_full_bar_ellipse_632">
            <a:extLst>
              <a:ext uri="{FF2B5EF4-FFF2-40B4-BE49-F238E27FC236}">
                <a16:creationId xmlns:a16="http://schemas.microsoft.com/office/drawing/2014/main" id="{643AC946-AE2A-4929-86FC-504305DF9F21}"/>
              </a:ext>
            </a:extLst>
          </p:cNvPr>
          <p:cNvSpPr>
            <a:spLocks noGrp="1"/>
          </p:cNvSpPr>
          <p:nvPr/>
        </p:nvSpPr>
        <p:spPr>
          <a:xfrm>
            <a:off x="1535616" y="3406923"/>
            <a:ext cx="45341" cy="45341"/>
          </a:xfrm>
          <a:prstGeom prst="ellipse">
            <a:avLst/>
          </a:prstGeom>
          <a:solidFill>
            <a:srgbClr val="566AB4">
              <a:alpha val="40000"/>
            </a:srgbClr>
          </a:solidFill>
          <a:ln w="0">
            <a:noFill/>
            <a:prstDash val="solid"/>
          </a:ln>
        </p:spPr>
      </p:sp>
      <p:sp>
        <p:nvSpPr>
          <p:cNvPr id="634" name="a_full_bar_ellipse_633">
            <a:extLst>
              <a:ext uri="{FF2B5EF4-FFF2-40B4-BE49-F238E27FC236}">
                <a16:creationId xmlns:a16="http://schemas.microsoft.com/office/drawing/2014/main" id="{5D1D9197-C467-4125-BDAE-FF13E19D67D6}"/>
              </a:ext>
            </a:extLst>
          </p:cNvPr>
          <p:cNvSpPr>
            <a:spLocks noGrp="1"/>
          </p:cNvSpPr>
          <p:nvPr/>
        </p:nvSpPr>
        <p:spPr>
          <a:xfrm>
            <a:off x="1477869" y="3749217"/>
            <a:ext cx="45341" cy="45341"/>
          </a:xfrm>
          <a:prstGeom prst="ellipse">
            <a:avLst/>
          </a:prstGeom>
          <a:solidFill>
            <a:srgbClr val="566AB4">
              <a:alpha val="40000"/>
            </a:srgbClr>
          </a:solidFill>
          <a:ln w="0">
            <a:noFill/>
            <a:prstDash val="solid"/>
          </a:ln>
        </p:spPr>
      </p:sp>
      <p:sp>
        <p:nvSpPr>
          <p:cNvPr id="635" name="a_full_bar_ellipse_634">
            <a:extLst>
              <a:ext uri="{FF2B5EF4-FFF2-40B4-BE49-F238E27FC236}">
                <a16:creationId xmlns:a16="http://schemas.microsoft.com/office/drawing/2014/main" id="{15A9DC8E-BB1A-40D1-8E72-AA84F7C94E03}"/>
              </a:ext>
            </a:extLst>
          </p:cNvPr>
          <p:cNvSpPr>
            <a:spLocks noGrp="1"/>
          </p:cNvSpPr>
          <p:nvPr/>
        </p:nvSpPr>
        <p:spPr>
          <a:xfrm>
            <a:off x="1651587" y="4457382"/>
            <a:ext cx="45341" cy="45341"/>
          </a:xfrm>
          <a:prstGeom prst="ellipse">
            <a:avLst/>
          </a:prstGeom>
          <a:solidFill>
            <a:srgbClr val="566AB4">
              <a:alpha val="40000"/>
            </a:srgbClr>
          </a:solidFill>
          <a:ln w="0">
            <a:noFill/>
            <a:prstDash val="solid"/>
          </a:ln>
        </p:spPr>
      </p:sp>
      <p:sp>
        <p:nvSpPr>
          <p:cNvPr id="636" name="a_full_bar_ellipse_635">
            <a:extLst>
              <a:ext uri="{FF2B5EF4-FFF2-40B4-BE49-F238E27FC236}">
                <a16:creationId xmlns:a16="http://schemas.microsoft.com/office/drawing/2014/main" id="{E3995989-58E3-48D8-934E-58F5BD7DD390}"/>
              </a:ext>
            </a:extLst>
          </p:cNvPr>
          <p:cNvSpPr>
            <a:spLocks noGrp="1"/>
          </p:cNvSpPr>
          <p:nvPr/>
        </p:nvSpPr>
        <p:spPr>
          <a:xfrm>
            <a:off x="1621642" y="2844348"/>
            <a:ext cx="45341" cy="45341"/>
          </a:xfrm>
          <a:prstGeom prst="ellipse">
            <a:avLst/>
          </a:prstGeom>
          <a:solidFill>
            <a:srgbClr val="566AB4">
              <a:alpha val="40000"/>
            </a:srgbClr>
          </a:solidFill>
          <a:ln w="0">
            <a:noFill/>
            <a:prstDash val="solid"/>
          </a:ln>
        </p:spPr>
      </p:sp>
      <p:sp>
        <p:nvSpPr>
          <p:cNvPr id="637" name="a_full_bar_ellipse_636">
            <a:extLst>
              <a:ext uri="{FF2B5EF4-FFF2-40B4-BE49-F238E27FC236}">
                <a16:creationId xmlns:a16="http://schemas.microsoft.com/office/drawing/2014/main" id="{DADD6EDA-1520-4A11-A098-9D008173A331}"/>
              </a:ext>
            </a:extLst>
          </p:cNvPr>
          <p:cNvSpPr>
            <a:spLocks noGrp="1"/>
          </p:cNvSpPr>
          <p:nvPr/>
        </p:nvSpPr>
        <p:spPr>
          <a:xfrm>
            <a:off x="1506437" y="3688504"/>
            <a:ext cx="45341" cy="45341"/>
          </a:xfrm>
          <a:prstGeom prst="ellipse">
            <a:avLst/>
          </a:prstGeom>
          <a:solidFill>
            <a:srgbClr val="566AB4">
              <a:alpha val="40000"/>
            </a:srgbClr>
          </a:solidFill>
          <a:ln w="0">
            <a:noFill/>
            <a:prstDash val="solid"/>
          </a:ln>
        </p:spPr>
      </p:sp>
      <p:sp>
        <p:nvSpPr>
          <p:cNvPr id="638" name="a_full_bar_ellipse_637">
            <a:extLst>
              <a:ext uri="{FF2B5EF4-FFF2-40B4-BE49-F238E27FC236}">
                <a16:creationId xmlns:a16="http://schemas.microsoft.com/office/drawing/2014/main" id="{8D302A61-D335-4155-8230-77C3A43DE0E2}"/>
              </a:ext>
            </a:extLst>
          </p:cNvPr>
          <p:cNvSpPr>
            <a:spLocks noGrp="1"/>
          </p:cNvSpPr>
          <p:nvPr/>
        </p:nvSpPr>
        <p:spPr>
          <a:xfrm>
            <a:off x="1539201" y="2350046"/>
            <a:ext cx="45341" cy="45341"/>
          </a:xfrm>
          <a:prstGeom prst="ellipse">
            <a:avLst/>
          </a:prstGeom>
          <a:solidFill>
            <a:srgbClr val="566AB4">
              <a:alpha val="40000"/>
            </a:srgbClr>
          </a:solidFill>
          <a:ln w="0">
            <a:noFill/>
            <a:prstDash val="solid"/>
          </a:ln>
        </p:spPr>
      </p:sp>
      <p:sp>
        <p:nvSpPr>
          <p:cNvPr id="639" name="a_full_bar_ellipse_638">
            <a:extLst>
              <a:ext uri="{FF2B5EF4-FFF2-40B4-BE49-F238E27FC236}">
                <a16:creationId xmlns:a16="http://schemas.microsoft.com/office/drawing/2014/main" id="{8574149E-D11E-4D18-BE3A-1DC78A5A5187}"/>
              </a:ext>
            </a:extLst>
          </p:cNvPr>
          <p:cNvSpPr>
            <a:spLocks noGrp="1"/>
          </p:cNvSpPr>
          <p:nvPr/>
        </p:nvSpPr>
        <p:spPr>
          <a:xfrm>
            <a:off x="1473046" y="3510351"/>
            <a:ext cx="45341" cy="45341"/>
          </a:xfrm>
          <a:prstGeom prst="ellipse">
            <a:avLst/>
          </a:prstGeom>
          <a:solidFill>
            <a:srgbClr val="566AB4">
              <a:alpha val="40000"/>
            </a:srgbClr>
          </a:solidFill>
          <a:ln w="0">
            <a:noFill/>
            <a:prstDash val="solid"/>
          </a:ln>
        </p:spPr>
      </p:sp>
      <p:sp>
        <p:nvSpPr>
          <p:cNvPr id="640" name="a_full_bar_ellipse_639">
            <a:extLst>
              <a:ext uri="{FF2B5EF4-FFF2-40B4-BE49-F238E27FC236}">
                <a16:creationId xmlns:a16="http://schemas.microsoft.com/office/drawing/2014/main" id="{5A9DD72B-8B7D-4A81-9052-430A4A23AE49}"/>
              </a:ext>
            </a:extLst>
          </p:cNvPr>
          <p:cNvSpPr>
            <a:spLocks noGrp="1"/>
          </p:cNvSpPr>
          <p:nvPr/>
        </p:nvSpPr>
        <p:spPr>
          <a:xfrm>
            <a:off x="1586273" y="3172140"/>
            <a:ext cx="45341" cy="45341"/>
          </a:xfrm>
          <a:prstGeom prst="ellipse">
            <a:avLst/>
          </a:prstGeom>
          <a:solidFill>
            <a:srgbClr val="566AB4">
              <a:alpha val="40000"/>
            </a:srgbClr>
          </a:solidFill>
          <a:ln w="0">
            <a:noFill/>
            <a:prstDash val="solid"/>
          </a:ln>
        </p:spPr>
      </p:sp>
      <p:sp>
        <p:nvSpPr>
          <p:cNvPr id="641" name="a_full_bar_ellipse_640">
            <a:extLst>
              <a:ext uri="{FF2B5EF4-FFF2-40B4-BE49-F238E27FC236}">
                <a16:creationId xmlns:a16="http://schemas.microsoft.com/office/drawing/2014/main" id="{B1BF4B5D-1DF0-4A69-88EC-9FA50A8D2DB4}"/>
              </a:ext>
            </a:extLst>
          </p:cNvPr>
          <p:cNvSpPr>
            <a:spLocks noGrp="1"/>
          </p:cNvSpPr>
          <p:nvPr/>
        </p:nvSpPr>
        <p:spPr>
          <a:xfrm>
            <a:off x="1629633" y="2684694"/>
            <a:ext cx="45341" cy="45341"/>
          </a:xfrm>
          <a:prstGeom prst="ellipse">
            <a:avLst/>
          </a:prstGeom>
          <a:solidFill>
            <a:srgbClr val="566AB4">
              <a:alpha val="40000"/>
            </a:srgbClr>
          </a:solidFill>
          <a:ln w="0">
            <a:noFill/>
            <a:prstDash val="solid"/>
          </a:ln>
        </p:spPr>
      </p:sp>
      <p:sp>
        <p:nvSpPr>
          <p:cNvPr id="642" name="a_full_bar_ellipse_641">
            <a:extLst>
              <a:ext uri="{FF2B5EF4-FFF2-40B4-BE49-F238E27FC236}">
                <a16:creationId xmlns:a16="http://schemas.microsoft.com/office/drawing/2014/main" id="{C83EC414-CF4A-4B1D-A376-D376223E75B5}"/>
              </a:ext>
            </a:extLst>
          </p:cNvPr>
          <p:cNvSpPr>
            <a:spLocks noGrp="1"/>
          </p:cNvSpPr>
          <p:nvPr/>
        </p:nvSpPr>
        <p:spPr>
          <a:xfrm>
            <a:off x="1499503" y="3720105"/>
            <a:ext cx="45341" cy="45341"/>
          </a:xfrm>
          <a:prstGeom prst="ellipse">
            <a:avLst/>
          </a:prstGeom>
          <a:solidFill>
            <a:srgbClr val="566AB4">
              <a:alpha val="40000"/>
            </a:srgbClr>
          </a:solidFill>
          <a:ln w="0">
            <a:noFill/>
            <a:prstDash val="solid"/>
          </a:ln>
        </p:spPr>
      </p:sp>
      <p:sp>
        <p:nvSpPr>
          <p:cNvPr id="643" name="a_full_bar_ellipse_642">
            <a:extLst>
              <a:ext uri="{FF2B5EF4-FFF2-40B4-BE49-F238E27FC236}">
                <a16:creationId xmlns:a16="http://schemas.microsoft.com/office/drawing/2014/main" id="{C8E3E8CB-61D8-4ECE-8AE2-9CB1EFECBD6D}"/>
              </a:ext>
            </a:extLst>
          </p:cNvPr>
          <p:cNvSpPr>
            <a:spLocks noGrp="1"/>
          </p:cNvSpPr>
          <p:nvPr/>
        </p:nvSpPr>
        <p:spPr>
          <a:xfrm>
            <a:off x="1616709" y="3853026"/>
            <a:ext cx="45341" cy="45341"/>
          </a:xfrm>
          <a:prstGeom prst="ellipse">
            <a:avLst/>
          </a:prstGeom>
          <a:solidFill>
            <a:srgbClr val="566AB4">
              <a:alpha val="40000"/>
            </a:srgbClr>
          </a:solidFill>
          <a:ln w="0">
            <a:noFill/>
            <a:prstDash val="solid"/>
          </a:ln>
        </p:spPr>
      </p:sp>
      <p:sp>
        <p:nvSpPr>
          <p:cNvPr id="644" name="a_full_bar_ellipse_643">
            <a:extLst>
              <a:ext uri="{FF2B5EF4-FFF2-40B4-BE49-F238E27FC236}">
                <a16:creationId xmlns:a16="http://schemas.microsoft.com/office/drawing/2014/main" id="{E50DCAC0-BC1C-41E0-9D56-65BB56C2B1C0}"/>
              </a:ext>
            </a:extLst>
          </p:cNvPr>
          <p:cNvSpPr>
            <a:spLocks noGrp="1"/>
          </p:cNvSpPr>
          <p:nvPr/>
        </p:nvSpPr>
        <p:spPr>
          <a:xfrm>
            <a:off x="1485443" y="4457382"/>
            <a:ext cx="45341" cy="45341"/>
          </a:xfrm>
          <a:prstGeom prst="ellipse">
            <a:avLst/>
          </a:prstGeom>
          <a:solidFill>
            <a:srgbClr val="566AB4">
              <a:alpha val="40000"/>
            </a:srgbClr>
          </a:solidFill>
          <a:ln w="0">
            <a:noFill/>
            <a:prstDash val="solid"/>
          </a:ln>
        </p:spPr>
      </p:sp>
      <p:sp>
        <p:nvSpPr>
          <p:cNvPr id="645" name="a_full_bar_ellipse_644">
            <a:extLst>
              <a:ext uri="{FF2B5EF4-FFF2-40B4-BE49-F238E27FC236}">
                <a16:creationId xmlns:a16="http://schemas.microsoft.com/office/drawing/2014/main" id="{06C4BB0C-6774-4B1A-AB9A-A6C3BF9048DF}"/>
              </a:ext>
            </a:extLst>
          </p:cNvPr>
          <p:cNvSpPr>
            <a:spLocks noGrp="1"/>
          </p:cNvSpPr>
          <p:nvPr/>
        </p:nvSpPr>
        <p:spPr>
          <a:xfrm>
            <a:off x="1525470" y="2531475"/>
            <a:ext cx="45341" cy="45341"/>
          </a:xfrm>
          <a:prstGeom prst="ellipse">
            <a:avLst/>
          </a:prstGeom>
          <a:solidFill>
            <a:srgbClr val="566AB4">
              <a:alpha val="40000"/>
            </a:srgbClr>
          </a:solidFill>
          <a:ln w="0">
            <a:noFill/>
            <a:prstDash val="solid"/>
          </a:ln>
        </p:spPr>
      </p:sp>
      <p:sp>
        <p:nvSpPr>
          <p:cNvPr id="646" name="a_full_bar_ellipse_645">
            <a:extLst>
              <a:ext uri="{FF2B5EF4-FFF2-40B4-BE49-F238E27FC236}">
                <a16:creationId xmlns:a16="http://schemas.microsoft.com/office/drawing/2014/main" id="{3C2F6506-6DAC-4E07-B770-4AD65A345983}"/>
              </a:ext>
            </a:extLst>
          </p:cNvPr>
          <p:cNvSpPr>
            <a:spLocks noGrp="1"/>
          </p:cNvSpPr>
          <p:nvPr/>
        </p:nvSpPr>
        <p:spPr>
          <a:xfrm>
            <a:off x="1528152" y="2794750"/>
            <a:ext cx="45341" cy="45341"/>
          </a:xfrm>
          <a:prstGeom prst="ellipse">
            <a:avLst/>
          </a:prstGeom>
          <a:solidFill>
            <a:srgbClr val="566AB4">
              <a:alpha val="40000"/>
            </a:srgbClr>
          </a:solidFill>
          <a:ln w="0">
            <a:noFill/>
            <a:prstDash val="solid"/>
          </a:ln>
        </p:spPr>
      </p:sp>
      <p:sp>
        <p:nvSpPr>
          <p:cNvPr id="647" name="a_full_bar_ellipse_646">
            <a:extLst>
              <a:ext uri="{FF2B5EF4-FFF2-40B4-BE49-F238E27FC236}">
                <a16:creationId xmlns:a16="http://schemas.microsoft.com/office/drawing/2014/main" id="{A0BBDCB8-65B5-49BC-8929-AE8EADD2E0AF}"/>
              </a:ext>
            </a:extLst>
          </p:cNvPr>
          <p:cNvSpPr>
            <a:spLocks noGrp="1"/>
          </p:cNvSpPr>
          <p:nvPr/>
        </p:nvSpPr>
        <p:spPr>
          <a:xfrm>
            <a:off x="1595441" y="2612165"/>
            <a:ext cx="45341" cy="45341"/>
          </a:xfrm>
          <a:prstGeom prst="ellipse">
            <a:avLst/>
          </a:prstGeom>
          <a:solidFill>
            <a:srgbClr val="566AB4">
              <a:alpha val="40000"/>
            </a:srgbClr>
          </a:solidFill>
          <a:ln w="0">
            <a:noFill/>
            <a:prstDash val="solid"/>
          </a:ln>
        </p:spPr>
      </p:sp>
      <p:sp>
        <p:nvSpPr>
          <p:cNvPr id="648" name="a_full_bar_ellipse_647">
            <a:extLst>
              <a:ext uri="{FF2B5EF4-FFF2-40B4-BE49-F238E27FC236}">
                <a16:creationId xmlns:a16="http://schemas.microsoft.com/office/drawing/2014/main" id="{22067477-4901-4A2E-9B9E-DE63C7A80A77}"/>
              </a:ext>
            </a:extLst>
          </p:cNvPr>
          <p:cNvSpPr>
            <a:spLocks noGrp="1"/>
          </p:cNvSpPr>
          <p:nvPr/>
        </p:nvSpPr>
        <p:spPr>
          <a:xfrm>
            <a:off x="1604261" y="2445232"/>
            <a:ext cx="45341" cy="45341"/>
          </a:xfrm>
          <a:prstGeom prst="ellipse">
            <a:avLst/>
          </a:prstGeom>
          <a:solidFill>
            <a:srgbClr val="566AB4">
              <a:alpha val="40000"/>
            </a:srgbClr>
          </a:solidFill>
          <a:ln w="0">
            <a:noFill/>
            <a:prstDash val="solid"/>
          </a:ln>
        </p:spPr>
      </p:sp>
      <p:sp>
        <p:nvSpPr>
          <p:cNvPr id="649" name="a_full_bar_ellipse_648">
            <a:extLst>
              <a:ext uri="{FF2B5EF4-FFF2-40B4-BE49-F238E27FC236}">
                <a16:creationId xmlns:a16="http://schemas.microsoft.com/office/drawing/2014/main" id="{7477096B-6B31-44C2-8439-F032D282C23D}"/>
              </a:ext>
            </a:extLst>
          </p:cNvPr>
          <p:cNvSpPr>
            <a:spLocks noGrp="1"/>
          </p:cNvSpPr>
          <p:nvPr/>
        </p:nvSpPr>
        <p:spPr>
          <a:xfrm>
            <a:off x="1554381" y="4457382"/>
            <a:ext cx="45341" cy="45341"/>
          </a:xfrm>
          <a:prstGeom prst="ellipse">
            <a:avLst/>
          </a:prstGeom>
          <a:solidFill>
            <a:srgbClr val="566AB4">
              <a:alpha val="40000"/>
            </a:srgbClr>
          </a:solidFill>
          <a:ln w="0">
            <a:noFill/>
            <a:prstDash val="solid"/>
          </a:ln>
        </p:spPr>
      </p:sp>
      <p:sp>
        <p:nvSpPr>
          <p:cNvPr id="650" name="a_full_bar_ellipse_649">
            <a:extLst>
              <a:ext uri="{FF2B5EF4-FFF2-40B4-BE49-F238E27FC236}">
                <a16:creationId xmlns:a16="http://schemas.microsoft.com/office/drawing/2014/main" id="{63F4A72E-598C-4630-B246-4AC41E39DD35}"/>
              </a:ext>
            </a:extLst>
          </p:cNvPr>
          <p:cNvSpPr>
            <a:spLocks noGrp="1"/>
          </p:cNvSpPr>
          <p:nvPr/>
        </p:nvSpPr>
        <p:spPr>
          <a:xfrm>
            <a:off x="1579605" y="2620111"/>
            <a:ext cx="45341" cy="45341"/>
          </a:xfrm>
          <a:prstGeom prst="ellipse">
            <a:avLst/>
          </a:prstGeom>
          <a:solidFill>
            <a:srgbClr val="566AB4">
              <a:alpha val="40000"/>
            </a:srgbClr>
          </a:solidFill>
          <a:ln w="0">
            <a:noFill/>
            <a:prstDash val="solid"/>
          </a:ln>
        </p:spPr>
      </p:sp>
      <p:sp>
        <p:nvSpPr>
          <p:cNvPr id="651" name="a_full_bar_ellipse_650">
            <a:extLst>
              <a:ext uri="{FF2B5EF4-FFF2-40B4-BE49-F238E27FC236}">
                <a16:creationId xmlns:a16="http://schemas.microsoft.com/office/drawing/2014/main" id="{4EDF5807-D830-4864-8C68-5684F375CCDB}"/>
              </a:ext>
            </a:extLst>
          </p:cNvPr>
          <p:cNvSpPr>
            <a:spLocks noGrp="1"/>
          </p:cNvSpPr>
          <p:nvPr/>
        </p:nvSpPr>
        <p:spPr>
          <a:xfrm>
            <a:off x="1563953" y="2750966"/>
            <a:ext cx="45341" cy="45341"/>
          </a:xfrm>
          <a:prstGeom prst="ellipse">
            <a:avLst/>
          </a:prstGeom>
          <a:solidFill>
            <a:srgbClr val="566AB4">
              <a:alpha val="40000"/>
            </a:srgbClr>
          </a:solidFill>
          <a:ln w="0">
            <a:noFill/>
            <a:prstDash val="solid"/>
          </a:ln>
        </p:spPr>
      </p:sp>
      <p:sp>
        <p:nvSpPr>
          <p:cNvPr id="652" name="a_full_bar_ellipse_651">
            <a:extLst>
              <a:ext uri="{FF2B5EF4-FFF2-40B4-BE49-F238E27FC236}">
                <a16:creationId xmlns:a16="http://schemas.microsoft.com/office/drawing/2014/main" id="{6A790FC1-0BA4-428E-9237-DF68A8F37FD5}"/>
              </a:ext>
            </a:extLst>
          </p:cNvPr>
          <p:cNvSpPr>
            <a:spLocks noGrp="1"/>
          </p:cNvSpPr>
          <p:nvPr/>
        </p:nvSpPr>
        <p:spPr>
          <a:xfrm>
            <a:off x="1552207" y="2334104"/>
            <a:ext cx="45341" cy="45341"/>
          </a:xfrm>
          <a:prstGeom prst="ellipse">
            <a:avLst/>
          </a:prstGeom>
          <a:solidFill>
            <a:srgbClr val="566AB4">
              <a:alpha val="40000"/>
            </a:srgbClr>
          </a:solidFill>
          <a:ln w="0">
            <a:noFill/>
            <a:prstDash val="solid"/>
          </a:ln>
        </p:spPr>
      </p:sp>
      <p:sp>
        <p:nvSpPr>
          <p:cNvPr id="653" name="a_full_bar_ellipse_652">
            <a:extLst>
              <a:ext uri="{FF2B5EF4-FFF2-40B4-BE49-F238E27FC236}">
                <a16:creationId xmlns:a16="http://schemas.microsoft.com/office/drawing/2014/main" id="{C2DC51E0-D0EC-4A5F-BA22-ACF03A1D295D}"/>
              </a:ext>
            </a:extLst>
          </p:cNvPr>
          <p:cNvSpPr>
            <a:spLocks noGrp="1"/>
          </p:cNvSpPr>
          <p:nvPr/>
        </p:nvSpPr>
        <p:spPr>
          <a:xfrm>
            <a:off x="1505493" y="3776118"/>
            <a:ext cx="45341" cy="45341"/>
          </a:xfrm>
          <a:prstGeom prst="ellipse">
            <a:avLst/>
          </a:prstGeom>
          <a:solidFill>
            <a:srgbClr val="566AB4">
              <a:alpha val="40000"/>
            </a:srgbClr>
          </a:solidFill>
          <a:ln w="0">
            <a:noFill/>
            <a:prstDash val="solid"/>
          </a:ln>
        </p:spPr>
      </p:sp>
      <p:sp>
        <p:nvSpPr>
          <p:cNvPr id="654" name="a_full_bar_ellipse_653">
            <a:extLst>
              <a:ext uri="{FF2B5EF4-FFF2-40B4-BE49-F238E27FC236}">
                <a16:creationId xmlns:a16="http://schemas.microsoft.com/office/drawing/2014/main" id="{4EDAAF22-AF2E-41A9-B53D-24F722C680FE}"/>
              </a:ext>
            </a:extLst>
          </p:cNvPr>
          <p:cNvSpPr>
            <a:spLocks noGrp="1"/>
          </p:cNvSpPr>
          <p:nvPr/>
        </p:nvSpPr>
        <p:spPr>
          <a:xfrm>
            <a:off x="1484311" y="3273789"/>
            <a:ext cx="45341" cy="45341"/>
          </a:xfrm>
          <a:prstGeom prst="ellipse">
            <a:avLst/>
          </a:prstGeom>
          <a:solidFill>
            <a:srgbClr val="566AB4">
              <a:alpha val="40000"/>
            </a:srgbClr>
          </a:solidFill>
          <a:ln w="0">
            <a:noFill/>
            <a:prstDash val="solid"/>
          </a:ln>
        </p:spPr>
      </p:sp>
      <p:sp>
        <p:nvSpPr>
          <p:cNvPr id="655" name="a_full_bar_ellipse_654">
            <a:extLst>
              <a:ext uri="{FF2B5EF4-FFF2-40B4-BE49-F238E27FC236}">
                <a16:creationId xmlns:a16="http://schemas.microsoft.com/office/drawing/2014/main" id="{0C70D65D-CCCE-407A-BEE9-F645FFA63D39}"/>
              </a:ext>
            </a:extLst>
          </p:cNvPr>
          <p:cNvSpPr>
            <a:spLocks noGrp="1"/>
          </p:cNvSpPr>
          <p:nvPr/>
        </p:nvSpPr>
        <p:spPr>
          <a:xfrm>
            <a:off x="1530913" y="2168402"/>
            <a:ext cx="45341" cy="45341"/>
          </a:xfrm>
          <a:prstGeom prst="ellipse">
            <a:avLst/>
          </a:prstGeom>
          <a:solidFill>
            <a:srgbClr val="566AB4">
              <a:alpha val="40000"/>
            </a:srgbClr>
          </a:solidFill>
          <a:ln w="0">
            <a:noFill/>
            <a:prstDash val="solid"/>
          </a:ln>
        </p:spPr>
      </p:sp>
      <p:sp>
        <p:nvSpPr>
          <p:cNvPr id="656" name="a_full_bar_ellipse_655">
            <a:extLst>
              <a:ext uri="{FF2B5EF4-FFF2-40B4-BE49-F238E27FC236}">
                <a16:creationId xmlns:a16="http://schemas.microsoft.com/office/drawing/2014/main" id="{95F2C543-878E-41A2-9C05-942EB78F30C5}"/>
              </a:ext>
            </a:extLst>
          </p:cNvPr>
          <p:cNvSpPr>
            <a:spLocks noGrp="1"/>
          </p:cNvSpPr>
          <p:nvPr/>
        </p:nvSpPr>
        <p:spPr>
          <a:xfrm>
            <a:off x="1491732" y="4118833"/>
            <a:ext cx="45341" cy="45341"/>
          </a:xfrm>
          <a:prstGeom prst="ellipse">
            <a:avLst/>
          </a:prstGeom>
          <a:solidFill>
            <a:srgbClr val="566AB4">
              <a:alpha val="40000"/>
            </a:srgbClr>
          </a:solidFill>
          <a:ln w="0">
            <a:noFill/>
            <a:prstDash val="solid"/>
          </a:ln>
        </p:spPr>
      </p:sp>
      <p:sp>
        <p:nvSpPr>
          <p:cNvPr id="657" name="a_full_bar_ellipse_656">
            <a:extLst>
              <a:ext uri="{FF2B5EF4-FFF2-40B4-BE49-F238E27FC236}">
                <a16:creationId xmlns:a16="http://schemas.microsoft.com/office/drawing/2014/main" id="{4B0EDFCB-99FA-49D5-BD3A-78C77F13B98E}"/>
              </a:ext>
            </a:extLst>
          </p:cNvPr>
          <p:cNvSpPr>
            <a:spLocks noGrp="1"/>
          </p:cNvSpPr>
          <p:nvPr/>
        </p:nvSpPr>
        <p:spPr>
          <a:xfrm>
            <a:off x="1547849" y="2410931"/>
            <a:ext cx="45341" cy="45341"/>
          </a:xfrm>
          <a:prstGeom prst="ellipse">
            <a:avLst/>
          </a:prstGeom>
          <a:solidFill>
            <a:srgbClr val="566AB4">
              <a:alpha val="40000"/>
            </a:srgbClr>
          </a:solidFill>
          <a:ln w="0">
            <a:noFill/>
            <a:prstDash val="solid"/>
          </a:ln>
        </p:spPr>
      </p:sp>
      <p:sp>
        <p:nvSpPr>
          <p:cNvPr id="658" name="a_full_bar_ellipse_657">
            <a:extLst>
              <a:ext uri="{FF2B5EF4-FFF2-40B4-BE49-F238E27FC236}">
                <a16:creationId xmlns:a16="http://schemas.microsoft.com/office/drawing/2014/main" id="{A1918EE1-DBA7-4E10-8545-8A3220184527}"/>
              </a:ext>
            </a:extLst>
          </p:cNvPr>
          <p:cNvSpPr>
            <a:spLocks noGrp="1"/>
          </p:cNvSpPr>
          <p:nvPr/>
        </p:nvSpPr>
        <p:spPr>
          <a:xfrm>
            <a:off x="1521564" y="3584342"/>
            <a:ext cx="45341" cy="45341"/>
          </a:xfrm>
          <a:prstGeom prst="ellipse">
            <a:avLst/>
          </a:prstGeom>
          <a:solidFill>
            <a:srgbClr val="566AB4">
              <a:alpha val="40000"/>
            </a:srgbClr>
          </a:solidFill>
          <a:ln w="0">
            <a:noFill/>
            <a:prstDash val="solid"/>
          </a:ln>
        </p:spPr>
      </p:sp>
      <p:sp>
        <p:nvSpPr>
          <p:cNvPr id="659" name="a_full_bar_ellipse_658">
            <a:extLst>
              <a:ext uri="{FF2B5EF4-FFF2-40B4-BE49-F238E27FC236}">
                <a16:creationId xmlns:a16="http://schemas.microsoft.com/office/drawing/2014/main" id="{26A4AF52-9BE6-442F-BEA7-56881A1D7DEA}"/>
              </a:ext>
            </a:extLst>
          </p:cNvPr>
          <p:cNvSpPr>
            <a:spLocks noGrp="1"/>
          </p:cNvSpPr>
          <p:nvPr/>
        </p:nvSpPr>
        <p:spPr>
          <a:xfrm>
            <a:off x="1530318" y="3977893"/>
            <a:ext cx="45341" cy="45341"/>
          </a:xfrm>
          <a:prstGeom prst="ellipse">
            <a:avLst/>
          </a:prstGeom>
          <a:solidFill>
            <a:srgbClr val="566AB4">
              <a:alpha val="40000"/>
            </a:srgbClr>
          </a:solidFill>
          <a:ln w="0">
            <a:noFill/>
            <a:prstDash val="solid"/>
          </a:ln>
        </p:spPr>
      </p:sp>
      <p:sp>
        <p:nvSpPr>
          <p:cNvPr id="660" name="a_full_bar_ellipse_659">
            <a:extLst>
              <a:ext uri="{FF2B5EF4-FFF2-40B4-BE49-F238E27FC236}">
                <a16:creationId xmlns:a16="http://schemas.microsoft.com/office/drawing/2014/main" id="{2AA675FF-4ED3-4B04-BE62-3BAD71758A6F}"/>
              </a:ext>
            </a:extLst>
          </p:cNvPr>
          <p:cNvSpPr>
            <a:spLocks noGrp="1"/>
          </p:cNvSpPr>
          <p:nvPr/>
        </p:nvSpPr>
        <p:spPr>
          <a:xfrm>
            <a:off x="1599542" y="2207744"/>
            <a:ext cx="45341" cy="45341"/>
          </a:xfrm>
          <a:prstGeom prst="ellipse">
            <a:avLst/>
          </a:prstGeom>
          <a:solidFill>
            <a:srgbClr val="566AB4">
              <a:alpha val="40000"/>
            </a:srgbClr>
          </a:solidFill>
          <a:ln w="0">
            <a:noFill/>
            <a:prstDash val="solid"/>
          </a:ln>
        </p:spPr>
      </p:sp>
      <p:sp>
        <p:nvSpPr>
          <p:cNvPr id="661" name="a_full_bar_ellipse_660">
            <a:extLst>
              <a:ext uri="{FF2B5EF4-FFF2-40B4-BE49-F238E27FC236}">
                <a16:creationId xmlns:a16="http://schemas.microsoft.com/office/drawing/2014/main" id="{F0F76C5F-189D-43CE-801B-0FEEF19E5B5A}"/>
              </a:ext>
            </a:extLst>
          </p:cNvPr>
          <p:cNvSpPr>
            <a:spLocks noGrp="1"/>
          </p:cNvSpPr>
          <p:nvPr/>
        </p:nvSpPr>
        <p:spPr>
          <a:xfrm>
            <a:off x="1653188" y="2551366"/>
            <a:ext cx="45341" cy="45341"/>
          </a:xfrm>
          <a:prstGeom prst="ellipse">
            <a:avLst/>
          </a:prstGeom>
          <a:solidFill>
            <a:srgbClr val="566AB4">
              <a:alpha val="40000"/>
            </a:srgbClr>
          </a:solidFill>
          <a:ln w="0">
            <a:noFill/>
            <a:prstDash val="solid"/>
          </a:ln>
        </p:spPr>
      </p:sp>
      <p:sp>
        <p:nvSpPr>
          <p:cNvPr id="662" name="a_full_bar_ellipse_661">
            <a:extLst>
              <a:ext uri="{FF2B5EF4-FFF2-40B4-BE49-F238E27FC236}">
                <a16:creationId xmlns:a16="http://schemas.microsoft.com/office/drawing/2014/main" id="{B0BA72B8-C546-48CD-B904-CD83EEF7DDD9}"/>
              </a:ext>
            </a:extLst>
          </p:cNvPr>
          <p:cNvSpPr>
            <a:spLocks noGrp="1"/>
          </p:cNvSpPr>
          <p:nvPr/>
        </p:nvSpPr>
        <p:spPr>
          <a:xfrm>
            <a:off x="1474865" y="4457382"/>
            <a:ext cx="45341" cy="45341"/>
          </a:xfrm>
          <a:prstGeom prst="ellipse">
            <a:avLst/>
          </a:prstGeom>
          <a:solidFill>
            <a:srgbClr val="566AB4">
              <a:alpha val="40000"/>
            </a:srgbClr>
          </a:solidFill>
          <a:ln w="0">
            <a:noFill/>
            <a:prstDash val="solid"/>
          </a:ln>
        </p:spPr>
      </p:sp>
      <p:sp>
        <p:nvSpPr>
          <p:cNvPr id="663" name="a_full_bar_ellipse_662">
            <a:extLst>
              <a:ext uri="{FF2B5EF4-FFF2-40B4-BE49-F238E27FC236}">
                <a16:creationId xmlns:a16="http://schemas.microsoft.com/office/drawing/2014/main" id="{4DF75EC9-B37F-4021-919C-95F1FB6D07C8}"/>
              </a:ext>
            </a:extLst>
          </p:cNvPr>
          <p:cNvSpPr>
            <a:spLocks noGrp="1"/>
          </p:cNvSpPr>
          <p:nvPr/>
        </p:nvSpPr>
        <p:spPr>
          <a:xfrm>
            <a:off x="1632161" y="3522996"/>
            <a:ext cx="45341" cy="45341"/>
          </a:xfrm>
          <a:prstGeom prst="ellipse">
            <a:avLst/>
          </a:prstGeom>
          <a:solidFill>
            <a:srgbClr val="566AB4">
              <a:alpha val="40000"/>
            </a:srgbClr>
          </a:solidFill>
          <a:ln w="0">
            <a:noFill/>
            <a:prstDash val="solid"/>
          </a:ln>
        </p:spPr>
      </p:sp>
      <p:sp>
        <p:nvSpPr>
          <p:cNvPr id="664" name="a_full_bar_ellipse_663">
            <a:extLst>
              <a:ext uri="{FF2B5EF4-FFF2-40B4-BE49-F238E27FC236}">
                <a16:creationId xmlns:a16="http://schemas.microsoft.com/office/drawing/2014/main" id="{1DF8C1F9-4EA0-404F-9F61-FE5D3A81EEA5}"/>
              </a:ext>
            </a:extLst>
          </p:cNvPr>
          <p:cNvSpPr>
            <a:spLocks noGrp="1"/>
          </p:cNvSpPr>
          <p:nvPr/>
        </p:nvSpPr>
        <p:spPr>
          <a:xfrm>
            <a:off x="1670261" y="3407183"/>
            <a:ext cx="45341" cy="45341"/>
          </a:xfrm>
          <a:prstGeom prst="ellipse">
            <a:avLst/>
          </a:prstGeom>
          <a:solidFill>
            <a:srgbClr val="566AB4">
              <a:alpha val="40000"/>
            </a:srgbClr>
          </a:solidFill>
          <a:ln w="0">
            <a:noFill/>
            <a:prstDash val="solid"/>
          </a:ln>
        </p:spPr>
      </p:sp>
      <p:sp>
        <p:nvSpPr>
          <p:cNvPr id="665" name="a_full_bar_ellipse_664">
            <a:extLst>
              <a:ext uri="{FF2B5EF4-FFF2-40B4-BE49-F238E27FC236}">
                <a16:creationId xmlns:a16="http://schemas.microsoft.com/office/drawing/2014/main" id="{C52F8517-8788-44A1-8F8B-66737214E1E5}"/>
              </a:ext>
            </a:extLst>
          </p:cNvPr>
          <p:cNvSpPr>
            <a:spLocks noGrp="1"/>
          </p:cNvSpPr>
          <p:nvPr/>
        </p:nvSpPr>
        <p:spPr>
          <a:xfrm>
            <a:off x="1612969" y="3562171"/>
            <a:ext cx="45341" cy="45341"/>
          </a:xfrm>
          <a:prstGeom prst="ellipse">
            <a:avLst/>
          </a:prstGeom>
          <a:solidFill>
            <a:srgbClr val="566AB4">
              <a:alpha val="40000"/>
            </a:srgbClr>
          </a:solidFill>
          <a:ln w="0">
            <a:noFill/>
            <a:prstDash val="solid"/>
          </a:ln>
        </p:spPr>
      </p:sp>
      <p:sp>
        <p:nvSpPr>
          <p:cNvPr id="666" name="a_full_bar_ellipse_665">
            <a:extLst>
              <a:ext uri="{FF2B5EF4-FFF2-40B4-BE49-F238E27FC236}">
                <a16:creationId xmlns:a16="http://schemas.microsoft.com/office/drawing/2014/main" id="{FCCA08D7-CF2A-4284-8DA1-5A512DF865E5}"/>
              </a:ext>
            </a:extLst>
          </p:cNvPr>
          <p:cNvSpPr>
            <a:spLocks noGrp="1"/>
          </p:cNvSpPr>
          <p:nvPr/>
        </p:nvSpPr>
        <p:spPr>
          <a:xfrm>
            <a:off x="1570436" y="4457382"/>
            <a:ext cx="45341" cy="45341"/>
          </a:xfrm>
          <a:prstGeom prst="ellipse">
            <a:avLst/>
          </a:prstGeom>
          <a:solidFill>
            <a:srgbClr val="566AB4">
              <a:alpha val="40000"/>
            </a:srgbClr>
          </a:solidFill>
          <a:ln w="0">
            <a:noFill/>
            <a:prstDash val="solid"/>
          </a:ln>
        </p:spPr>
      </p:sp>
      <p:sp>
        <p:nvSpPr>
          <p:cNvPr id="667" name="a_full_bar_ellipse_666">
            <a:extLst>
              <a:ext uri="{FF2B5EF4-FFF2-40B4-BE49-F238E27FC236}">
                <a16:creationId xmlns:a16="http://schemas.microsoft.com/office/drawing/2014/main" id="{690D8F9E-6F30-479C-8CFE-6048ED520FA9}"/>
              </a:ext>
            </a:extLst>
          </p:cNvPr>
          <p:cNvSpPr>
            <a:spLocks noGrp="1"/>
          </p:cNvSpPr>
          <p:nvPr/>
        </p:nvSpPr>
        <p:spPr>
          <a:xfrm>
            <a:off x="1669862" y="3070850"/>
            <a:ext cx="45341" cy="45341"/>
          </a:xfrm>
          <a:prstGeom prst="ellipse">
            <a:avLst/>
          </a:prstGeom>
          <a:solidFill>
            <a:srgbClr val="566AB4">
              <a:alpha val="40000"/>
            </a:srgbClr>
          </a:solidFill>
          <a:ln w="0">
            <a:noFill/>
            <a:prstDash val="solid"/>
          </a:ln>
        </p:spPr>
      </p:sp>
      <p:sp>
        <p:nvSpPr>
          <p:cNvPr id="668" name="a_full_bar_ellipse_667">
            <a:extLst>
              <a:ext uri="{FF2B5EF4-FFF2-40B4-BE49-F238E27FC236}">
                <a16:creationId xmlns:a16="http://schemas.microsoft.com/office/drawing/2014/main" id="{08514135-4DC9-468B-A566-11C4560B8BFD}"/>
              </a:ext>
            </a:extLst>
          </p:cNvPr>
          <p:cNvSpPr>
            <a:spLocks noGrp="1"/>
          </p:cNvSpPr>
          <p:nvPr/>
        </p:nvSpPr>
        <p:spPr>
          <a:xfrm>
            <a:off x="1623056" y="2430071"/>
            <a:ext cx="45341" cy="45341"/>
          </a:xfrm>
          <a:prstGeom prst="ellipse">
            <a:avLst/>
          </a:prstGeom>
          <a:solidFill>
            <a:srgbClr val="566AB4">
              <a:alpha val="40000"/>
            </a:srgbClr>
          </a:solidFill>
          <a:ln w="0">
            <a:noFill/>
            <a:prstDash val="solid"/>
          </a:ln>
        </p:spPr>
      </p:sp>
      <p:sp>
        <p:nvSpPr>
          <p:cNvPr id="669" name="a_full_bar_ellipse_668">
            <a:extLst>
              <a:ext uri="{FF2B5EF4-FFF2-40B4-BE49-F238E27FC236}">
                <a16:creationId xmlns:a16="http://schemas.microsoft.com/office/drawing/2014/main" id="{D79618A8-271A-4E17-BC0A-6B121EE9F200}"/>
              </a:ext>
            </a:extLst>
          </p:cNvPr>
          <p:cNvSpPr>
            <a:spLocks noGrp="1"/>
          </p:cNvSpPr>
          <p:nvPr/>
        </p:nvSpPr>
        <p:spPr>
          <a:xfrm>
            <a:off x="1523523" y="4051068"/>
            <a:ext cx="45341" cy="45341"/>
          </a:xfrm>
          <a:prstGeom prst="ellipse">
            <a:avLst/>
          </a:prstGeom>
          <a:solidFill>
            <a:srgbClr val="566AB4">
              <a:alpha val="40000"/>
            </a:srgbClr>
          </a:solidFill>
          <a:ln w="0">
            <a:noFill/>
            <a:prstDash val="solid"/>
          </a:ln>
        </p:spPr>
      </p:sp>
      <p:sp>
        <p:nvSpPr>
          <p:cNvPr id="670" name="a_full_bar_ellipse_669">
            <a:extLst>
              <a:ext uri="{FF2B5EF4-FFF2-40B4-BE49-F238E27FC236}">
                <a16:creationId xmlns:a16="http://schemas.microsoft.com/office/drawing/2014/main" id="{6E0799BB-2EA9-4C7C-A4AA-18A886654F16}"/>
              </a:ext>
            </a:extLst>
          </p:cNvPr>
          <p:cNvSpPr>
            <a:spLocks noGrp="1"/>
          </p:cNvSpPr>
          <p:nvPr/>
        </p:nvSpPr>
        <p:spPr>
          <a:xfrm>
            <a:off x="1570120" y="4457382"/>
            <a:ext cx="45341" cy="45341"/>
          </a:xfrm>
          <a:prstGeom prst="ellipse">
            <a:avLst/>
          </a:prstGeom>
          <a:solidFill>
            <a:srgbClr val="566AB4">
              <a:alpha val="40000"/>
            </a:srgbClr>
          </a:solidFill>
          <a:ln w="0">
            <a:noFill/>
            <a:prstDash val="solid"/>
          </a:ln>
        </p:spPr>
      </p:sp>
      <p:sp>
        <p:nvSpPr>
          <p:cNvPr id="671" name="a_full_bar_ellipse_670">
            <a:extLst>
              <a:ext uri="{FF2B5EF4-FFF2-40B4-BE49-F238E27FC236}">
                <a16:creationId xmlns:a16="http://schemas.microsoft.com/office/drawing/2014/main" id="{D0C20EC1-C012-46DC-93CB-3D9033B3B7BC}"/>
              </a:ext>
            </a:extLst>
          </p:cNvPr>
          <p:cNvSpPr>
            <a:spLocks noGrp="1"/>
          </p:cNvSpPr>
          <p:nvPr/>
        </p:nvSpPr>
        <p:spPr>
          <a:xfrm>
            <a:off x="1492127" y="4457382"/>
            <a:ext cx="45341" cy="45341"/>
          </a:xfrm>
          <a:prstGeom prst="ellipse">
            <a:avLst/>
          </a:prstGeom>
          <a:solidFill>
            <a:srgbClr val="566AB4">
              <a:alpha val="40000"/>
            </a:srgbClr>
          </a:solidFill>
          <a:ln w="0">
            <a:noFill/>
            <a:prstDash val="solid"/>
          </a:ln>
        </p:spPr>
      </p:sp>
      <p:sp>
        <p:nvSpPr>
          <p:cNvPr id="672" name="a_full_bar_ellipse_671">
            <a:extLst>
              <a:ext uri="{FF2B5EF4-FFF2-40B4-BE49-F238E27FC236}">
                <a16:creationId xmlns:a16="http://schemas.microsoft.com/office/drawing/2014/main" id="{B970473A-60FC-41A4-AD76-D074A4C8C00E}"/>
              </a:ext>
            </a:extLst>
          </p:cNvPr>
          <p:cNvSpPr>
            <a:spLocks noGrp="1"/>
          </p:cNvSpPr>
          <p:nvPr/>
        </p:nvSpPr>
        <p:spPr>
          <a:xfrm>
            <a:off x="1509899" y="3662597"/>
            <a:ext cx="45341" cy="45341"/>
          </a:xfrm>
          <a:prstGeom prst="ellipse">
            <a:avLst/>
          </a:prstGeom>
          <a:solidFill>
            <a:srgbClr val="566AB4">
              <a:alpha val="40000"/>
            </a:srgbClr>
          </a:solidFill>
          <a:ln w="0">
            <a:noFill/>
            <a:prstDash val="solid"/>
          </a:ln>
        </p:spPr>
      </p:sp>
      <p:sp>
        <p:nvSpPr>
          <p:cNvPr id="673" name="a_full_bar_ellipse_672">
            <a:extLst>
              <a:ext uri="{FF2B5EF4-FFF2-40B4-BE49-F238E27FC236}">
                <a16:creationId xmlns:a16="http://schemas.microsoft.com/office/drawing/2014/main" id="{D2E798E8-73DE-4392-835B-3FEE0D0F75E5}"/>
              </a:ext>
            </a:extLst>
          </p:cNvPr>
          <p:cNvSpPr>
            <a:spLocks noGrp="1"/>
          </p:cNvSpPr>
          <p:nvPr/>
        </p:nvSpPr>
        <p:spPr>
          <a:xfrm>
            <a:off x="1643114" y="3762040"/>
            <a:ext cx="45341" cy="45341"/>
          </a:xfrm>
          <a:prstGeom prst="ellipse">
            <a:avLst/>
          </a:prstGeom>
          <a:solidFill>
            <a:srgbClr val="566AB4">
              <a:alpha val="40000"/>
            </a:srgbClr>
          </a:solidFill>
          <a:ln w="0">
            <a:noFill/>
            <a:prstDash val="solid"/>
          </a:ln>
        </p:spPr>
      </p:sp>
      <p:sp>
        <p:nvSpPr>
          <p:cNvPr id="674" name="a_full_bar_ellipse_673">
            <a:extLst>
              <a:ext uri="{FF2B5EF4-FFF2-40B4-BE49-F238E27FC236}">
                <a16:creationId xmlns:a16="http://schemas.microsoft.com/office/drawing/2014/main" id="{4668DDFF-414C-4AA1-BD6E-3A95AF586F3D}"/>
              </a:ext>
            </a:extLst>
          </p:cNvPr>
          <p:cNvSpPr>
            <a:spLocks noGrp="1"/>
          </p:cNvSpPr>
          <p:nvPr/>
        </p:nvSpPr>
        <p:spPr>
          <a:xfrm>
            <a:off x="1624221" y="2339643"/>
            <a:ext cx="45341" cy="45341"/>
          </a:xfrm>
          <a:prstGeom prst="ellipse">
            <a:avLst/>
          </a:prstGeom>
          <a:solidFill>
            <a:srgbClr val="566AB4">
              <a:alpha val="40000"/>
            </a:srgbClr>
          </a:solidFill>
          <a:ln w="0">
            <a:noFill/>
            <a:prstDash val="solid"/>
          </a:ln>
        </p:spPr>
      </p:sp>
      <p:sp>
        <p:nvSpPr>
          <p:cNvPr id="675" name="a_full_bar_ellipse_674">
            <a:extLst>
              <a:ext uri="{FF2B5EF4-FFF2-40B4-BE49-F238E27FC236}">
                <a16:creationId xmlns:a16="http://schemas.microsoft.com/office/drawing/2014/main" id="{F0BDB110-F136-48F7-B27D-AC3E25CAD7F9}"/>
              </a:ext>
            </a:extLst>
          </p:cNvPr>
          <p:cNvSpPr>
            <a:spLocks noGrp="1"/>
          </p:cNvSpPr>
          <p:nvPr/>
        </p:nvSpPr>
        <p:spPr>
          <a:xfrm>
            <a:off x="1652194" y="2824429"/>
            <a:ext cx="45341" cy="45341"/>
          </a:xfrm>
          <a:prstGeom prst="ellipse">
            <a:avLst/>
          </a:prstGeom>
          <a:solidFill>
            <a:srgbClr val="566AB4">
              <a:alpha val="40000"/>
            </a:srgbClr>
          </a:solidFill>
          <a:ln w="0">
            <a:noFill/>
            <a:prstDash val="solid"/>
          </a:ln>
        </p:spPr>
      </p:sp>
      <p:sp>
        <p:nvSpPr>
          <p:cNvPr id="676" name="a_full_bar_ellipse_675">
            <a:extLst>
              <a:ext uri="{FF2B5EF4-FFF2-40B4-BE49-F238E27FC236}">
                <a16:creationId xmlns:a16="http://schemas.microsoft.com/office/drawing/2014/main" id="{6C937D52-B1DF-4822-8F49-1A46BEBD0415}"/>
              </a:ext>
            </a:extLst>
          </p:cNvPr>
          <p:cNvSpPr>
            <a:spLocks noGrp="1"/>
          </p:cNvSpPr>
          <p:nvPr/>
        </p:nvSpPr>
        <p:spPr>
          <a:xfrm>
            <a:off x="1481468" y="3520680"/>
            <a:ext cx="45341" cy="45341"/>
          </a:xfrm>
          <a:prstGeom prst="ellipse">
            <a:avLst/>
          </a:prstGeom>
          <a:solidFill>
            <a:srgbClr val="566AB4">
              <a:alpha val="40000"/>
            </a:srgbClr>
          </a:solidFill>
          <a:ln w="0">
            <a:noFill/>
            <a:prstDash val="solid"/>
          </a:ln>
        </p:spPr>
      </p:sp>
      <p:sp>
        <p:nvSpPr>
          <p:cNvPr id="677" name="a_full_bar_ellipse_676">
            <a:extLst>
              <a:ext uri="{FF2B5EF4-FFF2-40B4-BE49-F238E27FC236}">
                <a16:creationId xmlns:a16="http://schemas.microsoft.com/office/drawing/2014/main" id="{975F07DA-1155-41D6-BD19-0EFA29CD7FA5}"/>
              </a:ext>
            </a:extLst>
          </p:cNvPr>
          <p:cNvSpPr>
            <a:spLocks noGrp="1"/>
          </p:cNvSpPr>
          <p:nvPr/>
        </p:nvSpPr>
        <p:spPr>
          <a:xfrm>
            <a:off x="1551879" y="3394602"/>
            <a:ext cx="45341" cy="45341"/>
          </a:xfrm>
          <a:prstGeom prst="ellipse">
            <a:avLst/>
          </a:prstGeom>
          <a:solidFill>
            <a:srgbClr val="566AB4">
              <a:alpha val="40000"/>
            </a:srgbClr>
          </a:solidFill>
          <a:ln w="0">
            <a:noFill/>
            <a:prstDash val="solid"/>
          </a:ln>
        </p:spPr>
      </p:sp>
      <p:sp>
        <p:nvSpPr>
          <p:cNvPr id="678" name="a_full_bar_ellipse_677">
            <a:extLst>
              <a:ext uri="{FF2B5EF4-FFF2-40B4-BE49-F238E27FC236}">
                <a16:creationId xmlns:a16="http://schemas.microsoft.com/office/drawing/2014/main" id="{4C0010E6-5580-48CD-BFBF-CA0C00F19F1E}"/>
              </a:ext>
            </a:extLst>
          </p:cNvPr>
          <p:cNvSpPr>
            <a:spLocks noGrp="1"/>
          </p:cNvSpPr>
          <p:nvPr/>
        </p:nvSpPr>
        <p:spPr>
          <a:xfrm>
            <a:off x="1585867" y="3718487"/>
            <a:ext cx="45341" cy="45341"/>
          </a:xfrm>
          <a:prstGeom prst="ellipse">
            <a:avLst/>
          </a:prstGeom>
          <a:solidFill>
            <a:srgbClr val="566AB4">
              <a:alpha val="40000"/>
            </a:srgbClr>
          </a:solidFill>
          <a:ln w="0">
            <a:noFill/>
            <a:prstDash val="solid"/>
          </a:ln>
        </p:spPr>
      </p:sp>
      <p:sp>
        <p:nvSpPr>
          <p:cNvPr id="679" name="a_full_bar_ellipse_678">
            <a:extLst>
              <a:ext uri="{FF2B5EF4-FFF2-40B4-BE49-F238E27FC236}">
                <a16:creationId xmlns:a16="http://schemas.microsoft.com/office/drawing/2014/main" id="{3E62FC3B-B9AF-4381-895E-396D948DF3B0}"/>
              </a:ext>
            </a:extLst>
          </p:cNvPr>
          <p:cNvSpPr>
            <a:spLocks noGrp="1"/>
          </p:cNvSpPr>
          <p:nvPr/>
        </p:nvSpPr>
        <p:spPr>
          <a:xfrm>
            <a:off x="1577966" y="3183877"/>
            <a:ext cx="45341" cy="45341"/>
          </a:xfrm>
          <a:prstGeom prst="ellipse">
            <a:avLst/>
          </a:prstGeom>
          <a:solidFill>
            <a:srgbClr val="566AB4">
              <a:alpha val="40000"/>
            </a:srgbClr>
          </a:solidFill>
          <a:ln w="0">
            <a:noFill/>
            <a:prstDash val="solid"/>
          </a:ln>
        </p:spPr>
      </p:sp>
      <p:sp>
        <p:nvSpPr>
          <p:cNvPr id="680" name="a_full_bar_ellipse_679">
            <a:extLst>
              <a:ext uri="{FF2B5EF4-FFF2-40B4-BE49-F238E27FC236}">
                <a16:creationId xmlns:a16="http://schemas.microsoft.com/office/drawing/2014/main" id="{47B0C8B1-1DF2-40A1-81B2-CECD3ADBC6B0}"/>
              </a:ext>
            </a:extLst>
          </p:cNvPr>
          <p:cNvSpPr>
            <a:spLocks noGrp="1"/>
          </p:cNvSpPr>
          <p:nvPr/>
        </p:nvSpPr>
        <p:spPr>
          <a:xfrm>
            <a:off x="1489064" y="3016564"/>
            <a:ext cx="45341" cy="45341"/>
          </a:xfrm>
          <a:prstGeom prst="ellipse">
            <a:avLst/>
          </a:prstGeom>
          <a:solidFill>
            <a:srgbClr val="566AB4">
              <a:alpha val="40000"/>
            </a:srgbClr>
          </a:solidFill>
          <a:ln w="0">
            <a:noFill/>
            <a:prstDash val="solid"/>
          </a:ln>
        </p:spPr>
      </p:sp>
      <p:sp>
        <p:nvSpPr>
          <p:cNvPr id="681" name="a_full_bar_ellipse_680">
            <a:extLst>
              <a:ext uri="{FF2B5EF4-FFF2-40B4-BE49-F238E27FC236}">
                <a16:creationId xmlns:a16="http://schemas.microsoft.com/office/drawing/2014/main" id="{EFB3EC0E-4D70-4B75-8881-05C40CA3E493}"/>
              </a:ext>
            </a:extLst>
          </p:cNvPr>
          <p:cNvSpPr>
            <a:spLocks noGrp="1"/>
          </p:cNvSpPr>
          <p:nvPr/>
        </p:nvSpPr>
        <p:spPr>
          <a:xfrm>
            <a:off x="1506080" y="2643109"/>
            <a:ext cx="45341" cy="45341"/>
          </a:xfrm>
          <a:prstGeom prst="ellipse">
            <a:avLst/>
          </a:prstGeom>
          <a:solidFill>
            <a:srgbClr val="566AB4">
              <a:alpha val="40000"/>
            </a:srgbClr>
          </a:solidFill>
          <a:ln w="0">
            <a:noFill/>
            <a:prstDash val="solid"/>
          </a:ln>
        </p:spPr>
      </p:sp>
      <p:sp>
        <p:nvSpPr>
          <p:cNvPr id="682" name="a_full_bar_ellipse_681">
            <a:extLst>
              <a:ext uri="{FF2B5EF4-FFF2-40B4-BE49-F238E27FC236}">
                <a16:creationId xmlns:a16="http://schemas.microsoft.com/office/drawing/2014/main" id="{E7C322B3-457B-47A0-8074-C1072BDE9B06}"/>
              </a:ext>
            </a:extLst>
          </p:cNvPr>
          <p:cNvSpPr>
            <a:spLocks noGrp="1"/>
          </p:cNvSpPr>
          <p:nvPr/>
        </p:nvSpPr>
        <p:spPr>
          <a:xfrm>
            <a:off x="1484974" y="3107351"/>
            <a:ext cx="45341" cy="45341"/>
          </a:xfrm>
          <a:prstGeom prst="ellipse">
            <a:avLst/>
          </a:prstGeom>
          <a:solidFill>
            <a:srgbClr val="566AB4">
              <a:alpha val="40000"/>
            </a:srgbClr>
          </a:solidFill>
          <a:ln w="0">
            <a:noFill/>
            <a:prstDash val="solid"/>
          </a:ln>
        </p:spPr>
      </p:sp>
      <p:sp>
        <p:nvSpPr>
          <p:cNvPr id="683" name="a_full_bar_ellipse_682">
            <a:extLst>
              <a:ext uri="{FF2B5EF4-FFF2-40B4-BE49-F238E27FC236}">
                <a16:creationId xmlns:a16="http://schemas.microsoft.com/office/drawing/2014/main" id="{F1AC5454-0136-4D36-824F-AE33BC48DB2C}"/>
              </a:ext>
            </a:extLst>
          </p:cNvPr>
          <p:cNvSpPr>
            <a:spLocks noGrp="1"/>
          </p:cNvSpPr>
          <p:nvPr/>
        </p:nvSpPr>
        <p:spPr>
          <a:xfrm>
            <a:off x="1557115" y="3696222"/>
            <a:ext cx="45341" cy="45341"/>
          </a:xfrm>
          <a:prstGeom prst="ellipse">
            <a:avLst/>
          </a:prstGeom>
          <a:solidFill>
            <a:srgbClr val="566AB4">
              <a:alpha val="40000"/>
            </a:srgbClr>
          </a:solidFill>
          <a:ln w="0">
            <a:noFill/>
            <a:prstDash val="solid"/>
          </a:ln>
        </p:spPr>
      </p:sp>
      <p:sp>
        <p:nvSpPr>
          <p:cNvPr id="684" name="a_full_bar_ellipse_683">
            <a:extLst>
              <a:ext uri="{FF2B5EF4-FFF2-40B4-BE49-F238E27FC236}">
                <a16:creationId xmlns:a16="http://schemas.microsoft.com/office/drawing/2014/main" id="{F523FA8B-AF4E-40D8-B167-F739C1E3D81F}"/>
              </a:ext>
            </a:extLst>
          </p:cNvPr>
          <p:cNvSpPr>
            <a:spLocks noGrp="1"/>
          </p:cNvSpPr>
          <p:nvPr/>
        </p:nvSpPr>
        <p:spPr>
          <a:xfrm>
            <a:off x="1660713" y="4030758"/>
            <a:ext cx="45341" cy="45341"/>
          </a:xfrm>
          <a:prstGeom prst="ellipse">
            <a:avLst/>
          </a:prstGeom>
          <a:solidFill>
            <a:srgbClr val="566AB4">
              <a:alpha val="40000"/>
            </a:srgbClr>
          </a:solidFill>
          <a:ln w="0">
            <a:noFill/>
            <a:prstDash val="solid"/>
          </a:ln>
        </p:spPr>
      </p:sp>
      <p:sp>
        <p:nvSpPr>
          <p:cNvPr id="685" name="a_full_bar_ellipse_684">
            <a:extLst>
              <a:ext uri="{FF2B5EF4-FFF2-40B4-BE49-F238E27FC236}">
                <a16:creationId xmlns:a16="http://schemas.microsoft.com/office/drawing/2014/main" id="{AD969FFF-8C6F-4714-A59E-4E664AD7DDBE}"/>
              </a:ext>
            </a:extLst>
          </p:cNvPr>
          <p:cNvSpPr>
            <a:spLocks noGrp="1"/>
          </p:cNvSpPr>
          <p:nvPr/>
        </p:nvSpPr>
        <p:spPr>
          <a:xfrm>
            <a:off x="1516658" y="2572550"/>
            <a:ext cx="45341" cy="45341"/>
          </a:xfrm>
          <a:prstGeom prst="ellipse">
            <a:avLst/>
          </a:prstGeom>
          <a:solidFill>
            <a:srgbClr val="566AB4">
              <a:alpha val="40000"/>
            </a:srgbClr>
          </a:solidFill>
          <a:ln w="0">
            <a:noFill/>
            <a:prstDash val="solid"/>
          </a:ln>
        </p:spPr>
      </p:sp>
      <p:sp>
        <p:nvSpPr>
          <p:cNvPr id="686" name="a_full_bar_ellipse_685">
            <a:extLst>
              <a:ext uri="{FF2B5EF4-FFF2-40B4-BE49-F238E27FC236}">
                <a16:creationId xmlns:a16="http://schemas.microsoft.com/office/drawing/2014/main" id="{8043BE41-6B3A-44EA-BFBC-838CF7A4202A}"/>
              </a:ext>
            </a:extLst>
          </p:cNvPr>
          <p:cNvSpPr>
            <a:spLocks noGrp="1"/>
          </p:cNvSpPr>
          <p:nvPr/>
        </p:nvSpPr>
        <p:spPr>
          <a:xfrm>
            <a:off x="1602044" y="4457382"/>
            <a:ext cx="45341" cy="45341"/>
          </a:xfrm>
          <a:prstGeom prst="ellipse">
            <a:avLst/>
          </a:prstGeom>
          <a:solidFill>
            <a:srgbClr val="566AB4">
              <a:alpha val="40000"/>
            </a:srgbClr>
          </a:solidFill>
          <a:ln w="0">
            <a:noFill/>
            <a:prstDash val="solid"/>
          </a:ln>
        </p:spPr>
      </p:sp>
      <p:sp>
        <p:nvSpPr>
          <p:cNvPr id="687" name="a_full_bar_ellipse_686">
            <a:extLst>
              <a:ext uri="{FF2B5EF4-FFF2-40B4-BE49-F238E27FC236}">
                <a16:creationId xmlns:a16="http://schemas.microsoft.com/office/drawing/2014/main" id="{70A08F03-B4A7-4EF0-9E35-DD1A4B6D92A2}"/>
              </a:ext>
            </a:extLst>
          </p:cNvPr>
          <p:cNvSpPr>
            <a:spLocks noGrp="1"/>
          </p:cNvSpPr>
          <p:nvPr/>
        </p:nvSpPr>
        <p:spPr>
          <a:xfrm>
            <a:off x="1657891" y="2475268"/>
            <a:ext cx="45341" cy="45341"/>
          </a:xfrm>
          <a:prstGeom prst="ellipse">
            <a:avLst/>
          </a:prstGeom>
          <a:solidFill>
            <a:srgbClr val="566AB4">
              <a:alpha val="40000"/>
            </a:srgbClr>
          </a:solidFill>
          <a:ln w="0">
            <a:noFill/>
            <a:prstDash val="solid"/>
          </a:ln>
        </p:spPr>
      </p:sp>
      <p:sp>
        <p:nvSpPr>
          <p:cNvPr id="688" name="a_full_bar_ellipse_687">
            <a:extLst>
              <a:ext uri="{FF2B5EF4-FFF2-40B4-BE49-F238E27FC236}">
                <a16:creationId xmlns:a16="http://schemas.microsoft.com/office/drawing/2014/main" id="{C66158E7-C9EA-41C0-98C0-2B4515EF512A}"/>
              </a:ext>
            </a:extLst>
          </p:cNvPr>
          <p:cNvSpPr>
            <a:spLocks noGrp="1"/>
          </p:cNvSpPr>
          <p:nvPr/>
        </p:nvSpPr>
        <p:spPr>
          <a:xfrm>
            <a:off x="1499884" y="4457382"/>
            <a:ext cx="45341" cy="45341"/>
          </a:xfrm>
          <a:prstGeom prst="ellipse">
            <a:avLst/>
          </a:prstGeom>
          <a:solidFill>
            <a:srgbClr val="566AB4">
              <a:alpha val="40000"/>
            </a:srgbClr>
          </a:solidFill>
          <a:ln w="0">
            <a:noFill/>
            <a:prstDash val="solid"/>
          </a:ln>
        </p:spPr>
      </p:sp>
      <p:sp>
        <p:nvSpPr>
          <p:cNvPr id="689" name="a_full_bar_ellipse_688">
            <a:extLst>
              <a:ext uri="{FF2B5EF4-FFF2-40B4-BE49-F238E27FC236}">
                <a16:creationId xmlns:a16="http://schemas.microsoft.com/office/drawing/2014/main" id="{7B9B83A2-050A-49B5-8379-283973ADE732}"/>
              </a:ext>
            </a:extLst>
          </p:cNvPr>
          <p:cNvSpPr>
            <a:spLocks noGrp="1"/>
          </p:cNvSpPr>
          <p:nvPr/>
        </p:nvSpPr>
        <p:spPr>
          <a:xfrm>
            <a:off x="1468637" y="2988958"/>
            <a:ext cx="45341" cy="45341"/>
          </a:xfrm>
          <a:prstGeom prst="ellipse">
            <a:avLst/>
          </a:prstGeom>
          <a:solidFill>
            <a:srgbClr val="566AB4">
              <a:alpha val="40000"/>
            </a:srgbClr>
          </a:solidFill>
          <a:ln w="0">
            <a:noFill/>
            <a:prstDash val="solid"/>
          </a:ln>
        </p:spPr>
      </p:sp>
      <p:sp>
        <p:nvSpPr>
          <p:cNvPr id="690" name="a_full_bar_ellipse_689">
            <a:extLst>
              <a:ext uri="{FF2B5EF4-FFF2-40B4-BE49-F238E27FC236}">
                <a16:creationId xmlns:a16="http://schemas.microsoft.com/office/drawing/2014/main" id="{4059D9D2-B8A5-476A-B29F-6773D7A98C25}"/>
              </a:ext>
            </a:extLst>
          </p:cNvPr>
          <p:cNvSpPr>
            <a:spLocks noGrp="1"/>
          </p:cNvSpPr>
          <p:nvPr/>
        </p:nvSpPr>
        <p:spPr>
          <a:xfrm>
            <a:off x="1469470" y="3764916"/>
            <a:ext cx="45341" cy="45341"/>
          </a:xfrm>
          <a:prstGeom prst="ellipse">
            <a:avLst/>
          </a:prstGeom>
          <a:solidFill>
            <a:srgbClr val="566AB4">
              <a:alpha val="40000"/>
            </a:srgbClr>
          </a:solidFill>
          <a:ln w="0">
            <a:noFill/>
            <a:prstDash val="solid"/>
          </a:ln>
        </p:spPr>
      </p:sp>
      <p:sp>
        <p:nvSpPr>
          <p:cNvPr id="691" name="a_full_bar_ellipse_690">
            <a:extLst>
              <a:ext uri="{FF2B5EF4-FFF2-40B4-BE49-F238E27FC236}">
                <a16:creationId xmlns:a16="http://schemas.microsoft.com/office/drawing/2014/main" id="{EE3D31C2-5931-4A6C-B810-524CA31362AA}"/>
              </a:ext>
            </a:extLst>
          </p:cNvPr>
          <p:cNvSpPr>
            <a:spLocks noGrp="1"/>
          </p:cNvSpPr>
          <p:nvPr/>
        </p:nvSpPr>
        <p:spPr>
          <a:xfrm>
            <a:off x="1480984" y="3953461"/>
            <a:ext cx="45341" cy="45341"/>
          </a:xfrm>
          <a:prstGeom prst="ellipse">
            <a:avLst/>
          </a:prstGeom>
          <a:solidFill>
            <a:srgbClr val="566AB4">
              <a:alpha val="40000"/>
            </a:srgbClr>
          </a:solidFill>
          <a:ln w="0">
            <a:noFill/>
            <a:prstDash val="solid"/>
          </a:ln>
        </p:spPr>
      </p:sp>
      <p:sp>
        <p:nvSpPr>
          <p:cNvPr id="692" name="a_full_bar_ellipse_691">
            <a:extLst>
              <a:ext uri="{FF2B5EF4-FFF2-40B4-BE49-F238E27FC236}">
                <a16:creationId xmlns:a16="http://schemas.microsoft.com/office/drawing/2014/main" id="{4B8D694B-04D9-440E-99A8-DE7941529120}"/>
              </a:ext>
            </a:extLst>
          </p:cNvPr>
          <p:cNvSpPr>
            <a:spLocks noGrp="1"/>
          </p:cNvSpPr>
          <p:nvPr/>
        </p:nvSpPr>
        <p:spPr>
          <a:xfrm>
            <a:off x="1661198" y="2543938"/>
            <a:ext cx="45341" cy="45341"/>
          </a:xfrm>
          <a:prstGeom prst="ellipse">
            <a:avLst/>
          </a:prstGeom>
          <a:solidFill>
            <a:srgbClr val="566AB4">
              <a:alpha val="40000"/>
            </a:srgbClr>
          </a:solidFill>
          <a:ln w="0">
            <a:noFill/>
            <a:prstDash val="solid"/>
          </a:ln>
        </p:spPr>
      </p:sp>
      <p:sp>
        <p:nvSpPr>
          <p:cNvPr id="693" name="a_full_bar_ellipse_692">
            <a:extLst>
              <a:ext uri="{FF2B5EF4-FFF2-40B4-BE49-F238E27FC236}">
                <a16:creationId xmlns:a16="http://schemas.microsoft.com/office/drawing/2014/main" id="{DA6F0F69-37C7-4ED5-A0BF-022AA3B7F146}"/>
              </a:ext>
            </a:extLst>
          </p:cNvPr>
          <p:cNvSpPr>
            <a:spLocks noGrp="1"/>
          </p:cNvSpPr>
          <p:nvPr/>
        </p:nvSpPr>
        <p:spPr>
          <a:xfrm>
            <a:off x="1500141" y="2319324"/>
            <a:ext cx="45341" cy="45341"/>
          </a:xfrm>
          <a:prstGeom prst="ellipse">
            <a:avLst/>
          </a:prstGeom>
          <a:solidFill>
            <a:srgbClr val="566AB4">
              <a:alpha val="40000"/>
            </a:srgbClr>
          </a:solidFill>
          <a:ln w="0">
            <a:noFill/>
            <a:prstDash val="solid"/>
          </a:ln>
        </p:spPr>
      </p:sp>
      <p:sp>
        <p:nvSpPr>
          <p:cNvPr id="694" name="a_full_bar_ellipse_693">
            <a:extLst>
              <a:ext uri="{FF2B5EF4-FFF2-40B4-BE49-F238E27FC236}">
                <a16:creationId xmlns:a16="http://schemas.microsoft.com/office/drawing/2014/main" id="{A014371B-88D2-478F-AC39-C20EE21A75E9}"/>
              </a:ext>
            </a:extLst>
          </p:cNvPr>
          <p:cNvSpPr>
            <a:spLocks noGrp="1"/>
          </p:cNvSpPr>
          <p:nvPr/>
        </p:nvSpPr>
        <p:spPr>
          <a:xfrm>
            <a:off x="1613827" y="3848163"/>
            <a:ext cx="45341" cy="45341"/>
          </a:xfrm>
          <a:prstGeom prst="ellipse">
            <a:avLst/>
          </a:prstGeom>
          <a:solidFill>
            <a:srgbClr val="566AB4">
              <a:alpha val="40000"/>
            </a:srgbClr>
          </a:solidFill>
          <a:ln w="0">
            <a:noFill/>
            <a:prstDash val="solid"/>
          </a:ln>
        </p:spPr>
      </p:sp>
      <p:sp>
        <p:nvSpPr>
          <p:cNvPr id="695" name="a_full_bar_ellipse_694">
            <a:extLst>
              <a:ext uri="{FF2B5EF4-FFF2-40B4-BE49-F238E27FC236}">
                <a16:creationId xmlns:a16="http://schemas.microsoft.com/office/drawing/2014/main" id="{24378F89-0DB0-48EF-A731-5A7F7C566C88}"/>
              </a:ext>
            </a:extLst>
          </p:cNvPr>
          <p:cNvSpPr>
            <a:spLocks noGrp="1"/>
          </p:cNvSpPr>
          <p:nvPr/>
        </p:nvSpPr>
        <p:spPr>
          <a:xfrm>
            <a:off x="1616137" y="4457382"/>
            <a:ext cx="45341" cy="45341"/>
          </a:xfrm>
          <a:prstGeom prst="ellipse">
            <a:avLst/>
          </a:prstGeom>
          <a:solidFill>
            <a:srgbClr val="566AB4">
              <a:alpha val="40000"/>
            </a:srgbClr>
          </a:solidFill>
          <a:ln w="0">
            <a:noFill/>
            <a:prstDash val="solid"/>
          </a:ln>
        </p:spPr>
      </p:sp>
      <p:sp>
        <p:nvSpPr>
          <p:cNvPr id="696" name="a_full_bar_ellipse_695">
            <a:extLst>
              <a:ext uri="{FF2B5EF4-FFF2-40B4-BE49-F238E27FC236}">
                <a16:creationId xmlns:a16="http://schemas.microsoft.com/office/drawing/2014/main" id="{7F9CC99B-AF02-48D5-B115-9E06974FDA2D}"/>
              </a:ext>
            </a:extLst>
          </p:cNvPr>
          <p:cNvSpPr>
            <a:spLocks noGrp="1"/>
          </p:cNvSpPr>
          <p:nvPr/>
        </p:nvSpPr>
        <p:spPr>
          <a:xfrm>
            <a:off x="1530989" y="3123939"/>
            <a:ext cx="45341" cy="45341"/>
          </a:xfrm>
          <a:prstGeom prst="ellipse">
            <a:avLst/>
          </a:prstGeom>
          <a:solidFill>
            <a:srgbClr val="566AB4">
              <a:alpha val="40000"/>
            </a:srgbClr>
          </a:solidFill>
          <a:ln w="0">
            <a:noFill/>
            <a:prstDash val="solid"/>
          </a:ln>
        </p:spPr>
      </p:sp>
      <p:sp>
        <p:nvSpPr>
          <p:cNvPr id="697" name="a_full_bar_ellipse_696">
            <a:extLst>
              <a:ext uri="{FF2B5EF4-FFF2-40B4-BE49-F238E27FC236}">
                <a16:creationId xmlns:a16="http://schemas.microsoft.com/office/drawing/2014/main" id="{8BBD5F98-B367-4060-81F1-06CE4F76A143}"/>
              </a:ext>
            </a:extLst>
          </p:cNvPr>
          <p:cNvSpPr>
            <a:spLocks noGrp="1"/>
          </p:cNvSpPr>
          <p:nvPr/>
        </p:nvSpPr>
        <p:spPr>
          <a:xfrm>
            <a:off x="1600631" y="2424247"/>
            <a:ext cx="45341" cy="45341"/>
          </a:xfrm>
          <a:prstGeom prst="ellipse">
            <a:avLst/>
          </a:prstGeom>
          <a:solidFill>
            <a:srgbClr val="566AB4">
              <a:alpha val="40000"/>
            </a:srgbClr>
          </a:solidFill>
          <a:ln w="0">
            <a:noFill/>
            <a:prstDash val="solid"/>
          </a:ln>
        </p:spPr>
      </p:sp>
      <p:sp>
        <p:nvSpPr>
          <p:cNvPr id="698" name="a_full_bar_ellipse_697">
            <a:extLst>
              <a:ext uri="{FF2B5EF4-FFF2-40B4-BE49-F238E27FC236}">
                <a16:creationId xmlns:a16="http://schemas.microsoft.com/office/drawing/2014/main" id="{4373A814-A9BE-43D2-BC5F-1B77C06D9E46}"/>
              </a:ext>
            </a:extLst>
          </p:cNvPr>
          <p:cNvSpPr>
            <a:spLocks noGrp="1"/>
          </p:cNvSpPr>
          <p:nvPr/>
        </p:nvSpPr>
        <p:spPr>
          <a:xfrm>
            <a:off x="1538304" y="2912646"/>
            <a:ext cx="45341" cy="45341"/>
          </a:xfrm>
          <a:prstGeom prst="ellipse">
            <a:avLst/>
          </a:prstGeom>
          <a:solidFill>
            <a:srgbClr val="566AB4">
              <a:alpha val="40000"/>
            </a:srgbClr>
          </a:solidFill>
          <a:ln w="0">
            <a:noFill/>
            <a:prstDash val="solid"/>
          </a:ln>
        </p:spPr>
      </p:sp>
      <p:sp>
        <p:nvSpPr>
          <p:cNvPr id="699" name="a_full_bar_ellipse_698">
            <a:extLst>
              <a:ext uri="{FF2B5EF4-FFF2-40B4-BE49-F238E27FC236}">
                <a16:creationId xmlns:a16="http://schemas.microsoft.com/office/drawing/2014/main" id="{E2D21648-B95D-42C4-B39A-D7120E29D51B}"/>
              </a:ext>
            </a:extLst>
          </p:cNvPr>
          <p:cNvSpPr>
            <a:spLocks noGrp="1"/>
          </p:cNvSpPr>
          <p:nvPr/>
        </p:nvSpPr>
        <p:spPr>
          <a:xfrm>
            <a:off x="1623307" y="3063766"/>
            <a:ext cx="45341" cy="45341"/>
          </a:xfrm>
          <a:prstGeom prst="ellipse">
            <a:avLst/>
          </a:prstGeom>
          <a:solidFill>
            <a:srgbClr val="566AB4">
              <a:alpha val="40000"/>
            </a:srgbClr>
          </a:solidFill>
          <a:ln w="0">
            <a:noFill/>
            <a:prstDash val="solid"/>
          </a:ln>
        </p:spPr>
      </p:sp>
      <p:sp>
        <p:nvSpPr>
          <p:cNvPr id="700" name="a_full_bar_ellipse_699">
            <a:extLst>
              <a:ext uri="{FF2B5EF4-FFF2-40B4-BE49-F238E27FC236}">
                <a16:creationId xmlns:a16="http://schemas.microsoft.com/office/drawing/2014/main" id="{354AF15A-DAE1-474D-A31B-D8EB8B9EA209}"/>
              </a:ext>
            </a:extLst>
          </p:cNvPr>
          <p:cNvSpPr>
            <a:spLocks noGrp="1"/>
          </p:cNvSpPr>
          <p:nvPr/>
        </p:nvSpPr>
        <p:spPr>
          <a:xfrm>
            <a:off x="1522726" y="2493899"/>
            <a:ext cx="45341" cy="45341"/>
          </a:xfrm>
          <a:prstGeom prst="ellipse">
            <a:avLst/>
          </a:prstGeom>
          <a:solidFill>
            <a:srgbClr val="566AB4">
              <a:alpha val="40000"/>
            </a:srgbClr>
          </a:solidFill>
          <a:ln w="0">
            <a:noFill/>
            <a:prstDash val="solid"/>
          </a:ln>
        </p:spPr>
      </p:sp>
      <p:sp>
        <p:nvSpPr>
          <p:cNvPr id="701" name="a_full_bar_ellipse_700">
            <a:extLst>
              <a:ext uri="{FF2B5EF4-FFF2-40B4-BE49-F238E27FC236}">
                <a16:creationId xmlns:a16="http://schemas.microsoft.com/office/drawing/2014/main" id="{9B839CD3-CDB8-4B7B-9C36-F65554AFFAD1}"/>
              </a:ext>
            </a:extLst>
          </p:cNvPr>
          <p:cNvSpPr>
            <a:spLocks noGrp="1"/>
          </p:cNvSpPr>
          <p:nvPr/>
        </p:nvSpPr>
        <p:spPr>
          <a:xfrm>
            <a:off x="1480563" y="2532053"/>
            <a:ext cx="45341" cy="45341"/>
          </a:xfrm>
          <a:prstGeom prst="ellipse">
            <a:avLst/>
          </a:prstGeom>
          <a:solidFill>
            <a:srgbClr val="566AB4">
              <a:alpha val="40000"/>
            </a:srgbClr>
          </a:solidFill>
          <a:ln w="0">
            <a:noFill/>
            <a:prstDash val="solid"/>
          </a:ln>
        </p:spPr>
      </p:sp>
      <p:sp>
        <p:nvSpPr>
          <p:cNvPr id="702" name="a_full_bar_ellipse_701">
            <a:extLst>
              <a:ext uri="{FF2B5EF4-FFF2-40B4-BE49-F238E27FC236}">
                <a16:creationId xmlns:a16="http://schemas.microsoft.com/office/drawing/2014/main" id="{2DF0EEF0-D26E-49B4-AB5B-0DE65B16CB30}"/>
              </a:ext>
            </a:extLst>
          </p:cNvPr>
          <p:cNvSpPr>
            <a:spLocks noGrp="1"/>
          </p:cNvSpPr>
          <p:nvPr/>
        </p:nvSpPr>
        <p:spPr>
          <a:xfrm>
            <a:off x="1660215" y="3134941"/>
            <a:ext cx="45341" cy="45341"/>
          </a:xfrm>
          <a:prstGeom prst="ellipse">
            <a:avLst/>
          </a:prstGeom>
          <a:solidFill>
            <a:srgbClr val="566AB4">
              <a:alpha val="40000"/>
            </a:srgbClr>
          </a:solidFill>
          <a:ln w="0">
            <a:noFill/>
            <a:prstDash val="solid"/>
          </a:ln>
        </p:spPr>
      </p:sp>
      <p:sp>
        <p:nvSpPr>
          <p:cNvPr id="703" name="a_full_bar_ellipse_702">
            <a:extLst>
              <a:ext uri="{FF2B5EF4-FFF2-40B4-BE49-F238E27FC236}">
                <a16:creationId xmlns:a16="http://schemas.microsoft.com/office/drawing/2014/main" id="{5760977B-1DB9-4012-B58F-4FBF402B32E2}"/>
              </a:ext>
            </a:extLst>
          </p:cNvPr>
          <p:cNvSpPr>
            <a:spLocks noGrp="1"/>
          </p:cNvSpPr>
          <p:nvPr/>
        </p:nvSpPr>
        <p:spPr>
          <a:xfrm>
            <a:off x="1582703" y="2807305"/>
            <a:ext cx="45341" cy="45341"/>
          </a:xfrm>
          <a:prstGeom prst="ellipse">
            <a:avLst/>
          </a:prstGeom>
          <a:solidFill>
            <a:srgbClr val="566AB4">
              <a:alpha val="40000"/>
            </a:srgbClr>
          </a:solidFill>
          <a:ln w="0">
            <a:noFill/>
            <a:prstDash val="solid"/>
          </a:ln>
        </p:spPr>
      </p:sp>
      <p:sp>
        <p:nvSpPr>
          <p:cNvPr id="704" name="a_full_bar_ellipse_703">
            <a:extLst>
              <a:ext uri="{FF2B5EF4-FFF2-40B4-BE49-F238E27FC236}">
                <a16:creationId xmlns:a16="http://schemas.microsoft.com/office/drawing/2014/main" id="{850A06A2-2CC0-4AFD-809D-AA494E492B27}"/>
              </a:ext>
            </a:extLst>
          </p:cNvPr>
          <p:cNvSpPr>
            <a:spLocks noGrp="1"/>
          </p:cNvSpPr>
          <p:nvPr/>
        </p:nvSpPr>
        <p:spPr>
          <a:xfrm>
            <a:off x="1517679" y="3315237"/>
            <a:ext cx="45341" cy="45341"/>
          </a:xfrm>
          <a:prstGeom prst="ellipse">
            <a:avLst/>
          </a:prstGeom>
          <a:solidFill>
            <a:srgbClr val="566AB4">
              <a:alpha val="40000"/>
            </a:srgbClr>
          </a:solidFill>
          <a:ln w="0">
            <a:noFill/>
            <a:prstDash val="solid"/>
          </a:ln>
        </p:spPr>
      </p:sp>
      <p:sp>
        <p:nvSpPr>
          <p:cNvPr id="705" name="a_full_bar_ellipse_704">
            <a:extLst>
              <a:ext uri="{FF2B5EF4-FFF2-40B4-BE49-F238E27FC236}">
                <a16:creationId xmlns:a16="http://schemas.microsoft.com/office/drawing/2014/main" id="{1CC29CCC-04CF-4997-8D2F-86A3300BD7BB}"/>
              </a:ext>
            </a:extLst>
          </p:cNvPr>
          <p:cNvSpPr>
            <a:spLocks noGrp="1"/>
          </p:cNvSpPr>
          <p:nvPr/>
        </p:nvSpPr>
        <p:spPr>
          <a:xfrm>
            <a:off x="1582193" y="2648374"/>
            <a:ext cx="45341" cy="45341"/>
          </a:xfrm>
          <a:prstGeom prst="ellipse">
            <a:avLst/>
          </a:prstGeom>
          <a:solidFill>
            <a:srgbClr val="566AB4">
              <a:alpha val="40000"/>
            </a:srgbClr>
          </a:solidFill>
          <a:ln w="0">
            <a:noFill/>
            <a:prstDash val="solid"/>
          </a:ln>
        </p:spPr>
      </p:sp>
      <p:sp>
        <p:nvSpPr>
          <p:cNvPr id="706" name="a_full_bar_ellipse_705">
            <a:extLst>
              <a:ext uri="{FF2B5EF4-FFF2-40B4-BE49-F238E27FC236}">
                <a16:creationId xmlns:a16="http://schemas.microsoft.com/office/drawing/2014/main" id="{F4DCB954-B786-4F2B-BD6B-BCBF311F96A8}"/>
              </a:ext>
            </a:extLst>
          </p:cNvPr>
          <p:cNvSpPr>
            <a:spLocks noGrp="1"/>
          </p:cNvSpPr>
          <p:nvPr/>
        </p:nvSpPr>
        <p:spPr>
          <a:xfrm>
            <a:off x="1568448" y="4457382"/>
            <a:ext cx="45341" cy="45341"/>
          </a:xfrm>
          <a:prstGeom prst="ellipse">
            <a:avLst/>
          </a:prstGeom>
          <a:solidFill>
            <a:srgbClr val="566AB4">
              <a:alpha val="40000"/>
            </a:srgbClr>
          </a:solidFill>
          <a:ln w="0">
            <a:noFill/>
            <a:prstDash val="solid"/>
          </a:ln>
        </p:spPr>
      </p:sp>
      <p:sp>
        <p:nvSpPr>
          <p:cNvPr id="707" name="a_full_bar_ellipse_706">
            <a:extLst>
              <a:ext uri="{FF2B5EF4-FFF2-40B4-BE49-F238E27FC236}">
                <a16:creationId xmlns:a16="http://schemas.microsoft.com/office/drawing/2014/main" id="{1B990D2C-3A38-4DE8-A04C-45F61DF99FF8}"/>
              </a:ext>
            </a:extLst>
          </p:cNvPr>
          <p:cNvSpPr>
            <a:spLocks noGrp="1"/>
          </p:cNvSpPr>
          <p:nvPr/>
        </p:nvSpPr>
        <p:spPr>
          <a:xfrm>
            <a:off x="1668981" y="3111234"/>
            <a:ext cx="45341" cy="45341"/>
          </a:xfrm>
          <a:prstGeom prst="ellipse">
            <a:avLst/>
          </a:prstGeom>
          <a:solidFill>
            <a:srgbClr val="566AB4">
              <a:alpha val="40000"/>
            </a:srgbClr>
          </a:solidFill>
          <a:ln w="0">
            <a:noFill/>
            <a:prstDash val="solid"/>
          </a:ln>
        </p:spPr>
      </p:sp>
      <p:sp>
        <p:nvSpPr>
          <p:cNvPr id="708" name="a_full_bar_ellipse_707">
            <a:extLst>
              <a:ext uri="{FF2B5EF4-FFF2-40B4-BE49-F238E27FC236}">
                <a16:creationId xmlns:a16="http://schemas.microsoft.com/office/drawing/2014/main" id="{531870FD-9575-4298-8C13-2B0024A518BE}"/>
              </a:ext>
            </a:extLst>
          </p:cNvPr>
          <p:cNvSpPr>
            <a:spLocks noGrp="1"/>
          </p:cNvSpPr>
          <p:nvPr/>
        </p:nvSpPr>
        <p:spPr>
          <a:xfrm>
            <a:off x="1500576" y="2541706"/>
            <a:ext cx="45341" cy="45341"/>
          </a:xfrm>
          <a:prstGeom prst="ellipse">
            <a:avLst/>
          </a:prstGeom>
          <a:solidFill>
            <a:srgbClr val="566AB4">
              <a:alpha val="40000"/>
            </a:srgbClr>
          </a:solidFill>
          <a:ln w="0">
            <a:noFill/>
            <a:prstDash val="solid"/>
          </a:ln>
        </p:spPr>
      </p:sp>
      <p:sp>
        <p:nvSpPr>
          <p:cNvPr id="709" name="a_full_bar_ellipse_708">
            <a:extLst>
              <a:ext uri="{FF2B5EF4-FFF2-40B4-BE49-F238E27FC236}">
                <a16:creationId xmlns:a16="http://schemas.microsoft.com/office/drawing/2014/main" id="{2A5113CF-57FF-4975-9155-032F87577320}"/>
              </a:ext>
            </a:extLst>
          </p:cNvPr>
          <p:cNvSpPr>
            <a:spLocks noGrp="1"/>
          </p:cNvSpPr>
          <p:nvPr/>
        </p:nvSpPr>
        <p:spPr>
          <a:xfrm>
            <a:off x="1493046" y="4457382"/>
            <a:ext cx="45341" cy="45341"/>
          </a:xfrm>
          <a:prstGeom prst="ellipse">
            <a:avLst/>
          </a:prstGeom>
          <a:solidFill>
            <a:srgbClr val="566AB4">
              <a:alpha val="40000"/>
            </a:srgbClr>
          </a:solidFill>
          <a:ln w="0">
            <a:noFill/>
            <a:prstDash val="solid"/>
          </a:ln>
        </p:spPr>
      </p:sp>
      <p:sp>
        <p:nvSpPr>
          <p:cNvPr id="710" name="a_full_bar_ellipse_709">
            <a:extLst>
              <a:ext uri="{FF2B5EF4-FFF2-40B4-BE49-F238E27FC236}">
                <a16:creationId xmlns:a16="http://schemas.microsoft.com/office/drawing/2014/main" id="{5B1FFA28-090E-4351-ABEE-13EFC636CFD0}"/>
              </a:ext>
            </a:extLst>
          </p:cNvPr>
          <p:cNvSpPr>
            <a:spLocks noGrp="1"/>
          </p:cNvSpPr>
          <p:nvPr/>
        </p:nvSpPr>
        <p:spPr>
          <a:xfrm>
            <a:off x="1603273" y="3050255"/>
            <a:ext cx="45341" cy="45341"/>
          </a:xfrm>
          <a:prstGeom prst="ellipse">
            <a:avLst/>
          </a:prstGeom>
          <a:solidFill>
            <a:srgbClr val="566AB4">
              <a:alpha val="40000"/>
            </a:srgbClr>
          </a:solidFill>
          <a:ln w="0">
            <a:noFill/>
            <a:prstDash val="solid"/>
          </a:ln>
        </p:spPr>
      </p:sp>
      <p:sp>
        <p:nvSpPr>
          <p:cNvPr id="711" name="a_full_bar_ellipse_710">
            <a:extLst>
              <a:ext uri="{FF2B5EF4-FFF2-40B4-BE49-F238E27FC236}">
                <a16:creationId xmlns:a16="http://schemas.microsoft.com/office/drawing/2014/main" id="{BA91B453-92E6-41A0-B397-4636A459FB87}"/>
              </a:ext>
            </a:extLst>
          </p:cNvPr>
          <p:cNvSpPr>
            <a:spLocks noGrp="1"/>
          </p:cNvSpPr>
          <p:nvPr/>
        </p:nvSpPr>
        <p:spPr>
          <a:xfrm>
            <a:off x="1569948" y="4457382"/>
            <a:ext cx="45341" cy="45341"/>
          </a:xfrm>
          <a:prstGeom prst="ellipse">
            <a:avLst/>
          </a:prstGeom>
          <a:solidFill>
            <a:srgbClr val="566AB4">
              <a:alpha val="40000"/>
            </a:srgbClr>
          </a:solidFill>
          <a:ln w="0">
            <a:noFill/>
            <a:prstDash val="solid"/>
          </a:ln>
        </p:spPr>
      </p:sp>
      <p:sp>
        <p:nvSpPr>
          <p:cNvPr id="712" name="a_full_bar_ellipse_711">
            <a:extLst>
              <a:ext uri="{FF2B5EF4-FFF2-40B4-BE49-F238E27FC236}">
                <a16:creationId xmlns:a16="http://schemas.microsoft.com/office/drawing/2014/main" id="{1FE8229F-A4BC-4527-BD59-BBDDC036064F}"/>
              </a:ext>
            </a:extLst>
          </p:cNvPr>
          <p:cNvSpPr>
            <a:spLocks noGrp="1"/>
          </p:cNvSpPr>
          <p:nvPr/>
        </p:nvSpPr>
        <p:spPr>
          <a:xfrm>
            <a:off x="1567861" y="4457382"/>
            <a:ext cx="45341" cy="45341"/>
          </a:xfrm>
          <a:prstGeom prst="ellipse">
            <a:avLst/>
          </a:prstGeom>
          <a:solidFill>
            <a:srgbClr val="566AB4">
              <a:alpha val="40000"/>
            </a:srgbClr>
          </a:solidFill>
          <a:ln w="0">
            <a:noFill/>
            <a:prstDash val="solid"/>
          </a:ln>
        </p:spPr>
      </p:sp>
      <p:sp>
        <p:nvSpPr>
          <p:cNvPr id="713" name="a_full_bar_ellipse_712">
            <a:extLst>
              <a:ext uri="{FF2B5EF4-FFF2-40B4-BE49-F238E27FC236}">
                <a16:creationId xmlns:a16="http://schemas.microsoft.com/office/drawing/2014/main" id="{533C2968-365F-4F99-996A-09C977B063DB}"/>
              </a:ext>
            </a:extLst>
          </p:cNvPr>
          <p:cNvSpPr>
            <a:spLocks noGrp="1"/>
          </p:cNvSpPr>
          <p:nvPr/>
        </p:nvSpPr>
        <p:spPr>
          <a:xfrm>
            <a:off x="1602069" y="4193540"/>
            <a:ext cx="45341" cy="45341"/>
          </a:xfrm>
          <a:prstGeom prst="ellipse">
            <a:avLst/>
          </a:prstGeom>
          <a:solidFill>
            <a:srgbClr val="566AB4">
              <a:alpha val="40000"/>
            </a:srgbClr>
          </a:solidFill>
          <a:ln w="0">
            <a:noFill/>
            <a:prstDash val="solid"/>
          </a:ln>
        </p:spPr>
      </p:sp>
      <p:sp>
        <p:nvSpPr>
          <p:cNvPr id="714" name="a_full_bar_ellipse_713">
            <a:extLst>
              <a:ext uri="{FF2B5EF4-FFF2-40B4-BE49-F238E27FC236}">
                <a16:creationId xmlns:a16="http://schemas.microsoft.com/office/drawing/2014/main" id="{F05CB8E3-3BA3-4F8E-B413-2C601ECAAD64}"/>
              </a:ext>
            </a:extLst>
          </p:cNvPr>
          <p:cNvSpPr>
            <a:spLocks noGrp="1"/>
          </p:cNvSpPr>
          <p:nvPr/>
        </p:nvSpPr>
        <p:spPr>
          <a:xfrm>
            <a:off x="1533913" y="3187964"/>
            <a:ext cx="45341" cy="45341"/>
          </a:xfrm>
          <a:prstGeom prst="ellipse">
            <a:avLst/>
          </a:prstGeom>
          <a:solidFill>
            <a:srgbClr val="566AB4">
              <a:alpha val="40000"/>
            </a:srgbClr>
          </a:solidFill>
          <a:ln w="0">
            <a:noFill/>
            <a:prstDash val="solid"/>
          </a:ln>
        </p:spPr>
      </p:sp>
      <p:sp>
        <p:nvSpPr>
          <p:cNvPr id="715" name="a_full_bar_ellipse_714">
            <a:extLst>
              <a:ext uri="{FF2B5EF4-FFF2-40B4-BE49-F238E27FC236}">
                <a16:creationId xmlns:a16="http://schemas.microsoft.com/office/drawing/2014/main" id="{53AB901A-F56E-4964-9327-3FB243AAB435}"/>
              </a:ext>
            </a:extLst>
          </p:cNvPr>
          <p:cNvSpPr>
            <a:spLocks noGrp="1"/>
          </p:cNvSpPr>
          <p:nvPr/>
        </p:nvSpPr>
        <p:spPr>
          <a:xfrm>
            <a:off x="1676733" y="4141620"/>
            <a:ext cx="45341" cy="45341"/>
          </a:xfrm>
          <a:prstGeom prst="ellipse">
            <a:avLst/>
          </a:prstGeom>
          <a:solidFill>
            <a:srgbClr val="566AB4">
              <a:alpha val="40000"/>
            </a:srgbClr>
          </a:solidFill>
          <a:ln w="0">
            <a:noFill/>
            <a:prstDash val="solid"/>
          </a:ln>
        </p:spPr>
      </p:sp>
      <p:sp>
        <p:nvSpPr>
          <p:cNvPr id="716" name="a_full_bar_ellipse_715">
            <a:extLst>
              <a:ext uri="{FF2B5EF4-FFF2-40B4-BE49-F238E27FC236}">
                <a16:creationId xmlns:a16="http://schemas.microsoft.com/office/drawing/2014/main" id="{D473321D-63A2-4AA1-BE0D-98ECB68DA4CE}"/>
              </a:ext>
            </a:extLst>
          </p:cNvPr>
          <p:cNvSpPr>
            <a:spLocks noGrp="1"/>
          </p:cNvSpPr>
          <p:nvPr/>
        </p:nvSpPr>
        <p:spPr>
          <a:xfrm>
            <a:off x="1585793" y="2927447"/>
            <a:ext cx="45341" cy="45341"/>
          </a:xfrm>
          <a:prstGeom prst="ellipse">
            <a:avLst/>
          </a:prstGeom>
          <a:solidFill>
            <a:srgbClr val="566AB4">
              <a:alpha val="40000"/>
            </a:srgbClr>
          </a:solidFill>
          <a:ln w="0">
            <a:noFill/>
            <a:prstDash val="solid"/>
          </a:ln>
        </p:spPr>
      </p:sp>
      <p:sp>
        <p:nvSpPr>
          <p:cNvPr id="717" name="a_full_bar_ellipse_716">
            <a:extLst>
              <a:ext uri="{FF2B5EF4-FFF2-40B4-BE49-F238E27FC236}">
                <a16:creationId xmlns:a16="http://schemas.microsoft.com/office/drawing/2014/main" id="{AF06EBE3-8041-4898-9EEF-753F34EE8E32}"/>
              </a:ext>
            </a:extLst>
          </p:cNvPr>
          <p:cNvSpPr>
            <a:spLocks noGrp="1"/>
          </p:cNvSpPr>
          <p:nvPr/>
        </p:nvSpPr>
        <p:spPr>
          <a:xfrm>
            <a:off x="1579370" y="2497919"/>
            <a:ext cx="45341" cy="45341"/>
          </a:xfrm>
          <a:prstGeom prst="ellipse">
            <a:avLst/>
          </a:prstGeom>
          <a:solidFill>
            <a:srgbClr val="566AB4">
              <a:alpha val="40000"/>
            </a:srgbClr>
          </a:solidFill>
          <a:ln w="0">
            <a:noFill/>
            <a:prstDash val="solid"/>
          </a:ln>
        </p:spPr>
      </p:sp>
      <p:sp>
        <p:nvSpPr>
          <p:cNvPr id="718" name="a_full_bar_ellipse_717">
            <a:extLst>
              <a:ext uri="{FF2B5EF4-FFF2-40B4-BE49-F238E27FC236}">
                <a16:creationId xmlns:a16="http://schemas.microsoft.com/office/drawing/2014/main" id="{8EDB0863-CE8F-43D3-AC27-5F2B3C536240}"/>
              </a:ext>
            </a:extLst>
          </p:cNvPr>
          <p:cNvSpPr>
            <a:spLocks noGrp="1"/>
          </p:cNvSpPr>
          <p:nvPr/>
        </p:nvSpPr>
        <p:spPr>
          <a:xfrm>
            <a:off x="1569183" y="3674541"/>
            <a:ext cx="45341" cy="45341"/>
          </a:xfrm>
          <a:prstGeom prst="ellipse">
            <a:avLst/>
          </a:prstGeom>
          <a:solidFill>
            <a:srgbClr val="566AB4">
              <a:alpha val="40000"/>
            </a:srgbClr>
          </a:solidFill>
          <a:ln w="0">
            <a:noFill/>
            <a:prstDash val="solid"/>
          </a:ln>
        </p:spPr>
      </p:sp>
      <p:sp>
        <p:nvSpPr>
          <p:cNvPr id="719" name="a_full_bar_ellipse_718">
            <a:extLst>
              <a:ext uri="{FF2B5EF4-FFF2-40B4-BE49-F238E27FC236}">
                <a16:creationId xmlns:a16="http://schemas.microsoft.com/office/drawing/2014/main" id="{D6001D4C-0837-44A5-884D-1EB79A711E47}"/>
              </a:ext>
            </a:extLst>
          </p:cNvPr>
          <p:cNvSpPr>
            <a:spLocks noGrp="1"/>
          </p:cNvSpPr>
          <p:nvPr/>
        </p:nvSpPr>
        <p:spPr>
          <a:xfrm>
            <a:off x="1643232" y="2616231"/>
            <a:ext cx="45341" cy="45341"/>
          </a:xfrm>
          <a:prstGeom prst="ellipse">
            <a:avLst/>
          </a:prstGeom>
          <a:solidFill>
            <a:srgbClr val="566AB4">
              <a:alpha val="40000"/>
            </a:srgbClr>
          </a:solidFill>
          <a:ln w="0">
            <a:noFill/>
            <a:prstDash val="solid"/>
          </a:ln>
        </p:spPr>
      </p:sp>
      <p:sp>
        <p:nvSpPr>
          <p:cNvPr id="720" name="a_full_bar_ellipse_719">
            <a:extLst>
              <a:ext uri="{FF2B5EF4-FFF2-40B4-BE49-F238E27FC236}">
                <a16:creationId xmlns:a16="http://schemas.microsoft.com/office/drawing/2014/main" id="{966A41CB-A8A5-4A4B-954A-D700240B62A5}"/>
              </a:ext>
            </a:extLst>
          </p:cNvPr>
          <p:cNvSpPr>
            <a:spLocks noGrp="1"/>
          </p:cNvSpPr>
          <p:nvPr/>
        </p:nvSpPr>
        <p:spPr>
          <a:xfrm>
            <a:off x="1513291" y="3775501"/>
            <a:ext cx="45341" cy="45341"/>
          </a:xfrm>
          <a:prstGeom prst="ellipse">
            <a:avLst/>
          </a:prstGeom>
          <a:solidFill>
            <a:srgbClr val="566AB4">
              <a:alpha val="40000"/>
            </a:srgbClr>
          </a:solidFill>
          <a:ln w="0">
            <a:noFill/>
            <a:prstDash val="solid"/>
          </a:ln>
        </p:spPr>
      </p:sp>
      <p:sp>
        <p:nvSpPr>
          <p:cNvPr id="721" name="a_full_bar_ellipse_720">
            <a:extLst>
              <a:ext uri="{FF2B5EF4-FFF2-40B4-BE49-F238E27FC236}">
                <a16:creationId xmlns:a16="http://schemas.microsoft.com/office/drawing/2014/main" id="{CA0D284F-EF66-4EAC-BC63-9116126AFD53}"/>
              </a:ext>
            </a:extLst>
          </p:cNvPr>
          <p:cNvSpPr>
            <a:spLocks noGrp="1"/>
          </p:cNvSpPr>
          <p:nvPr/>
        </p:nvSpPr>
        <p:spPr>
          <a:xfrm>
            <a:off x="1484025" y="3069291"/>
            <a:ext cx="45341" cy="45341"/>
          </a:xfrm>
          <a:prstGeom prst="ellipse">
            <a:avLst/>
          </a:prstGeom>
          <a:solidFill>
            <a:srgbClr val="566AB4">
              <a:alpha val="40000"/>
            </a:srgbClr>
          </a:solidFill>
          <a:ln w="0">
            <a:noFill/>
            <a:prstDash val="solid"/>
          </a:ln>
        </p:spPr>
      </p:sp>
      <p:sp>
        <p:nvSpPr>
          <p:cNvPr id="722" name="a_full_bar_ellipse_721">
            <a:extLst>
              <a:ext uri="{FF2B5EF4-FFF2-40B4-BE49-F238E27FC236}">
                <a16:creationId xmlns:a16="http://schemas.microsoft.com/office/drawing/2014/main" id="{600B71C7-D824-4F3A-997C-96969F1FC717}"/>
              </a:ext>
            </a:extLst>
          </p:cNvPr>
          <p:cNvSpPr>
            <a:spLocks noGrp="1"/>
          </p:cNvSpPr>
          <p:nvPr/>
        </p:nvSpPr>
        <p:spPr>
          <a:xfrm>
            <a:off x="1474435" y="3964718"/>
            <a:ext cx="45341" cy="45341"/>
          </a:xfrm>
          <a:prstGeom prst="ellipse">
            <a:avLst/>
          </a:prstGeom>
          <a:solidFill>
            <a:srgbClr val="566AB4">
              <a:alpha val="40000"/>
            </a:srgbClr>
          </a:solidFill>
          <a:ln w="0">
            <a:noFill/>
            <a:prstDash val="solid"/>
          </a:ln>
        </p:spPr>
      </p:sp>
      <p:sp>
        <p:nvSpPr>
          <p:cNvPr id="723" name="a_full_bar_ellipse_722">
            <a:extLst>
              <a:ext uri="{FF2B5EF4-FFF2-40B4-BE49-F238E27FC236}">
                <a16:creationId xmlns:a16="http://schemas.microsoft.com/office/drawing/2014/main" id="{C1CE637E-F964-4067-9D51-8864889DF0DA}"/>
              </a:ext>
            </a:extLst>
          </p:cNvPr>
          <p:cNvSpPr>
            <a:spLocks noGrp="1"/>
          </p:cNvSpPr>
          <p:nvPr/>
        </p:nvSpPr>
        <p:spPr>
          <a:xfrm>
            <a:off x="1642167" y="3318837"/>
            <a:ext cx="45341" cy="45341"/>
          </a:xfrm>
          <a:prstGeom prst="ellipse">
            <a:avLst/>
          </a:prstGeom>
          <a:solidFill>
            <a:srgbClr val="566AB4">
              <a:alpha val="40000"/>
            </a:srgbClr>
          </a:solidFill>
          <a:ln w="0">
            <a:noFill/>
            <a:prstDash val="solid"/>
          </a:ln>
        </p:spPr>
      </p:sp>
      <p:sp>
        <p:nvSpPr>
          <p:cNvPr id="724" name="a_full_bar_ellipse_723">
            <a:extLst>
              <a:ext uri="{FF2B5EF4-FFF2-40B4-BE49-F238E27FC236}">
                <a16:creationId xmlns:a16="http://schemas.microsoft.com/office/drawing/2014/main" id="{B479C077-25E9-4598-BBF0-56143D3F46D9}"/>
              </a:ext>
            </a:extLst>
          </p:cNvPr>
          <p:cNvSpPr>
            <a:spLocks noGrp="1"/>
          </p:cNvSpPr>
          <p:nvPr/>
        </p:nvSpPr>
        <p:spPr>
          <a:xfrm>
            <a:off x="1670050" y="2807565"/>
            <a:ext cx="45341" cy="45341"/>
          </a:xfrm>
          <a:prstGeom prst="ellipse">
            <a:avLst/>
          </a:prstGeom>
          <a:solidFill>
            <a:srgbClr val="566AB4">
              <a:alpha val="40000"/>
            </a:srgbClr>
          </a:solidFill>
          <a:ln w="0">
            <a:noFill/>
            <a:prstDash val="solid"/>
          </a:ln>
        </p:spPr>
      </p:sp>
      <p:sp>
        <p:nvSpPr>
          <p:cNvPr id="725" name="a_full_bar_ellipse_724">
            <a:extLst>
              <a:ext uri="{FF2B5EF4-FFF2-40B4-BE49-F238E27FC236}">
                <a16:creationId xmlns:a16="http://schemas.microsoft.com/office/drawing/2014/main" id="{D29021A9-AD89-4ABE-868D-FD90963B5958}"/>
              </a:ext>
            </a:extLst>
          </p:cNvPr>
          <p:cNvSpPr>
            <a:spLocks noGrp="1"/>
          </p:cNvSpPr>
          <p:nvPr/>
        </p:nvSpPr>
        <p:spPr>
          <a:xfrm>
            <a:off x="1656567" y="2572550"/>
            <a:ext cx="45341" cy="45341"/>
          </a:xfrm>
          <a:prstGeom prst="ellipse">
            <a:avLst/>
          </a:prstGeom>
          <a:solidFill>
            <a:srgbClr val="566AB4">
              <a:alpha val="40000"/>
            </a:srgbClr>
          </a:solidFill>
          <a:ln w="0">
            <a:noFill/>
            <a:prstDash val="solid"/>
          </a:ln>
        </p:spPr>
      </p:sp>
      <p:sp>
        <p:nvSpPr>
          <p:cNvPr id="726" name="a_full_bar_ellipse_725">
            <a:extLst>
              <a:ext uri="{FF2B5EF4-FFF2-40B4-BE49-F238E27FC236}">
                <a16:creationId xmlns:a16="http://schemas.microsoft.com/office/drawing/2014/main" id="{86C25491-4802-47F0-B233-E8CC384F5AED}"/>
              </a:ext>
            </a:extLst>
          </p:cNvPr>
          <p:cNvSpPr>
            <a:spLocks noGrp="1"/>
          </p:cNvSpPr>
          <p:nvPr/>
        </p:nvSpPr>
        <p:spPr>
          <a:xfrm>
            <a:off x="1675605" y="3728367"/>
            <a:ext cx="45341" cy="45341"/>
          </a:xfrm>
          <a:prstGeom prst="ellipse">
            <a:avLst/>
          </a:prstGeom>
          <a:solidFill>
            <a:srgbClr val="566AB4">
              <a:alpha val="40000"/>
            </a:srgbClr>
          </a:solidFill>
          <a:ln w="0">
            <a:noFill/>
            <a:prstDash val="solid"/>
          </a:ln>
        </p:spPr>
      </p:sp>
      <p:sp>
        <p:nvSpPr>
          <p:cNvPr id="727" name="a_full_bar_ellipse_726">
            <a:extLst>
              <a:ext uri="{FF2B5EF4-FFF2-40B4-BE49-F238E27FC236}">
                <a16:creationId xmlns:a16="http://schemas.microsoft.com/office/drawing/2014/main" id="{615ED402-E0F5-4F69-A6A8-0F5EB8850DBB}"/>
              </a:ext>
            </a:extLst>
          </p:cNvPr>
          <p:cNvSpPr>
            <a:spLocks noGrp="1"/>
          </p:cNvSpPr>
          <p:nvPr/>
        </p:nvSpPr>
        <p:spPr>
          <a:xfrm>
            <a:off x="1661285" y="2574705"/>
            <a:ext cx="45341" cy="45341"/>
          </a:xfrm>
          <a:prstGeom prst="ellipse">
            <a:avLst/>
          </a:prstGeom>
          <a:solidFill>
            <a:srgbClr val="566AB4">
              <a:alpha val="40000"/>
            </a:srgbClr>
          </a:solidFill>
          <a:ln w="0">
            <a:noFill/>
            <a:prstDash val="solid"/>
          </a:ln>
        </p:spPr>
      </p:sp>
      <p:sp>
        <p:nvSpPr>
          <p:cNvPr id="728" name="a_full_bar_ellipse_727">
            <a:extLst>
              <a:ext uri="{FF2B5EF4-FFF2-40B4-BE49-F238E27FC236}">
                <a16:creationId xmlns:a16="http://schemas.microsoft.com/office/drawing/2014/main" id="{B5D7674F-1F28-4631-B632-50CAD1435316}"/>
              </a:ext>
            </a:extLst>
          </p:cNvPr>
          <p:cNvSpPr>
            <a:spLocks noGrp="1"/>
          </p:cNvSpPr>
          <p:nvPr/>
        </p:nvSpPr>
        <p:spPr>
          <a:xfrm>
            <a:off x="1584356" y="4101397"/>
            <a:ext cx="45341" cy="45341"/>
          </a:xfrm>
          <a:prstGeom prst="ellipse">
            <a:avLst/>
          </a:prstGeom>
          <a:solidFill>
            <a:srgbClr val="566AB4">
              <a:alpha val="40000"/>
            </a:srgbClr>
          </a:solidFill>
          <a:ln w="0">
            <a:noFill/>
            <a:prstDash val="solid"/>
          </a:ln>
        </p:spPr>
      </p:sp>
      <p:sp>
        <p:nvSpPr>
          <p:cNvPr id="729" name="a_full_bar_ellipse_728">
            <a:extLst>
              <a:ext uri="{FF2B5EF4-FFF2-40B4-BE49-F238E27FC236}">
                <a16:creationId xmlns:a16="http://schemas.microsoft.com/office/drawing/2014/main" id="{1CE87B95-D2D1-4AE4-8982-158BA3C391E2}"/>
              </a:ext>
            </a:extLst>
          </p:cNvPr>
          <p:cNvSpPr>
            <a:spLocks noGrp="1"/>
          </p:cNvSpPr>
          <p:nvPr/>
        </p:nvSpPr>
        <p:spPr>
          <a:xfrm>
            <a:off x="1644686" y="2509710"/>
            <a:ext cx="45341" cy="45341"/>
          </a:xfrm>
          <a:prstGeom prst="ellipse">
            <a:avLst/>
          </a:prstGeom>
          <a:solidFill>
            <a:srgbClr val="566AB4">
              <a:alpha val="40000"/>
            </a:srgbClr>
          </a:solidFill>
          <a:ln w="0">
            <a:noFill/>
            <a:prstDash val="solid"/>
          </a:ln>
        </p:spPr>
      </p:sp>
      <p:sp>
        <p:nvSpPr>
          <p:cNvPr id="730" name="a_full_bar_ellipse_729">
            <a:extLst>
              <a:ext uri="{FF2B5EF4-FFF2-40B4-BE49-F238E27FC236}">
                <a16:creationId xmlns:a16="http://schemas.microsoft.com/office/drawing/2014/main" id="{4E0C7749-A4BA-4846-9513-C720A361613A}"/>
              </a:ext>
            </a:extLst>
          </p:cNvPr>
          <p:cNvSpPr>
            <a:spLocks noGrp="1"/>
          </p:cNvSpPr>
          <p:nvPr/>
        </p:nvSpPr>
        <p:spPr>
          <a:xfrm>
            <a:off x="1535509" y="2946694"/>
            <a:ext cx="45341" cy="45341"/>
          </a:xfrm>
          <a:prstGeom prst="ellipse">
            <a:avLst/>
          </a:prstGeom>
          <a:solidFill>
            <a:srgbClr val="566AB4">
              <a:alpha val="40000"/>
            </a:srgbClr>
          </a:solidFill>
          <a:ln w="0">
            <a:noFill/>
            <a:prstDash val="solid"/>
          </a:ln>
        </p:spPr>
      </p:sp>
      <p:sp>
        <p:nvSpPr>
          <p:cNvPr id="731" name="a_full_bar_ellipse_730">
            <a:extLst>
              <a:ext uri="{FF2B5EF4-FFF2-40B4-BE49-F238E27FC236}">
                <a16:creationId xmlns:a16="http://schemas.microsoft.com/office/drawing/2014/main" id="{9F596E5B-7F3F-4D1E-8294-F9D96D04E383}"/>
              </a:ext>
            </a:extLst>
          </p:cNvPr>
          <p:cNvSpPr>
            <a:spLocks noGrp="1"/>
          </p:cNvSpPr>
          <p:nvPr/>
        </p:nvSpPr>
        <p:spPr>
          <a:xfrm>
            <a:off x="1653005" y="2502762"/>
            <a:ext cx="45341" cy="45341"/>
          </a:xfrm>
          <a:prstGeom prst="ellipse">
            <a:avLst/>
          </a:prstGeom>
          <a:solidFill>
            <a:srgbClr val="566AB4">
              <a:alpha val="40000"/>
            </a:srgbClr>
          </a:solidFill>
          <a:ln w="0">
            <a:noFill/>
            <a:prstDash val="solid"/>
          </a:ln>
        </p:spPr>
      </p:sp>
      <p:sp>
        <p:nvSpPr>
          <p:cNvPr id="732" name="a_full_bar_ellipse_731">
            <a:extLst>
              <a:ext uri="{FF2B5EF4-FFF2-40B4-BE49-F238E27FC236}">
                <a16:creationId xmlns:a16="http://schemas.microsoft.com/office/drawing/2014/main" id="{86633DB4-7D31-4C23-A5E6-A2FE0176A1B7}"/>
              </a:ext>
            </a:extLst>
          </p:cNvPr>
          <p:cNvSpPr>
            <a:spLocks noGrp="1"/>
          </p:cNvSpPr>
          <p:nvPr/>
        </p:nvSpPr>
        <p:spPr>
          <a:xfrm>
            <a:off x="1531643" y="3865104"/>
            <a:ext cx="45341" cy="45341"/>
          </a:xfrm>
          <a:prstGeom prst="ellipse">
            <a:avLst/>
          </a:prstGeom>
          <a:solidFill>
            <a:srgbClr val="566AB4">
              <a:alpha val="40000"/>
            </a:srgbClr>
          </a:solidFill>
          <a:ln w="0">
            <a:noFill/>
            <a:prstDash val="solid"/>
          </a:ln>
        </p:spPr>
      </p:sp>
      <p:sp>
        <p:nvSpPr>
          <p:cNvPr id="733" name="a_full_bar_ellipse_732">
            <a:extLst>
              <a:ext uri="{FF2B5EF4-FFF2-40B4-BE49-F238E27FC236}">
                <a16:creationId xmlns:a16="http://schemas.microsoft.com/office/drawing/2014/main" id="{654421A1-4A31-4B2C-84A6-9B6A9080EFDC}"/>
              </a:ext>
            </a:extLst>
          </p:cNvPr>
          <p:cNvSpPr>
            <a:spLocks noGrp="1"/>
          </p:cNvSpPr>
          <p:nvPr/>
        </p:nvSpPr>
        <p:spPr>
          <a:xfrm>
            <a:off x="1558060" y="2811569"/>
            <a:ext cx="45341" cy="45341"/>
          </a:xfrm>
          <a:prstGeom prst="ellipse">
            <a:avLst/>
          </a:prstGeom>
          <a:solidFill>
            <a:srgbClr val="566AB4">
              <a:alpha val="40000"/>
            </a:srgbClr>
          </a:solidFill>
          <a:ln w="0">
            <a:noFill/>
            <a:prstDash val="solid"/>
          </a:ln>
        </p:spPr>
      </p:sp>
      <p:sp>
        <p:nvSpPr>
          <p:cNvPr id="734" name="a_full_bar_ellipse_733">
            <a:extLst>
              <a:ext uri="{FF2B5EF4-FFF2-40B4-BE49-F238E27FC236}">
                <a16:creationId xmlns:a16="http://schemas.microsoft.com/office/drawing/2014/main" id="{9E209352-6529-4E71-A926-9317DD01AC2D}"/>
              </a:ext>
            </a:extLst>
          </p:cNvPr>
          <p:cNvSpPr>
            <a:spLocks noGrp="1"/>
          </p:cNvSpPr>
          <p:nvPr/>
        </p:nvSpPr>
        <p:spPr>
          <a:xfrm>
            <a:off x="1545002" y="3363871"/>
            <a:ext cx="45341" cy="45341"/>
          </a:xfrm>
          <a:prstGeom prst="ellipse">
            <a:avLst/>
          </a:prstGeom>
          <a:solidFill>
            <a:srgbClr val="566AB4">
              <a:alpha val="40000"/>
            </a:srgbClr>
          </a:solidFill>
          <a:ln w="0">
            <a:noFill/>
            <a:prstDash val="solid"/>
          </a:ln>
        </p:spPr>
      </p:sp>
      <p:sp>
        <p:nvSpPr>
          <p:cNvPr id="735" name="a_full_bar_ellipse_734">
            <a:extLst>
              <a:ext uri="{FF2B5EF4-FFF2-40B4-BE49-F238E27FC236}">
                <a16:creationId xmlns:a16="http://schemas.microsoft.com/office/drawing/2014/main" id="{35A80097-6A04-4D59-BA03-EEEEC35C47FE}"/>
              </a:ext>
            </a:extLst>
          </p:cNvPr>
          <p:cNvSpPr>
            <a:spLocks noGrp="1"/>
          </p:cNvSpPr>
          <p:nvPr/>
        </p:nvSpPr>
        <p:spPr>
          <a:xfrm>
            <a:off x="1471487" y="3369410"/>
            <a:ext cx="45341" cy="45341"/>
          </a:xfrm>
          <a:prstGeom prst="ellipse">
            <a:avLst/>
          </a:prstGeom>
          <a:solidFill>
            <a:srgbClr val="566AB4">
              <a:alpha val="40000"/>
            </a:srgbClr>
          </a:solidFill>
          <a:ln w="0">
            <a:noFill/>
            <a:prstDash val="solid"/>
          </a:ln>
        </p:spPr>
      </p:sp>
      <p:sp>
        <p:nvSpPr>
          <p:cNvPr id="736" name="a_full_bar_ellipse_735">
            <a:extLst>
              <a:ext uri="{FF2B5EF4-FFF2-40B4-BE49-F238E27FC236}">
                <a16:creationId xmlns:a16="http://schemas.microsoft.com/office/drawing/2014/main" id="{5D029143-CACD-4BF3-8100-6C3DD64E5605}"/>
              </a:ext>
            </a:extLst>
          </p:cNvPr>
          <p:cNvSpPr>
            <a:spLocks noGrp="1"/>
          </p:cNvSpPr>
          <p:nvPr/>
        </p:nvSpPr>
        <p:spPr>
          <a:xfrm>
            <a:off x="1598710" y="3375323"/>
            <a:ext cx="45341" cy="45341"/>
          </a:xfrm>
          <a:prstGeom prst="ellipse">
            <a:avLst/>
          </a:prstGeom>
          <a:solidFill>
            <a:srgbClr val="566AB4">
              <a:alpha val="40000"/>
            </a:srgbClr>
          </a:solidFill>
          <a:ln w="0">
            <a:noFill/>
            <a:prstDash val="solid"/>
          </a:ln>
        </p:spPr>
      </p:sp>
      <p:sp>
        <p:nvSpPr>
          <p:cNvPr id="737" name="a_full_bar_ellipse_736">
            <a:extLst>
              <a:ext uri="{FF2B5EF4-FFF2-40B4-BE49-F238E27FC236}">
                <a16:creationId xmlns:a16="http://schemas.microsoft.com/office/drawing/2014/main" id="{B5FA0434-7953-45BF-9F9D-0882219E2BD8}"/>
              </a:ext>
            </a:extLst>
          </p:cNvPr>
          <p:cNvSpPr>
            <a:spLocks noGrp="1"/>
          </p:cNvSpPr>
          <p:nvPr/>
        </p:nvSpPr>
        <p:spPr>
          <a:xfrm>
            <a:off x="1529191" y="3323874"/>
            <a:ext cx="45341" cy="45341"/>
          </a:xfrm>
          <a:prstGeom prst="ellipse">
            <a:avLst/>
          </a:prstGeom>
          <a:solidFill>
            <a:srgbClr val="566AB4">
              <a:alpha val="40000"/>
            </a:srgbClr>
          </a:solidFill>
          <a:ln w="0">
            <a:noFill/>
            <a:prstDash val="solid"/>
          </a:ln>
        </p:spPr>
      </p:sp>
      <p:sp>
        <p:nvSpPr>
          <p:cNvPr id="738" name="a_full_bar_ellipse_737">
            <a:extLst>
              <a:ext uri="{FF2B5EF4-FFF2-40B4-BE49-F238E27FC236}">
                <a16:creationId xmlns:a16="http://schemas.microsoft.com/office/drawing/2014/main" id="{C93B79E1-3613-4ECB-92CA-579F318C5BB0}"/>
              </a:ext>
            </a:extLst>
          </p:cNvPr>
          <p:cNvSpPr>
            <a:spLocks noGrp="1"/>
          </p:cNvSpPr>
          <p:nvPr/>
        </p:nvSpPr>
        <p:spPr>
          <a:xfrm>
            <a:off x="1642931" y="2650049"/>
            <a:ext cx="45341" cy="45341"/>
          </a:xfrm>
          <a:prstGeom prst="ellipse">
            <a:avLst/>
          </a:prstGeom>
          <a:solidFill>
            <a:srgbClr val="566AB4">
              <a:alpha val="40000"/>
            </a:srgbClr>
          </a:solidFill>
          <a:ln w="0">
            <a:noFill/>
            <a:prstDash val="solid"/>
          </a:ln>
        </p:spPr>
      </p:sp>
      <p:sp>
        <p:nvSpPr>
          <p:cNvPr id="739" name="a_full_bar_ellipse_738">
            <a:extLst>
              <a:ext uri="{FF2B5EF4-FFF2-40B4-BE49-F238E27FC236}">
                <a16:creationId xmlns:a16="http://schemas.microsoft.com/office/drawing/2014/main" id="{F6A0B1B3-D4FC-4F35-9F5B-8F09AE92AACE}"/>
              </a:ext>
            </a:extLst>
          </p:cNvPr>
          <p:cNvSpPr>
            <a:spLocks noGrp="1"/>
          </p:cNvSpPr>
          <p:nvPr/>
        </p:nvSpPr>
        <p:spPr>
          <a:xfrm>
            <a:off x="1525346" y="4306201"/>
            <a:ext cx="45341" cy="45341"/>
          </a:xfrm>
          <a:prstGeom prst="ellipse">
            <a:avLst/>
          </a:prstGeom>
          <a:solidFill>
            <a:srgbClr val="566AB4">
              <a:alpha val="40000"/>
            </a:srgbClr>
          </a:solidFill>
          <a:ln w="0">
            <a:noFill/>
            <a:prstDash val="solid"/>
          </a:ln>
        </p:spPr>
      </p:sp>
      <p:sp>
        <p:nvSpPr>
          <p:cNvPr id="740" name="a_full_bar_ellipse_739">
            <a:extLst>
              <a:ext uri="{FF2B5EF4-FFF2-40B4-BE49-F238E27FC236}">
                <a16:creationId xmlns:a16="http://schemas.microsoft.com/office/drawing/2014/main" id="{7A11037E-C2D4-4328-A990-307008B876E0}"/>
              </a:ext>
            </a:extLst>
          </p:cNvPr>
          <p:cNvSpPr>
            <a:spLocks noGrp="1"/>
          </p:cNvSpPr>
          <p:nvPr/>
        </p:nvSpPr>
        <p:spPr>
          <a:xfrm>
            <a:off x="1634877" y="3454640"/>
            <a:ext cx="45341" cy="45341"/>
          </a:xfrm>
          <a:prstGeom prst="ellipse">
            <a:avLst/>
          </a:prstGeom>
          <a:solidFill>
            <a:srgbClr val="566AB4">
              <a:alpha val="40000"/>
            </a:srgbClr>
          </a:solidFill>
          <a:ln w="0">
            <a:noFill/>
            <a:prstDash val="solid"/>
          </a:ln>
        </p:spPr>
      </p:sp>
      <p:sp>
        <p:nvSpPr>
          <p:cNvPr id="741" name="a_full_bar_ellipse_740">
            <a:extLst>
              <a:ext uri="{FF2B5EF4-FFF2-40B4-BE49-F238E27FC236}">
                <a16:creationId xmlns:a16="http://schemas.microsoft.com/office/drawing/2014/main" id="{7EAA79D7-C226-46A8-8718-2081C172F94C}"/>
              </a:ext>
            </a:extLst>
          </p:cNvPr>
          <p:cNvSpPr>
            <a:spLocks noGrp="1"/>
          </p:cNvSpPr>
          <p:nvPr/>
        </p:nvSpPr>
        <p:spPr>
          <a:xfrm>
            <a:off x="1611768" y="2901945"/>
            <a:ext cx="45341" cy="45341"/>
          </a:xfrm>
          <a:prstGeom prst="ellipse">
            <a:avLst/>
          </a:prstGeom>
          <a:solidFill>
            <a:srgbClr val="566AB4">
              <a:alpha val="40000"/>
            </a:srgbClr>
          </a:solidFill>
          <a:ln w="0">
            <a:noFill/>
            <a:prstDash val="solid"/>
          </a:ln>
        </p:spPr>
      </p:sp>
      <p:sp>
        <p:nvSpPr>
          <p:cNvPr id="742" name="a_full_bar_ellipse_741">
            <a:extLst>
              <a:ext uri="{FF2B5EF4-FFF2-40B4-BE49-F238E27FC236}">
                <a16:creationId xmlns:a16="http://schemas.microsoft.com/office/drawing/2014/main" id="{923AFBCC-E8C2-44B0-8ADA-0DA201B20160}"/>
              </a:ext>
            </a:extLst>
          </p:cNvPr>
          <p:cNvSpPr>
            <a:spLocks noGrp="1"/>
          </p:cNvSpPr>
          <p:nvPr/>
        </p:nvSpPr>
        <p:spPr>
          <a:xfrm>
            <a:off x="1554337" y="3561984"/>
            <a:ext cx="45341" cy="45341"/>
          </a:xfrm>
          <a:prstGeom prst="ellipse">
            <a:avLst/>
          </a:prstGeom>
          <a:solidFill>
            <a:srgbClr val="566AB4">
              <a:alpha val="40000"/>
            </a:srgbClr>
          </a:solidFill>
          <a:ln w="0">
            <a:noFill/>
            <a:prstDash val="solid"/>
          </a:ln>
        </p:spPr>
      </p:sp>
      <p:sp>
        <p:nvSpPr>
          <p:cNvPr id="743" name="a_full_bar_ellipse_742">
            <a:extLst>
              <a:ext uri="{FF2B5EF4-FFF2-40B4-BE49-F238E27FC236}">
                <a16:creationId xmlns:a16="http://schemas.microsoft.com/office/drawing/2014/main" id="{1E450D3D-6181-40CE-B106-687B00012011}"/>
              </a:ext>
            </a:extLst>
          </p:cNvPr>
          <p:cNvSpPr>
            <a:spLocks noGrp="1"/>
          </p:cNvSpPr>
          <p:nvPr/>
        </p:nvSpPr>
        <p:spPr>
          <a:xfrm>
            <a:off x="1575161" y="4457382"/>
            <a:ext cx="45341" cy="45341"/>
          </a:xfrm>
          <a:prstGeom prst="ellipse">
            <a:avLst/>
          </a:prstGeom>
          <a:solidFill>
            <a:srgbClr val="566AB4">
              <a:alpha val="40000"/>
            </a:srgbClr>
          </a:solidFill>
          <a:ln w="0">
            <a:noFill/>
            <a:prstDash val="solid"/>
          </a:ln>
        </p:spPr>
      </p:sp>
      <p:sp>
        <p:nvSpPr>
          <p:cNvPr id="744" name="a_full_bar_ellipse_743">
            <a:extLst>
              <a:ext uri="{FF2B5EF4-FFF2-40B4-BE49-F238E27FC236}">
                <a16:creationId xmlns:a16="http://schemas.microsoft.com/office/drawing/2014/main" id="{B02ADF97-6FF7-430E-BD38-6A050DFE8E89}"/>
              </a:ext>
            </a:extLst>
          </p:cNvPr>
          <p:cNvSpPr>
            <a:spLocks noGrp="1"/>
          </p:cNvSpPr>
          <p:nvPr/>
        </p:nvSpPr>
        <p:spPr>
          <a:xfrm>
            <a:off x="1473876" y="3987327"/>
            <a:ext cx="45341" cy="45341"/>
          </a:xfrm>
          <a:prstGeom prst="ellipse">
            <a:avLst/>
          </a:prstGeom>
          <a:solidFill>
            <a:srgbClr val="566AB4">
              <a:alpha val="40000"/>
            </a:srgbClr>
          </a:solidFill>
          <a:ln w="0">
            <a:noFill/>
            <a:prstDash val="solid"/>
          </a:ln>
        </p:spPr>
      </p:sp>
      <p:sp>
        <p:nvSpPr>
          <p:cNvPr id="745" name="a_full_bar_ellipse_744">
            <a:extLst>
              <a:ext uri="{FF2B5EF4-FFF2-40B4-BE49-F238E27FC236}">
                <a16:creationId xmlns:a16="http://schemas.microsoft.com/office/drawing/2014/main" id="{D82AA209-0430-418B-B529-593166867C91}"/>
              </a:ext>
            </a:extLst>
          </p:cNvPr>
          <p:cNvSpPr>
            <a:spLocks noGrp="1"/>
          </p:cNvSpPr>
          <p:nvPr/>
        </p:nvSpPr>
        <p:spPr>
          <a:xfrm>
            <a:off x="1564294" y="4457382"/>
            <a:ext cx="45341" cy="45341"/>
          </a:xfrm>
          <a:prstGeom prst="ellipse">
            <a:avLst/>
          </a:prstGeom>
          <a:solidFill>
            <a:srgbClr val="566AB4">
              <a:alpha val="40000"/>
            </a:srgbClr>
          </a:solidFill>
          <a:ln w="0">
            <a:noFill/>
            <a:prstDash val="solid"/>
          </a:ln>
        </p:spPr>
      </p:sp>
      <p:sp>
        <p:nvSpPr>
          <p:cNvPr id="746" name="a_full_bar_ellipse_745">
            <a:extLst>
              <a:ext uri="{FF2B5EF4-FFF2-40B4-BE49-F238E27FC236}">
                <a16:creationId xmlns:a16="http://schemas.microsoft.com/office/drawing/2014/main" id="{A8F18D82-5FA1-40F9-88FA-50F9A97776E2}"/>
              </a:ext>
            </a:extLst>
          </p:cNvPr>
          <p:cNvSpPr>
            <a:spLocks noGrp="1"/>
          </p:cNvSpPr>
          <p:nvPr/>
        </p:nvSpPr>
        <p:spPr>
          <a:xfrm>
            <a:off x="1480941" y="4457382"/>
            <a:ext cx="45341" cy="45341"/>
          </a:xfrm>
          <a:prstGeom prst="ellipse">
            <a:avLst/>
          </a:prstGeom>
          <a:solidFill>
            <a:srgbClr val="566AB4">
              <a:alpha val="40000"/>
            </a:srgbClr>
          </a:solidFill>
          <a:ln w="0">
            <a:noFill/>
            <a:prstDash val="solid"/>
          </a:ln>
        </p:spPr>
      </p:sp>
      <p:sp>
        <p:nvSpPr>
          <p:cNvPr id="747" name="a_full_bar_ellipse_746">
            <a:extLst>
              <a:ext uri="{FF2B5EF4-FFF2-40B4-BE49-F238E27FC236}">
                <a16:creationId xmlns:a16="http://schemas.microsoft.com/office/drawing/2014/main" id="{C2178481-4F03-47C1-A72F-87C7B3E56BA6}"/>
              </a:ext>
            </a:extLst>
          </p:cNvPr>
          <p:cNvSpPr>
            <a:spLocks noGrp="1"/>
          </p:cNvSpPr>
          <p:nvPr/>
        </p:nvSpPr>
        <p:spPr>
          <a:xfrm>
            <a:off x="2994044" y="2025341"/>
            <a:ext cx="45341" cy="45341"/>
          </a:xfrm>
          <a:prstGeom prst="ellipse">
            <a:avLst/>
          </a:prstGeom>
          <a:solidFill>
            <a:srgbClr val="566AB4">
              <a:alpha val="40000"/>
            </a:srgbClr>
          </a:solidFill>
          <a:ln w="0">
            <a:noFill/>
            <a:prstDash val="solid"/>
          </a:ln>
        </p:spPr>
      </p:sp>
      <p:sp>
        <p:nvSpPr>
          <p:cNvPr id="748" name="a_full_bar_ellipse_747">
            <a:extLst>
              <a:ext uri="{FF2B5EF4-FFF2-40B4-BE49-F238E27FC236}">
                <a16:creationId xmlns:a16="http://schemas.microsoft.com/office/drawing/2014/main" id="{B42AFECC-6F20-45CF-94AE-4C05CA0167E9}"/>
              </a:ext>
            </a:extLst>
          </p:cNvPr>
          <p:cNvSpPr>
            <a:spLocks noGrp="1"/>
          </p:cNvSpPr>
          <p:nvPr/>
        </p:nvSpPr>
        <p:spPr>
          <a:xfrm>
            <a:off x="3158196" y="2670990"/>
            <a:ext cx="45341" cy="45341"/>
          </a:xfrm>
          <a:prstGeom prst="ellipse">
            <a:avLst/>
          </a:prstGeom>
          <a:solidFill>
            <a:srgbClr val="566AB4">
              <a:alpha val="40000"/>
            </a:srgbClr>
          </a:solidFill>
          <a:ln w="0">
            <a:noFill/>
            <a:prstDash val="solid"/>
          </a:ln>
        </p:spPr>
      </p:sp>
      <p:sp>
        <p:nvSpPr>
          <p:cNvPr id="749" name="a_full_bar_ellipse_748">
            <a:extLst>
              <a:ext uri="{FF2B5EF4-FFF2-40B4-BE49-F238E27FC236}">
                <a16:creationId xmlns:a16="http://schemas.microsoft.com/office/drawing/2014/main" id="{7345273F-EA05-4AE5-BE5C-19179593B4EA}"/>
              </a:ext>
            </a:extLst>
          </p:cNvPr>
          <p:cNvSpPr>
            <a:spLocks noGrp="1"/>
          </p:cNvSpPr>
          <p:nvPr/>
        </p:nvSpPr>
        <p:spPr>
          <a:xfrm>
            <a:off x="3110251" y="2025341"/>
            <a:ext cx="45341" cy="45341"/>
          </a:xfrm>
          <a:prstGeom prst="ellipse">
            <a:avLst/>
          </a:prstGeom>
          <a:solidFill>
            <a:srgbClr val="566AB4">
              <a:alpha val="40000"/>
            </a:srgbClr>
          </a:solidFill>
          <a:ln w="0">
            <a:noFill/>
            <a:prstDash val="solid"/>
          </a:ln>
        </p:spPr>
      </p:sp>
      <p:sp>
        <p:nvSpPr>
          <p:cNvPr id="750" name="a_full_bar_ellipse_749">
            <a:extLst>
              <a:ext uri="{FF2B5EF4-FFF2-40B4-BE49-F238E27FC236}">
                <a16:creationId xmlns:a16="http://schemas.microsoft.com/office/drawing/2014/main" id="{18E5E661-9323-4F72-80D7-17B7EC019314}"/>
              </a:ext>
            </a:extLst>
          </p:cNvPr>
          <p:cNvSpPr>
            <a:spLocks noGrp="1"/>
          </p:cNvSpPr>
          <p:nvPr/>
        </p:nvSpPr>
        <p:spPr>
          <a:xfrm>
            <a:off x="3079673" y="4052042"/>
            <a:ext cx="45341" cy="45341"/>
          </a:xfrm>
          <a:prstGeom prst="ellipse">
            <a:avLst/>
          </a:prstGeom>
          <a:solidFill>
            <a:srgbClr val="566AB4">
              <a:alpha val="40000"/>
            </a:srgbClr>
          </a:solidFill>
          <a:ln w="0">
            <a:noFill/>
            <a:prstDash val="solid"/>
          </a:ln>
        </p:spPr>
      </p:sp>
      <p:sp>
        <p:nvSpPr>
          <p:cNvPr id="751" name="a_full_bar_ellipse_750">
            <a:extLst>
              <a:ext uri="{FF2B5EF4-FFF2-40B4-BE49-F238E27FC236}">
                <a16:creationId xmlns:a16="http://schemas.microsoft.com/office/drawing/2014/main" id="{F5ED5CEB-9247-46DE-90EC-B5602EF83FE5}"/>
              </a:ext>
            </a:extLst>
          </p:cNvPr>
          <p:cNvSpPr>
            <a:spLocks noGrp="1"/>
          </p:cNvSpPr>
          <p:nvPr/>
        </p:nvSpPr>
        <p:spPr>
          <a:xfrm>
            <a:off x="3160174" y="3071662"/>
            <a:ext cx="45341" cy="45341"/>
          </a:xfrm>
          <a:prstGeom prst="ellipse">
            <a:avLst/>
          </a:prstGeom>
          <a:solidFill>
            <a:srgbClr val="566AB4">
              <a:alpha val="40000"/>
            </a:srgbClr>
          </a:solidFill>
          <a:ln w="0">
            <a:noFill/>
            <a:prstDash val="solid"/>
          </a:ln>
        </p:spPr>
      </p:sp>
      <p:sp>
        <p:nvSpPr>
          <p:cNvPr id="752" name="a_full_bar_ellipse_751">
            <a:extLst>
              <a:ext uri="{FF2B5EF4-FFF2-40B4-BE49-F238E27FC236}">
                <a16:creationId xmlns:a16="http://schemas.microsoft.com/office/drawing/2014/main" id="{4F6B76F1-0A60-4E86-862B-35CF4AD2867A}"/>
              </a:ext>
            </a:extLst>
          </p:cNvPr>
          <p:cNvSpPr>
            <a:spLocks noGrp="1"/>
          </p:cNvSpPr>
          <p:nvPr/>
        </p:nvSpPr>
        <p:spPr>
          <a:xfrm>
            <a:off x="3010008" y="2025341"/>
            <a:ext cx="45341" cy="45341"/>
          </a:xfrm>
          <a:prstGeom prst="ellipse">
            <a:avLst/>
          </a:prstGeom>
          <a:solidFill>
            <a:srgbClr val="566AB4">
              <a:alpha val="40000"/>
            </a:srgbClr>
          </a:solidFill>
          <a:ln w="0">
            <a:noFill/>
            <a:prstDash val="solid"/>
          </a:ln>
        </p:spPr>
      </p:sp>
      <p:sp>
        <p:nvSpPr>
          <p:cNvPr id="753" name="a_full_bar_ellipse_752">
            <a:extLst>
              <a:ext uri="{FF2B5EF4-FFF2-40B4-BE49-F238E27FC236}">
                <a16:creationId xmlns:a16="http://schemas.microsoft.com/office/drawing/2014/main" id="{AD414F76-06A6-45F7-AE9B-4A0B4D70BDF7}"/>
              </a:ext>
            </a:extLst>
          </p:cNvPr>
          <p:cNvSpPr>
            <a:spLocks noGrp="1"/>
          </p:cNvSpPr>
          <p:nvPr/>
        </p:nvSpPr>
        <p:spPr>
          <a:xfrm>
            <a:off x="3091753" y="2025341"/>
            <a:ext cx="45341" cy="45341"/>
          </a:xfrm>
          <a:prstGeom prst="ellipse">
            <a:avLst/>
          </a:prstGeom>
          <a:solidFill>
            <a:srgbClr val="566AB4">
              <a:alpha val="40000"/>
            </a:srgbClr>
          </a:solidFill>
          <a:ln w="0">
            <a:noFill/>
            <a:prstDash val="solid"/>
          </a:ln>
        </p:spPr>
      </p:sp>
      <p:sp>
        <p:nvSpPr>
          <p:cNvPr id="754" name="a_full_bar_ellipse_753">
            <a:extLst>
              <a:ext uri="{FF2B5EF4-FFF2-40B4-BE49-F238E27FC236}">
                <a16:creationId xmlns:a16="http://schemas.microsoft.com/office/drawing/2014/main" id="{9BAB76EC-CB76-4962-8A37-82F5C04DFBD9}"/>
              </a:ext>
            </a:extLst>
          </p:cNvPr>
          <p:cNvSpPr>
            <a:spLocks noGrp="1"/>
          </p:cNvSpPr>
          <p:nvPr/>
        </p:nvSpPr>
        <p:spPr>
          <a:xfrm>
            <a:off x="2993699" y="2025341"/>
            <a:ext cx="45341" cy="45341"/>
          </a:xfrm>
          <a:prstGeom prst="ellipse">
            <a:avLst/>
          </a:prstGeom>
          <a:solidFill>
            <a:srgbClr val="566AB4">
              <a:alpha val="40000"/>
            </a:srgbClr>
          </a:solidFill>
          <a:ln w="0">
            <a:noFill/>
            <a:prstDash val="solid"/>
          </a:ln>
        </p:spPr>
      </p:sp>
      <p:sp>
        <p:nvSpPr>
          <p:cNvPr id="755" name="a_full_bar_ellipse_754">
            <a:extLst>
              <a:ext uri="{FF2B5EF4-FFF2-40B4-BE49-F238E27FC236}">
                <a16:creationId xmlns:a16="http://schemas.microsoft.com/office/drawing/2014/main" id="{541A1B94-B614-427B-A34B-0BFA56B21646}"/>
              </a:ext>
            </a:extLst>
          </p:cNvPr>
          <p:cNvSpPr>
            <a:spLocks noGrp="1"/>
          </p:cNvSpPr>
          <p:nvPr/>
        </p:nvSpPr>
        <p:spPr>
          <a:xfrm>
            <a:off x="3053714" y="3808838"/>
            <a:ext cx="45341" cy="45341"/>
          </a:xfrm>
          <a:prstGeom prst="ellipse">
            <a:avLst/>
          </a:prstGeom>
          <a:solidFill>
            <a:srgbClr val="566AB4">
              <a:alpha val="40000"/>
            </a:srgbClr>
          </a:solidFill>
          <a:ln w="0">
            <a:noFill/>
            <a:prstDash val="solid"/>
          </a:ln>
        </p:spPr>
      </p:sp>
      <p:sp>
        <p:nvSpPr>
          <p:cNvPr id="756" name="a_full_bar_ellipse_755">
            <a:extLst>
              <a:ext uri="{FF2B5EF4-FFF2-40B4-BE49-F238E27FC236}">
                <a16:creationId xmlns:a16="http://schemas.microsoft.com/office/drawing/2014/main" id="{D061E200-1662-4673-91E2-2D603C6EE365}"/>
              </a:ext>
            </a:extLst>
          </p:cNvPr>
          <p:cNvSpPr>
            <a:spLocks noGrp="1"/>
          </p:cNvSpPr>
          <p:nvPr/>
        </p:nvSpPr>
        <p:spPr>
          <a:xfrm>
            <a:off x="3179704" y="2025341"/>
            <a:ext cx="45341" cy="45341"/>
          </a:xfrm>
          <a:prstGeom prst="ellipse">
            <a:avLst/>
          </a:prstGeom>
          <a:solidFill>
            <a:srgbClr val="566AB4">
              <a:alpha val="40000"/>
            </a:srgbClr>
          </a:solidFill>
          <a:ln w="0">
            <a:noFill/>
            <a:prstDash val="solid"/>
          </a:ln>
        </p:spPr>
      </p:sp>
      <p:sp>
        <p:nvSpPr>
          <p:cNvPr id="757" name="a_full_bar_ellipse_756">
            <a:extLst>
              <a:ext uri="{FF2B5EF4-FFF2-40B4-BE49-F238E27FC236}">
                <a16:creationId xmlns:a16="http://schemas.microsoft.com/office/drawing/2014/main" id="{BD69C256-288A-4CC2-8BC8-50AB044C3173}"/>
              </a:ext>
            </a:extLst>
          </p:cNvPr>
          <p:cNvSpPr>
            <a:spLocks noGrp="1"/>
          </p:cNvSpPr>
          <p:nvPr/>
        </p:nvSpPr>
        <p:spPr>
          <a:xfrm>
            <a:off x="3163206" y="3285425"/>
            <a:ext cx="45341" cy="45341"/>
          </a:xfrm>
          <a:prstGeom prst="ellipse">
            <a:avLst/>
          </a:prstGeom>
          <a:solidFill>
            <a:srgbClr val="566AB4">
              <a:alpha val="40000"/>
            </a:srgbClr>
          </a:solidFill>
          <a:ln w="0">
            <a:noFill/>
            <a:prstDash val="solid"/>
          </a:ln>
        </p:spPr>
      </p:sp>
      <p:sp>
        <p:nvSpPr>
          <p:cNvPr id="758" name="a_full_bar_ellipse_757">
            <a:extLst>
              <a:ext uri="{FF2B5EF4-FFF2-40B4-BE49-F238E27FC236}">
                <a16:creationId xmlns:a16="http://schemas.microsoft.com/office/drawing/2014/main" id="{2CE4395D-0EB6-4CB7-933C-5C5A46DBC969}"/>
              </a:ext>
            </a:extLst>
          </p:cNvPr>
          <p:cNvSpPr>
            <a:spLocks noGrp="1"/>
          </p:cNvSpPr>
          <p:nvPr/>
        </p:nvSpPr>
        <p:spPr>
          <a:xfrm>
            <a:off x="3132309" y="2987220"/>
            <a:ext cx="45341" cy="45341"/>
          </a:xfrm>
          <a:prstGeom prst="ellipse">
            <a:avLst/>
          </a:prstGeom>
          <a:solidFill>
            <a:srgbClr val="566AB4">
              <a:alpha val="40000"/>
            </a:srgbClr>
          </a:solidFill>
          <a:ln w="0">
            <a:noFill/>
            <a:prstDash val="solid"/>
          </a:ln>
        </p:spPr>
      </p:sp>
      <p:sp>
        <p:nvSpPr>
          <p:cNvPr id="759" name="a_full_bar_ellipse_758">
            <a:extLst>
              <a:ext uri="{FF2B5EF4-FFF2-40B4-BE49-F238E27FC236}">
                <a16:creationId xmlns:a16="http://schemas.microsoft.com/office/drawing/2014/main" id="{8B350FDC-9E5D-4C7B-8444-A23725BB95D5}"/>
              </a:ext>
            </a:extLst>
          </p:cNvPr>
          <p:cNvSpPr>
            <a:spLocks noGrp="1"/>
          </p:cNvSpPr>
          <p:nvPr/>
        </p:nvSpPr>
        <p:spPr>
          <a:xfrm>
            <a:off x="2983330" y="3344539"/>
            <a:ext cx="45341" cy="45341"/>
          </a:xfrm>
          <a:prstGeom prst="ellipse">
            <a:avLst/>
          </a:prstGeom>
          <a:solidFill>
            <a:srgbClr val="566AB4">
              <a:alpha val="40000"/>
            </a:srgbClr>
          </a:solidFill>
          <a:ln w="0">
            <a:noFill/>
            <a:prstDash val="solid"/>
          </a:ln>
        </p:spPr>
      </p:sp>
      <p:sp>
        <p:nvSpPr>
          <p:cNvPr id="760" name="a_full_bar_ellipse_759">
            <a:extLst>
              <a:ext uri="{FF2B5EF4-FFF2-40B4-BE49-F238E27FC236}">
                <a16:creationId xmlns:a16="http://schemas.microsoft.com/office/drawing/2014/main" id="{73FEB4FA-02B6-4920-BAA5-D368395615A2}"/>
              </a:ext>
            </a:extLst>
          </p:cNvPr>
          <p:cNvSpPr>
            <a:spLocks noGrp="1"/>
          </p:cNvSpPr>
          <p:nvPr/>
        </p:nvSpPr>
        <p:spPr>
          <a:xfrm>
            <a:off x="2980506" y="2937356"/>
            <a:ext cx="45341" cy="45341"/>
          </a:xfrm>
          <a:prstGeom prst="ellipse">
            <a:avLst/>
          </a:prstGeom>
          <a:solidFill>
            <a:srgbClr val="566AB4">
              <a:alpha val="40000"/>
            </a:srgbClr>
          </a:solidFill>
          <a:ln w="0">
            <a:noFill/>
            <a:prstDash val="solid"/>
          </a:ln>
        </p:spPr>
      </p:sp>
      <p:sp>
        <p:nvSpPr>
          <p:cNvPr id="761" name="a_full_bar_ellipse_760">
            <a:extLst>
              <a:ext uri="{FF2B5EF4-FFF2-40B4-BE49-F238E27FC236}">
                <a16:creationId xmlns:a16="http://schemas.microsoft.com/office/drawing/2014/main" id="{B2610256-E0C2-4384-AF08-6F86980B4F63}"/>
              </a:ext>
            </a:extLst>
          </p:cNvPr>
          <p:cNvSpPr>
            <a:spLocks noGrp="1"/>
          </p:cNvSpPr>
          <p:nvPr/>
        </p:nvSpPr>
        <p:spPr>
          <a:xfrm>
            <a:off x="3117676" y="3646702"/>
            <a:ext cx="45341" cy="45341"/>
          </a:xfrm>
          <a:prstGeom prst="ellipse">
            <a:avLst/>
          </a:prstGeom>
          <a:solidFill>
            <a:srgbClr val="566AB4">
              <a:alpha val="40000"/>
            </a:srgbClr>
          </a:solidFill>
          <a:ln w="0">
            <a:noFill/>
            <a:prstDash val="solid"/>
          </a:ln>
        </p:spPr>
      </p:sp>
      <p:sp>
        <p:nvSpPr>
          <p:cNvPr id="762" name="a_full_bar_ellipse_761">
            <a:extLst>
              <a:ext uri="{FF2B5EF4-FFF2-40B4-BE49-F238E27FC236}">
                <a16:creationId xmlns:a16="http://schemas.microsoft.com/office/drawing/2014/main" id="{5EC1A5A7-0AB6-4442-B376-C4EA748909CB}"/>
              </a:ext>
            </a:extLst>
          </p:cNvPr>
          <p:cNvSpPr>
            <a:spLocks noGrp="1"/>
          </p:cNvSpPr>
          <p:nvPr/>
        </p:nvSpPr>
        <p:spPr>
          <a:xfrm>
            <a:off x="2979696" y="3241362"/>
            <a:ext cx="45341" cy="45341"/>
          </a:xfrm>
          <a:prstGeom prst="ellipse">
            <a:avLst/>
          </a:prstGeom>
          <a:solidFill>
            <a:srgbClr val="566AB4">
              <a:alpha val="40000"/>
            </a:srgbClr>
          </a:solidFill>
          <a:ln w="0">
            <a:noFill/>
            <a:prstDash val="solid"/>
          </a:ln>
        </p:spPr>
      </p:sp>
      <p:sp>
        <p:nvSpPr>
          <p:cNvPr id="763" name="a_full_bar_ellipse_762">
            <a:extLst>
              <a:ext uri="{FF2B5EF4-FFF2-40B4-BE49-F238E27FC236}">
                <a16:creationId xmlns:a16="http://schemas.microsoft.com/office/drawing/2014/main" id="{5AAEE850-CA66-4EAD-912B-4FFD7CC177CD}"/>
              </a:ext>
            </a:extLst>
          </p:cNvPr>
          <p:cNvSpPr>
            <a:spLocks noGrp="1"/>
          </p:cNvSpPr>
          <p:nvPr/>
        </p:nvSpPr>
        <p:spPr>
          <a:xfrm>
            <a:off x="3138025" y="3241362"/>
            <a:ext cx="45341" cy="45341"/>
          </a:xfrm>
          <a:prstGeom prst="ellipse">
            <a:avLst/>
          </a:prstGeom>
          <a:solidFill>
            <a:srgbClr val="566AB4">
              <a:alpha val="40000"/>
            </a:srgbClr>
          </a:solidFill>
          <a:ln w="0">
            <a:noFill/>
            <a:prstDash val="solid"/>
          </a:ln>
        </p:spPr>
      </p:sp>
      <p:sp>
        <p:nvSpPr>
          <p:cNvPr id="764" name="a_full_bar_ellipse_763">
            <a:extLst>
              <a:ext uri="{FF2B5EF4-FFF2-40B4-BE49-F238E27FC236}">
                <a16:creationId xmlns:a16="http://schemas.microsoft.com/office/drawing/2014/main" id="{F4F0B160-8168-481B-AC80-7E90154721C2}"/>
              </a:ext>
            </a:extLst>
          </p:cNvPr>
          <p:cNvSpPr>
            <a:spLocks noGrp="1"/>
          </p:cNvSpPr>
          <p:nvPr/>
        </p:nvSpPr>
        <p:spPr>
          <a:xfrm>
            <a:off x="3184308" y="2025341"/>
            <a:ext cx="45341" cy="45341"/>
          </a:xfrm>
          <a:prstGeom prst="ellipse">
            <a:avLst/>
          </a:prstGeom>
          <a:solidFill>
            <a:srgbClr val="566AB4">
              <a:alpha val="40000"/>
            </a:srgbClr>
          </a:solidFill>
          <a:ln w="0">
            <a:noFill/>
            <a:prstDash val="solid"/>
          </a:ln>
        </p:spPr>
      </p:sp>
      <p:sp>
        <p:nvSpPr>
          <p:cNvPr id="765" name="a_full_bar_ellipse_764">
            <a:extLst>
              <a:ext uri="{FF2B5EF4-FFF2-40B4-BE49-F238E27FC236}">
                <a16:creationId xmlns:a16="http://schemas.microsoft.com/office/drawing/2014/main" id="{8B397C3F-85A8-4D5B-B1D6-0B03A73B785E}"/>
              </a:ext>
            </a:extLst>
          </p:cNvPr>
          <p:cNvSpPr>
            <a:spLocks noGrp="1"/>
          </p:cNvSpPr>
          <p:nvPr/>
        </p:nvSpPr>
        <p:spPr>
          <a:xfrm>
            <a:off x="3164099" y="2126508"/>
            <a:ext cx="45341" cy="45341"/>
          </a:xfrm>
          <a:prstGeom prst="ellipse">
            <a:avLst/>
          </a:prstGeom>
          <a:solidFill>
            <a:srgbClr val="566AB4">
              <a:alpha val="40000"/>
            </a:srgbClr>
          </a:solidFill>
          <a:ln w="0">
            <a:noFill/>
            <a:prstDash val="solid"/>
          </a:ln>
        </p:spPr>
      </p:sp>
      <p:sp>
        <p:nvSpPr>
          <p:cNvPr id="766" name="a_full_bar_ellipse_765">
            <a:extLst>
              <a:ext uri="{FF2B5EF4-FFF2-40B4-BE49-F238E27FC236}">
                <a16:creationId xmlns:a16="http://schemas.microsoft.com/office/drawing/2014/main" id="{B950D250-94D8-42D2-8C2D-0186ED27A02A}"/>
              </a:ext>
            </a:extLst>
          </p:cNvPr>
          <p:cNvSpPr>
            <a:spLocks noGrp="1"/>
          </p:cNvSpPr>
          <p:nvPr/>
        </p:nvSpPr>
        <p:spPr>
          <a:xfrm>
            <a:off x="3126383" y="2633351"/>
            <a:ext cx="45341" cy="45341"/>
          </a:xfrm>
          <a:prstGeom prst="ellipse">
            <a:avLst/>
          </a:prstGeom>
          <a:solidFill>
            <a:srgbClr val="566AB4">
              <a:alpha val="40000"/>
            </a:srgbClr>
          </a:solidFill>
          <a:ln w="0">
            <a:noFill/>
            <a:prstDash val="solid"/>
          </a:ln>
        </p:spPr>
      </p:sp>
      <p:sp>
        <p:nvSpPr>
          <p:cNvPr id="767" name="a_full_bar_ellipse_766">
            <a:extLst>
              <a:ext uri="{FF2B5EF4-FFF2-40B4-BE49-F238E27FC236}">
                <a16:creationId xmlns:a16="http://schemas.microsoft.com/office/drawing/2014/main" id="{0C04504A-A130-4232-9C45-BBFF56668ADD}"/>
              </a:ext>
            </a:extLst>
          </p:cNvPr>
          <p:cNvSpPr>
            <a:spLocks noGrp="1"/>
          </p:cNvSpPr>
          <p:nvPr/>
        </p:nvSpPr>
        <p:spPr>
          <a:xfrm>
            <a:off x="3150263" y="3342014"/>
            <a:ext cx="45341" cy="45341"/>
          </a:xfrm>
          <a:prstGeom prst="ellipse">
            <a:avLst/>
          </a:prstGeom>
          <a:solidFill>
            <a:srgbClr val="566AB4">
              <a:alpha val="40000"/>
            </a:srgbClr>
          </a:solidFill>
          <a:ln w="0">
            <a:noFill/>
            <a:prstDash val="solid"/>
          </a:ln>
        </p:spPr>
      </p:sp>
      <p:sp>
        <p:nvSpPr>
          <p:cNvPr id="768" name="a_full_bar_ellipse_767">
            <a:extLst>
              <a:ext uri="{FF2B5EF4-FFF2-40B4-BE49-F238E27FC236}">
                <a16:creationId xmlns:a16="http://schemas.microsoft.com/office/drawing/2014/main" id="{0D43962B-32E3-49EC-BCE6-A10FA47A3C0B}"/>
              </a:ext>
            </a:extLst>
          </p:cNvPr>
          <p:cNvSpPr>
            <a:spLocks noGrp="1"/>
          </p:cNvSpPr>
          <p:nvPr/>
        </p:nvSpPr>
        <p:spPr>
          <a:xfrm>
            <a:off x="3002269" y="4052042"/>
            <a:ext cx="45341" cy="45341"/>
          </a:xfrm>
          <a:prstGeom prst="ellipse">
            <a:avLst/>
          </a:prstGeom>
          <a:solidFill>
            <a:srgbClr val="566AB4">
              <a:alpha val="40000"/>
            </a:srgbClr>
          </a:solidFill>
          <a:ln w="0">
            <a:noFill/>
            <a:prstDash val="solid"/>
          </a:ln>
        </p:spPr>
      </p:sp>
      <p:sp>
        <p:nvSpPr>
          <p:cNvPr id="769" name="a_full_bar_ellipse_768">
            <a:extLst>
              <a:ext uri="{FF2B5EF4-FFF2-40B4-BE49-F238E27FC236}">
                <a16:creationId xmlns:a16="http://schemas.microsoft.com/office/drawing/2014/main" id="{60988593-0726-42C4-A7FD-4E08194406C9}"/>
              </a:ext>
            </a:extLst>
          </p:cNvPr>
          <p:cNvSpPr>
            <a:spLocks noGrp="1"/>
          </p:cNvSpPr>
          <p:nvPr/>
        </p:nvSpPr>
        <p:spPr>
          <a:xfrm>
            <a:off x="3157954" y="2511749"/>
            <a:ext cx="45341" cy="45341"/>
          </a:xfrm>
          <a:prstGeom prst="ellipse">
            <a:avLst/>
          </a:prstGeom>
          <a:solidFill>
            <a:srgbClr val="566AB4">
              <a:alpha val="40000"/>
            </a:srgbClr>
          </a:solidFill>
          <a:ln w="0">
            <a:noFill/>
            <a:prstDash val="solid"/>
          </a:ln>
        </p:spPr>
      </p:sp>
      <p:sp>
        <p:nvSpPr>
          <p:cNvPr id="770" name="a_full_bar_ellipse_769">
            <a:extLst>
              <a:ext uri="{FF2B5EF4-FFF2-40B4-BE49-F238E27FC236}">
                <a16:creationId xmlns:a16="http://schemas.microsoft.com/office/drawing/2014/main" id="{36A67E49-3324-497A-9B59-4E7C155B2B9E}"/>
              </a:ext>
            </a:extLst>
          </p:cNvPr>
          <p:cNvSpPr>
            <a:spLocks noGrp="1"/>
          </p:cNvSpPr>
          <p:nvPr/>
        </p:nvSpPr>
        <p:spPr>
          <a:xfrm>
            <a:off x="3129369" y="2937356"/>
            <a:ext cx="45341" cy="45341"/>
          </a:xfrm>
          <a:prstGeom prst="ellipse">
            <a:avLst/>
          </a:prstGeom>
          <a:solidFill>
            <a:srgbClr val="566AB4">
              <a:alpha val="40000"/>
            </a:srgbClr>
          </a:solidFill>
          <a:ln w="0">
            <a:noFill/>
            <a:prstDash val="solid"/>
          </a:ln>
        </p:spPr>
      </p:sp>
      <p:sp>
        <p:nvSpPr>
          <p:cNvPr id="771" name="a_full_bar_ellipse_770">
            <a:extLst>
              <a:ext uri="{FF2B5EF4-FFF2-40B4-BE49-F238E27FC236}">
                <a16:creationId xmlns:a16="http://schemas.microsoft.com/office/drawing/2014/main" id="{813E94C0-8821-471B-80A0-E826F19666E8}"/>
              </a:ext>
            </a:extLst>
          </p:cNvPr>
          <p:cNvSpPr>
            <a:spLocks noGrp="1"/>
          </p:cNvSpPr>
          <p:nvPr/>
        </p:nvSpPr>
        <p:spPr>
          <a:xfrm>
            <a:off x="3049854" y="3849372"/>
            <a:ext cx="45341" cy="45341"/>
          </a:xfrm>
          <a:prstGeom prst="ellipse">
            <a:avLst/>
          </a:prstGeom>
          <a:solidFill>
            <a:srgbClr val="566AB4">
              <a:alpha val="40000"/>
            </a:srgbClr>
          </a:solidFill>
          <a:ln w="0">
            <a:noFill/>
            <a:prstDash val="solid"/>
          </a:ln>
        </p:spPr>
      </p:sp>
      <p:sp>
        <p:nvSpPr>
          <p:cNvPr id="772" name="a_full_bar_ellipse_771">
            <a:extLst>
              <a:ext uri="{FF2B5EF4-FFF2-40B4-BE49-F238E27FC236}">
                <a16:creationId xmlns:a16="http://schemas.microsoft.com/office/drawing/2014/main" id="{FA5C9656-C26E-4235-941A-E002C1DD6540}"/>
              </a:ext>
            </a:extLst>
          </p:cNvPr>
          <p:cNvSpPr>
            <a:spLocks noGrp="1"/>
          </p:cNvSpPr>
          <p:nvPr/>
        </p:nvSpPr>
        <p:spPr>
          <a:xfrm>
            <a:off x="3005452" y="4457382"/>
            <a:ext cx="45341" cy="45341"/>
          </a:xfrm>
          <a:prstGeom prst="ellipse">
            <a:avLst/>
          </a:prstGeom>
          <a:solidFill>
            <a:srgbClr val="566AB4">
              <a:alpha val="40000"/>
            </a:srgbClr>
          </a:solidFill>
          <a:ln w="0">
            <a:noFill/>
            <a:prstDash val="solid"/>
          </a:ln>
        </p:spPr>
      </p:sp>
      <p:sp>
        <p:nvSpPr>
          <p:cNvPr id="773" name="a_full_bar_ellipse_772">
            <a:extLst>
              <a:ext uri="{FF2B5EF4-FFF2-40B4-BE49-F238E27FC236}">
                <a16:creationId xmlns:a16="http://schemas.microsoft.com/office/drawing/2014/main" id="{641A215B-1B15-41BB-8979-1B58E9C09CE5}"/>
              </a:ext>
            </a:extLst>
          </p:cNvPr>
          <p:cNvSpPr>
            <a:spLocks noGrp="1"/>
          </p:cNvSpPr>
          <p:nvPr/>
        </p:nvSpPr>
        <p:spPr>
          <a:xfrm>
            <a:off x="3028688" y="3403498"/>
            <a:ext cx="45341" cy="45341"/>
          </a:xfrm>
          <a:prstGeom prst="ellipse">
            <a:avLst/>
          </a:prstGeom>
          <a:solidFill>
            <a:srgbClr val="566AB4">
              <a:alpha val="40000"/>
            </a:srgbClr>
          </a:solidFill>
          <a:ln w="0">
            <a:noFill/>
            <a:prstDash val="solid"/>
          </a:ln>
        </p:spPr>
      </p:sp>
      <p:sp>
        <p:nvSpPr>
          <p:cNvPr id="774" name="a_full_bar_ellipse_773">
            <a:extLst>
              <a:ext uri="{FF2B5EF4-FFF2-40B4-BE49-F238E27FC236}">
                <a16:creationId xmlns:a16="http://schemas.microsoft.com/office/drawing/2014/main" id="{CDD4C588-7048-4F34-831F-A2EAADD3ED74}"/>
              </a:ext>
            </a:extLst>
          </p:cNvPr>
          <p:cNvSpPr>
            <a:spLocks noGrp="1"/>
          </p:cNvSpPr>
          <p:nvPr/>
        </p:nvSpPr>
        <p:spPr>
          <a:xfrm>
            <a:off x="3144528" y="3946615"/>
            <a:ext cx="45341" cy="45341"/>
          </a:xfrm>
          <a:prstGeom prst="ellipse">
            <a:avLst/>
          </a:prstGeom>
          <a:solidFill>
            <a:srgbClr val="566AB4">
              <a:alpha val="40000"/>
            </a:srgbClr>
          </a:solidFill>
          <a:ln w="0">
            <a:noFill/>
            <a:prstDash val="solid"/>
          </a:ln>
        </p:spPr>
      </p:sp>
      <p:sp>
        <p:nvSpPr>
          <p:cNvPr id="775" name="a_full_bar_ellipse_774">
            <a:extLst>
              <a:ext uri="{FF2B5EF4-FFF2-40B4-BE49-F238E27FC236}">
                <a16:creationId xmlns:a16="http://schemas.microsoft.com/office/drawing/2014/main" id="{8DD76894-0381-4631-A0CA-DE96B603C1E6}"/>
              </a:ext>
            </a:extLst>
          </p:cNvPr>
          <p:cNvSpPr>
            <a:spLocks noGrp="1"/>
          </p:cNvSpPr>
          <p:nvPr/>
        </p:nvSpPr>
        <p:spPr>
          <a:xfrm>
            <a:off x="3159289" y="3762513"/>
            <a:ext cx="45341" cy="45341"/>
          </a:xfrm>
          <a:prstGeom prst="ellipse">
            <a:avLst/>
          </a:prstGeom>
          <a:solidFill>
            <a:srgbClr val="566AB4">
              <a:alpha val="40000"/>
            </a:srgbClr>
          </a:solidFill>
          <a:ln w="0">
            <a:noFill/>
            <a:prstDash val="solid"/>
          </a:ln>
        </p:spPr>
      </p:sp>
      <p:sp>
        <p:nvSpPr>
          <p:cNvPr id="776" name="a_full_bar_ellipse_775">
            <a:extLst>
              <a:ext uri="{FF2B5EF4-FFF2-40B4-BE49-F238E27FC236}">
                <a16:creationId xmlns:a16="http://schemas.microsoft.com/office/drawing/2014/main" id="{394637FC-BEC9-4CBE-8137-EB0F8D53338B}"/>
              </a:ext>
            </a:extLst>
          </p:cNvPr>
          <p:cNvSpPr>
            <a:spLocks noGrp="1"/>
          </p:cNvSpPr>
          <p:nvPr/>
        </p:nvSpPr>
        <p:spPr>
          <a:xfrm>
            <a:off x="3104035" y="2025341"/>
            <a:ext cx="45341" cy="45341"/>
          </a:xfrm>
          <a:prstGeom prst="ellipse">
            <a:avLst/>
          </a:prstGeom>
          <a:solidFill>
            <a:srgbClr val="566AB4">
              <a:alpha val="40000"/>
            </a:srgbClr>
          </a:solidFill>
          <a:ln w="0">
            <a:noFill/>
            <a:prstDash val="solid"/>
          </a:ln>
        </p:spPr>
      </p:sp>
      <p:sp>
        <p:nvSpPr>
          <p:cNvPr id="777" name="a_full_bar_ellipse_776">
            <a:extLst>
              <a:ext uri="{FF2B5EF4-FFF2-40B4-BE49-F238E27FC236}">
                <a16:creationId xmlns:a16="http://schemas.microsoft.com/office/drawing/2014/main" id="{8331002D-F405-4E6F-96E4-FC587D1EBA57}"/>
              </a:ext>
            </a:extLst>
          </p:cNvPr>
          <p:cNvSpPr>
            <a:spLocks noGrp="1"/>
          </p:cNvSpPr>
          <p:nvPr/>
        </p:nvSpPr>
        <p:spPr>
          <a:xfrm>
            <a:off x="3128297" y="4457382"/>
            <a:ext cx="45341" cy="45341"/>
          </a:xfrm>
          <a:prstGeom prst="ellipse">
            <a:avLst/>
          </a:prstGeom>
          <a:solidFill>
            <a:srgbClr val="566AB4">
              <a:alpha val="40000"/>
            </a:srgbClr>
          </a:solidFill>
          <a:ln w="0">
            <a:noFill/>
            <a:prstDash val="solid"/>
          </a:ln>
        </p:spPr>
      </p:sp>
      <p:sp>
        <p:nvSpPr>
          <p:cNvPr id="778" name="a_full_bar_ellipse_777">
            <a:extLst>
              <a:ext uri="{FF2B5EF4-FFF2-40B4-BE49-F238E27FC236}">
                <a16:creationId xmlns:a16="http://schemas.microsoft.com/office/drawing/2014/main" id="{3D614CCE-CF0B-4B87-A334-BE6B608257CD}"/>
              </a:ext>
            </a:extLst>
          </p:cNvPr>
          <p:cNvSpPr>
            <a:spLocks noGrp="1"/>
          </p:cNvSpPr>
          <p:nvPr/>
        </p:nvSpPr>
        <p:spPr>
          <a:xfrm>
            <a:off x="3084800" y="3850603"/>
            <a:ext cx="45341" cy="45341"/>
          </a:xfrm>
          <a:prstGeom prst="ellipse">
            <a:avLst/>
          </a:prstGeom>
          <a:solidFill>
            <a:srgbClr val="566AB4">
              <a:alpha val="40000"/>
            </a:srgbClr>
          </a:solidFill>
          <a:ln w="0">
            <a:noFill/>
            <a:prstDash val="solid"/>
          </a:ln>
        </p:spPr>
      </p:sp>
      <p:sp>
        <p:nvSpPr>
          <p:cNvPr id="779" name="a_full_bar_ellipse_778">
            <a:extLst>
              <a:ext uri="{FF2B5EF4-FFF2-40B4-BE49-F238E27FC236}">
                <a16:creationId xmlns:a16="http://schemas.microsoft.com/office/drawing/2014/main" id="{D9E21B95-90A6-4051-8DD5-5FD8A89F43BA}"/>
              </a:ext>
            </a:extLst>
          </p:cNvPr>
          <p:cNvSpPr>
            <a:spLocks noGrp="1"/>
          </p:cNvSpPr>
          <p:nvPr/>
        </p:nvSpPr>
        <p:spPr>
          <a:xfrm>
            <a:off x="3134895" y="4457382"/>
            <a:ext cx="45341" cy="45341"/>
          </a:xfrm>
          <a:prstGeom prst="ellipse">
            <a:avLst/>
          </a:prstGeom>
          <a:solidFill>
            <a:srgbClr val="566AB4">
              <a:alpha val="40000"/>
            </a:srgbClr>
          </a:solidFill>
          <a:ln w="0">
            <a:noFill/>
            <a:prstDash val="solid"/>
          </a:ln>
        </p:spPr>
      </p:sp>
      <p:sp>
        <p:nvSpPr>
          <p:cNvPr id="780" name="a_full_bar_ellipse_779">
            <a:extLst>
              <a:ext uri="{FF2B5EF4-FFF2-40B4-BE49-F238E27FC236}">
                <a16:creationId xmlns:a16="http://schemas.microsoft.com/office/drawing/2014/main" id="{A06278DF-4E75-41A0-A87E-47206EC9EA64}"/>
              </a:ext>
            </a:extLst>
          </p:cNvPr>
          <p:cNvSpPr>
            <a:spLocks noGrp="1"/>
          </p:cNvSpPr>
          <p:nvPr/>
        </p:nvSpPr>
        <p:spPr>
          <a:xfrm>
            <a:off x="3163592" y="4052042"/>
            <a:ext cx="45341" cy="45341"/>
          </a:xfrm>
          <a:prstGeom prst="ellipse">
            <a:avLst/>
          </a:prstGeom>
          <a:solidFill>
            <a:srgbClr val="566AB4">
              <a:alpha val="40000"/>
            </a:srgbClr>
          </a:solidFill>
          <a:ln w="0">
            <a:noFill/>
            <a:prstDash val="solid"/>
          </a:ln>
        </p:spPr>
      </p:sp>
      <p:sp>
        <p:nvSpPr>
          <p:cNvPr id="781" name="a_full_bar_ellipse_780">
            <a:extLst>
              <a:ext uri="{FF2B5EF4-FFF2-40B4-BE49-F238E27FC236}">
                <a16:creationId xmlns:a16="http://schemas.microsoft.com/office/drawing/2014/main" id="{A4A10F98-273D-4E77-A18B-13050A654188}"/>
              </a:ext>
            </a:extLst>
          </p:cNvPr>
          <p:cNvSpPr>
            <a:spLocks noGrp="1"/>
          </p:cNvSpPr>
          <p:nvPr/>
        </p:nvSpPr>
        <p:spPr>
          <a:xfrm>
            <a:off x="3156296" y="2025341"/>
            <a:ext cx="45341" cy="45341"/>
          </a:xfrm>
          <a:prstGeom prst="ellipse">
            <a:avLst/>
          </a:prstGeom>
          <a:solidFill>
            <a:srgbClr val="566AB4">
              <a:alpha val="40000"/>
            </a:srgbClr>
          </a:solidFill>
          <a:ln w="0">
            <a:noFill/>
            <a:prstDash val="solid"/>
          </a:ln>
        </p:spPr>
      </p:sp>
      <p:sp>
        <p:nvSpPr>
          <p:cNvPr id="782" name="a_full_bar_ellipse_781">
            <a:extLst>
              <a:ext uri="{FF2B5EF4-FFF2-40B4-BE49-F238E27FC236}">
                <a16:creationId xmlns:a16="http://schemas.microsoft.com/office/drawing/2014/main" id="{2D4F045B-B208-4A6F-99D1-C6A42D0BBA48}"/>
              </a:ext>
            </a:extLst>
          </p:cNvPr>
          <p:cNvSpPr>
            <a:spLocks noGrp="1"/>
          </p:cNvSpPr>
          <p:nvPr/>
        </p:nvSpPr>
        <p:spPr>
          <a:xfrm>
            <a:off x="3163856" y="4457382"/>
            <a:ext cx="45341" cy="45341"/>
          </a:xfrm>
          <a:prstGeom prst="ellipse">
            <a:avLst/>
          </a:prstGeom>
          <a:solidFill>
            <a:srgbClr val="566AB4">
              <a:alpha val="40000"/>
            </a:srgbClr>
          </a:solidFill>
          <a:ln w="0">
            <a:noFill/>
            <a:prstDash val="solid"/>
          </a:ln>
        </p:spPr>
      </p:sp>
      <p:sp>
        <p:nvSpPr>
          <p:cNvPr id="783" name="a_full_bar_ellipse_782">
            <a:extLst>
              <a:ext uri="{FF2B5EF4-FFF2-40B4-BE49-F238E27FC236}">
                <a16:creationId xmlns:a16="http://schemas.microsoft.com/office/drawing/2014/main" id="{7F3077E3-80E4-4BE4-8F1F-F3D2876D9835}"/>
              </a:ext>
            </a:extLst>
          </p:cNvPr>
          <p:cNvSpPr>
            <a:spLocks noGrp="1"/>
          </p:cNvSpPr>
          <p:nvPr/>
        </p:nvSpPr>
        <p:spPr>
          <a:xfrm>
            <a:off x="3101608" y="4457382"/>
            <a:ext cx="45341" cy="45341"/>
          </a:xfrm>
          <a:prstGeom prst="ellipse">
            <a:avLst/>
          </a:prstGeom>
          <a:solidFill>
            <a:srgbClr val="566AB4">
              <a:alpha val="40000"/>
            </a:srgbClr>
          </a:solidFill>
          <a:ln w="0">
            <a:noFill/>
            <a:prstDash val="solid"/>
          </a:ln>
        </p:spPr>
      </p:sp>
      <p:sp>
        <p:nvSpPr>
          <p:cNvPr id="784" name="a_full_bar_ellipse_783">
            <a:extLst>
              <a:ext uri="{FF2B5EF4-FFF2-40B4-BE49-F238E27FC236}">
                <a16:creationId xmlns:a16="http://schemas.microsoft.com/office/drawing/2014/main" id="{7179B0F8-8268-4C0B-AF90-001CF0752683}"/>
              </a:ext>
            </a:extLst>
          </p:cNvPr>
          <p:cNvSpPr>
            <a:spLocks noGrp="1"/>
          </p:cNvSpPr>
          <p:nvPr/>
        </p:nvSpPr>
        <p:spPr>
          <a:xfrm>
            <a:off x="3126780" y="2025341"/>
            <a:ext cx="45341" cy="45341"/>
          </a:xfrm>
          <a:prstGeom prst="ellipse">
            <a:avLst/>
          </a:prstGeom>
          <a:solidFill>
            <a:srgbClr val="566AB4">
              <a:alpha val="40000"/>
            </a:srgbClr>
          </a:solidFill>
          <a:ln w="0">
            <a:noFill/>
            <a:prstDash val="solid"/>
          </a:ln>
        </p:spPr>
      </p:sp>
      <p:sp>
        <p:nvSpPr>
          <p:cNvPr id="785" name="a_full_bar_ellipse_784">
            <a:extLst>
              <a:ext uri="{FF2B5EF4-FFF2-40B4-BE49-F238E27FC236}">
                <a16:creationId xmlns:a16="http://schemas.microsoft.com/office/drawing/2014/main" id="{EA45A766-17F7-48F1-A1C5-564EFFE7D65D}"/>
              </a:ext>
            </a:extLst>
          </p:cNvPr>
          <p:cNvSpPr>
            <a:spLocks noGrp="1"/>
          </p:cNvSpPr>
          <p:nvPr/>
        </p:nvSpPr>
        <p:spPr>
          <a:xfrm>
            <a:off x="3145483" y="2025341"/>
            <a:ext cx="45341" cy="45341"/>
          </a:xfrm>
          <a:prstGeom prst="ellipse">
            <a:avLst/>
          </a:prstGeom>
          <a:solidFill>
            <a:srgbClr val="566AB4">
              <a:alpha val="40000"/>
            </a:srgbClr>
          </a:solidFill>
          <a:ln w="0">
            <a:noFill/>
            <a:prstDash val="solid"/>
          </a:ln>
        </p:spPr>
      </p:sp>
      <p:sp>
        <p:nvSpPr>
          <p:cNvPr id="786" name="a_full_bar_ellipse_785">
            <a:extLst>
              <a:ext uri="{FF2B5EF4-FFF2-40B4-BE49-F238E27FC236}">
                <a16:creationId xmlns:a16="http://schemas.microsoft.com/office/drawing/2014/main" id="{2D8557C2-B0DB-4A1F-A91E-92B4C8A937D9}"/>
              </a:ext>
            </a:extLst>
          </p:cNvPr>
          <p:cNvSpPr>
            <a:spLocks noGrp="1"/>
          </p:cNvSpPr>
          <p:nvPr/>
        </p:nvSpPr>
        <p:spPr>
          <a:xfrm>
            <a:off x="3101565" y="2329346"/>
            <a:ext cx="45341" cy="45341"/>
          </a:xfrm>
          <a:prstGeom prst="ellipse">
            <a:avLst/>
          </a:prstGeom>
          <a:solidFill>
            <a:srgbClr val="566AB4">
              <a:alpha val="40000"/>
            </a:srgbClr>
          </a:solidFill>
          <a:ln w="0">
            <a:noFill/>
            <a:prstDash val="solid"/>
          </a:ln>
        </p:spPr>
      </p:sp>
      <p:sp>
        <p:nvSpPr>
          <p:cNvPr id="787" name="a_full_bar_ellipse_786">
            <a:extLst>
              <a:ext uri="{FF2B5EF4-FFF2-40B4-BE49-F238E27FC236}">
                <a16:creationId xmlns:a16="http://schemas.microsoft.com/office/drawing/2014/main" id="{C55784EB-018B-40D7-9703-A3D3C5E28F88}"/>
              </a:ext>
            </a:extLst>
          </p:cNvPr>
          <p:cNvSpPr>
            <a:spLocks noGrp="1"/>
          </p:cNvSpPr>
          <p:nvPr/>
        </p:nvSpPr>
        <p:spPr>
          <a:xfrm>
            <a:off x="3023891" y="4187155"/>
            <a:ext cx="45341" cy="45341"/>
          </a:xfrm>
          <a:prstGeom prst="ellipse">
            <a:avLst/>
          </a:prstGeom>
          <a:solidFill>
            <a:srgbClr val="566AB4">
              <a:alpha val="40000"/>
            </a:srgbClr>
          </a:solidFill>
          <a:ln w="0">
            <a:noFill/>
            <a:prstDash val="solid"/>
          </a:ln>
        </p:spPr>
      </p:sp>
      <p:sp>
        <p:nvSpPr>
          <p:cNvPr id="788" name="a_full_bar_ellipse_787">
            <a:extLst>
              <a:ext uri="{FF2B5EF4-FFF2-40B4-BE49-F238E27FC236}">
                <a16:creationId xmlns:a16="http://schemas.microsoft.com/office/drawing/2014/main" id="{5A917B4A-2C78-4E4A-A10F-C1129857C3AD}"/>
              </a:ext>
            </a:extLst>
          </p:cNvPr>
          <p:cNvSpPr>
            <a:spLocks noGrp="1"/>
          </p:cNvSpPr>
          <p:nvPr/>
        </p:nvSpPr>
        <p:spPr>
          <a:xfrm>
            <a:off x="3031938" y="3241362"/>
            <a:ext cx="45341" cy="45341"/>
          </a:xfrm>
          <a:prstGeom prst="ellipse">
            <a:avLst/>
          </a:prstGeom>
          <a:solidFill>
            <a:srgbClr val="566AB4">
              <a:alpha val="40000"/>
            </a:srgbClr>
          </a:solidFill>
          <a:ln w="0">
            <a:noFill/>
            <a:prstDash val="solid"/>
          </a:ln>
        </p:spPr>
      </p:sp>
      <p:sp>
        <p:nvSpPr>
          <p:cNvPr id="789" name="a_full_bar_ellipse_788">
            <a:extLst>
              <a:ext uri="{FF2B5EF4-FFF2-40B4-BE49-F238E27FC236}">
                <a16:creationId xmlns:a16="http://schemas.microsoft.com/office/drawing/2014/main" id="{889D858C-1921-4CA8-935D-D7E68A96258C}"/>
              </a:ext>
            </a:extLst>
          </p:cNvPr>
          <p:cNvSpPr>
            <a:spLocks noGrp="1"/>
          </p:cNvSpPr>
          <p:nvPr/>
        </p:nvSpPr>
        <p:spPr>
          <a:xfrm>
            <a:off x="2991640" y="2025341"/>
            <a:ext cx="45341" cy="45341"/>
          </a:xfrm>
          <a:prstGeom prst="ellipse">
            <a:avLst/>
          </a:prstGeom>
          <a:solidFill>
            <a:srgbClr val="566AB4">
              <a:alpha val="40000"/>
            </a:srgbClr>
          </a:solidFill>
          <a:ln w="0">
            <a:noFill/>
            <a:prstDash val="solid"/>
          </a:ln>
        </p:spPr>
      </p:sp>
      <p:sp>
        <p:nvSpPr>
          <p:cNvPr id="790" name="a_full_bar_ellipse_789">
            <a:extLst>
              <a:ext uri="{FF2B5EF4-FFF2-40B4-BE49-F238E27FC236}">
                <a16:creationId xmlns:a16="http://schemas.microsoft.com/office/drawing/2014/main" id="{D4204BE3-F0FB-4262-B696-E824FE6BFD51}"/>
              </a:ext>
            </a:extLst>
          </p:cNvPr>
          <p:cNvSpPr>
            <a:spLocks noGrp="1"/>
          </p:cNvSpPr>
          <p:nvPr/>
        </p:nvSpPr>
        <p:spPr>
          <a:xfrm>
            <a:off x="2983247" y="2554630"/>
            <a:ext cx="45341" cy="45341"/>
          </a:xfrm>
          <a:prstGeom prst="ellipse">
            <a:avLst/>
          </a:prstGeom>
          <a:solidFill>
            <a:srgbClr val="566AB4">
              <a:alpha val="40000"/>
            </a:srgbClr>
          </a:solidFill>
          <a:ln w="0">
            <a:noFill/>
            <a:prstDash val="solid"/>
          </a:ln>
        </p:spPr>
      </p:sp>
      <p:sp>
        <p:nvSpPr>
          <p:cNvPr id="791" name="a_full_bar_ellipse_790">
            <a:extLst>
              <a:ext uri="{FF2B5EF4-FFF2-40B4-BE49-F238E27FC236}">
                <a16:creationId xmlns:a16="http://schemas.microsoft.com/office/drawing/2014/main" id="{4419386D-952B-4058-AB77-BB35A9C1A7B0}"/>
              </a:ext>
            </a:extLst>
          </p:cNvPr>
          <p:cNvSpPr>
            <a:spLocks noGrp="1"/>
          </p:cNvSpPr>
          <p:nvPr/>
        </p:nvSpPr>
        <p:spPr>
          <a:xfrm>
            <a:off x="3157527" y="2025341"/>
            <a:ext cx="45341" cy="45341"/>
          </a:xfrm>
          <a:prstGeom prst="ellipse">
            <a:avLst/>
          </a:prstGeom>
          <a:solidFill>
            <a:srgbClr val="566AB4">
              <a:alpha val="40000"/>
            </a:srgbClr>
          </a:solidFill>
          <a:ln w="0">
            <a:noFill/>
            <a:prstDash val="solid"/>
          </a:ln>
        </p:spPr>
      </p:sp>
      <p:sp>
        <p:nvSpPr>
          <p:cNvPr id="792" name="a_full_bar_ellipse_791">
            <a:extLst>
              <a:ext uri="{FF2B5EF4-FFF2-40B4-BE49-F238E27FC236}">
                <a16:creationId xmlns:a16="http://schemas.microsoft.com/office/drawing/2014/main" id="{60C0252F-6A04-4D53-B975-5B6A3C027904}"/>
              </a:ext>
            </a:extLst>
          </p:cNvPr>
          <p:cNvSpPr>
            <a:spLocks noGrp="1"/>
          </p:cNvSpPr>
          <p:nvPr/>
        </p:nvSpPr>
        <p:spPr>
          <a:xfrm>
            <a:off x="3078610" y="2025341"/>
            <a:ext cx="45341" cy="45341"/>
          </a:xfrm>
          <a:prstGeom prst="ellipse">
            <a:avLst/>
          </a:prstGeom>
          <a:solidFill>
            <a:srgbClr val="566AB4">
              <a:alpha val="40000"/>
            </a:srgbClr>
          </a:solidFill>
          <a:ln w="0">
            <a:noFill/>
            <a:prstDash val="solid"/>
          </a:ln>
        </p:spPr>
      </p:sp>
      <p:sp>
        <p:nvSpPr>
          <p:cNvPr id="793" name="a_full_bar_ellipse_792">
            <a:extLst>
              <a:ext uri="{FF2B5EF4-FFF2-40B4-BE49-F238E27FC236}">
                <a16:creationId xmlns:a16="http://schemas.microsoft.com/office/drawing/2014/main" id="{2E29C0D7-A897-4B3E-8340-B1588F72641A}"/>
              </a:ext>
            </a:extLst>
          </p:cNvPr>
          <p:cNvSpPr>
            <a:spLocks noGrp="1"/>
          </p:cNvSpPr>
          <p:nvPr/>
        </p:nvSpPr>
        <p:spPr>
          <a:xfrm>
            <a:off x="3093649" y="3709345"/>
            <a:ext cx="45341" cy="45341"/>
          </a:xfrm>
          <a:prstGeom prst="ellipse">
            <a:avLst/>
          </a:prstGeom>
          <a:solidFill>
            <a:srgbClr val="566AB4">
              <a:alpha val="40000"/>
            </a:srgbClr>
          </a:solidFill>
          <a:ln w="0">
            <a:noFill/>
            <a:prstDash val="solid"/>
          </a:ln>
        </p:spPr>
      </p:sp>
      <p:sp>
        <p:nvSpPr>
          <p:cNvPr id="794" name="a_full_bar_ellipse_793">
            <a:extLst>
              <a:ext uri="{FF2B5EF4-FFF2-40B4-BE49-F238E27FC236}">
                <a16:creationId xmlns:a16="http://schemas.microsoft.com/office/drawing/2014/main" id="{35E0AF2D-A6C8-44FC-87E6-617A242DD4AB}"/>
              </a:ext>
            </a:extLst>
          </p:cNvPr>
          <p:cNvSpPr>
            <a:spLocks noGrp="1"/>
          </p:cNvSpPr>
          <p:nvPr/>
        </p:nvSpPr>
        <p:spPr>
          <a:xfrm>
            <a:off x="3137290" y="4052042"/>
            <a:ext cx="45341" cy="45341"/>
          </a:xfrm>
          <a:prstGeom prst="ellipse">
            <a:avLst/>
          </a:prstGeom>
          <a:solidFill>
            <a:srgbClr val="566AB4">
              <a:alpha val="40000"/>
            </a:srgbClr>
          </a:solidFill>
          <a:ln w="0">
            <a:noFill/>
            <a:prstDash val="solid"/>
          </a:ln>
        </p:spPr>
      </p:sp>
      <p:sp>
        <p:nvSpPr>
          <p:cNvPr id="795" name="a_full_bar_ellipse_794">
            <a:extLst>
              <a:ext uri="{FF2B5EF4-FFF2-40B4-BE49-F238E27FC236}">
                <a16:creationId xmlns:a16="http://schemas.microsoft.com/office/drawing/2014/main" id="{03DF1198-9EEE-4949-AA55-BD0612847CEB}"/>
              </a:ext>
            </a:extLst>
          </p:cNvPr>
          <p:cNvSpPr>
            <a:spLocks noGrp="1"/>
          </p:cNvSpPr>
          <p:nvPr/>
        </p:nvSpPr>
        <p:spPr>
          <a:xfrm>
            <a:off x="3092368" y="3241362"/>
            <a:ext cx="45341" cy="45341"/>
          </a:xfrm>
          <a:prstGeom prst="ellipse">
            <a:avLst/>
          </a:prstGeom>
          <a:solidFill>
            <a:srgbClr val="566AB4">
              <a:alpha val="40000"/>
            </a:srgbClr>
          </a:solidFill>
          <a:ln w="0">
            <a:noFill/>
            <a:prstDash val="solid"/>
          </a:ln>
        </p:spPr>
      </p:sp>
      <p:sp>
        <p:nvSpPr>
          <p:cNvPr id="796" name="a_full_bar_ellipse_795">
            <a:extLst>
              <a:ext uri="{FF2B5EF4-FFF2-40B4-BE49-F238E27FC236}">
                <a16:creationId xmlns:a16="http://schemas.microsoft.com/office/drawing/2014/main" id="{821FEBC9-2917-44E8-8C64-58C8D73E797A}"/>
              </a:ext>
            </a:extLst>
          </p:cNvPr>
          <p:cNvSpPr>
            <a:spLocks noGrp="1"/>
          </p:cNvSpPr>
          <p:nvPr/>
        </p:nvSpPr>
        <p:spPr>
          <a:xfrm>
            <a:off x="3056792" y="2633351"/>
            <a:ext cx="45341" cy="45341"/>
          </a:xfrm>
          <a:prstGeom prst="ellipse">
            <a:avLst/>
          </a:prstGeom>
          <a:solidFill>
            <a:srgbClr val="566AB4">
              <a:alpha val="40000"/>
            </a:srgbClr>
          </a:solidFill>
          <a:ln w="0">
            <a:noFill/>
            <a:prstDash val="solid"/>
          </a:ln>
        </p:spPr>
      </p:sp>
      <p:sp>
        <p:nvSpPr>
          <p:cNvPr id="797" name="a_full_bar_ellipse_796">
            <a:extLst>
              <a:ext uri="{FF2B5EF4-FFF2-40B4-BE49-F238E27FC236}">
                <a16:creationId xmlns:a16="http://schemas.microsoft.com/office/drawing/2014/main" id="{EF8CA378-105F-428A-867D-EA078297AB61}"/>
              </a:ext>
            </a:extLst>
          </p:cNvPr>
          <p:cNvSpPr>
            <a:spLocks noGrp="1"/>
          </p:cNvSpPr>
          <p:nvPr/>
        </p:nvSpPr>
        <p:spPr>
          <a:xfrm>
            <a:off x="3089250" y="3791104"/>
            <a:ext cx="45341" cy="45341"/>
          </a:xfrm>
          <a:prstGeom prst="ellipse">
            <a:avLst/>
          </a:prstGeom>
          <a:solidFill>
            <a:srgbClr val="566AB4">
              <a:alpha val="40000"/>
            </a:srgbClr>
          </a:solidFill>
          <a:ln w="0">
            <a:noFill/>
            <a:prstDash val="solid"/>
          </a:ln>
        </p:spPr>
      </p:sp>
      <p:sp>
        <p:nvSpPr>
          <p:cNvPr id="798" name="a_full_bar_ellipse_797">
            <a:extLst>
              <a:ext uri="{FF2B5EF4-FFF2-40B4-BE49-F238E27FC236}">
                <a16:creationId xmlns:a16="http://schemas.microsoft.com/office/drawing/2014/main" id="{48F1C60C-1890-43C7-BBEE-6A029F1A0944}"/>
              </a:ext>
            </a:extLst>
          </p:cNvPr>
          <p:cNvSpPr>
            <a:spLocks noGrp="1"/>
          </p:cNvSpPr>
          <p:nvPr/>
        </p:nvSpPr>
        <p:spPr>
          <a:xfrm>
            <a:off x="2995794" y="4457382"/>
            <a:ext cx="45341" cy="45341"/>
          </a:xfrm>
          <a:prstGeom prst="ellipse">
            <a:avLst/>
          </a:prstGeom>
          <a:solidFill>
            <a:srgbClr val="566AB4">
              <a:alpha val="40000"/>
            </a:srgbClr>
          </a:solidFill>
          <a:ln w="0">
            <a:noFill/>
            <a:prstDash val="solid"/>
          </a:ln>
        </p:spPr>
      </p:sp>
      <p:sp>
        <p:nvSpPr>
          <p:cNvPr id="799" name="a_full_bar_ellipse_798">
            <a:extLst>
              <a:ext uri="{FF2B5EF4-FFF2-40B4-BE49-F238E27FC236}">
                <a16:creationId xmlns:a16="http://schemas.microsoft.com/office/drawing/2014/main" id="{E1518025-34D5-47FF-B947-F554838972BE}"/>
              </a:ext>
            </a:extLst>
          </p:cNvPr>
          <p:cNvSpPr>
            <a:spLocks noGrp="1"/>
          </p:cNvSpPr>
          <p:nvPr/>
        </p:nvSpPr>
        <p:spPr>
          <a:xfrm>
            <a:off x="2994328" y="2701670"/>
            <a:ext cx="45341" cy="45341"/>
          </a:xfrm>
          <a:prstGeom prst="ellipse">
            <a:avLst/>
          </a:prstGeom>
          <a:solidFill>
            <a:srgbClr val="566AB4">
              <a:alpha val="40000"/>
            </a:srgbClr>
          </a:solidFill>
          <a:ln w="0">
            <a:noFill/>
            <a:prstDash val="solid"/>
          </a:ln>
        </p:spPr>
      </p:sp>
      <p:sp>
        <p:nvSpPr>
          <p:cNvPr id="800" name="a_full_bar_ellipse_799">
            <a:extLst>
              <a:ext uri="{FF2B5EF4-FFF2-40B4-BE49-F238E27FC236}">
                <a16:creationId xmlns:a16="http://schemas.microsoft.com/office/drawing/2014/main" id="{2A9A9EBB-3FED-4DDE-B846-E0047D9D42C7}"/>
              </a:ext>
            </a:extLst>
          </p:cNvPr>
          <p:cNvSpPr>
            <a:spLocks noGrp="1"/>
          </p:cNvSpPr>
          <p:nvPr/>
        </p:nvSpPr>
        <p:spPr>
          <a:xfrm>
            <a:off x="3135241" y="2818953"/>
            <a:ext cx="45341" cy="45341"/>
          </a:xfrm>
          <a:prstGeom prst="ellipse">
            <a:avLst/>
          </a:prstGeom>
          <a:solidFill>
            <a:srgbClr val="566AB4">
              <a:alpha val="40000"/>
            </a:srgbClr>
          </a:solidFill>
          <a:ln w="0">
            <a:noFill/>
            <a:prstDash val="solid"/>
          </a:ln>
        </p:spPr>
      </p:sp>
      <p:sp>
        <p:nvSpPr>
          <p:cNvPr id="801" name="a_full_bar_ellipse_800">
            <a:extLst>
              <a:ext uri="{FF2B5EF4-FFF2-40B4-BE49-F238E27FC236}">
                <a16:creationId xmlns:a16="http://schemas.microsoft.com/office/drawing/2014/main" id="{34A16C0F-F31C-40F2-A029-E36BFF00B9BA}"/>
              </a:ext>
            </a:extLst>
          </p:cNvPr>
          <p:cNvSpPr>
            <a:spLocks noGrp="1"/>
          </p:cNvSpPr>
          <p:nvPr/>
        </p:nvSpPr>
        <p:spPr>
          <a:xfrm>
            <a:off x="3012221" y="2969014"/>
            <a:ext cx="45341" cy="45341"/>
          </a:xfrm>
          <a:prstGeom prst="ellipse">
            <a:avLst/>
          </a:prstGeom>
          <a:solidFill>
            <a:srgbClr val="566AB4">
              <a:alpha val="40000"/>
            </a:srgbClr>
          </a:solidFill>
          <a:ln w="0">
            <a:noFill/>
            <a:prstDash val="solid"/>
          </a:ln>
        </p:spPr>
      </p:sp>
      <p:sp>
        <p:nvSpPr>
          <p:cNvPr id="802" name="a_full_bar_ellipse_801">
            <a:extLst>
              <a:ext uri="{FF2B5EF4-FFF2-40B4-BE49-F238E27FC236}">
                <a16:creationId xmlns:a16="http://schemas.microsoft.com/office/drawing/2014/main" id="{EDFC1AE9-21A7-4310-BAAE-5835B2B895C4}"/>
              </a:ext>
            </a:extLst>
          </p:cNvPr>
          <p:cNvSpPr>
            <a:spLocks noGrp="1"/>
          </p:cNvSpPr>
          <p:nvPr/>
        </p:nvSpPr>
        <p:spPr>
          <a:xfrm>
            <a:off x="3012353" y="3012634"/>
            <a:ext cx="45341" cy="45341"/>
          </a:xfrm>
          <a:prstGeom prst="ellipse">
            <a:avLst/>
          </a:prstGeom>
          <a:solidFill>
            <a:srgbClr val="566AB4">
              <a:alpha val="40000"/>
            </a:srgbClr>
          </a:solidFill>
          <a:ln w="0">
            <a:noFill/>
            <a:prstDash val="solid"/>
          </a:ln>
        </p:spPr>
      </p:sp>
      <p:sp>
        <p:nvSpPr>
          <p:cNvPr id="803" name="a_full_bar_ellipse_802">
            <a:extLst>
              <a:ext uri="{FF2B5EF4-FFF2-40B4-BE49-F238E27FC236}">
                <a16:creationId xmlns:a16="http://schemas.microsoft.com/office/drawing/2014/main" id="{F9E00D40-0F5A-4567-989D-F3B1A02F45B0}"/>
              </a:ext>
            </a:extLst>
          </p:cNvPr>
          <p:cNvSpPr>
            <a:spLocks noGrp="1"/>
          </p:cNvSpPr>
          <p:nvPr/>
        </p:nvSpPr>
        <p:spPr>
          <a:xfrm>
            <a:off x="3031895" y="3415079"/>
            <a:ext cx="45341" cy="45341"/>
          </a:xfrm>
          <a:prstGeom prst="ellipse">
            <a:avLst/>
          </a:prstGeom>
          <a:solidFill>
            <a:srgbClr val="566AB4">
              <a:alpha val="40000"/>
            </a:srgbClr>
          </a:solidFill>
          <a:ln w="0">
            <a:noFill/>
            <a:prstDash val="solid"/>
          </a:ln>
        </p:spPr>
      </p:sp>
      <p:sp>
        <p:nvSpPr>
          <p:cNvPr id="804" name="a_full_bar_ellipse_803">
            <a:extLst>
              <a:ext uri="{FF2B5EF4-FFF2-40B4-BE49-F238E27FC236}">
                <a16:creationId xmlns:a16="http://schemas.microsoft.com/office/drawing/2014/main" id="{4C7EF9AB-3C50-449F-9819-32B1961C2A85}"/>
              </a:ext>
            </a:extLst>
          </p:cNvPr>
          <p:cNvSpPr>
            <a:spLocks noGrp="1"/>
          </p:cNvSpPr>
          <p:nvPr/>
        </p:nvSpPr>
        <p:spPr>
          <a:xfrm>
            <a:off x="3166907" y="3241362"/>
            <a:ext cx="45341" cy="45341"/>
          </a:xfrm>
          <a:prstGeom prst="ellipse">
            <a:avLst/>
          </a:prstGeom>
          <a:solidFill>
            <a:srgbClr val="566AB4">
              <a:alpha val="40000"/>
            </a:srgbClr>
          </a:solidFill>
          <a:ln w="0">
            <a:noFill/>
            <a:prstDash val="solid"/>
          </a:ln>
        </p:spPr>
      </p:sp>
      <p:sp>
        <p:nvSpPr>
          <p:cNvPr id="805" name="a_full_bar_ellipse_804">
            <a:extLst>
              <a:ext uri="{FF2B5EF4-FFF2-40B4-BE49-F238E27FC236}">
                <a16:creationId xmlns:a16="http://schemas.microsoft.com/office/drawing/2014/main" id="{4D2D1419-1EBC-4DFC-ACFC-BA9DCE6A1A12}"/>
              </a:ext>
            </a:extLst>
          </p:cNvPr>
          <p:cNvSpPr>
            <a:spLocks noGrp="1"/>
          </p:cNvSpPr>
          <p:nvPr/>
        </p:nvSpPr>
        <p:spPr>
          <a:xfrm>
            <a:off x="3047563" y="4401365"/>
            <a:ext cx="45341" cy="45341"/>
          </a:xfrm>
          <a:prstGeom prst="ellipse">
            <a:avLst/>
          </a:prstGeom>
          <a:solidFill>
            <a:srgbClr val="566AB4">
              <a:alpha val="40000"/>
            </a:srgbClr>
          </a:solidFill>
          <a:ln w="0">
            <a:noFill/>
            <a:prstDash val="solid"/>
          </a:ln>
        </p:spPr>
      </p:sp>
      <p:sp>
        <p:nvSpPr>
          <p:cNvPr id="806" name="a_full_bar_ellipse_805">
            <a:extLst>
              <a:ext uri="{FF2B5EF4-FFF2-40B4-BE49-F238E27FC236}">
                <a16:creationId xmlns:a16="http://schemas.microsoft.com/office/drawing/2014/main" id="{9C39D9EE-566B-48AD-AC08-4748A045BCF1}"/>
              </a:ext>
            </a:extLst>
          </p:cNvPr>
          <p:cNvSpPr>
            <a:spLocks noGrp="1"/>
          </p:cNvSpPr>
          <p:nvPr/>
        </p:nvSpPr>
        <p:spPr>
          <a:xfrm>
            <a:off x="2998399" y="2836021"/>
            <a:ext cx="45341" cy="45341"/>
          </a:xfrm>
          <a:prstGeom prst="ellipse">
            <a:avLst/>
          </a:prstGeom>
          <a:solidFill>
            <a:srgbClr val="566AB4">
              <a:alpha val="40000"/>
            </a:srgbClr>
          </a:solidFill>
          <a:ln w="0">
            <a:noFill/>
            <a:prstDash val="solid"/>
          </a:ln>
        </p:spPr>
      </p:sp>
      <p:sp>
        <p:nvSpPr>
          <p:cNvPr id="807" name="a_full_bar_ellipse_806">
            <a:extLst>
              <a:ext uri="{FF2B5EF4-FFF2-40B4-BE49-F238E27FC236}">
                <a16:creationId xmlns:a16="http://schemas.microsoft.com/office/drawing/2014/main" id="{B9B36873-1DEE-40F4-A289-71355D03C305}"/>
              </a:ext>
            </a:extLst>
          </p:cNvPr>
          <p:cNvSpPr>
            <a:spLocks noGrp="1"/>
          </p:cNvSpPr>
          <p:nvPr/>
        </p:nvSpPr>
        <p:spPr>
          <a:xfrm>
            <a:off x="2987594" y="2805621"/>
            <a:ext cx="45341" cy="45341"/>
          </a:xfrm>
          <a:prstGeom prst="ellipse">
            <a:avLst/>
          </a:prstGeom>
          <a:solidFill>
            <a:srgbClr val="566AB4">
              <a:alpha val="40000"/>
            </a:srgbClr>
          </a:solidFill>
          <a:ln w="0">
            <a:noFill/>
            <a:prstDash val="solid"/>
          </a:ln>
        </p:spPr>
      </p:sp>
      <p:sp>
        <p:nvSpPr>
          <p:cNvPr id="808" name="a_full_bar_ellipse_807">
            <a:extLst>
              <a:ext uri="{FF2B5EF4-FFF2-40B4-BE49-F238E27FC236}">
                <a16:creationId xmlns:a16="http://schemas.microsoft.com/office/drawing/2014/main" id="{36EAEB1C-41F1-4153-91E0-CC055D4572D1}"/>
              </a:ext>
            </a:extLst>
          </p:cNvPr>
          <p:cNvSpPr>
            <a:spLocks noGrp="1"/>
          </p:cNvSpPr>
          <p:nvPr/>
        </p:nvSpPr>
        <p:spPr>
          <a:xfrm>
            <a:off x="2997521" y="2025341"/>
            <a:ext cx="45341" cy="45341"/>
          </a:xfrm>
          <a:prstGeom prst="ellipse">
            <a:avLst/>
          </a:prstGeom>
          <a:solidFill>
            <a:srgbClr val="566AB4">
              <a:alpha val="40000"/>
            </a:srgbClr>
          </a:solidFill>
          <a:ln w="0">
            <a:noFill/>
            <a:prstDash val="solid"/>
          </a:ln>
        </p:spPr>
      </p:sp>
      <p:sp>
        <p:nvSpPr>
          <p:cNvPr id="809" name="a_full_bar_ellipse_808">
            <a:extLst>
              <a:ext uri="{FF2B5EF4-FFF2-40B4-BE49-F238E27FC236}">
                <a16:creationId xmlns:a16="http://schemas.microsoft.com/office/drawing/2014/main" id="{EF1966E1-1A87-4215-A81F-BD29FD047950}"/>
              </a:ext>
            </a:extLst>
          </p:cNvPr>
          <p:cNvSpPr>
            <a:spLocks noGrp="1"/>
          </p:cNvSpPr>
          <p:nvPr/>
        </p:nvSpPr>
        <p:spPr>
          <a:xfrm>
            <a:off x="3163329" y="2025341"/>
            <a:ext cx="45341" cy="45341"/>
          </a:xfrm>
          <a:prstGeom prst="ellipse">
            <a:avLst/>
          </a:prstGeom>
          <a:solidFill>
            <a:srgbClr val="566AB4">
              <a:alpha val="40000"/>
            </a:srgbClr>
          </a:solidFill>
          <a:ln w="0">
            <a:noFill/>
            <a:prstDash val="solid"/>
          </a:ln>
        </p:spPr>
      </p:sp>
      <p:sp>
        <p:nvSpPr>
          <p:cNvPr id="810" name="a_full_bar_ellipse_809">
            <a:extLst>
              <a:ext uri="{FF2B5EF4-FFF2-40B4-BE49-F238E27FC236}">
                <a16:creationId xmlns:a16="http://schemas.microsoft.com/office/drawing/2014/main" id="{766822DA-D2DD-4A81-88AF-0196D786778C}"/>
              </a:ext>
            </a:extLst>
          </p:cNvPr>
          <p:cNvSpPr>
            <a:spLocks noGrp="1"/>
          </p:cNvSpPr>
          <p:nvPr/>
        </p:nvSpPr>
        <p:spPr>
          <a:xfrm>
            <a:off x="3140320" y="3849372"/>
            <a:ext cx="45341" cy="45341"/>
          </a:xfrm>
          <a:prstGeom prst="ellipse">
            <a:avLst/>
          </a:prstGeom>
          <a:solidFill>
            <a:srgbClr val="566AB4">
              <a:alpha val="40000"/>
            </a:srgbClr>
          </a:solidFill>
          <a:ln w="0">
            <a:noFill/>
            <a:prstDash val="solid"/>
          </a:ln>
        </p:spPr>
      </p:sp>
      <p:sp>
        <p:nvSpPr>
          <p:cNvPr id="811" name="a_full_bar_ellipse_810">
            <a:extLst>
              <a:ext uri="{FF2B5EF4-FFF2-40B4-BE49-F238E27FC236}">
                <a16:creationId xmlns:a16="http://schemas.microsoft.com/office/drawing/2014/main" id="{9815E5A5-16D1-41A0-98ED-C7BA3FEC9CAB}"/>
              </a:ext>
            </a:extLst>
          </p:cNvPr>
          <p:cNvSpPr>
            <a:spLocks noGrp="1"/>
          </p:cNvSpPr>
          <p:nvPr/>
        </p:nvSpPr>
        <p:spPr>
          <a:xfrm>
            <a:off x="3052226" y="4457382"/>
            <a:ext cx="45341" cy="45341"/>
          </a:xfrm>
          <a:prstGeom prst="ellipse">
            <a:avLst/>
          </a:prstGeom>
          <a:solidFill>
            <a:srgbClr val="566AB4">
              <a:alpha val="40000"/>
            </a:srgbClr>
          </a:solidFill>
          <a:ln w="0">
            <a:noFill/>
            <a:prstDash val="solid"/>
          </a:ln>
        </p:spPr>
      </p:sp>
      <p:sp>
        <p:nvSpPr>
          <p:cNvPr id="812" name="a_full_bar_ellipse_811">
            <a:extLst>
              <a:ext uri="{FF2B5EF4-FFF2-40B4-BE49-F238E27FC236}">
                <a16:creationId xmlns:a16="http://schemas.microsoft.com/office/drawing/2014/main" id="{2B585374-89FE-4326-B6CF-932AF9858868}"/>
              </a:ext>
            </a:extLst>
          </p:cNvPr>
          <p:cNvSpPr>
            <a:spLocks noGrp="1"/>
          </p:cNvSpPr>
          <p:nvPr/>
        </p:nvSpPr>
        <p:spPr>
          <a:xfrm>
            <a:off x="3144240" y="3337871"/>
            <a:ext cx="45341" cy="45341"/>
          </a:xfrm>
          <a:prstGeom prst="ellipse">
            <a:avLst/>
          </a:prstGeom>
          <a:solidFill>
            <a:srgbClr val="566AB4">
              <a:alpha val="40000"/>
            </a:srgbClr>
          </a:solidFill>
          <a:ln w="0">
            <a:noFill/>
            <a:prstDash val="solid"/>
          </a:ln>
        </p:spPr>
      </p:sp>
      <p:sp>
        <p:nvSpPr>
          <p:cNvPr id="813" name="a_full_bar_ellipse_812">
            <a:extLst>
              <a:ext uri="{FF2B5EF4-FFF2-40B4-BE49-F238E27FC236}">
                <a16:creationId xmlns:a16="http://schemas.microsoft.com/office/drawing/2014/main" id="{9D284496-4C95-4FB3-9450-7169D6B6A7A1}"/>
              </a:ext>
            </a:extLst>
          </p:cNvPr>
          <p:cNvSpPr>
            <a:spLocks noGrp="1"/>
          </p:cNvSpPr>
          <p:nvPr/>
        </p:nvSpPr>
        <p:spPr>
          <a:xfrm>
            <a:off x="3090592" y="2819477"/>
            <a:ext cx="45341" cy="45341"/>
          </a:xfrm>
          <a:prstGeom prst="ellipse">
            <a:avLst/>
          </a:prstGeom>
          <a:solidFill>
            <a:srgbClr val="566AB4">
              <a:alpha val="40000"/>
            </a:srgbClr>
          </a:solidFill>
          <a:ln w="0">
            <a:noFill/>
            <a:prstDash val="solid"/>
          </a:ln>
        </p:spPr>
      </p:sp>
      <p:sp>
        <p:nvSpPr>
          <p:cNvPr id="814" name="a_full_bar_ellipse_813">
            <a:extLst>
              <a:ext uri="{FF2B5EF4-FFF2-40B4-BE49-F238E27FC236}">
                <a16:creationId xmlns:a16="http://schemas.microsoft.com/office/drawing/2014/main" id="{26A78A20-5C51-4F75-A309-3EB4F73CCE06}"/>
              </a:ext>
            </a:extLst>
          </p:cNvPr>
          <p:cNvSpPr>
            <a:spLocks noGrp="1"/>
          </p:cNvSpPr>
          <p:nvPr/>
        </p:nvSpPr>
        <p:spPr>
          <a:xfrm>
            <a:off x="2979065" y="4457382"/>
            <a:ext cx="45341" cy="45341"/>
          </a:xfrm>
          <a:prstGeom prst="ellipse">
            <a:avLst/>
          </a:prstGeom>
          <a:solidFill>
            <a:srgbClr val="566AB4">
              <a:alpha val="40000"/>
            </a:srgbClr>
          </a:solidFill>
          <a:ln w="0">
            <a:noFill/>
            <a:prstDash val="solid"/>
          </a:ln>
        </p:spPr>
      </p:sp>
      <p:sp>
        <p:nvSpPr>
          <p:cNvPr id="815" name="a_full_bar_ellipse_814">
            <a:extLst>
              <a:ext uri="{FF2B5EF4-FFF2-40B4-BE49-F238E27FC236}">
                <a16:creationId xmlns:a16="http://schemas.microsoft.com/office/drawing/2014/main" id="{A2BECE9C-CB2D-4C6F-AF0D-D49F2127E242}"/>
              </a:ext>
            </a:extLst>
          </p:cNvPr>
          <p:cNvSpPr>
            <a:spLocks noGrp="1"/>
          </p:cNvSpPr>
          <p:nvPr/>
        </p:nvSpPr>
        <p:spPr>
          <a:xfrm>
            <a:off x="3067657" y="2025341"/>
            <a:ext cx="45341" cy="45341"/>
          </a:xfrm>
          <a:prstGeom prst="ellipse">
            <a:avLst/>
          </a:prstGeom>
          <a:solidFill>
            <a:srgbClr val="566AB4">
              <a:alpha val="40000"/>
            </a:srgbClr>
          </a:solidFill>
          <a:ln w="0">
            <a:noFill/>
            <a:prstDash val="solid"/>
          </a:ln>
        </p:spPr>
      </p:sp>
      <p:sp>
        <p:nvSpPr>
          <p:cNvPr id="816" name="a_full_bar_ellipse_815">
            <a:extLst>
              <a:ext uri="{FF2B5EF4-FFF2-40B4-BE49-F238E27FC236}">
                <a16:creationId xmlns:a16="http://schemas.microsoft.com/office/drawing/2014/main" id="{F3F1FB8A-C2B5-4882-B365-6D2FF416CB56}"/>
              </a:ext>
            </a:extLst>
          </p:cNvPr>
          <p:cNvSpPr>
            <a:spLocks noGrp="1"/>
          </p:cNvSpPr>
          <p:nvPr/>
        </p:nvSpPr>
        <p:spPr>
          <a:xfrm>
            <a:off x="3100498" y="3051683"/>
            <a:ext cx="45341" cy="45341"/>
          </a:xfrm>
          <a:prstGeom prst="ellipse">
            <a:avLst/>
          </a:prstGeom>
          <a:solidFill>
            <a:srgbClr val="566AB4">
              <a:alpha val="40000"/>
            </a:srgbClr>
          </a:solidFill>
          <a:ln w="0">
            <a:noFill/>
            <a:prstDash val="solid"/>
          </a:ln>
        </p:spPr>
      </p:sp>
      <p:sp>
        <p:nvSpPr>
          <p:cNvPr id="817" name="a_full_bar_ellipse_816">
            <a:extLst>
              <a:ext uri="{FF2B5EF4-FFF2-40B4-BE49-F238E27FC236}">
                <a16:creationId xmlns:a16="http://schemas.microsoft.com/office/drawing/2014/main" id="{73557D25-D91C-4783-8BEC-E8AB446BA098}"/>
              </a:ext>
            </a:extLst>
          </p:cNvPr>
          <p:cNvSpPr>
            <a:spLocks noGrp="1"/>
          </p:cNvSpPr>
          <p:nvPr/>
        </p:nvSpPr>
        <p:spPr>
          <a:xfrm>
            <a:off x="3066952" y="3241362"/>
            <a:ext cx="45341" cy="45341"/>
          </a:xfrm>
          <a:prstGeom prst="ellipse">
            <a:avLst/>
          </a:prstGeom>
          <a:solidFill>
            <a:srgbClr val="566AB4">
              <a:alpha val="40000"/>
            </a:srgbClr>
          </a:solidFill>
          <a:ln w="0">
            <a:noFill/>
            <a:prstDash val="solid"/>
          </a:ln>
        </p:spPr>
      </p:sp>
      <p:sp>
        <p:nvSpPr>
          <p:cNvPr id="818" name="a_full_bar_ellipse_817">
            <a:extLst>
              <a:ext uri="{FF2B5EF4-FFF2-40B4-BE49-F238E27FC236}">
                <a16:creationId xmlns:a16="http://schemas.microsoft.com/office/drawing/2014/main" id="{D1734843-BA1B-4270-98A8-A00262A1DBD0}"/>
              </a:ext>
            </a:extLst>
          </p:cNvPr>
          <p:cNvSpPr>
            <a:spLocks noGrp="1"/>
          </p:cNvSpPr>
          <p:nvPr/>
        </p:nvSpPr>
        <p:spPr>
          <a:xfrm>
            <a:off x="3009990" y="2146943"/>
            <a:ext cx="45341" cy="45341"/>
          </a:xfrm>
          <a:prstGeom prst="ellipse">
            <a:avLst/>
          </a:prstGeom>
          <a:solidFill>
            <a:srgbClr val="566AB4">
              <a:alpha val="40000"/>
            </a:srgbClr>
          </a:solidFill>
          <a:ln w="0">
            <a:noFill/>
            <a:prstDash val="solid"/>
          </a:ln>
        </p:spPr>
      </p:sp>
      <p:sp>
        <p:nvSpPr>
          <p:cNvPr id="819" name="a_full_bar_ellipse_818">
            <a:extLst>
              <a:ext uri="{FF2B5EF4-FFF2-40B4-BE49-F238E27FC236}">
                <a16:creationId xmlns:a16="http://schemas.microsoft.com/office/drawing/2014/main" id="{15551DBD-8F6A-41BE-80E9-A3F8D07E368E}"/>
              </a:ext>
            </a:extLst>
          </p:cNvPr>
          <p:cNvSpPr>
            <a:spLocks noGrp="1"/>
          </p:cNvSpPr>
          <p:nvPr/>
        </p:nvSpPr>
        <p:spPr>
          <a:xfrm>
            <a:off x="3070104" y="3646702"/>
            <a:ext cx="45341" cy="45341"/>
          </a:xfrm>
          <a:prstGeom prst="ellipse">
            <a:avLst/>
          </a:prstGeom>
          <a:solidFill>
            <a:srgbClr val="566AB4">
              <a:alpha val="40000"/>
            </a:srgbClr>
          </a:solidFill>
          <a:ln w="0">
            <a:noFill/>
            <a:prstDash val="solid"/>
          </a:ln>
        </p:spPr>
      </p:sp>
      <p:sp>
        <p:nvSpPr>
          <p:cNvPr id="820" name="a_full_bar_ellipse_819">
            <a:extLst>
              <a:ext uri="{FF2B5EF4-FFF2-40B4-BE49-F238E27FC236}">
                <a16:creationId xmlns:a16="http://schemas.microsoft.com/office/drawing/2014/main" id="{16F22B58-47FF-4E59-82B4-E4A1F5F55A39}"/>
              </a:ext>
            </a:extLst>
          </p:cNvPr>
          <p:cNvSpPr>
            <a:spLocks noGrp="1"/>
          </p:cNvSpPr>
          <p:nvPr/>
        </p:nvSpPr>
        <p:spPr>
          <a:xfrm>
            <a:off x="3116025" y="3241362"/>
            <a:ext cx="45341" cy="45341"/>
          </a:xfrm>
          <a:prstGeom prst="ellipse">
            <a:avLst/>
          </a:prstGeom>
          <a:solidFill>
            <a:srgbClr val="566AB4">
              <a:alpha val="40000"/>
            </a:srgbClr>
          </a:solidFill>
          <a:ln w="0">
            <a:noFill/>
            <a:prstDash val="solid"/>
          </a:ln>
        </p:spPr>
      </p:sp>
      <p:sp>
        <p:nvSpPr>
          <p:cNvPr id="821" name="a_full_bar_ellipse_820">
            <a:extLst>
              <a:ext uri="{FF2B5EF4-FFF2-40B4-BE49-F238E27FC236}">
                <a16:creationId xmlns:a16="http://schemas.microsoft.com/office/drawing/2014/main" id="{4B45BDCF-578C-46BD-B783-32B3415BCFBB}"/>
              </a:ext>
            </a:extLst>
          </p:cNvPr>
          <p:cNvSpPr>
            <a:spLocks noGrp="1"/>
          </p:cNvSpPr>
          <p:nvPr/>
        </p:nvSpPr>
        <p:spPr>
          <a:xfrm>
            <a:off x="3056740" y="4191016"/>
            <a:ext cx="45341" cy="45341"/>
          </a:xfrm>
          <a:prstGeom prst="ellipse">
            <a:avLst/>
          </a:prstGeom>
          <a:solidFill>
            <a:srgbClr val="566AB4">
              <a:alpha val="40000"/>
            </a:srgbClr>
          </a:solidFill>
          <a:ln w="0">
            <a:noFill/>
            <a:prstDash val="solid"/>
          </a:ln>
        </p:spPr>
      </p:sp>
      <p:sp>
        <p:nvSpPr>
          <p:cNvPr id="822" name="a_full_bar_ellipse_821">
            <a:extLst>
              <a:ext uri="{FF2B5EF4-FFF2-40B4-BE49-F238E27FC236}">
                <a16:creationId xmlns:a16="http://schemas.microsoft.com/office/drawing/2014/main" id="{FD568B32-6727-40BC-8328-6BCA1C69CAF9}"/>
              </a:ext>
            </a:extLst>
          </p:cNvPr>
          <p:cNvSpPr>
            <a:spLocks noGrp="1"/>
          </p:cNvSpPr>
          <p:nvPr/>
        </p:nvSpPr>
        <p:spPr>
          <a:xfrm>
            <a:off x="2991608" y="3082603"/>
            <a:ext cx="45341" cy="45341"/>
          </a:xfrm>
          <a:prstGeom prst="ellipse">
            <a:avLst/>
          </a:prstGeom>
          <a:solidFill>
            <a:srgbClr val="566AB4">
              <a:alpha val="40000"/>
            </a:srgbClr>
          </a:solidFill>
          <a:ln w="0">
            <a:noFill/>
            <a:prstDash val="solid"/>
          </a:ln>
        </p:spPr>
      </p:sp>
      <p:sp>
        <p:nvSpPr>
          <p:cNvPr id="823" name="a_full_bar_ellipse_822">
            <a:extLst>
              <a:ext uri="{FF2B5EF4-FFF2-40B4-BE49-F238E27FC236}">
                <a16:creationId xmlns:a16="http://schemas.microsoft.com/office/drawing/2014/main" id="{6892C838-CCB3-4A2F-8DE3-0A4D25EA882C}"/>
              </a:ext>
            </a:extLst>
          </p:cNvPr>
          <p:cNvSpPr>
            <a:spLocks noGrp="1"/>
          </p:cNvSpPr>
          <p:nvPr/>
        </p:nvSpPr>
        <p:spPr>
          <a:xfrm>
            <a:off x="2976343" y="4457382"/>
            <a:ext cx="45341" cy="45341"/>
          </a:xfrm>
          <a:prstGeom prst="ellipse">
            <a:avLst/>
          </a:prstGeom>
          <a:solidFill>
            <a:srgbClr val="566AB4">
              <a:alpha val="40000"/>
            </a:srgbClr>
          </a:solidFill>
          <a:ln w="0">
            <a:noFill/>
            <a:prstDash val="solid"/>
          </a:ln>
        </p:spPr>
      </p:sp>
      <p:sp>
        <p:nvSpPr>
          <p:cNvPr id="824" name="a_full_bar_ellipse_823">
            <a:extLst>
              <a:ext uri="{FF2B5EF4-FFF2-40B4-BE49-F238E27FC236}">
                <a16:creationId xmlns:a16="http://schemas.microsoft.com/office/drawing/2014/main" id="{62268AD3-D23A-4131-A906-5A4DC6D51EFA}"/>
              </a:ext>
            </a:extLst>
          </p:cNvPr>
          <p:cNvSpPr>
            <a:spLocks noGrp="1"/>
          </p:cNvSpPr>
          <p:nvPr/>
        </p:nvSpPr>
        <p:spPr>
          <a:xfrm>
            <a:off x="2990861" y="3646702"/>
            <a:ext cx="45341" cy="45341"/>
          </a:xfrm>
          <a:prstGeom prst="ellipse">
            <a:avLst/>
          </a:prstGeom>
          <a:solidFill>
            <a:srgbClr val="566AB4">
              <a:alpha val="40000"/>
            </a:srgbClr>
          </a:solidFill>
          <a:ln w="0">
            <a:noFill/>
            <a:prstDash val="solid"/>
          </a:ln>
        </p:spPr>
      </p:sp>
      <p:sp>
        <p:nvSpPr>
          <p:cNvPr id="825" name="a_full_bar_ellipse_824">
            <a:extLst>
              <a:ext uri="{FF2B5EF4-FFF2-40B4-BE49-F238E27FC236}">
                <a16:creationId xmlns:a16="http://schemas.microsoft.com/office/drawing/2014/main" id="{B24A2565-8E4E-4E32-BC16-93C9E5E6AE3E}"/>
              </a:ext>
            </a:extLst>
          </p:cNvPr>
          <p:cNvSpPr>
            <a:spLocks noGrp="1"/>
          </p:cNvSpPr>
          <p:nvPr/>
        </p:nvSpPr>
        <p:spPr>
          <a:xfrm>
            <a:off x="3165536" y="2836021"/>
            <a:ext cx="45341" cy="45341"/>
          </a:xfrm>
          <a:prstGeom prst="ellipse">
            <a:avLst/>
          </a:prstGeom>
          <a:solidFill>
            <a:srgbClr val="566AB4">
              <a:alpha val="40000"/>
            </a:srgbClr>
          </a:solidFill>
          <a:ln w="0">
            <a:noFill/>
            <a:prstDash val="solid"/>
          </a:ln>
        </p:spPr>
      </p:sp>
      <p:sp>
        <p:nvSpPr>
          <p:cNvPr id="826" name="a_full_bar_ellipse_825">
            <a:extLst>
              <a:ext uri="{FF2B5EF4-FFF2-40B4-BE49-F238E27FC236}">
                <a16:creationId xmlns:a16="http://schemas.microsoft.com/office/drawing/2014/main" id="{ADBDB9F7-A90D-48E3-8C4D-7637730EB244}"/>
              </a:ext>
            </a:extLst>
          </p:cNvPr>
          <p:cNvSpPr>
            <a:spLocks noGrp="1"/>
          </p:cNvSpPr>
          <p:nvPr/>
        </p:nvSpPr>
        <p:spPr>
          <a:xfrm>
            <a:off x="3057927" y="2345134"/>
            <a:ext cx="45341" cy="45341"/>
          </a:xfrm>
          <a:prstGeom prst="ellipse">
            <a:avLst/>
          </a:prstGeom>
          <a:solidFill>
            <a:srgbClr val="566AB4">
              <a:alpha val="40000"/>
            </a:srgbClr>
          </a:solidFill>
          <a:ln w="0">
            <a:noFill/>
            <a:prstDash val="solid"/>
          </a:ln>
        </p:spPr>
      </p:sp>
      <p:sp>
        <p:nvSpPr>
          <p:cNvPr id="827" name="a_full_bar_ellipse_826">
            <a:extLst>
              <a:ext uri="{FF2B5EF4-FFF2-40B4-BE49-F238E27FC236}">
                <a16:creationId xmlns:a16="http://schemas.microsoft.com/office/drawing/2014/main" id="{FBF97B33-2A78-4602-86AB-C9C1451CC392}"/>
              </a:ext>
            </a:extLst>
          </p:cNvPr>
          <p:cNvSpPr>
            <a:spLocks noGrp="1"/>
          </p:cNvSpPr>
          <p:nvPr/>
        </p:nvSpPr>
        <p:spPr>
          <a:xfrm>
            <a:off x="2982905" y="3241362"/>
            <a:ext cx="45341" cy="45341"/>
          </a:xfrm>
          <a:prstGeom prst="ellipse">
            <a:avLst/>
          </a:prstGeom>
          <a:solidFill>
            <a:srgbClr val="566AB4">
              <a:alpha val="40000"/>
            </a:srgbClr>
          </a:solidFill>
          <a:ln w="0">
            <a:noFill/>
            <a:prstDash val="solid"/>
          </a:ln>
        </p:spPr>
      </p:sp>
      <p:sp>
        <p:nvSpPr>
          <p:cNvPr id="828" name="a_full_bar_ellipse_827">
            <a:extLst>
              <a:ext uri="{FF2B5EF4-FFF2-40B4-BE49-F238E27FC236}">
                <a16:creationId xmlns:a16="http://schemas.microsoft.com/office/drawing/2014/main" id="{FC75C2AC-0452-41C2-BBD0-C78EC6A46145}"/>
              </a:ext>
            </a:extLst>
          </p:cNvPr>
          <p:cNvSpPr>
            <a:spLocks noGrp="1"/>
          </p:cNvSpPr>
          <p:nvPr/>
        </p:nvSpPr>
        <p:spPr>
          <a:xfrm>
            <a:off x="3052176" y="3849372"/>
            <a:ext cx="45341" cy="45341"/>
          </a:xfrm>
          <a:prstGeom prst="ellipse">
            <a:avLst/>
          </a:prstGeom>
          <a:solidFill>
            <a:srgbClr val="566AB4">
              <a:alpha val="40000"/>
            </a:srgbClr>
          </a:solidFill>
          <a:ln w="0">
            <a:noFill/>
            <a:prstDash val="solid"/>
          </a:ln>
        </p:spPr>
      </p:sp>
      <p:sp>
        <p:nvSpPr>
          <p:cNvPr id="829" name="a_full_bar_ellipse_828">
            <a:extLst>
              <a:ext uri="{FF2B5EF4-FFF2-40B4-BE49-F238E27FC236}">
                <a16:creationId xmlns:a16="http://schemas.microsoft.com/office/drawing/2014/main" id="{B968E222-197A-483A-882A-BE18533699AC}"/>
              </a:ext>
            </a:extLst>
          </p:cNvPr>
          <p:cNvSpPr>
            <a:spLocks noGrp="1"/>
          </p:cNvSpPr>
          <p:nvPr/>
        </p:nvSpPr>
        <p:spPr>
          <a:xfrm>
            <a:off x="3180294" y="2720210"/>
            <a:ext cx="45341" cy="45341"/>
          </a:xfrm>
          <a:prstGeom prst="ellipse">
            <a:avLst/>
          </a:prstGeom>
          <a:solidFill>
            <a:srgbClr val="566AB4">
              <a:alpha val="40000"/>
            </a:srgbClr>
          </a:solidFill>
          <a:ln w="0">
            <a:noFill/>
            <a:prstDash val="solid"/>
          </a:ln>
        </p:spPr>
      </p:sp>
      <p:sp>
        <p:nvSpPr>
          <p:cNvPr id="830" name="a_full_bar_ellipse_829">
            <a:extLst>
              <a:ext uri="{FF2B5EF4-FFF2-40B4-BE49-F238E27FC236}">
                <a16:creationId xmlns:a16="http://schemas.microsoft.com/office/drawing/2014/main" id="{A6E561B4-F240-4B97-9991-4715E4FC2468}"/>
              </a:ext>
            </a:extLst>
          </p:cNvPr>
          <p:cNvSpPr>
            <a:spLocks noGrp="1"/>
          </p:cNvSpPr>
          <p:nvPr/>
        </p:nvSpPr>
        <p:spPr>
          <a:xfrm>
            <a:off x="3045781" y="2025341"/>
            <a:ext cx="45341" cy="45341"/>
          </a:xfrm>
          <a:prstGeom prst="ellipse">
            <a:avLst/>
          </a:prstGeom>
          <a:solidFill>
            <a:srgbClr val="566AB4">
              <a:alpha val="40000"/>
            </a:srgbClr>
          </a:solidFill>
          <a:ln w="0">
            <a:noFill/>
            <a:prstDash val="solid"/>
          </a:ln>
        </p:spPr>
      </p:sp>
      <p:sp>
        <p:nvSpPr>
          <p:cNvPr id="831" name="a_full_bar_ellipse_830">
            <a:extLst>
              <a:ext uri="{FF2B5EF4-FFF2-40B4-BE49-F238E27FC236}">
                <a16:creationId xmlns:a16="http://schemas.microsoft.com/office/drawing/2014/main" id="{7670277E-28F4-4C98-8FB4-53FB0B461606}"/>
              </a:ext>
            </a:extLst>
          </p:cNvPr>
          <p:cNvSpPr>
            <a:spLocks noGrp="1"/>
          </p:cNvSpPr>
          <p:nvPr/>
        </p:nvSpPr>
        <p:spPr>
          <a:xfrm>
            <a:off x="3015383" y="2025341"/>
            <a:ext cx="45341" cy="45341"/>
          </a:xfrm>
          <a:prstGeom prst="ellipse">
            <a:avLst/>
          </a:prstGeom>
          <a:solidFill>
            <a:srgbClr val="566AB4">
              <a:alpha val="40000"/>
            </a:srgbClr>
          </a:solidFill>
          <a:ln w="0">
            <a:noFill/>
            <a:prstDash val="solid"/>
          </a:ln>
        </p:spPr>
      </p:sp>
      <p:sp>
        <p:nvSpPr>
          <p:cNvPr id="832" name="a_full_bar_ellipse_831">
            <a:extLst>
              <a:ext uri="{FF2B5EF4-FFF2-40B4-BE49-F238E27FC236}">
                <a16:creationId xmlns:a16="http://schemas.microsoft.com/office/drawing/2014/main" id="{05631E1E-F73E-46AA-B03D-1AA15DF9C591}"/>
              </a:ext>
            </a:extLst>
          </p:cNvPr>
          <p:cNvSpPr>
            <a:spLocks noGrp="1"/>
          </p:cNvSpPr>
          <p:nvPr/>
        </p:nvSpPr>
        <p:spPr>
          <a:xfrm>
            <a:off x="3007519" y="3721210"/>
            <a:ext cx="45341" cy="45341"/>
          </a:xfrm>
          <a:prstGeom prst="ellipse">
            <a:avLst/>
          </a:prstGeom>
          <a:solidFill>
            <a:srgbClr val="566AB4">
              <a:alpha val="40000"/>
            </a:srgbClr>
          </a:solidFill>
          <a:ln w="0">
            <a:noFill/>
            <a:prstDash val="solid"/>
          </a:ln>
        </p:spPr>
      </p:sp>
      <p:sp>
        <p:nvSpPr>
          <p:cNvPr id="833" name="a_full_bar_ellipse_832">
            <a:extLst>
              <a:ext uri="{FF2B5EF4-FFF2-40B4-BE49-F238E27FC236}">
                <a16:creationId xmlns:a16="http://schemas.microsoft.com/office/drawing/2014/main" id="{93271DF6-0DD6-4CC3-8413-BDCABAC1EA94}"/>
              </a:ext>
            </a:extLst>
          </p:cNvPr>
          <p:cNvSpPr>
            <a:spLocks noGrp="1"/>
          </p:cNvSpPr>
          <p:nvPr/>
        </p:nvSpPr>
        <p:spPr>
          <a:xfrm>
            <a:off x="3040002" y="3106248"/>
            <a:ext cx="45341" cy="45341"/>
          </a:xfrm>
          <a:prstGeom prst="ellipse">
            <a:avLst/>
          </a:prstGeom>
          <a:solidFill>
            <a:srgbClr val="566AB4">
              <a:alpha val="40000"/>
            </a:srgbClr>
          </a:solidFill>
          <a:ln w="0">
            <a:noFill/>
            <a:prstDash val="solid"/>
          </a:ln>
        </p:spPr>
      </p:sp>
      <p:sp>
        <p:nvSpPr>
          <p:cNvPr id="834" name="a_full_bar_ellipse_833">
            <a:extLst>
              <a:ext uri="{FF2B5EF4-FFF2-40B4-BE49-F238E27FC236}">
                <a16:creationId xmlns:a16="http://schemas.microsoft.com/office/drawing/2014/main" id="{8B150DAE-4004-4E8E-A259-14F327F642CA}"/>
              </a:ext>
            </a:extLst>
          </p:cNvPr>
          <p:cNvSpPr>
            <a:spLocks noGrp="1"/>
          </p:cNvSpPr>
          <p:nvPr/>
        </p:nvSpPr>
        <p:spPr>
          <a:xfrm>
            <a:off x="3024784" y="2025341"/>
            <a:ext cx="45341" cy="45341"/>
          </a:xfrm>
          <a:prstGeom prst="ellipse">
            <a:avLst/>
          </a:prstGeom>
          <a:solidFill>
            <a:srgbClr val="566AB4">
              <a:alpha val="40000"/>
            </a:srgbClr>
          </a:solidFill>
          <a:ln w="0">
            <a:noFill/>
            <a:prstDash val="solid"/>
          </a:ln>
        </p:spPr>
      </p:sp>
      <p:sp>
        <p:nvSpPr>
          <p:cNvPr id="835" name="a_full_bar_ellipse_834">
            <a:extLst>
              <a:ext uri="{FF2B5EF4-FFF2-40B4-BE49-F238E27FC236}">
                <a16:creationId xmlns:a16="http://schemas.microsoft.com/office/drawing/2014/main" id="{806D25C6-840A-48FC-9410-79A5A2C1591F}"/>
              </a:ext>
            </a:extLst>
          </p:cNvPr>
          <p:cNvSpPr>
            <a:spLocks noGrp="1"/>
          </p:cNvSpPr>
          <p:nvPr/>
        </p:nvSpPr>
        <p:spPr>
          <a:xfrm>
            <a:off x="3126969" y="3437394"/>
            <a:ext cx="45341" cy="45341"/>
          </a:xfrm>
          <a:prstGeom prst="ellipse">
            <a:avLst/>
          </a:prstGeom>
          <a:solidFill>
            <a:srgbClr val="566AB4">
              <a:alpha val="40000"/>
            </a:srgbClr>
          </a:solidFill>
          <a:ln w="0">
            <a:noFill/>
            <a:prstDash val="solid"/>
          </a:ln>
        </p:spPr>
      </p:sp>
      <p:sp>
        <p:nvSpPr>
          <p:cNvPr id="836" name="a_full_bar_ellipse_835">
            <a:extLst>
              <a:ext uri="{FF2B5EF4-FFF2-40B4-BE49-F238E27FC236}">
                <a16:creationId xmlns:a16="http://schemas.microsoft.com/office/drawing/2014/main" id="{1B14FC3D-D5B9-4FBE-A48B-AA582B8388BC}"/>
              </a:ext>
            </a:extLst>
          </p:cNvPr>
          <p:cNvSpPr>
            <a:spLocks noGrp="1"/>
          </p:cNvSpPr>
          <p:nvPr/>
        </p:nvSpPr>
        <p:spPr>
          <a:xfrm>
            <a:off x="3126140" y="2148595"/>
            <a:ext cx="45341" cy="45341"/>
          </a:xfrm>
          <a:prstGeom prst="ellipse">
            <a:avLst/>
          </a:prstGeom>
          <a:solidFill>
            <a:srgbClr val="566AB4">
              <a:alpha val="40000"/>
            </a:srgbClr>
          </a:solidFill>
          <a:ln w="0">
            <a:noFill/>
            <a:prstDash val="solid"/>
          </a:ln>
        </p:spPr>
      </p:sp>
      <p:sp>
        <p:nvSpPr>
          <p:cNvPr id="837" name="a_full_bar_ellipse_836">
            <a:extLst>
              <a:ext uri="{FF2B5EF4-FFF2-40B4-BE49-F238E27FC236}">
                <a16:creationId xmlns:a16="http://schemas.microsoft.com/office/drawing/2014/main" id="{C81863E1-F166-4905-87F5-A6B540CFFC3C}"/>
              </a:ext>
            </a:extLst>
          </p:cNvPr>
          <p:cNvSpPr>
            <a:spLocks noGrp="1"/>
          </p:cNvSpPr>
          <p:nvPr/>
        </p:nvSpPr>
        <p:spPr>
          <a:xfrm>
            <a:off x="2983472" y="3241362"/>
            <a:ext cx="45341" cy="45341"/>
          </a:xfrm>
          <a:prstGeom prst="ellipse">
            <a:avLst/>
          </a:prstGeom>
          <a:solidFill>
            <a:srgbClr val="566AB4">
              <a:alpha val="40000"/>
            </a:srgbClr>
          </a:solidFill>
          <a:ln w="0">
            <a:noFill/>
            <a:prstDash val="solid"/>
          </a:ln>
        </p:spPr>
      </p:sp>
      <p:sp>
        <p:nvSpPr>
          <p:cNvPr id="838" name="a_full_bar_ellipse_837">
            <a:extLst>
              <a:ext uri="{FF2B5EF4-FFF2-40B4-BE49-F238E27FC236}">
                <a16:creationId xmlns:a16="http://schemas.microsoft.com/office/drawing/2014/main" id="{094E1B63-8BE7-4EA2-9C0F-532542F632F9}"/>
              </a:ext>
            </a:extLst>
          </p:cNvPr>
          <p:cNvSpPr>
            <a:spLocks noGrp="1"/>
          </p:cNvSpPr>
          <p:nvPr/>
        </p:nvSpPr>
        <p:spPr>
          <a:xfrm>
            <a:off x="3038477" y="3646702"/>
            <a:ext cx="45341" cy="45341"/>
          </a:xfrm>
          <a:prstGeom prst="ellipse">
            <a:avLst/>
          </a:prstGeom>
          <a:solidFill>
            <a:srgbClr val="566AB4">
              <a:alpha val="40000"/>
            </a:srgbClr>
          </a:solidFill>
          <a:ln w="0">
            <a:noFill/>
            <a:prstDash val="solid"/>
          </a:ln>
        </p:spPr>
      </p:sp>
      <p:sp>
        <p:nvSpPr>
          <p:cNvPr id="839" name="a_full_bar_ellipse_838">
            <a:extLst>
              <a:ext uri="{FF2B5EF4-FFF2-40B4-BE49-F238E27FC236}">
                <a16:creationId xmlns:a16="http://schemas.microsoft.com/office/drawing/2014/main" id="{3E782257-8147-4424-A6F6-EA1FF6A32979}"/>
              </a:ext>
            </a:extLst>
          </p:cNvPr>
          <p:cNvSpPr>
            <a:spLocks noGrp="1"/>
          </p:cNvSpPr>
          <p:nvPr/>
        </p:nvSpPr>
        <p:spPr>
          <a:xfrm>
            <a:off x="3015061" y="2025341"/>
            <a:ext cx="45341" cy="45341"/>
          </a:xfrm>
          <a:prstGeom prst="ellipse">
            <a:avLst/>
          </a:prstGeom>
          <a:solidFill>
            <a:srgbClr val="566AB4">
              <a:alpha val="40000"/>
            </a:srgbClr>
          </a:solidFill>
          <a:ln w="0">
            <a:noFill/>
            <a:prstDash val="solid"/>
          </a:ln>
        </p:spPr>
      </p:sp>
      <p:sp>
        <p:nvSpPr>
          <p:cNvPr id="840" name="a_full_bar_ellipse_839">
            <a:extLst>
              <a:ext uri="{FF2B5EF4-FFF2-40B4-BE49-F238E27FC236}">
                <a16:creationId xmlns:a16="http://schemas.microsoft.com/office/drawing/2014/main" id="{69319464-735E-4B29-A7B1-72A0A900B561}"/>
              </a:ext>
            </a:extLst>
          </p:cNvPr>
          <p:cNvSpPr>
            <a:spLocks noGrp="1"/>
          </p:cNvSpPr>
          <p:nvPr/>
        </p:nvSpPr>
        <p:spPr>
          <a:xfrm>
            <a:off x="3154971" y="2228011"/>
            <a:ext cx="45341" cy="45341"/>
          </a:xfrm>
          <a:prstGeom prst="ellipse">
            <a:avLst/>
          </a:prstGeom>
          <a:solidFill>
            <a:srgbClr val="566AB4">
              <a:alpha val="40000"/>
            </a:srgbClr>
          </a:solidFill>
          <a:ln w="0">
            <a:noFill/>
            <a:prstDash val="solid"/>
          </a:ln>
        </p:spPr>
      </p:sp>
      <p:sp>
        <p:nvSpPr>
          <p:cNvPr id="841" name="a_full_bar_ellipse_840">
            <a:extLst>
              <a:ext uri="{FF2B5EF4-FFF2-40B4-BE49-F238E27FC236}">
                <a16:creationId xmlns:a16="http://schemas.microsoft.com/office/drawing/2014/main" id="{7AF617C9-8786-4FAA-9F4D-3C6EADEC05B3}"/>
              </a:ext>
            </a:extLst>
          </p:cNvPr>
          <p:cNvSpPr>
            <a:spLocks noGrp="1"/>
          </p:cNvSpPr>
          <p:nvPr/>
        </p:nvSpPr>
        <p:spPr>
          <a:xfrm>
            <a:off x="3144177" y="4457382"/>
            <a:ext cx="45341" cy="45341"/>
          </a:xfrm>
          <a:prstGeom prst="ellipse">
            <a:avLst/>
          </a:prstGeom>
          <a:solidFill>
            <a:srgbClr val="566AB4">
              <a:alpha val="40000"/>
            </a:srgbClr>
          </a:solidFill>
          <a:ln w="0">
            <a:noFill/>
            <a:prstDash val="solid"/>
          </a:ln>
        </p:spPr>
      </p:sp>
      <p:sp>
        <p:nvSpPr>
          <p:cNvPr id="842" name="a_full_bar_ellipse_841">
            <a:extLst>
              <a:ext uri="{FF2B5EF4-FFF2-40B4-BE49-F238E27FC236}">
                <a16:creationId xmlns:a16="http://schemas.microsoft.com/office/drawing/2014/main" id="{07DEC9AF-67D7-4E3D-8FCF-62F67BD6E9FF}"/>
              </a:ext>
            </a:extLst>
          </p:cNvPr>
          <p:cNvSpPr>
            <a:spLocks noGrp="1"/>
          </p:cNvSpPr>
          <p:nvPr/>
        </p:nvSpPr>
        <p:spPr>
          <a:xfrm>
            <a:off x="3117291" y="3781815"/>
            <a:ext cx="45341" cy="45341"/>
          </a:xfrm>
          <a:prstGeom prst="ellipse">
            <a:avLst/>
          </a:prstGeom>
          <a:solidFill>
            <a:srgbClr val="566AB4">
              <a:alpha val="40000"/>
            </a:srgbClr>
          </a:solidFill>
          <a:ln w="0">
            <a:noFill/>
            <a:prstDash val="solid"/>
          </a:ln>
        </p:spPr>
      </p:sp>
      <p:sp>
        <p:nvSpPr>
          <p:cNvPr id="843" name="a_full_bar_ellipse_842">
            <a:extLst>
              <a:ext uri="{FF2B5EF4-FFF2-40B4-BE49-F238E27FC236}">
                <a16:creationId xmlns:a16="http://schemas.microsoft.com/office/drawing/2014/main" id="{53791DE4-B3F1-440A-9778-704ED2040AD6}"/>
              </a:ext>
            </a:extLst>
          </p:cNvPr>
          <p:cNvSpPr>
            <a:spLocks noGrp="1"/>
          </p:cNvSpPr>
          <p:nvPr/>
        </p:nvSpPr>
        <p:spPr>
          <a:xfrm>
            <a:off x="3076426" y="3241362"/>
            <a:ext cx="45341" cy="45341"/>
          </a:xfrm>
          <a:prstGeom prst="ellipse">
            <a:avLst/>
          </a:prstGeom>
          <a:solidFill>
            <a:srgbClr val="566AB4">
              <a:alpha val="40000"/>
            </a:srgbClr>
          </a:solidFill>
          <a:ln w="0">
            <a:noFill/>
            <a:prstDash val="solid"/>
          </a:ln>
        </p:spPr>
      </p:sp>
      <p:sp>
        <p:nvSpPr>
          <p:cNvPr id="844" name="a_full_bar_ellipse_843">
            <a:extLst>
              <a:ext uri="{FF2B5EF4-FFF2-40B4-BE49-F238E27FC236}">
                <a16:creationId xmlns:a16="http://schemas.microsoft.com/office/drawing/2014/main" id="{AE6363FE-D88B-4E9E-A955-8116096B8657}"/>
              </a:ext>
            </a:extLst>
          </p:cNvPr>
          <p:cNvSpPr>
            <a:spLocks noGrp="1"/>
          </p:cNvSpPr>
          <p:nvPr/>
        </p:nvSpPr>
        <p:spPr>
          <a:xfrm>
            <a:off x="3014691" y="3241362"/>
            <a:ext cx="45341" cy="45341"/>
          </a:xfrm>
          <a:prstGeom prst="ellipse">
            <a:avLst/>
          </a:prstGeom>
          <a:solidFill>
            <a:srgbClr val="566AB4">
              <a:alpha val="40000"/>
            </a:srgbClr>
          </a:solidFill>
          <a:ln w="0">
            <a:noFill/>
            <a:prstDash val="solid"/>
          </a:ln>
        </p:spPr>
      </p:sp>
      <p:sp>
        <p:nvSpPr>
          <p:cNvPr id="845" name="a_full_bar_ellipse_844">
            <a:extLst>
              <a:ext uri="{FF2B5EF4-FFF2-40B4-BE49-F238E27FC236}">
                <a16:creationId xmlns:a16="http://schemas.microsoft.com/office/drawing/2014/main" id="{9B73033D-BC99-40EF-A728-57B0AAC9A4B2}"/>
              </a:ext>
            </a:extLst>
          </p:cNvPr>
          <p:cNvSpPr>
            <a:spLocks noGrp="1"/>
          </p:cNvSpPr>
          <p:nvPr/>
        </p:nvSpPr>
        <p:spPr>
          <a:xfrm>
            <a:off x="3094561" y="4109948"/>
            <a:ext cx="45341" cy="45341"/>
          </a:xfrm>
          <a:prstGeom prst="ellipse">
            <a:avLst/>
          </a:prstGeom>
          <a:solidFill>
            <a:srgbClr val="566AB4">
              <a:alpha val="40000"/>
            </a:srgbClr>
          </a:solidFill>
          <a:ln w="0">
            <a:noFill/>
            <a:prstDash val="solid"/>
          </a:ln>
        </p:spPr>
      </p:sp>
      <p:sp>
        <p:nvSpPr>
          <p:cNvPr id="846" name="a_full_bar_ellipse_845">
            <a:extLst>
              <a:ext uri="{FF2B5EF4-FFF2-40B4-BE49-F238E27FC236}">
                <a16:creationId xmlns:a16="http://schemas.microsoft.com/office/drawing/2014/main" id="{7D79B7FA-F679-429D-B305-881E51AB4416}"/>
              </a:ext>
            </a:extLst>
          </p:cNvPr>
          <p:cNvSpPr>
            <a:spLocks noGrp="1"/>
          </p:cNvSpPr>
          <p:nvPr/>
        </p:nvSpPr>
        <p:spPr>
          <a:xfrm>
            <a:off x="3159033" y="3293504"/>
            <a:ext cx="45341" cy="45341"/>
          </a:xfrm>
          <a:prstGeom prst="ellipse">
            <a:avLst/>
          </a:prstGeom>
          <a:solidFill>
            <a:srgbClr val="566AB4">
              <a:alpha val="40000"/>
            </a:srgbClr>
          </a:solidFill>
          <a:ln w="0">
            <a:noFill/>
            <a:prstDash val="solid"/>
          </a:ln>
        </p:spPr>
      </p:sp>
      <p:sp>
        <p:nvSpPr>
          <p:cNvPr id="847" name="a_full_bar_ellipse_846">
            <a:extLst>
              <a:ext uri="{FF2B5EF4-FFF2-40B4-BE49-F238E27FC236}">
                <a16:creationId xmlns:a16="http://schemas.microsoft.com/office/drawing/2014/main" id="{B042CCAB-E708-42C9-A3D3-5685652005D4}"/>
              </a:ext>
            </a:extLst>
          </p:cNvPr>
          <p:cNvSpPr>
            <a:spLocks noGrp="1"/>
          </p:cNvSpPr>
          <p:nvPr/>
        </p:nvSpPr>
        <p:spPr>
          <a:xfrm>
            <a:off x="2993582" y="2836021"/>
            <a:ext cx="45341" cy="45341"/>
          </a:xfrm>
          <a:prstGeom prst="ellipse">
            <a:avLst/>
          </a:prstGeom>
          <a:solidFill>
            <a:srgbClr val="566AB4">
              <a:alpha val="40000"/>
            </a:srgbClr>
          </a:solidFill>
          <a:ln w="0">
            <a:noFill/>
            <a:prstDash val="solid"/>
          </a:ln>
        </p:spPr>
      </p:sp>
      <p:sp>
        <p:nvSpPr>
          <p:cNvPr id="848" name="a_full_bar_ellipse_847">
            <a:extLst>
              <a:ext uri="{FF2B5EF4-FFF2-40B4-BE49-F238E27FC236}">
                <a16:creationId xmlns:a16="http://schemas.microsoft.com/office/drawing/2014/main" id="{A9CCF7CC-EE8D-47A4-896C-34A5DFFA79A5}"/>
              </a:ext>
            </a:extLst>
          </p:cNvPr>
          <p:cNvSpPr>
            <a:spLocks noGrp="1"/>
          </p:cNvSpPr>
          <p:nvPr/>
        </p:nvSpPr>
        <p:spPr>
          <a:xfrm>
            <a:off x="3154358" y="2836021"/>
            <a:ext cx="45341" cy="45341"/>
          </a:xfrm>
          <a:prstGeom prst="ellipse">
            <a:avLst/>
          </a:prstGeom>
          <a:solidFill>
            <a:srgbClr val="566AB4">
              <a:alpha val="40000"/>
            </a:srgbClr>
          </a:solidFill>
          <a:ln w="0">
            <a:noFill/>
            <a:prstDash val="solid"/>
          </a:ln>
        </p:spPr>
      </p:sp>
      <p:sp>
        <p:nvSpPr>
          <p:cNvPr id="849" name="a_full_bar_ellipse_848">
            <a:extLst>
              <a:ext uri="{FF2B5EF4-FFF2-40B4-BE49-F238E27FC236}">
                <a16:creationId xmlns:a16="http://schemas.microsoft.com/office/drawing/2014/main" id="{49A81F87-EE39-4A56-A987-B140DED10AFF}"/>
              </a:ext>
            </a:extLst>
          </p:cNvPr>
          <p:cNvSpPr>
            <a:spLocks noGrp="1"/>
          </p:cNvSpPr>
          <p:nvPr/>
        </p:nvSpPr>
        <p:spPr>
          <a:xfrm>
            <a:off x="3136008" y="4457382"/>
            <a:ext cx="45341" cy="45341"/>
          </a:xfrm>
          <a:prstGeom prst="ellipse">
            <a:avLst/>
          </a:prstGeom>
          <a:solidFill>
            <a:srgbClr val="566AB4">
              <a:alpha val="40000"/>
            </a:srgbClr>
          </a:solidFill>
          <a:ln w="0">
            <a:noFill/>
            <a:prstDash val="solid"/>
          </a:ln>
        </p:spPr>
      </p:sp>
      <p:sp>
        <p:nvSpPr>
          <p:cNvPr id="850" name="a_full_bar_ellipse_849">
            <a:extLst>
              <a:ext uri="{FF2B5EF4-FFF2-40B4-BE49-F238E27FC236}">
                <a16:creationId xmlns:a16="http://schemas.microsoft.com/office/drawing/2014/main" id="{DCFB009E-8E24-41D5-A3D8-FC4B46324B56}"/>
              </a:ext>
            </a:extLst>
          </p:cNvPr>
          <p:cNvSpPr>
            <a:spLocks noGrp="1"/>
          </p:cNvSpPr>
          <p:nvPr/>
        </p:nvSpPr>
        <p:spPr>
          <a:xfrm>
            <a:off x="3026525" y="3241362"/>
            <a:ext cx="45341" cy="45341"/>
          </a:xfrm>
          <a:prstGeom prst="ellipse">
            <a:avLst/>
          </a:prstGeom>
          <a:solidFill>
            <a:srgbClr val="566AB4">
              <a:alpha val="40000"/>
            </a:srgbClr>
          </a:solidFill>
          <a:ln w="0">
            <a:noFill/>
            <a:prstDash val="solid"/>
          </a:ln>
        </p:spPr>
      </p:sp>
      <p:sp>
        <p:nvSpPr>
          <p:cNvPr id="851" name="a_full_bar_ellipse_850">
            <a:extLst>
              <a:ext uri="{FF2B5EF4-FFF2-40B4-BE49-F238E27FC236}">
                <a16:creationId xmlns:a16="http://schemas.microsoft.com/office/drawing/2014/main" id="{67ADB000-28AB-4A20-BFE7-BF29BB2FD40C}"/>
              </a:ext>
            </a:extLst>
          </p:cNvPr>
          <p:cNvSpPr>
            <a:spLocks noGrp="1"/>
          </p:cNvSpPr>
          <p:nvPr/>
        </p:nvSpPr>
        <p:spPr>
          <a:xfrm>
            <a:off x="3149642" y="2614795"/>
            <a:ext cx="45341" cy="45341"/>
          </a:xfrm>
          <a:prstGeom prst="ellipse">
            <a:avLst/>
          </a:prstGeom>
          <a:solidFill>
            <a:srgbClr val="566AB4">
              <a:alpha val="40000"/>
            </a:srgbClr>
          </a:solidFill>
          <a:ln w="0">
            <a:noFill/>
            <a:prstDash val="solid"/>
          </a:ln>
        </p:spPr>
      </p:sp>
      <p:sp>
        <p:nvSpPr>
          <p:cNvPr id="852" name="a_full_bar_ellipse_851">
            <a:extLst>
              <a:ext uri="{FF2B5EF4-FFF2-40B4-BE49-F238E27FC236}">
                <a16:creationId xmlns:a16="http://schemas.microsoft.com/office/drawing/2014/main" id="{D0EDE3C3-8962-48B8-8DBC-C4205A8948B3}"/>
              </a:ext>
            </a:extLst>
          </p:cNvPr>
          <p:cNvSpPr>
            <a:spLocks noGrp="1"/>
          </p:cNvSpPr>
          <p:nvPr/>
        </p:nvSpPr>
        <p:spPr>
          <a:xfrm>
            <a:off x="2977355" y="2805621"/>
            <a:ext cx="45341" cy="45341"/>
          </a:xfrm>
          <a:prstGeom prst="ellipse">
            <a:avLst/>
          </a:prstGeom>
          <a:solidFill>
            <a:srgbClr val="566AB4">
              <a:alpha val="40000"/>
            </a:srgbClr>
          </a:solidFill>
          <a:ln w="0">
            <a:noFill/>
            <a:prstDash val="solid"/>
          </a:ln>
        </p:spPr>
      </p:sp>
      <p:sp>
        <p:nvSpPr>
          <p:cNvPr id="853" name="a_full_bar_ellipse_852">
            <a:extLst>
              <a:ext uri="{FF2B5EF4-FFF2-40B4-BE49-F238E27FC236}">
                <a16:creationId xmlns:a16="http://schemas.microsoft.com/office/drawing/2014/main" id="{5CAF2771-F29D-4AB8-9F73-FA2AAD330BD2}"/>
              </a:ext>
            </a:extLst>
          </p:cNvPr>
          <p:cNvSpPr>
            <a:spLocks noGrp="1"/>
          </p:cNvSpPr>
          <p:nvPr/>
        </p:nvSpPr>
        <p:spPr>
          <a:xfrm>
            <a:off x="3019166" y="3241362"/>
            <a:ext cx="45341" cy="45341"/>
          </a:xfrm>
          <a:prstGeom prst="ellipse">
            <a:avLst/>
          </a:prstGeom>
          <a:solidFill>
            <a:srgbClr val="566AB4">
              <a:alpha val="40000"/>
            </a:srgbClr>
          </a:solidFill>
          <a:ln w="0">
            <a:noFill/>
            <a:prstDash val="solid"/>
          </a:ln>
        </p:spPr>
      </p:sp>
      <p:sp>
        <p:nvSpPr>
          <p:cNvPr id="854" name="a_full_bar_ellipse_853">
            <a:extLst>
              <a:ext uri="{FF2B5EF4-FFF2-40B4-BE49-F238E27FC236}">
                <a16:creationId xmlns:a16="http://schemas.microsoft.com/office/drawing/2014/main" id="{67A3D703-AD67-476D-90F2-AC5A0FA978B8}"/>
              </a:ext>
            </a:extLst>
          </p:cNvPr>
          <p:cNvSpPr>
            <a:spLocks noGrp="1"/>
          </p:cNvSpPr>
          <p:nvPr/>
        </p:nvSpPr>
        <p:spPr>
          <a:xfrm>
            <a:off x="3056520" y="3730625"/>
            <a:ext cx="45341" cy="45341"/>
          </a:xfrm>
          <a:prstGeom prst="ellipse">
            <a:avLst/>
          </a:prstGeom>
          <a:solidFill>
            <a:srgbClr val="566AB4">
              <a:alpha val="40000"/>
            </a:srgbClr>
          </a:solidFill>
          <a:ln w="0">
            <a:noFill/>
            <a:prstDash val="solid"/>
          </a:ln>
        </p:spPr>
      </p:sp>
      <p:sp>
        <p:nvSpPr>
          <p:cNvPr id="855" name="a_full_bar_ellipse_854">
            <a:extLst>
              <a:ext uri="{FF2B5EF4-FFF2-40B4-BE49-F238E27FC236}">
                <a16:creationId xmlns:a16="http://schemas.microsoft.com/office/drawing/2014/main" id="{2EAB19B0-EFE1-4A94-AD96-0C76B207BBFE}"/>
              </a:ext>
            </a:extLst>
          </p:cNvPr>
          <p:cNvSpPr>
            <a:spLocks noGrp="1"/>
          </p:cNvSpPr>
          <p:nvPr/>
        </p:nvSpPr>
        <p:spPr>
          <a:xfrm>
            <a:off x="2987317" y="2754953"/>
            <a:ext cx="45341" cy="45341"/>
          </a:xfrm>
          <a:prstGeom prst="ellipse">
            <a:avLst/>
          </a:prstGeom>
          <a:solidFill>
            <a:srgbClr val="566AB4">
              <a:alpha val="40000"/>
            </a:srgbClr>
          </a:solidFill>
          <a:ln w="0">
            <a:noFill/>
            <a:prstDash val="solid"/>
          </a:ln>
        </p:spPr>
      </p:sp>
      <p:sp>
        <p:nvSpPr>
          <p:cNvPr id="856" name="a_full_bar_ellipse_855">
            <a:extLst>
              <a:ext uri="{FF2B5EF4-FFF2-40B4-BE49-F238E27FC236}">
                <a16:creationId xmlns:a16="http://schemas.microsoft.com/office/drawing/2014/main" id="{96C3E18C-8247-4412-A305-2FC58E3C95AB}"/>
              </a:ext>
            </a:extLst>
          </p:cNvPr>
          <p:cNvSpPr>
            <a:spLocks noGrp="1"/>
          </p:cNvSpPr>
          <p:nvPr/>
        </p:nvSpPr>
        <p:spPr>
          <a:xfrm>
            <a:off x="3184134" y="2025341"/>
            <a:ext cx="45341" cy="45341"/>
          </a:xfrm>
          <a:prstGeom prst="ellipse">
            <a:avLst/>
          </a:prstGeom>
          <a:solidFill>
            <a:srgbClr val="566AB4">
              <a:alpha val="40000"/>
            </a:srgbClr>
          </a:solidFill>
          <a:ln w="0">
            <a:noFill/>
            <a:prstDash val="solid"/>
          </a:ln>
        </p:spPr>
      </p:sp>
      <p:sp>
        <p:nvSpPr>
          <p:cNvPr id="857" name="a_full_bar_ellipse_856">
            <a:extLst>
              <a:ext uri="{FF2B5EF4-FFF2-40B4-BE49-F238E27FC236}">
                <a16:creationId xmlns:a16="http://schemas.microsoft.com/office/drawing/2014/main" id="{885F5430-9D40-4760-B19A-9A58E0009BAE}"/>
              </a:ext>
            </a:extLst>
          </p:cNvPr>
          <p:cNvSpPr>
            <a:spLocks noGrp="1"/>
          </p:cNvSpPr>
          <p:nvPr/>
        </p:nvSpPr>
        <p:spPr>
          <a:xfrm>
            <a:off x="3162590" y="2633351"/>
            <a:ext cx="45341" cy="45341"/>
          </a:xfrm>
          <a:prstGeom prst="ellipse">
            <a:avLst/>
          </a:prstGeom>
          <a:solidFill>
            <a:srgbClr val="566AB4">
              <a:alpha val="40000"/>
            </a:srgbClr>
          </a:solidFill>
          <a:ln w="0">
            <a:noFill/>
            <a:prstDash val="solid"/>
          </a:ln>
        </p:spPr>
      </p:sp>
      <p:sp>
        <p:nvSpPr>
          <p:cNvPr id="858" name="a_full_bar_ellipse_857">
            <a:extLst>
              <a:ext uri="{FF2B5EF4-FFF2-40B4-BE49-F238E27FC236}">
                <a16:creationId xmlns:a16="http://schemas.microsoft.com/office/drawing/2014/main" id="{06A1BE3F-D209-4731-8FF5-6C780A613811}"/>
              </a:ext>
            </a:extLst>
          </p:cNvPr>
          <p:cNvSpPr>
            <a:spLocks noGrp="1"/>
          </p:cNvSpPr>
          <p:nvPr/>
        </p:nvSpPr>
        <p:spPr>
          <a:xfrm>
            <a:off x="3094112" y="2025341"/>
            <a:ext cx="45341" cy="45341"/>
          </a:xfrm>
          <a:prstGeom prst="ellipse">
            <a:avLst/>
          </a:prstGeom>
          <a:solidFill>
            <a:srgbClr val="566AB4">
              <a:alpha val="40000"/>
            </a:srgbClr>
          </a:solidFill>
          <a:ln w="0">
            <a:noFill/>
            <a:prstDash val="solid"/>
          </a:ln>
        </p:spPr>
      </p:sp>
      <p:sp>
        <p:nvSpPr>
          <p:cNvPr id="859" name="a_full_bar_ellipse_858">
            <a:extLst>
              <a:ext uri="{FF2B5EF4-FFF2-40B4-BE49-F238E27FC236}">
                <a16:creationId xmlns:a16="http://schemas.microsoft.com/office/drawing/2014/main" id="{3344E1FD-9BAA-43FD-B6EC-C84238D7E9C5}"/>
              </a:ext>
            </a:extLst>
          </p:cNvPr>
          <p:cNvSpPr>
            <a:spLocks noGrp="1"/>
          </p:cNvSpPr>
          <p:nvPr/>
        </p:nvSpPr>
        <p:spPr>
          <a:xfrm>
            <a:off x="3021825" y="2759368"/>
            <a:ext cx="45341" cy="45341"/>
          </a:xfrm>
          <a:prstGeom prst="ellipse">
            <a:avLst/>
          </a:prstGeom>
          <a:solidFill>
            <a:srgbClr val="566AB4">
              <a:alpha val="40000"/>
            </a:srgbClr>
          </a:solidFill>
          <a:ln w="0">
            <a:noFill/>
            <a:prstDash val="solid"/>
          </a:ln>
        </p:spPr>
      </p:sp>
      <p:sp>
        <p:nvSpPr>
          <p:cNvPr id="860" name="a_full_bar_ellipse_859">
            <a:extLst>
              <a:ext uri="{FF2B5EF4-FFF2-40B4-BE49-F238E27FC236}">
                <a16:creationId xmlns:a16="http://schemas.microsoft.com/office/drawing/2014/main" id="{35337AF1-EAF6-4A1F-B344-4B22B82158CE}"/>
              </a:ext>
            </a:extLst>
          </p:cNvPr>
          <p:cNvSpPr>
            <a:spLocks noGrp="1"/>
          </p:cNvSpPr>
          <p:nvPr/>
        </p:nvSpPr>
        <p:spPr>
          <a:xfrm>
            <a:off x="3087340" y="2430681"/>
            <a:ext cx="45341" cy="45341"/>
          </a:xfrm>
          <a:prstGeom prst="ellipse">
            <a:avLst/>
          </a:prstGeom>
          <a:solidFill>
            <a:srgbClr val="566AB4">
              <a:alpha val="40000"/>
            </a:srgbClr>
          </a:solidFill>
          <a:ln w="0">
            <a:noFill/>
            <a:prstDash val="solid"/>
          </a:ln>
        </p:spPr>
      </p:sp>
      <p:sp>
        <p:nvSpPr>
          <p:cNvPr id="861" name="a_full_bar_ellipse_860">
            <a:extLst>
              <a:ext uri="{FF2B5EF4-FFF2-40B4-BE49-F238E27FC236}">
                <a16:creationId xmlns:a16="http://schemas.microsoft.com/office/drawing/2014/main" id="{D3705342-FD10-46C5-B7C2-D0A5811047D3}"/>
              </a:ext>
            </a:extLst>
          </p:cNvPr>
          <p:cNvSpPr>
            <a:spLocks noGrp="1"/>
          </p:cNvSpPr>
          <p:nvPr/>
        </p:nvSpPr>
        <p:spPr>
          <a:xfrm>
            <a:off x="3169705" y="2836021"/>
            <a:ext cx="45341" cy="45341"/>
          </a:xfrm>
          <a:prstGeom prst="ellipse">
            <a:avLst/>
          </a:prstGeom>
          <a:solidFill>
            <a:srgbClr val="566AB4">
              <a:alpha val="40000"/>
            </a:srgbClr>
          </a:solidFill>
          <a:ln w="0">
            <a:noFill/>
            <a:prstDash val="solid"/>
          </a:ln>
        </p:spPr>
      </p:sp>
      <p:sp>
        <p:nvSpPr>
          <p:cNvPr id="862" name="a_full_bar_ellipse_861">
            <a:extLst>
              <a:ext uri="{FF2B5EF4-FFF2-40B4-BE49-F238E27FC236}">
                <a16:creationId xmlns:a16="http://schemas.microsoft.com/office/drawing/2014/main" id="{40B687D7-4DA6-403C-ABBD-FB04A18BE566}"/>
              </a:ext>
            </a:extLst>
          </p:cNvPr>
          <p:cNvSpPr>
            <a:spLocks noGrp="1"/>
          </p:cNvSpPr>
          <p:nvPr/>
        </p:nvSpPr>
        <p:spPr>
          <a:xfrm>
            <a:off x="3094843" y="3241362"/>
            <a:ext cx="45341" cy="45341"/>
          </a:xfrm>
          <a:prstGeom prst="ellipse">
            <a:avLst/>
          </a:prstGeom>
          <a:solidFill>
            <a:srgbClr val="566AB4">
              <a:alpha val="40000"/>
            </a:srgbClr>
          </a:solidFill>
          <a:ln w="0">
            <a:noFill/>
            <a:prstDash val="solid"/>
          </a:ln>
        </p:spPr>
      </p:sp>
      <p:sp>
        <p:nvSpPr>
          <p:cNvPr id="863" name="a_full_bar_ellipse_862">
            <a:extLst>
              <a:ext uri="{FF2B5EF4-FFF2-40B4-BE49-F238E27FC236}">
                <a16:creationId xmlns:a16="http://schemas.microsoft.com/office/drawing/2014/main" id="{5B41BD2E-978E-42D4-BF2C-74DA0AD93AAE}"/>
              </a:ext>
            </a:extLst>
          </p:cNvPr>
          <p:cNvSpPr>
            <a:spLocks noGrp="1"/>
          </p:cNvSpPr>
          <p:nvPr/>
        </p:nvSpPr>
        <p:spPr>
          <a:xfrm>
            <a:off x="3080167" y="3496465"/>
            <a:ext cx="45341" cy="45341"/>
          </a:xfrm>
          <a:prstGeom prst="ellipse">
            <a:avLst/>
          </a:prstGeom>
          <a:solidFill>
            <a:srgbClr val="566AB4">
              <a:alpha val="40000"/>
            </a:srgbClr>
          </a:solidFill>
          <a:ln w="0">
            <a:noFill/>
            <a:prstDash val="solid"/>
          </a:ln>
        </p:spPr>
      </p:sp>
      <p:sp>
        <p:nvSpPr>
          <p:cNvPr id="864" name="a_full_bar_ellipse_863">
            <a:extLst>
              <a:ext uri="{FF2B5EF4-FFF2-40B4-BE49-F238E27FC236}">
                <a16:creationId xmlns:a16="http://schemas.microsoft.com/office/drawing/2014/main" id="{555F63ED-B8F7-4242-BCDC-8376279A16E1}"/>
              </a:ext>
            </a:extLst>
          </p:cNvPr>
          <p:cNvSpPr>
            <a:spLocks noGrp="1"/>
          </p:cNvSpPr>
          <p:nvPr/>
        </p:nvSpPr>
        <p:spPr>
          <a:xfrm>
            <a:off x="3037585" y="2025341"/>
            <a:ext cx="45341" cy="45341"/>
          </a:xfrm>
          <a:prstGeom prst="ellipse">
            <a:avLst/>
          </a:prstGeom>
          <a:solidFill>
            <a:srgbClr val="566AB4">
              <a:alpha val="40000"/>
            </a:srgbClr>
          </a:solidFill>
          <a:ln w="0">
            <a:noFill/>
            <a:prstDash val="solid"/>
          </a:ln>
        </p:spPr>
      </p:sp>
      <p:sp>
        <p:nvSpPr>
          <p:cNvPr id="865" name="a_full_bar_ellipse_864">
            <a:extLst>
              <a:ext uri="{FF2B5EF4-FFF2-40B4-BE49-F238E27FC236}">
                <a16:creationId xmlns:a16="http://schemas.microsoft.com/office/drawing/2014/main" id="{A1DF6F0A-95D1-41E8-B7F7-1B414310C2AB}"/>
              </a:ext>
            </a:extLst>
          </p:cNvPr>
          <p:cNvSpPr>
            <a:spLocks noGrp="1"/>
          </p:cNvSpPr>
          <p:nvPr/>
        </p:nvSpPr>
        <p:spPr>
          <a:xfrm>
            <a:off x="3110121" y="4457382"/>
            <a:ext cx="45341" cy="45341"/>
          </a:xfrm>
          <a:prstGeom prst="ellipse">
            <a:avLst/>
          </a:prstGeom>
          <a:solidFill>
            <a:srgbClr val="566AB4">
              <a:alpha val="40000"/>
            </a:srgbClr>
          </a:solidFill>
          <a:ln w="0">
            <a:noFill/>
            <a:prstDash val="solid"/>
          </a:ln>
        </p:spPr>
      </p:sp>
      <p:sp>
        <p:nvSpPr>
          <p:cNvPr id="866" name="a_full_bar_ellipse_865">
            <a:extLst>
              <a:ext uri="{FF2B5EF4-FFF2-40B4-BE49-F238E27FC236}">
                <a16:creationId xmlns:a16="http://schemas.microsoft.com/office/drawing/2014/main" id="{FA8F73A7-4A3A-46F8-8530-150A8BC8310B}"/>
              </a:ext>
            </a:extLst>
          </p:cNvPr>
          <p:cNvSpPr>
            <a:spLocks noGrp="1"/>
          </p:cNvSpPr>
          <p:nvPr/>
        </p:nvSpPr>
        <p:spPr>
          <a:xfrm>
            <a:off x="3106769" y="3241362"/>
            <a:ext cx="45341" cy="45341"/>
          </a:xfrm>
          <a:prstGeom prst="ellipse">
            <a:avLst/>
          </a:prstGeom>
          <a:solidFill>
            <a:srgbClr val="566AB4">
              <a:alpha val="40000"/>
            </a:srgbClr>
          </a:solidFill>
          <a:ln w="0">
            <a:noFill/>
            <a:prstDash val="solid"/>
          </a:ln>
        </p:spPr>
      </p:sp>
      <p:sp>
        <p:nvSpPr>
          <p:cNvPr id="867" name="a_full_bar_ellipse_866">
            <a:extLst>
              <a:ext uri="{FF2B5EF4-FFF2-40B4-BE49-F238E27FC236}">
                <a16:creationId xmlns:a16="http://schemas.microsoft.com/office/drawing/2014/main" id="{85AC07DC-98B2-4882-9497-A6633B7F3EDC}"/>
              </a:ext>
            </a:extLst>
          </p:cNvPr>
          <p:cNvSpPr>
            <a:spLocks noGrp="1"/>
          </p:cNvSpPr>
          <p:nvPr/>
        </p:nvSpPr>
        <p:spPr>
          <a:xfrm>
            <a:off x="3184095" y="4457382"/>
            <a:ext cx="45341" cy="45341"/>
          </a:xfrm>
          <a:prstGeom prst="ellipse">
            <a:avLst/>
          </a:prstGeom>
          <a:solidFill>
            <a:srgbClr val="566AB4">
              <a:alpha val="40000"/>
            </a:srgbClr>
          </a:solidFill>
          <a:ln w="0">
            <a:noFill/>
            <a:prstDash val="solid"/>
          </a:ln>
        </p:spPr>
      </p:sp>
      <p:sp>
        <p:nvSpPr>
          <p:cNvPr id="868" name="a_full_bar_ellipse_867">
            <a:extLst>
              <a:ext uri="{FF2B5EF4-FFF2-40B4-BE49-F238E27FC236}">
                <a16:creationId xmlns:a16="http://schemas.microsoft.com/office/drawing/2014/main" id="{B3A04A72-CDC3-4E17-8027-8EA8DB9323B0}"/>
              </a:ext>
            </a:extLst>
          </p:cNvPr>
          <p:cNvSpPr>
            <a:spLocks noGrp="1"/>
          </p:cNvSpPr>
          <p:nvPr/>
        </p:nvSpPr>
        <p:spPr>
          <a:xfrm>
            <a:off x="3100140" y="3103253"/>
            <a:ext cx="45341" cy="45341"/>
          </a:xfrm>
          <a:prstGeom prst="ellipse">
            <a:avLst/>
          </a:prstGeom>
          <a:solidFill>
            <a:srgbClr val="566AB4">
              <a:alpha val="40000"/>
            </a:srgbClr>
          </a:solidFill>
          <a:ln w="0">
            <a:noFill/>
            <a:prstDash val="solid"/>
          </a:ln>
        </p:spPr>
      </p:sp>
      <p:sp>
        <p:nvSpPr>
          <p:cNvPr id="869" name="a_full_bar_ellipse_868">
            <a:extLst>
              <a:ext uri="{FF2B5EF4-FFF2-40B4-BE49-F238E27FC236}">
                <a16:creationId xmlns:a16="http://schemas.microsoft.com/office/drawing/2014/main" id="{7BF037D7-2A28-4639-A80C-F7F4B411FCF2}"/>
              </a:ext>
            </a:extLst>
          </p:cNvPr>
          <p:cNvSpPr>
            <a:spLocks noGrp="1"/>
          </p:cNvSpPr>
          <p:nvPr/>
        </p:nvSpPr>
        <p:spPr>
          <a:xfrm>
            <a:off x="2990316" y="2150803"/>
            <a:ext cx="45341" cy="45341"/>
          </a:xfrm>
          <a:prstGeom prst="ellipse">
            <a:avLst/>
          </a:prstGeom>
          <a:solidFill>
            <a:srgbClr val="566AB4">
              <a:alpha val="40000"/>
            </a:srgbClr>
          </a:solidFill>
          <a:ln w="0">
            <a:noFill/>
            <a:prstDash val="solid"/>
          </a:ln>
        </p:spPr>
      </p:sp>
      <p:sp>
        <p:nvSpPr>
          <p:cNvPr id="870" name="a_full_bar_ellipse_869">
            <a:extLst>
              <a:ext uri="{FF2B5EF4-FFF2-40B4-BE49-F238E27FC236}">
                <a16:creationId xmlns:a16="http://schemas.microsoft.com/office/drawing/2014/main" id="{5CAFDD69-C3FD-4FCF-BD98-1477B5C57C62}"/>
              </a:ext>
            </a:extLst>
          </p:cNvPr>
          <p:cNvSpPr>
            <a:spLocks noGrp="1"/>
          </p:cNvSpPr>
          <p:nvPr/>
        </p:nvSpPr>
        <p:spPr>
          <a:xfrm>
            <a:off x="3130276" y="3963374"/>
            <a:ext cx="45341" cy="45341"/>
          </a:xfrm>
          <a:prstGeom prst="ellipse">
            <a:avLst/>
          </a:prstGeom>
          <a:solidFill>
            <a:srgbClr val="566AB4">
              <a:alpha val="40000"/>
            </a:srgbClr>
          </a:solidFill>
          <a:ln w="0">
            <a:noFill/>
            <a:prstDash val="solid"/>
          </a:ln>
        </p:spPr>
      </p:sp>
      <p:sp>
        <p:nvSpPr>
          <p:cNvPr id="871" name="a_full_bar_ellipse_870">
            <a:extLst>
              <a:ext uri="{FF2B5EF4-FFF2-40B4-BE49-F238E27FC236}">
                <a16:creationId xmlns:a16="http://schemas.microsoft.com/office/drawing/2014/main" id="{5AF56D16-5941-40AD-B185-7F139F007464}"/>
              </a:ext>
            </a:extLst>
          </p:cNvPr>
          <p:cNvSpPr>
            <a:spLocks noGrp="1"/>
          </p:cNvSpPr>
          <p:nvPr/>
        </p:nvSpPr>
        <p:spPr>
          <a:xfrm>
            <a:off x="3125543" y="2025341"/>
            <a:ext cx="45341" cy="45341"/>
          </a:xfrm>
          <a:prstGeom prst="ellipse">
            <a:avLst/>
          </a:prstGeom>
          <a:solidFill>
            <a:srgbClr val="566AB4">
              <a:alpha val="40000"/>
            </a:srgbClr>
          </a:solidFill>
          <a:ln w="0">
            <a:noFill/>
            <a:prstDash val="solid"/>
          </a:ln>
        </p:spPr>
      </p:sp>
      <p:sp>
        <p:nvSpPr>
          <p:cNvPr id="872" name="a_full_bar_ellipse_871">
            <a:extLst>
              <a:ext uri="{FF2B5EF4-FFF2-40B4-BE49-F238E27FC236}">
                <a16:creationId xmlns:a16="http://schemas.microsoft.com/office/drawing/2014/main" id="{9A1414E2-ADAB-4FA0-9DF7-E5E7DDAA773B}"/>
              </a:ext>
            </a:extLst>
          </p:cNvPr>
          <p:cNvSpPr>
            <a:spLocks noGrp="1"/>
          </p:cNvSpPr>
          <p:nvPr/>
        </p:nvSpPr>
        <p:spPr>
          <a:xfrm>
            <a:off x="3105517" y="2025341"/>
            <a:ext cx="45341" cy="45341"/>
          </a:xfrm>
          <a:prstGeom prst="ellipse">
            <a:avLst/>
          </a:prstGeom>
          <a:solidFill>
            <a:srgbClr val="566AB4">
              <a:alpha val="40000"/>
            </a:srgbClr>
          </a:solidFill>
          <a:ln w="0">
            <a:noFill/>
            <a:prstDash val="solid"/>
          </a:ln>
        </p:spPr>
      </p:sp>
      <p:sp>
        <p:nvSpPr>
          <p:cNvPr id="873" name="a_full_bar_ellipse_872">
            <a:extLst>
              <a:ext uri="{FF2B5EF4-FFF2-40B4-BE49-F238E27FC236}">
                <a16:creationId xmlns:a16="http://schemas.microsoft.com/office/drawing/2014/main" id="{DC28F5F3-5A5E-4AD4-A08C-52A5A22EA2F8}"/>
              </a:ext>
            </a:extLst>
          </p:cNvPr>
          <p:cNvSpPr>
            <a:spLocks noGrp="1"/>
          </p:cNvSpPr>
          <p:nvPr/>
        </p:nvSpPr>
        <p:spPr>
          <a:xfrm>
            <a:off x="2985242" y="3356208"/>
            <a:ext cx="45341" cy="45341"/>
          </a:xfrm>
          <a:prstGeom prst="ellipse">
            <a:avLst/>
          </a:prstGeom>
          <a:solidFill>
            <a:srgbClr val="566AB4">
              <a:alpha val="40000"/>
            </a:srgbClr>
          </a:solidFill>
          <a:ln w="0">
            <a:noFill/>
            <a:prstDash val="solid"/>
          </a:ln>
        </p:spPr>
      </p:sp>
      <p:sp>
        <p:nvSpPr>
          <p:cNvPr id="874" name="a_full_bar_ellipse_873">
            <a:extLst>
              <a:ext uri="{FF2B5EF4-FFF2-40B4-BE49-F238E27FC236}">
                <a16:creationId xmlns:a16="http://schemas.microsoft.com/office/drawing/2014/main" id="{E0FF5B52-A540-42C4-9CE4-B9A5E81A5AB4}"/>
              </a:ext>
            </a:extLst>
          </p:cNvPr>
          <p:cNvSpPr>
            <a:spLocks noGrp="1"/>
          </p:cNvSpPr>
          <p:nvPr/>
        </p:nvSpPr>
        <p:spPr>
          <a:xfrm>
            <a:off x="3143390" y="4457382"/>
            <a:ext cx="45341" cy="45341"/>
          </a:xfrm>
          <a:prstGeom prst="ellipse">
            <a:avLst/>
          </a:prstGeom>
          <a:solidFill>
            <a:srgbClr val="566AB4">
              <a:alpha val="40000"/>
            </a:srgbClr>
          </a:solidFill>
          <a:ln w="0">
            <a:noFill/>
            <a:prstDash val="solid"/>
          </a:ln>
        </p:spPr>
      </p:sp>
      <p:sp>
        <p:nvSpPr>
          <p:cNvPr id="875" name="a_full_bar_ellipse_874">
            <a:extLst>
              <a:ext uri="{FF2B5EF4-FFF2-40B4-BE49-F238E27FC236}">
                <a16:creationId xmlns:a16="http://schemas.microsoft.com/office/drawing/2014/main" id="{316919E4-AF65-44D5-9514-95FCAF04B8C8}"/>
              </a:ext>
            </a:extLst>
          </p:cNvPr>
          <p:cNvSpPr>
            <a:spLocks noGrp="1"/>
          </p:cNvSpPr>
          <p:nvPr/>
        </p:nvSpPr>
        <p:spPr>
          <a:xfrm>
            <a:off x="3058631" y="2025341"/>
            <a:ext cx="45341" cy="45341"/>
          </a:xfrm>
          <a:prstGeom prst="ellipse">
            <a:avLst/>
          </a:prstGeom>
          <a:solidFill>
            <a:srgbClr val="566AB4">
              <a:alpha val="40000"/>
            </a:srgbClr>
          </a:solidFill>
          <a:ln w="0">
            <a:noFill/>
            <a:prstDash val="solid"/>
          </a:ln>
        </p:spPr>
      </p:sp>
      <p:sp>
        <p:nvSpPr>
          <p:cNvPr id="876" name="a_full_bar_ellipse_875">
            <a:extLst>
              <a:ext uri="{FF2B5EF4-FFF2-40B4-BE49-F238E27FC236}">
                <a16:creationId xmlns:a16="http://schemas.microsoft.com/office/drawing/2014/main" id="{2EE428C5-C62C-4C4A-A8F2-914A7226D6EA}"/>
              </a:ext>
            </a:extLst>
          </p:cNvPr>
          <p:cNvSpPr>
            <a:spLocks noGrp="1"/>
          </p:cNvSpPr>
          <p:nvPr/>
        </p:nvSpPr>
        <p:spPr>
          <a:xfrm>
            <a:off x="3027469" y="3241362"/>
            <a:ext cx="45341" cy="45341"/>
          </a:xfrm>
          <a:prstGeom prst="ellipse">
            <a:avLst/>
          </a:prstGeom>
          <a:solidFill>
            <a:srgbClr val="566AB4">
              <a:alpha val="40000"/>
            </a:srgbClr>
          </a:solidFill>
          <a:ln w="0">
            <a:noFill/>
            <a:prstDash val="solid"/>
          </a:ln>
        </p:spPr>
      </p:sp>
      <p:sp>
        <p:nvSpPr>
          <p:cNvPr id="877" name="a_full_bar_ellipse_876">
            <a:extLst>
              <a:ext uri="{FF2B5EF4-FFF2-40B4-BE49-F238E27FC236}">
                <a16:creationId xmlns:a16="http://schemas.microsoft.com/office/drawing/2014/main" id="{23D13961-E893-422C-A70B-526360725D1F}"/>
              </a:ext>
            </a:extLst>
          </p:cNvPr>
          <p:cNvSpPr>
            <a:spLocks noGrp="1"/>
          </p:cNvSpPr>
          <p:nvPr/>
        </p:nvSpPr>
        <p:spPr>
          <a:xfrm>
            <a:off x="3084872" y="4442906"/>
            <a:ext cx="45341" cy="45341"/>
          </a:xfrm>
          <a:prstGeom prst="ellipse">
            <a:avLst/>
          </a:prstGeom>
          <a:solidFill>
            <a:srgbClr val="566AB4">
              <a:alpha val="40000"/>
            </a:srgbClr>
          </a:solidFill>
          <a:ln w="0">
            <a:noFill/>
            <a:prstDash val="solid"/>
          </a:ln>
        </p:spPr>
      </p:sp>
      <p:sp>
        <p:nvSpPr>
          <p:cNvPr id="878" name="a_full_bar_ellipse_877">
            <a:extLst>
              <a:ext uri="{FF2B5EF4-FFF2-40B4-BE49-F238E27FC236}">
                <a16:creationId xmlns:a16="http://schemas.microsoft.com/office/drawing/2014/main" id="{DBEED338-345F-4A89-AC6D-AD722F7990A9}"/>
              </a:ext>
            </a:extLst>
          </p:cNvPr>
          <p:cNvSpPr>
            <a:spLocks noGrp="1"/>
          </p:cNvSpPr>
          <p:nvPr/>
        </p:nvSpPr>
        <p:spPr>
          <a:xfrm>
            <a:off x="3116929" y="4052042"/>
            <a:ext cx="45341" cy="45341"/>
          </a:xfrm>
          <a:prstGeom prst="ellipse">
            <a:avLst/>
          </a:prstGeom>
          <a:solidFill>
            <a:srgbClr val="566AB4">
              <a:alpha val="40000"/>
            </a:srgbClr>
          </a:solidFill>
          <a:ln w="0">
            <a:noFill/>
            <a:prstDash val="solid"/>
          </a:ln>
        </p:spPr>
      </p:sp>
      <p:sp>
        <p:nvSpPr>
          <p:cNvPr id="879" name="a_full_bar_ellipse_878">
            <a:extLst>
              <a:ext uri="{FF2B5EF4-FFF2-40B4-BE49-F238E27FC236}">
                <a16:creationId xmlns:a16="http://schemas.microsoft.com/office/drawing/2014/main" id="{65FB8566-7B8A-46F1-946D-DBC0BB1EB5F9}"/>
              </a:ext>
            </a:extLst>
          </p:cNvPr>
          <p:cNvSpPr>
            <a:spLocks noGrp="1"/>
          </p:cNvSpPr>
          <p:nvPr/>
        </p:nvSpPr>
        <p:spPr>
          <a:xfrm>
            <a:off x="2977254" y="2025341"/>
            <a:ext cx="45341" cy="45341"/>
          </a:xfrm>
          <a:prstGeom prst="ellipse">
            <a:avLst/>
          </a:prstGeom>
          <a:solidFill>
            <a:srgbClr val="566AB4">
              <a:alpha val="40000"/>
            </a:srgbClr>
          </a:solidFill>
          <a:ln w="0">
            <a:noFill/>
            <a:prstDash val="solid"/>
          </a:ln>
        </p:spPr>
      </p:sp>
      <p:sp>
        <p:nvSpPr>
          <p:cNvPr id="880" name="a_full_bar_ellipse_879">
            <a:extLst>
              <a:ext uri="{FF2B5EF4-FFF2-40B4-BE49-F238E27FC236}">
                <a16:creationId xmlns:a16="http://schemas.microsoft.com/office/drawing/2014/main" id="{2546239E-29C0-468A-9BEA-D1690B0C4F3E}"/>
              </a:ext>
            </a:extLst>
          </p:cNvPr>
          <p:cNvSpPr>
            <a:spLocks noGrp="1"/>
          </p:cNvSpPr>
          <p:nvPr/>
        </p:nvSpPr>
        <p:spPr>
          <a:xfrm>
            <a:off x="3150726" y="3241362"/>
            <a:ext cx="45341" cy="45341"/>
          </a:xfrm>
          <a:prstGeom prst="ellipse">
            <a:avLst/>
          </a:prstGeom>
          <a:solidFill>
            <a:srgbClr val="566AB4">
              <a:alpha val="40000"/>
            </a:srgbClr>
          </a:solidFill>
          <a:ln w="0">
            <a:noFill/>
            <a:prstDash val="solid"/>
          </a:ln>
        </p:spPr>
      </p:sp>
      <p:sp>
        <p:nvSpPr>
          <p:cNvPr id="881" name="a_full_bar_ellipse_880">
            <a:extLst>
              <a:ext uri="{FF2B5EF4-FFF2-40B4-BE49-F238E27FC236}">
                <a16:creationId xmlns:a16="http://schemas.microsoft.com/office/drawing/2014/main" id="{076D2EC2-DB18-4814-A3F3-BB2A5AB7F6BB}"/>
              </a:ext>
            </a:extLst>
          </p:cNvPr>
          <p:cNvSpPr>
            <a:spLocks noGrp="1"/>
          </p:cNvSpPr>
          <p:nvPr/>
        </p:nvSpPr>
        <p:spPr>
          <a:xfrm>
            <a:off x="3066625" y="3446949"/>
            <a:ext cx="45341" cy="45341"/>
          </a:xfrm>
          <a:prstGeom prst="ellipse">
            <a:avLst/>
          </a:prstGeom>
          <a:solidFill>
            <a:srgbClr val="566AB4">
              <a:alpha val="40000"/>
            </a:srgbClr>
          </a:solidFill>
          <a:ln w="0">
            <a:noFill/>
            <a:prstDash val="solid"/>
          </a:ln>
        </p:spPr>
      </p:sp>
      <p:sp>
        <p:nvSpPr>
          <p:cNvPr id="882" name="a_full_bar_ellipse_881">
            <a:extLst>
              <a:ext uri="{FF2B5EF4-FFF2-40B4-BE49-F238E27FC236}">
                <a16:creationId xmlns:a16="http://schemas.microsoft.com/office/drawing/2014/main" id="{7239CE35-B0A4-44CD-9443-B7A7E5EDF1AD}"/>
              </a:ext>
            </a:extLst>
          </p:cNvPr>
          <p:cNvSpPr>
            <a:spLocks noGrp="1"/>
          </p:cNvSpPr>
          <p:nvPr/>
        </p:nvSpPr>
        <p:spPr>
          <a:xfrm>
            <a:off x="3160486" y="2025341"/>
            <a:ext cx="45341" cy="45341"/>
          </a:xfrm>
          <a:prstGeom prst="ellipse">
            <a:avLst/>
          </a:prstGeom>
          <a:solidFill>
            <a:srgbClr val="566AB4">
              <a:alpha val="40000"/>
            </a:srgbClr>
          </a:solidFill>
          <a:ln w="0">
            <a:noFill/>
            <a:prstDash val="solid"/>
          </a:ln>
        </p:spPr>
      </p:sp>
      <p:sp>
        <p:nvSpPr>
          <p:cNvPr id="883" name="a_full_bar_ellipse_882">
            <a:extLst>
              <a:ext uri="{FF2B5EF4-FFF2-40B4-BE49-F238E27FC236}">
                <a16:creationId xmlns:a16="http://schemas.microsoft.com/office/drawing/2014/main" id="{B0210BF2-717E-49BB-8E2E-D19BD0516690}"/>
              </a:ext>
            </a:extLst>
          </p:cNvPr>
          <p:cNvSpPr>
            <a:spLocks noGrp="1"/>
          </p:cNvSpPr>
          <p:nvPr/>
        </p:nvSpPr>
        <p:spPr>
          <a:xfrm>
            <a:off x="2979649" y="3356208"/>
            <a:ext cx="45341" cy="45341"/>
          </a:xfrm>
          <a:prstGeom prst="ellipse">
            <a:avLst/>
          </a:prstGeom>
          <a:solidFill>
            <a:srgbClr val="566AB4">
              <a:alpha val="40000"/>
            </a:srgbClr>
          </a:solidFill>
          <a:ln w="0">
            <a:noFill/>
            <a:prstDash val="solid"/>
          </a:ln>
        </p:spPr>
      </p:sp>
      <p:sp>
        <p:nvSpPr>
          <p:cNvPr id="884" name="a_full_bar_ellipse_883">
            <a:extLst>
              <a:ext uri="{FF2B5EF4-FFF2-40B4-BE49-F238E27FC236}">
                <a16:creationId xmlns:a16="http://schemas.microsoft.com/office/drawing/2014/main" id="{CD5F0FA8-FE15-4ED2-A778-5F56A107B368}"/>
              </a:ext>
            </a:extLst>
          </p:cNvPr>
          <p:cNvSpPr>
            <a:spLocks noGrp="1"/>
          </p:cNvSpPr>
          <p:nvPr/>
        </p:nvSpPr>
        <p:spPr>
          <a:xfrm>
            <a:off x="3070844" y="2836021"/>
            <a:ext cx="45341" cy="45341"/>
          </a:xfrm>
          <a:prstGeom prst="ellipse">
            <a:avLst/>
          </a:prstGeom>
          <a:solidFill>
            <a:srgbClr val="566AB4">
              <a:alpha val="40000"/>
            </a:srgbClr>
          </a:solidFill>
          <a:ln w="0">
            <a:noFill/>
            <a:prstDash val="solid"/>
          </a:ln>
        </p:spPr>
      </p:sp>
      <p:sp>
        <p:nvSpPr>
          <p:cNvPr id="885" name="a_full_bar_ellipse_884">
            <a:extLst>
              <a:ext uri="{FF2B5EF4-FFF2-40B4-BE49-F238E27FC236}">
                <a16:creationId xmlns:a16="http://schemas.microsoft.com/office/drawing/2014/main" id="{CFD996E7-8743-468F-A04C-B78DD1C2EA8D}"/>
              </a:ext>
            </a:extLst>
          </p:cNvPr>
          <p:cNvSpPr>
            <a:spLocks noGrp="1"/>
          </p:cNvSpPr>
          <p:nvPr/>
        </p:nvSpPr>
        <p:spPr>
          <a:xfrm>
            <a:off x="3081833" y="4457382"/>
            <a:ext cx="45341" cy="45341"/>
          </a:xfrm>
          <a:prstGeom prst="ellipse">
            <a:avLst/>
          </a:prstGeom>
          <a:solidFill>
            <a:srgbClr val="566AB4">
              <a:alpha val="40000"/>
            </a:srgbClr>
          </a:solidFill>
          <a:ln w="0">
            <a:noFill/>
            <a:prstDash val="solid"/>
          </a:ln>
        </p:spPr>
      </p:sp>
      <p:sp>
        <p:nvSpPr>
          <p:cNvPr id="886" name="a_full_bar_ellipse_885">
            <a:extLst>
              <a:ext uri="{FF2B5EF4-FFF2-40B4-BE49-F238E27FC236}">
                <a16:creationId xmlns:a16="http://schemas.microsoft.com/office/drawing/2014/main" id="{AADD6091-1E3E-451D-829B-FA52BAAFBD7C}"/>
              </a:ext>
            </a:extLst>
          </p:cNvPr>
          <p:cNvSpPr>
            <a:spLocks noGrp="1"/>
          </p:cNvSpPr>
          <p:nvPr/>
        </p:nvSpPr>
        <p:spPr>
          <a:xfrm>
            <a:off x="3141112" y="3444032"/>
            <a:ext cx="45341" cy="45341"/>
          </a:xfrm>
          <a:prstGeom prst="ellipse">
            <a:avLst/>
          </a:prstGeom>
          <a:solidFill>
            <a:srgbClr val="566AB4">
              <a:alpha val="40000"/>
            </a:srgbClr>
          </a:solidFill>
          <a:ln w="0">
            <a:noFill/>
            <a:prstDash val="solid"/>
          </a:ln>
        </p:spPr>
      </p:sp>
      <p:sp>
        <p:nvSpPr>
          <p:cNvPr id="887" name="a_full_bar_ellipse_886">
            <a:extLst>
              <a:ext uri="{FF2B5EF4-FFF2-40B4-BE49-F238E27FC236}">
                <a16:creationId xmlns:a16="http://schemas.microsoft.com/office/drawing/2014/main" id="{146E267A-B158-4D95-B7FB-C4827567FFC2}"/>
              </a:ext>
            </a:extLst>
          </p:cNvPr>
          <p:cNvSpPr>
            <a:spLocks noGrp="1"/>
          </p:cNvSpPr>
          <p:nvPr/>
        </p:nvSpPr>
        <p:spPr>
          <a:xfrm>
            <a:off x="3099865" y="2836021"/>
            <a:ext cx="45341" cy="45341"/>
          </a:xfrm>
          <a:prstGeom prst="ellipse">
            <a:avLst/>
          </a:prstGeom>
          <a:solidFill>
            <a:srgbClr val="566AB4">
              <a:alpha val="40000"/>
            </a:srgbClr>
          </a:solidFill>
          <a:ln w="0">
            <a:noFill/>
            <a:prstDash val="solid"/>
          </a:ln>
        </p:spPr>
      </p:sp>
      <p:sp>
        <p:nvSpPr>
          <p:cNvPr id="888" name="a_full_bar_ellipse_887">
            <a:extLst>
              <a:ext uri="{FF2B5EF4-FFF2-40B4-BE49-F238E27FC236}">
                <a16:creationId xmlns:a16="http://schemas.microsoft.com/office/drawing/2014/main" id="{0A99B766-3083-4AB5-8C09-6D78744F8DB2}"/>
              </a:ext>
            </a:extLst>
          </p:cNvPr>
          <p:cNvSpPr>
            <a:spLocks noGrp="1"/>
          </p:cNvSpPr>
          <p:nvPr/>
        </p:nvSpPr>
        <p:spPr>
          <a:xfrm>
            <a:off x="3110639" y="4457382"/>
            <a:ext cx="45341" cy="45341"/>
          </a:xfrm>
          <a:prstGeom prst="ellipse">
            <a:avLst/>
          </a:prstGeom>
          <a:solidFill>
            <a:srgbClr val="566AB4">
              <a:alpha val="40000"/>
            </a:srgbClr>
          </a:solidFill>
          <a:ln w="0">
            <a:noFill/>
            <a:prstDash val="solid"/>
          </a:ln>
        </p:spPr>
      </p:sp>
      <p:sp>
        <p:nvSpPr>
          <p:cNvPr id="889" name="a_full_bar_ellipse_888">
            <a:extLst>
              <a:ext uri="{FF2B5EF4-FFF2-40B4-BE49-F238E27FC236}">
                <a16:creationId xmlns:a16="http://schemas.microsoft.com/office/drawing/2014/main" id="{60683FB3-E088-46DD-A03E-4A0B265AB4C4}"/>
              </a:ext>
            </a:extLst>
          </p:cNvPr>
          <p:cNvSpPr>
            <a:spLocks noGrp="1"/>
          </p:cNvSpPr>
          <p:nvPr/>
        </p:nvSpPr>
        <p:spPr>
          <a:xfrm>
            <a:off x="2977678" y="3690560"/>
            <a:ext cx="45341" cy="45341"/>
          </a:xfrm>
          <a:prstGeom prst="ellipse">
            <a:avLst/>
          </a:prstGeom>
          <a:solidFill>
            <a:srgbClr val="566AB4">
              <a:alpha val="40000"/>
            </a:srgbClr>
          </a:solidFill>
          <a:ln w="0">
            <a:noFill/>
            <a:prstDash val="solid"/>
          </a:ln>
        </p:spPr>
      </p:sp>
      <p:sp>
        <p:nvSpPr>
          <p:cNvPr id="890" name="a_full_bar_ellipse_889">
            <a:extLst>
              <a:ext uri="{FF2B5EF4-FFF2-40B4-BE49-F238E27FC236}">
                <a16:creationId xmlns:a16="http://schemas.microsoft.com/office/drawing/2014/main" id="{6B679324-A558-4E42-AA83-E31E32BC470E}"/>
              </a:ext>
            </a:extLst>
          </p:cNvPr>
          <p:cNvSpPr>
            <a:spLocks noGrp="1"/>
          </p:cNvSpPr>
          <p:nvPr/>
        </p:nvSpPr>
        <p:spPr>
          <a:xfrm>
            <a:off x="3005734" y="4457382"/>
            <a:ext cx="45341" cy="45341"/>
          </a:xfrm>
          <a:prstGeom prst="ellipse">
            <a:avLst/>
          </a:prstGeom>
          <a:solidFill>
            <a:srgbClr val="566AB4">
              <a:alpha val="40000"/>
            </a:srgbClr>
          </a:solidFill>
          <a:ln w="0">
            <a:noFill/>
            <a:prstDash val="solid"/>
          </a:ln>
        </p:spPr>
      </p:sp>
      <p:sp>
        <p:nvSpPr>
          <p:cNvPr id="891" name="a_full_bar_ellipse_890">
            <a:extLst>
              <a:ext uri="{FF2B5EF4-FFF2-40B4-BE49-F238E27FC236}">
                <a16:creationId xmlns:a16="http://schemas.microsoft.com/office/drawing/2014/main" id="{ABC1FC00-9F8D-4481-A315-C30EEA4D6055}"/>
              </a:ext>
            </a:extLst>
          </p:cNvPr>
          <p:cNvSpPr>
            <a:spLocks noGrp="1"/>
          </p:cNvSpPr>
          <p:nvPr/>
        </p:nvSpPr>
        <p:spPr>
          <a:xfrm>
            <a:off x="3056360" y="3701054"/>
            <a:ext cx="45341" cy="45341"/>
          </a:xfrm>
          <a:prstGeom prst="ellipse">
            <a:avLst/>
          </a:prstGeom>
          <a:solidFill>
            <a:srgbClr val="566AB4">
              <a:alpha val="40000"/>
            </a:srgbClr>
          </a:solidFill>
          <a:ln w="0">
            <a:noFill/>
            <a:prstDash val="solid"/>
          </a:ln>
        </p:spPr>
      </p:sp>
      <p:sp>
        <p:nvSpPr>
          <p:cNvPr id="892" name="a_full_bar_ellipse_891">
            <a:extLst>
              <a:ext uri="{FF2B5EF4-FFF2-40B4-BE49-F238E27FC236}">
                <a16:creationId xmlns:a16="http://schemas.microsoft.com/office/drawing/2014/main" id="{B8AD2F19-EEEE-4BF0-9BAA-2F5673C00E09}"/>
              </a:ext>
            </a:extLst>
          </p:cNvPr>
          <p:cNvSpPr>
            <a:spLocks noGrp="1"/>
          </p:cNvSpPr>
          <p:nvPr/>
        </p:nvSpPr>
        <p:spPr>
          <a:xfrm>
            <a:off x="3120092" y="4287139"/>
            <a:ext cx="45341" cy="45341"/>
          </a:xfrm>
          <a:prstGeom prst="ellipse">
            <a:avLst/>
          </a:prstGeom>
          <a:solidFill>
            <a:srgbClr val="566AB4">
              <a:alpha val="40000"/>
            </a:srgbClr>
          </a:solidFill>
          <a:ln w="0">
            <a:noFill/>
            <a:prstDash val="solid"/>
          </a:ln>
        </p:spPr>
      </p:sp>
      <p:sp>
        <p:nvSpPr>
          <p:cNvPr id="893" name="a_full_bar_ellipse_892">
            <a:extLst>
              <a:ext uri="{FF2B5EF4-FFF2-40B4-BE49-F238E27FC236}">
                <a16:creationId xmlns:a16="http://schemas.microsoft.com/office/drawing/2014/main" id="{27CBD298-3545-47AD-8FC2-EBF414913974}"/>
              </a:ext>
            </a:extLst>
          </p:cNvPr>
          <p:cNvSpPr>
            <a:spLocks noGrp="1"/>
          </p:cNvSpPr>
          <p:nvPr/>
        </p:nvSpPr>
        <p:spPr>
          <a:xfrm>
            <a:off x="3098864" y="2848269"/>
            <a:ext cx="45341" cy="45341"/>
          </a:xfrm>
          <a:prstGeom prst="ellipse">
            <a:avLst/>
          </a:prstGeom>
          <a:solidFill>
            <a:srgbClr val="566AB4">
              <a:alpha val="40000"/>
            </a:srgbClr>
          </a:solidFill>
          <a:ln w="0">
            <a:noFill/>
            <a:prstDash val="solid"/>
          </a:ln>
        </p:spPr>
      </p:sp>
      <p:sp>
        <p:nvSpPr>
          <p:cNvPr id="894" name="a_full_bar_ellipse_893">
            <a:extLst>
              <a:ext uri="{FF2B5EF4-FFF2-40B4-BE49-F238E27FC236}">
                <a16:creationId xmlns:a16="http://schemas.microsoft.com/office/drawing/2014/main" id="{4118B006-ECA2-4026-BD52-D6B5052FC474}"/>
              </a:ext>
            </a:extLst>
          </p:cNvPr>
          <p:cNvSpPr>
            <a:spLocks noGrp="1"/>
          </p:cNvSpPr>
          <p:nvPr/>
        </p:nvSpPr>
        <p:spPr>
          <a:xfrm>
            <a:off x="3072238" y="4457382"/>
            <a:ext cx="45341" cy="45341"/>
          </a:xfrm>
          <a:prstGeom prst="ellipse">
            <a:avLst/>
          </a:prstGeom>
          <a:solidFill>
            <a:srgbClr val="566AB4">
              <a:alpha val="40000"/>
            </a:srgbClr>
          </a:solidFill>
          <a:ln w="0">
            <a:noFill/>
            <a:prstDash val="solid"/>
          </a:ln>
        </p:spPr>
      </p:sp>
      <p:sp>
        <p:nvSpPr>
          <p:cNvPr id="895" name="a_full_bar_ellipse_894">
            <a:extLst>
              <a:ext uri="{FF2B5EF4-FFF2-40B4-BE49-F238E27FC236}">
                <a16:creationId xmlns:a16="http://schemas.microsoft.com/office/drawing/2014/main" id="{CD93A33C-5C60-4F93-B0D5-1EFE8FEF8451}"/>
              </a:ext>
            </a:extLst>
          </p:cNvPr>
          <p:cNvSpPr>
            <a:spLocks noGrp="1"/>
          </p:cNvSpPr>
          <p:nvPr/>
        </p:nvSpPr>
        <p:spPr>
          <a:xfrm>
            <a:off x="2995895" y="2025341"/>
            <a:ext cx="45341" cy="45341"/>
          </a:xfrm>
          <a:prstGeom prst="ellipse">
            <a:avLst/>
          </a:prstGeom>
          <a:solidFill>
            <a:srgbClr val="566AB4">
              <a:alpha val="40000"/>
            </a:srgbClr>
          </a:solidFill>
          <a:ln w="0">
            <a:noFill/>
            <a:prstDash val="solid"/>
          </a:ln>
        </p:spPr>
      </p:sp>
      <p:sp>
        <p:nvSpPr>
          <p:cNvPr id="896" name="a_full_bar_ellipse_895">
            <a:extLst>
              <a:ext uri="{FF2B5EF4-FFF2-40B4-BE49-F238E27FC236}">
                <a16:creationId xmlns:a16="http://schemas.microsoft.com/office/drawing/2014/main" id="{C3345756-7BB7-4369-BA32-22BBBDAA54CA}"/>
              </a:ext>
            </a:extLst>
          </p:cNvPr>
          <p:cNvSpPr>
            <a:spLocks noGrp="1"/>
          </p:cNvSpPr>
          <p:nvPr/>
        </p:nvSpPr>
        <p:spPr>
          <a:xfrm>
            <a:off x="3114229" y="2025341"/>
            <a:ext cx="45341" cy="45341"/>
          </a:xfrm>
          <a:prstGeom prst="ellipse">
            <a:avLst/>
          </a:prstGeom>
          <a:solidFill>
            <a:srgbClr val="566AB4">
              <a:alpha val="40000"/>
            </a:srgbClr>
          </a:solidFill>
          <a:ln w="0">
            <a:noFill/>
            <a:prstDash val="solid"/>
          </a:ln>
        </p:spPr>
      </p:sp>
      <p:sp>
        <p:nvSpPr>
          <p:cNvPr id="897" name="a_full_bar_ellipse_896">
            <a:extLst>
              <a:ext uri="{FF2B5EF4-FFF2-40B4-BE49-F238E27FC236}">
                <a16:creationId xmlns:a16="http://schemas.microsoft.com/office/drawing/2014/main" id="{2D63F82C-1962-4107-94F7-08AB68CCDBF7}"/>
              </a:ext>
            </a:extLst>
          </p:cNvPr>
          <p:cNvSpPr>
            <a:spLocks noGrp="1"/>
          </p:cNvSpPr>
          <p:nvPr/>
        </p:nvSpPr>
        <p:spPr>
          <a:xfrm>
            <a:off x="3123592" y="2836021"/>
            <a:ext cx="45341" cy="45341"/>
          </a:xfrm>
          <a:prstGeom prst="ellipse">
            <a:avLst/>
          </a:prstGeom>
          <a:solidFill>
            <a:srgbClr val="566AB4">
              <a:alpha val="40000"/>
            </a:srgbClr>
          </a:solidFill>
          <a:ln w="0">
            <a:noFill/>
            <a:prstDash val="solid"/>
          </a:ln>
        </p:spPr>
      </p:sp>
      <p:sp>
        <p:nvSpPr>
          <p:cNvPr id="898" name="a_full_bar_ellipse_897">
            <a:extLst>
              <a:ext uri="{FF2B5EF4-FFF2-40B4-BE49-F238E27FC236}">
                <a16:creationId xmlns:a16="http://schemas.microsoft.com/office/drawing/2014/main" id="{7B0AB41D-9C5A-43EC-855C-4D9865F4D3F5}"/>
              </a:ext>
            </a:extLst>
          </p:cNvPr>
          <p:cNvSpPr>
            <a:spLocks noGrp="1"/>
          </p:cNvSpPr>
          <p:nvPr/>
        </p:nvSpPr>
        <p:spPr>
          <a:xfrm>
            <a:off x="3082733" y="2025341"/>
            <a:ext cx="45341" cy="45341"/>
          </a:xfrm>
          <a:prstGeom prst="ellipse">
            <a:avLst/>
          </a:prstGeom>
          <a:solidFill>
            <a:srgbClr val="566AB4">
              <a:alpha val="40000"/>
            </a:srgbClr>
          </a:solidFill>
          <a:ln w="0">
            <a:noFill/>
            <a:prstDash val="solid"/>
          </a:ln>
        </p:spPr>
      </p:sp>
      <p:sp>
        <p:nvSpPr>
          <p:cNvPr id="899" name="a_full_bar_ellipse_898">
            <a:extLst>
              <a:ext uri="{FF2B5EF4-FFF2-40B4-BE49-F238E27FC236}">
                <a16:creationId xmlns:a16="http://schemas.microsoft.com/office/drawing/2014/main" id="{BA5FA540-7FEC-4E74-BD1A-B7705B787A6B}"/>
              </a:ext>
            </a:extLst>
          </p:cNvPr>
          <p:cNvSpPr>
            <a:spLocks noGrp="1"/>
          </p:cNvSpPr>
          <p:nvPr/>
        </p:nvSpPr>
        <p:spPr>
          <a:xfrm>
            <a:off x="3113371" y="3849372"/>
            <a:ext cx="45341" cy="45341"/>
          </a:xfrm>
          <a:prstGeom prst="ellipse">
            <a:avLst/>
          </a:prstGeom>
          <a:solidFill>
            <a:srgbClr val="566AB4">
              <a:alpha val="40000"/>
            </a:srgbClr>
          </a:solidFill>
          <a:ln w="0">
            <a:noFill/>
            <a:prstDash val="solid"/>
          </a:ln>
        </p:spPr>
      </p:sp>
      <p:sp>
        <p:nvSpPr>
          <p:cNvPr id="900" name="a_full_bar_ellipse_899">
            <a:extLst>
              <a:ext uri="{FF2B5EF4-FFF2-40B4-BE49-F238E27FC236}">
                <a16:creationId xmlns:a16="http://schemas.microsoft.com/office/drawing/2014/main" id="{FCBABD27-5034-48E1-8F3A-CF9B45423198}"/>
              </a:ext>
            </a:extLst>
          </p:cNvPr>
          <p:cNvSpPr>
            <a:spLocks noGrp="1"/>
          </p:cNvSpPr>
          <p:nvPr/>
        </p:nvSpPr>
        <p:spPr>
          <a:xfrm>
            <a:off x="3092747" y="2765811"/>
            <a:ext cx="45341" cy="45341"/>
          </a:xfrm>
          <a:prstGeom prst="ellipse">
            <a:avLst/>
          </a:prstGeom>
          <a:solidFill>
            <a:srgbClr val="566AB4">
              <a:alpha val="40000"/>
            </a:srgbClr>
          </a:solidFill>
          <a:ln w="0">
            <a:noFill/>
            <a:prstDash val="solid"/>
          </a:ln>
        </p:spPr>
      </p:sp>
      <p:sp>
        <p:nvSpPr>
          <p:cNvPr id="901" name="a_full_bar_ellipse_900">
            <a:extLst>
              <a:ext uri="{FF2B5EF4-FFF2-40B4-BE49-F238E27FC236}">
                <a16:creationId xmlns:a16="http://schemas.microsoft.com/office/drawing/2014/main" id="{32F5E820-8FEC-4507-9C67-9B345AA8FCF7}"/>
              </a:ext>
            </a:extLst>
          </p:cNvPr>
          <p:cNvSpPr>
            <a:spLocks noGrp="1"/>
          </p:cNvSpPr>
          <p:nvPr/>
        </p:nvSpPr>
        <p:spPr>
          <a:xfrm>
            <a:off x="3066595" y="3943951"/>
            <a:ext cx="45341" cy="45341"/>
          </a:xfrm>
          <a:prstGeom prst="ellipse">
            <a:avLst/>
          </a:prstGeom>
          <a:solidFill>
            <a:srgbClr val="566AB4">
              <a:alpha val="40000"/>
            </a:srgbClr>
          </a:solidFill>
          <a:ln w="0">
            <a:noFill/>
            <a:prstDash val="solid"/>
          </a:ln>
        </p:spPr>
      </p:sp>
      <p:sp>
        <p:nvSpPr>
          <p:cNvPr id="902" name="a_full_bar_ellipse_901">
            <a:extLst>
              <a:ext uri="{FF2B5EF4-FFF2-40B4-BE49-F238E27FC236}">
                <a16:creationId xmlns:a16="http://schemas.microsoft.com/office/drawing/2014/main" id="{A1076C72-7F2F-45FF-9CB3-F22AF955EEB1}"/>
              </a:ext>
            </a:extLst>
          </p:cNvPr>
          <p:cNvSpPr>
            <a:spLocks noGrp="1"/>
          </p:cNvSpPr>
          <p:nvPr/>
        </p:nvSpPr>
        <p:spPr>
          <a:xfrm>
            <a:off x="3007954" y="2810687"/>
            <a:ext cx="45341" cy="45341"/>
          </a:xfrm>
          <a:prstGeom prst="ellipse">
            <a:avLst/>
          </a:prstGeom>
          <a:solidFill>
            <a:srgbClr val="566AB4">
              <a:alpha val="40000"/>
            </a:srgbClr>
          </a:solidFill>
          <a:ln w="0">
            <a:noFill/>
            <a:prstDash val="solid"/>
          </a:ln>
        </p:spPr>
      </p:sp>
      <p:sp>
        <p:nvSpPr>
          <p:cNvPr id="903" name="a_full_bar_ellipse_902">
            <a:extLst>
              <a:ext uri="{FF2B5EF4-FFF2-40B4-BE49-F238E27FC236}">
                <a16:creationId xmlns:a16="http://schemas.microsoft.com/office/drawing/2014/main" id="{1EBC9BF8-2E5B-4A47-B344-15358E97F7AD}"/>
              </a:ext>
            </a:extLst>
          </p:cNvPr>
          <p:cNvSpPr>
            <a:spLocks noGrp="1"/>
          </p:cNvSpPr>
          <p:nvPr/>
        </p:nvSpPr>
        <p:spPr>
          <a:xfrm>
            <a:off x="3111324" y="3444032"/>
            <a:ext cx="45341" cy="45341"/>
          </a:xfrm>
          <a:prstGeom prst="ellipse">
            <a:avLst/>
          </a:prstGeom>
          <a:solidFill>
            <a:srgbClr val="566AB4">
              <a:alpha val="40000"/>
            </a:srgbClr>
          </a:solidFill>
          <a:ln w="0">
            <a:noFill/>
            <a:prstDash val="solid"/>
          </a:ln>
        </p:spPr>
      </p:sp>
      <p:sp>
        <p:nvSpPr>
          <p:cNvPr id="904" name="a_full_bar_ellipse_903">
            <a:extLst>
              <a:ext uri="{FF2B5EF4-FFF2-40B4-BE49-F238E27FC236}">
                <a16:creationId xmlns:a16="http://schemas.microsoft.com/office/drawing/2014/main" id="{346721CE-D4C5-4E33-9333-BE868BE384AF}"/>
              </a:ext>
            </a:extLst>
          </p:cNvPr>
          <p:cNvSpPr>
            <a:spLocks noGrp="1"/>
          </p:cNvSpPr>
          <p:nvPr/>
        </p:nvSpPr>
        <p:spPr>
          <a:xfrm>
            <a:off x="3085240" y="3241362"/>
            <a:ext cx="45341" cy="45341"/>
          </a:xfrm>
          <a:prstGeom prst="ellipse">
            <a:avLst/>
          </a:prstGeom>
          <a:solidFill>
            <a:srgbClr val="566AB4">
              <a:alpha val="40000"/>
            </a:srgbClr>
          </a:solidFill>
          <a:ln w="0">
            <a:noFill/>
            <a:prstDash val="solid"/>
          </a:ln>
        </p:spPr>
      </p:sp>
      <p:sp>
        <p:nvSpPr>
          <p:cNvPr id="905" name="a_full_bar_ellipse_904">
            <a:extLst>
              <a:ext uri="{FF2B5EF4-FFF2-40B4-BE49-F238E27FC236}">
                <a16:creationId xmlns:a16="http://schemas.microsoft.com/office/drawing/2014/main" id="{F9411DF3-276C-480C-A108-9926210DFB6E}"/>
              </a:ext>
            </a:extLst>
          </p:cNvPr>
          <p:cNvSpPr>
            <a:spLocks noGrp="1"/>
          </p:cNvSpPr>
          <p:nvPr/>
        </p:nvSpPr>
        <p:spPr>
          <a:xfrm>
            <a:off x="3176437" y="3727770"/>
            <a:ext cx="45341" cy="45341"/>
          </a:xfrm>
          <a:prstGeom prst="ellipse">
            <a:avLst/>
          </a:prstGeom>
          <a:solidFill>
            <a:srgbClr val="566AB4">
              <a:alpha val="40000"/>
            </a:srgbClr>
          </a:solidFill>
          <a:ln w="0">
            <a:noFill/>
            <a:prstDash val="solid"/>
          </a:ln>
        </p:spPr>
      </p:sp>
      <p:sp>
        <p:nvSpPr>
          <p:cNvPr id="906" name="a_full_bar_ellipse_905">
            <a:extLst>
              <a:ext uri="{FF2B5EF4-FFF2-40B4-BE49-F238E27FC236}">
                <a16:creationId xmlns:a16="http://schemas.microsoft.com/office/drawing/2014/main" id="{B07818E8-7128-4185-B785-7F24765376BD}"/>
              </a:ext>
            </a:extLst>
          </p:cNvPr>
          <p:cNvSpPr>
            <a:spLocks noGrp="1"/>
          </p:cNvSpPr>
          <p:nvPr/>
        </p:nvSpPr>
        <p:spPr>
          <a:xfrm>
            <a:off x="3147140" y="2998157"/>
            <a:ext cx="45341" cy="45341"/>
          </a:xfrm>
          <a:prstGeom prst="ellipse">
            <a:avLst/>
          </a:prstGeom>
          <a:solidFill>
            <a:srgbClr val="566AB4">
              <a:alpha val="40000"/>
            </a:srgbClr>
          </a:solidFill>
          <a:ln w="0">
            <a:noFill/>
            <a:prstDash val="solid"/>
          </a:ln>
        </p:spPr>
      </p:sp>
      <p:sp>
        <p:nvSpPr>
          <p:cNvPr id="907" name="a_full_bar_ellipse_906">
            <a:extLst>
              <a:ext uri="{FF2B5EF4-FFF2-40B4-BE49-F238E27FC236}">
                <a16:creationId xmlns:a16="http://schemas.microsoft.com/office/drawing/2014/main" id="{E4827BEC-FC60-4495-89F3-DA2E307576BB}"/>
              </a:ext>
            </a:extLst>
          </p:cNvPr>
          <p:cNvSpPr>
            <a:spLocks noGrp="1"/>
          </p:cNvSpPr>
          <p:nvPr/>
        </p:nvSpPr>
        <p:spPr>
          <a:xfrm>
            <a:off x="3017301" y="2025341"/>
            <a:ext cx="45341" cy="45341"/>
          </a:xfrm>
          <a:prstGeom prst="ellipse">
            <a:avLst/>
          </a:prstGeom>
          <a:solidFill>
            <a:srgbClr val="566AB4">
              <a:alpha val="40000"/>
            </a:srgbClr>
          </a:solidFill>
          <a:ln w="0">
            <a:noFill/>
            <a:prstDash val="solid"/>
          </a:ln>
        </p:spPr>
      </p:sp>
      <p:sp>
        <p:nvSpPr>
          <p:cNvPr id="908" name="a_full_bar_ellipse_907">
            <a:extLst>
              <a:ext uri="{FF2B5EF4-FFF2-40B4-BE49-F238E27FC236}">
                <a16:creationId xmlns:a16="http://schemas.microsoft.com/office/drawing/2014/main" id="{D00CD41A-B7F4-4EBD-A410-02176DEB831B}"/>
              </a:ext>
            </a:extLst>
          </p:cNvPr>
          <p:cNvSpPr>
            <a:spLocks noGrp="1"/>
          </p:cNvSpPr>
          <p:nvPr/>
        </p:nvSpPr>
        <p:spPr>
          <a:xfrm>
            <a:off x="3106994" y="2025341"/>
            <a:ext cx="45341" cy="45341"/>
          </a:xfrm>
          <a:prstGeom prst="ellipse">
            <a:avLst/>
          </a:prstGeom>
          <a:solidFill>
            <a:srgbClr val="566AB4">
              <a:alpha val="40000"/>
            </a:srgbClr>
          </a:solidFill>
          <a:ln w="0">
            <a:noFill/>
            <a:prstDash val="solid"/>
          </a:ln>
        </p:spPr>
      </p:sp>
      <p:sp>
        <p:nvSpPr>
          <p:cNvPr id="909" name="a_full_bar_ellipse_908">
            <a:extLst>
              <a:ext uri="{FF2B5EF4-FFF2-40B4-BE49-F238E27FC236}">
                <a16:creationId xmlns:a16="http://schemas.microsoft.com/office/drawing/2014/main" id="{0A03AE66-D840-4184-A52D-E49417CF5731}"/>
              </a:ext>
            </a:extLst>
          </p:cNvPr>
          <p:cNvSpPr>
            <a:spLocks noGrp="1"/>
          </p:cNvSpPr>
          <p:nvPr/>
        </p:nvSpPr>
        <p:spPr>
          <a:xfrm>
            <a:off x="2986372" y="3106248"/>
            <a:ext cx="45341" cy="45341"/>
          </a:xfrm>
          <a:prstGeom prst="ellipse">
            <a:avLst/>
          </a:prstGeom>
          <a:solidFill>
            <a:srgbClr val="566AB4">
              <a:alpha val="40000"/>
            </a:srgbClr>
          </a:solidFill>
          <a:ln w="0">
            <a:noFill/>
            <a:prstDash val="solid"/>
          </a:ln>
        </p:spPr>
      </p:sp>
      <p:sp>
        <p:nvSpPr>
          <p:cNvPr id="910" name="a_full_bar_ellipse_909">
            <a:extLst>
              <a:ext uri="{FF2B5EF4-FFF2-40B4-BE49-F238E27FC236}">
                <a16:creationId xmlns:a16="http://schemas.microsoft.com/office/drawing/2014/main" id="{506C8248-8536-4B8C-9901-79CE9E645D0B}"/>
              </a:ext>
            </a:extLst>
          </p:cNvPr>
          <p:cNvSpPr>
            <a:spLocks noGrp="1"/>
          </p:cNvSpPr>
          <p:nvPr/>
        </p:nvSpPr>
        <p:spPr>
          <a:xfrm>
            <a:off x="3050596" y="2025341"/>
            <a:ext cx="45341" cy="45341"/>
          </a:xfrm>
          <a:prstGeom prst="ellipse">
            <a:avLst/>
          </a:prstGeom>
          <a:solidFill>
            <a:srgbClr val="566AB4">
              <a:alpha val="40000"/>
            </a:srgbClr>
          </a:solidFill>
          <a:ln w="0">
            <a:noFill/>
            <a:prstDash val="solid"/>
          </a:ln>
        </p:spPr>
      </p:sp>
      <p:sp>
        <p:nvSpPr>
          <p:cNvPr id="911" name="a_full_bar_ellipse_910">
            <a:extLst>
              <a:ext uri="{FF2B5EF4-FFF2-40B4-BE49-F238E27FC236}">
                <a16:creationId xmlns:a16="http://schemas.microsoft.com/office/drawing/2014/main" id="{EAA2F26F-8AC6-496C-886E-5BFBFB967C96}"/>
              </a:ext>
            </a:extLst>
          </p:cNvPr>
          <p:cNvSpPr>
            <a:spLocks noGrp="1"/>
          </p:cNvSpPr>
          <p:nvPr/>
        </p:nvSpPr>
        <p:spPr>
          <a:xfrm>
            <a:off x="3139392" y="2430681"/>
            <a:ext cx="45341" cy="45341"/>
          </a:xfrm>
          <a:prstGeom prst="ellipse">
            <a:avLst/>
          </a:prstGeom>
          <a:solidFill>
            <a:srgbClr val="566AB4">
              <a:alpha val="40000"/>
            </a:srgbClr>
          </a:solidFill>
          <a:ln w="0">
            <a:noFill/>
            <a:prstDash val="solid"/>
          </a:ln>
        </p:spPr>
      </p:sp>
      <p:sp>
        <p:nvSpPr>
          <p:cNvPr id="912" name="a_full_bar_ellipse_911">
            <a:extLst>
              <a:ext uri="{FF2B5EF4-FFF2-40B4-BE49-F238E27FC236}">
                <a16:creationId xmlns:a16="http://schemas.microsoft.com/office/drawing/2014/main" id="{C10CA985-80C8-4FE2-8E7F-8796A3CB01DC}"/>
              </a:ext>
            </a:extLst>
          </p:cNvPr>
          <p:cNvSpPr>
            <a:spLocks noGrp="1"/>
          </p:cNvSpPr>
          <p:nvPr/>
        </p:nvSpPr>
        <p:spPr>
          <a:xfrm>
            <a:off x="2980861" y="3838204"/>
            <a:ext cx="45341" cy="45341"/>
          </a:xfrm>
          <a:prstGeom prst="ellipse">
            <a:avLst/>
          </a:prstGeom>
          <a:solidFill>
            <a:srgbClr val="566AB4">
              <a:alpha val="40000"/>
            </a:srgbClr>
          </a:solidFill>
          <a:ln w="0">
            <a:noFill/>
            <a:prstDash val="solid"/>
          </a:ln>
        </p:spPr>
      </p:sp>
      <p:sp>
        <p:nvSpPr>
          <p:cNvPr id="913" name="a_full_bar_ellipse_912">
            <a:extLst>
              <a:ext uri="{FF2B5EF4-FFF2-40B4-BE49-F238E27FC236}">
                <a16:creationId xmlns:a16="http://schemas.microsoft.com/office/drawing/2014/main" id="{9379F80D-1B13-4DD1-B4A0-13566A65D2EF}"/>
              </a:ext>
            </a:extLst>
          </p:cNvPr>
          <p:cNvSpPr>
            <a:spLocks noGrp="1"/>
          </p:cNvSpPr>
          <p:nvPr/>
        </p:nvSpPr>
        <p:spPr>
          <a:xfrm>
            <a:off x="2994889" y="3417084"/>
            <a:ext cx="45341" cy="45341"/>
          </a:xfrm>
          <a:prstGeom prst="ellipse">
            <a:avLst/>
          </a:prstGeom>
          <a:solidFill>
            <a:srgbClr val="566AB4">
              <a:alpha val="40000"/>
            </a:srgbClr>
          </a:solidFill>
          <a:ln w="0">
            <a:noFill/>
            <a:prstDash val="solid"/>
          </a:ln>
        </p:spPr>
      </p:sp>
      <p:sp>
        <p:nvSpPr>
          <p:cNvPr id="914" name="a_full_bar_ellipse_913">
            <a:extLst>
              <a:ext uri="{FF2B5EF4-FFF2-40B4-BE49-F238E27FC236}">
                <a16:creationId xmlns:a16="http://schemas.microsoft.com/office/drawing/2014/main" id="{F7F2AC46-67DD-4998-8E63-01D5EEA7F5C5}"/>
              </a:ext>
            </a:extLst>
          </p:cNvPr>
          <p:cNvSpPr>
            <a:spLocks noGrp="1"/>
          </p:cNvSpPr>
          <p:nvPr/>
        </p:nvSpPr>
        <p:spPr>
          <a:xfrm>
            <a:off x="3155301" y="2025341"/>
            <a:ext cx="45341" cy="45341"/>
          </a:xfrm>
          <a:prstGeom prst="ellipse">
            <a:avLst/>
          </a:prstGeom>
          <a:solidFill>
            <a:srgbClr val="566AB4">
              <a:alpha val="40000"/>
            </a:srgbClr>
          </a:solidFill>
          <a:ln w="0">
            <a:noFill/>
            <a:prstDash val="solid"/>
          </a:ln>
        </p:spPr>
      </p:sp>
      <p:sp>
        <p:nvSpPr>
          <p:cNvPr id="915" name="a_full_bar_ellipse_914">
            <a:extLst>
              <a:ext uri="{FF2B5EF4-FFF2-40B4-BE49-F238E27FC236}">
                <a16:creationId xmlns:a16="http://schemas.microsoft.com/office/drawing/2014/main" id="{250C3124-F37E-47DF-A47B-2444FA96E748}"/>
              </a:ext>
            </a:extLst>
          </p:cNvPr>
          <p:cNvSpPr>
            <a:spLocks noGrp="1"/>
          </p:cNvSpPr>
          <p:nvPr/>
        </p:nvSpPr>
        <p:spPr>
          <a:xfrm>
            <a:off x="3172361" y="3336383"/>
            <a:ext cx="45341" cy="45341"/>
          </a:xfrm>
          <a:prstGeom prst="ellipse">
            <a:avLst/>
          </a:prstGeom>
          <a:solidFill>
            <a:srgbClr val="566AB4">
              <a:alpha val="40000"/>
            </a:srgbClr>
          </a:solidFill>
          <a:ln w="0">
            <a:noFill/>
            <a:prstDash val="solid"/>
          </a:ln>
        </p:spPr>
      </p:sp>
      <p:sp>
        <p:nvSpPr>
          <p:cNvPr id="916" name="a_full_bar_ellipse_915">
            <a:extLst>
              <a:ext uri="{FF2B5EF4-FFF2-40B4-BE49-F238E27FC236}">
                <a16:creationId xmlns:a16="http://schemas.microsoft.com/office/drawing/2014/main" id="{CF3CCAD2-863F-4331-BFCB-B29805F90645}"/>
              </a:ext>
            </a:extLst>
          </p:cNvPr>
          <p:cNvSpPr>
            <a:spLocks noGrp="1"/>
          </p:cNvSpPr>
          <p:nvPr/>
        </p:nvSpPr>
        <p:spPr>
          <a:xfrm>
            <a:off x="3018474" y="3484566"/>
            <a:ext cx="45341" cy="45341"/>
          </a:xfrm>
          <a:prstGeom prst="ellipse">
            <a:avLst/>
          </a:prstGeom>
          <a:solidFill>
            <a:srgbClr val="566AB4">
              <a:alpha val="40000"/>
            </a:srgbClr>
          </a:solidFill>
          <a:ln w="0">
            <a:noFill/>
            <a:prstDash val="solid"/>
          </a:ln>
        </p:spPr>
      </p:sp>
      <p:sp>
        <p:nvSpPr>
          <p:cNvPr id="917" name="a_full_bar_ellipse_916">
            <a:extLst>
              <a:ext uri="{FF2B5EF4-FFF2-40B4-BE49-F238E27FC236}">
                <a16:creationId xmlns:a16="http://schemas.microsoft.com/office/drawing/2014/main" id="{D02646D5-A040-472D-906F-40B12D54150F}"/>
              </a:ext>
            </a:extLst>
          </p:cNvPr>
          <p:cNvSpPr>
            <a:spLocks noGrp="1"/>
          </p:cNvSpPr>
          <p:nvPr/>
        </p:nvSpPr>
        <p:spPr>
          <a:xfrm>
            <a:off x="3136958" y="2025341"/>
            <a:ext cx="45341" cy="45341"/>
          </a:xfrm>
          <a:prstGeom prst="ellipse">
            <a:avLst/>
          </a:prstGeom>
          <a:solidFill>
            <a:srgbClr val="566AB4">
              <a:alpha val="40000"/>
            </a:srgbClr>
          </a:solidFill>
          <a:ln w="0">
            <a:noFill/>
            <a:prstDash val="solid"/>
          </a:ln>
        </p:spPr>
      </p:sp>
      <p:sp>
        <p:nvSpPr>
          <p:cNvPr id="918" name="a_full_bar_ellipse_917">
            <a:extLst>
              <a:ext uri="{FF2B5EF4-FFF2-40B4-BE49-F238E27FC236}">
                <a16:creationId xmlns:a16="http://schemas.microsoft.com/office/drawing/2014/main" id="{A46D5370-A827-4271-884A-B0CB4E125521}"/>
              </a:ext>
            </a:extLst>
          </p:cNvPr>
          <p:cNvSpPr>
            <a:spLocks noGrp="1"/>
          </p:cNvSpPr>
          <p:nvPr/>
        </p:nvSpPr>
        <p:spPr>
          <a:xfrm>
            <a:off x="3110493" y="3939078"/>
            <a:ext cx="45341" cy="45341"/>
          </a:xfrm>
          <a:prstGeom prst="ellipse">
            <a:avLst/>
          </a:prstGeom>
          <a:solidFill>
            <a:srgbClr val="566AB4">
              <a:alpha val="40000"/>
            </a:srgbClr>
          </a:solidFill>
          <a:ln w="0">
            <a:noFill/>
            <a:prstDash val="solid"/>
          </a:ln>
        </p:spPr>
      </p:sp>
      <p:sp>
        <p:nvSpPr>
          <p:cNvPr id="919" name="a_full_bar_ellipse_918">
            <a:extLst>
              <a:ext uri="{FF2B5EF4-FFF2-40B4-BE49-F238E27FC236}">
                <a16:creationId xmlns:a16="http://schemas.microsoft.com/office/drawing/2014/main" id="{9DC7B98C-CB3C-405C-A9FE-802AA0A08125}"/>
              </a:ext>
            </a:extLst>
          </p:cNvPr>
          <p:cNvSpPr>
            <a:spLocks noGrp="1"/>
          </p:cNvSpPr>
          <p:nvPr/>
        </p:nvSpPr>
        <p:spPr>
          <a:xfrm>
            <a:off x="3154812" y="4254712"/>
            <a:ext cx="45341" cy="45341"/>
          </a:xfrm>
          <a:prstGeom prst="ellipse">
            <a:avLst/>
          </a:prstGeom>
          <a:solidFill>
            <a:srgbClr val="566AB4">
              <a:alpha val="40000"/>
            </a:srgbClr>
          </a:solidFill>
          <a:ln w="0">
            <a:noFill/>
            <a:prstDash val="solid"/>
          </a:ln>
        </p:spPr>
      </p:sp>
      <p:sp>
        <p:nvSpPr>
          <p:cNvPr id="920" name="a_full_bar_ellipse_919">
            <a:extLst>
              <a:ext uri="{FF2B5EF4-FFF2-40B4-BE49-F238E27FC236}">
                <a16:creationId xmlns:a16="http://schemas.microsoft.com/office/drawing/2014/main" id="{FBAD97BF-E893-4AB8-A78F-3DBD1D817872}"/>
              </a:ext>
            </a:extLst>
          </p:cNvPr>
          <p:cNvSpPr>
            <a:spLocks noGrp="1"/>
          </p:cNvSpPr>
          <p:nvPr/>
        </p:nvSpPr>
        <p:spPr>
          <a:xfrm>
            <a:off x="3010953" y="2025341"/>
            <a:ext cx="45341" cy="45341"/>
          </a:xfrm>
          <a:prstGeom prst="ellipse">
            <a:avLst/>
          </a:prstGeom>
          <a:solidFill>
            <a:srgbClr val="566AB4">
              <a:alpha val="40000"/>
            </a:srgbClr>
          </a:solidFill>
          <a:ln w="0">
            <a:noFill/>
            <a:prstDash val="solid"/>
          </a:ln>
        </p:spPr>
      </p:sp>
      <p:sp>
        <p:nvSpPr>
          <p:cNvPr id="921" name="a_full_bar_ellipse_920">
            <a:extLst>
              <a:ext uri="{FF2B5EF4-FFF2-40B4-BE49-F238E27FC236}">
                <a16:creationId xmlns:a16="http://schemas.microsoft.com/office/drawing/2014/main" id="{65DE3324-41D9-4315-8C97-1725CE226797}"/>
              </a:ext>
            </a:extLst>
          </p:cNvPr>
          <p:cNvSpPr>
            <a:spLocks noGrp="1"/>
          </p:cNvSpPr>
          <p:nvPr/>
        </p:nvSpPr>
        <p:spPr>
          <a:xfrm>
            <a:off x="3034978" y="3241362"/>
            <a:ext cx="45341" cy="45341"/>
          </a:xfrm>
          <a:prstGeom prst="ellipse">
            <a:avLst/>
          </a:prstGeom>
          <a:solidFill>
            <a:srgbClr val="566AB4">
              <a:alpha val="40000"/>
            </a:srgbClr>
          </a:solidFill>
          <a:ln w="0">
            <a:noFill/>
            <a:prstDash val="solid"/>
          </a:ln>
        </p:spPr>
      </p:sp>
      <p:sp>
        <p:nvSpPr>
          <p:cNvPr id="922" name="a_full_bar_ellipse_921">
            <a:extLst>
              <a:ext uri="{FF2B5EF4-FFF2-40B4-BE49-F238E27FC236}">
                <a16:creationId xmlns:a16="http://schemas.microsoft.com/office/drawing/2014/main" id="{764A0D02-64EF-4FB6-96BC-6FA14FE6634D}"/>
              </a:ext>
            </a:extLst>
          </p:cNvPr>
          <p:cNvSpPr>
            <a:spLocks noGrp="1"/>
          </p:cNvSpPr>
          <p:nvPr/>
        </p:nvSpPr>
        <p:spPr>
          <a:xfrm>
            <a:off x="3090308" y="4457382"/>
            <a:ext cx="45341" cy="45341"/>
          </a:xfrm>
          <a:prstGeom prst="ellipse">
            <a:avLst/>
          </a:prstGeom>
          <a:solidFill>
            <a:srgbClr val="566AB4">
              <a:alpha val="40000"/>
            </a:srgbClr>
          </a:solidFill>
          <a:ln w="0">
            <a:noFill/>
            <a:prstDash val="solid"/>
          </a:ln>
        </p:spPr>
      </p:sp>
      <p:sp>
        <p:nvSpPr>
          <p:cNvPr id="923" name="a_full_bar_ellipse_922">
            <a:extLst>
              <a:ext uri="{FF2B5EF4-FFF2-40B4-BE49-F238E27FC236}">
                <a16:creationId xmlns:a16="http://schemas.microsoft.com/office/drawing/2014/main" id="{7D4480B2-A2E2-4D16-932E-D87096C3697A}"/>
              </a:ext>
            </a:extLst>
          </p:cNvPr>
          <p:cNvSpPr>
            <a:spLocks noGrp="1"/>
          </p:cNvSpPr>
          <p:nvPr/>
        </p:nvSpPr>
        <p:spPr>
          <a:xfrm>
            <a:off x="3040516" y="3507887"/>
            <a:ext cx="45341" cy="45341"/>
          </a:xfrm>
          <a:prstGeom prst="ellipse">
            <a:avLst/>
          </a:prstGeom>
          <a:solidFill>
            <a:srgbClr val="566AB4">
              <a:alpha val="40000"/>
            </a:srgbClr>
          </a:solidFill>
          <a:ln w="0">
            <a:noFill/>
            <a:prstDash val="solid"/>
          </a:ln>
        </p:spPr>
      </p:sp>
      <p:sp>
        <p:nvSpPr>
          <p:cNvPr id="924" name="a_full_bar_ellipse_923">
            <a:extLst>
              <a:ext uri="{FF2B5EF4-FFF2-40B4-BE49-F238E27FC236}">
                <a16:creationId xmlns:a16="http://schemas.microsoft.com/office/drawing/2014/main" id="{16CE5322-9281-4466-9E9B-CE71F7C5A901}"/>
              </a:ext>
            </a:extLst>
          </p:cNvPr>
          <p:cNvSpPr>
            <a:spLocks noGrp="1"/>
          </p:cNvSpPr>
          <p:nvPr/>
        </p:nvSpPr>
        <p:spPr>
          <a:xfrm>
            <a:off x="3111274" y="4457382"/>
            <a:ext cx="45341" cy="45341"/>
          </a:xfrm>
          <a:prstGeom prst="ellipse">
            <a:avLst/>
          </a:prstGeom>
          <a:solidFill>
            <a:srgbClr val="566AB4">
              <a:alpha val="40000"/>
            </a:srgbClr>
          </a:solidFill>
          <a:ln w="0">
            <a:noFill/>
            <a:prstDash val="solid"/>
          </a:ln>
        </p:spPr>
      </p:sp>
      <p:sp>
        <p:nvSpPr>
          <p:cNvPr id="925" name="a_full_bar_ellipse_924">
            <a:extLst>
              <a:ext uri="{FF2B5EF4-FFF2-40B4-BE49-F238E27FC236}">
                <a16:creationId xmlns:a16="http://schemas.microsoft.com/office/drawing/2014/main" id="{E1108B96-C8FA-4D1E-9895-7FE4ABDB03CA}"/>
              </a:ext>
            </a:extLst>
          </p:cNvPr>
          <p:cNvSpPr>
            <a:spLocks noGrp="1"/>
          </p:cNvSpPr>
          <p:nvPr/>
        </p:nvSpPr>
        <p:spPr>
          <a:xfrm>
            <a:off x="3104735" y="4283665"/>
            <a:ext cx="45341" cy="45341"/>
          </a:xfrm>
          <a:prstGeom prst="ellipse">
            <a:avLst/>
          </a:prstGeom>
          <a:solidFill>
            <a:srgbClr val="566AB4">
              <a:alpha val="40000"/>
            </a:srgbClr>
          </a:solidFill>
          <a:ln w="0">
            <a:noFill/>
            <a:prstDash val="solid"/>
          </a:ln>
        </p:spPr>
      </p:sp>
      <p:sp>
        <p:nvSpPr>
          <p:cNvPr id="926" name="a_full_bar_ellipse_925">
            <a:extLst>
              <a:ext uri="{FF2B5EF4-FFF2-40B4-BE49-F238E27FC236}">
                <a16:creationId xmlns:a16="http://schemas.microsoft.com/office/drawing/2014/main" id="{C5E8599D-078B-4CA0-AB66-E8E278DC4384}"/>
              </a:ext>
            </a:extLst>
          </p:cNvPr>
          <p:cNvSpPr>
            <a:spLocks noGrp="1"/>
          </p:cNvSpPr>
          <p:nvPr/>
        </p:nvSpPr>
        <p:spPr>
          <a:xfrm>
            <a:off x="4600544" y="2025341"/>
            <a:ext cx="45341" cy="45341"/>
          </a:xfrm>
          <a:prstGeom prst="ellipse">
            <a:avLst/>
          </a:prstGeom>
          <a:solidFill>
            <a:srgbClr val="566AB4">
              <a:alpha val="40000"/>
            </a:srgbClr>
          </a:solidFill>
          <a:ln w="0">
            <a:noFill/>
            <a:prstDash val="solid"/>
          </a:ln>
        </p:spPr>
      </p:sp>
      <p:sp>
        <p:nvSpPr>
          <p:cNvPr id="927" name="a_full_bar_ellipse_926">
            <a:extLst>
              <a:ext uri="{FF2B5EF4-FFF2-40B4-BE49-F238E27FC236}">
                <a16:creationId xmlns:a16="http://schemas.microsoft.com/office/drawing/2014/main" id="{41FA10F4-C517-4A20-B975-6040ED4C1826}"/>
              </a:ext>
            </a:extLst>
          </p:cNvPr>
          <p:cNvSpPr>
            <a:spLocks noGrp="1"/>
          </p:cNvSpPr>
          <p:nvPr/>
        </p:nvSpPr>
        <p:spPr>
          <a:xfrm>
            <a:off x="4663385" y="2670990"/>
            <a:ext cx="45341" cy="45341"/>
          </a:xfrm>
          <a:prstGeom prst="ellipse">
            <a:avLst/>
          </a:prstGeom>
          <a:solidFill>
            <a:srgbClr val="566AB4">
              <a:alpha val="40000"/>
            </a:srgbClr>
          </a:solidFill>
          <a:ln w="0">
            <a:noFill/>
            <a:prstDash val="solid"/>
          </a:ln>
        </p:spPr>
      </p:sp>
      <p:sp>
        <p:nvSpPr>
          <p:cNvPr id="928" name="a_full_bar_ellipse_927">
            <a:extLst>
              <a:ext uri="{FF2B5EF4-FFF2-40B4-BE49-F238E27FC236}">
                <a16:creationId xmlns:a16="http://schemas.microsoft.com/office/drawing/2014/main" id="{243B79E2-B5FC-400A-B0B0-724581A07571}"/>
              </a:ext>
            </a:extLst>
          </p:cNvPr>
          <p:cNvSpPr>
            <a:spLocks noGrp="1"/>
          </p:cNvSpPr>
          <p:nvPr/>
        </p:nvSpPr>
        <p:spPr>
          <a:xfrm>
            <a:off x="4519845" y="2025341"/>
            <a:ext cx="45341" cy="45341"/>
          </a:xfrm>
          <a:prstGeom prst="ellipse">
            <a:avLst/>
          </a:prstGeom>
          <a:solidFill>
            <a:srgbClr val="566AB4">
              <a:alpha val="40000"/>
            </a:srgbClr>
          </a:solidFill>
          <a:ln w="0">
            <a:noFill/>
            <a:prstDash val="solid"/>
          </a:ln>
        </p:spPr>
      </p:sp>
      <p:sp>
        <p:nvSpPr>
          <p:cNvPr id="929" name="a_full_bar_ellipse_928">
            <a:extLst>
              <a:ext uri="{FF2B5EF4-FFF2-40B4-BE49-F238E27FC236}">
                <a16:creationId xmlns:a16="http://schemas.microsoft.com/office/drawing/2014/main" id="{9CFE5338-1D74-469B-AEE2-F75673A8AAE0}"/>
              </a:ext>
            </a:extLst>
          </p:cNvPr>
          <p:cNvSpPr>
            <a:spLocks noGrp="1"/>
          </p:cNvSpPr>
          <p:nvPr/>
        </p:nvSpPr>
        <p:spPr>
          <a:xfrm>
            <a:off x="4658723" y="4052042"/>
            <a:ext cx="45341" cy="45341"/>
          </a:xfrm>
          <a:prstGeom prst="ellipse">
            <a:avLst/>
          </a:prstGeom>
          <a:solidFill>
            <a:srgbClr val="566AB4">
              <a:alpha val="40000"/>
            </a:srgbClr>
          </a:solidFill>
          <a:ln w="0">
            <a:noFill/>
            <a:prstDash val="solid"/>
          </a:ln>
        </p:spPr>
      </p:sp>
      <p:sp>
        <p:nvSpPr>
          <p:cNvPr id="930" name="a_full_bar_ellipse_929">
            <a:extLst>
              <a:ext uri="{FF2B5EF4-FFF2-40B4-BE49-F238E27FC236}">
                <a16:creationId xmlns:a16="http://schemas.microsoft.com/office/drawing/2014/main" id="{143D7445-FB2D-436D-81BB-84E869600B20}"/>
              </a:ext>
            </a:extLst>
          </p:cNvPr>
          <p:cNvSpPr>
            <a:spLocks noGrp="1"/>
          </p:cNvSpPr>
          <p:nvPr/>
        </p:nvSpPr>
        <p:spPr>
          <a:xfrm>
            <a:off x="4582565" y="3071662"/>
            <a:ext cx="45341" cy="45341"/>
          </a:xfrm>
          <a:prstGeom prst="ellipse">
            <a:avLst/>
          </a:prstGeom>
          <a:solidFill>
            <a:srgbClr val="566AB4">
              <a:alpha val="40000"/>
            </a:srgbClr>
          </a:solidFill>
          <a:ln w="0">
            <a:noFill/>
            <a:prstDash val="solid"/>
          </a:ln>
        </p:spPr>
      </p:sp>
      <p:sp>
        <p:nvSpPr>
          <p:cNvPr id="931" name="a_full_bar_ellipse_930">
            <a:extLst>
              <a:ext uri="{FF2B5EF4-FFF2-40B4-BE49-F238E27FC236}">
                <a16:creationId xmlns:a16="http://schemas.microsoft.com/office/drawing/2014/main" id="{BF22AE51-89F9-4B57-8179-7A0B71CAEE83}"/>
              </a:ext>
            </a:extLst>
          </p:cNvPr>
          <p:cNvSpPr>
            <a:spLocks noGrp="1"/>
          </p:cNvSpPr>
          <p:nvPr/>
        </p:nvSpPr>
        <p:spPr>
          <a:xfrm>
            <a:off x="4652679" y="2025341"/>
            <a:ext cx="45341" cy="45341"/>
          </a:xfrm>
          <a:prstGeom prst="ellipse">
            <a:avLst/>
          </a:prstGeom>
          <a:solidFill>
            <a:srgbClr val="566AB4">
              <a:alpha val="40000"/>
            </a:srgbClr>
          </a:solidFill>
          <a:ln w="0">
            <a:noFill/>
            <a:prstDash val="solid"/>
          </a:ln>
        </p:spPr>
      </p:sp>
      <p:sp>
        <p:nvSpPr>
          <p:cNvPr id="932" name="a_full_bar_ellipse_931">
            <a:extLst>
              <a:ext uri="{FF2B5EF4-FFF2-40B4-BE49-F238E27FC236}">
                <a16:creationId xmlns:a16="http://schemas.microsoft.com/office/drawing/2014/main" id="{D6B77CE0-EEBF-4B77-9D50-1B4EA2684282}"/>
              </a:ext>
            </a:extLst>
          </p:cNvPr>
          <p:cNvSpPr>
            <a:spLocks noGrp="1"/>
          </p:cNvSpPr>
          <p:nvPr/>
        </p:nvSpPr>
        <p:spPr>
          <a:xfrm>
            <a:off x="4617093" y="2025341"/>
            <a:ext cx="45341" cy="45341"/>
          </a:xfrm>
          <a:prstGeom prst="ellipse">
            <a:avLst/>
          </a:prstGeom>
          <a:solidFill>
            <a:srgbClr val="566AB4">
              <a:alpha val="40000"/>
            </a:srgbClr>
          </a:solidFill>
          <a:ln w="0">
            <a:noFill/>
            <a:prstDash val="solid"/>
          </a:ln>
        </p:spPr>
      </p:sp>
      <p:sp>
        <p:nvSpPr>
          <p:cNvPr id="933" name="a_full_bar_ellipse_932">
            <a:extLst>
              <a:ext uri="{FF2B5EF4-FFF2-40B4-BE49-F238E27FC236}">
                <a16:creationId xmlns:a16="http://schemas.microsoft.com/office/drawing/2014/main" id="{BD0C7BA9-7158-43D3-9B85-6773C26DF29B}"/>
              </a:ext>
            </a:extLst>
          </p:cNvPr>
          <p:cNvSpPr>
            <a:spLocks noGrp="1"/>
          </p:cNvSpPr>
          <p:nvPr/>
        </p:nvSpPr>
        <p:spPr>
          <a:xfrm>
            <a:off x="4626540" y="2025341"/>
            <a:ext cx="45341" cy="45341"/>
          </a:xfrm>
          <a:prstGeom prst="ellipse">
            <a:avLst/>
          </a:prstGeom>
          <a:solidFill>
            <a:srgbClr val="566AB4">
              <a:alpha val="40000"/>
            </a:srgbClr>
          </a:solidFill>
          <a:ln w="0">
            <a:noFill/>
            <a:prstDash val="solid"/>
          </a:ln>
        </p:spPr>
      </p:sp>
      <p:sp>
        <p:nvSpPr>
          <p:cNvPr id="934" name="a_full_bar_ellipse_933">
            <a:extLst>
              <a:ext uri="{FF2B5EF4-FFF2-40B4-BE49-F238E27FC236}">
                <a16:creationId xmlns:a16="http://schemas.microsoft.com/office/drawing/2014/main" id="{AB136E4C-2EBE-471A-828F-D80B26C44594}"/>
              </a:ext>
            </a:extLst>
          </p:cNvPr>
          <p:cNvSpPr>
            <a:spLocks noGrp="1"/>
          </p:cNvSpPr>
          <p:nvPr/>
        </p:nvSpPr>
        <p:spPr>
          <a:xfrm>
            <a:off x="4595928" y="4416848"/>
            <a:ext cx="45341" cy="45341"/>
          </a:xfrm>
          <a:prstGeom prst="ellipse">
            <a:avLst/>
          </a:prstGeom>
          <a:solidFill>
            <a:srgbClr val="566AB4">
              <a:alpha val="40000"/>
            </a:srgbClr>
          </a:solidFill>
          <a:ln w="0">
            <a:noFill/>
            <a:prstDash val="solid"/>
          </a:ln>
        </p:spPr>
      </p:sp>
      <p:sp>
        <p:nvSpPr>
          <p:cNvPr id="935" name="a_full_bar_ellipse_934">
            <a:extLst>
              <a:ext uri="{FF2B5EF4-FFF2-40B4-BE49-F238E27FC236}">
                <a16:creationId xmlns:a16="http://schemas.microsoft.com/office/drawing/2014/main" id="{1D1EA040-5F19-41F1-8CBB-5D2E5D2E3424}"/>
              </a:ext>
            </a:extLst>
          </p:cNvPr>
          <p:cNvSpPr>
            <a:spLocks noGrp="1"/>
          </p:cNvSpPr>
          <p:nvPr/>
        </p:nvSpPr>
        <p:spPr>
          <a:xfrm>
            <a:off x="4648035" y="2025341"/>
            <a:ext cx="45341" cy="45341"/>
          </a:xfrm>
          <a:prstGeom prst="ellipse">
            <a:avLst/>
          </a:prstGeom>
          <a:solidFill>
            <a:srgbClr val="566AB4">
              <a:alpha val="40000"/>
            </a:srgbClr>
          </a:solidFill>
          <a:ln w="0">
            <a:noFill/>
            <a:prstDash val="solid"/>
          </a:ln>
        </p:spPr>
      </p:sp>
      <p:sp>
        <p:nvSpPr>
          <p:cNvPr id="936" name="a_full_bar_ellipse_935">
            <a:extLst>
              <a:ext uri="{FF2B5EF4-FFF2-40B4-BE49-F238E27FC236}">
                <a16:creationId xmlns:a16="http://schemas.microsoft.com/office/drawing/2014/main" id="{47067769-8753-4354-9EB3-2A24A2196106}"/>
              </a:ext>
            </a:extLst>
          </p:cNvPr>
          <p:cNvSpPr>
            <a:spLocks noGrp="1"/>
          </p:cNvSpPr>
          <p:nvPr/>
        </p:nvSpPr>
        <p:spPr>
          <a:xfrm>
            <a:off x="4660255" y="3285425"/>
            <a:ext cx="45341" cy="45341"/>
          </a:xfrm>
          <a:prstGeom prst="ellipse">
            <a:avLst/>
          </a:prstGeom>
          <a:solidFill>
            <a:srgbClr val="566AB4">
              <a:alpha val="40000"/>
            </a:srgbClr>
          </a:solidFill>
          <a:ln w="0">
            <a:noFill/>
            <a:prstDash val="solid"/>
          </a:ln>
        </p:spPr>
      </p:sp>
      <p:sp>
        <p:nvSpPr>
          <p:cNvPr id="937" name="a_full_bar_ellipse_936">
            <a:extLst>
              <a:ext uri="{FF2B5EF4-FFF2-40B4-BE49-F238E27FC236}">
                <a16:creationId xmlns:a16="http://schemas.microsoft.com/office/drawing/2014/main" id="{397FD774-4047-4057-9830-663502D1B5F6}"/>
              </a:ext>
            </a:extLst>
          </p:cNvPr>
          <p:cNvSpPr>
            <a:spLocks noGrp="1"/>
          </p:cNvSpPr>
          <p:nvPr/>
        </p:nvSpPr>
        <p:spPr>
          <a:xfrm>
            <a:off x="4599669" y="2987220"/>
            <a:ext cx="45341" cy="45341"/>
          </a:xfrm>
          <a:prstGeom prst="ellipse">
            <a:avLst/>
          </a:prstGeom>
          <a:solidFill>
            <a:srgbClr val="566AB4">
              <a:alpha val="40000"/>
            </a:srgbClr>
          </a:solidFill>
          <a:ln w="0">
            <a:noFill/>
            <a:prstDash val="solid"/>
          </a:ln>
        </p:spPr>
      </p:sp>
      <p:sp>
        <p:nvSpPr>
          <p:cNvPr id="938" name="a_full_bar_ellipse_937">
            <a:extLst>
              <a:ext uri="{FF2B5EF4-FFF2-40B4-BE49-F238E27FC236}">
                <a16:creationId xmlns:a16="http://schemas.microsoft.com/office/drawing/2014/main" id="{7E31B5E6-4786-4F5D-A6CC-7D4466F64EE7}"/>
              </a:ext>
            </a:extLst>
          </p:cNvPr>
          <p:cNvSpPr>
            <a:spLocks noGrp="1"/>
          </p:cNvSpPr>
          <p:nvPr/>
        </p:nvSpPr>
        <p:spPr>
          <a:xfrm>
            <a:off x="4670873" y="3344539"/>
            <a:ext cx="45341" cy="45341"/>
          </a:xfrm>
          <a:prstGeom prst="ellipse">
            <a:avLst/>
          </a:prstGeom>
          <a:solidFill>
            <a:srgbClr val="566AB4">
              <a:alpha val="40000"/>
            </a:srgbClr>
          </a:solidFill>
          <a:ln w="0">
            <a:noFill/>
            <a:prstDash val="solid"/>
          </a:ln>
        </p:spPr>
      </p:sp>
      <p:sp>
        <p:nvSpPr>
          <p:cNvPr id="939" name="a_full_bar_ellipse_938">
            <a:extLst>
              <a:ext uri="{FF2B5EF4-FFF2-40B4-BE49-F238E27FC236}">
                <a16:creationId xmlns:a16="http://schemas.microsoft.com/office/drawing/2014/main" id="{3A440127-C4FC-450D-9DD2-379AD4FBFBEB}"/>
              </a:ext>
            </a:extLst>
          </p:cNvPr>
          <p:cNvSpPr>
            <a:spLocks noGrp="1"/>
          </p:cNvSpPr>
          <p:nvPr/>
        </p:nvSpPr>
        <p:spPr>
          <a:xfrm>
            <a:off x="4515450" y="2937356"/>
            <a:ext cx="45341" cy="45341"/>
          </a:xfrm>
          <a:prstGeom prst="ellipse">
            <a:avLst/>
          </a:prstGeom>
          <a:solidFill>
            <a:srgbClr val="566AB4">
              <a:alpha val="40000"/>
            </a:srgbClr>
          </a:solidFill>
          <a:ln w="0">
            <a:noFill/>
            <a:prstDash val="solid"/>
          </a:ln>
        </p:spPr>
      </p:sp>
      <p:sp>
        <p:nvSpPr>
          <p:cNvPr id="940" name="a_full_bar_ellipse_939">
            <a:extLst>
              <a:ext uri="{FF2B5EF4-FFF2-40B4-BE49-F238E27FC236}">
                <a16:creationId xmlns:a16="http://schemas.microsoft.com/office/drawing/2014/main" id="{5B8044E0-6413-4A3A-9956-C3A359765422}"/>
              </a:ext>
            </a:extLst>
          </p:cNvPr>
          <p:cNvSpPr>
            <a:spLocks noGrp="1"/>
          </p:cNvSpPr>
          <p:nvPr/>
        </p:nvSpPr>
        <p:spPr>
          <a:xfrm>
            <a:off x="4617386" y="4052042"/>
            <a:ext cx="45341" cy="45341"/>
          </a:xfrm>
          <a:prstGeom prst="ellipse">
            <a:avLst/>
          </a:prstGeom>
          <a:solidFill>
            <a:srgbClr val="566AB4">
              <a:alpha val="40000"/>
            </a:srgbClr>
          </a:solidFill>
          <a:ln w="0">
            <a:noFill/>
            <a:prstDash val="solid"/>
          </a:ln>
        </p:spPr>
      </p:sp>
      <p:sp>
        <p:nvSpPr>
          <p:cNvPr id="941" name="a_full_bar_ellipse_940">
            <a:extLst>
              <a:ext uri="{FF2B5EF4-FFF2-40B4-BE49-F238E27FC236}">
                <a16:creationId xmlns:a16="http://schemas.microsoft.com/office/drawing/2014/main" id="{AE84BA20-6A83-4EF3-9A72-6E41FA851134}"/>
              </a:ext>
            </a:extLst>
          </p:cNvPr>
          <p:cNvSpPr>
            <a:spLocks noGrp="1"/>
          </p:cNvSpPr>
          <p:nvPr/>
        </p:nvSpPr>
        <p:spPr>
          <a:xfrm>
            <a:off x="4595903" y="3241362"/>
            <a:ext cx="45341" cy="45341"/>
          </a:xfrm>
          <a:prstGeom prst="ellipse">
            <a:avLst/>
          </a:prstGeom>
          <a:solidFill>
            <a:srgbClr val="566AB4">
              <a:alpha val="40000"/>
            </a:srgbClr>
          </a:solidFill>
          <a:ln w="0">
            <a:noFill/>
            <a:prstDash val="solid"/>
          </a:ln>
        </p:spPr>
      </p:sp>
      <p:sp>
        <p:nvSpPr>
          <p:cNvPr id="942" name="a_full_bar_ellipse_941">
            <a:extLst>
              <a:ext uri="{FF2B5EF4-FFF2-40B4-BE49-F238E27FC236}">
                <a16:creationId xmlns:a16="http://schemas.microsoft.com/office/drawing/2014/main" id="{FDBEE2AC-5083-44CA-BE2B-B6B2A64116E3}"/>
              </a:ext>
            </a:extLst>
          </p:cNvPr>
          <p:cNvSpPr>
            <a:spLocks noGrp="1"/>
          </p:cNvSpPr>
          <p:nvPr/>
        </p:nvSpPr>
        <p:spPr>
          <a:xfrm>
            <a:off x="4563718" y="3241362"/>
            <a:ext cx="45341" cy="45341"/>
          </a:xfrm>
          <a:prstGeom prst="ellipse">
            <a:avLst/>
          </a:prstGeom>
          <a:solidFill>
            <a:srgbClr val="566AB4">
              <a:alpha val="40000"/>
            </a:srgbClr>
          </a:solidFill>
          <a:ln w="0">
            <a:noFill/>
            <a:prstDash val="solid"/>
          </a:ln>
        </p:spPr>
      </p:sp>
      <p:sp>
        <p:nvSpPr>
          <p:cNvPr id="943" name="a_full_bar_ellipse_942">
            <a:extLst>
              <a:ext uri="{FF2B5EF4-FFF2-40B4-BE49-F238E27FC236}">
                <a16:creationId xmlns:a16="http://schemas.microsoft.com/office/drawing/2014/main" id="{A0E5D9DA-63B6-4FD4-B6FA-05B12FB72770}"/>
              </a:ext>
            </a:extLst>
          </p:cNvPr>
          <p:cNvSpPr>
            <a:spLocks noGrp="1"/>
          </p:cNvSpPr>
          <p:nvPr/>
        </p:nvSpPr>
        <p:spPr>
          <a:xfrm>
            <a:off x="4603529" y="2025341"/>
            <a:ext cx="45341" cy="45341"/>
          </a:xfrm>
          <a:prstGeom prst="ellipse">
            <a:avLst/>
          </a:prstGeom>
          <a:solidFill>
            <a:srgbClr val="566AB4">
              <a:alpha val="40000"/>
            </a:srgbClr>
          </a:solidFill>
          <a:ln w="0">
            <a:noFill/>
            <a:prstDash val="solid"/>
          </a:ln>
        </p:spPr>
      </p:sp>
      <p:sp>
        <p:nvSpPr>
          <p:cNvPr id="944" name="a_full_bar_ellipse_943">
            <a:extLst>
              <a:ext uri="{FF2B5EF4-FFF2-40B4-BE49-F238E27FC236}">
                <a16:creationId xmlns:a16="http://schemas.microsoft.com/office/drawing/2014/main" id="{8AE2A359-86B8-4618-ADC9-BA559CA7FA10}"/>
              </a:ext>
            </a:extLst>
          </p:cNvPr>
          <p:cNvSpPr>
            <a:spLocks noGrp="1"/>
          </p:cNvSpPr>
          <p:nvPr/>
        </p:nvSpPr>
        <p:spPr>
          <a:xfrm>
            <a:off x="4522303" y="2126508"/>
            <a:ext cx="45341" cy="45341"/>
          </a:xfrm>
          <a:prstGeom prst="ellipse">
            <a:avLst/>
          </a:prstGeom>
          <a:solidFill>
            <a:srgbClr val="566AB4">
              <a:alpha val="40000"/>
            </a:srgbClr>
          </a:solidFill>
          <a:ln w="0">
            <a:noFill/>
            <a:prstDash val="solid"/>
          </a:ln>
        </p:spPr>
      </p:sp>
      <p:sp>
        <p:nvSpPr>
          <p:cNvPr id="945" name="a_full_bar_ellipse_944">
            <a:extLst>
              <a:ext uri="{FF2B5EF4-FFF2-40B4-BE49-F238E27FC236}">
                <a16:creationId xmlns:a16="http://schemas.microsoft.com/office/drawing/2014/main" id="{5763D1A0-F190-4E63-82DA-F3A1C8BD5141}"/>
              </a:ext>
            </a:extLst>
          </p:cNvPr>
          <p:cNvSpPr>
            <a:spLocks noGrp="1"/>
          </p:cNvSpPr>
          <p:nvPr/>
        </p:nvSpPr>
        <p:spPr>
          <a:xfrm>
            <a:off x="4661324" y="3048825"/>
            <a:ext cx="45341" cy="45341"/>
          </a:xfrm>
          <a:prstGeom prst="ellipse">
            <a:avLst/>
          </a:prstGeom>
          <a:solidFill>
            <a:srgbClr val="566AB4">
              <a:alpha val="40000"/>
            </a:srgbClr>
          </a:solidFill>
          <a:ln w="0">
            <a:noFill/>
            <a:prstDash val="solid"/>
          </a:ln>
        </p:spPr>
      </p:sp>
      <p:sp>
        <p:nvSpPr>
          <p:cNvPr id="946" name="a_full_bar_ellipse_945">
            <a:extLst>
              <a:ext uri="{FF2B5EF4-FFF2-40B4-BE49-F238E27FC236}">
                <a16:creationId xmlns:a16="http://schemas.microsoft.com/office/drawing/2014/main" id="{D6B77046-D8CA-4F20-AD1D-810BF5379D47}"/>
              </a:ext>
            </a:extLst>
          </p:cNvPr>
          <p:cNvSpPr>
            <a:spLocks noGrp="1"/>
          </p:cNvSpPr>
          <p:nvPr/>
        </p:nvSpPr>
        <p:spPr>
          <a:xfrm>
            <a:off x="4658141" y="4059548"/>
            <a:ext cx="45341" cy="45341"/>
          </a:xfrm>
          <a:prstGeom prst="ellipse">
            <a:avLst/>
          </a:prstGeom>
          <a:solidFill>
            <a:srgbClr val="566AB4">
              <a:alpha val="40000"/>
            </a:srgbClr>
          </a:solidFill>
          <a:ln w="0">
            <a:noFill/>
            <a:prstDash val="solid"/>
          </a:ln>
        </p:spPr>
      </p:sp>
      <p:sp>
        <p:nvSpPr>
          <p:cNvPr id="947" name="a_full_bar_ellipse_946">
            <a:extLst>
              <a:ext uri="{FF2B5EF4-FFF2-40B4-BE49-F238E27FC236}">
                <a16:creationId xmlns:a16="http://schemas.microsoft.com/office/drawing/2014/main" id="{8CC80AF5-64D0-4AD7-86BD-B2D352145E87}"/>
              </a:ext>
            </a:extLst>
          </p:cNvPr>
          <p:cNvSpPr>
            <a:spLocks noGrp="1"/>
          </p:cNvSpPr>
          <p:nvPr/>
        </p:nvSpPr>
        <p:spPr>
          <a:xfrm>
            <a:off x="4508553" y="4457382"/>
            <a:ext cx="45341" cy="45341"/>
          </a:xfrm>
          <a:prstGeom prst="ellipse">
            <a:avLst/>
          </a:prstGeom>
          <a:solidFill>
            <a:srgbClr val="566AB4">
              <a:alpha val="40000"/>
            </a:srgbClr>
          </a:solidFill>
          <a:ln w="0">
            <a:noFill/>
            <a:prstDash val="solid"/>
          </a:ln>
        </p:spPr>
      </p:sp>
      <p:sp>
        <p:nvSpPr>
          <p:cNvPr id="948" name="a_full_bar_ellipse_947">
            <a:extLst>
              <a:ext uri="{FF2B5EF4-FFF2-40B4-BE49-F238E27FC236}">
                <a16:creationId xmlns:a16="http://schemas.microsoft.com/office/drawing/2014/main" id="{691F4191-C658-4E34-8560-7976CEC053CC}"/>
              </a:ext>
            </a:extLst>
          </p:cNvPr>
          <p:cNvSpPr>
            <a:spLocks noGrp="1"/>
          </p:cNvSpPr>
          <p:nvPr/>
        </p:nvSpPr>
        <p:spPr>
          <a:xfrm>
            <a:off x="4684304" y="4052042"/>
            <a:ext cx="45341" cy="45341"/>
          </a:xfrm>
          <a:prstGeom prst="ellipse">
            <a:avLst/>
          </a:prstGeom>
          <a:solidFill>
            <a:srgbClr val="566AB4">
              <a:alpha val="40000"/>
            </a:srgbClr>
          </a:solidFill>
          <a:ln w="0">
            <a:noFill/>
            <a:prstDash val="solid"/>
          </a:ln>
        </p:spPr>
      </p:sp>
      <p:sp>
        <p:nvSpPr>
          <p:cNvPr id="949" name="a_full_bar_ellipse_948">
            <a:extLst>
              <a:ext uri="{FF2B5EF4-FFF2-40B4-BE49-F238E27FC236}">
                <a16:creationId xmlns:a16="http://schemas.microsoft.com/office/drawing/2014/main" id="{EFEC766C-3819-4D07-81FB-B04B57F2245A}"/>
              </a:ext>
            </a:extLst>
          </p:cNvPr>
          <p:cNvSpPr>
            <a:spLocks noGrp="1"/>
          </p:cNvSpPr>
          <p:nvPr/>
        </p:nvSpPr>
        <p:spPr>
          <a:xfrm>
            <a:off x="4661526" y="2937356"/>
            <a:ext cx="45341" cy="45341"/>
          </a:xfrm>
          <a:prstGeom prst="ellipse">
            <a:avLst/>
          </a:prstGeom>
          <a:solidFill>
            <a:srgbClr val="566AB4">
              <a:alpha val="40000"/>
            </a:srgbClr>
          </a:solidFill>
          <a:ln w="0">
            <a:noFill/>
            <a:prstDash val="solid"/>
          </a:ln>
        </p:spPr>
      </p:sp>
      <p:sp>
        <p:nvSpPr>
          <p:cNvPr id="950" name="a_full_bar_ellipse_949">
            <a:extLst>
              <a:ext uri="{FF2B5EF4-FFF2-40B4-BE49-F238E27FC236}">
                <a16:creationId xmlns:a16="http://schemas.microsoft.com/office/drawing/2014/main" id="{D672BC28-EDC1-4104-8322-F5762A3B62C2}"/>
              </a:ext>
            </a:extLst>
          </p:cNvPr>
          <p:cNvSpPr>
            <a:spLocks noGrp="1"/>
          </p:cNvSpPr>
          <p:nvPr/>
        </p:nvSpPr>
        <p:spPr>
          <a:xfrm>
            <a:off x="4671064" y="3849372"/>
            <a:ext cx="45341" cy="45341"/>
          </a:xfrm>
          <a:prstGeom prst="ellipse">
            <a:avLst/>
          </a:prstGeom>
          <a:solidFill>
            <a:srgbClr val="566AB4">
              <a:alpha val="40000"/>
            </a:srgbClr>
          </a:solidFill>
          <a:ln w="0">
            <a:noFill/>
            <a:prstDash val="solid"/>
          </a:ln>
        </p:spPr>
      </p:sp>
      <p:sp>
        <p:nvSpPr>
          <p:cNvPr id="951" name="a_full_bar_ellipse_950">
            <a:extLst>
              <a:ext uri="{FF2B5EF4-FFF2-40B4-BE49-F238E27FC236}">
                <a16:creationId xmlns:a16="http://schemas.microsoft.com/office/drawing/2014/main" id="{4883BE8D-1CB6-4C08-A41B-DFAE3B6BBB67}"/>
              </a:ext>
            </a:extLst>
          </p:cNvPr>
          <p:cNvSpPr>
            <a:spLocks noGrp="1"/>
          </p:cNvSpPr>
          <p:nvPr/>
        </p:nvSpPr>
        <p:spPr>
          <a:xfrm>
            <a:off x="4506759" y="4457382"/>
            <a:ext cx="45341" cy="45341"/>
          </a:xfrm>
          <a:prstGeom prst="ellipse">
            <a:avLst/>
          </a:prstGeom>
          <a:solidFill>
            <a:srgbClr val="566AB4">
              <a:alpha val="40000"/>
            </a:srgbClr>
          </a:solidFill>
          <a:ln w="0">
            <a:noFill/>
            <a:prstDash val="solid"/>
          </a:ln>
        </p:spPr>
      </p:sp>
      <p:sp>
        <p:nvSpPr>
          <p:cNvPr id="952" name="a_full_bar_ellipse_951">
            <a:extLst>
              <a:ext uri="{FF2B5EF4-FFF2-40B4-BE49-F238E27FC236}">
                <a16:creationId xmlns:a16="http://schemas.microsoft.com/office/drawing/2014/main" id="{95480D9B-44B4-4904-B28F-8A4FD4656865}"/>
              </a:ext>
            </a:extLst>
          </p:cNvPr>
          <p:cNvSpPr>
            <a:spLocks noGrp="1"/>
          </p:cNvSpPr>
          <p:nvPr/>
        </p:nvSpPr>
        <p:spPr>
          <a:xfrm>
            <a:off x="4547565" y="4376314"/>
            <a:ext cx="45341" cy="45341"/>
          </a:xfrm>
          <a:prstGeom prst="ellipse">
            <a:avLst/>
          </a:prstGeom>
          <a:solidFill>
            <a:srgbClr val="566AB4">
              <a:alpha val="40000"/>
            </a:srgbClr>
          </a:solidFill>
          <a:ln w="0">
            <a:noFill/>
            <a:prstDash val="solid"/>
          </a:ln>
        </p:spPr>
      </p:sp>
      <p:sp>
        <p:nvSpPr>
          <p:cNvPr id="953" name="a_full_bar_ellipse_952">
            <a:extLst>
              <a:ext uri="{FF2B5EF4-FFF2-40B4-BE49-F238E27FC236}">
                <a16:creationId xmlns:a16="http://schemas.microsoft.com/office/drawing/2014/main" id="{1DB7300D-07E4-4656-98AA-CA981E1DB964}"/>
              </a:ext>
            </a:extLst>
          </p:cNvPr>
          <p:cNvSpPr>
            <a:spLocks noGrp="1"/>
          </p:cNvSpPr>
          <p:nvPr/>
        </p:nvSpPr>
        <p:spPr>
          <a:xfrm>
            <a:off x="4533282" y="3946615"/>
            <a:ext cx="45341" cy="45341"/>
          </a:xfrm>
          <a:prstGeom prst="ellipse">
            <a:avLst/>
          </a:prstGeom>
          <a:solidFill>
            <a:srgbClr val="566AB4">
              <a:alpha val="40000"/>
            </a:srgbClr>
          </a:solidFill>
          <a:ln w="0">
            <a:noFill/>
            <a:prstDash val="solid"/>
          </a:ln>
        </p:spPr>
      </p:sp>
      <p:sp>
        <p:nvSpPr>
          <p:cNvPr id="954" name="a_full_bar_ellipse_953">
            <a:extLst>
              <a:ext uri="{FF2B5EF4-FFF2-40B4-BE49-F238E27FC236}">
                <a16:creationId xmlns:a16="http://schemas.microsoft.com/office/drawing/2014/main" id="{E5EA4A61-C08C-48C0-A5DE-6B016987BEE6}"/>
              </a:ext>
            </a:extLst>
          </p:cNvPr>
          <p:cNvSpPr>
            <a:spLocks noGrp="1"/>
          </p:cNvSpPr>
          <p:nvPr/>
        </p:nvSpPr>
        <p:spPr>
          <a:xfrm>
            <a:off x="4509701" y="4330403"/>
            <a:ext cx="45341" cy="45341"/>
          </a:xfrm>
          <a:prstGeom prst="ellipse">
            <a:avLst/>
          </a:prstGeom>
          <a:solidFill>
            <a:srgbClr val="566AB4">
              <a:alpha val="40000"/>
            </a:srgbClr>
          </a:solidFill>
          <a:ln w="0">
            <a:noFill/>
            <a:prstDash val="solid"/>
          </a:ln>
        </p:spPr>
      </p:sp>
      <p:sp>
        <p:nvSpPr>
          <p:cNvPr id="955" name="a_full_bar_ellipse_954">
            <a:extLst>
              <a:ext uri="{FF2B5EF4-FFF2-40B4-BE49-F238E27FC236}">
                <a16:creationId xmlns:a16="http://schemas.microsoft.com/office/drawing/2014/main" id="{A47E077A-4390-4361-8491-BA0BE1A0A866}"/>
              </a:ext>
            </a:extLst>
          </p:cNvPr>
          <p:cNvSpPr>
            <a:spLocks noGrp="1"/>
          </p:cNvSpPr>
          <p:nvPr/>
        </p:nvSpPr>
        <p:spPr>
          <a:xfrm>
            <a:off x="4536077" y="2025341"/>
            <a:ext cx="45341" cy="45341"/>
          </a:xfrm>
          <a:prstGeom prst="ellipse">
            <a:avLst/>
          </a:prstGeom>
          <a:solidFill>
            <a:srgbClr val="566AB4">
              <a:alpha val="40000"/>
            </a:srgbClr>
          </a:solidFill>
          <a:ln w="0">
            <a:noFill/>
            <a:prstDash val="solid"/>
          </a:ln>
        </p:spPr>
      </p:sp>
      <p:sp>
        <p:nvSpPr>
          <p:cNvPr id="956" name="a_full_bar_ellipse_955">
            <a:extLst>
              <a:ext uri="{FF2B5EF4-FFF2-40B4-BE49-F238E27FC236}">
                <a16:creationId xmlns:a16="http://schemas.microsoft.com/office/drawing/2014/main" id="{DBA79388-4D28-48DE-B4B2-F681DE65BB18}"/>
              </a:ext>
            </a:extLst>
          </p:cNvPr>
          <p:cNvSpPr>
            <a:spLocks noGrp="1"/>
          </p:cNvSpPr>
          <p:nvPr/>
        </p:nvSpPr>
        <p:spPr>
          <a:xfrm>
            <a:off x="4582567" y="4457382"/>
            <a:ext cx="45341" cy="45341"/>
          </a:xfrm>
          <a:prstGeom prst="ellipse">
            <a:avLst/>
          </a:prstGeom>
          <a:solidFill>
            <a:srgbClr val="566AB4">
              <a:alpha val="40000"/>
            </a:srgbClr>
          </a:solidFill>
          <a:ln w="0">
            <a:noFill/>
            <a:prstDash val="solid"/>
          </a:ln>
        </p:spPr>
      </p:sp>
      <p:sp>
        <p:nvSpPr>
          <p:cNvPr id="957" name="a_full_bar_ellipse_956">
            <a:extLst>
              <a:ext uri="{FF2B5EF4-FFF2-40B4-BE49-F238E27FC236}">
                <a16:creationId xmlns:a16="http://schemas.microsoft.com/office/drawing/2014/main" id="{EDABB27B-0A61-4298-9767-97B3CAA251E4}"/>
              </a:ext>
            </a:extLst>
          </p:cNvPr>
          <p:cNvSpPr>
            <a:spLocks noGrp="1"/>
          </p:cNvSpPr>
          <p:nvPr/>
        </p:nvSpPr>
        <p:spPr>
          <a:xfrm>
            <a:off x="4667119" y="4018564"/>
            <a:ext cx="45341" cy="45341"/>
          </a:xfrm>
          <a:prstGeom prst="ellipse">
            <a:avLst/>
          </a:prstGeom>
          <a:solidFill>
            <a:srgbClr val="566AB4">
              <a:alpha val="40000"/>
            </a:srgbClr>
          </a:solidFill>
          <a:ln w="0">
            <a:noFill/>
            <a:prstDash val="solid"/>
          </a:ln>
        </p:spPr>
      </p:sp>
      <p:sp>
        <p:nvSpPr>
          <p:cNvPr id="958" name="a_full_bar_ellipse_957">
            <a:extLst>
              <a:ext uri="{FF2B5EF4-FFF2-40B4-BE49-F238E27FC236}">
                <a16:creationId xmlns:a16="http://schemas.microsoft.com/office/drawing/2014/main" id="{DC412F9B-F465-49C0-93AB-065D6F45FC15}"/>
              </a:ext>
            </a:extLst>
          </p:cNvPr>
          <p:cNvSpPr>
            <a:spLocks noGrp="1"/>
          </p:cNvSpPr>
          <p:nvPr/>
        </p:nvSpPr>
        <p:spPr>
          <a:xfrm>
            <a:off x="4539335" y="4457382"/>
            <a:ext cx="45341" cy="45341"/>
          </a:xfrm>
          <a:prstGeom prst="ellipse">
            <a:avLst/>
          </a:prstGeom>
          <a:solidFill>
            <a:srgbClr val="566AB4">
              <a:alpha val="40000"/>
            </a:srgbClr>
          </a:solidFill>
          <a:ln w="0">
            <a:noFill/>
            <a:prstDash val="solid"/>
          </a:ln>
        </p:spPr>
      </p:sp>
      <p:sp>
        <p:nvSpPr>
          <p:cNvPr id="959" name="a_full_bar_ellipse_958">
            <a:extLst>
              <a:ext uri="{FF2B5EF4-FFF2-40B4-BE49-F238E27FC236}">
                <a16:creationId xmlns:a16="http://schemas.microsoft.com/office/drawing/2014/main" id="{E9D471AC-8765-44BA-AB8D-27FBECA6FF44}"/>
              </a:ext>
            </a:extLst>
          </p:cNvPr>
          <p:cNvSpPr>
            <a:spLocks noGrp="1"/>
          </p:cNvSpPr>
          <p:nvPr/>
        </p:nvSpPr>
        <p:spPr>
          <a:xfrm>
            <a:off x="4641894" y="4052042"/>
            <a:ext cx="45341" cy="45341"/>
          </a:xfrm>
          <a:prstGeom prst="ellipse">
            <a:avLst/>
          </a:prstGeom>
          <a:solidFill>
            <a:srgbClr val="566AB4">
              <a:alpha val="40000"/>
            </a:srgbClr>
          </a:solidFill>
          <a:ln w="0">
            <a:noFill/>
            <a:prstDash val="solid"/>
          </a:ln>
        </p:spPr>
      </p:sp>
      <p:sp>
        <p:nvSpPr>
          <p:cNvPr id="960" name="a_full_bar_ellipse_959">
            <a:extLst>
              <a:ext uri="{FF2B5EF4-FFF2-40B4-BE49-F238E27FC236}">
                <a16:creationId xmlns:a16="http://schemas.microsoft.com/office/drawing/2014/main" id="{1AC1EBB7-9E9E-4DEB-98BE-7B9C8C2BEC24}"/>
              </a:ext>
            </a:extLst>
          </p:cNvPr>
          <p:cNvSpPr>
            <a:spLocks noGrp="1"/>
          </p:cNvSpPr>
          <p:nvPr/>
        </p:nvSpPr>
        <p:spPr>
          <a:xfrm>
            <a:off x="4612261" y="3849372"/>
            <a:ext cx="45341" cy="45341"/>
          </a:xfrm>
          <a:prstGeom prst="ellipse">
            <a:avLst/>
          </a:prstGeom>
          <a:solidFill>
            <a:srgbClr val="566AB4">
              <a:alpha val="40000"/>
            </a:srgbClr>
          </a:solidFill>
          <a:ln w="0">
            <a:noFill/>
            <a:prstDash val="solid"/>
          </a:ln>
        </p:spPr>
      </p:sp>
      <p:sp>
        <p:nvSpPr>
          <p:cNvPr id="961" name="a_full_bar_ellipse_960">
            <a:extLst>
              <a:ext uri="{FF2B5EF4-FFF2-40B4-BE49-F238E27FC236}">
                <a16:creationId xmlns:a16="http://schemas.microsoft.com/office/drawing/2014/main" id="{D8A7F480-CEE2-43A4-8C1A-98E16961ADB2}"/>
              </a:ext>
            </a:extLst>
          </p:cNvPr>
          <p:cNvSpPr>
            <a:spLocks noGrp="1"/>
          </p:cNvSpPr>
          <p:nvPr/>
        </p:nvSpPr>
        <p:spPr>
          <a:xfrm>
            <a:off x="4518090" y="4457382"/>
            <a:ext cx="45341" cy="45341"/>
          </a:xfrm>
          <a:prstGeom prst="ellipse">
            <a:avLst/>
          </a:prstGeom>
          <a:solidFill>
            <a:srgbClr val="566AB4">
              <a:alpha val="40000"/>
            </a:srgbClr>
          </a:solidFill>
          <a:ln w="0">
            <a:noFill/>
            <a:prstDash val="solid"/>
          </a:ln>
        </p:spPr>
      </p:sp>
      <p:sp>
        <p:nvSpPr>
          <p:cNvPr id="962" name="a_full_bar_ellipse_961">
            <a:extLst>
              <a:ext uri="{FF2B5EF4-FFF2-40B4-BE49-F238E27FC236}">
                <a16:creationId xmlns:a16="http://schemas.microsoft.com/office/drawing/2014/main" id="{1CB5DC7E-9AC1-446A-92F8-35DD31EE256E}"/>
              </a:ext>
            </a:extLst>
          </p:cNvPr>
          <p:cNvSpPr>
            <a:spLocks noGrp="1"/>
          </p:cNvSpPr>
          <p:nvPr/>
        </p:nvSpPr>
        <p:spPr>
          <a:xfrm>
            <a:off x="4602651" y="4457382"/>
            <a:ext cx="45341" cy="45341"/>
          </a:xfrm>
          <a:prstGeom prst="ellipse">
            <a:avLst/>
          </a:prstGeom>
          <a:solidFill>
            <a:srgbClr val="566AB4">
              <a:alpha val="40000"/>
            </a:srgbClr>
          </a:solidFill>
          <a:ln w="0">
            <a:noFill/>
            <a:prstDash val="solid"/>
          </a:ln>
        </p:spPr>
      </p:sp>
      <p:sp>
        <p:nvSpPr>
          <p:cNvPr id="963" name="a_full_bar_ellipse_962">
            <a:extLst>
              <a:ext uri="{FF2B5EF4-FFF2-40B4-BE49-F238E27FC236}">
                <a16:creationId xmlns:a16="http://schemas.microsoft.com/office/drawing/2014/main" id="{D48ABB4D-E1C9-43FD-BE48-17EBE8251FBD}"/>
              </a:ext>
            </a:extLst>
          </p:cNvPr>
          <p:cNvSpPr>
            <a:spLocks noGrp="1"/>
          </p:cNvSpPr>
          <p:nvPr/>
        </p:nvSpPr>
        <p:spPr>
          <a:xfrm>
            <a:off x="4567327" y="2025341"/>
            <a:ext cx="45341" cy="45341"/>
          </a:xfrm>
          <a:prstGeom prst="ellipse">
            <a:avLst/>
          </a:prstGeom>
          <a:solidFill>
            <a:srgbClr val="566AB4">
              <a:alpha val="40000"/>
            </a:srgbClr>
          </a:solidFill>
          <a:ln w="0">
            <a:noFill/>
            <a:prstDash val="solid"/>
          </a:ln>
        </p:spPr>
      </p:sp>
      <p:sp>
        <p:nvSpPr>
          <p:cNvPr id="964" name="a_full_bar_ellipse_963">
            <a:extLst>
              <a:ext uri="{FF2B5EF4-FFF2-40B4-BE49-F238E27FC236}">
                <a16:creationId xmlns:a16="http://schemas.microsoft.com/office/drawing/2014/main" id="{C4B1DB62-80BB-4346-BEA4-B7323E656132}"/>
              </a:ext>
            </a:extLst>
          </p:cNvPr>
          <p:cNvSpPr>
            <a:spLocks noGrp="1"/>
          </p:cNvSpPr>
          <p:nvPr/>
        </p:nvSpPr>
        <p:spPr>
          <a:xfrm>
            <a:off x="4585955" y="2025341"/>
            <a:ext cx="45341" cy="45341"/>
          </a:xfrm>
          <a:prstGeom prst="ellipse">
            <a:avLst/>
          </a:prstGeom>
          <a:solidFill>
            <a:srgbClr val="566AB4">
              <a:alpha val="40000"/>
            </a:srgbClr>
          </a:solidFill>
          <a:ln w="0">
            <a:noFill/>
            <a:prstDash val="solid"/>
          </a:ln>
        </p:spPr>
      </p:sp>
      <p:sp>
        <p:nvSpPr>
          <p:cNvPr id="965" name="a_full_bar_ellipse_964">
            <a:extLst>
              <a:ext uri="{FF2B5EF4-FFF2-40B4-BE49-F238E27FC236}">
                <a16:creationId xmlns:a16="http://schemas.microsoft.com/office/drawing/2014/main" id="{258A549E-1740-4C60-A1B2-8982E033E7FF}"/>
              </a:ext>
            </a:extLst>
          </p:cNvPr>
          <p:cNvSpPr>
            <a:spLocks noGrp="1"/>
          </p:cNvSpPr>
          <p:nvPr/>
        </p:nvSpPr>
        <p:spPr>
          <a:xfrm>
            <a:off x="4545417" y="2329346"/>
            <a:ext cx="45341" cy="45341"/>
          </a:xfrm>
          <a:prstGeom prst="ellipse">
            <a:avLst/>
          </a:prstGeom>
          <a:solidFill>
            <a:srgbClr val="566AB4">
              <a:alpha val="40000"/>
            </a:srgbClr>
          </a:solidFill>
          <a:ln w="0">
            <a:noFill/>
            <a:prstDash val="solid"/>
          </a:ln>
        </p:spPr>
      </p:sp>
      <p:sp>
        <p:nvSpPr>
          <p:cNvPr id="966" name="a_full_bar_ellipse_965">
            <a:extLst>
              <a:ext uri="{FF2B5EF4-FFF2-40B4-BE49-F238E27FC236}">
                <a16:creationId xmlns:a16="http://schemas.microsoft.com/office/drawing/2014/main" id="{C2ADAD9D-1A29-4A7E-AB98-9A2558CC9675}"/>
              </a:ext>
            </a:extLst>
          </p:cNvPr>
          <p:cNvSpPr>
            <a:spLocks noGrp="1"/>
          </p:cNvSpPr>
          <p:nvPr/>
        </p:nvSpPr>
        <p:spPr>
          <a:xfrm>
            <a:off x="4665435" y="4187155"/>
            <a:ext cx="45341" cy="45341"/>
          </a:xfrm>
          <a:prstGeom prst="ellipse">
            <a:avLst/>
          </a:prstGeom>
          <a:solidFill>
            <a:srgbClr val="566AB4">
              <a:alpha val="40000"/>
            </a:srgbClr>
          </a:solidFill>
          <a:ln w="0">
            <a:noFill/>
            <a:prstDash val="solid"/>
          </a:ln>
        </p:spPr>
      </p:sp>
      <p:sp>
        <p:nvSpPr>
          <p:cNvPr id="967" name="a_full_bar_ellipse_966">
            <a:extLst>
              <a:ext uri="{FF2B5EF4-FFF2-40B4-BE49-F238E27FC236}">
                <a16:creationId xmlns:a16="http://schemas.microsoft.com/office/drawing/2014/main" id="{16821669-8B42-4B79-B3AF-320A1544D806}"/>
              </a:ext>
            </a:extLst>
          </p:cNvPr>
          <p:cNvSpPr>
            <a:spLocks noGrp="1"/>
          </p:cNvSpPr>
          <p:nvPr/>
        </p:nvSpPr>
        <p:spPr>
          <a:xfrm>
            <a:off x="4571298" y="3241362"/>
            <a:ext cx="45341" cy="45341"/>
          </a:xfrm>
          <a:prstGeom prst="ellipse">
            <a:avLst/>
          </a:prstGeom>
          <a:solidFill>
            <a:srgbClr val="566AB4">
              <a:alpha val="40000"/>
            </a:srgbClr>
          </a:solidFill>
          <a:ln w="0">
            <a:noFill/>
            <a:prstDash val="solid"/>
          </a:ln>
        </p:spPr>
      </p:sp>
      <p:sp>
        <p:nvSpPr>
          <p:cNvPr id="968" name="a_full_bar_ellipse_967">
            <a:extLst>
              <a:ext uri="{FF2B5EF4-FFF2-40B4-BE49-F238E27FC236}">
                <a16:creationId xmlns:a16="http://schemas.microsoft.com/office/drawing/2014/main" id="{FA7838AE-D445-426C-93D6-FB6C1D9BAB7E}"/>
              </a:ext>
            </a:extLst>
          </p:cNvPr>
          <p:cNvSpPr>
            <a:spLocks noGrp="1"/>
          </p:cNvSpPr>
          <p:nvPr/>
        </p:nvSpPr>
        <p:spPr>
          <a:xfrm>
            <a:off x="4511297" y="2025341"/>
            <a:ext cx="45341" cy="45341"/>
          </a:xfrm>
          <a:prstGeom prst="ellipse">
            <a:avLst/>
          </a:prstGeom>
          <a:solidFill>
            <a:srgbClr val="566AB4">
              <a:alpha val="40000"/>
            </a:srgbClr>
          </a:solidFill>
          <a:ln w="0">
            <a:noFill/>
            <a:prstDash val="solid"/>
          </a:ln>
        </p:spPr>
      </p:sp>
      <p:sp>
        <p:nvSpPr>
          <p:cNvPr id="969" name="a_full_bar_ellipse_968">
            <a:extLst>
              <a:ext uri="{FF2B5EF4-FFF2-40B4-BE49-F238E27FC236}">
                <a16:creationId xmlns:a16="http://schemas.microsoft.com/office/drawing/2014/main" id="{B5F82445-42E3-41D9-A541-1947D6732B9B}"/>
              </a:ext>
            </a:extLst>
          </p:cNvPr>
          <p:cNvSpPr>
            <a:spLocks noGrp="1"/>
          </p:cNvSpPr>
          <p:nvPr/>
        </p:nvSpPr>
        <p:spPr>
          <a:xfrm>
            <a:off x="4560498" y="2554630"/>
            <a:ext cx="45341" cy="45341"/>
          </a:xfrm>
          <a:prstGeom prst="ellipse">
            <a:avLst/>
          </a:prstGeom>
          <a:solidFill>
            <a:srgbClr val="566AB4">
              <a:alpha val="40000"/>
            </a:srgbClr>
          </a:solidFill>
          <a:ln w="0">
            <a:noFill/>
            <a:prstDash val="solid"/>
          </a:ln>
        </p:spPr>
      </p:sp>
      <p:sp>
        <p:nvSpPr>
          <p:cNvPr id="970" name="a_full_bar_ellipse_969">
            <a:extLst>
              <a:ext uri="{FF2B5EF4-FFF2-40B4-BE49-F238E27FC236}">
                <a16:creationId xmlns:a16="http://schemas.microsoft.com/office/drawing/2014/main" id="{3C8F2163-0358-44A6-8DFD-BFEEE1CE6158}"/>
              </a:ext>
            </a:extLst>
          </p:cNvPr>
          <p:cNvSpPr>
            <a:spLocks noGrp="1"/>
          </p:cNvSpPr>
          <p:nvPr/>
        </p:nvSpPr>
        <p:spPr>
          <a:xfrm>
            <a:off x="4560994" y="2025341"/>
            <a:ext cx="45341" cy="45341"/>
          </a:xfrm>
          <a:prstGeom prst="ellipse">
            <a:avLst/>
          </a:prstGeom>
          <a:solidFill>
            <a:srgbClr val="566AB4">
              <a:alpha val="40000"/>
            </a:srgbClr>
          </a:solidFill>
          <a:ln w="0">
            <a:noFill/>
            <a:prstDash val="solid"/>
          </a:ln>
        </p:spPr>
      </p:sp>
      <p:sp>
        <p:nvSpPr>
          <p:cNvPr id="971" name="a_full_bar_ellipse_970">
            <a:extLst>
              <a:ext uri="{FF2B5EF4-FFF2-40B4-BE49-F238E27FC236}">
                <a16:creationId xmlns:a16="http://schemas.microsoft.com/office/drawing/2014/main" id="{421A33FC-5C8C-4EA0-8C2D-9B80335C62DC}"/>
              </a:ext>
            </a:extLst>
          </p:cNvPr>
          <p:cNvSpPr>
            <a:spLocks noGrp="1"/>
          </p:cNvSpPr>
          <p:nvPr/>
        </p:nvSpPr>
        <p:spPr>
          <a:xfrm>
            <a:off x="4523363" y="2025341"/>
            <a:ext cx="45341" cy="45341"/>
          </a:xfrm>
          <a:prstGeom prst="ellipse">
            <a:avLst/>
          </a:prstGeom>
          <a:solidFill>
            <a:srgbClr val="566AB4">
              <a:alpha val="40000"/>
            </a:srgbClr>
          </a:solidFill>
          <a:ln w="0">
            <a:noFill/>
            <a:prstDash val="solid"/>
          </a:ln>
        </p:spPr>
      </p:sp>
      <p:sp>
        <p:nvSpPr>
          <p:cNvPr id="972" name="a_full_bar_ellipse_971">
            <a:extLst>
              <a:ext uri="{FF2B5EF4-FFF2-40B4-BE49-F238E27FC236}">
                <a16:creationId xmlns:a16="http://schemas.microsoft.com/office/drawing/2014/main" id="{578967BF-0652-4171-AB6B-E612734135AB}"/>
              </a:ext>
            </a:extLst>
          </p:cNvPr>
          <p:cNvSpPr>
            <a:spLocks noGrp="1"/>
          </p:cNvSpPr>
          <p:nvPr/>
        </p:nvSpPr>
        <p:spPr>
          <a:xfrm>
            <a:off x="4683939" y="3967289"/>
            <a:ext cx="45341" cy="45341"/>
          </a:xfrm>
          <a:prstGeom prst="ellipse">
            <a:avLst/>
          </a:prstGeom>
          <a:solidFill>
            <a:srgbClr val="566AB4">
              <a:alpha val="40000"/>
            </a:srgbClr>
          </a:solidFill>
          <a:ln w="0">
            <a:noFill/>
            <a:prstDash val="solid"/>
          </a:ln>
        </p:spPr>
      </p:sp>
      <p:sp>
        <p:nvSpPr>
          <p:cNvPr id="973" name="a_full_bar_ellipse_972">
            <a:extLst>
              <a:ext uri="{FF2B5EF4-FFF2-40B4-BE49-F238E27FC236}">
                <a16:creationId xmlns:a16="http://schemas.microsoft.com/office/drawing/2014/main" id="{EE74C03A-934D-47D7-A85F-3AC8FA0958F2}"/>
              </a:ext>
            </a:extLst>
          </p:cNvPr>
          <p:cNvSpPr>
            <a:spLocks noGrp="1"/>
          </p:cNvSpPr>
          <p:nvPr/>
        </p:nvSpPr>
        <p:spPr>
          <a:xfrm>
            <a:off x="4610621" y="4052042"/>
            <a:ext cx="45341" cy="45341"/>
          </a:xfrm>
          <a:prstGeom prst="ellipse">
            <a:avLst/>
          </a:prstGeom>
          <a:solidFill>
            <a:srgbClr val="566AB4">
              <a:alpha val="40000"/>
            </a:srgbClr>
          </a:solidFill>
          <a:ln w="0">
            <a:noFill/>
            <a:prstDash val="solid"/>
          </a:ln>
        </p:spPr>
      </p:sp>
      <p:sp>
        <p:nvSpPr>
          <p:cNvPr id="974" name="a_full_bar_ellipse_973">
            <a:extLst>
              <a:ext uri="{FF2B5EF4-FFF2-40B4-BE49-F238E27FC236}">
                <a16:creationId xmlns:a16="http://schemas.microsoft.com/office/drawing/2014/main" id="{B4D10A77-2021-47C1-A220-2D3D34820049}"/>
              </a:ext>
            </a:extLst>
          </p:cNvPr>
          <p:cNvSpPr>
            <a:spLocks noGrp="1"/>
          </p:cNvSpPr>
          <p:nvPr/>
        </p:nvSpPr>
        <p:spPr>
          <a:xfrm>
            <a:off x="4502175" y="3241362"/>
            <a:ext cx="45341" cy="45341"/>
          </a:xfrm>
          <a:prstGeom prst="ellipse">
            <a:avLst/>
          </a:prstGeom>
          <a:solidFill>
            <a:srgbClr val="566AB4">
              <a:alpha val="40000"/>
            </a:srgbClr>
          </a:solidFill>
          <a:ln w="0">
            <a:noFill/>
            <a:prstDash val="solid"/>
          </a:ln>
        </p:spPr>
      </p:sp>
      <p:sp>
        <p:nvSpPr>
          <p:cNvPr id="975" name="a_full_bar_ellipse_974">
            <a:extLst>
              <a:ext uri="{FF2B5EF4-FFF2-40B4-BE49-F238E27FC236}">
                <a16:creationId xmlns:a16="http://schemas.microsoft.com/office/drawing/2014/main" id="{F8344937-E993-4F2D-978B-AA534E1EC070}"/>
              </a:ext>
            </a:extLst>
          </p:cNvPr>
          <p:cNvSpPr>
            <a:spLocks noGrp="1"/>
          </p:cNvSpPr>
          <p:nvPr/>
        </p:nvSpPr>
        <p:spPr>
          <a:xfrm>
            <a:off x="4689789" y="2633351"/>
            <a:ext cx="45341" cy="45341"/>
          </a:xfrm>
          <a:prstGeom prst="ellipse">
            <a:avLst/>
          </a:prstGeom>
          <a:solidFill>
            <a:srgbClr val="566AB4">
              <a:alpha val="40000"/>
            </a:srgbClr>
          </a:solidFill>
          <a:ln w="0">
            <a:noFill/>
            <a:prstDash val="solid"/>
          </a:ln>
        </p:spPr>
      </p:sp>
      <p:sp>
        <p:nvSpPr>
          <p:cNvPr id="976" name="a_full_bar_ellipse_975">
            <a:extLst>
              <a:ext uri="{FF2B5EF4-FFF2-40B4-BE49-F238E27FC236}">
                <a16:creationId xmlns:a16="http://schemas.microsoft.com/office/drawing/2014/main" id="{788A9B03-B52D-4E47-AE73-619CC3EC5B2D}"/>
              </a:ext>
            </a:extLst>
          </p:cNvPr>
          <p:cNvSpPr>
            <a:spLocks noGrp="1"/>
          </p:cNvSpPr>
          <p:nvPr/>
        </p:nvSpPr>
        <p:spPr>
          <a:xfrm>
            <a:off x="4496271" y="4457382"/>
            <a:ext cx="45341" cy="45341"/>
          </a:xfrm>
          <a:prstGeom prst="ellipse">
            <a:avLst/>
          </a:prstGeom>
          <a:solidFill>
            <a:srgbClr val="566AB4">
              <a:alpha val="40000"/>
            </a:srgbClr>
          </a:solidFill>
          <a:ln w="0">
            <a:noFill/>
            <a:prstDash val="solid"/>
          </a:ln>
        </p:spPr>
      </p:sp>
      <p:sp>
        <p:nvSpPr>
          <p:cNvPr id="977" name="a_full_bar_ellipse_976">
            <a:extLst>
              <a:ext uri="{FF2B5EF4-FFF2-40B4-BE49-F238E27FC236}">
                <a16:creationId xmlns:a16="http://schemas.microsoft.com/office/drawing/2014/main" id="{D6AADACC-AEE3-4A0C-9A80-BD7368692B3E}"/>
              </a:ext>
            </a:extLst>
          </p:cNvPr>
          <p:cNvSpPr>
            <a:spLocks noGrp="1"/>
          </p:cNvSpPr>
          <p:nvPr/>
        </p:nvSpPr>
        <p:spPr>
          <a:xfrm>
            <a:off x="4653921" y="4457382"/>
            <a:ext cx="45341" cy="45341"/>
          </a:xfrm>
          <a:prstGeom prst="ellipse">
            <a:avLst/>
          </a:prstGeom>
          <a:solidFill>
            <a:srgbClr val="566AB4">
              <a:alpha val="40000"/>
            </a:srgbClr>
          </a:solidFill>
          <a:ln w="0">
            <a:noFill/>
            <a:prstDash val="solid"/>
          </a:ln>
        </p:spPr>
      </p:sp>
      <p:sp>
        <p:nvSpPr>
          <p:cNvPr id="978" name="a_full_bar_ellipse_977">
            <a:extLst>
              <a:ext uri="{FF2B5EF4-FFF2-40B4-BE49-F238E27FC236}">
                <a16:creationId xmlns:a16="http://schemas.microsoft.com/office/drawing/2014/main" id="{FA418A68-29FF-4CC9-9243-6DE2B476C96C}"/>
              </a:ext>
            </a:extLst>
          </p:cNvPr>
          <p:cNvSpPr>
            <a:spLocks noGrp="1"/>
          </p:cNvSpPr>
          <p:nvPr/>
        </p:nvSpPr>
        <p:spPr>
          <a:xfrm>
            <a:off x="4544765" y="3082829"/>
            <a:ext cx="45341" cy="45341"/>
          </a:xfrm>
          <a:prstGeom prst="ellipse">
            <a:avLst/>
          </a:prstGeom>
          <a:solidFill>
            <a:srgbClr val="566AB4">
              <a:alpha val="40000"/>
            </a:srgbClr>
          </a:solidFill>
          <a:ln w="0">
            <a:noFill/>
            <a:prstDash val="solid"/>
          </a:ln>
        </p:spPr>
      </p:sp>
      <p:sp>
        <p:nvSpPr>
          <p:cNvPr id="979" name="a_full_bar_ellipse_978">
            <a:extLst>
              <a:ext uri="{FF2B5EF4-FFF2-40B4-BE49-F238E27FC236}">
                <a16:creationId xmlns:a16="http://schemas.microsoft.com/office/drawing/2014/main" id="{7E9BDF7F-58EC-4BA9-AB0A-9167C2BA3FF4}"/>
              </a:ext>
            </a:extLst>
          </p:cNvPr>
          <p:cNvSpPr>
            <a:spLocks noGrp="1"/>
          </p:cNvSpPr>
          <p:nvPr/>
        </p:nvSpPr>
        <p:spPr>
          <a:xfrm>
            <a:off x="4545678" y="4012753"/>
            <a:ext cx="45341" cy="45341"/>
          </a:xfrm>
          <a:prstGeom prst="ellipse">
            <a:avLst/>
          </a:prstGeom>
          <a:solidFill>
            <a:srgbClr val="566AB4">
              <a:alpha val="40000"/>
            </a:srgbClr>
          </a:solidFill>
          <a:ln w="0">
            <a:noFill/>
            <a:prstDash val="solid"/>
          </a:ln>
        </p:spPr>
      </p:sp>
      <p:sp>
        <p:nvSpPr>
          <p:cNvPr id="980" name="a_full_bar_ellipse_979">
            <a:extLst>
              <a:ext uri="{FF2B5EF4-FFF2-40B4-BE49-F238E27FC236}">
                <a16:creationId xmlns:a16="http://schemas.microsoft.com/office/drawing/2014/main" id="{736088D2-B5B2-46C8-AB3E-C909854444EB}"/>
              </a:ext>
            </a:extLst>
          </p:cNvPr>
          <p:cNvSpPr>
            <a:spLocks noGrp="1"/>
          </p:cNvSpPr>
          <p:nvPr/>
        </p:nvSpPr>
        <p:spPr>
          <a:xfrm>
            <a:off x="4660991" y="2969014"/>
            <a:ext cx="45341" cy="45341"/>
          </a:xfrm>
          <a:prstGeom prst="ellipse">
            <a:avLst/>
          </a:prstGeom>
          <a:solidFill>
            <a:srgbClr val="566AB4">
              <a:alpha val="40000"/>
            </a:srgbClr>
          </a:solidFill>
          <a:ln w="0">
            <a:noFill/>
            <a:prstDash val="solid"/>
          </a:ln>
        </p:spPr>
      </p:sp>
      <p:sp>
        <p:nvSpPr>
          <p:cNvPr id="981" name="a_full_bar_ellipse_980">
            <a:extLst>
              <a:ext uri="{FF2B5EF4-FFF2-40B4-BE49-F238E27FC236}">
                <a16:creationId xmlns:a16="http://schemas.microsoft.com/office/drawing/2014/main" id="{8EAE2E43-5309-422D-ADEC-0B5F08655368}"/>
              </a:ext>
            </a:extLst>
          </p:cNvPr>
          <p:cNvSpPr>
            <a:spLocks noGrp="1"/>
          </p:cNvSpPr>
          <p:nvPr/>
        </p:nvSpPr>
        <p:spPr>
          <a:xfrm>
            <a:off x="4519338" y="4274014"/>
            <a:ext cx="45341" cy="45341"/>
          </a:xfrm>
          <a:prstGeom prst="ellipse">
            <a:avLst/>
          </a:prstGeom>
          <a:solidFill>
            <a:srgbClr val="566AB4">
              <a:alpha val="40000"/>
            </a:srgbClr>
          </a:solidFill>
          <a:ln w="0">
            <a:noFill/>
            <a:prstDash val="solid"/>
          </a:ln>
        </p:spPr>
      </p:sp>
      <p:sp>
        <p:nvSpPr>
          <p:cNvPr id="982" name="a_full_bar_ellipse_981">
            <a:extLst>
              <a:ext uri="{FF2B5EF4-FFF2-40B4-BE49-F238E27FC236}">
                <a16:creationId xmlns:a16="http://schemas.microsoft.com/office/drawing/2014/main" id="{F98AC952-ECD4-4CC7-9B06-487E4E47CE81}"/>
              </a:ext>
            </a:extLst>
          </p:cNvPr>
          <p:cNvSpPr>
            <a:spLocks noGrp="1"/>
          </p:cNvSpPr>
          <p:nvPr/>
        </p:nvSpPr>
        <p:spPr>
          <a:xfrm>
            <a:off x="4645846" y="4283665"/>
            <a:ext cx="45341" cy="45341"/>
          </a:xfrm>
          <a:prstGeom prst="ellipse">
            <a:avLst/>
          </a:prstGeom>
          <a:solidFill>
            <a:srgbClr val="566AB4">
              <a:alpha val="40000"/>
            </a:srgbClr>
          </a:solidFill>
          <a:ln w="0">
            <a:noFill/>
            <a:prstDash val="solid"/>
          </a:ln>
        </p:spPr>
      </p:sp>
      <p:sp>
        <p:nvSpPr>
          <p:cNvPr id="983" name="a_full_bar_ellipse_982">
            <a:extLst>
              <a:ext uri="{FF2B5EF4-FFF2-40B4-BE49-F238E27FC236}">
                <a16:creationId xmlns:a16="http://schemas.microsoft.com/office/drawing/2014/main" id="{A95D16A1-7713-405F-A24B-FC60E0EE6A1C}"/>
              </a:ext>
            </a:extLst>
          </p:cNvPr>
          <p:cNvSpPr>
            <a:spLocks noGrp="1"/>
          </p:cNvSpPr>
          <p:nvPr/>
        </p:nvSpPr>
        <p:spPr>
          <a:xfrm>
            <a:off x="4643804" y="4457382"/>
            <a:ext cx="45341" cy="45341"/>
          </a:xfrm>
          <a:prstGeom prst="ellipse">
            <a:avLst/>
          </a:prstGeom>
          <a:solidFill>
            <a:srgbClr val="566AB4">
              <a:alpha val="40000"/>
            </a:srgbClr>
          </a:solidFill>
          <a:ln w="0">
            <a:noFill/>
            <a:prstDash val="solid"/>
          </a:ln>
        </p:spPr>
      </p:sp>
      <p:sp>
        <p:nvSpPr>
          <p:cNvPr id="984" name="a_full_bar_ellipse_983">
            <a:extLst>
              <a:ext uri="{FF2B5EF4-FFF2-40B4-BE49-F238E27FC236}">
                <a16:creationId xmlns:a16="http://schemas.microsoft.com/office/drawing/2014/main" id="{4E78498D-ABC3-483D-9F6E-8B91D6723381}"/>
              </a:ext>
            </a:extLst>
          </p:cNvPr>
          <p:cNvSpPr>
            <a:spLocks noGrp="1"/>
          </p:cNvSpPr>
          <p:nvPr/>
        </p:nvSpPr>
        <p:spPr>
          <a:xfrm>
            <a:off x="4650157" y="4422429"/>
            <a:ext cx="45341" cy="45341"/>
          </a:xfrm>
          <a:prstGeom prst="ellipse">
            <a:avLst/>
          </a:prstGeom>
          <a:solidFill>
            <a:srgbClr val="566AB4">
              <a:alpha val="40000"/>
            </a:srgbClr>
          </a:solidFill>
          <a:ln w="0">
            <a:noFill/>
            <a:prstDash val="solid"/>
          </a:ln>
        </p:spPr>
      </p:sp>
      <p:sp>
        <p:nvSpPr>
          <p:cNvPr id="985" name="a_full_bar_ellipse_984">
            <a:extLst>
              <a:ext uri="{FF2B5EF4-FFF2-40B4-BE49-F238E27FC236}">
                <a16:creationId xmlns:a16="http://schemas.microsoft.com/office/drawing/2014/main" id="{392CC530-BCDF-4090-85E3-5FB33831B414}"/>
              </a:ext>
            </a:extLst>
          </p:cNvPr>
          <p:cNvSpPr>
            <a:spLocks noGrp="1"/>
          </p:cNvSpPr>
          <p:nvPr/>
        </p:nvSpPr>
        <p:spPr>
          <a:xfrm>
            <a:off x="4505106" y="2836021"/>
            <a:ext cx="45341" cy="45341"/>
          </a:xfrm>
          <a:prstGeom prst="ellipse">
            <a:avLst/>
          </a:prstGeom>
          <a:solidFill>
            <a:srgbClr val="566AB4">
              <a:alpha val="40000"/>
            </a:srgbClr>
          </a:solidFill>
          <a:ln w="0">
            <a:noFill/>
            <a:prstDash val="solid"/>
          </a:ln>
        </p:spPr>
      </p:sp>
      <p:sp>
        <p:nvSpPr>
          <p:cNvPr id="986" name="a_full_bar_ellipse_985">
            <a:extLst>
              <a:ext uri="{FF2B5EF4-FFF2-40B4-BE49-F238E27FC236}">
                <a16:creationId xmlns:a16="http://schemas.microsoft.com/office/drawing/2014/main" id="{5598C948-714D-4E9B-B94E-A59A0A5EC1CD}"/>
              </a:ext>
            </a:extLst>
          </p:cNvPr>
          <p:cNvSpPr>
            <a:spLocks noGrp="1"/>
          </p:cNvSpPr>
          <p:nvPr/>
        </p:nvSpPr>
        <p:spPr>
          <a:xfrm>
            <a:off x="4538701" y="3748037"/>
            <a:ext cx="45341" cy="45341"/>
          </a:xfrm>
          <a:prstGeom prst="ellipse">
            <a:avLst/>
          </a:prstGeom>
          <a:solidFill>
            <a:srgbClr val="566AB4">
              <a:alpha val="40000"/>
            </a:srgbClr>
          </a:solidFill>
          <a:ln w="0">
            <a:noFill/>
            <a:prstDash val="solid"/>
          </a:ln>
        </p:spPr>
      </p:sp>
      <p:sp>
        <p:nvSpPr>
          <p:cNvPr id="987" name="a_full_bar_ellipse_986">
            <a:extLst>
              <a:ext uri="{FF2B5EF4-FFF2-40B4-BE49-F238E27FC236}">
                <a16:creationId xmlns:a16="http://schemas.microsoft.com/office/drawing/2014/main" id="{6D8C98D6-FBD1-4C9A-87FF-BDA88CC52CB9}"/>
              </a:ext>
            </a:extLst>
          </p:cNvPr>
          <p:cNvSpPr>
            <a:spLocks noGrp="1"/>
          </p:cNvSpPr>
          <p:nvPr/>
        </p:nvSpPr>
        <p:spPr>
          <a:xfrm>
            <a:off x="4567463" y="2025341"/>
            <a:ext cx="45341" cy="45341"/>
          </a:xfrm>
          <a:prstGeom prst="ellipse">
            <a:avLst/>
          </a:prstGeom>
          <a:solidFill>
            <a:srgbClr val="566AB4">
              <a:alpha val="40000"/>
            </a:srgbClr>
          </a:solidFill>
          <a:ln w="0">
            <a:noFill/>
            <a:prstDash val="solid"/>
          </a:ln>
        </p:spPr>
      </p:sp>
      <p:sp>
        <p:nvSpPr>
          <p:cNvPr id="988" name="a_full_bar_ellipse_987">
            <a:extLst>
              <a:ext uri="{FF2B5EF4-FFF2-40B4-BE49-F238E27FC236}">
                <a16:creationId xmlns:a16="http://schemas.microsoft.com/office/drawing/2014/main" id="{C2BA6708-C8D0-4576-AE96-4AA446E7A5B9}"/>
              </a:ext>
            </a:extLst>
          </p:cNvPr>
          <p:cNvSpPr>
            <a:spLocks noGrp="1"/>
          </p:cNvSpPr>
          <p:nvPr/>
        </p:nvSpPr>
        <p:spPr>
          <a:xfrm>
            <a:off x="4662113" y="2025341"/>
            <a:ext cx="45341" cy="45341"/>
          </a:xfrm>
          <a:prstGeom prst="ellipse">
            <a:avLst/>
          </a:prstGeom>
          <a:solidFill>
            <a:srgbClr val="566AB4">
              <a:alpha val="40000"/>
            </a:srgbClr>
          </a:solidFill>
          <a:ln w="0">
            <a:noFill/>
            <a:prstDash val="solid"/>
          </a:ln>
        </p:spPr>
      </p:sp>
      <p:sp>
        <p:nvSpPr>
          <p:cNvPr id="989" name="a_full_bar_ellipse_988">
            <a:extLst>
              <a:ext uri="{FF2B5EF4-FFF2-40B4-BE49-F238E27FC236}">
                <a16:creationId xmlns:a16="http://schemas.microsoft.com/office/drawing/2014/main" id="{C7133370-63C7-44A7-A7F8-991F89A139E7}"/>
              </a:ext>
            </a:extLst>
          </p:cNvPr>
          <p:cNvSpPr>
            <a:spLocks noGrp="1"/>
          </p:cNvSpPr>
          <p:nvPr/>
        </p:nvSpPr>
        <p:spPr>
          <a:xfrm>
            <a:off x="4637295" y="4457382"/>
            <a:ext cx="45341" cy="45341"/>
          </a:xfrm>
          <a:prstGeom prst="ellipse">
            <a:avLst/>
          </a:prstGeom>
          <a:solidFill>
            <a:srgbClr val="566AB4">
              <a:alpha val="40000"/>
            </a:srgbClr>
          </a:solidFill>
          <a:ln w="0">
            <a:noFill/>
            <a:prstDash val="solid"/>
          </a:ln>
        </p:spPr>
      </p:sp>
      <p:sp>
        <p:nvSpPr>
          <p:cNvPr id="990" name="a_full_bar_ellipse_989">
            <a:extLst>
              <a:ext uri="{FF2B5EF4-FFF2-40B4-BE49-F238E27FC236}">
                <a16:creationId xmlns:a16="http://schemas.microsoft.com/office/drawing/2014/main" id="{4CDCB666-82DA-41C6-B1A5-FD17966D0E89}"/>
              </a:ext>
            </a:extLst>
          </p:cNvPr>
          <p:cNvSpPr>
            <a:spLocks noGrp="1"/>
          </p:cNvSpPr>
          <p:nvPr/>
        </p:nvSpPr>
        <p:spPr>
          <a:xfrm>
            <a:off x="4604693" y="4457382"/>
            <a:ext cx="45341" cy="45341"/>
          </a:xfrm>
          <a:prstGeom prst="ellipse">
            <a:avLst/>
          </a:prstGeom>
          <a:solidFill>
            <a:srgbClr val="566AB4">
              <a:alpha val="40000"/>
            </a:srgbClr>
          </a:solidFill>
          <a:ln w="0">
            <a:noFill/>
            <a:prstDash val="solid"/>
          </a:ln>
        </p:spPr>
      </p:sp>
      <p:sp>
        <p:nvSpPr>
          <p:cNvPr id="991" name="a_full_bar_ellipse_990">
            <a:extLst>
              <a:ext uri="{FF2B5EF4-FFF2-40B4-BE49-F238E27FC236}">
                <a16:creationId xmlns:a16="http://schemas.microsoft.com/office/drawing/2014/main" id="{2A2718DA-C409-4BF6-9630-E0F54DB99D3D}"/>
              </a:ext>
            </a:extLst>
          </p:cNvPr>
          <p:cNvSpPr>
            <a:spLocks noGrp="1"/>
          </p:cNvSpPr>
          <p:nvPr/>
        </p:nvSpPr>
        <p:spPr>
          <a:xfrm>
            <a:off x="4678923" y="3540541"/>
            <a:ext cx="45341" cy="45341"/>
          </a:xfrm>
          <a:prstGeom prst="ellipse">
            <a:avLst/>
          </a:prstGeom>
          <a:solidFill>
            <a:srgbClr val="566AB4">
              <a:alpha val="40000"/>
            </a:srgbClr>
          </a:solidFill>
          <a:ln w="0">
            <a:noFill/>
            <a:prstDash val="solid"/>
          </a:ln>
        </p:spPr>
      </p:sp>
      <p:sp>
        <p:nvSpPr>
          <p:cNvPr id="992" name="a_full_bar_ellipse_991">
            <a:extLst>
              <a:ext uri="{FF2B5EF4-FFF2-40B4-BE49-F238E27FC236}">
                <a16:creationId xmlns:a16="http://schemas.microsoft.com/office/drawing/2014/main" id="{07F8E3D6-D906-4660-B2D0-A2BA9F7E1302}"/>
              </a:ext>
            </a:extLst>
          </p:cNvPr>
          <p:cNvSpPr>
            <a:spLocks noGrp="1"/>
          </p:cNvSpPr>
          <p:nvPr/>
        </p:nvSpPr>
        <p:spPr>
          <a:xfrm>
            <a:off x="4611877" y="3592932"/>
            <a:ext cx="45341" cy="45341"/>
          </a:xfrm>
          <a:prstGeom prst="ellipse">
            <a:avLst/>
          </a:prstGeom>
          <a:solidFill>
            <a:srgbClr val="566AB4">
              <a:alpha val="40000"/>
            </a:srgbClr>
          </a:solidFill>
          <a:ln w="0">
            <a:noFill/>
            <a:prstDash val="solid"/>
          </a:ln>
        </p:spPr>
      </p:sp>
      <p:sp>
        <p:nvSpPr>
          <p:cNvPr id="993" name="a_full_bar_ellipse_992">
            <a:extLst>
              <a:ext uri="{FF2B5EF4-FFF2-40B4-BE49-F238E27FC236}">
                <a16:creationId xmlns:a16="http://schemas.microsoft.com/office/drawing/2014/main" id="{8A5D9231-9887-43E9-AB95-2C4FF0109393}"/>
              </a:ext>
            </a:extLst>
          </p:cNvPr>
          <p:cNvSpPr>
            <a:spLocks noGrp="1"/>
          </p:cNvSpPr>
          <p:nvPr/>
        </p:nvSpPr>
        <p:spPr>
          <a:xfrm>
            <a:off x="4567299" y="4457382"/>
            <a:ext cx="45341" cy="45341"/>
          </a:xfrm>
          <a:prstGeom prst="ellipse">
            <a:avLst/>
          </a:prstGeom>
          <a:solidFill>
            <a:srgbClr val="566AB4">
              <a:alpha val="40000"/>
            </a:srgbClr>
          </a:solidFill>
          <a:ln w="0">
            <a:noFill/>
            <a:prstDash val="solid"/>
          </a:ln>
        </p:spPr>
      </p:sp>
      <p:sp>
        <p:nvSpPr>
          <p:cNvPr id="994" name="a_full_bar_ellipse_993">
            <a:extLst>
              <a:ext uri="{FF2B5EF4-FFF2-40B4-BE49-F238E27FC236}">
                <a16:creationId xmlns:a16="http://schemas.microsoft.com/office/drawing/2014/main" id="{9ACC2A91-7A4A-4AC4-BA6C-63B7A949511D}"/>
              </a:ext>
            </a:extLst>
          </p:cNvPr>
          <p:cNvSpPr>
            <a:spLocks noGrp="1"/>
          </p:cNvSpPr>
          <p:nvPr/>
        </p:nvSpPr>
        <p:spPr>
          <a:xfrm>
            <a:off x="4684346" y="2837206"/>
            <a:ext cx="45341" cy="45341"/>
          </a:xfrm>
          <a:prstGeom prst="ellipse">
            <a:avLst/>
          </a:prstGeom>
          <a:solidFill>
            <a:srgbClr val="566AB4">
              <a:alpha val="40000"/>
            </a:srgbClr>
          </a:solidFill>
          <a:ln w="0">
            <a:noFill/>
            <a:prstDash val="solid"/>
          </a:ln>
        </p:spPr>
      </p:sp>
      <p:sp>
        <p:nvSpPr>
          <p:cNvPr id="995" name="a_full_bar_ellipse_994">
            <a:extLst>
              <a:ext uri="{FF2B5EF4-FFF2-40B4-BE49-F238E27FC236}">
                <a16:creationId xmlns:a16="http://schemas.microsoft.com/office/drawing/2014/main" id="{8DF4FCCD-B082-42CA-829E-EC6E1BF7FE6A}"/>
              </a:ext>
            </a:extLst>
          </p:cNvPr>
          <p:cNvSpPr>
            <a:spLocks noGrp="1"/>
          </p:cNvSpPr>
          <p:nvPr/>
        </p:nvSpPr>
        <p:spPr>
          <a:xfrm>
            <a:off x="4567217" y="3051683"/>
            <a:ext cx="45341" cy="45341"/>
          </a:xfrm>
          <a:prstGeom prst="ellipse">
            <a:avLst/>
          </a:prstGeom>
          <a:solidFill>
            <a:srgbClr val="566AB4">
              <a:alpha val="40000"/>
            </a:srgbClr>
          </a:solidFill>
          <a:ln w="0">
            <a:noFill/>
            <a:prstDash val="solid"/>
          </a:ln>
        </p:spPr>
      </p:sp>
      <p:sp>
        <p:nvSpPr>
          <p:cNvPr id="996" name="a_full_bar_ellipse_995">
            <a:extLst>
              <a:ext uri="{FF2B5EF4-FFF2-40B4-BE49-F238E27FC236}">
                <a16:creationId xmlns:a16="http://schemas.microsoft.com/office/drawing/2014/main" id="{4A0BD61F-D021-4E2E-97BE-0EB30BF7D307}"/>
              </a:ext>
            </a:extLst>
          </p:cNvPr>
          <p:cNvSpPr>
            <a:spLocks noGrp="1"/>
          </p:cNvSpPr>
          <p:nvPr/>
        </p:nvSpPr>
        <p:spPr>
          <a:xfrm>
            <a:off x="4599769" y="3241362"/>
            <a:ext cx="45341" cy="45341"/>
          </a:xfrm>
          <a:prstGeom prst="ellipse">
            <a:avLst/>
          </a:prstGeom>
          <a:solidFill>
            <a:srgbClr val="566AB4">
              <a:alpha val="40000"/>
            </a:srgbClr>
          </a:solidFill>
          <a:ln w="0">
            <a:noFill/>
            <a:prstDash val="solid"/>
          </a:ln>
        </p:spPr>
      </p:sp>
      <p:sp>
        <p:nvSpPr>
          <p:cNvPr id="997" name="a_full_bar_ellipse_996">
            <a:extLst>
              <a:ext uri="{FF2B5EF4-FFF2-40B4-BE49-F238E27FC236}">
                <a16:creationId xmlns:a16="http://schemas.microsoft.com/office/drawing/2014/main" id="{73554706-6301-4EEA-82B6-C201992B4953}"/>
              </a:ext>
            </a:extLst>
          </p:cNvPr>
          <p:cNvSpPr>
            <a:spLocks noGrp="1"/>
          </p:cNvSpPr>
          <p:nvPr/>
        </p:nvSpPr>
        <p:spPr>
          <a:xfrm>
            <a:off x="4670537" y="2146943"/>
            <a:ext cx="45341" cy="45341"/>
          </a:xfrm>
          <a:prstGeom prst="ellipse">
            <a:avLst/>
          </a:prstGeom>
          <a:solidFill>
            <a:srgbClr val="566AB4">
              <a:alpha val="40000"/>
            </a:srgbClr>
          </a:solidFill>
          <a:ln w="0">
            <a:noFill/>
            <a:prstDash val="solid"/>
          </a:ln>
        </p:spPr>
      </p:sp>
      <p:sp>
        <p:nvSpPr>
          <p:cNvPr id="998" name="a_full_bar_ellipse_997">
            <a:extLst>
              <a:ext uri="{FF2B5EF4-FFF2-40B4-BE49-F238E27FC236}">
                <a16:creationId xmlns:a16="http://schemas.microsoft.com/office/drawing/2014/main" id="{C3B9EE6B-4BFE-4683-ADA2-869E447DDFFF}"/>
              </a:ext>
            </a:extLst>
          </p:cNvPr>
          <p:cNvSpPr>
            <a:spLocks noGrp="1"/>
          </p:cNvSpPr>
          <p:nvPr/>
        </p:nvSpPr>
        <p:spPr>
          <a:xfrm>
            <a:off x="4595830" y="3646702"/>
            <a:ext cx="45341" cy="45341"/>
          </a:xfrm>
          <a:prstGeom prst="ellipse">
            <a:avLst/>
          </a:prstGeom>
          <a:solidFill>
            <a:srgbClr val="566AB4">
              <a:alpha val="40000"/>
            </a:srgbClr>
          </a:solidFill>
          <a:ln w="0">
            <a:noFill/>
            <a:prstDash val="solid"/>
          </a:ln>
        </p:spPr>
      </p:sp>
      <p:sp>
        <p:nvSpPr>
          <p:cNvPr id="999" name="a_full_bar_ellipse_998">
            <a:extLst>
              <a:ext uri="{FF2B5EF4-FFF2-40B4-BE49-F238E27FC236}">
                <a16:creationId xmlns:a16="http://schemas.microsoft.com/office/drawing/2014/main" id="{F451B787-D124-4A0C-9EAD-88CA78F8249C}"/>
              </a:ext>
            </a:extLst>
          </p:cNvPr>
          <p:cNvSpPr>
            <a:spLocks noGrp="1"/>
          </p:cNvSpPr>
          <p:nvPr/>
        </p:nvSpPr>
        <p:spPr>
          <a:xfrm>
            <a:off x="4632874" y="3241362"/>
            <a:ext cx="45341" cy="45341"/>
          </a:xfrm>
          <a:prstGeom prst="ellipse">
            <a:avLst/>
          </a:prstGeom>
          <a:solidFill>
            <a:srgbClr val="566AB4">
              <a:alpha val="40000"/>
            </a:srgbClr>
          </a:solidFill>
          <a:ln w="0">
            <a:noFill/>
            <a:prstDash val="solid"/>
          </a:ln>
        </p:spPr>
      </p:sp>
      <p:sp>
        <p:nvSpPr>
          <p:cNvPr id="1000" name="a_full_bar_ellipse_999">
            <a:extLst>
              <a:ext uri="{FF2B5EF4-FFF2-40B4-BE49-F238E27FC236}">
                <a16:creationId xmlns:a16="http://schemas.microsoft.com/office/drawing/2014/main" id="{F4CFB676-EA0D-4E72-A08D-72C1E2131819}"/>
              </a:ext>
            </a:extLst>
          </p:cNvPr>
          <p:cNvSpPr>
            <a:spLocks noGrp="1"/>
          </p:cNvSpPr>
          <p:nvPr/>
        </p:nvSpPr>
        <p:spPr>
          <a:xfrm>
            <a:off x="4481785" y="4457382"/>
            <a:ext cx="45341" cy="45341"/>
          </a:xfrm>
          <a:prstGeom prst="ellipse">
            <a:avLst/>
          </a:prstGeom>
          <a:solidFill>
            <a:srgbClr val="566AB4">
              <a:alpha val="40000"/>
            </a:srgbClr>
          </a:solidFill>
          <a:ln w="0">
            <a:noFill/>
            <a:prstDash val="solid"/>
          </a:ln>
        </p:spPr>
      </p:sp>
      <p:sp>
        <p:nvSpPr>
          <p:cNvPr id="1001" name="a_full_bar_ellipse_1000">
            <a:extLst>
              <a:ext uri="{FF2B5EF4-FFF2-40B4-BE49-F238E27FC236}">
                <a16:creationId xmlns:a16="http://schemas.microsoft.com/office/drawing/2014/main" id="{41993F73-30AD-4504-8126-39A78CD40209}"/>
              </a:ext>
            </a:extLst>
          </p:cNvPr>
          <p:cNvSpPr>
            <a:spLocks noGrp="1"/>
          </p:cNvSpPr>
          <p:nvPr/>
        </p:nvSpPr>
        <p:spPr>
          <a:xfrm>
            <a:off x="4679789" y="4041909"/>
            <a:ext cx="45341" cy="45341"/>
          </a:xfrm>
          <a:prstGeom prst="ellipse">
            <a:avLst/>
          </a:prstGeom>
          <a:solidFill>
            <a:srgbClr val="566AB4">
              <a:alpha val="40000"/>
            </a:srgbClr>
          </a:solidFill>
          <a:ln w="0">
            <a:noFill/>
            <a:prstDash val="solid"/>
          </a:ln>
        </p:spPr>
      </p:sp>
      <p:sp>
        <p:nvSpPr>
          <p:cNvPr id="1002" name="a_full_bar_ellipse_1001">
            <a:extLst>
              <a:ext uri="{FF2B5EF4-FFF2-40B4-BE49-F238E27FC236}">
                <a16:creationId xmlns:a16="http://schemas.microsoft.com/office/drawing/2014/main" id="{18943FCF-33F4-48EF-A519-46C748945925}"/>
              </a:ext>
            </a:extLst>
          </p:cNvPr>
          <p:cNvSpPr>
            <a:spLocks noGrp="1"/>
          </p:cNvSpPr>
          <p:nvPr/>
        </p:nvSpPr>
        <p:spPr>
          <a:xfrm>
            <a:off x="4542308" y="4457382"/>
            <a:ext cx="45341" cy="45341"/>
          </a:xfrm>
          <a:prstGeom prst="ellipse">
            <a:avLst/>
          </a:prstGeom>
          <a:solidFill>
            <a:srgbClr val="566AB4">
              <a:alpha val="40000"/>
            </a:srgbClr>
          </a:solidFill>
          <a:ln w="0">
            <a:noFill/>
            <a:prstDash val="solid"/>
          </a:ln>
        </p:spPr>
      </p:sp>
      <p:sp>
        <p:nvSpPr>
          <p:cNvPr id="1003" name="a_full_bar_ellipse_1002">
            <a:extLst>
              <a:ext uri="{FF2B5EF4-FFF2-40B4-BE49-F238E27FC236}">
                <a16:creationId xmlns:a16="http://schemas.microsoft.com/office/drawing/2014/main" id="{15CF7B20-C5DD-4971-A778-0692643E47E3}"/>
              </a:ext>
            </a:extLst>
          </p:cNvPr>
          <p:cNvSpPr>
            <a:spLocks noGrp="1"/>
          </p:cNvSpPr>
          <p:nvPr/>
        </p:nvSpPr>
        <p:spPr>
          <a:xfrm>
            <a:off x="4527457" y="3646702"/>
            <a:ext cx="45341" cy="45341"/>
          </a:xfrm>
          <a:prstGeom prst="ellipse">
            <a:avLst/>
          </a:prstGeom>
          <a:solidFill>
            <a:srgbClr val="566AB4">
              <a:alpha val="40000"/>
            </a:srgbClr>
          </a:solidFill>
          <a:ln w="0">
            <a:noFill/>
            <a:prstDash val="solid"/>
          </a:ln>
        </p:spPr>
      </p:sp>
      <p:sp>
        <p:nvSpPr>
          <p:cNvPr id="1004" name="a_full_bar_ellipse_1003">
            <a:extLst>
              <a:ext uri="{FF2B5EF4-FFF2-40B4-BE49-F238E27FC236}">
                <a16:creationId xmlns:a16="http://schemas.microsoft.com/office/drawing/2014/main" id="{F8A99B70-04C4-42A6-BDDE-653404556DD8}"/>
              </a:ext>
            </a:extLst>
          </p:cNvPr>
          <p:cNvSpPr>
            <a:spLocks noGrp="1"/>
          </p:cNvSpPr>
          <p:nvPr/>
        </p:nvSpPr>
        <p:spPr>
          <a:xfrm>
            <a:off x="4648193" y="2836021"/>
            <a:ext cx="45341" cy="45341"/>
          </a:xfrm>
          <a:prstGeom prst="ellipse">
            <a:avLst/>
          </a:prstGeom>
          <a:solidFill>
            <a:srgbClr val="566AB4">
              <a:alpha val="40000"/>
            </a:srgbClr>
          </a:solidFill>
          <a:ln w="0">
            <a:noFill/>
            <a:prstDash val="solid"/>
          </a:ln>
        </p:spPr>
      </p:sp>
      <p:sp>
        <p:nvSpPr>
          <p:cNvPr id="1005" name="a_full_bar_ellipse_1004">
            <a:extLst>
              <a:ext uri="{FF2B5EF4-FFF2-40B4-BE49-F238E27FC236}">
                <a16:creationId xmlns:a16="http://schemas.microsoft.com/office/drawing/2014/main" id="{B2CD85C0-4BC2-4924-860E-CC0EC8C038C0}"/>
              </a:ext>
            </a:extLst>
          </p:cNvPr>
          <p:cNvSpPr>
            <a:spLocks noGrp="1"/>
          </p:cNvSpPr>
          <p:nvPr/>
        </p:nvSpPr>
        <p:spPr>
          <a:xfrm>
            <a:off x="4669640" y="2345134"/>
            <a:ext cx="45341" cy="45341"/>
          </a:xfrm>
          <a:prstGeom prst="ellipse">
            <a:avLst/>
          </a:prstGeom>
          <a:solidFill>
            <a:srgbClr val="566AB4">
              <a:alpha val="40000"/>
            </a:srgbClr>
          </a:solidFill>
          <a:ln w="0">
            <a:noFill/>
            <a:prstDash val="solid"/>
          </a:ln>
        </p:spPr>
      </p:sp>
      <p:sp>
        <p:nvSpPr>
          <p:cNvPr id="1006" name="a_full_bar_ellipse_1005">
            <a:extLst>
              <a:ext uri="{FF2B5EF4-FFF2-40B4-BE49-F238E27FC236}">
                <a16:creationId xmlns:a16="http://schemas.microsoft.com/office/drawing/2014/main" id="{9FE5AADC-CB1E-4EBD-B1A5-55CADC94FC4E}"/>
              </a:ext>
            </a:extLst>
          </p:cNvPr>
          <p:cNvSpPr>
            <a:spLocks noGrp="1"/>
          </p:cNvSpPr>
          <p:nvPr/>
        </p:nvSpPr>
        <p:spPr>
          <a:xfrm>
            <a:off x="4674173" y="3241362"/>
            <a:ext cx="45341" cy="45341"/>
          </a:xfrm>
          <a:prstGeom prst="ellipse">
            <a:avLst/>
          </a:prstGeom>
          <a:solidFill>
            <a:srgbClr val="566AB4">
              <a:alpha val="40000"/>
            </a:srgbClr>
          </a:solidFill>
          <a:ln w="0">
            <a:noFill/>
            <a:prstDash val="solid"/>
          </a:ln>
        </p:spPr>
      </p:sp>
      <p:sp>
        <p:nvSpPr>
          <p:cNvPr id="1007" name="a_full_bar_ellipse_1006">
            <a:extLst>
              <a:ext uri="{FF2B5EF4-FFF2-40B4-BE49-F238E27FC236}">
                <a16:creationId xmlns:a16="http://schemas.microsoft.com/office/drawing/2014/main" id="{D275F820-C675-40C3-AE0B-2872AC0EF5CD}"/>
              </a:ext>
            </a:extLst>
          </p:cNvPr>
          <p:cNvSpPr>
            <a:spLocks noGrp="1"/>
          </p:cNvSpPr>
          <p:nvPr/>
        </p:nvSpPr>
        <p:spPr>
          <a:xfrm>
            <a:off x="4593612" y="3849372"/>
            <a:ext cx="45341" cy="45341"/>
          </a:xfrm>
          <a:prstGeom prst="ellipse">
            <a:avLst/>
          </a:prstGeom>
          <a:solidFill>
            <a:srgbClr val="566AB4">
              <a:alpha val="40000"/>
            </a:srgbClr>
          </a:solidFill>
          <a:ln w="0">
            <a:noFill/>
            <a:prstDash val="solid"/>
          </a:ln>
        </p:spPr>
      </p:sp>
      <p:sp>
        <p:nvSpPr>
          <p:cNvPr id="1008" name="a_full_bar_ellipse_1007">
            <a:extLst>
              <a:ext uri="{FF2B5EF4-FFF2-40B4-BE49-F238E27FC236}">
                <a16:creationId xmlns:a16="http://schemas.microsoft.com/office/drawing/2014/main" id="{3E6F2337-E2DB-4CAD-8065-0EE98FB34401}"/>
              </a:ext>
            </a:extLst>
          </p:cNvPr>
          <p:cNvSpPr>
            <a:spLocks noGrp="1"/>
          </p:cNvSpPr>
          <p:nvPr/>
        </p:nvSpPr>
        <p:spPr>
          <a:xfrm>
            <a:off x="4579078" y="4109948"/>
            <a:ext cx="45341" cy="45341"/>
          </a:xfrm>
          <a:prstGeom prst="ellipse">
            <a:avLst/>
          </a:prstGeom>
          <a:solidFill>
            <a:srgbClr val="566AB4">
              <a:alpha val="40000"/>
            </a:srgbClr>
          </a:solidFill>
          <a:ln w="0">
            <a:noFill/>
            <a:prstDash val="solid"/>
          </a:ln>
        </p:spPr>
      </p:sp>
      <p:sp>
        <p:nvSpPr>
          <p:cNvPr id="1009" name="a_full_bar_ellipse_1008">
            <a:extLst>
              <a:ext uri="{FF2B5EF4-FFF2-40B4-BE49-F238E27FC236}">
                <a16:creationId xmlns:a16="http://schemas.microsoft.com/office/drawing/2014/main" id="{FF4516B6-FDF5-4684-824F-D60BF63AF0C3}"/>
              </a:ext>
            </a:extLst>
          </p:cNvPr>
          <p:cNvSpPr>
            <a:spLocks noGrp="1"/>
          </p:cNvSpPr>
          <p:nvPr/>
        </p:nvSpPr>
        <p:spPr>
          <a:xfrm>
            <a:off x="4491041" y="2025341"/>
            <a:ext cx="45341" cy="45341"/>
          </a:xfrm>
          <a:prstGeom prst="ellipse">
            <a:avLst/>
          </a:prstGeom>
          <a:solidFill>
            <a:srgbClr val="566AB4">
              <a:alpha val="40000"/>
            </a:srgbClr>
          </a:solidFill>
          <a:ln w="0">
            <a:noFill/>
            <a:prstDash val="solid"/>
          </a:ln>
        </p:spPr>
      </p:sp>
      <p:sp>
        <p:nvSpPr>
          <p:cNvPr id="1010" name="a_full_bar_ellipse_1009">
            <a:extLst>
              <a:ext uri="{FF2B5EF4-FFF2-40B4-BE49-F238E27FC236}">
                <a16:creationId xmlns:a16="http://schemas.microsoft.com/office/drawing/2014/main" id="{FCA1124A-E7CB-4DF4-A166-2BEDD981826C}"/>
              </a:ext>
            </a:extLst>
          </p:cNvPr>
          <p:cNvSpPr>
            <a:spLocks noGrp="1"/>
          </p:cNvSpPr>
          <p:nvPr/>
        </p:nvSpPr>
        <p:spPr>
          <a:xfrm>
            <a:off x="4637549" y="2025341"/>
            <a:ext cx="45341" cy="45341"/>
          </a:xfrm>
          <a:prstGeom prst="ellipse">
            <a:avLst/>
          </a:prstGeom>
          <a:solidFill>
            <a:srgbClr val="566AB4">
              <a:alpha val="40000"/>
            </a:srgbClr>
          </a:solidFill>
          <a:ln w="0">
            <a:noFill/>
            <a:prstDash val="solid"/>
          </a:ln>
        </p:spPr>
      </p:sp>
      <p:sp>
        <p:nvSpPr>
          <p:cNvPr id="1011" name="a_full_bar_ellipse_1010">
            <a:extLst>
              <a:ext uri="{FF2B5EF4-FFF2-40B4-BE49-F238E27FC236}">
                <a16:creationId xmlns:a16="http://schemas.microsoft.com/office/drawing/2014/main" id="{6D15A685-85BC-45E1-9DAF-7BC4443920F8}"/>
              </a:ext>
            </a:extLst>
          </p:cNvPr>
          <p:cNvSpPr>
            <a:spLocks noGrp="1"/>
          </p:cNvSpPr>
          <p:nvPr/>
        </p:nvSpPr>
        <p:spPr>
          <a:xfrm>
            <a:off x="4562784" y="4204065"/>
            <a:ext cx="45341" cy="45341"/>
          </a:xfrm>
          <a:prstGeom prst="ellipse">
            <a:avLst/>
          </a:prstGeom>
          <a:solidFill>
            <a:srgbClr val="566AB4">
              <a:alpha val="40000"/>
            </a:srgbClr>
          </a:solidFill>
          <a:ln w="0">
            <a:noFill/>
            <a:prstDash val="solid"/>
          </a:ln>
        </p:spPr>
      </p:sp>
      <p:sp>
        <p:nvSpPr>
          <p:cNvPr id="1012" name="a_full_bar_ellipse_1011">
            <a:extLst>
              <a:ext uri="{FF2B5EF4-FFF2-40B4-BE49-F238E27FC236}">
                <a16:creationId xmlns:a16="http://schemas.microsoft.com/office/drawing/2014/main" id="{5E78116C-A0CD-4063-B9C9-596DF5CC0DE1}"/>
              </a:ext>
            </a:extLst>
          </p:cNvPr>
          <p:cNvSpPr>
            <a:spLocks noGrp="1"/>
          </p:cNvSpPr>
          <p:nvPr/>
        </p:nvSpPr>
        <p:spPr>
          <a:xfrm>
            <a:off x="4555498" y="3106248"/>
            <a:ext cx="45341" cy="45341"/>
          </a:xfrm>
          <a:prstGeom prst="ellipse">
            <a:avLst/>
          </a:prstGeom>
          <a:solidFill>
            <a:srgbClr val="566AB4">
              <a:alpha val="40000"/>
            </a:srgbClr>
          </a:solidFill>
          <a:ln w="0">
            <a:noFill/>
            <a:prstDash val="solid"/>
          </a:ln>
        </p:spPr>
      </p:sp>
      <p:sp>
        <p:nvSpPr>
          <p:cNvPr id="1013" name="a_full_bar_ellipse_1012">
            <a:extLst>
              <a:ext uri="{FF2B5EF4-FFF2-40B4-BE49-F238E27FC236}">
                <a16:creationId xmlns:a16="http://schemas.microsoft.com/office/drawing/2014/main" id="{1C475DEC-0D61-4BB0-9F04-BD79FA234724}"/>
              </a:ext>
            </a:extLst>
          </p:cNvPr>
          <p:cNvSpPr>
            <a:spLocks noGrp="1"/>
          </p:cNvSpPr>
          <p:nvPr/>
        </p:nvSpPr>
        <p:spPr>
          <a:xfrm>
            <a:off x="4562788" y="2025341"/>
            <a:ext cx="45341" cy="45341"/>
          </a:xfrm>
          <a:prstGeom prst="ellipse">
            <a:avLst/>
          </a:prstGeom>
          <a:solidFill>
            <a:srgbClr val="566AB4">
              <a:alpha val="40000"/>
            </a:srgbClr>
          </a:solidFill>
          <a:ln w="0">
            <a:noFill/>
            <a:prstDash val="solid"/>
          </a:ln>
        </p:spPr>
      </p:sp>
      <p:sp>
        <p:nvSpPr>
          <p:cNvPr id="1014" name="a_full_bar_ellipse_1013">
            <a:extLst>
              <a:ext uri="{FF2B5EF4-FFF2-40B4-BE49-F238E27FC236}">
                <a16:creationId xmlns:a16="http://schemas.microsoft.com/office/drawing/2014/main" id="{332B9AA7-7BEF-4E62-8EF9-304B804DFEA0}"/>
              </a:ext>
            </a:extLst>
          </p:cNvPr>
          <p:cNvSpPr>
            <a:spLocks noGrp="1"/>
          </p:cNvSpPr>
          <p:nvPr/>
        </p:nvSpPr>
        <p:spPr>
          <a:xfrm>
            <a:off x="4655921" y="3883150"/>
            <a:ext cx="45341" cy="45341"/>
          </a:xfrm>
          <a:prstGeom prst="ellipse">
            <a:avLst/>
          </a:prstGeom>
          <a:solidFill>
            <a:srgbClr val="566AB4">
              <a:alpha val="40000"/>
            </a:srgbClr>
          </a:solidFill>
          <a:ln w="0">
            <a:noFill/>
            <a:prstDash val="solid"/>
          </a:ln>
        </p:spPr>
      </p:sp>
      <p:sp>
        <p:nvSpPr>
          <p:cNvPr id="1015" name="a_full_bar_ellipse_1014">
            <a:extLst>
              <a:ext uri="{FF2B5EF4-FFF2-40B4-BE49-F238E27FC236}">
                <a16:creationId xmlns:a16="http://schemas.microsoft.com/office/drawing/2014/main" id="{859AAD55-A799-4F82-9DE9-BA714BD66D35}"/>
              </a:ext>
            </a:extLst>
          </p:cNvPr>
          <p:cNvSpPr>
            <a:spLocks noGrp="1"/>
          </p:cNvSpPr>
          <p:nvPr/>
        </p:nvSpPr>
        <p:spPr>
          <a:xfrm>
            <a:off x="4497918" y="2148595"/>
            <a:ext cx="45341" cy="45341"/>
          </a:xfrm>
          <a:prstGeom prst="ellipse">
            <a:avLst/>
          </a:prstGeom>
          <a:solidFill>
            <a:srgbClr val="566AB4">
              <a:alpha val="40000"/>
            </a:srgbClr>
          </a:solidFill>
          <a:ln w="0">
            <a:noFill/>
            <a:prstDash val="solid"/>
          </a:ln>
        </p:spPr>
      </p:sp>
      <p:sp>
        <p:nvSpPr>
          <p:cNvPr id="1016" name="a_full_bar_ellipse_1015">
            <a:extLst>
              <a:ext uri="{FF2B5EF4-FFF2-40B4-BE49-F238E27FC236}">
                <a16:creationId xmlns:a16="http://schemas.microsoft.com/office/drawing/2014/main" id="{931EFF8D-27F5-4AD2-8B99-3E3FBB68700C}"/>
              </a:ext>
            </a:extLst>
          </p:cNvPr>
          <p:cNvSpPr>
            <a:spLocks noGrp="1"/>
          </p:cNvSpPr>
          <p:nvPr/>
        </p:nvSpPr>
        <p:spPr>
          <a:xfrm>
            <a:off x="4578003" y="3241362"/>
            <a:ext cx="45341" cy="45341"/>
          </a:xfrm>
          <a:prstGeom prst="ellipse">
            <a:avLst/>
          </a:prstGeom>
          <a:solidFill>
            <a:srgbClr val="566AB4">
              <a:alpha val="40000"/>
            </a:srgbClr>
          </a:solidFill>
          <a:ln w="0">
            <a:noFill/>
            <a:prstDash val="solid"/>
          </a:ln>
        </p:spPr>
      </p:sp>
      <p:sp>
        <p:nvSpPr>
          <p:cNvPr id="1017" name="a_full_bar_ellipse_1016">
            <a:extLst>
              <a:ext uri="{FF2B5EF4-FFF2-40B4-BE49-F238E27FC236}">
                <a16:creationId xmlns:a16="http://schemas.microsoft.com/office/drawing/2014/main" id="{1AA47234-6942-4F68-9377-D2512B106C3C}"/>
              </a:ext>
            </a:extLst>
          </p:cNvPr>
          <p:cNvSpPr>
            <a:spLocks noGrp="1"/>
          </p:cNvSpPr>
          <p:nvPr/>
        </p:nvSpPr>
        <p:spPr>
          <a:xfrm>
            <a:off x="4657894" y="3646702"/>
            <a:ext cx="45341" cy="45341"/>
          </a:xfrm>
          <a:prstGeom prst="ellipse">
            <a:avLst/>
          </a:prstGeom>
          <a:solidFill>
            <a:srgbClr val="566AB4">
              <a:alpha val="40000"/>
            </a:srgbClr>
          </a:solidFill>
          <a:ln w="0">
            <a:noFill/>
            <a:prstDash val="solid"/>
          </a:ln>
        </p:spPr>
      </p:sp>
      <p:sp>
        <p:nvSpPr>
          <p:cNvPr id="1018" name="a_full_bar_ellipse_1017">
            <a:extLst>
              <a:ext uri="{FF2B5EF4-FFF2-40B4-BE49-F238E27FC236}">
                <a16:creationId xmlns:a16="http://schemas.microsoft.com/office/drawing/2014/main" id="{8DBDB493-AFFA-447A-81F7-929F1547F1B1}"/>
              </a:ext>
            </a:extLst>
          </p:cNvPr>
          <p:cNvSpPr>
            <a:spLocks noGrp="1"/>
          </p:cNvSpPr>
          <p:nvPr/>
        </p:nvSpPr>
        <p:spPr>
          <a:xfrm>
            <a:off x="4502010" y="2025341"/>
            <a:ext cx="45341" cy="45341"/>
          </a:xfrm>
          <a:prstGeom prst="ellipse">
            <a:avLst/>
          </a:prstGeom>
          <a:solidFill>
            <a:srgbClr val="566AB4">
              <a:alpha val="40000"/>
            </a:srgbClr>
          </a:solidFill>
          <a:ln w="0">
            <a:noFill/>
            <a:prstDash val="solid"/>
          </a:ln>
        </p:spPr>
      </p:sp>
      <p:sp>
        <p:nvSpPr>
          <p:cNvPr id="1019" name="a_full_bar_ellipse_1018">
            <a:extLst>
              <a:ext uri="{FF2B5EF4-FFF2-40B4-BE49-F238E27FC236}">
                <a16:creationId xmlns:a16="http://schemas.microsoft.com/office/drawing/2014/main" id="{F626EC12-5A11-42FE-AE46-BE1D5764B950}"/>
              </a:ext>
            </a:extLst>
          </p:cNvPr>
          <p:cNvSpPr>
            <a:spLocks noGrp="1"/>
          </p:cNvSpPr>
          <p:nvPr/>
        </p:nvSpPr>
        <p:spPr>
          <a:xfrm>
            <a:off x="4629005" y="2228011"/>
            <a:ext cx="45341" cy="45341"/>
          </a:xfrm>
          <a:prstGeom prst="ellipse">
            <a:avLst/>
          </a:prstGeom>
          <a:solidFill>
            <a:srgbClr val="566AB4">
              <a:alpha val="40000"/>
            </a:srgbClr>
          </a:solidFill>
          <a:ln w="0">
            <a:noFill/>
            <a:prstDash val="solid"/>
          </a:ln>
        </p:spPr>
      </p:sp>
      <p:sp>
        <p:nvSpPr>
          <p:cNvPr id="1020" name="a_full_bar_ellipse_1019">
            <a:extLst>
              <a:ext uri="{FF2B5EF4-FFF2-40B4-BE49-F238E27FC236}">
                <a16:creationId xmlns:a16="http://schemas.microsoft.com/office/drawing/2014/main" id="{5A973C01-6255-4612-B09E-CFB1252CD1F9}"/>
              </a:ext>
            </a:extLst>
          </p:cNvPr>
          <p:cNvSpPr>
            <a:spLocks noGrp="1"/>
          </p:cNvSpPr>
          <p:nvPr/>
        </p:nvSpPr>
        <p:spPr>
          <a:xfrm>
            <a:off x="4486721" y="4457382"/>
            <a:ext cx="45341" cy="45341"/>
          </a:xfrm>
          <a:prstGeom prst="ellipse">
            <a:avLst/>
          </a:prstGeom>
          <a:solidFill>
            <a:srgbClr val="566AB4">
              <a:alpha val="40000"/>
            </a:srgbClr>
          </a:solidFill>
          <a:ln w="0">
            <a:noFill/>
            <a:prstDash val="solid"/>
          </a:ln>
        </p:spPr>
      </p:sp>
      <p:sp>
        <p:nvSpPr>
          <p:cNvPr id="1021" name="a_full_bar_ellipse_1020">
            <a:extLst>
              <a:ext uri="{FF2B5EF4-FFF2-40B4-BE49-F238E27FC236}">
                <a16:creationId xmlns:a16="http://schemas.microsoft.com/office/drawing/2014/main" id="{4E77A957-EC60-473A-B4F7-8F626795A112}"/>
              </a:ext>
            </a:extLst>
          </p:cNvPr>
          <p:cNvSpPr>
            <a:spLocks noGrp="1"/>
          </p:cNvSpPr>
          <p:nvPr/>
        </p:nvSpPr>
        <p:spPr>
          <a:xfrm>
            <a:off x="4499266" y="3781815"/>
            <a:ext cx="45341" cy="45341"/>
          </a:xfrm>
          <a:prstGeom prst="ellipse">
            <a:avLst/>
          </a:prstGeom>
          <a:solidFill>
            <a:srgbClr val="566AB4">
              <a:alpha val="40000"/>
            </a:srgbClr>
          </a:solidFill>
          <a:ln w="0">
            <a:noFill/>
            <a:prstDash val="solid"/>
          </a:ln>
        </p:spPr>
      </p:sp>
      <p:sp>
        <p:nvSpPr>
          <p:cNvPr id="1022" name="a_full_bar_ellipse_1021">
            <a:extLst>
              <a:ext uri="{FF2B5EF4-FFF2-40B4-BE49-F238E27FC236}">
                <a16:creationId xmlns:a16="http://schemas.microsoft.com/office/drawing/2014/main" id="{BFDD89A6-4D77-4A52-B9A8-790841113F66}"/>
              </a:ext>
            </a:extLst>
          </p:cNvPr>
          <p:cNvSpPr>
            <a:spLocks noGrp="1"/>
          </p:cNvSpPr>
          <p:nvPr/>
        </p:nvSpPr>
        <p:spPr>
          <a:xfrm>
            <a:off x="4620363" y="3241362"/>
            <a:ext cx="45341" cy="45341"/>
          </a:xfrm>
          <a:prstGeom prst="ellipse">
            <a:avLst/>
          </a:prstGeom>
          <a:solidFill>
            <a:srgbClr val="566AB4">
              <a:alpha val="40000"/>
            </a:srgbClr>
          </a:solidFill>
          <a:ln w="0">
            <a:noFill/>
            <a:prstDash val="solid"/>
          </a:ln>
        </p:spPr>
      </p:sp>
      <p:sp>
        <p:nvSpPr>
          <p:cNvPr id="1023" name="a_full_bar_ellipse_1022">
            <a:extLst>
              <a:ext uri="{FF2B5EF4-FFF2-40B4-BE49-F238E27FC236}">
                <a16:creationId xmlns:a16="http://schemas.microsoft.com/office/drawing/2014/main" id="{EB18E090-4D2D-4958-9CB4-01BFC3425107}"/>
              </a:ext>
            </a:extLst>
          </p:cNvPr>
          <p:cNvSpPr>
            <a:spLocks noGrp="1"/>
          </p:cNvSpPr>
          <p:nvPr/>
        </p:nvSpPr>
        <p:spPr>
          <a:xfrm>
            <a:off x="4489451" y="3849372"/>
            <a:ext cx="45341" cy="45341"/>
          </a:xfrm>
          <a:prstGeom prst="ellipse">
            <a:avLst/>
          </a:prstGeom>
          <a:solidFill>
            <a:srgbClr val="566AB4">
              <a:alpha val="40000"/>
            </a:srgbClr>
          </a:solidFill>
          <a:ln w="0">
            <a:noFill/>
            <a:prstDash val="solid"/>
          </a:ln>
        </p:spPr>
      </p:sp>
      <p:sp>
        <p:nvSpPr>
          <p:cNvPr id="1024" name="a_full_bar_ellipse_1023">
            <a:extLst>
              <a:ext uri="{FF2B5EF4-FFF2-40B4-BE49-F238E27FC236}">
                <a16:creationId xmlns:a16="http://schemas.microsoft.com/office/drawing/2014/main" id="{AEFE3734-40AB-4D6D-8ADD-DF357BE13F39}"/>
              </a:ext>
            </a:extLst>
          </p:cNvPr>
          <p:cNvSpPr>
            <a:spLocks noGrp="1"/>
          </p:cNvSpPr>
          <p:nvPr/>
        </p:nvSpPr>
        <p:spPr>
          <a:xfrm>
            <a:off x="4528837" y="4109948"/>
            <a:ext cx="45341" cy="45341"/>
          </a:xfrm>
          <a:prstGeom prst="ellipse">
            <a:avLst/>
          </a:prstGeom>
          <a:solidFill>
            <a:srgbClr val="566AB4">
              <a:alpha val="40000"/>
            </a:srgbClr>
          </a:solidFill>
          <a:ln w="0">
            <a:noFill/>
            <a:prstDash val="solid"/>
          </a:ln>
        </p:spPr>
      </p:sp>
      <p:sp>
        <p:nvSpPr>
          <p:cNvPr id="1025" name="a_full_bar_ellipse_1024">
            <a:extLst>
              <a:ext uri="{FF2B5EF4-FFF2-40B4-BE49-F238E27FC236}">
                <a16:creationId xmlns:a16="http://schemas.microsoft.com/office/drawing/2014/main" id="{C6C367EB-503E-4E81-B782-594797D50BFF}"/>
              </a:ext>
            </a:extLst>
          </p:cNvPr>
          <p:cNvSpPr>
            <a:spLocks noGrp="1"/>
          </p:cNvSpPr>
          <p:nvPr/>
        </p:nvSpPr>
        <p:spPr>
          <a:xfrm>
            <a:off x="4613438" y="3618414"/>
            <a:ext cx="45341" cy="45341"/>
          </a:xfrm>
          <a:prstGeom prst="ellipse">
            <a:avLst/>
          </a:prstGeom>
          <a:solidFill>
            <a:srgbClr val="566AB4">
              <a:alpha val="40000"/>
            </a:srgbClr>
          </a:solidFill>
          <a:ln w="0">
            <a:noFill/>
            <a:prstDash val="solid"/>
          </a:ln>
        </p:spPr>
      </p:sp>
      <p:sp>
        <p:nvSpPr>
          <p:cNvPr id="1026" name="a_full_bar_ellipse_1025">
            <a:extLst>
              <a:ext uri="{FF2B5EF4-FFF2-40B4-BE49-F238E27FC236}">
                <a16:creationId xmlns:a16="http://schemas.microsoft.com/office/drawing/2014/main" id="{60AA2B4A-78FC-443C-9429-057E9E06D41C}"/>
              </a:ext>
            </a:extLst>
          </p:cNvPr>
          <p:cNvSpPr>
            <a:spLocks noGrp="1"/>
          </p:cNvSpPr>
          <p:nvPr/>
        </p:nvSpPr>
        <p:spPr>
          <a:xfrm>
            <a:off x="4611537" y="3498077"/>
            <a:ext cx="45341" cy="45341"/>
          </a:xfrm>
          <a:prstGeom prst="ellipse">
            <a:avLst/>
          </a:prstGeom>
          <a:solidFill>
            <a:srgbClr val="566AB4">
              <a:alpha val="40000"/>
            </a:srgbClr>
          </a:solidFill>
          <a:ln w="0">
            <a:noFill/>
            <a:prstDash val="solid"/>
          </a:ln>
        </p:spPr>
      </p:sp>
      <p:sp>
        <p:nvSpPr>
          <p:cNvPr id="1027" name="a_full_bar_ellipse_1026">
            <a:extLst>
              <a:ext uri="{FF2B5EF4-FFF2-40B4-BE49-F238E27FC236}">
                <a16:creationId xmlns:a16="http://schemas.microsoft.com/office/drawing/2014/main" id="{E9835ADE-6C31-4D0C-AF63-9E5E937DAA10}"/>
              </a:ext>
            </a:extLst>
          </p:cNvPr>
          <p:cNvSpPr>
            <a:spLocks noGrp="1"/>
          </p:cNvSpPr>
          <p:nvPr/>
        </p:nvSpPr>
        <p:spPr>
          <a:xfrm>
            <a:off x="4608163" y="2836021"/>
            <a:ext cx="45341" cy="45341"/>
          </a:xfrm>
          <a:prstGeom prst="ellipse">
            <a:avLst/>
          </a:prstGeom>
          <a:solidFill>
            <a:srgbClr val="566AB4">
              <a:alpha val="40000"/>
            </a:srgbClr>
          </a:solidFill>
          <a:ln w="0">
            <a:noFill/>
            <a:prstDash val="solid"/>
          </a:ln>
        </p:spPr>
      </p:sp>
      <p:sp>
        <p:nvSpPr>
          <p:cNvPr id="1028" name="a_full_bar_ellipse_1027">
            <a:extLst>
              <a:ext uri="{FF2B5EF4-FFF2-40B4-BE49-F238E27FC236}">
                <a16:creationId xmlns:a16="http://schemas.microsoft.com/office/drawing/2014/main" id="{C35EC621-FF32-44D9-AFE3-7DCAAA786E27}"/>
              </a:ext>
            </a:extLst>
          </p:cNvPr>
          <p:cNvSpPr>
            <a:spLocks noGrp="1"/>
          </p:cNvSpPr>
          <p:nvPr/>
        </p:nvSpPr>
        <p:spPr>
          <a:xfrm>
            <a:off x="4499028" y="4457382"/>
            <a:ext cx="45341" cy="45341"/>
          </a:xfrm>
          <a:prstGeom prst="ellipse">
            <a:avLst/>
          </a:prstGeom>
          <a:solidFill>
            <a:srgbClr val="566AB4">
              <a:alpha val="40000"/>
            </a:srgbClr>
          </a:solidFill>
          <a:ln w="0">
            <a:noFill/>
            <a:prstDash val="solid"/>
          </a:ln>
        </p:spPr>
      </p:sp>
      <p:sp>
        <p:nvSpPr>
          <p:cNvPr id="1029" name="a_full_bar_ellipse_1028">
            <a:extLst>
              <a:ext uri="{FF2B5EF4-FFF2-40B4-BE49-F238E27FC236}">
                <a16:creationId xmlns:a16="http://schemas.microsoft.com/office/drawing/2014/main" id="{3019170E-32CC-486D-AB42-B62E25EA8869}"/>
              </a:ext>
            </a:extLst>
          </p:cNvPr>
          <p:cNvSpPr>
            <a:spLocks noGrp="1"/>
          </p:cNvSpPr>
          <p:nvPr/>
        </p:nvSpPr>
        <p:spPr>
          <a:xfrm>
            <a:off x="4517980" y="3241362"/>
            <a:ext cx="45341" cy="45341"/>
          </a:xfrm>
          <a:prstGeom prst="ellipse">
            <a:avLst/>
          </a:prstGeom>
          <a:solidFill>
            <a:srgbClr val="566AB4">
              <a:alpha val="40000"/>
            </a:srgbClr>
          </a:solidFill>
          <a:ln w="0">
            <a:noFill/>
            <a:prstDash val="solid"/>
          </a:ln>
        </p:spPr>
      </p:sp>
      <p:sp>
        <p:nvSpPr>
          <p:cNvPr id="1030" name="a_full_bar_ellipse_1029">
            <a:extLst>
              <a:ext uri="{FF2B5EF4-FFF2-40B4-BE49-F238E27FC236}">
                <a16:creationId xmlns:a16="http://schemas.microsoft.com/office/drawing/2014/main" id="{E6838A1A-CED2-4F45-9B8A-3F77F69FB64E}"/>
              </a:ext>
            </a:extLst>
          </p:cNvPr>
          <p:cNvSpPr>
            <a:spLocks noGrp="1"/>
          </p:cNvSpPr>
          <p:nvPr/>
        </p:nvSpPr>
        <p:spPr>
          <a:xfrm>
            <a:off x="4583068" y="4448028"/>
            <a:ext cx="45341" cy="45341"/>
          </a:xfrm>
          <a:prstGeom prst="ellipse">
            <a:avLst/>
          </a:prstGeom>
          <a:solidFill>
            <a:srgbClr val="566AB4">
              <a:alpha val="40000"/>
            </a:srgbClr>
          </a:solidFill>
          <a:ln w="0">
            <a:noFill/>
            <a:prstDash val="solid"/>
          </a:ln>
        </p:spPr>
      </p:sp>
      <p:sp>
        <p:nvSpPr>
          <p:cNvPr id="1031" name="a_full_bar_ellipse_1030">
            <a:extLst>
              <a:ext uri="{FF2B5EF4-FFF2-40B4-BE49-F238E27FC236}">
                <a16:creationId xmlns:a16="http://schemas.microsoft.com/office/drawing/2014/main" id="{699B965D-3BDF-4838-A9A7-2C5BFC3D7F44}"/>
              </a:ext>
            </a:extLst>
          </p:cNvPr>
          <p:cNvSpPr>
            <a:spLocks noGrp="1"/>
          </p:cNvSpPr>
          <p:nvPr/>
        </p:nvSpPr>
        <p:spPr>
          <a:xfrm>
            <a:off x="4683023" y="2805621"/>
            <a:ext cx="45341" cy="45341"/>
          </a:xfrm>
          <a:prstGeom prst="ellipse">
            <a:avLst/>
          </a:prstGeom>
          <a:solidFill>
            <a:srgbClr val="566AB4">
              <a:alpha val="40000"/>
            </a:srgbClr>
          </a:solidFill>
          <a:ln w="0">
            <a:noFill/>
            <a:prstDash val="solid"/>
          </a:ln>
        </p:spPr>
      </p:sp>
      <p:sp>
        <p:nvSpPr>
          <p:cNvPr id="1032" name="a_full_bar_ellipse_1031">
            <a:extLst>
              <a:ext uri="{FF2B5EF4-FFF2-40B4-BE49-F238E27FC236}">
                <a16:creationId xmlns:a16="http://schemas.microsoft.com/office/drawing/2014/main" id="{AA50265F-A042-44FA-873F-25EA4B992C47}"/>
              </a:ext>
            </a:extLst>
          </p:cNvPr>
          <p:cNvSpPr>
            <a:spLocks noGrp="1"/>
          </p:cNvSpPr>
          <p:nvPr/>
        </p:nvSpPr>
        <p:spPr>
          <a:xfrm>
            <a:off x="4567953" y="3241362"/>
            <a:ext cx="45341" cy="45341"/>
          </a:xfrm>
          <a:prstGeom prst="ellipse">
            <a:avLst/>
          </a:prstGeom>
          <a:solidFill>
            <a:srgbClr val="566AB4">
              <a:alpha val="40000"/>
            </a:srgbClr>
          </a:solidFill>
          <a:ln w="0">
            <a:noFill/>
            <a:prstDash val="solid"/>
          </a:ln>
        </p:spPr>
      </p:sp>
      <p:sp>
        <p:nvSpPr>
          <p:cNvPr id="1033" name="a_full_bar_ellipse_1032">
            <a:extLst>
              <a:ext uri="{FF2B5EF4-FFF2-40B4-BE49-F238E27FC236}">
                <a16:creationId xmlns:a16="http://schemas.microsoft.com/office/drawing/2014/main" id="{BCD3ECA4-8216-47CF-9D86-C7281DB5297A}"/>
              </a:ext>
            </a:extLst>
          </p:cNvPr>
          <p:cNvSpPr>
            <a:spLocks noGrp="1"/>
          </p:cNvSpPr>
          <p:nvPr/>
        </p:nvSpPr>
        <p:spPr>
          <a:xfrm>
            <a:off x="4649403" y="3818846"/>
            <a:ext cx="45341" cy="45341"/>
          </a:xfrm>
          <a:prstGeom prst="ellipse">
            <a:avLst/>
          </a:prstGeom>
          <a:solidFill>
            <a:srgbClr val="566AB4">
              <a:alpha val="40000"/>
            </a:srgbClr>
          </a:solidFill>
          <a:ln w="0">
            <a:noFill/>
            <a:prstDash val="solid"/>
          </a:ln>
        </p:spPr>
      </p:sp>
      <p:sp>
        <p:nvSpPr>
          <p:cNvPr id="1034" name="a_full_bar_ellipse_1033">
            <a:extLst>
              <a:ext uri="{FF2B5EF4-FFF2-40B4-BE49-F238E27FC236}">
                <a16:creationId xmlns:a16="http://schemas.microsoft.com/office/drawing/2014/main" id="{4543BE50-D65E-48A0-A9E4-AF060B6FDEAA}"/>
              </a:ext>
            </a:extLst>
          </p:cNvPr>
          <p:cNvSpPr>
            <a:spLocks noGrp="1"/>
          </p:cNvSpPr>
          <p:nvPr/>
        </p:nvSpPr>
        <p:spPr>
          <a:xfrm>
            <a:off x="4532420" y="2754953"/>
            <a:ext cx="45341" cy="45341"/>
          </a:xfrm>
          <a:prstGeom prst="ellipse">
            <a:avLst/>
          </a:prstGeom>
          <a:solidFill>
            <a:srgbClr val="566AB4">
              <a:alpha val="40000"/>
            </a:srgbClr>
          </a:solidFill>
          <a:ln w="0">
            <a:noFill/>
            <a:prstDash val="solid"/>
          </a:ln>
        </p:spPr>
      </p:sp>
      <p:sp>
        <p:nvSpPr>
          <p:cNvPr id="1035" name="a_full_bar_ellipse_1034">
            <a:extLst>
              <a:ext uri="{FF2B5EF4-FFF2-40B4-BE49-F238E27FC236}">
                <a16:creationId xmlns:a16="http://schemas.microsoft.com/office/drawing/2014/main" id="{6133B7EA-B13C-40F9-8C35-4D28DB1E29FC}"/>
              </a:ext>
            </a:extLst>
          </p:cNvPr>
          <p:cNvSpPr>
            <a:spLocks noGrp="1"/>
          </p:cNvSpPr>
          <p:nvPr/>
        </p:nvSpPr>
        <p:spPr>
          <a:xfrm>
            <a:off x="4620928" y="4457382"/>
            <a:ext cx="45341" cy="45341"/>
          </a:xfrm>
          <a:prstGeom prst="ellipse">
            <a:avLst/>
          </a:prstGeom>
          <a:solidFill>
            <a:srgbClr val="566AB4">
              <a:alpha val="40000"/>
            </a:srgbClr>
          </a:solidFill>
          <a:ln w="0">
            <a:noFill/>
            <a:prstDash val="solid"/>
          </a:ln>
        </p:spPr>
      </p:sp>
      <p:sp>
        <p:nvSpPr>
          <p:cNvPr id="1036" name="a_full_bar_ellipse_1035">
            <a:extLst>
              <a:ext uri="{FF2B5EF4-FFF2-40B4-BE49-F238E27FC236}">
                <a16:creationId xmlns:a16="http://schemas.microsoft.com/office/drawing/2014/main" id="{FB85EB69-3697-4C82-AB01-169762F130CC}"/>
              </a:ext>
            </a:extLst>
          </p:cNvPr>
          <p:cNvSpPr>
            <a:spLocks noGrp="1"/>
          </p:cNvSpPr>
          <p:nvPr/>
        </p:nvSpPr>
        <p:spPr>
          <a:xfrm>
            <a:off x="4521177" y="4153377"/>
            <a:ext cx="45341" cy="45341"/>
          </a:xfrm>
          <a:prstGeom prst="ellipse">
            <a:avLst/>
          </a:prstGeom>
          <a:solidFill>
            <a:srgbClr val="566AB4">
              <a:alpha val="40000"/>
            </a:srgbClr>
          </a:solidFill>
          <a:ln w="0">
            <a:noFill/>
            <a:prstDash val="solid"/>
          </a:ln>
        </p:spPr>
      </p:sp>
      <p:sp>
        <p:nvSpPr>
          <p:cNvPr id="1037" name="a_full_bar_ellipse_1036">
            <a:extLst>
              <a:ext uri="{FF2B5EF4-FFF2-40B4-BE49-F238E27FC236}">
                <a16:creationId xmlns:a16="http://schemas.microsoft.com/office/drawing/2014/main" id="{128F5AD6-A0D5-4D4C-9D98-D0E97C6F45B8}"/>
              </a:ext>
            </a:extLst>
          </p:cNvPr>
          <p:cNvSpPr>
            <a:spLocks noGrp="1"/>
          </p:cNvSpPr>
          <p:nvPr/>
        </p:nvSpPr>
        <p:spPr>
          <a:xfrm>
            <a:off x="4573213" y="2025341"/>
            <a:ext cx="45341" cy="45341"/>
          </a:xfrm>
          <a:prstGeom prst="ellipse">
            <a:avLst/>
          </a:prstGeom>
          <a:solidFill>
            <a:srgbClr val="566AB4">
              <a:alpha val="40000"/>
            </a:srgbClr>
          </a:solidFill>
          <a:ln w="0">
            <a:noFill/>
            <a:prstDash val="solid"/>
          </a:ln>
        </p:spPr>
      </p:sp>
      <p:sp>
        <p:nvSpPr>
          <p:cNvPr id="1038" name="a_full_bar_ellipse_1037">
            <a:extLst>
              <a:ext uri="{FF2B5EF4-FFF2-40B4-BE49-F238E27FC236}">
                <a16:creationId xmlns:a16="http://schemas.microsoft.com/office/drawing/2014/main" id="{DA835393-EDE8-4B75-837F-42C91E6D6D4F}"/>
              </a:ext>
            </a:extLst>
          </p:cNvPr>
          <p:cNvSpPr>
            <a:spLocks noGrp="1"/>
          </p:cNvSpPr>
          <p:nvPr/>
        </p:nvSpPr>
        <p:spPr>
          <a:xfrm>
            <a:off x="4585418" y="2844220"/>
            <a:ext cx="45341" cy="45341"/>
          </a:xfrm>
          <a:prstGeom prst="ellipse">
            <a:avLst/>
          </a:prstGeom>
          <a:solidFill>
            <a:srgbClr val="566AB4">
              <a:alpha val="40000"/>
            </a:srgbClr>
          </a:solidFill>
          <a:ln w="0">
            <a:noFill/>
            <a:prstDash val="solid"/>
          </a:ln>
        </p:spPr>
      </p:sp>
      <p:sp>
        <p:nvSpPr>
          <p:cNvPr id="1039" name="a_full_bar_ellipse_1038">
            <a:extLst>
              <a:ext uri="{FF2B5EF4-FFF2-40B4-BE49-F238E27FC236}">
                <a16:creationId xmlns:a16="http://schemas.microsoft.com/office/drawing/2014/main" id="{B9467AAB-124C-4157-908F-DD3F733007CB}"/>
              </a:ext>
            </a:extLst>
          </p:cNvPr>
          <p:cNvSpPr>
            <a:spLocks noGrp="1"/>
          </p:cNvSpPr>
          <p:nvPr/>
        </p:nvSpPr>
        <p:spPr>
          <a:xfrm>
            <a:off x="4515028" y="2430681"/>
            <a:ext cx="45341" cy="45341"/>
          </a:xfrm>
          <a:prstGeom prst="ellipse">
            <a:avLst/>
          </a:prstGeom>
          <a:solidFill>
            <a:srgbClr val="566AB4">
              <a:alpha val="40000"/>
            </a:srgbClr>
          </a:solidFill>
          <a:ln w="0">
            <a:noFill/>
            <a:prstDash val="solid"/>
          </a:ln>
        </p:spPr>
      </p:sp>
      <p:sp>
        <p:nvSpPr>
          <p:cNvPr id="1040" name="a_full_bar_ellipse_1039">
            <a:extLst>
              <a:ext uri="{FF2B5EF4-FFF2-40B4-BE49-F238E27FC236}">
                <a16:creationId xmlns:a16="http://schemas.microsoft.com/office/drawing/2014/main" id="{8B2DCD72-9854-4C64-A2C5-7B512E243A46}"/>
              </a:ext>
            </a:extLst>
          </p:cNvPr>
          <p:cNvSpPr>
            <a:spLocks noGrp="1"/>
          </p:cNvSpPr>
          <p:nvPr/>
        </p:nvSpPr>
        <p:spPr>
          <a:xfrm>
            <a:off x="4658657" y="2836021"/>
            <a:ext cx="45341" cy="45341"/>
          </a:xfrm>
          <a:prstGeom prst="ellipse">
            <a:avLst/>
          </a:prstGeom>
          <a:solidFill>
            <a:srgbClr val="566AB4">
              <a:alpha val="40000"/>
            </a:srgbClr>
          </a:solidFill>
          <a:ln w="0">
            <a:noFill/>
            <a:prstDash val="solid"/>
          </a:ln>
        </p:spPr>
      </p:sp>
      <p:sp>
        <p:nvSpPr>
          <p:cNvPr id="1041" name="a_full_bar_ellipse_1040">
            <a:extLst>
              <a:ext uri="{FF2B5EF4-FFF2-40B4-BE49-F238E27FC236}">
                <a16:creationId xmlns:a16="http://schemas.microsoft.com/office/drawing/2014/main" id="{0765FD19-CC70-489F-9FF0-B4565264FF98}"/>
              </a:ext>
            </a:extLst>
          </p:cNvPr>
          <p:cNvSpPr>
            <a:spLocks noGrp="1"/>
          </p:cNvSpPr>
          <p:nvPr/>
        </p:nvSpPr>
        <p:spPr>
          <a:xfrm>
            <a:off x="4581650" y="3241362"/>
            <a:ext cx="45341" cy="45341"/>
          </a:xfrm>
          <a:prstGeom prst="ellipse">
            <a:avLst/>
          </a:prstGeom>
          <a:solidFill>
            <a:srgbClr val="566AB4">
              <a:alpha val="40000"/>
            </a:srgbClr>
          </a:solidFill>
          <a:ln w="0">
            <a:noFill/>
            <a:prstDash val="solid"/>
          </a:ln>
        </p:spPr>
      </p:sp>
      <p:sp>
        <p:nvSpPr>
          <p:cNvPr id="1042" name="a_full_bar_ellipse_1041">
            <a:extLst>
              <a:ext uri="{FF2B5EF4-FFF2-40B4-BE49-F238E27FC236}">
                <a16:creationId xmlns:a16="http://schemas.microsoft.com/office/drawing/2014/main" id="{C01EEB0C-DC98-4D63-932E-288A073FD6AC}"/>
              </a:ext>
            </a:extLst>
          </p:cNvPr>
          <p:cNvSpPr>
            <a:spLocks noGrp="1"/>
          </p:cNvSpPr>
          <p:nvPr/>
        </p:nvSpPr>
        <p:spPr>
          <a:xfrm>
            <a:off x="4620892" y="3678438"/>
            <a:ext cx="45341" cy="45341"/>
          </a:xfrm>
          <a:prstGeom prst="ellipse">
            <a:avLst/>
          </a:prstGeom>
          <a:solidFill>
            <a:srgbClr val="566AB4">
              <a:alpha val="40000"/>
            </a:srgbClr>
          </a:solidFill>
          <a:ln w="0">
            <a:noFill/>
            <a:prstDash val="solid"/>
          </a:ln>
        </p:spPr>
      </p:sp>
      <p:sp>
        <p:nvSpPr>
          <p:cNvPr id="1043" name="a_full_bar_ellipse_1042">
            <a:extLst>
              <a:ext uri="{FF2B5EF4-FFF2-40B4-BE49-F238E27FC236}">
                <a16:creationId xmlns:a16="http://schemas.microsoft.com/office/drawing/2014/main" id="{0D263AD4-11E3-44B9-A5C2-64784CE8B0D6}"/>
              </a:ext>
            </a:extLst>
          </p:cNvPr>
          <p:cNvSpPr>
            <a:spLocks noGrp="1"/>
          </p:cNvSpPr>
          <p:nvPr/>
        </p:nvSpPr>
        <p:spPr>
          <a:xfrm>
            <a:off x="4589487" y="2025341"/>
            <a:ext cx="45341" cy="45341"/>
          </a:xfrm>
          <a:prstGeom prst="ellipse">
            <a:avLst/>
          </a:prstGeom>
          <a:solidFill>
            <a:srgbClr val="566AB4">
              <a:alpha val="40000"/>
            </a:srgbClr>
          </a:solidFill>
          <a:ln w="0">
            <a:noFill/>
            <a:prstDash val="solid"/>
          </a:ln>
        </p:spPr>
      </p:sp>
      <p:sp>
        <p:nvSpPr>
          <p:cNvPr id="1044" name="a_full_bar_ellipse_1043">
            <a:extLst>
              <a:ext uri="{FF2B5EF4-FFF2-40B4-BE49-F238E27FC236}">
                <a16:creationId xmlns:a16="http://schemas.microsoft.com/office/drawing/2014/main" id="{40F30D81-737E-4E33-925E-7D45D972A3CF}"/>
              </a:ext>
            </a:extLst>
          </p:cNvPr>
          <p:cNvSpPr>
            <a:spLocks noGrp="1"/>
          </p:cNvSpPr>
          <p:nvPr/>
        </p:nvSpPr>
        <p:spPr>
          <a:xfrm>
            <a:off x="4676586" y="4457382"/>
            <a:ext cx="45341" cy="45341"/>
          </a:xfrm>
          <a:prstGeom prst="ellipse">
            <a:avLst/>
          </a:prstGeom>
          <a:solidFill>
            <a:srgbClr val="566AB4">
              <a:alpha val="40000"/>
            </a:srgbClr>
          </a:solidFill>
          <a:ln w="0">
            <a:noFill/>
            <a:prstDash val="solid"/>
          </a:ln>
        </p:spPr>
      </p:sp>
      <p:sp>
        <p:nvSpPr>
          <p:cNvPr id="1045" name="a_full_bar_ellipse_1044">
            <a:extLst>
              <a:ext uri="{FF2B5EF4-FFF2-40B4-BE49-F238E27FC236}">
                <a16:creationId xmlns:a16="http://schemas.microsoft.com/office/drawing/2014/main" id="{C82D46F3-87A4-4321-A1AC-C24C7CF9FDCB}"/>
              </a:ext>
            </a:extLst>
          </p:cNvPr>
          <p:cNvSpPr>
            <a:spLocks noGrp="1"/>
          </p:cNvSpPr>
          <p:nvPr/>
        </p:nvSpPr>
        <p:spPr>
          <a:xfrm>
            <a:off x="4636986" y="3241362"/>
            <a:ext cx="45341" cy="45341"/>
          </a:xfrm>
          <a:prstGeom prst="ellipse">
            <a:avLst/>
          </a:prstGeom>
          <a:solidFill>
            <a:srgbClr val="566AB4">
              <a:alpha val="40000"/>
            </a:srgbClr>
          </a:solidFill>
          <a:ln w="0">
            <a:noFill/>
            <a:prstDash val="solid"/>
          </a:ln>
        </p:spPr>
      </p:sp>
      <p:sp>
        <p:nvSpPr>
          <p:cNvPr id="1046" name="a_full_bar_ellipse_1045">
            <a:extLst>
              <a:ext uri="{FF2B5EF4-FFF2-40B4-BE49-F238E27FC236}">
                <a16:creationId xmlns:a16="http://schemas.microsoft.com/office/drawing/2014/main" id="{7CB10ABB-331B-4D4F-8D1B-F6E0966D7D21}"/>
              </a:ext>
            </a:extLst>
          </p:cNvPr>
          <p:cNvSpPr>
            <a:spLocks noGrp="1"/>
          </p:cNvSpPr>
          <p:nvPr/>
        </p:nvSpPr>
        <p:spPr>
          <a:xfrm>
            <a:off x="4637054" y="4457382"/>
            <a:ext cx="45341" cy="45341"/>
          </a:xfrm>
          <a:prstGeom prst="ellipse">
            <a:avLst/>
          </a:prstGeom>
          <a:solidFill>
            <a:srgbClr val="566AB4">
              <a:alpha val="40000"/>
            </a:srgbClr>
          </a:solidFill>
          <a:ln w="0">
            <a:noFill/>
            <a:prstDash val="solid"/>
          </a:ln>
        </p:spPr>
      </p:sp>
      <p:sp>
        <p:nvSpPr>
          <p:cNvPr id="1047" name="a_full_bar_ellipse_1046">
            <a:extLst>
              <a:ext uri="{FF2B5EF4-FFF2-40B4-BE49-F238E27FC236}">
                <a16:creationId xmlns:a16="http://schemas.microsoft.com/office/drawing/2014/main" id="{641916EC-2D9B-4A27-89EE-9566D2DA69FF}"/>
              </a:ext>
            </a:extLst>
          </p:cNvPr>
          <p:cNvSpPr>
            <a:spLocks noGrp="1"/>
          </p:cNvSpPr>
          <p:nvPr/>
        </p:nvSpPr>
        <p:spPr>
          <a:xfrm>
            <a:off x="4599370" y="3454508"/>
            <a:ext cx="45341" cy="45341"/>
          </a:xfrm>
          <a:prstGeom prst="ellipse">
            <a:avLst/>
          </a:prstGeom>
          <a:solidFill>
            <a:srgbClr val="566AB4">
              <a:alpha val="40000"/>
            </a:srgbClr>
          </a:solidFill>
          <a:ln w="0">
            <a:noFill/>
            <a:prstDash val="solid"/>
          </a:ln>
        </p:spPr>
      </p:sp>
      <p:sp>
        <p:nvSpPr>
          <p:cNvPr id="1048" name="a_full_bar_ellipse_1047">
            <a:extLst>
              <a:ext uri="{FF2B5EF4-FFF2-40B4-BE49-F238E27FC236}">
                <a16:creationId xmlns:a16="http://schemas.microsoft.com/office/drawing/2014/main" id="{EC5747F5-EA9C-47A6-8134-FBB331244AE3}"/>
              </a:ext>
            </a:extLst>
          </p:cNvPr>
          <p:cNvSpPr>
            <a:spLocks noGrp="1"/>
          </p:cNvSpPr>
          <p:nvPr/>
        </p:nvSpPr>
        <p:spPr>
          <a:xfrm>
            <a:off x="4511493" y="4457382"/>
            <a:ext cx="45341" cy="45341"/>
          </a:xfrm>
          <a:prstGeom prst="ellipse">
            <a:avLst/>
          </a:prstGeom>
          <a:solidFill>
            <a:srgbClr val="566AB4">
              <a:alpha val="40000"/>
            </a:srgbClr>
          </a:solidFill>
          <a:ln w="0">
            <a:noFill/>
            <a:prstDash val="solid"/>
          </a:ln>
        </p:spPr>
      </p:sp>
      <p:sp>
        <p:nvSpPr>
          <p:cNvPr id="1049" name="a_full_bar_ellipse_1048">
            <a:extLst>
              <a:ext uri="{FF2B5EF4-FFF2-40B4-BE49-F238E27FC236}">
                <a16:creationId xmlns:a16="http://schemas.microsoft.com/office/drawing/2014/main" id="{9F7CFE45-1B0F-4C76-9514-424F0C103934}"/>
              </a:ext>
            </a:extLst>
          </p:cNvPr>
          <p:cNvSpPr>
            <a:spLocks noGrp="1"/>
          </p:cNvSpPr>
          <p:nvPr/>
        </p:nvSpPr>
        <p:spPr>
          <a:xfrm>
            <a:off x="4522839" y="3963374"/>
            <a:ext cx="45341" cy="45341"/>
          </a:xfrm>
          <a:prstGeom prst="ellipse">
            <a:avLst/>
          </a:prstGeom>
          <a:solidFill>
            <a:srgbClr val="566AB4">
              <a:alpha val="40000"/>
            </a:srgbClr>
          </a:solidFill>
          <a:ln w="0">
            <a:noFill/>
            <a:prstDash val="solid"/>
          </a:ln>
        </p:spPr>
      </p:sp>
      <p:sp>
        <p:nvSpPr>
          <p:cNvPr id="1050" name="a_full_bar_ellipse_1049">
            <a:extLst>
              <a:ext uri="{FF2B5EF4-FFF2-40B4-BE49-F238E27FC236}">
                <a16:creationId xmlns:a16="http://schemas.microsoft.com/office/drawing/2014/main" id="{59AC99D7-41E8-4AB3-8567-68E781F9336A}"/>
              </a:ext>
            </a:extLst>
          </p:cNvPr>
          <p:cNvSpPr>
            <a:spLocks noGrp="1"/>
          </p:cNvSpPr>
          <p:nvPr/>
        </p:nvSpPr>
        <p:spPr>
          <a:xfrm>
            <a:off x="4530092" y="2025341"/>
            <a:ext cx="45341" cy="45341"/>
          </a:xfrm>
          <a:prstGeom prst="ellipse">
            <a:avLst/>
          </a:prstGeom>
          <a:solidFill>
            <a:srgbClr val="566AB4">
              <a:alpha val="40000"/>
            </a:srgbClr>
          </a:solidFill>
          <a:ln w="0">
            <a:noFill/>
            <a:prstDash val="solid"/>
          </a:ln>
        </p:spPr>
      </p:sp>
      <p:sp>
        <p:nvSpPr>
          <p:cNvPr id="1051" name="a_full_bar_ellipse_1050">
            <a:extLst>
              <a:ext uri="{FF2B5EF4-FFF2-40B4-BE49-F238E27FC236}">
                <a16:creationId xmlns:a16="http://schemas.microsoft.com/office/drawing/2014/main" id="{0582DCA5-ECF0-43E7-939B-24D3254A0791}"/>
              </a:ext>
            </a:extLst>
          </p:cNvPr>
          <p:cNvSpPr>
            <a:spLocks noGrp="1"/>
          </p:cNvSpPr>
          <p:nvPr/>
        </p:nvSpPr>
        <p:spPr>
          <a:xfrm>
            <a:off x="4644943" y="2025341"/>
            <a:ext cx="45341" cy="45341"/>
          </a:xfrm>
          <a:prstGeom prst="ellipse">
            <a:avLst/>
          </a:prstGeom>
          <a:solidFill>
            <a:srgbClr val="566AB4">
              <a:alpha val="40000"/>
            </a:srgbClr>
          </a:solidFill>
          <a:ln w="0">
            <a:noFill/>
            <a:prstDash val="solid"/>
          </a:ln>
        </p:spPr>
      </p:sp>
      <p:sp>
        <p:nvSpPr>
          <p:cNvPr id="1052" name="a_full_bar_ellipse_1051">
            <a:extLst>
              <a:ext uri="{FF2B5EF4-FFF2-40B4-BE49-F238E27FC236}">
                <a16:creationId xmlns:a16="http://schemas.microsoft.com/office/drawing/2014/main" id="{E3A7641F-335E-444E-8D27-982479862D1A}"/>
              </a:ext>
            </a:extLst>
          </p:cNvPr>
          <p:cNvSpPr>
            <a:spLocks noGrp="1"/>
          </p:cNvSpPr>
          <p:nvPr/>
        </p:nvSpPr>
        <p:spPr>
          <a:xfrm>
            <a:off x="4612625" y="3356208"/>
            <a:ext cx="45341" cy="45341"/>
          </a:xfrm>
          <a:prstGeom prst="ellipse">
            <a:avLst/>
          </a:prstGeom>
          <a:solidFill>
            <a:srgbClr val="566AB4">
              <a:alpha val="40000"/>
            </a:srgbClr>
          </a:solidFill>
          <a:ln w="0">
            <a:noFill/>
            <a:prstDash val="solid"/>
          </a:ln>
        </p:spPr>
      </p:sp>
      <p:sp>
        <p:nvSpPr>
          <p:cNvPr id="1053" name="a_full_bar_ellipse_1052">
            <a:extLst>
              <a:ext uri="{FF2B5EF4-FFF2-40B4-BE49-F238E27FC236}">
                <a16:creationId xmlns:a16="http://schemas.microsoft.com/office/drawing/2014/main" id="{372A4775-F1A0-4C43-8F55-474233D205D2}"/>
              </a:ext>
            </a:extLst>
          </p:cNvPr>
          <p:cNvSpPr>
            <a:spLocks noGrp="1"/>
          </p:cNvSpPr>
          <p:nvPr/>
        </p:nvSpPr>
        <p:spPr>
          <a:xfrm>
            <a:off x="4516301" y="4457382"/>
            <a:ext cx="45341" cy="45341"/>
          </a:xfrm>
          <a:prstGeom prst="ellipse">
            <a:avLst/>
          </a:prstGeom>
          <a:solidFill>
            <a:srgbClr val="566AB4">
              <a:alpha val="40000"/>
            </a:srgbClr>
          </a:solidFill>
          <a:ln w="0">
            <a:noFill/>
            <a:prstDash val="solid"/>
          </a:ln>
        </p:spPr>
      </p:sp>
      <p:sp>
        <p:nvSpPr>
          <p:cNvPr id="1054" name="a_full_bar_ellipse_1053">
            <a:extLst>
              <a:ext uri="{FF2B5EF4-FFF2-40B4-BE49-F238E27FC236}">
                <a16:creationId xmlns:a16="http://schemas.microsoft.com/office/drawing/2014/main" id="{0D72CC49-7576-408E-B0E8-FDB178F9F3B6}"/>
              </a:ext>
            </a:extLst>
          </p:cNvPr>
          <p:cNvSpPr>
            <a:spLocks noGrp="1"/>
          </p:cNvSpPr>
          <p:nvPr/>
        </p:nvSpPr>
        <p:spPr>
          <a:xfrm>
            <a:off x="4576020" y="2025341"/>
            <a:ext cx="45341" cy="45341"/>
          </a:xfrm>
          <a:prstGeom prst="ellipse">
            <a:avLst/>
          </a:prstGeom>
          <a:solidFill>
            <a:srgbClr val="566AB4">
              <a:alpha val="40000"/>
            </a:srgbClr>
          </a:solidFill>
          <a:ln w="0">
            <a:noFill/>
            <a:prstDash val="solid"/>
          </a:ln>
        </p:spPr>
      </p:sp>
      <p:sp>
        <p:nvSpPr>
          <p:cNvPr id="1055" name="a_full_bar_ellipse_1054">
            <a:extLst>
              <a:ext uri="{FF2B5EF4-FFF2-40B4-BE49-F238E27FC236}">
                <a16:creationId xmlns:a16="http://schemas.microsoft.com/office/drawing/2014/main" id="{75E5A9C3-EB2A-4F9E-8614-49199A0F1183}"/>
              </a:ext>
            </a:extLst>
          </p:cNvPr>
          <p:cNvSpPr>
            <a:spLocks noGrp="1"/>
          </p:cNvSpPr>
          <p:nvPr/>
        </p:nvSpPr>
        <p:spPr>
          <a:xfrm>
            <a:off x="4514515" y="3241362"/>
            <a:ext cx="45341" cy="45341"/>
          </a:xfrm>
          <a:prstGeom prst="ellipse">
            <a:avLst/>
          </a:prstGeom>
          <a:solidFill>
            <a:srgbClr val="566AB4">
              <a:alpha val="40000"/>
            </a:srgbClr>
          </a:solidFill>
          <a:ln w="0">
            <a:noFill/>
            <a:prstDash val="solid"/>
          </a:ln>
        </p:spPr>
      </p:sp>
      <p:sp>
        <p:nvSpPr>
          <p:cNvPr id="1056" name="a_full_bar_ellipse_1055">
            <a:extLst>
              <a:ext uri="{FF2B5EF4-FFF2-40B4-BE49-F238E27FC236}">
                <a16:creationId xmlns:a16="http://schemas.microsoft.com/office/drawing/2014/main" id="{7FE65E8E-E758-4C46-9FD5-094EB10C382C}"/>
              </a:ext>
            </a:extLst>
          </p:cNvPr>
          <p:cNvSpPr>
            <a:spLocks noGrp="1"/>
          </p:cNvSpPr>
          <p:nvPr/>
        </p:nvSpPr>
        <p:spPr>
          <a:xfrm>
            <a:off x="4619560" y="4442906"/>
            <a:ext cx="45341" cy="45341"/>
          </a:xfrm>
          <a:prstGeom prst="ellipse">
            <a:avLst/>
          </a:prstGeom>
          <a:solidFill>
            <a:srgbClr val="566AB4">
              <a:alpha val="40000"/>
            </a:srgbClr>
          </a:solidFill>
          <a:ln w="0">
            <a:noFill/>
            <a:prstDash val="solid"/>
          </a:ln>
        </p:spPr>
      </p:sp>
      <p:sp>
        <p:nvSpPr>
          <p:cNvPr id="1057" name="a_full_bar_ellipse_1056">
            <a:extLst>
              <a:ext uri="{FF2B5EF4-FFF2-40B4-BE49-F238E27FC236}">
                <a16:creationId xmlns:a16="http://schemas.microsoft.com/office/drawing/2014/main" id="{7AC0A6A8-6312-45C2-926F-15BB90A1121F}"/>
              </a:ext>
            </a:extLst>
          </p:cNvPr>
          <p:cNvSpPr>
            <a:spLocks noGrp="1"/>
          </p:cNvSpPr>
          <p:nvPr/>
        </p:nvSpPr>
        <p:spPr>
          <a:xfrm>
            <a:off x="4483985" y="4052042"/>
            <a:ext cx="45341" cy="45341"/>
          </a:xfrm>
          <a:prstGeom prst="ellipse">
            <a:avLst/>
          </a:prstGeom>
          <a:solidFill>
            <a:srgbClr val="566AB4">
              <a:alpha val="40000"/>
            </a:srgbClr>
          </a:solidFill>
          <a:ln w="0">
            <a:noFill/>
            <a:prstDash val="solid"/>
          </a:ln>
        </p:spPr>
      </p:sp>
      <p:sp>
        <p:nvSpPr>
          <p:cNvPr id="1058" name="a_full_bar_ellipse_1057">
            <a:extLst>
              <a:ext uri="{FF2B5EF4-FFF2-40B4-BE49-F238E27FC236}">
                <a16:creationId xmlns:a16="http://schemas.microsoft.com/office/drawing/2014/main" id="{520EA0EF-3E7D-4E68-923F-E55F02D129E1}"/>
              </a:ext>
            </a:extLst>
          </p:cNvPr>
          <p:cNvSpPr>
            <a:spLocks noGrp="1"/>
          </p:cNvSpPr>
          <p:nvPr/>
        </p:nvSpPr>
        <p:spPr>
          <a:xfrm>
            <a:off x="4669843" y="2025341"/>
            <a:ext cx="45341" cy="45341"/>
          </a:xfrm>
          <a:prstGeom prst="ellipse">
            <a:avLst/>
          </a:prstGeom>
          <a:solidFill>
            <a:srgbClr val="566AB4">
              <a:alpha val="40000"/>
            </a:srgbClr>
          </a:solidFill>
          <a:ln w="0">
            <a:noFill/>
            <a:prstDash val="solid"/>
          </a:ln>
        </p:spPr>
      </p:sp>
      <p:sp>
        <p:nvSpPr>
          <p:cNvPr id="1059" name="a_full_bar_ellipse_1058">
            <a:extLst>
              <a:ext uri="{FF2B5EF4-FFF2-40B4-BE49-F238E27FC236}">
                <a16:creationId xmlns:a16="http://schemas.microsoft.com/office/drawing/2014/main" id="{DB0C0EC6-63B8-4895-8EF2-95CF9A411083}"/>
              </a:ext>
            </a:extLst>
          </p:cNvPr>
          <p:cNvSpPr>
            <a:spLocks noGrp="1"/>
          </p:cNvSpPr>
          <p:nvPr/>
        </p:nvSpPr>
        <p:spPr>
          <a:xfrm>
            <a:off x="4606925" y="3241362"/>
            <a:ext cx="45341" cy="45341"/>
          </a:xfrm>
          <a:prstGeom prst="ellipse">
            <a:avLst/>
          </a:prstGeom>
          <a:solidFill>
            <a:srgbClr val="566AB4">
              <a:alpha val="40000"/>
            </a:srgbClr>
          </a:solidFill>
          <a:ln w="0">
            <a:noFill/>
            <a:prstDash val="solid"/>
          </a:ln>
        </p:spPr>
      </p:sp>
      <p:sp>
        <p:nvSpPr>
          <p:cNvPr id="1060" name="a_full_bar_ellipse_1059">
            <a:extLst>
              <a:ext uri="{FF2B5EF4-FFF2-40B4-BE49-F238E27FC236}">
                <a16:creationId xmlns:a16="http://schemas.microsoft.com/office/drawing/2014/main" id="{3B6E0C7D-D525-4DB2-A29C-8DB55D3F68EB}"/>
              </a:ext>
            </a:extLst>
          </p:cNvPr>
          <p:cNvSpPr>
            <a:spLocks noGrp="1"/>
          </p:cNvSpPr>
          <p:nvPr/>
        </p:nvSpPr>
        <p:spPr>
          <a:xfrm>
            <a:off x="4603444" y="4084899"/>
            <a:ext cx="45341" cy="45341"/>
          </a:xfrm>
          <a:prstGeom prst="ellipse">
            <a:avLst/>
          </a:prstGeom>
          <a:solidFill>
            <a:srgbClr val="566AB4">
              <a:alpha val="40000"/>
            </a:srgbClr>
          </a:solidFill>
          <a:ln w="0">
            <a:noFill/>
            <a:prstDash val="solid"/>
          </a:ln>
        </p:spPr>
      </p:sp>
      <p:sp>
        <p:nvSpPr>
          <p:cNvPr id="1061" name="a_full_bar_ellipse_1060">
            <a:extLst>
              <a:ext uri="{FF2B5EF4-FFF2-40B4-BE49-F238E27FC236}">
                <a16:creationId xmlns:a16="http://schemas.microsoft.com/office/drawing/2014/main" id="{1D578A27-A530-41CE-A1C3-BA339C728FA8}"/>
              </a:ext>
            </a:extLst>
          </p:cNvPr>
          <p:cNvSpPr>
            <a:spLocks noGrp="1"/>
          </p:cNvSpPr>
          <p:nvPr/>
        </p:nvSpPr>
        <p:spPr>
          <a:xfrm>
            <a:off x="4640911" y="2025341"/>
            <a:ext cx="45341" cy="45341"/>
          </a:xfrm>
          <a:prstGeom prst="ellipse">
            <a:avLst/>
          </a:prstGeom>
          <a:solidFill>
            <a:srgbClr val="566AB4">
              <a:alpha val="40000"/>
            </a:srgbClr>
          </a:solidFill>
          <a:ln w="0">
            <a:noFill/>
            <a:prstDash val="solid"/>
          </a:ln>
        </p:spPr>
      </p:sp>
      <p:sp>
        <p:nvSpPr>
          <p:cNvPr id="1062" name="a_full_bar_ellipse_1061">
            <a:extLst>
              <a:ext uri="{FF2B5EF4-FFF2-40B4-BE49-F238E27FC236}">
                <a16:creationId xmlns:a16="http://schemas.microsoft.com/office/drawing/2014/main" id="{5D4FEDAB-EAE3-41A5-83E0-60D4A211C79A}"/>
              </a:ext>
            </a:extLst>
          </p:cNvPr>
          <p:cNvSpPr>
            <a:spLocks noGrp="1"/>
          </p:cNvSpPr>
          <p:nvPr/>
        </p:nvSpPr>
        <p:spPr>
          <a:xfrm>
            <a:off x="4573551" y="3356208"/>
            <a:ext cx="45341" cy="45341"/>
          </a:xfrm>
          <a:prstGeom prst="ellipse">
            <a:avLst/>
          </a:prstGeom>
          <a:solidFill>
            <a:srgbClr val="566AB4">
              <a:alpha val="40000"/>
            </a:srgbClr>
          </a:solidFill>
          <a:ln w="0">
            <a:noFill/>
            <a:prstDash val="solid"/>
          </a:ln>
        </p:spPr>
      </p:sp>
      <p:sp>
        <p:nvSpPr>
          <p:cNvPr id="1063" name="a_full_bar_ellipse_1062">
            <a:extLst>
              <a:ext uri="{FF2B5EF4-FFF2-40B4-BE49-F238E27FC236}">
                <a16:creationId xmlns:a16="http://schemas.microsoft.com/office/drawing/2014/main" id="{8FEA441B-2DB8-4943-BD8E-62DB9451DF36}"/>
              </a:ext>
            </a:extLst>
          </p:cNvPr>
          <p:cNvSpPr>
            <a:spLocks noGrp="1"/>
          </p:cNvSpPr>
          <p:nvPr/>
        </p:nvSpPr>
        <p:spPr>
          <a:xfrm>
            <a:off x="4551829" y="2836021"/>
            <a:ext cx="45341" cy="45341"/>
          </a:xfrm>
          <a:prstGeom prst="ellipse">
            <a:avLst/>
          </a:prstGeom>
          <a:solidFill>
            <a:srgbClr val="566AB4">
              <a:alpha val="40000"/>
            </a:srgbClr>
          </a:solidFill>
          <a:ln w="0">
            <a:noFill/>
            <a:prstDash val="solid"/>
          </a:ln>
        </p:spPr>
      </p:sp>
      <p:sp>
        <p:nvSpPr>
          <p:cNvPr id="1064" name="a_full_bar_ellipse_1063">
            <a:extLst>
              <a:ext uri="{FF2B5EF4-FFF2-40B4-BE49-F238E27FC236}">
                <a16:creationId xmlns:a16="http://schemas.microsoft.com/office/drawing/2014/main" id="{39995286-4259-448C-B1AA-E6394CC51075}"/>
              </a:ext>
            </a:extLst>
          </p:cNvPr>
          <p:cNvSpPr>
            <a:spLocks noGrp="1"/>
          </p:cNvSpPr>
          <p:nvPr/>
        </p:nvSpPr>
        <p:spPr>
          <a:xfrm>
            <a:off x="4578016" y="4457382"/>
            <a:ext cx="45341" cy="45341"/>
          </a:xfrm>
          <a:prstGeom prst="ellipse">
            <a:avLst/>
          </a:prstGeom>
          <a:solidFill>
            <a:srgbClr val="566AB4">
              <a:alpha val="40000"/>
            </a:srgbClr>
          </a:solidFill>
          <a:ln w="0">
            <a:noFill/>
            <a:prstDash val="solid"/>
          </a:ln>
        </p:spPr>
      </p:sp>
      <p:sp>
        <p:nvSpPr>
          <p:cNvPr id="1065" name="a_full_bar_ellipse_1064">
            <a:extLst>
              <a:ext uri="{FF2B5EF4-FFF2-40B4-BE49-F238E27FC236}">
                <a16:creationId xmlns:a16="http://schemas.microsoft.com/office/drawing/2014/main" id="{2CB086E0-1D5A-4C41-84F3-8FE6985D4422}"/>
              </a:ext>
            </a:extLst>
          </p:cNvPr>
          <p:cNvSpPr>
            <a:spLocks noGrp="1"/>
          </p:cNvSpPr>
          <p:nvPr/>
        </p:nvSpPr>
        <p:spPr>
          <a:xfrm>
            <a:off x="4527419" y="3444032"/>
            <a:ext cx="45341" cy="45341"/>
          </a:xfrm>
          <a:prstGeom prst="ellipse">
            <a:avLst/>
          </a:prstGeom>
          <a:solidFill>
            <a:srgbClr val="566AB4">
              <a:alpha val="40000"/>
            </a:srgbClr>
          </a:solidFill>
          <a:ln w="0">
            <a:noFill/>
            <a:prstDash val="solid"/>
          </a:ln>
        </p:spPr>
      </p:sp>
      <p:sp>
        <p:nvSpPr>
          <p:cNvPr id="1066" name="a_full_bar_ellipse_1065">
            <a:extLst>
              <a:ext uri="{FF2B5EF4-FFF2-40B4-BE49-F238E27FC236}">
                <a16:creationId xmlns:a16="http://schemas.microsoft.com/office/drawing/2014/main" id="{9711E251-A70D-4488-85F5-7B5CAA58BF28}"/>
              </a:ext>
            </a:extLst>
          </p:cNvPr>
          <p:cNvSpPr>
            <a:spLocks noGrp="1"/>
          </p:cNvSpPr>
          <p:nvPr/>
        </p:nvSpPr>
        <p:spPr>
          <a:xfrm>
            <a:off x="4637822" y="2836021"/>
            <a:ext cx="45341" cy="45341"/>
          </a:xfrm>
          <a:prstGeom prst="ellipse">
            <a:avLst/>
          </a:prstGeom>
          <a:solidFill>
            <a:srgbClr val="566AB4">
              <a:alpha val="40000"/>
            </a:srgbClr>
          </a:solidFill>
          <a:ln w="0">
            <a:noFill/>
            <a:prstDash val="solid"/>
          </a:ln>
        </p:spPr>
      </p:sp>
      <p:sp>
        <p:nvSpPr>
          <p:cNvPr id="1067" name="a_full_bar_ellipse_1066">
            <a:extLst>
              <a:ext uri="{FF2B5EF4-FFF2-40B4-BE49-F238E27FC236}">
                <a16:creationId xmlns:a16="http://schemas.microsoft.com/office/drawing/2014/main" id="{A5A71E56-27A4-41EE-8FDD-A87E3758D5E3}"/>
              </a:ext>
            </a:extLst>
          </p:cNvPr>
          <p:cNvSpPr>
            <a:spLocks noGrp="1"/>
          </p:cNvSpPr>
          <p:nvPr/>
        </p:nvSpPr>
        <p:spPr>
          <a:xfrm>
            <a:off x="4625506" y="4457382"/>
            <a:ext cx="45341" cy="45341"/>
          </a:xfrm>
          <a:prstGeom prst="ellipse">
            <a:avLst/>
          </a:prstGeom>
          <a:solidFill>
            <a:srgbClr val="566AB4">
              <a:alpha val="40000"/>
            </a:srgbClr>
          </a:solidFill>
          <a:ln w="0">
            <a:noFill/>
            <a:prstDash val="solid"/>
          </a:ln>
        </p:spPr>
      </p:sp>
      <p:sp>
        <p:nvSpPr>
          <p:cNvPr id="1068" name="a_full_bar_ellipse_1067">
            <a:extLst>
              <a:ext uri="{FF2B5EF4-FFF2-40B4-BE49-F238E27FC236}">
                <a16:creationId xmlns:a16="http://schemas.microsoft.com/office/drawing/2014/main" id="{6CD9A13B-3D59-440E-860A-893E27E7713D}"/>
              </a:ext>
            </a:extLst>
          </p:cNvPr>
          <p:cNvSpPr>
            <a:spLocks noGrp="1"/>
          </p:cNvSpPr>
          <p:nvPr/>
        </p:nvSpPr>
        <p:spPr>
          <a:xfrm>
            <a:off x="4505247" y="4282861"/>
            <a:ext cx="45341" cy="45341"/>
          </a:xfrm>
          <a:prstGeom prst="ellipse">
            <a:avLst/>
          </a:prstGeom>
          <a:solidFill>
            <a:srgbClr val="566AB4">
              <a:alpha val="40000"/>
            </a:srgbClr>
          </a:solidFill>
          <a:ln w="0">
            <a:noFill/>
            <a:prstDash val="solid"/>
          </a:ln>
        </p:spPr>
      </p:sp>
      <p:sp>
        <p:nvSpPr>
          <p:cNvPr id="1069" name="a_full_bar_ellipse_1068">
            <a:extLst>
              <a:ext uri="{FF2B5EF4-FFF2-40B4-BE49-F238E27FC236}">
                <a16:creationId xmlns:a16="http://schemas.microsoft.com/office/drawing/2014/main" id="{F75A8FCD-63ED-4400-996C-581E81135B85}"/>
              </a:ext>
            </a:extLst>
          </p:cNvPr>
          <p:cNvSpPr>
            <a:spLocks noGrp="1"/>
          </p:cNvSpPr>
          <p:nvPr/>
        </p:nvSpPr>
        <p:spPr>
          <a:xfrm>
            <a:off x="4668110" y="4457382"/>
            <a:ext cx="45341" cy="45341"/>
          </a:xfrm>
          <a:prstGeom prst="ellipse">
            <a:avLst/>
          </a:prstGeom>
          <a:solidFill>
            <a:srgbClr val="566AB4">
              <a:alpha val="40000"/>
            </a:srgbClr>
          </a:solidFill>
          <a:ln w="0">
            <a:noFill/>
            <a:prstDash val="solid"/>
          </a:ln>
        </p:spPr>
      </p:sp>
      <p:sp>
        <p:nvSpPr>
          <p:cNvPr id="1070" name="a_full_bar_ellipse_1069">
            <a:extLst>
              <a:ext uri="{FF2B5EF4-FFF2-40B4-BE49-F238E27FC236}">
                <a16:creationId xmlns:a16="http://schemas.microsoft.com/office/drawing/2014/main" id="{3B91DC85-C767-4F2B-9FED-B6CFCF83F629}"/>
              </a:ext>
            </a:extLst>
          </p:cNvPr>
          <p:cNvSpPr>
            <a:spLocks noGrp="1"/>
          </p:cNvSpPr>
          <p:nvPr/>
        </p:nvSpPr>
        <p:spPr>
          <a:xfrm>
            <a:off x="4567162" y="3894973"/>
            <a:ext cx="45341" cy="45341"/>
          </a:xfrm>
          <a:prstGeom prst="ellipse">
            <a:avLst/>
          </a:prstGeom>
          <a:solidFill>
            <a:srgbClr val="566AB4">
              <a:alpha val="40000"/>
            </a:srgbClr>
          </a:solidFill>
          <a:ln w="0">
            <a:noFill/>
            <a:prstDash val="solid"/>
          </a:ln>
        </p:spPr>
      </p:sp>
      <p:sp>
        <p:nvSpPr>
          <p:cNvPr id="1071" name="a_full_bar_ellipse_1070">
            <a:extLst>
              <a:ext uri="{FF2B5EF4-FFF2-40B4-BE49-F238E27FC236}">
                <a16:creationId xmlns:a16="http://schemas.microsoft.com/office/drawing/2014/main" id="{FB18B9BA-C110-45DC-B3D4-A46EE3496DDC}"/>
              </a:ext>
            </a:extLst>
          </p:cNvPr>
          <p:cNvSpPr>
            <a:spLocks noGrp="1"/>
          </p:cNvSpPr>
          <p:nvPr/>
        </p:nvSpPr>
        <p:spPr>
          <a:xfrm>
            <a:off x="4536068" y="4414146"/>
            <a:ext cx="45341" cy="45341"/>
          </a:xfrm>
          <a:prstGeom prst="ellipse">
            <a:avLst/>
          </a:prstGeom>
          <a:solidFill>
            <a:srgbClr val="566AB4">
              <a:alpha val="40000"/>
            </a:srgbClr>
          </a:solidFill>
          <a:ln w="0">
            <a:noFill/>
            <a:prstDash val="solid"/>
          </a:ln>
        </p:spPr>
      </p:sp>
      <p:sp>
        <p:nvSpPr>
          <p:cNvPr id="1072" name="a_full_bar_ellipse_1071">
            <a:extLst>
              <a:ext uri="{FF2B5EF4-FFF2-40B4-BE49-F238E27FC236}">
                <a16:creationId xmlns:a16="http://schemas.microsoft.com/office/drawing/2014/main" id="{6C2A41C8-1E1C-449E-A461-AFC2E6EA6F25}"/>
              </a:ext>
            </a:extLst>
          </p:cNvPr>
          <p:cNvSpPr>
            <a:spLocks noGrp="1"/>
          </p:cNvSpPr>
          <p:nvPr/>
        </p:nvSpPr>
        <p:spPr>
          <a:xfrm>
            <a:off x="4545204" y="3089934"/>
            <a:ext cx="45341" cy="45341"/>
          </a:xfrm>
          <a:prstGeom prst="ellipse">
            <a:avLst/>
          </a:prstGeom>
          <a:solidFill>
            <a:srgbClr val="566AB4">
              <a:alpha val="40000"/>
            </a:srgbClr>
          </a:solidFill>
          <a:ln w="0">
            <a:noFill/>
            <a:prstDash val="solid"/>
          </a:ln>
        </p:spPr>
      </p:sp>
      <p:sp>
        <p:nvSpPr>
          <p:cNvPr id="1073" name="a_full_bar_ellipse_1072">
            <a:extLst>
              <a:ext uri="{FF2B5EF4-FFF2-40B4-BE49-F238E27FC236}">
                <a16:creationId xmlns:a16="http://schemas.microsoft.com/office/drawing/2014/main" id="{26219B57-8A1F-407C-9A53-F58C1133AB94}"/>
              </a:ext>
            </a:extLst>
          </p:cNvPr>
          <p:cNvSpPr>
            <a:spLocks noGrp="1"/>
          </p:cNvSpPr>
          <p:nvPr/>
        </p:nvSpPr>
        <p:spPr>
          <a:xfrm>
            <a:off x="4656616" y="4457382"/>
            <a:ext cx="45341" cy="45341"/>
          </a:xfrm>
          <a:prstGeom prst="ellipse">
            <a:avLst/>
          </a:prstGeom>
          <a:solidFill>
            <a:srgbClr val="566AB4">
              <a:alpha val="40000"/>
            </a:srgbClr>
          </a:solidFill>
          <a:ln w="0">
            <a:noFill/>
            <a:prstDash val="solid"/>
          </a:ln>
        </p:spPr>
      </p:sp>
      <p:sp>
        <p:nvSpPr>
          <p:cNvPr id="1074" name="a_full_bar_ellipse_1073">
            <a:extLst>
              <a:ext uri="{FF2B5EF4-FFF2-40B4-BE49-F238E27FC236}">
                <a16:creationId xmlns:a16="http://schemas.microsoft.com/office/drawing/2014/main" id="{6FF3CF79-0764-441B-8E40-B1DFCFDDB682}"/>
              </a:ext>
            </a:extLst>
          </p:cNvPr>
          <p:cNvSpPr>
            <a:spLocks noGrp="1"/>
          </p:cNvSpPr>
          <p:nvPr/>
        </p:nvSpPr>
        <p:spPr>
          <a:xfrm>
            <a:off x="4594145" y="2959978"/>
            <a:ext cx="45341" cy="45341"/>
          </a:xfrm>
          <a:prstGeom prst="ellipse">
            <a:avLst/>
          </a:prstGeom>
          <a:solidFill>
            <a:srgbClr val="566AB4">
              <a:alpha val="40000"/>
            </a:srgbClr>
          </a:solidFill>
          <a:ln w="0">
            <a:noFill/>
            <a:prstDash val="solid"/>
          </a:ln>
        </p:spPr>
      </p:sp>
      <p:sp>
        <p:nvSpPr>
          <p:cNvPr id="1075" name="a_full_bar_ellipse_1074">
            <a:extLst>
              <a:ext uri="{FF2B5EF4-FFF2-40B4-BE49-F238E27FC236}">
                <a16:creationId xmlns:a16="http://schemas.microsoft.com/office/drawing/2014/main" id="{9B30C22E-C346-489B-A811-4E53E9B03978}"/>
              </a:ext>
            </a:extLst>
          </p:cNvPr>
          <p:cNvSpPr>
            <a:spLocks noGrp="1"/>
          </p:cNvSpPr>
          <p:nvPr/>
        </p:nvSpPr>
        <p:spPr>
          <a:xfrm>
            <a:off x="4508295" y="2025341"/>
            <a:ext cx="45341" cy="45341"/>
          </a:xfrm>
          <a:prstGeom prst="ellipse">
            <a:avLst/>
          </a:prstGeom>
          <a:solidFill>
            <a:srgbClr val="566AB4">
              <a:alpha val="40000"/>
            </a:srgbClr>
          </a:solidFill>
          <a:ln w="0">
            <a:noFill/>
            <a:prstDash val="solid"/>
          </a:ln>
        </p:spPr>
      </p:sp>
      <p:sp>
        <p:nvSpPr>
          <p:cNvPr id="1076" name="a_full_bar_ellipse_1075">
            <a:extLst>
              <a:ext uri="{FF2B5EF4-FFF2-40B4-BE49-F238E27FC236}">
                <a16:creationId xmlns:a16="http://schemas.microsoft.com/office/drawing/2014/main" id="{A4110592-096A-45B9-8C01-5ADA33D85665}"/>
              </a:ext>
            </a:extLst>
          </p:cNvPr>
          <p:cNvSpPr>
            <a:spLocks noGrp="1"/>
          </p:cNvSpPr>
          <p:nvPr/>
        </p:nvSpPr>
        <p:spPr>
          <a:xfrm>
            <a:off x="4485624" y="2836021"/>
            <a:ext cx="45341" cy="45341"/>
          </a:xfrm>
          <a:prstGeom prst="ellipse">
            <a:avLst/>
          </a:prstGeom>
          <a:solidFill>
            <a:srgbClr val="566AB4">
              <a:alpha val="40000"/>
            </a:srgbClr>
          </a:solidFill>
          <a:ln w="0">
            <a:noFill/>
            <a:prstDash val="solid"/>
          </a:ln>
        </p:spPr>
      </p:sp>
      <p:sp>
        <p:nvSpPr>
          <p:cNvPr id="1077" name="a_full_bar_ellipse_1076">
            <a:extLst>
              <a:ext uri="{FF2B5EF4-FFF2-40B4-BE49-F238E27FC236}">
                <a16:creationId xmlns:a16="http://schemas.microsoft.com/office/drawing/2014/main" id="{A34056D0-AB6F-408C-859B-54C8C306E6D4}"/>
              </a:ext>
            </a:extLst>
          </p:cNvPr>
          <p:cNvSpPr>
            <a:spLocks noGrp="1"/>
          </p:cNvSpPr>
          <p:nvPr/>
        </p:nvSpPr>
        <p:spPr>
          <a:xfrm>
            <a:off x="4684611" y="2025341"/>
            <a:ext cx="45341" cy="45341"/>
          </a:xfrm>
          <a:prstGeom prst="ellipse">
            <a:avLst/>
          </a:prstGeom>
          <a:solidFill>
            <a:srgbClr val="566AB4">
              <a:alpha val="40000"/>
            </a:srgbClr>
          </a:solidFill>
          <a:ln w="0">
            <a:noFill/>
            <a:prstDash val="solid"/>
          </a:ln>
        </p:spPr>
      </p:sp>
      <p:sp>
        <p:nvSpPr>
          <p:cNvPr id="1078" name="a_full_bar_ellipse_1077">
            <a:extLst>
              <a:ext uri="{FF2B5EF4-FFF2-40B4-BE49-F238E27FC236}">
                <a16:creationId xmlns:a16="http://schemas.microsoft.com/office/drawing/2014/main" id="{673A8B50-3CD7-49B7-A930-C1F203AA206F}"/>
              </a:ext>
            </a:extLst>
          </p:cNvPr>
          <p:cNvSpPr>
            <a:spLocks noGrp="1"/>
          </p:cNvSpPr>
          <p:nvPr/>
        </p:nvSpPr>
        <p:spPr>
          <a:xfrm>
            <a:off x="4665185" y="3849372"/>
            <a:ext cx="45341" cy="45341"/>
          </a:xfrm>
          <a:prstGeom prst="ellipse">
            <a:avLst/>
          </a:prstGeom>
          <a:solidFill>
            <a:srgbClr val="566AB4">
              <a:alpha val="40000"/>
            </a:srgbClr>
          </a:solidFill>
          <a:ln w="0">
            <a:noFill/>
            <a:prstDash val="solid"/>
          </a:ln>
        </p:spPr>
      </p:sp>
      <p:sp>
        <p:nvSpPr>
          <p:cNvPr id="1079" name="a_full_bar_ellipse_1078">
            <a:extLst>
              <a:ext uri="{FF2B5EF4-FFF2-40B4-BE49-F238E27FC236}">
                <a16:creationId xmlns:a16="http://schemas.microsoft.com/office/drawing/2014/main" id="{B2898ADB-B787-463B-9CBA-5169A5849A35}"/>
              </a:ext>
            </a:extLst>
          </p:cNvPr>
          <p:cNvSpPr>
            <a:spLocks noGrp="1"/>
          </p:cNvSpPr>
          <p:nvPr/>
        </p:nvSpPr>
        <p:spPr>
          <a:xfrm>
            <a:off x="4558320" y="3673483"/>
            <a:ext cx="45341" cy="45341"/>
          </a:xfrm>
          <a:prstGeom prst="ellipse">
            <a:avLst/>
          </a:prstGeom>
          <a:solidFill>
            <a:srgbClr val="566AB4">
              <a:alpha val="40000"/>
            </a:srgbClr>
          </a:solidFill>
          <a:ln w="0">
            <a:noFill/>
            <a:prstDash val="solid"/>
          </a:ln>
        </p:spPr>
      </p:sp>
      <p:sp>
        <p:nvSpPr>
          <p:cNvPr id="1080" name="a_full_bar_ellipse_1079">
            <a:extLst>
              <a:ext uri="{FF2B5EF4-FFF2-40B4-BE49-F238E27FC236}">
                <a16:creationId xmlns:a16="http://schemas.microsoft.com/office/drawing/2014/main" id="{FD80BAF7-E86E-466D-9EF8-5480F6781D03}"/>
              </a:ext>
            </a:extLst>
          </p:cNvPr>
          <p:cNvSpPr>
            <a:spLocks noGrp="1"/>
          </p:cNvSpPr>
          <p:nvPr/>
        </p:nvSpPr>
        <p:spPr>
          <a:xfrm>
            <a:off x="4633619" y="4457382"/>
            <a:ext cx="45341" cy="45341"/>
          </a:xfrm>
          <a:prstGeom prst="ellipse">
            <a:avLst/>
          </a:prstGeom>
          <a:solidFill>
            <a:srgbClr val="566AB4">
              <a:alpha val="40000"/>
            </a:srgbClr>
          </a:solidFill>
          <a:ln w="0">
            <a:noFill/>
            <a:prstDash val="solid"/>
          </a:ln>
        </p:spPr>
      </p:sp>
      <p:sp>
        <p:nvSpPr>
          <p:cNvPr id="1081" name="a_full_bar_ellipse_1080">
            <a:extLst>
              <a:ext uri="{FF2B5EF4-FFF2-40B4-BE49-F238E27FC236}">
                <a16:creationId xmlns:a16="http://schemas.microsoft.com/office/drawing/2014/main" id="{72268A3D-AB6A-4D1D-9820-3184D55C589E}"/>
              </a:ext>
            </a:extLst>
          </p:cNvPr>
          <p:cNvSpPr>
            <a:spLocks noGrp="1"/>
          </p:cNvSpPr>
          <p:nvPr/>
        </p:nvSpPr>
        <p:spPr>
          <a:xfrm>
            <a:off x="4631876" y="2810687"/>
            <a:ext cx="45341" cy="45341"/>
          </a:xfrm>
          <a:prstGeom prst="ellipse">
            <a:avLst/>
          </a:prstGeom>
          <a:solidFill>
            <a:srgbClr val="566AB4">
              <a:alpha val="40000"/>
            </a:srgbClr>
          </a:solidFill>
          <a:ln w="0">
            <a:noFill/>
            <a:prstDash val="solid"/>
          </a:ln>
        </p:spPr>
      </p:sp>
      <p:sp>
        <p:nvSpPr>
          <p:cNvPr id="1082" name="a_full_bar_ellipse_1081">
            <a:extLst>
              <a:ext uri="{FF2B5EF4-FFF2-40B4-BE49-F238E27FC236}">
                <a16:creationId xmlns:a16="http://schemas.microsoft.com/office/drawing/2014/main" id="{6961DBD3-F3F6-4F2A-8986-271415D4E550}"/>
              </a:ext>
            </a:extLst>
          </p:cNvPr>
          <p:cNvSpPr>
            <a:spLocks noGrp="1"/>
          </p:cNvSpPr>
          <p:nvPr/>
        </p:nvSpPr>
        <p:spPr>
          <a:xfrm>
            <a:off x="4690385" y="3444032"/>
            <a:ext cx="45341" cy="45341"/>
          </a:xfrm>
          <a:prstGeom prst="ellipse">
            <a:avLst/>
          </a:prstGeom>
          <a:solidFill>
            <a:srgbClr val="566AB4">
              <a:alpha val="40000"/>
            </a:srgbClr>
          </a:solidFill>
          <a:ln w="0">
            <a:noFill/>
            <a:prstDash val="solid"/>
          </a:ln>
        </p:spPr>
      </p:sp>
      <p:sp>
        <p:nvSpPr>
          <p:cNvPr id="1083" name="a_full_bar_ellipse_1082">
            <a:extLst>
              <a:ext uri="{FF2B5EF4-FFF2-40B4-BE49-F238E27FC236}">
                <a16:creationId xmlns:a16="http://schemas.microsoft.com/office/drawing/2014/main" id="{7C6B6326-108A-4851-9B60-2485F46E0BC5}"/>
              </a:ext>
            </a:extLst>
          </p:cNvPr>
          <p:cNvSpPr>
            <a:spLocks noGrp="1"/>
          </p:cNvSpPr>
          <p:nvPr/>
        </p:nvSpPr>
        <p:spPr>
          <a:xfrm>
            <a:off x="4482588" y="4153377"/>
            <a:ext cx="45341" cy="45341"/>
          </a:xfrm>
          <a:prstGeom prst="ellipse">
            <a:avLst/>
          </a:prstGeom>
          <a:solidFill>
            <a:srgbClr val="566AB4">
              <a:alpha val="40000"/>
            </a:srgbClr>
          </a:solidFill>
          <a:ln w="0">
            <a:noFill/>
            <a:prstDash val="solid"/>
          </a:ln>
        </p:spPr>
      </p:sp>
      <p:sp>
        <p:nvSpPr>
          <p:cNvPr id="1084" name="a_full_bar_ellipse_1083">
            <a:extLst>
              <a:ext uri="{FF2B5EF4-FFF2-40B4-BE49-F238E27FC236}">
                <a16:creationId xmlns:a16="http://schemas.microsoft.com/office/drawing/2014/main" id="{7B264925-39ED-4E91-87DA-6CACE91DF446}"/>
              </a:ext>
            </a:extLst>
          </p:cNvPr>
          <p:cNvSpPr>
            <a:spLocks noGrp="1"/>
          </p:cNvSpPr>
          <p:nvPr/>
        </p:nvSpPr>
        <p:spPr>
          <a:xfrm>
            <a:off x="4548642" y="4052042"/>
            <a:ext cx="45341" cy="45341"/>
          </a:xfrm>
          <a:prstGeom prst="ellipse">
            <a:avLst/>
          </a:prstGeom>
          <a:solidFill>
            <a:srgbClr val="566AB4">
              <a:alpha val="40000"/>
            </a:srgbClr>
          </a:solidFill>
          <a:ln w="0">
            <a:noFill/>
            <a:prstDash val="solid"/>
          </a:ln>
        </p:spPr>
      </p:sp>
      <p:sp>
        <p:nvSpPr>
          <p:cNvPr id="1085" name="a_full_bar_ellipse_1084">
            <a:extLst>
              <a:ext uri="{FF2B5EF4-FFF2-40B4-BE49-F238E27FC236}">
                <a16:creationId xmlns:a16="http://schemas.microsoft.com/office/drawing/2014/main" id="{B6BE4400-8B51-48B3-A916-17F84058A470}"/>
              </a:ext>
            </a:extLst>
          </p:cNvPr>
          <p:cNvSpPr>
            <a:spLocks noGrp="1"/>
          </p:cNvSpPr>
          <p:nvPr/>
        </p:nvSpPr>
        <p:spPr>
          <a:xfrm>
            <a:off x="4516864" y="3889906"/>
            <a:ext cx="45341" cy="45341"/>
          </a:xfrm>
          <a:prstGeom prst="ellipse">
            <a:avLst/>
          </a:prstGeom>
          <a:solidFill>
            <a:srgbClr val="566AB4">
              <a:alpha val="40000"/>
            </a:srgbClr>
          </a:solidFill>
          <a:ln w="0">
            <a:noFill/>
            <a:prstDash val="solid"/>
          </a:ln>
        </p:spPr>
      </p:sp>
      <p:sp>
        <p:nvSpPr>
          <p:cNvPr id="1086" name="a_full_bar_ellipse_1085">
            <a:extLst>
              <a:ext uri="{FF2B5EF4-FFF2-40B4-BE49-F238E27FC236}">
                <a16:creationId xmlns:a16="http://schemas.microsoft.com/office/drawing/2014/main" id="{9E2D5C33-9B9F-4997-8D5E-A7A3FAFD864F}"/>
              </a:ext>
            </a:extLst>
          </p:cNvPr>
          <p:cNvSpPr>
            <a:spLocks noGrp="1"/>
          </p:cNvSpPr>
          <p:nvPr/>
        </p:nvSpPr>
        <p:spPr>
          <a:xfrm>
            <a:off x="4480923" y="2025341"/>
            <a:ext cx="45341" cy="45341"/>
          </a:xfrm>
          <a:prstGeom prst="ellipse">
            <a:avLst/>
          </a:prstGeom>
          <a:solidFill>
            <a:srgbClr val="566AB4">
              <a:alpha val="40000"/>
            </a:srgbClr>
          </a:solidFill>
          <a:ln w="0">
            <a:noFill/>
            <a:prstDash val="solid"/>
          </a:ln>
        </p:spPr>
      </p:sp>
      <p:sp>
        <p:nvSpPr>
          <p:cNvPr id="1087" name="a_full_bar_ellipse_1086">
            <a:extLst>
              <a:ext uri="{FF2B5EF4-FFF2-40B4-BE49-F238E27FC236}">
                <a16:creationId xmlns:a16="http://schemas.microsoft.com/office/drawing/2014/main" id="{85466807-A7F0-4369-A356-D5DC4124A992}"/>
              </a:ext>
            </a:extLst>
          </p:cNvPr>
          <p:cNvSpPr>
            <a:spLocks noGrp="1"/>
          </p:cNvSpPr>
          <p:nvPr/>
        </p:nvSpPr>
        <p:spPr>
          <a:xfrm>
            <a:off x="4547258" y="2025341"/>
            <a:ext cx="45341" cy="45341"/>
          </a:xfrm>
          <a:prstGeom prst="ellipse">
            <a:avLst/>
          </a:prstGeom>
          <a:solidFill>
            <a:srgbClr val="566AB4">
              <a:alpha val="40000"/>
            </a:srgbClr>
          </a:solidFill>
          <a:ln w="0">
            <a:noFill/>
            <a:prstDash val="solid"/>
          </a:ln>
        </p:spPr>
      </p:sp>
      <p:sp>
        <p:nvSpPr>
          <p:cNvPr id="1088" name="a_full_bar_ellipse_1087">
            <a:extLst>
              <a:ext uri="{FF2B5EF4-FFF2-40B4-BE49-F238E27FC236}">
                <a16:creationId xmlns:a16="http://schemas.microsoft.com/office/drawing/2014/main" id="{3F1306DC-6FBE-4CE6-9ABC-677E9204FB9C}"/>
              </a:ext>
            </a:extLst>
          </p:cNvPr>
          <p:cNvSpPr>
            <a:spLocks noGrp="1"/>
          </p:cNvSpPr>
          <p:nvPr/>
        </p:nvSpPr>
        <p:spPr>
          <a:xfrm>
            <a:off x="4609024" y="3106248"/>
            <a:ext cx="45341" cy="45341"/>
          </a:xfrm>
          <a:prstGeom prst="ellipse">
            <a:avLst/>
          </a:prstGeom>
          <a:solidFill>
            <a:srgbClr val="566AB4">
              <a:alpha val="40000"/>
            </a:srgbClr>
          </a:solidFill>
          <a:ln w="0">
            <a:noFill/>
            <a:prstDash val="solid"/>
          </a:ln>
        </p:spPr>
      </p:sp>
      <p:sp>
        <p:nvSpPr>
          <p:cNvPr id="1089" name="a_full_bar_ellipse_1088">
            <a:extLst>
              <a:ext uri="{FF2B5EF4-FFF2-40B4-BE49-F238E27FC236}">
                <a16:creationId xmlns:a16="http://schemas.microsoft.com/office/drawing/2014/main" id="{AF1AA4F4-BD94-4C0D-85BD-A1A38E3B7D87}"/>
              </a:ext>
            </a:extLst>
          </p:cNvPr>
          <p:cNvSpPr>
            <a:spLocks noGrp="1"/>
          </p:cNvSpPr>
          <p:nvPr/>
        </p:nvSpPr>
        <p:spPr>
          <a:xfrm>
            <a:off x="4536660" y="2025341"/>
            <a:ext cx="45341" cy="45341"/>
          </a:xfrm>
          <a:prstGeom prst="ellipse">
            <a:avLst/>
          </a:prstGeom>
          <a:solidFill>
            <a:srgbClr val="566AB4">
              <a:alpha val="40000"/>
            </a:srgbClr>
          </a:solidFill>
          <a:ln w="0">
            <a:noFill/>
            <a:prstDash val="solid"/>
          </a:ln>
        </p:spPr>
      </p:sp>
      <p:sp>
        <p:nvSpPr>
          <p:cNvPr id="1090" name="a_full_bar_ellipse_1089">
            <a:extLst>
              <a:ext uri="{FF2B5EF4-FFF2-40B4-BE49-F238E27FC236}">
                <a16:creationId xmlns:a16="http://schemas.microsoft.com/office/drawing/2014/main" id="{863405BF-C57B-4459-AC1C-2CA75E483FD7}"/>
              </a:ext>
            </a:extLst>
          </p:cNvPr>
          <p:cNvSpPr>
            <a:spLocks noGrp="1"/>
          </p:cNvSpPr>
          <p:nvPr/>
        </p:nvSpPr>
        <p:spPr>
          <a:xfrm>
            <a:off x="4637170" y="2430681"/>
            <a:ext cx="45341" cy="45341"/>
          </a:xfrm>
          <a:prstGeom prst="ellipse">
            <a:avLst/>
          </a:prstGeom>
          <a:solidFill>
            <a:srgbClr val="566AB4">
              <a:alpha val="40000"/>
            </a:srgbClr>
          </a:solidFill>
          <a:ln w="0">
            <a:noFill/>
            <a:prstDash val="solid"/>
          </a:ln>
        </p:spPr>
      </p:sp>
      <p:sp>
        <p:nvSpPr>
          <p:cNvPr id="1091" name="a_full_bar_ellipse_1090">
            <a:extLst>
              <a:ext uri="{FF2B5EF4-FFF2-40B4-BE49-F238E27FC236}">
                <a16:creationId xmlns:a16="http://schemas.microsoft.com/office/drawing/2014/main" id="{079CFDB4-2592-4A74-99CA-30FACEF65595}"/>
              </a:ext>
            </a:extLst>
          </p:cNvPr>
          <p:cNvSpPr>
            <a:spLocks noGrp="1"/>
          </p:cNvSpPr>
          <p:nvPr/>
        </p:nvSpPr>
        <p:spPr>
          <a:xfrm>
            <a:off x="4613618" y="3838204"/>
            <a:ext cx="45341" cy="45341"/>
          </a:xfrm>
          <a:prstGeom prst="ellipse">
            <a:avLst/>
          </a:prstGeom>
          <a:solidFill>
            <a:srgbClr val="566AB4">
              <a:alpha val="40000"/>
            </a:srgbClr>
          </a:solidFill>
          <a:ln w="0">
            <a:noFill/>
            <a:prstDash val="solid"/>
          </a:ln>
        </p:spPr>
      </p:sp>
      <p:sp>
        <p:nvSpPr>
          <p:cNvPr id="1092" name="a_full_bar_ellipse_1091">
            <a:extLst>
              <a:ext uri="{FF2B5EF4-FFF2-40B4-BE49-F238E27FC236}">
                <a16:creationId xmlns:a16="http://schemas.microsoft.com/office/drawing/2014/main" id="{F925F200-7243-48C9-9934-8A7E1C03EAFF}"/>
              </a:ext>
            </a:extLst>
          </p:cNvPr>
          <p:cNvSpPr>
            <a:spLocks noGrp="1"/>
          </p:cNvSpPr>
          <p:nvPr/>
        </p:nvSpPr>
        <p:spPr>
          <a:xfrm>
            <a:off x="4675283" y="3417084"/>
            <a:ext cx="45341" cy="45341"/>
          </a:xfrm>
          <a:prstGeom prst="ellipse">
            <a:avLst/>
          </a:prstGeom>
          <a:solidFill>
            <a:srgbClr val="566AB4">
              <a:alpha val="40000"/>
            </a:srgbClr>
          </a:solidFill>
          <a:ln w="0">
            <a:noFill/>
            <a:prstDash val="solid"/>
          </a:ln>
        </p:spPr>
      </p:sp>
      <p:sp>
        <p:nvSpPr>
          <p:cNvPr id="1093" name="a_full_bar_ellipse_1092">
            <a:extLst>
              <a:ext uri="{FF2B5EF4-FFF2-40B4-BE49-F238E27FC236}">
                <a16:creationId xmlns:a16="http://schemas.microsoft.com/office/drawing/2014/main" id="{AEE88423-B45C-461B-99D5-FF7AC8DF8F70}"/>
              </a:ext>
            </a:extLst>
          </p:cNvPr>
          <p:cNvSpPr>
            <a:spLocks noGrp="1"/>
          </p:cNvSpPr>
          <p:nvPr/>
        </p:nvSpPr>
        <p:spPr>
          <a:xfrm>
            <a:off x="4506318" y="4457382"/>
            <a:ext cx="45341" cy="45341"/>
          </a:xfrm>
          <a:prstGeom prst="ellipse">
            <a:avLst/>
          </a:prstGeom>
          <a:solidFill>
            <a:srgbClr val="566AB4">
              <a:alpha val="40000"/>
            </a:srgbClr>
          </a:solidFill>
          <a:ln w="0">
            <a:noFill/>
            <a:prstDash val="solid"/>
          </a:ln>
        </p:spPr>
      </p:sp>
      <p:sp>
        <p:nvSpPr>
          <p:cNvPr id="1094" name="a_full_bar_ellipse_1093">
            <a:extLst>
              <a:ext uri="{FF2B5EF4-FFF2-40B4-BE49-F238E27FC236}">
                <a16:creationId xmlns:a16="http://schemas.microsoft.com/office/drawing/2014/main" id="{C1E51F3F-D37D-44DB-9BE8-793D783B700D}"/>
              </a:ext>
            </a:extLst>
          </p:cNvPr>
          <p:cNvSpPr>
            <a:spLocks noGrp="1"/>
          </p:cNvSpPr>
          <p:nvPr/>
        </p:nvSpPr>
        <p:spPr>
          <a:xfrm>
            <a:off x="4615124" y="3500318"/>
            <a:ext cx="45341" cy="45341"/>
          </a:xfrm>
          <a:prstGeom prst="ellipse">
            <a:avLst/>
          </a:prstGeom>
          <a:solidFill>
            <a:srgbClr val="566AB4">
              <a:alpha val="40000"/>
            </a:srgbClr>
          </a:solidFill>
          <a:ln w="0">
            <a:noFill/>
            <a:prstDash val="solid"/>
          </a:ln>
        </p:spPr>
      </p:sp>
      <p:sp>
        <p:nvSpPr>
          <p:cNvPr id="1095" name="a_full_bar_ellipse_1094">
            <a:extLst>
              <a:ext uri="{FF2B5EF4-FFF2-40B4-BE49-F238E27FC236}">
                <a16:creationId xmlns:a16="http://schemas.microsoft.com/office/drawing/2014/main" id="{74322337-7405-49E5-B082-BB290415294F}"/>
              </a:ext>
            </a:extLst>
          </p:cNvPr>
          <p:cNvSpPr>
            <a:spLocks noGrp="1"/>
          </p:cNvSpPr>
          <p:nvPr/>
        </p:nvSpPr>
        <p:spPr>
          <a:xfrm>
            <a:off x="4684998" y="3970974"/>
            <a:ext cx="45341" cy="45341"/>
          </a:xfrm>
          <a:prstGeom prst="ellipse">
            <a:avLst/>
          </a:prstGeom>
          <a:solidFill>
            <a:srgbClr val="566AB4">
              <a:alpha val="40000"/>
            </a:srgbClr>
          </a:solidFill>
          <a:ln w="0">
            <a:noFill/>
            <a:prstDash val="solid"/>
          </a:ln>
        </p:spPr>
      </p:sp>
      <p:sp>
        <p:nvSpPr>
          <p:cNvPr id="1096" name="a_full_bar_ellipse_1095">
            <a:extLst>
              <a:ext uri="{FF2B5EF4-FFF2-40B4-BE49-F238E27FC236}">
                <a16:creationId xmlns:a16="http://schemas.microsoft.com/office/drawing/2014/main" id="{5A703CF1-599D-41F4-B1F2-C066CDAD3FE4}"/>
              </a:ext>
            </a:extLst>
          </p:cNvPr>
          <p:cNvSpPr>
            <a:spLocks noGrp="1"/>
          </p:cNvSpPr>
          <p:nvPr/>
        </p:nvSpPr>
        <p:spPr>
          <a:xfrm>
            <a:off x="4615159" y="2025341"/>
            <a:ext cx="45341" cy="45341"/>
          </a:xfrm>
          <a:prstGeom prst="ellipse">
            <a:avLst/>
          </a:prstGeom>
          <a:solidFill>
            <a:srgbClr val="566AB4">
              <a:alpha val="40000"/>
            </a:srgbClr>
          </a:solidFill>
          <a:ln w="0">
            <a:noFill/>
            <a:prstDash val="solid"/>
          </a:ln>
        </p:spPr>
      </p:sp>
      <p:sp>
        <p:nvSpPr>
          <p:cNvPr id="1097" name="a_full_bar_ellipse_1096">
            <a:extLst>
              <a:ext uri="{FF2B5EF4-FFF2-40B4-BE49-F238E27FC236}">
                <a16:creationId xmlns:a16="http://schemas.microsoft.com/office/drawing/2014/main" id="{2472C741-F5D7-4D23-8B79-CC21C66C3B13}"/>
              </a:ext>
            </a:extLst>
          </p:cNvPr>
          <p:cNvSpPr>
            <a:spLocks noGrp="1"/>
          </p:cNvSpPr>
          <p:nvPr/>
        </p:nvSpPr>
        <p:spPr>
          <a:xfrm>
            <a:off x="4589212" y="4182436"/>
            <a:ext cx="45341" cy="45341"/>
          </a:xfrm>
          <a:prstGeom prst="ellipse">
            <a:avLst/>
          </a:prstGeom>
          <a:solidFill>
            <a:srgbClr val="566AB4">
              <a:alpha val="40000"/>
            </a:srgbClr>
          </a:solidFill>
          <a:ln w="0">
            <a:noFill/>
            <a:prstDash val="solid"/>
          </a:ln>
        </p:spPr>
      </p:sp>
      <p:sp>
        <p:nvSpPr>
          <p:cNvPr id="1098" name="a_full_bar_ellipse_1097">
            <a:extLst>
              <a:ext uri="{FF2B5EF4-FFF2-40B4-BE49-F238E27FC236}">
                <a16:creationId xmlns:a16="http://schemas.microsoft.com/office/drawing/2014/main" id="{5D4F0C08-387D-4045-8248-5A7AB9EFBB43}"/>
              </a:ext>
            </a:extLst>
          </p:cNvPr>
          <p:cNvSpPr>
            <a:spLocks noGrp="1"/>
          </p:cNvSpPr>
          <p:nvPr/>
        </p:nvSpPr>
        <p:spPr>
          <a:xfrm>
            <a:off x="4557812" y="4254712"/>
            <a:ext cx="45341" cy="45341"/>
          </a:xfrm>
          <a:prstGeom prst="ellipse">
            <a:avLst/>
          </a:prstGeom>
          <a:solidFill>
            <a:srgbClr val="566AB4">
              <a:alpha val="40000"/>
            </a:srgbClr>
          </a:solidFill>
          <a:ln w="0">
            <a:noFill/>
            <a:prstDash val="solid"/>
          </a:ln>
        </p:spPr>
      </p:sp>
      <p:sp>
        <p:nvSpPr>
          <p:cNvPr id="1099" name="a_full_bar_ellipse_1098">
            <a:extLst>
              <a:ext uri="{FF2B5EF4-FFF2-40B4-BE49-F238E27FC236}">
                <a16:creationId xmlns:a16="http://schemas.microsoft.com/office/drawing/2014/main" id="{6642C87D-FE89-4453-8361-810AB8716169}"/>
              </a:ext>
            </a:extLst>
          </p:cNvPr>
          <p:cNvSpPr>
            <a:spLocks noGrp="1"/>
          </p:cNvSpPr>
          <p:nvPr/>
        </p:nvSpPr>
        <p:spPr>
          <a:xfrm>
            <a:off x="4493100" y="2025341"/>
            <a:ext cx="45341" cy="45341"/>
          </a:xfrm>
          <a:prstGeom prst="ellipse">
            <a:avLst/>
          </a:prstGeom>
          <a:solidFill>
            <a:srgbClr val="566AB4">
              <a:alpha val="40000"/>
            </a:srgbClr>
          </a:solidFill>
          <a:ln w="0">
            <a:noFill/>
            <a:prstDash val="solid"/>
          </a:ln>
        </p:spPr>
      </p:sp>
      <p:sp>
        <p:nvSpPr>
          <p:cNvPr id="1100" name="a_full_bar_ellipse_1099">
            <a:extLst>
              <a:ext uri="{FF2B5EF4-FFF2-40B4-BE49-F238E27FC236}">
                <a16:creationId xmlns:a16="http://schemas.microsoft.com/office/drawing/2014/main" id="{A1436736-A089-4C22-B27E-AD1B693D675D}"/>
              </a:ext>
            </a:extLst>
          </p:cNvPr>
          <p:cNvSpPr>
            <a:spLocks noGrp="1"/>
          </p:cNvSpPr>
          <p:nvPr/>
        </p:nvSpPr>
        <p:spPr>
          <a:xfrm>
            <a:off x="4508451" y="3241362"/>
            <a:ext cx="45341" cy="45341"/>
          </a:xfrm>
          <a:prstGeom prst="ellipse">
            <a:avLst/>
          </a:prstGeom>
          <a:solidFill>
            <a:srgbClr val="566AB4">
              <a:alpha val="40000"/>
            </a:srgbClr>
          </a:solidFill>
          <a:ln w="0">
            <a:noFill/>
            <a:prstDash val="solid"/>
          </a:ln>
        </p:spPr>
      </p:sp>
      <p:sp>
        <p:nvSpPr>
          <p:cNvPr id="1101" name="a_full_bar_ellipse_1100">
            <a:extLst>
              <a:ext uri="{FF2B5EF4-FFF2-40B4-BE49-F238E27FC236}">
                <a16:creationId xmlns:a16="http://schemas.microsoft.com/office/drawing/2014/main" id="{3408D6AD-F94E-491C-8BF9-2D333F4A8AF8}"/>
              </a:ext>
            </a:extLst>
          </p:cNvPr>
          <p:cNvSpPr>
            <a:spLocks noGrp="1"/>
          </p:cNvSpPr>
          <p:nvPr/>
        </p:nvSpPr>
        <p:spPr>
          <a:xfrm>
            <a:off x="4588535" y="4457382"/>
            <a:ext cx="45341" cy="45341"/>
          </a:xfrm>
          <a:prstGeom prst="ellipse">
            <a:avLst/>
          </a:prstGeom>
          <a:solidFill>
            <a:srgbClr val="566AB4">
              <a:alpha val="40000"/>
            </a:srgbClr>
          </a:solidFill>
          <a:ln w="0">
            <a:noFill/>
            <a:prstDash val="solid"/>
          </a:ln>
        </p:spPr>
      </p:sp>
      <p:sp>
        <p:nvSpPr>
          <p:cNvPr id="1102" name="a_full_bar_ellipse_1101">
            <a:extLst>
              <a:ext uri="{FF2B5EF4-FFF2-40B4-BE49-F238E27FC236}">
                <a16:creationId xmlns:a16="http://schemas.microsoft.com/office/drawing/2014/main" id="{8102F0B0-26CC-442F-8C0C-26B7B80C112A}"/>
              </a:ext>
            </a:extLst>
          </p:cNvPr>
          <p:cNvSpPr>
            <a:spLocks noGrp="1"/>
          </p:cNvSpPr>
          <p:nvPr/>
        </p:nvSpPr>
        <p:spPr>
          <a:xfrm>
            <a:off x="4634040" y="4004108"/>
            <a:ext cx="45341" cy="45341"/>
          </a:xfrm>
          <a:prstGeom prst="ellipse">
            <a:avLst/>
          </a:prstGeom>
          <a:solidFill>
            <a:srgbClr val="566AB4">
              <a:alpha val="40000"/>
            </a:srgbClr>
          </a:solidFill>
          <a:ln w="0">
            <a:noFill/>
            <a:prstDash val="solid"/>
          </a:ln>
        </p:spPr>
      </p:sp>
      <p:sp>
        <p:nvSpPr>
          <p:cNvPr id="1103" name="a_full_bar_ellipse_1102">
            <a:extLst>
              <a:ext uri="{FF2B5EF4-FFF2-40B4-BE49-F238E27FC236}">
                <a16:creationId xmlns:a16="http://schemas.microsoft.com/office/drawing/2014/main" id="{91929509-956D-4885-8352-0533825E21A1}"/>
              </a:ext>
            </a:extLst>
          </p:cNvPr>
          <p:cNvSpPr>
            <a:spLocks noGrp="1"/>
          </p:cNvSpPr>
          <p:nvPr/>
        </p:nvSpPr>
        <p:spPr>
          <a:xfrm>
            <a:off x="4645877" y="4457382"/>
            <a:ext cx="45341" cy="45341"/>
          </a:xfrm>
          <a:prstGeom prst="ellipse">
            <a:avLst/>
          </a:prstGeom>
          <a:solidFill>
            <a:srgbClr val="566AB4">
              <a:alpha val="40000"/>
            </a:srgbClr>
          </a:solidFill>
          <a:ln w="0">
            <a:noFill/>
            <a:prstDash val="solid"/>
          </a:ln>
        </p:spPr>
      </p:sp>
      <p:sp>
        <p:nvSpPr>
          <p:cNvPr id="1104" name="a_full_bar_ellipse_1103">
            <a:extLst>
              <a:ext uri="{FF2B5EF4-FFF2-40B4-BE49-F238E27FC236}">
                <a16:creationId xmlns:a16="http://schemas.microsoft.com/office/drawing/2014/main" id="{5E7B461C-0E8D-4DFB-B113-180294A1AE5B}"/>
              </a:ext>
            </a:extLst>
          </p:cNvPr>
          <p:cNvSpPr>
            <a:spLocks noGrp="1"/>
          </p:cNvSpPr>
          <p:nvPr/>
        </p:nvSpPr>
        <p:spPr>
          <a:xfrm>
            <a:off x="4515360" y="4283665"/>
            <a:ext cx="45341" cy="45341"/>
          </a:xfrm>
          <a:prstGeom prst="ellipse">
            <a:avLst/>
          </a:prstGeom>
          <a:solidFill>
            <a:srgbClr val="566AB4">
              <a:alpha val="40000"/>
            </a:srgbClr>
          </a:solidFill>
          <a:ln w="0">
            <a:noFill/>
            <a:prstDash val="solid"/>
          </a:ln>
        </p:spPr>
      </p:sp>
      <p:sp>
        <p:nvSpPr>
          <p:cNvPr id="1105" name="a_full_bar_ellipse_1104">
            <a:extLst>
              <a:ext uri="{FF2B5EF4-FFF2-40B4-BE49-F238E27FC236}">
                <a16:creationId xmlns:a16="http://schemas.microsoft.com/office/drawing/2014/main" id="{E6306479-2431-44FA-AFA7-B726077B243F}"/>
              </a:ext>
            </a:extLst>
          </p:cNvPr>
          <p:cNvSpPr>
            <a:spLocks noGrp="1"/>
          </p:cNvSpPr>
          <p:nvPr/>
        </p:nvSpPr>
        <p:spPr>
          <a:xfrm>
            <a:off x="1919615" y="3225969"/>
            <a:ext cx="45341" cy="45341"/>
          </a:xfrm>
          <a:prstGeom prst="ellipse">
            <a:avLst/>
          </a:prstGeom>
          <a:solidFill>
            <a:srgbClr val="7D8990">
              <a:alpha val="40000"/>
            </a:srgbClr>
          </a:solidFill>
          <a:ln w="0">
            <a:noFill/>
            <a:prstDash val="solid"/>
          </a:ln>
        </p:spPr>
      </p:sp>
      <p:sp>
        <p:nvSpPr>
          <p:cNvPr id="1106" name="a_full_bar_ellipse_1105">
            <a:extLst>
              <a:ext uri="{FF2B5EF4-FFF2-40B4-BE49-F238E27FC236}">
                <a16:creationId xmlns:a16="http://schemas.microsoft.com/office/drawing/2014/main" id="{8C40D0D1-85F6-4678-8974-B71F1B781E92}"/>
              </a:ext>
            </a:extLst>
          </p:cNvPr>
          <p:cNvSpPr>
            <a:spLocks noGrp="1"/>
          </p:cNvSpPr>
          <p:nvPr/>
        </p:nvSpPr>
        <p:spPr>
          <a:xfrm>
            <a:off x="1846719" y="4322767"/>
            <a:ext cx="45341" cy="45341"/>
          </a:xfrm>
          <a:prstGeom prst="ellipse">
            <a:avLst/>
          </a:prstGeom>
          <a:solidFill>
            <a:srgbClr val="7D8990">
              <a:alpha val="40000"/>
            </a:srgbClr>
          </a:solidFill>
          <a:ln w="0">
            <a:noFill/>
            <a:prstDash val="solid"/>
          </a:ln>
        </p:spPr>
      </p:sp>
      <p:sp>
        <p:nvSpPr>
          <p:cNvPr id="1107" name="a_full_bar_ellipse_1106">
            <a:extLst>
              <a:ext uri="{FF2B5EF4-FFF2-40B4-BE49-F238E27FC236}">
                <a16:creationId xmlns:a16="http://schemas.microsoft.com/office/drawing/2014/main" id="{E23ED8A1-496C-4C51-B4C4-7CFBEF6419B8}"/>
              </a:ext>
            </a:extLst>
          </p:cNvPr>
          <p:cNvSpPr>
            <a:spLocks noGrp="1"/>
          </p:cNvSpPr>
          <p:nvPr/>
        </p:nvSpPr>
        <p:spPr>
          <a:xfrm>
            <a:off x="1907520" y="2422409"/>
            <a:ext cx="45341" cy="45341"/>
          </a:xfrm>
          <a:prstGeom prst="ellipse">
            <a:avLst/>
          </a:prstGeom>
          <a:solidFill>
            <a:srgbClr val="7D8990">
              <a:alpha val="40000"/>
            </a:srgbClr>
          </a:solidFill>
          <a:ln w="0">
            <a:noFill/>
            <a:prstDash val="solid"/>
          </a:ln>
        </p:spPr>
      </p:sp>
      <p:sp>
        <p:nvSpPr>
          <p:cNvPr id="1108" name="a_full_bar_ellipse_1107">
            <a:extLst>
              <a:ext uri="{FF2B5EF4-FFF2-40B4-BE49-F238E27FC236}">
                <a16:creationId xmlns:a16="http://schemas.microsoft.com/office/drawing/2014/main" id="{D1DD49C5-3FBC-4902-AF45-439B8890B10D}"/>
              </a:ext>
            </a:extLst>
          </p:cNvPr>
          <p:cNvSpPr>
            <a:spLocks noGrp="1"/>
          </p:cNvSpPr>
          <p:nvPr/>
        </p:nvSpPr>
        <p:spPr>
          <a:xfrm>
            <a:off x="1961330" y="4457382"/>
            <a:ext cx="45341" cy="45341"/>
          </a:xfrm>
          <a:prstGeom prst="ellipse">
            <a:avLst/>
          </a:prstGeom>
          <a:solidFill>
            <a:srgbClr val="7D8990">
              <a:alpha val="40000"/>
            </a:srgbClr>
          </a:solidFill>
          <a:ln w="0">
            <a:noFill/>
            <a:prstDash val="solid"/>
          </a:ln>
        </p:spPr>
      </p:sp>
      <p:sp>
        <p:nvSpPr>
          <p:cNvPr id="1109" name="a_full_bar_ellipse_1108">
            <a:extLst>
              <a:ext uri="{FF2B5EF4-FFF2-40B4-BE49-F238E27FC236}">
                <a16:creationId xmlns:a16="http://schemas.microsoft.com/office/drawing/2014/main" id="{83BF03AB-023F-4AC4-9509-CD1106F12613}"/>
              </a:ext>
            </a:extLst>
          </p:cNvPr>
          <p:cNvSpPr>
            <a:spLocks noGrp="1"/>
          </p:cNvSpPr>
          <p:nvPr/>
        </p:nvSpPr>
        <p:spPr>
          <a:xfrm>
            <a:off x="1865457" y="2527026"/>
            <a:ext cx="45341" cy="45341"/>
          </a:xfrm>
          <a:prstGeom prst="ellipse">
            <a:avLst/>
          </a:prstGeom>
          <a:solidFill>
            <a:srgbClr val="7D8990">
              <a:alpha val="40000"/>
            </a:srgbClr>
          </a:solidFill>
          <a:ln w="0">
            <a:noFill/>
            <a:prstDash val="solid"/>
          </a:ln>
        </p:spPr>
      </p:sp>
      <p:sp>
        <p:nvSpPr>
          <p:cNvPr id="1110" name="a_full_bar_ellipse_1109">
            <a:extLst>
              <a:ext uri="{FF2B5EF4-FFF2-40B4-BE49-F238E27FC236}">
                <a16:creationId xmlns:a16="http://schemas.microsoft.com/office/drawing/2014/main" id="{D8442D04-D485-4591-9EAC-5A5AE2AAD4B1}"/>
              </a:ext>
            </a:extLst>
          </p:cNvPr>
          <p:cNvSpPr>
            <a:spLocks noGrp="1"/>
          </p:cNvSpPr>
          <p:nvPr/>
        </p:nvSpPr>
        <p:spPr>
          <a:xfrm>
            <a:off x="1866716" y="3067644"/>
            <a:ext cx="45341" cy="45341"/>
          </a:xfrm>
          <a:prstGeom prst="ellipse">
            <a:avLst/>
          </a:prstGeom>
          <a:solidFill>
            <a:srgbClr val="7D8990">
              <a:alpha val="40000"/>
            </a:srgbClr>
          </a:solidFill>
          <a:ln w="0">
            <a:noFill/>
            <a:prstDash val="solid"/>
          </a:ln>
        </p:spPr>
      </p:sp>
      <p:sp>
        <p:nvSpPr>
          <p:cNvPr id="1111" name="a_full_bar_ellipse_1110">
            <a:extLst>
              <a:ext uri="{FF2B5EF4-FFF2-40B4-BE49-F238E27FC236}">
                <a16:creationId xmlns:a16="http://schemas.microsoft.com/office/drawing/2014/main" id="{9BD7F51E-31DC-445D-9F5C-DB6875543FB0}"/>
              </a:ext>
            </a:extLst>
          </p:cNvPr>
          <p:cNvSpPr>
            <a:spLocks noGrp="1"/>
          </p:cNvSpPr>
          <p:nvPr/>
        </p:nvSpPr>
        <p:spPr>
          <a:xfrm>
            <a:off x="1848391" y="2449310"/>
            <a:ext cx="45341" cy="45341"/>
          </a:xfrm>
          <a:prstGeom prst="ellipse">
            <a:avLst/>
          </a:prstGeom>
          <a:solidFill>
            <a:srgbClr val="7D8990">
              <a:alpha val="40000"/>
            </a:srgbClr>
          </a:solidFill>
          <a:ln w="0">
            <a:noFill/>
            <a:prstDash val="solid"/>
          </a:ln>
        </p:spPr>
      </p:sp>
      <p:sp>
        <p:nvSpPr>
          <p:cNvPr id="1112" name="a_full_bar_ellipse_1111">
            <a:extLst>
              <a:ext uri="{FF2B5EF4-FFF2-40B4-BE49-F238E27FC236}">
                <a16:creationId xmlns:a16="http://schemas.microsoft.com/office/drawing/2014/main" id="{97215263-5BFB-43C5-9445-D607F69A6517}"/>
              </a:ext>
            </a:extLst>
          </p:cNvPr>
          <p:cNvSpPr>
            <a:spLocks noGrp="1"/>
          </p:cNvSpPr>
          <p:nvPr/>
        </p:nvSpPr>
        <p:spPr>
          <a:xfrm>
            <a:off x="1796879" y="2483012"/>
            <a:ext cx="45341" cy="45341"/>
          </a:xfrm>
          <a:prstGeom prst="ellipse">
            <a:avLst/>
          </a:prstGeom>
          <a:solidFill>
            <a:srgbClr val="7D8990">
              <a:alpha val="40000"/>
            </a:srgbClr>
          </a:solidFill>
          <a:ln w="0">
            <a:noFill/>
            <a:prstDash val="solid"/>
          </a:ln>
        </p:spPr>
      </p:sp>
      <p:sp>
        <p:nvSpPr>
          <p:cNvPr id="1113" name="a_full_bar_ellipse_1112">
            <a:extLst>
              <a:ext uri="{FF2B5EF4-FFF2-40B4-BE49-F238E27FC236}">
                <a16:creationId xmlns:a16="http://schemas.microsoft.com/office/drawing/2014/main" id="{BB9F601C-F6FD-4B3C-94EB-282F24B20479}"/>
              </a:ext>
            </a:extLst>
          </p:cNvPr>
          <p:cNvSpPr>
            <a:spLocks noGrp="1"/>
          </p:cNvSpPr>
          <p:nvPr/>
        </p:nvSpPr>
        <p:spPr>
          <a:xfrm>
            <a:off x="1931809" y="3813411"/>
            <a:ext cx="45341" cy="45341"/>
          </a:xfrm>
          <a:prstGeom prst="ellipse">
            <a:avLst/>
          </a:prstGeom>
          <a:solidFill>
            <a:srgbClr val="7D8990">
              <a:alpha val="40000"/>
            </a:srgbClr>
          </a:solidFill>
          <a:ln w="0">
            <a:noFill/>
            <a:prstDash val="solid"/>
          </a:ln>
        </p:spPr>
      </p:sp>
      <p:sp>
        <p:nvSpPr>
          <p:cNvPr id="1114" name="a_full_bar_ellipse_1113">
            <a:extLst>
              <a:ext uri="{FF2B5EF4-FFF2-40B4-BE49-F238E27FC236}">
                <a16:creationId xmlns:a16="http://schemas.microsoft.com/office/drawing/2014/main" id="{75D95812-3AC4-47C8-8588-C89224EAA5D6}"/>
              </a:ext>
            </a:extLst>
          </p:cNvPr>
          <p:cNvSpPr>
            <a:spLocks noGrp="1"/>
          </p:cNvSpPr>
          <p:nvPr/>
        </p:nvSpPr>
        <p:spPr>
          <a:xfrm>
            <a:off x="1895357" y="2480027"/>
            <a:ext cx="45341" cy="45341"/>
          </a:xfrm>
          <a:prstGeom prst="ellipse">
            <a:avLst/>
          </a:prstGeom>
          <a:solidFill>
            <a:srgbClr val="7D8990">
              <a:alpha val="40000"/>
            </a:srgbClr>
          </a:solidFill>
          <a:ln w="0">
            <a:noFill/>
            <a:prstDash val="solid"/>
          </a:ln>
        </p:spPr>
      </p:sp>
      <p:sp>
        <p:nvSpPr>
          <p:cNvPr id="1115" name="a_full_bar_ellipse_1114">
            <a:extLst>
              <a:ext uri="{FF2B5EF4-FFF2-40B4-BE49-F238E27FC236}">
                <a16:creationId xmlns:a16="http://schemas.microsoft.com/office/drawing/2014/main" id="{E2E04F25-F98E-44D1-833E-1931381389FB}"/>
              </a:ext>
            </a:extLst>
          </p:cNvPr>
          <p:cNvSpPr>
            <a:spLocks noGrp="1"/>
          </p:cNvSpPr>
          <p:nvPr/>
        </p:nvSpPr>
        <p:spPr>
          <a:xfrm>
            <a:off x="1880735" y="3298579"/>
            <a:ext cx="45341" cy="45341"/>
          </a:xfrm>
          <a:prstGeom prst="ellipse">
            <a:avLst/>
          </a:prstGeom>
          <a:solidFill>
            <a:srgbClr val="7D8990">
              <a:alpha val="40000"/>
            </a:srgbClr>
          </a:solidFill>
          <a:ln w="0">
            <a:noFill/>
            <a:prstDash val="solid"/>
          </a:ln>
        </p:spPr>
      </p:sp>
      <p:sp>
        <p:nvSpPr>
          <p:cNvPr id="1116" name="a_full_bar_ellipse_1115">
            <a:extLst>
              <a:ext uri="{FF2B5EF4-FFF2-40B4-BE49-F238E27FC236}">
                <a16:creationId xmlns:a16="http://schemas.microsoft.com/office/drawing/2014/main" id="{070DA668-6597-4FF6-8B83-14C83A81EA1D}"/>
              </a:ext>
            </a:extLst>
          </p:cNvPr>
          <p:cNvSpPr>
            <a:spLocks noGrp="1"/>
          </p:cNvSpPr>
          <p:nvPr/>
        </p:nvSpPr>
        <p:spPr>
          <a:xfrm>
            <a:off x="1792376" y="2479651"/>
            <a:ext cx="45341" cy="45341"/>
          </a:xfrm>
          <a:prstGeom prst="ellipse">
            <a:avLst/>
          </a:prstGeom>
          <a:solidFill>
            <a:srgbClr val="7D8990">
              <a:alpha val="40000"/>
            </a:srgbClr>
          </a:solidFill>
          <a:ln w="0">
            <a:noFill/>
            <a:prstDash val="solid"/>
          </a:ln>
        </p:spPr>
      </p:sp>
      <p:sp>
        <p:nvSpPr>
          <p:cNvPr id="1117" name="a_full_bar_ellipse_1116">
            <a:extLst>
              <a:ext uri="{FF2B5EF4-FFF2-40B4-BE49-F238E27FC236}">
                <a16:creationId xmlns:a16="http://schemas.microsoft.com/office/drawing/2014/main" id="{7E8F2112-9F64-4627-8E01-9F50D3A2489D}"/>
              </a:ext>
            </a:extLst>
          </p:cNvPr>
          <p:cNvSpPr>
            <a:spLocks noGrp="1"/>
          </p:cNvSpPr>
          <p:nvPr/>
        </p:nvSpPr>
        <p:spPr>
          <a:xfrm>
            <a:off x="1965791" y="2583875"/>
            <a:ext cx="45341" cy="45341"/>
          </a:xfrm>
          <a:prstGeom prst="ellipse">
            <a:avLst/>
          </a:prstGeom>
          <a:solidFill>
            <a:srgbClr val="7D8990">
              <a:alpha val="40000"/>
            </a:srgbClr>
          </a:solidFill>
          <a:ln w="0">
            <a:noFill/>
            <a:prstDash val="solid"/>
          </a:ln>
        </p:spPr>
      </p:sp>
      <p:sp>
        <p:nvSpPr>
          <p:cNvPr id="1118" name="a_full_bar_ellipse_1117">
            <a:extLst>
              <a:ext uri="{FF2B5EF4-FFF2-40B4-BE49-F238E27FC236}">
                <a16:creationId xmlns:a16="http://schemas.microsoft.com/office/drawing/2014/main" id="{B9A6B335-8BFF-4BCC-A163-B50E2E7DEC99}"/>
              </a:ext>
            </a:extLst>
          </p:cNvPr>
          <p:cNvSpPr>
            <a:spLocks noGrp="1"/>
          </p:cNvSpPr>
          <p:nvPr/>
        </p:nvSpPr>
        <p:spPr>
          <a:xfrm>
            <a:off x="1983684" y="3858422"/>
            <a:ext cx="45341" cy="45341"/>
          </a:xfrm>
          <a:prstGeom prst="ellipse">
            <a:avLst/>
          </a:prstGeom>
          <a:solidFill>
            <a:srgbClr val="7D8990">
              <a:alpha val="40000"/>
            </a:srgbClr>
          </a:solidFill>
          <a:ln w="0">
            <a:noFill/>
            <a:prstDash val="solid"/>
          </a:ln>
        </p:spPr>
      </p:sp>
      <p:sp>
        <p:nvSpPr>
          <p:cNvPr id="1119" name="a_full_bar_ellipse_1118">
            <a:extLst>
              <a:ext uri="{FF2B5EF4-FFF2-40B4-BE49-F238E27FC236}">
                <a16:creationId xmlns:a16="http://schemas.microsoft.com/office/drawing/2014/main" id="{DCE60442-3D9E-4F6A-9B2D-811AC8A141D5}"/>
              </a:ext>
            </a:extLst>
          </p:cNvPr>
          <p:cNvSpPr>
            <a:spLocks noGrp="1"/>
          </p:cNvSpPr>
          <p:nvPr/>
        </p:nvSpPr>
        <p:spPr>
          <a:xfrm>
            <a:off x="1809050" y="3478501"/>
            <a:ext cx="45341" cy="45341"/>
          </a:xfrm>
          <a:prstGeom prst="ellipse">
            <a:avLst/>
          </a:prstGeom>
          <a:solidFill>
            <a:srgbClr val="7D8990">
              <a:alpha val="40000"/>
            </a:srgbClr>
          </a:solidFill>
          <a:ln w="0">
            <a:noFill/>
            <a:prstDash val="solid"/>
          </a:ln>
        </p:spPr>
      </p:sp>
      <p:sp>
        <p:nvSpPr>
          <p:cNvPr id="1120" name="a_full_bar_ellipse_1119">
            <a:extLst>
              <a:ext uri="{FF2B5EF4-FFF2-40B4-BE49-F238E27FC236}">
                <a16:creationId xmlns:a16="http://schemas.microsoft.com/office/drawing/2014/main" id="{71B80DD2-ECC9-4676-9972-6A53D35E8D15}"/>
              </a:ext>
            </a:extLst>
          </p:cNvPr>
          <p:cNvSpPr>
            <a:spLocks noGrp="1"/>
          </p:cNvSpPr>
          <p:nvPr/>
        </p:nvSpPr>
        <p:spPr>
          <a:xfrm>
            <a:off x="1780841" y="2509034"/>
            <a:ext cx="45341" cy="45341"/>
          </a:xfrm>
          <a:prstGeom prst="ellipse">
            <a:avLst/>
          </a:prstGeom>
          <a:solidFill>
            <a:srgbClr val="7D8990">
              <a:alpha val="40000"/>
            </a:srgbClr>
          </a:solidFill>
          <a:ln w="0">
            <a:noFill/>
            <a:prstDash val="solid"/>
          </a:ln>
        </p:spPr>
      </p:sp>
      <p:sp>
        <p:nvSpPr>
          <p:cNvPr id="1121" name="a_full_bar_ellipse_1120">
            <a:extLst>
              <a:ext uri="{FF2B5EF4-FFF2-40B4-BE49-F238E27FC236}">
                <a16:creationId xmlns:a16="http://schemas.microsoft.com/office/drawing/2014/main" id="{15B0FA8D-B7BB-4621-AFEB-F95345B1B0F2}"/>
              </a:ext>
            </a:extLst>
          </p:cNvPr>
          <p:cNvSpPr>
            <a:spLocks noGrp="1"/>
          </p:cNvSpPr>
          <p:nvPr/>
        </p:nvSpPr>
        <p:spPr>
          <a:xfrm>
            <a:off x="1966300" y="4457382"/>
            <a:ext cx="45341" cy="45341"/>
          </a:xfrm>
          <a:prstGeom prst="ellipse">
            <a:avLst/>
          </a:prstGeom>
          <a:solidFill>
            <a:srgbClr val="7D8990">
              <a:alpha val="40000"/>
            </a:srgbClr>
          </a:solidFill>
          <a:ln w="0">
            <a:noFill/>
            <a:prstDash val="solid"/>
          </a:ln>
        </p:spPr>
      </p:sp>
      <p:sp>
        <p:nvSpPr>
          <p:cNvPr id="1122" name="a_full_bar_ellipse_1121">
            <a:extLst>
              <a:ext uri="{FF2B5EF4-FFF2-40B4-BE49-F238E27FC236}">
                <a16:creationId xmlns:a16="http://schemas.microsoft.com/office/drawing/2014/main" id="{1916820C-95BC-4117-8619-5832EB5244A1}"/>
              </a:ext>
            </a:extLst>
          </p:cNvPr>
          <p:cNvSpPr>
            <a:spLocks noGrp="1"/>
          </p:cNvSpPr>
          <p:nvPr/>
        </p:nvSpPr>
        <p:spPr>
          <a:xfrm>
            <a:off x="1831562" y="3342697"/>
            <a:ext cx="45341" cy="45341"/>
          </a:xfrm>
          <a:prstGeom prst="ellipse">
            <a:avLst/>
          </a:prstGeom>
          <a:solidFill>
            <a:srgbClr val="7D8990">
              <a:alpha val="40000"/>
            </a:srgbClr>
          </a:solidFill>
          <a:ln w="0">
            <a:noFill/>
            <a:prstDash val="solid"/>
          </a:ln>
        </p:spPr>
      </p:sp>
      <p:sp>
        <p:nvSpPr>
          <p:cNvPr id="1123" name="a_full_bar_ellipse_1122">
            <a:extLst>
              <a:ext uri="{FF2B5EF4-FFF2-40B4-BE49-F238E27FC236}">
                <a16:creationId xmlns:a16="http://schemas.microsoft.com/office/drawing/2014/main" id="{A4C129BE-AA7B-40C7-9EC9-9084F4C82A4E}"/>
              </a:ext>
            </a:extLst>
          </p:cNvPr>
          <p:cNvSpPr>
            <a:spLocks noGrp="1"/>
          </p:cNvSpPr>
          <p:nvPr/>
        </p:nvSpPr>
        <p:spPr>
          <a:xfrm>
            <a:off x="1830045" y="2608339"/>
            <a:ext cx="45341" cy="45341"/>
          </a:xfrm>
          <a:prstGeom prst="ellipse">
            <a:avLst/>
          </a:prstGeom>
          <a:solidFill>
            <a:srgbClr val="7D8990">
              <a:alpha val="40000"/>
            </a:srgbClr>
          </a:solidFill>
          <a:ln w="0">
            <a:noFill/>
            <a:prstDash val="solid"/>
          </a:ln>
        </p:spPr>
      </p:sp>
      <p:sp>
        <p:nvSpPr>
          <p:cNvPr id="1124" name="a_full_bar_ellipse_1123">
            <a:extLst>
              <a:ext uri="{FF2B5EF4-FFF2-40B4-BE49-F238E27FC236}">
                <a16:creationId xmlns:a16="http://schemas.microsoft.com/office/drawing/2014/main" id="{84F862AD-D7DD-47B8-AB60-42D80AA46093}"/>
              </a:ext>
            </a:extLst>
          </p:cNvPr>
          <p:cNvSpPr>
            <a:spLocks noGrp="1"/>
          </p:cNvSpPr>
          <p:nvPr/>
        </p:nvSpPr>
        <p:spPr>
          <a:xfrm>
            <a:off x="1901170" y="3314511"/>
            <a:ext cx="45341" cy="45341"/>
          </a:xfrm>
          <a:prstGeom prst="ellipse">
            <a:avLst/>
          </a:prstGeom>
          <a:solidFill>
            <a:srgbClr val="7D8990">
              <a:alpha val="40000"/>
            </a:srgbClr>
          </a:solidFill>
          <a:ln w="0">
            <a:noFill/>
            <a:prstDash val="solid"/>
          </a:ln>
        </p:spPr>
      </p:sp>
      <p:sp>
        <p:nvSpPr>
          <p:cNvPr id="1125" name="a_full_bar_ellipse_1124">
            <a:extLst>
              <a:ext uri="{FF2B5EF4-FFF2-40B4-BE49-F238E27FC236}">
                <a16:creationId xmlns:a16="http://schemas.microsoft.com/office/drawing/2014/main" id="{F9A75F0D-C99E-4C6F-9C59-9172F9459755}"/>
              </a:ext>
            </a:extLst>
          </p:cNvPr>
          <p:cNvSpPr>
            <a:spLocks noGrp="1"/>
          </p:cNvSpPr>
          <p:nvPr/>
        </p:nvSpPr>
        <p:spPr>
          <a:xfrm>
            <a:off x="1914230" y="3919721"/>
            <a:ext cx="45341" cy="45341"/>
          </a:xfrm>
          <a:prstGeom prst="ellipse">
            <a:avLst/>
          </a:prstGeom>
          <a:solidFill>
            <a:srgbClr val="7D8990">
              <a:alpha val="40000"/>
            </a:srgbClr>
          </a:solidFill>
          <a:ln w="0">
            <a:noFill/>
            <a:prstDash val="solid"/>
          </a:ln>
        </p:spPr>
      </p:sp>
      <p:sp>
        <p:nvSpPr>
          <p:cNvPr id="1126" name="a_full_bar_ellipse_1125">
            <a:extLst>
              <a:ext uri="{FF2B5EF4-FFF2-40B4-BE49-F238E27FC236}">
                <a16:creationId xmlns:a16="http://schemas.microsoft.com/office/drawing/2014/main" id="{4F368C5F-5FBE-4A47-8BAD-3E479F65E9C9}"/>
              </a:ext>
            </a:extLst>
          </p:cNvPr>
          <p:cNvSpPr>
            <a:spLocks noGrp="1"/>
          </p:cNvSpPr>
          <p:nvPr/>
        </p:nvSpPr>
        <p:spPr>
          <a:xfrm>
            <a:off x="1987009" y="2699005"/>
            <a:ext cx="45341" cy="45341"/>
          </a:xfrm>
          <a:prstGeom prst="ellipse">
            <a:avLst/>
          </a:prstGeom>
          <a:solidFill>
            <a:srgbClr val="7D8990">
              <a:alpha val="40000"/>
            </a:srgbClr>
          </a:solidFill>
          <a:ln w="0">
            <a:noFill/>
            <a:prstDash val="solid"/>
          </a:ln>
        </p:spPr>
      </p:sp>
      <p:sp>
        <p:nvSpPr>
          <p:cNvPr id="1127" name="a_full_bar_ellipse_1126">
            <a:extLst>
              <a:ext uri="{FF2B5EF4-FFF2-40B4-BE49-F238E27FC236}">
                <a16:creationId xmlns:a16="http://schemas.microsoft.com/office/drawing/2014/main" id="{57164620-D086-4A8B-8D52-88A456FBB7F8}"/>
              </a:ext>
            </a:extLst>
          </p:cNvPr>
          <p:cNvSpPr>
            <a:spLocks noGrp="1"/>
          </p:cNvSpPr>
          <p:nvPr/>
        </p:nvSpPr>
        <p:spPr>
          <a:xfrm>
            <a:off x="1882510" y="4341558"/>
            <a:ext cx="45341" cy="45341"/>
          </a:xfrm>
          <a:prstGeom prst="ellipse">
            <a:avLst/>
          </a:prstGeom>
          <a:solidFill>
            <a:srgbClr val="7D8990">
              <a:alpha val="40000"/>
            </a:srgbClr>
          </a:solidFill>
          <a:ln w="0">
            <a:noFill/>
            <a:prstDash val="solid"/>
          </a:ln>
        </p:spPr>
      </p:sp>
      <p:sp>
        <p:nvSpPr>
          <p:cNvPr id="1128" name="a_full_bar_ellipse_1127">
            <a:extLst>
              <a:ext uri="{FF2B5EF4-FFF2-40B4-BE49-F238E27FC236}">
                <a16:creationId xmlns:a16="http://schemas.microsoft.com/office/drawing/2014/main" id="{FB78C875-14DD-4BD4-B489-48C03E7109BB}"/>
              </a:ext>
            </a:extLst>
          </p:cNvPr>
          <p:cNvSpPr>
            <a:spLocks noGrp="1"/>
          </p:cNvSpPr>
          <p:nvPr/>
        </p:nvSpPr>
        <p:spPr>
          <a:xfrm>
            <a:off x="1905796" y="2440091"/>
            <a:ext cx="45341" cy="45341"/>
          </a:xfrm>
          <a:prstGeom prst="ellipse">
            <a:avLst/>
          </a:prstGeom>
          <a:solidFill>
            <a:srgbClr val="7D8990">
              <a:alpha val="40000"/>
            </a:srgbClr>
          </a:solidFill>
          <a:ln w="0">
            <a:noFill/>
            <a:prstDash val="solid"/>
          </a:ln>
        </p:spPr>
      </p:sp>
      <p:sp>
        <p:nvSpPr>
          <p:cNvPr id="1129" name="a_full_bar_ellipse_1128">
            <a:extLst>
              <a:ext uri="{FF2B5EF4-FFF2-40B4-BE49-F238E27FC236}">
                <a16:creationId xmlns:a16="http://schemas.microsoft.com/office/drawing/2014/main" id="{D679EED0-AABD-4554-B99B-F4CC49E0B8D8}"/>
              </a:ext>
            </a:extLst>
          </p:cNvPr>
          <p:cNvSpPr>
            <a:spLocks noGrp="1"/>
          </p:cNvSpPr>
          <p:nvPr/>
        </p:nvSpPr>
        <p:spPr>
          <a:xfrm>
            <a:off x="1868232" y="4249663"/>
            <a:ext cx="45341" cy="45341"/>
          </a:xfrm>
          <a:prstGeom prst="ellipse">
            <a:avLst/>
          </a:prstGeom>
          <a:solidFill>
            <a:srgbClr val="7D8990">
              <a:alpha val="40000"/>
            </a:srgbClr>
          </a:solidFill>
          <a:ln w="0">
            <a:noFill/>
            <a:prstDash val="solid"/>
          </a:ln>
        </p:spPr>
      </p:sp>
      <p:sp>
        <p:nvSpPr>
          <p:cNvPr id="1130" name="a_full_bar_ellipse_1129">
            <a:extLst>
              <a:ext uri="{FF2B5EF4-FFF2-40B4-BE49-F238E27FC236}">
                <a16:creationId xmlns:a16="http://schemas.microsoft.com/office/drawing/2014/main" id="{F3692BB0-9232-4B09-AC88-587B2B54887B}"/>
              </a:ext>
            </a:extLst>
          </p:cNvPr>
          <p:cNvSpPr>
            <a:spLocks noGrp="1"/>
          </p:cNvSpPr>
          <p:nvPr/>
        </p:nvSpPr>
        <p:spPr>
          <a:xfrm>
            <a:off x="1798418" y="3931535"/>
            <a:ext cx="45341" cy="45341"/>
          </a:xfrm>
          <a:prstGeom prst="ellipse">
            <a:avLst/>
          </a:prstGeom>
          <a:solidFill>
            <a:srgbClr val="7D8990">
              <a:alpha val="40000"/>
            </a:srgbClr>
          </a:solidFill>
          <a:ln w="0">
            <a:noFill/>
            <a:prstDash val="solid"/>
          </a:ln>
        </p:spPr>
      </p:sp>
      <p:sp>
        <p:nvSpPr>
          <p:cNvPr id="1131" name="a_full_bar_ellipse_1130">
            <a:extLst>
              <a:ext uri="{FF2B5EF4-FFF2-40B4-BE49-F238E27FC236}">
                <a16:creationId xmlns:a16="http://schemas.microsoft.com/office/drawing/2014/main" id="{AD44447C-0FAE-49BD-B40D-852D490C10BB}"/>
              </a:ext>
            </a:extLst>
          </p:cNvPr>
          <p:cNvSpPr>
            <a:spLocks noGrp="1"/>
          </p:cNvSpPr>
          <p:nvPr/>
        </p:nvSpPr>
        <p:spPr>
          <a:xfrm>
            <a:off x="1799192" y="3578265"/>
            <a:ext cx="45341" cy="45341"/>
          </a:xfrm>
          <a:prstGeom prst="ellipse">
            <a:avLst/>
          </a:prstGeom>
          <a:solidFill>
            <a:srgbClr val="7D8990">
              <a:alpha val="40000"/>
            </a:srgbClr>
          </a:solidFill>
          <a:ln w="0">
            <a:noFill/>
            <a:prstDash val="solid"/>
          </a:ln>
        </p:spPr>
      </p:sp>
      <p:sp>
        <p:nvSpPr>
          <p:cNvPr id="1132" name="a_full_bar_ellipse_1131">
            <a:extLst>
              <a:ext uri="{FF2B5EF4-FFF2-40B4-BE49-F238E27FC236}">
                <a16:creationId xmlns:a16="http://schemas.microsoft.com/office/drawing/2014/main" id="{C29BB0A7-9FE2-409C-A5D5-8DD90478D5E4}"/>
              </a:ext>
            </a:extLst>
          </p:cNvPr>
          <p:cNvSpPr>
            <a:spLocks noGrp="1"/>
          </p:cNvSpPr>
          <p:nvPr/>
        </p:nvSpPr>
        <p:spPr>
          <a:xfrm>
            <a:off x="1848020" y="4176259"/>
            <a:ext cx="45341" cy="45341"/>
          </a:xfrm>
          <a:prstGeom prst="ellipse">
            <a:avLst/>
          </a:prstGeom>
          <a:solidFill>
            <a:srgbClr val="7D8990">
              <a:alpha val="40000"/>
            </a:srgbClr>
          </a:solidFill>
          <a:ln w="0">
            <a:noFill/>
            <a:prstDash val="solid"/>
          </a:ln>
        </p:spPr>
      </p:sp>
      <p:sp>
        <p:nvSpPr>
          <p:cNvPr id="1133" name="a_full_bar_ellipse_1132">
            <a:extLst>
              <a:ext uri="{FF2B5EF4-FFF2-40B4-BE49-F238E27FC236}">
                <a16:creationId xmlns:a16="http://schemas.microsoft.com/office/drawing/2014/main" id="{CEB5D11E-7BDE-475B-9F4A-E4723DE4E305}"/>
              </a:ext>
            </a:extLst>
          </p:cNvPr>
          <p:cNvSpPr>
            <a:spLocks noGrp="1"/>
          </p:cNvSpPr>
          <p:nvPr/>
        </p:nvSpPr>
        <p:spPr>
          <a:xfrm>
            <a:off x="1794094" y="2563142"/>
            <a:ext cx="45341" cy="45341"/>
          </a:xfrm>
          <a:prstGeom prst="ellipse">
            <a:avLst/>
          </a:prstGeom>
          <a:solidFill>
            <a:srgbClr val="7D8990">
              <a:alpha val="40000"/>
            </a:srgbClr>
          </a:solidFill>
          <a:ln w="0">
            <a:noFill/>
            <a:prstDash val="solid"/>
          </a:ln>
        </p:spPr>
      </p:sp>
      <p:sp>
        <p:nvSpPr>
          <p:cNvPr id="1134" name="a_full_bar_ellipse_1133">
            <a:extLst>
              <a:ext uri="{FF2B5EF4-FFF2-40B4-BE49-F238E27FC236}">
                <a16:creationId xmlns:a16="http://schemas.microsoft.com/office/drawing/2014/main" id="{CD430CFC-3D2C-4DC7-AAEE-86D3F404E361}"/>
              </a:ext>
            </a:extLst>
          </p:cNvPr>
          <p:cNvSpPr>
            <a:spLocks noGrp="1"/>
          </p:cNvSpPr>
          <p:nvPr/>
        </p:nvSpPr>
        <p:spPr>
          <a:xfrm>
            <a:off x="1825638" y="2352588"/>
            <a:ext cx="45341" cy="45341"/>
          </a:xfrm>
          <a:prstGeom prst="ellipse">
            <a:avLst/>
          </a:prstGeom>
          <a:solidFill>
            <a:srgbClr val="7D8990">
              <a:alpha val="40000"/>
            </a:srgbClr>
          </a:solidFill>
          <a:ln w="0">
            <a:noFill/>
            <a:prstDash val="solid"/>
          </a:ln>
        </p:spPr>
      </p:sp>
      <p:sp>
        <p:nvSpPr>
          <p:cNvPr id="1135" name="a_full_bar_ellipse_1134">
            <a:extLst>
              <a:ext uri="{FF2B5EF4-FFF2-40B4-BE49-F238E27FC236}">
                <a16:creationId xmlns:a16="http://schemas.microsoft.com/office/drawing/2014/main" id="{60F000E9-BC9F-4663-B0EF-0CC3031D9036}"/>
              </a:ext>
            </a:extLst>
          </p:cNvPr>
          <p:cNvSpPr>
            <a:spLocks noGrp="1"/>
          </p:cNvSpPr>
          <p:nvPr/>
        </p:nvSpPr>
        <p:spPr>
          <a:xfrm>
            <a:off x="1949056" y="4457382"/>
            <a:ext cx="45341" cy="45341"/>
          </a:xfrm>
          <a:prstGeom prst="ellipse">
            <a:avLst/>
          </a:prstGeom>
          <a:solidFill>
            <a:srgbClr val="7D8990">
              <a:alpha val="40000"/>
            </a:srgbClr>
          </a:solidFill>
          <a:ln w="0">
            <a:noFill/>
            <a:prstDash val="solid"/>
          </a:ln>
        </p:spPr>
      </p:sp>
      <p:sp>
        <p:nvSpPr>
          <p:cNvPr id="1136" name="a_full_bar_ellipse_1135">
            <a:extLst>
              <a:ext uri="{FF2B5EF4-FFF2-40B4-BE49-F238E27FC236}">
                <a16:creationId xmlns:a16="http://schemas.microsoft.com/office/drawing/2014/main" id="{81D4A96D-3489-4CF5-920A-54E489388550}"/>
              </a:ext>
            </a:extLst>
          </p:cNvPr>
          <p:cNvSpPr>
            <a:spLocks noGrp="1"/>
          </p:cNvSpPr>
          <p:nvPr/>
        </p:nvSpPr>
        <p:spPr>
          <a:xfrm>
            <a:off x="1875092" y="3097152"/>
            <a:ext cx="45341" cy="45341"/>
          </a:xfrm>
          <a:prstGeom prst="ellipse">
            <a:avLst/>
          </a:prstGeom>
          <a:solidFill>
            <a:srgbClr val="7D8990">
              <a:alpha val="40000"/>
            </a:srgbClr>
          </a:solidFill>
          <a:ln w="0">
            <a:noFill/>
            <a:prstDash val="solid"/>
          </a:ln>
        </p:spPr>
      </p:sp>
      <p:sp>
        <p:nvSpPr>
          <p:cNvPr id="1137" name="a_full_bar_ellipse_1136">
            <a:extLst>
              <a:ext uri="{FF2B5EF4-FFF2-40B4-BE49-F238E27FC236}">
                <a16:creationId xmlns:a16="http://schemas.microsoft.com/office/drawing/2014/main" id="{BFADC415-D5A3-4D74-B683-E4531802331A}"/>
              </a:ext>
            </a:extLst>
          </p:cNvPr>
          <p:cNvSpPr>
            <a:spLocks noGrp="1"/>
          </p:cNvSpPr>
          <p:nvPr/>
        </p:nvSpPr>
        <p:spPr>
          <a:xfrm>
            <a:off x="1900706" y="3607543"/>
            <a:ext cx="45341" cy="45341"/>
          </a:xfrm>
          <a:prstGeom prst="ellipse">
            <a:avLst/>
          </a:prstGeom>
          <a:solidFill>
            <a:srgbClr val="7D8990">
              <a:alpha val="40000"/>
            </a:srgbClr>
          </a:solidFill>
          <a:ln w="0">
            <a:noFill/>
            <a:prstDash val="solid"/>
          </a:ln>
        </p:spPr>
      </p:sp>
      <p:sp>
        <p:nvSpPr>
          <p:cNvPr id="1138" name="a_full_bar_ellipse_1137">
            <a:extLst>
              <a:ext uri="{FF2B5EF4-FFF2-40B4-BE49-F238E27FC236}">
                <a16:creationId xmlns:a16="http://schemas.microsoft.com/office/drawing/2014/main" id="{E99D6489-2064-45CE-A6F7-BB91187E815F}"/>
              </a:ext>
            </a:extLst>
          </p:cNvPr>
          <p:cNvSpPr>
            <a:spLocks noGrp="1"/>
          </p:cNvSpPr>
          <p:nvPr/>
        </p:nvSpPr>
        <p:spPr>
          <a:xfrm>
            <a:off x="1938061" y="4081075"/>
            <a:ext cx="45341" cy="45341"/>
          </a:xfrm>
          <a:prstGeom prst="ellipse">
            <a:avLst/>
          </a:prstGeom>
          <a:solidFill>
            <a:srgbClr val="7D8990">
              <a:alpha val="40000"/>
            </a:srgbClr>
          </a:solidFill>
          <a:ln w="0">
            <a:noFill/>
            <a:prstDash val="solid"/>
          </a:ln>
        </p:spPr>
      </p:sp>
      <p:sp>
        <p:nvSpPr>
          <p:cNvPr id="1139" name="a_full_bar_ellipse_1138">
            <a:extLst>
              <a:ext uri="{FF2B5EF4-FFF2-40B4-BE49-F238E27FC236}">
                <a16:creationId xmlns:a16="http://schemas.microsoft.com/office/drawing/2014/main" id="{9D82CC9E-DB12-4A63-A304-BFC93B38FB78}"/>
              </a:ext>
            </a:extLst>
          </p:cNvPr>
          <p:cNvSpPr>
            <a:spLocks noGrp="1"/>
          </p:cNvSpPr>
          <p:nvPr/>
        </p:nvSpPr>
        <p:spPr>
          <a:xfrm>
            <a:off x="1853159" y="4101474"/>
            <a:ext cx="45341" cy="45341"/>
          </a:xfrm>
          <a:prstGeom prst="ellipse">
            <a:avLst/>
          </a:prstGeom>
          <a:solidFill>
            <a:srgbClr val="7D8990">
              <a:alpha val="40000"/>
            </a:srgbClr>
          </a:solidFill>
          <a:ln w="0">
            <a:noFill/>
            <a:prstDash val="solid"/>
          </a:ln>
        </p:spPr>
      </p:sp>
      <p:sp>
        <p:nvSpPr>
          <p:cNvPr id="1140" name="a_full_bar_ellipse_1139">
            <a:extLst>
              <a:ext uri="{FF2B5EF4-FFF2-40B4-BE49-F238E27FC236}">
                <a16:creationId xmlns:a16="http://schemas.microsoft.com/office/drawing/2014/main" id="{69DDBA7E-92D2-483D-B54A-6252C59676EC}"/>
              </a:ext>
            </a:extLst>
          </p:cNvPr>
          <p:cNvSpPr>
            <a:spLocks noGrp="1"/>
          </p:cNvSpPr>
          <p:nvPr/>
        </p:nvSpPr>
        <p:spPr>
          <a:xfrm>
            <a:off x="1920545" y="4457382"/>
            <a:ext cx="45341" cy="45341"/>
          </a:xfrm>
          <a:prstGeom prst="ellipse">
            <a:avLst/>
          </a:prstGeom>
          <a:solidFill>
            <a:srgbClr val="7D8990">
              <a:alpha val="40000"/>
            </a:srgbClr>
          </a:solidFill>
          <a:ln w="0">
            <a:noFill/>
            <a:prstDash val="solid"/>
          </a:ln>
        </p:spPr>
      </p:sp>
      <p:sp>
        <p:nvSpPr>
          <p:cNvPr id="1141" name="a_full_bar_ellipse_1140">
            <a:extLst>
              <a:ext uri="{FF2B5EF4-FFF2-40B4-BE49-F238E27FC236}">
                <a16:creationId xmlns:a16="http://schemas.microsoft.com/office/drawing/2014/main" id="{D4A0A18E-C384-4B50-AF37-D4F70F6C971E}"/>
              </a:ext>
            </a:extLst>
          </p:cNvPr>
          <p:cNvSpPr>
            <a:spLocks noGrp="1"/>
          </p:cNvSpPr>
          <p:nvPr/>
        </p:nvSpPr>
        <p:spPr>
          <a:xfrm>
            <a:off x="1920479" y="4456490"/>
            <a:ext cx="45341" cy="45341"/>
          </a:xfrm>
          <a:prstGeom prst="ellipse">
            <a:avLst/>
          </a:prstGeom>
          <a:solidFill>
            <a:srgbClr val="7D8990">
              <a:alpha val="40000"/>
            </a:srgbClr>
          </a:solidFill>
          <a:ln w="0">
            <a:noFill/>
            <a:prstDash val="solid"/>
          </a:ln>
        </p:spPr>
      </p:sp>
      <p:sp>
        <p:nvSpPr>
          <p:cNvPr id="1142" name="a_full_bar_ellipse_1141">
            <a:extLst>
              <a:ext uri="{FF2B5EF4-FFF2-40B4-BE49-F238E27FC236}">
                <a16:creationId xmlns:a16="http://schemas.microsoft.com/office/drawing/2014/main" id="{A89CB34D-080A-43CB-9504-7A66417D6512}"/>
              </a:ext>
            </a:extLst>
          </p:cNvPr>
          <p:cNvSpPr>
            <a:spLocks noGrp="1"/>
          </p:cNvSpPr>
          <p:nvPr/>
        </p:nvSpPr>
        <p:spPr>
          <a:xfrm>
            <a:off x="1845259" y="2585790"/>
            <a:ext cx="45341" cy="45341"/>
          </a:xfrm>
          <a:prstGeom prst="ellipse">
            <a:avLst/>
          </a:prstGeom>
          <a:solidFill>
            <a:srgbClr val="7D8990">
              <a:alpha val="40000"/>
            </a:srgbClr>
          </a:solidFill>
          <a:ln w="0">
            <a:noFill/>
            <a:prstDash val="solid"/>
          </a:ln>
        </p:spPr>
      </p:sp>
      <p:sp>
        <p:nvSpPr>
          <p:cNvPr id="1143" name="a_full_bar_ellipse_1142">
            <a:extLst>
              <a:ext uri="{FF2B5EF4-FFF2-40B4-BE49-F238E27FC236}">
                <a16:creationId xmlns:a16="http://schemas.microsoft.com/office/drawing/2014/main" id="{3C70EF57-F0F1-44F7-98E3-5DB7E998811F}"/>
              </a:ext>
            </a:extLst>
          </p:cNvPr>
          <p:cNvSpPr>
            <a:spLocks noGrp="1"/>
          </p:cNvSpPr>
          <p:nvPr/>
        </p:nvSpPr>
        <p:spPr>
          <a:xfrm>
            <a:off x="1787099" y="4452590"/>
            <a:ext cx="45341" cy="45341"/>
          </a:xfrm>
          <a:prstGeom prst="ellipse">
            <a:avLst/>
          </a:prstGeom>
          <a:solidFill>
            <a:srgbClr val="7D8990">
              <a:alpha val="40000"/>
            </a:srgbClr>
          </a:solidFill>
          <a:ln w="0">
            <a:noFill/>
            <a:prstDash val="solid"/>
          </a:ln>
        </p:spPr>
      </p:sp>
      <p:sp>
        <p:nvSpPr>
          <p:cNvPr id="1144" name="a_full_bar_ellipse_1143">
            <a:extLst>
              <a:ext uri="{FF2B5EF4-FFF2-40B4-BE49-F238E27FC236}">
                <a16:creationId xmlns:a16="http://schemas.microsoft.com/office/drawing/2014/main" id="{5A2B8EF1-7A69-4C3E-830F-B7EA8F2C1975}"/>
              </a:ext>
            </a:extLst>
          </p:cNvPr>
          <p:cNvSpPr>
            <a:spLocks noGrp="1"/>
          </p:cNvSpPr>
          <p:nvPr/>
        </p:nvSpPr>
        <p:spPr>
          <a:xfrm>
            <a:off x="1951355" y="2344098"/>
            <a:ext cx="45341" cy="45341"/>
          </a:xfrm>
          <a:prstGeom prst="ellipse">
            <a:avLst/>
          </a:prstGeom>
          <a:solidFill>
            <a:srgbClr val="7D8990">
              <a:alpha val="40000"/>
            </a:srgbClr>
          </a:solidFill>
          <a:ln w="0">
            <a:noFill/>
            <a:prstDash val="solid"/>
          </a:ln>
        </p:spPr>
      </p:sp>
      <p:sp>
        <p:nvSpPr>
          <p:cNvPr id="1145" name="a_full_bar_ellipse_1144">
            <a:extLst>
              <a:ext uri="{FF2B5EF4-FFF2-40B4-BE49-F238E27FC236}">
                <a16:creationId xmlns:a16="http://schemas.microsoft.com/office/drawing/2014/main" id="{898ACE15-C86E-4DF1-83AB-0F35851BCDB8}"/>
              </a:ext>
            </a:extLst>
          </p:cNvPr>
          <p:cNvSpPr>
            <a:spLocks noGrp="1"/>
          </p:cNvSpPr>
          <p:nvPr/>
        </p:nvSpPr>
        <p:spPr>
          <a:xfrm>
            <a:off x="1820796" y="3806554"/>
            <a:ext cx="45341" cy="45341"/>
          </a:xfrm>
          <a:prstGeom prst="ellipse">
            <a:avLst/>
          </a:prstGeom>
          <a:solidFill>
            <a:srgbClr val="7D8990">
              <a:alpha val="40000"/>
            </a:srgbClr>
          </a:solidFill>
          <a:ln w="0">
            <a:noFill/>
            <a:prstDash val="solid"/>
          </a:ln>
        </p:spPr>
      </p:sp>
      <p:sp>
        <p:nvSpPr>
          <p:cNvPr id="1146" name="a_full_bar_ellipse_1145">
            <a:extLst>
              <a:ext uri="{FF2B5EF4-FFF2-40B4-BE49-F238E27FC236}">
                <a16:creationId xmlns:a16="http://schemas.microsoft.com/office/drawing/2014/main" id="{F08B84EB-183B-4ABA-9B55-F15904074A9B}"/>
              </a:ext>
            </a:extLst>
          </p:cNvPr>
          <p:cNvSpPr>
            <a:spLocks noGrp="1"/>
          </p:cNvSpPr>
          <p:nvPr/>
        </p:nvSpPr>
        <p:spPr>
          <a:xfrm>
            <a:off x="1885492" y="4131969"/>
            <a:ext cx="45341" cy="45341"/>
          </a:xfrm>
          <a:prstGeom prst="ellipse">
            <a:avLst/>
          </a:prstGeom>
          <a:solidFill>
            <a:srgbClr val="7D8990">
              <a:alpha val="40000"/>
            </a:srgbClr>
          </a:solidFill>
          <a:ln w="0">
            <a:noFill/>
            <a:prstDash val="solid"/>
          </a:ln>
        </p:spPr>
      </p:sp>
      <p:sp>
        <p:nvSpPr>
          <p:cNvPr id="1147" name="a_full_bar_ellipse_1146">
            <a:extLst>
              <a:ext uri="{FF2B5EF4-FFF2-40B4-BE49-F238E27FC236}">
                <a16:creationId xmlns:a16="http://schemas.microsoft.com/office/drawing/2014/main" id="{B9535833-A870-47C9-95C8-B37B6579FB84}"/>
              </a:ext>
            </a:extLst>
          </p:cNvPr>
          <p:cNvSpPr>
            <a:spLocks noGrp="1"/>
          </p:cNvSpPr>
          <p:nvPr/>
        </p:nvSpPr>
        <p:spPr>
          <a:xfrm>
            <a:off x="1802174" y="4454728"/>
            <a:ext cx="45341" cy="45341"/>
          </a:xfrm>
          <a:prstGeom prst="ellipse">
            <a:avLst/>
          </a:prstGeom>
          <a:solidFill>
            <a:srgbClr val="7D8990">
              <a:alpha val="40000"/>
            </a:srgbClr>
          </a:solidFill>
          <a:ln w="0">
            <a:noFill/>
            <a:prstDash val="solid"/>
          </a:ln>
        </p:spPr>
      </p:sp>
      <p:sp>
        <p:nvSpPr>
          <p:cNvPr id="1148" name="a_full_bar_ellipse_1147">
            <a:extLst>
              <a:ext uri="{FF2B5EF4-FFF2-40B4-BE49-F238E27FC236}">
                <a16:creationId xmlns:a16="http://schemas.microsoft.com/office/drawing/2014/main" id="{97C499DB-BD81-4710-B5E2-AA40E3AB553C}"/>
              </a:ext>
            </a:extLst>
          </p:cNvPr>
          <p:cNvSpPr>
            <a:spLocks noGrp="1"/>
          </p:cNvSpPr>
          <p:nvPr/>
        </p:nvSpPr>
        <p:spPr>
          <a:xfrm>
            <a:off x="1810637" y="3580347"/>
            <a:ext cx="45341" cy="45341"/>
          </a:xfrm>
          <a:prstGeom prst="ellipse">
            <a:avLst/>
          </a:prstGeom>
          <a:solidFill>
            <a:srgbClr val="7D8990">
              <a:alpha val="40000"/>
            </a:srgbClr>
          </a:solidFill>
          <a:ln w="0">
            <a:noFill/>
            <a:prstDash val="solid"/>
          </a:ln>
        </p:spPr>
      </p:sp>
      <p:sp>
        <p:nvSpPr>
          <p:cNvPr id="1149" name="a_full_bar_ellipse_1148">
            <a:extLst>
              <a:ext uri="{FF2B5EF4-FFF2-40B4-BE49-F238E27FC236}">
                <a16:creationId xmlns:a16="http://schemas.microsoft.com/office/drawing/2014/main" id="{ED68B8DD-79E6-4BC6-BC8D-068D60867285}"/>
              </a:ext>
            </a:extLst>
          </p:cNvPr>
          <p:cNvSpPr>
            <a:spLocks noGrp="1"/>
          </p:cNvSpPr>
          <p:nvPr/>
        </p:nvSpPr>
        <p:spPr>
          <a:xfrm>
            <a:off x="1823073" y="4457382"/>
            <a:ext cx="45341" cy="45341"/>
          </a:xfrm>
          <a:prstGeom prst="ellipse">
            <a:avLst/>
          </a:prstGeom>
          <a:solidFill>
            <a:srgbClr val="7D8990">
              <a:alpha val="40000"/>
            </a:srgbClr>
          </a:solidFill>
          <a:ln w="0">
            <a:noFill/>
            <a:prstDash val="solid"/>
          </a:ln>
        </p:spPr>
      </p:sp>
      <p:sp>
        <p:nvSpPr>
          <p:cNvPr id="1150" name="a_full_bar_ellipse_1149">
            <a:extLst>
              <a:ext uri="{FF2B5EF4-FFF2-40B4-BE49-F238E27FC236}">
                <a16:creationId xmlns:a16="http://schemas.microsoft.com/office/drawing/2014/main" id="{448545CC-1200-4FFD-A7EA-65AB54413C61}"/>
              </a:ext>
            </a:extLst>
          </p:cNvPr>
          <p:cNvSpPr>
            <a:spLocks noGrp="1"/>
          </p:cNvSpPr>
          <p:nvPr/>
        </p:nvSpPr>
        <p:spPr>
          <a:xfrm>
            <a:off x="1782445" y="3064382"/>
            <a:ext cx="45341" cy="45341"/>
          </a:xfrm>
          <a:prstGeom prst="ellipse">
            <a:avLst/>
          </a:prstGeom>
          <a:solidFill>
            <a:srgbClr val="7D8990">
              <a:alpha val="40000"/>
            </a:srgbClr>
          </a:solidFill>
          <a:ln w="0">
            <a:noFill/>
            <a:prstDash val="solid"/>
          </a:ln>
        </p:spPr>
      </p:sp>
      <p:sp>
        <p:nvSpPr>
          <p:cNvPr id="1151" name="a_full_bar_ellipse_1150">
            <a:extLst>
              <a:ext uri="{FF2B5EF4-FFF2-40B4-BE49-F238E27FC236}">
                <a16:creationId xmlns:a16="http://schemas.microsoft.com/office/drawing/2014/main" id="{2C77D961-7C0C-4CB2-B12E-1353AFB19AB9}"/>
              </a:ext>
            </a:extLst>
          </p:cNvPr>
          <p:cNvSpPr>
            <a:spLocks noGrp="1"/>
          </p:cNvSpPr>
          <p:nvPr/>
        </p:nvSpPr>
        <p:spPr>
          <a:xfrm>
            <a:off x="1971524" y="3484566"/>
            <a:ext cx="45341" cy="45341"/>
          </a:xfrm>
          <a:prstGeom prst="ellipse">
            <a:avLst/>
          </a:prstGeom>
          <a:solidFill>
            <a:srgbClr val="7D8990">
              <a:alpha val="40000"/>
            </a:srgbClr>
          </a:solidFill>
          <a:ln w="0">
            <a:noFill/>
            <a:prstDash val="solid"/>
          </a:ln>
        </p:spPr>
      </p:sp>
      <p:sp>
        <p:nvSpPr>
          <p:cNvPr id="1152" name="a_full_bar_ellipse_1151">
            <a:extLst>
              <a:ext uri="{FF2B5EF4-FFF2-40B4-BE49-F238E27FC236}">
                <a16:creationId xmlns:a16="http://schemas.microsoft.com/office/drawing/2014/main" id="{0C57D3BD-1778-4950-BA01-5D9885857556}"/>
              </a:ext>
            </a:extLst>
          </p:cNvPr>
          <p:cNvSpPr>
            <a:spLocks noGrp="1"/>
          </p:cNvSpPr>
          <p:nvPr/>
        </p:nvSpPr>
        <p:spPr>
          <a:xfrm>
            <a:off x="1793125" y="2580951"/>
            <a:ext cx="45341" cy="45341"/>
          </a:xfrm>
          <a:prstGeom prst="ellipse">
            <a:avLst/>
          </a:prstGeom>
          <a:solidFill>
            <a:srgbClr val="7D8990">
              <a:alpha val="40000"/>
            </a:srgbClr>
          </a:solidFill>
          <a:ln w="0">
            <a:noFill/>
            <a:prstDash val="solid"/>
          </a:ln>
        </p:spPr>
      </p:sp>
      <p:sp>
        <p:nvSpPr>
          <p:cNvPr id="1153" name="a_full_bar_ellipse_1152">
            <a:extLst>
              <a:ext uri="{FF2B5EF4-FFF2-40B4-BE49-F238E27FC236}">
                <a16:creationId xmlns:a16="http://schemas.microsoft.com/office/drawing/2014/main" id="{5C8B9C10-62A9-41B8-9975-6789175B8329}"/>
              </a:ext>
            </a:extLst>
          </p:cNvPr>
          <p:cNvSpPr>
            <a:spLocks noGrp="1"/>
          </p:cNvSpPr>
          <p:nvPr/>
        </p:nvSpPr>
        <p:spPr>
          <a:xfrm>
            <a:off x="1797927" y="2964410"/>
            <a:ext cx="45341" cy="45341"/>
          </a:xfrm>
          <a:prstGeom prst="ellipse">
            <a:avLst/>
          </a:prstGeom>
          <a:solidFill>
            <a:srgbClr val="7D8990">
              <a:alpha val="40000"/>
            </a:srgbClr>
          </a:solidFill>
          <a:ln w="0">
            <a:noFill/>
            <a:prstDash val="solid"/>
          </a:ln>
        </p:spPr>
      </p:sp>
      <p:sp>
        <p:nvSpPr>
          <p:cNvPr id="1154" name="a_full_bar_ellipse_1153">
            <a:extLst>
              <a:ext uri="{FF2B5EF4-FFF2-40B4-BE49-F238E27FC236}">
                <a16:creationId xmlns:a16="http://schemas.microsoft.com/office/drawing/2014/main" id="{50A8DA83-AB3F-465E-A8D6-CB204CE18F7D}"/>
              </a:ext>
            </a:extLst>
          </p:cNvPr>
          <p:cNvSpPr>
            <a:spLocks noGrp="1"/>
          </p:cNvSpPr>
          <p:nvPr/>
        </p:nvSpPr>
        <p:spPr>
          <a:xfrm>
            <a:off x="1969047" y="2616276"/>
            <a:ext cx="45341" cy="45341"/>
          </a:xfrm>
          <a:prstGeom prst="ellipse">
            <a:avLst/>
          </a:prstGeom>
          <a:solidFill>
            <a:srgbClr val="7D8990">
              <a:alpha val="40000"/>
            </a:srgbClr>
          </a:solidFill>
          <a:ln w="0">
            <a:noFill/>
            <a:prstDash val="solid"/>
          </a:ln>
        </p:spPr>
      </p:sp>
      <p:sp>
        <p:nvSpPr>
          <p:cNvPr id="1155" name="a_full_bar_ellipse_1154">
            <a:extLst>
              <a:ext uri="{FF2B5EF4-FFF2-40B4-BE49-F238E27FC236}">
                <a16:creationId xmlns:a16="http://schemas.microsoft.com/office/drawing/2014/main" id="{39D83CAE-93CF-4CE2-B9A2-676C2F82D028}"/>
              </a:ext>
            </a:extLst>
          </p:cNvPr>
          <p:cNvSpPr>
            <a:spLocks noGrp="1"/>
          </p:cNvSpPr>
          <p:nvPr/>
        </p:nvSpPr>
        <p:spPr>
          <a:xfrm>
            <a:off x="1892565" y="3521625"/>
            <a:ext cx="45341" cy="45341"/>
          </a:xfrm>
          <a:prstGeom prst="ellipse">
            <a:avLst/>
          </a:prstGeom>
          <a:solidFill>
            <a:srgbClr val="7D8990">
              <a:alpha val="40000"/>
            </a:srgbClr>
          </a:solidFill>
          <a:ln w="0">
            <a:noFill/>
            <a:prstDash val="solid"/>
          </a:ln>
        </p:spPr>
      </p:sp>
      <p:sp>
        <p:nvSpPr>
          <p:cNvPr id="1156" name="a_full_bar_ellipse_1155">
            <a:extLst>
              <a:ext uri="{FF2B5EF4-FFF2-40B4-BE49-F238E27FC236}">
                <a16:creationId xmlns:a16="http://schemas.microsoft.com/office/drawing/2014/main" id="{A137D5AD-2281-4148-A703-73CB6E6D7F70}"/>
              </a:ext>
            </a:extLst>
          </p:cNvPr>
          <p:cNvSpPr>
            <a:spLocks noGrp="1"/>
          </p:cNvSpPr>
          <p:nvPr/>
        </p:nvSpPr>
        <p:spPr>
          <a:xfrm>
            <a:off x="1904910" y="4457382"/>
            <a:ext cx="45341" cy="45341"/>
          </a:xfrm>
          <a:prstGeom prst="ellipse">
            <a:avLst/>
          </a:prstGeom>
          <a:solidFill>
            <a:srgbClr val="7D8990">
              <a:alpha val="40000"/>
            </a:srgbClr>
          </a:solidFill>
          <a:ln w="0">
            <a:noFill/>
            <a:prstDash val="solid"/>
          </a:ln>
        </p:spPr>
      </p:sp>
      <p:sp>
        <p:nvSpPr>
          <p:cNvPr id="1157" name="a_full_bar_ellipse_1156">
            <a:extLst>
              <a:ext uri="{FF2B5EF4-FFF2-40B4-BE49-F238E27FC236}">
                <a16:creationId xmlns:a16="http://schemas.microsoft.com/office/drawing/2014/main" id="{6F8D237F-A5D7-4340-884E-5D1D71FB3D6E}"/>
              </a:ext>
            </a:extLst>
          </p:cNvPr>
          <p:cNvSpPr>
            <a:spLocks noGrp="1"/>
          </p:cNvSpPr>
          <p:nvPr/>
        </p:nvSpPr>
        <p:spPr>
          <a:xfrm>
            <a:off x="1868951" y="3426736"/>
            <a:ext cx="45341" cy="45341"/>
          </a:xfrm>
          <a:prstGeom prst="ellipse">
            <a:avLst/>
          </a:prstGeom>
          <a:solidFill>
            <a:srgbClr val="7D8990">
              <a:alpha val="40000"/>
            </a:srgbClr>
          </a:solidFill>
          <a:ln w="0">
            <a:noFill/>
            <a:prstDash val="solid"/>
          </a:ln>
        </p:spPr>
      </p:sp>
      <p:sp>
        <p:nvSpPr>
          <p:cNvPr id="1158" name="a_full_bar_ellipse_1157">
            <a:extLst>
              <a:ext uri="{FF2B5EF4-FFF2-40B4-BE49-F238E27FC236}">
                <a16:creationId xmlns:a16="http://schemas.microsoft.com/office/drawing/2014/main" id="{22C749C7-4797-48A4-A548-6ADDABEAC524}"/>
              </a:ext>
            </a:extLst>
          </p:cNvPr>
          <p:cNvSpPr>
            <a:spLocks noGrp="1"/>
          </p:cNvSpPr>
          <p:nvPr/>
        </p:nvSpPr>
        <p:spPr>
          <a:xfrm>
            <a:off x="1852191" y="3604207"/>
            <a:ext cx="45341" cy="45341"/>
          </a:xfrm>
          <a:prstGeom prst="ellipse">
            <a:avLst/>
          </a:prstGeom>
          <a:solidFill>
            <a:srgbClr val="7D8990">
              <a:alpha val="40000"/>
            </a:srgbClr>
          </a:solidFill>
          <a:ln w="0">
            <a:noFill/>
            <a:prstDash val="solid"/>
          </a:ln>
        </p:spPr>
      </p:sp>
      <p:sp>
        <p:nvSpPr>
          <p:cNvPr id="1159" name="a_full_bar_ellipse_1158">
            <a:extLst>
              <a:ext uri="{FF2B5EF4-FFF2-40B4-BE49-F238E27FC236}">
                <a16:creationId xmlns:a16="http://schemas.microsoft.com/office/drawing/2014/main" id="{90136112-1906-4551-A593-6A54455B7F66}"/>
              </a:ext>
            </a:extLst>
          </p:cNvPr>
          <p:cNvSpPr>
            <a:spLocks noGrp="1"/>
          </p:cNvSpPr>
          <p:nvPr/>
        </p:nvSpPr>
        <p:spPr>
          <a:xfrm>
            <a:off x="1814185" y="3829328"/>
            <a:ext cx="45341" cy="45341"/>
          </a:xfrm>
          <a:prstGeom prst="ellipse">
            <a:avLst/>
          </a:prstGeom>
          <a:solidFill>
            <a:srgbClr val="7D8990">
              <a:alpha val="40000"/>
            </a:srgbClr>
          </a:solidFill>
          <a:ln w="0">
            <a:noFill/>
            <a:prstDash val="solid"/>
          </a:ln>
        </p:spPr>
      </p:sp>
      <p:sp>
        <p:nvSpPr>
          <p:cNvPr id="1160" name="a_full_bar_ellipse_1159">
            <a:extLst>
              <a:ext uri="{FF2B5EF4-FFF2-40B4-BE49-F238E27FC236}">
                <a16:creationId xmlns:a16="http://schemas.microsoft.com/office/drawing/2014/main" id="{E96BBBAB-F978-47EF-AE24-AFDF367D4DCC}"/>
              </a:ext>
            </a:extLst>
          </p:cNvPr>
          <p:cNvSpPr>
            <a:spLocks noGrp="1"/>
          </p:cNvSpPr>
          <p:nvPr/>
        </p:nvSpPr>
        <p:spPr>
          <a:xfrm>
            <a:off x="1850939" y="2988944"/>
            <a:ext cx="45341" cy="45341"/>
          </a:xfrm>
          <a:prstGeom prst="ellipse">
            <a:avLst/>
          </a:prstGeom>
          <a:solidFill>
            <a:srgbClr val="7D8990">
              <a:alpha val="40000"/>
            </a:srgbClr>
          </a:solidFill>
          <a:ln w="0">
            <a:noFill/>
            <a:prstDash val="solid"/>
          </a:ln>
        </p:spPr>
      </p:sp>
      <p:sp>
        <p:nvSpPr>
          <p:cNvPr id="1161" name="a_full_bar_ellipse_1160">
            <a:extLst>
              <a:ext uri="{FF2B5EF4-FFF2-40B4-BE49-F238E27FC236}">
                <a16:creationId xmlns:a16="http://schemas.microsoft.com/office/drawing/2014/main" id="{656F9DAA-D6C8-484A-B1EA-9F9064743C5A}"/>
              </a:ext>
            </a:extLst>
          </p:cNvPr>
          <p:cNvSpPr>
            <a:spLocks noGrp="1"/>
          </p:cNvSpPr>
          <p:nvPr/>
        </p:nvSpPr>
        <p:spPr>
          <a:xfrm>
            <a:off x="1890992" y="3635205"/>
            <a:ext cx="45341" cy="45341"/>
          </a:xfrm>
          <a:prstGeom prst="ellipse">
            <a:avLst/>
          </a:prstGeom>
          <a:solidFill>
            <a:srgbClr val="7D8990">
              <a:alpha val="40000"/>
            </a:srgbClr>
          </a:solidFill>
          <a:ln w="0">
            <a:noFill/>
            <a:prstDash val="solid"/>
          </a:ln>
        </p:spPr>
      </p:sp>
      <p:sp>
        <p:nvSpPr>
          <p:cNvPr id="1162" name="a_full_bar_ellipse_1161">
            <a:extLst>
              <a:ext uri="{FF2B5EF4-FFF2-40B4-BE49-F238E27FC236}">
                <a16:creationId xmlns:a16="http://schemas.microsoft.com/office/drawing/2014/main" id="{D390F1CD-9016-4432-8B21-EAD5D59C0BCF}"/>
              </a:ext>
            </a:extLst>
          </p:cNvPr>
          <p:cNvSpPr>
            <a:spLocks noGrp="1"/>
          </p:cNvSpPr>
          <p:nvPr/>
        </p:nvSpPr>
        <p:spPr>
          <a:xfrm>
            <a:off x="1915314" y="2354515"/>
            <a:ext cx="45341" cy="45341"/>
          </a:xfrm>
          <a:prstGeom prst="ellipse">
            <a:avLst/>
          </a:prstGeom>
          <a:solidFill>
            <a:srgbClr val="7D8990">
              <a:alpha val="40000"/>
            </a:srgbClr>
          </a:solidFill>
          <a:ln w="0">
            <a:noFill/>
            <a:prstDash val="solid"/>
          </a:ln>
        </p:spPr>
      </p:sp>
      <p:sp>
        <p:nvSpPr>
          <p:cNvPr id="1163" name="a_full_bar_ellipse_1162">
            <a:extLst>
              <a:ext uri="{FF2B5EF4-FFF2-40B4-BE49-F238E27FC236}">
                <a16:creationId xmlns:a16="http://schemas.microsoft.com/office/drawing/2014/main" id="{82D31A76-382B-48E7-AB05-7AAEE1484473}"/>
              </a:ext>
            </a:extLst>
          </p:cNvPr>
          <p:cNvSpPr>
            <a:spLocks noGrp="1"/>
          </p:cNvSpPr>
          <p:nvPr/>
        </p:nvSpPr>
        <p:spPr>
          <a:xfrm>
            <a:off x="1809369" y="3044485"/>
            <a:ext cx="45341" cy="45341"/>
          </a:xfrm>
          <a:prstGeom prst="ellipse">
            <a:avLst/>
          </a:prstGeom>
          <a:solidFill>
            <a:srgbClr val="7D8990">
              <a:alpha val="40000"/>
            </a:srgbClr>
          </a:solidFill>
          <a:ln w="0">
            <a:noFill/>
            <a:prstDash val="solid"/>
          </a:ln>
        </p:spPr>
      </p:sp>
      <p:sp>
        <p:nvSpPr>
          <p:cNvPr id="1164" name="a_full_bar_ellipse_1163">
            <a:extLst>
              <a:ext uri="{FF2B5EF4-FFF2-40B4-BE49-F238E27FC236}">
                <a16:creationId xmlns:a16="http://schemas.microsoft.com/office/drawing/2014/main" id="{91B677F9-78CA-4B37-BF3D-626F86F9D57A}"/>
              </a:ext>
            </a:extLst>
          </p:cNvPr>
          <p:cNvSpPr>
            <a:spLocks noGrp="1"/>
          </p:cNvSpPr>
          <p:nvPr/>
        </p:nvSpPr>
        <p:spPr>
          <a:xfrm>
            <a:off x="1955344" y="2443071"/>
            <a:ext cx="45341" cy="45341"/>
          </a:xfrm>
          <a:prstGeom prst="ellipse">
            <a:avLst/>
          </a:prstGeom>
          <a:solidFill>
            <a:srgbClr val="7D8990">
              <a:alpha val="40000"/>
            </a:srgbClr>
          </a:solidFill>
          <a:ln w="0">
            <a:noFill/>
            <a:prstDash val="solid"/>
          </a:ln>
        </p:spPr>
      </p:sp>
      <p:sp>
        <p:nvSpPr>
          <p:cNvPr id="1165" name="a_full_bar_ellipse_1164">
            <a:extLst>
              <a:ext uri="{FF2B5EF4-FFF2-40B4-BE49-F238E27FC236}">
                <a16:creationId xmlns:a16="http://schemas.microsoft.com/office/drawing/2014/main" id="{260B1E78-2683-4E0B-B2B4-1D49101FEF76}"/>
              </a:ext>
            </a:extLst>
          </p:cNvPr>
          <p:cNvSpPr>
            <a:spLocks noGrp="1"/>
          </p:cNvSpPr>
          <p:nvPr/>
        </p:nvSpPr>
        <p:spPr>
          <a:xfrm>
            <a:off x="1923892" y="2918645"/>
            <a:ext cx="45341" cy="45341"/>
          </a:xfrm>
          <a:prstGeom prst="ellipse">
            <a:avLst/>
          </a:prstGeom>
          <a:solidFill>
            <a:srgbClr val="7D8990">
              <a:alpha val="40000"/>
            </a:srgbClr>
          </a:solidFill>
          <a:ln w="0">
            <a:noFill/>
            <a:prstDash val="solid"/>
          </a:ln>
        </p:spPr>
      </p:sp>
      <p:sp>
        <p:nvSpPr>
          <p:cNvPr id="1166" name="a_full_bar_ellipse_1165">
            <a:extLst>
              <a:ext uri="{FF2B5EF4-FFF2-40B4-BE49-F238E27FC236}">
                <a16:creationId xmlns:a16="http://schemas.microsoft.com/office/drawing/2014/main" id="{7B9C2771-4C50-4E7D-BDEA-EBDCCD7464D6}"/>
              </a:ext>
            </a:extLst>
          </p:cNvPr>
          <p:cNvSpPr>
            <a:spLocks noGrp="1"/>
          </p:cNvSpPr>
          <p:nvPr/>
        </p:nvSpPr>
        <p:spPr>
          <a:xfrm>
            <a:off x="1900817" y="3225969"/>
            <a:ext cx="45341" cy="45341"/>
          </a:xfrm>
          <a:prstGeom prst="ellipse">
            <a:avLst/>
          </a:prstGeom>
          <a:solidFill>
            <a:srgbClr val="7D8990">
              <a:alpha val="40000"/>
            </a:srgbClr>
          </a:solidFill>
          <a:ln w="0">
            <a:noFill/>
            <a:prstDash val="solid"/>
          </a:ln>
        </p:spPr>
      </p:sp>
      <p:sp>
        <p:nvSpPr>
          <p:cNvPr id="1167" name="a_full_bar_ellipse_1166">
            <a:extLst>
              <a:ext uri="{FF2B5EF4-FFF2-40B4-BE49-F238E27FC236}">
                <a16:creationId xmlns:a16="http://schemas.microsoft.com/office/drawing/2014/main" id="{81FE7FEB-076A-4EA5-9737-2C0801CE3F19}"/>
              </a:ext>
            </a:extLst>
          </p:cNvPr>
          <p:cNvSpPr>
            <a:spLocks noGrp="1"/>
          </p:cNvSpPr>
          <p:nvPr/>
        </p:nvSpPr>
        <p:spPr>
          <a:xfrm>
            <a:off x="1864733" y="4354893"/>
            <a:ext cx="45341" cy="45341"/>
          </a:xfrm>
          <a:prstGeom prst="ellipse">
            <a:avLst/>
          </a:prstGeom>
          <a:solidFill>
            <a:srgbClr val="7D8990">
              <a:alpha val="40000"/>
            </a:srgbClr>
          </a:solidFill>
          <a:ln w="0">
            <a:noFill/>
            <a:prstDash val="solid"/>
          </a:ln>
        </p:spPr>
      </p:sp>
      <p:sp>
        <p:nvSpPr>
          <p:cNvPr id="1168" name="a_full_bar_ellipse_1167">
            <a:extLst>
              <a:ext uri="{FF2B5EF4-FFF2-40B4-BE49-F238E27FC236}">
                <a16:creationId xmlns:a16="http://schemas.microsoft.com/office/drawing/2014/main" id="{961571FB-94DB-43C7-B760-404FC84D66E5}"/>
              </a:ext>
            </a:extLst>
          </p:cNvPr>
          <p:cNvSpPr>
            <a:spLocks noGrp="1"/>
          </p:cNvSpPr>
          <p:nvPr/>
        </p:nvSpPr>
        <p:spPr>
          <a:xfrm>
            <a:off x="1875387" y="4457382"/>
            <a:ext cx="45341" cy="45341"/>
          </a:xfrm>
          <a:prstGeom prst="ellipse">
            <a:avLst/>
          </a:prstGeom>
          <a:solidFill>
            <a:srgbClr val="7D8990">
              <a:alpha val="40000"/>
            </a:srgbClr>
          </a:solidFill>
          <a:ln w="0">
            <a:noFill/>
            <a:prstDash val="solid"/>
          </a:ln>
        </p:spPr>
      </p:sp>
      <p:sp>
        <p:nvSpPr>
          <p:cNvPr id="1169" name="a_full_bar_ellipse_1168">
            <a:extLst>
              <a:ext uri="{FF2B5EF4-FFF2-40B4-BE49-F238E27FC236}">
                <a16:creationId xmlns:a16="http://schemas.microsoft.com/office/drawing/2014/main" id="{400175BC-E92D-4F3F-9B20-F263885779A5}"/>
              </a:ext>
            </a:extLst>
          </p:cNvPr>
          <p:cNvSpPr>
            <a:spLocks noGrp="1"/>
          </p:cNvSpPr>
          <p:nvPr/>
        </p:nvSpPr>
        <p:spPr>
          <a:xfrm>
            <a:off x="1943785" y="4281646"/>
            <a:ext cx="45341" cy="45341"/>
          </a:xfrm>
          <a:prstGeom prst="ellipse">
            <a:avLst/>
          </a:prstGeom>
          <a:solidFill>
            <a:srgbClr val="7D8990">
              <a:alpha val="40000"/>
            </a:srgbClr>
          </a:solidFill>
          <a:ln w="0">
            <a:noFill/>
            <a:prstDash val="solid"/>
          </a:ln>
        </p:spPr>
      </p:sp>
      <p:sp>
        <p:nvSpPr>
          <p:cNvPr id="1170" name="a_full_bar_ellipse_1169">
            <a:extLst>
              <a:ext uri="{FF2B5EF4-FFF2-40B4-BE49-F238E27FC236}">
                <a16:creationId xmlns:a16="http://schemas.microsoft.com/office/drawing/2014/main" id="{F04007DD-FC3B-459C-B653-F55E9A786D99}"/>
              </a:ext>
            </a:extLst>
          </p:cNvPr>
          <p:cNvSpPr>
            <a:spLocks noGrp="1"/>
          </p:cNvSpPr>
          <p:nvPr/>
        </p:nvSpPr>
        <p:spPr>
          <a:xfrm>
            <a:off x="1889185" y="4457382"/>
            <a:ext cx="45341" cy="45341"/>
          </a:xfrm>
          <a:prstGeom prst="ellipse">
            <a:avLst/>
          </a:prstGeom>
          <a:solidFill>
            <a:srgbClr val="7D8990">
              <a:alpha val="40000"/>
            </a:srgbClr>
          </a:solidFill>
          <a:ln w="0">
            <a:noFill/>
            <a:prstDash val="solid"/>
          </a:ln>
        </p:spPr>
      </p:sp>
      <p:sp>
        <p:nvSpPr>
          <p:cNvPr id="1171" name="a_full_bar_ellipse_1170">
            <a:extLst>
              <a:ext uri="{FF2B5EF4-FFF2-40B4-BE49-F238E27FC236}">
                <a16:creationId xmlns:a16="http://schemas.microsoft.com/office/drawing/2014/main" id="{27EC8BC1-6683-4CD3-AEDA-AC20981B6ADB}"/>
              </a:ext>
            </a:extLst>
          </p:cNvPr>
          <p:cNvSpPr>
            <a:spLocks noGrp="1"/>
          </p:cNvSpPr>
          <p:nvPr/>
        </p:nvSpPr>
        <p:spPr>
          <a:xfrm>
            <a:off x="1787084" y="3914185"/>
            <a:ext cx="45341" cy="45341"/>
          </a:xfrm>
          <a:prstGeom prst="ellipse">
            <a:avLst/>
          </a:prstGeom>
          <a:solidFill>
            <a:srgbClr val="7D8990">
              <a:alpha val="40000"/>
            </a:srgbClr>
          </a:solidFill>
          <a:ln w="0">
            <a:noFill/>
            <a:prstDash val="solid"/>
          </a:ln>
        </p:spPr>
      </p:sp>
      <p:sp>
        <p:nvSpPr>
          <p:cNvPr id="1172" name="a_full_bar_ellipse_1171">
            <a:extLst>
              <a:ext uri="{FF2B5EF4-FFF2-40B4-BE49-F238E27FC236}">
                <a16:creationId xmlns:a16="http://schemas.microsoft.com/office/drawing/2014/main" id="{E0A51B43-1608-4993-86E7-0DB09B594E59}"/>
              </a:ext>
            </a:extLst>
          </p:cNvPr>
          <p:cNvSpPr>
            <a:spLocks noGrp="1"/>
          </p:cNvSpPr>
          <p:nvPr/>
        </p:nvSpPr>
        <p:spPr>
          <a:xfrm>
            <a:off x="1893200" y="4444289"/>
            <a:ext cx="45341" cy="45341"/>
          </a:xfrm>
          <a:prstGeom prst="ellipse">
            <a:avLst/>
          </a:prstGeom>
          <a:solidFill>
            <a:srgbClr val="7D8990">
              <a:alpha val="40000"/>
            </a:srgbClr>
          </a:solidFill>
          <a:ln w="0">
            <a:noFill/>
            <a:prstDash val="solid"/>
          </a:ln>
        </p:spPr>
      </p:sp>
      <p:sp>
        <p:nvSpPr>
          <p:cNvPr id="1173" name="a_full_bar_ellipse_1172">
            <a:extLst>
              <a:ext uri="{FF2B5EF4-FFF2-40B4-BE49-F238E27FC236}">
                <a16:creationId xmlns:a16="http://schemas.microsoft.com/office/drawing/2014/main" id="{2B11807C-E34D-47F3-B33A-AF21C91240B8}"/>
              </a:ext>
            </a:extLst>
          </p:cNvPr>
          <p:cNvSpPr>
            <a:spLocks noGrp="1"/>
          </p:cNvSpPr>
          <p:nvPr/>
        </p:nvSpPr>
        <p:spPr>
          <a:xfrm>
            <a:off x="1954599" y="3661452"/>
            <a:ext cx="45341" cy="45341"/>
          </a:xfrm>
          <a:prstGeom prst="ellipse">
            <a:avLst/>
          </a:prstGeom>
          <a:solidFill>
            <a:srgbClr val="7D8990">
              <a:alpha val="40000"/>
            </a:srgbClr>
          </a:solidFill>
          <a:ln w="0">
            <a:noFill/>
            <a:prstDash val="solid"/>
          </a:ln>
        </p:spPr>
      </p:sp>
      <p:sp>
        <p:nvSpPr>
          <p:cNvPr id="1174" name="a_full_bar_ellipse_1173">
            <a:extLst>
              <a:ext uri="{FF2B5EF4-FFF2-40B4-BE49-F238E27FC236}">
                <a16:creationId xmlns:a16="http://schemas.microsoft.com/office/drawing/2014/main" id="{C104AA71-FE16-4BFC-A62E-F646A91BCD70}"/>
              </a:ext>
            </a:extLst>
          </p:cNvPr>
          <p:cNvSpPr>
            <a:spLocks noGrp="1"/>
          </p:cNvSpPr>
          <p:nvPr/>
        </p:nvSpPr>
        <p:spPr>
          <a:xfrm>
            <a:off x="1790206" y="4113022"/>
            <a:ext cx="45341" cy="45341"/>
          </a:xfrm>
          <a:prstGeom prst="ellipse">
            <a:avLst/>
          </a:prstGeom>
          <a:solidFill>
            <a:srgbClr val="7D8990">
              <a:alpha val="40000"/>
            </a:srgbClr>
          </a:solidFill>
          <a:ln w="0">
            <a:noFill/>
            <a:prstDash val="solid"/>
          </a:ln>
        </p:spPr>
      </p:sp>
      <p:sp>
        <p:nvSpPr>
          <p:cNvPr id="1175" name="a_full_bar_ellipse_1174">
            <a:extLst>
              <a:ext uri="{FF2B5EF4-FFF2-40B4-BE49-F238E27FC236}">
                <a16:creationId xmlns:a16="http://schemas.microsoft.com/office/drawing/2014/main" id="{9F92318D-DC35-40A6-851E-9B60FF9C87AE}"/>
              </a:ext>
            </a:extLst>
          </p:cNvPr>
          <p:cNvSpPr>
            <a:spLocks noGrp="1"/>
          </p:cNvSpPr>
          <p:nvPr/>
        </p:nvSpPr>
        <p:spPr>
          <a:xfrm>
            <a:off x="1918830" y="2408652"/>
            <a:ext cx="45341" cy="45341"/>
          </a:xfrm>
          <a:prstGeom prst="ellipse">
            <a:avLst/>
          </a:prstGeom>
          <a:solidFill>
            <a:srgbClr val="7D8990">
              <a:alpha val="40000"/>
            </a:srgbClr>
          </a:solidFill>
          <a:ln w="0">
            <a:noFill/>
            <a:prstDash val="solid"/>
          </a:ln>
        </p:spPr>
      </p:sp>
      <p:sp>
        <p:nvSpPr>
          <p:cNvPr id="1176" name="a_full_bar_ellipse_1175">
            <a:extLst>
              <a:ext uri="{FF2B5EF4-FFF2-40B4-BE49-F238E27FC236}">
                <a16:creationId xmlns:a16="http://schemas.microsoft.com/office/drawing/2014/main" id="{36D817E6-222E-442D-8283-60E02DADAF49}"/>
              </a:ext>
            </a:extLst>
          </p:cNvPr>
          <p:cNvSpPr>
            <a:spLocks noGrp="1"/>
          </p:cNvSpPr>
          <p:nvPr/>
        </p:nvSpPr>
        <p:spPr>
          <a:xfrm>
            <a:off x="1843012" y="3003637"/>
            <a:ext cx="45341" cy="45341"/>
          </a:xfrm>
          <a:prstGeom prst="ellipse">
            <a:avLst/>
          </a:prstGeom>
          <a:solidFill>
            <a:srgbClr val="7D8990">
              <a:alpha val="40000"/>
            </a:srgbClr>
          </a:solidFill>
          <a:ln w="0">
            <a:noFill/>
            <a:prstDash val="solid"/>
          </a:ln>
        </p:spPr>
      </p:sp>
      <p:sp>
        <p:nvSpPr>
          <p:cNvPr id="1177" name="a_full_bar_ellipse_1176">
            <a:extLst>
              <a:ext uri="{FF2B5EF4-FFF2-40B4-BE49-F238E27FC236}">
                <a16:creationId xmlns:a16="http://schemas.microsoft.com/office/drawing/2014/main" id="{2DFF12D6-3D30-4B66-AC51-F60B23D6BF66}"/>
              </a:ext>
            </a:extLst>
          </p:cNvPr>
          <p:cNvSpPr>
            <a:spLocks noGrp="1"/>
          </p:cNvSpPr>
          <p:nvPr/>
        </p:nvSpPr>
        <p:spPr>
          <a:xfrm>
            <a:off x="1939416" y="3562245"/>
            <a:ext cx="45341" cy="45341"/>
          </a:xfrm>
          <a:prstGeom prst="ellipse">
            <a:avLst/>
          </a:prstGeom>
          <a:solidFill>
            <a:srgbClr val="7D8990">
              <a:alpha val="40000"/>
            </a:srgbClr>
          </a:solidFill>
          <a:ln w="0">
            <a:noFill/>
            <a:prstDash val="solid"/>
          </a:ln>
        </p:spPr>
      </p:sp>
      <p:sp>
        <p:nvSpPr>
          <p:cNvPr id="1178" name="a_full_bar_ellipse_1177">
            <a:extLst>
              <a:ext uri="{FF2B5EF4-FFF2-40B4-BE49-F238E27FC236}">
                <a16:creationId xmlns:a16="http://schemas.microsoft.com/office/drawing/2014/main" id="{D9E3F3C9-A009-41AC-AF5C-6D6B123C63D0}"/>
              </a:ext>
            </a:extLst>
          </p:cNvPr>
          <p:cNvSpPr>
            <a:spLocks noGrp="1"/>
          </p:cNvSpPr>
          <p:nvPr/>
        </p:nvSpPr>
        <p:spPr>
          <a:xfrm>
            <a:off x="1927496" y="4446277"/>
            <a:ext cx="45341" cy="45341"/>
          </a:xfrm>
          <a:prstGeom prst="ellipse">
            <a:avLst/>
          </a:prstGeom>
          <a:solidFill>
            <a:srgbClr val="7D8990">
              <a:alpha val="40000"/>
            </a:srgbClr>
          </a:solidFill>
          <a:ln w="0">
            <a:noFill/>
            <a:prstDash val="solid"/>
          </a:ln>
        </p:spPr>
      </p:sp>
      <p:sp>
        <p:nvSpPr>
          <p:cNvPr id="1179" name="a_full_bar_ellipse_1178">
            <a:extLst>
              <a:ext uri="{FF2B5EF4-FFF2-40B4-BE49-F238E27FC236}">
                <a16:creationId xmlns:a16="http://schemas.microsoft.com/office/drawing/2014/main" id="{59B860AA-716D-40EE-B1A5-DD2A7E81EA38}"/>
              </a:ext>
            </a:extLst>
          </p:cNvPr>
          <p:cNvSpPr>
            <a:spLocks noGrp="1"/>
          </p:cNvSpPr>
          <p:nvPr/>
        </p:nvSpPr>
        <p:spPr>
          <a:xfrm>
            <a:off x="1806936" y="3655624"/>
            <a:ext cx="45341" cy="45341"/>
          </a:xfrm>
          <a:prstGeom prst="ellipse">
            <a:avLst/>
          </a:prstGeom>
          <a:solidFill>
            <a:srgbClr val="7D8990">
              <a:alpha val="40000"/>
            </a:srgbClr>
          </a:solidFill>
          <a:ln w="0">
            <a:noFill/>
            <a:prstDash val="solid"/>
          </a:ln>
        </p:spPr>
      </p:sp>
      <p:sp>
        <p:nvSpPr>
          <p:cNvPr id="1180" name="a_full_bar_ellipse_1179">
            <a:extLst>
              <a:ext uri="{FF2B5EF4-FFF2-40B4-BE49-F238E27FC236}">
                <a16:creationId xmlns:a16="http://schemas.microsoft.com/office/drawing/2014/main" id="{564B2020-68D5-4A80-97DF-F6AA449DB306}"/>
              </a:ext>
            </a:extLst>
          </p:cNvPr>
          <p:cNvSpPr>
            <a:spLocks noGrp="1"/>
          </p:cNvSpPr>
          <p:nvPr/>
        </p:nvSpPr>
        <p:spPr>
          <a:xfrm>
            <a:off x="1927777" y="2737608"/>
            <a:ext cx="45341" cy="45341"/>
          </a:xfrm>
          <a:prstGeom prst="ellipse">
            <a:avLst/>
          </a:prstGeom>
          <a:solidFill>
            <a:srgbClr val="7D8990">
              <a:alpha val="40000"/>
            </a:srgbClr>
          </a:solidFill>
          <a:ln w="0">
            <a:noFill/>
            <a:prstDash val="solid"/>
          </a:ln>
        </p:spPr>
      </p:sp>
      <p:sp>
        <p:nvSpPr>
          <p:cNvPr id="1181" name="a_full_bar_ellipse_1180">
            <a:extLst>
              <a:ext uri="{FF2B5EF4-FFF2-40B4-BE49-F238E27FC236}">
                <a16:creationId xmlns:a16="http://schemas.microsoft.com/office/drawing/2014/main" id="{0B3F7D9E-14A5-42AF-9B23-3A8FCFDB303A}"/>
              </a:ext>
            </a:extLst>
          </p:cNvPr>
          <p:cNvSpPr>
            <a:spLocks noGrp="1"/>
          </p:cNvSpPr>
          <p:nvPr/>
        </p:nvSpPr>
        <p:spPr>
          <a:xfrm>
            <a:off x="1780244" y="4457382"/>
            <a:ext cx="45341" cy="45341"/>
          </a:xfrm>
          <a:prstGeom prst="ellipse">
            <a:avLst/>
          </a:prstGeom>
          <a:solidFill>
            <a:srgbClr val="7D8990">
              <a:alpha val="40000"/>
            </a:srgbClr>
          </a:solidFill>
          <a:ln w="0">
            <a:noFill/>
            <a:prstDash val="solid"/>
          </a:ln>
        </p:spPr>
      </p:sp>
      <p:sp>
        <p:nvSpPr>
          <p:cNvPr id="1182" name="a_full_bar_ellipse_1181">
            <a:extLst>
              <a:ext uri="{FF2B5EF4-FFF2-40B4-BE49-F238E27FC236}">
                <a16:creationId xmlns:a16="http://schemas.microsoft.com/office/drawing/2014/main" id="{EAD719D1-BFDD-41D5-BB70-7C76E458B23C}"/>
              </a:ext>
            </a:extLst>
          </p:cNvPr>
          <p:cNvSpPr>
            <a:spLocks noGrp="1"/>
          </p:cNvSpPr>
          <p:nvPr/>
        </p:nvSpPr>
        <p:spPr>
          <a:xfrm>
            <a:off x="1824906" y="2341754"/>
            <a:ext cx="45341" cy="45341"/>
          </a:xfrm>
          <a:prstGeom prst="ellipse">
            <a:avLst/>
          </a:prstGeom>
          <a:solidFill>
            <a:srgbClr val="7D8990">
              <a:alpha val="40000"/>
            </a:srgbClr>
          </a:solidFill>
          <a:ln w="0">
            <a:noFill/>
            <a:prstDash val="solid"/>
          </a:ln>
        </p:spPr>
      </p:sp>
      <p:sp>
        <p:nvSpPr>
          <p:cNvPr id="1183" name="a_full_bar_ellipse_1182">
            <a:extLst>
              <a:ext uri="{FF2B5EF4-FFF2-40B4-BE49-F238E27FC236}">
                <a16:creationId xmlns:a16="http://schemas.microsoft.com/office/drawing/2014/main" id="{94F4F57C-D867-467C-A5ED-FC3F5B0528C3}"/>
              </a:ext>
            </a:extLst>
          </p:cNvPr>
          <p:cNvSpPr>
            <a:spLocks noGrp="1"/>
          </p:cNvSpPr>
          <p:nvPr/>
        </p:nvSpPr>
        <p:spPr>
          <a:xfrm>
            <a:off x="1950695" y="3523652"/>
            <a:ext cx="45341" cy="45341"/>
          </a:xfrm>
          <a:prstGeom prst="ellipse">
            <a:avLst/>
          </a:prstGeom>
          <a:solidFill>
            <a:srgbClr val="7D8990">
              <a:alpha val="40000"/>
            </a:srgbClr>
          </a:solidFill>
          <a:ln w="0">
            <a:noFill/>
            <a:prstDash val="solid"/>
          </a:ln>
        </p:spPr>
      </p:sp>
      <p:sp>
        <p:nvSpPr>
          <p:cNvPr id="1184" name="a_full_bar_ellipse_1183">
            <a:extLst>
              <a:ext uri="{FF2B5EF4-FFF2-40B4-BE49-F238E27FC236}">
                <a16:creationId xmlns:a16="http://schemas.microsoft.com/office/drawing/2014/main" id="{58C0F10C-BA89-479E-A9B6-7EC8B713CB4F}"/>
              </a:ext>
            </a:extLst>
          </p:cNvPr>
          <p:cNvSpPr>
            <a:spLocks noGrp="1"/>
          </p:cNvSpPr>
          <p:nvPr/>
        </p:nvSpPr>
        <p:spPr>
          <a:xfrm>
            <a:off x="1829053" y="3816300"/>
            <a:ext cx="45341" cy="45341"/>
          </a:xfrm>
          <a:prstGeom prst="ellipse">
            <a:avLst/>
          </a:prstGeom>
          <a:solidFill>
            <a:srgbClr val="7D8990">
              <a:alpha val="40000"/>
            </a:srgbClr>
          </a:solidFill>
          <a:ln w="0">
            <a:noFill/>
            <a:prstDash val="solid"/>
          </a:ln>
        </p:spPr>
      </p:sp>
      <p:sp>
        <p:nvSpPr>
          <p:cNvPr id="1185" name="a_full_bar_ellipse_1184">
            <a:extLst>
              <a:ext uri="{FF2B5EF4-FFF2-40B4-BE49-F238E27FC236}">
                <a16:creationId xmlns:a16="http://schemas.microsoft.com/office/drawing/2014/main" id="{6E1241BB-F5D9-4969-BDAB-9EFDA6CCCD40}"/>
              </a:ext>
            </a:extLst>
          </p:cNvPr>
          <p:cNvSpPr>
            <a:spLocks noGrp="1"/>
          </p:cNvSpPr>
          <p:nvPr/>
        </p:nvSpPr>
        <p:spPr>
          <a:xfrm>
            <a:off x="1809763" y="2451002"/>
            <a:ext cx="45341" cy="45341"/>
          </a:xfrm>
          <a:prstGeom prst="ellipse">
            <a:avLst/>
          </a:prstGeom>
          <a:solidFill>
            <a:srgbClr val="7D8990">
              <a:alpha val="40000"/>
            </a:srgbClr>
          </a:solidFill>
          <a:ln w="0">
            <a:noFill/>
            <a:prstDash val="solid"/>
          </a:ln>
        </p:spPr>
      </p:sp>
      <p:sp>
        <p:nvSpPr>
          <p:cNvPr id="1186" name="a_full_bar_ellipse_1185">
            <a:extLst>
              <a:ext uri="{FF2B5EF4-FFF2-40B4-BE49-F238E27FC236}">
                <a16:creationId xmlns:a16="http://schemas.microsoft.com/office/drawing/2014/main" id="{8621773C-2AF0-421D-A489-F2D4638B779A}"/>
              </a:ext>
            </a:extLst>
          </p:cNvPr>
          <p:cNvSpPr>
            <a:spLocks noGrp="1"/>
          </p:cNvSpPr>
          <p:nvPr/>
        </p:nvSpPr>
        <p:spPr>
          <a:xfrm>
            <a:off x="1968102" y="3289659"/>
            <a:ext cx="45341" cy="45341"/>
          </a:xfrm>
          <a:prstGeom prst="ellipse">
            <a:avLst/>
          </a:prstGeom>
          <a:solidFill>
            <a:srgbClr val="7D8990">
              <a:alpha val="40000"/>
            </a:srgbClr>
          </a:solidFill>
          <a:ln w="0">
            <a:noFill/>
            <a:prstDash val="solid"/>
          </a:ln>
        </p:spPr>
      </p:sp>
      <p:sp>
        <p:nvSpPr>
          <p:cNvPr id="1187" name="a_full_bar_ellipse_1186">
            <a:extLst>
              <a:ext uri="{FF2B5EF4-FFF2-40B4-BE49-F238E27FC236}">
                <a16:creationId xmlns:a16="http://schemas.microsoft.com/office/drawing/2014/main" id="{E4FF6151-EB0C-4EBC-9F68-AB06404CED95}"/>
              </a:ext>
            </a:extLst>
          </p:cNvPr>
          <p:cNvSpPr>
            <a:spLocks noGrp="1"/>
          </p:cNvSpPr>
          <p:nvPr/>
        </p:nvSpPr>
        <p:spPr>
          <a:xfrm>
            <a:off x="1951130" y="2638240"/>
            <a:ext cx="45341" cy="45341"/>
          </a:xfrm>
          <a:prstGeom prst="ellipse">
            <a:avLst/>
          </a:prstGeom>
          <a:solidFill>
            <a:srgbClr val="7D8990">
              <a:alpha val="40000"/>
            </a:srgbClr>
          </a:solidFill>
          <a:ln w="0">
            <a:noFill/>
            <a:prstDash val="solid"/>
          </a:ln>
        </p:spPr>
      </p:sp>
      <p:sp>
        <p:nvSpPr>
          <p:cNvPr id="1188" name="a_full_bar_ellipse_1187">
            <a:extLst>
              <a:ext uri="{FF2B5EF4-FFF2-40B4-BE49-F238E27FC236}">
                <a16:creationId xmlns:a16="http://schemas.microsoft.com/office/drawing/2014/main" id="{7500432C-11FE-46F6-9458-EC0E9351467D}"/>
              </a:ext>
            </a:extLst>
          </p:cNvPr>
          <p:cNvSpPr>
            <a:spLocks noGrp="1"/>
          </p:cNvSpPr>
          <p:nvPr/>
        </p:nvSpPr>
        <p:spPr>
          <a:xfrm>
            <a:off x="1937787" y="2873727"/>
            <a:ext cx="45341" cy="45341"/>
          </a:xfrm>
          <a:prstGeom prst="ellipse">
            <a:avLst/>
          </a:prstGeom>
          <a:solidFill>
            <a:srgbClr val="7D8990">
              <a:alpha val="40000"/>
            </a:srgbClr>
          </a:solidFill>
          <a:ln w="0">
            <a:noFill/>
            <a:prstDash val="solid"/>
          </a:ln>
        </p:spPr>
      </p:sp>
      <p:sp>
        <p:nvSpPr>
          <p:cNvPr id="1189" name="a_full_bar_ellipse_1188">
            <a:extLst>
              <a:ext uri="{FF2B5EF4-FFF2-40B4-BE49-F238E27FC236}">
                <a16:creationId xmlns:a16="http://schemas.microsoft.com/office/drawing/2014/main" id="{C4215671-6B02-4639-9431-E2ABF9FEE8D4}"/>
              </a:ext>
            </a:extLst>
          </p:cNvPr>
          <p:cNvSpPr>
            <a:spLocks noGrp="1"/>
          </p:cNvSpPr>
          <p:nvPr/>
        </p:nvSpPr>
        <p:spPr>
          <a:xfrm>
            <a:off x="1833364" y="2814716"/>
            <a:ext cx="45341" cy="45341"/>
          </a:xfrm>
          <a:prstGeom prst="ellipse">
            <a:avLst/>
          </a:prstGeom>
          <a:solidFill>
            <a:srgbClr val="7D8990">
              <a:alpha val="40000"/>
            </a:srgbClr>
          </a:solidFill>
          <a:ln w="0">
            <a:noFill/>
            <a:prstDash val="solid"/>
          </a:ln>
        </p:spPr>
      </p:sp>
      <p:sp>
        <p:nvSpPr>
          <p:cNvPr id="1190" name="a_full_bar_ellipse_1189">
            <a:extLst>
              <a:ext uri="{FF2B5EF4-FFF2-40B4-BE49-F238E27FC236}">
                <a16:creationId xmlns:a16="http://schemas.microsoft.com/office/drawing/2014/main" id="{1FFDF520-E326-4380-8299-7A3813428501}"/>
              </a:ext>
            </a:extLst>
          </p:cNvPr>
          <p:cNvSpPr>
            <a:spLocks noGrp="1"/>
          </p:cNvSpPr>
          <p:nvPr/>
        </p:nvSpPr>
        <p:spPr>
          <a:xfrm>
            <a:off x="1809844" y="3906412"/>
            <a:ext cx="45341" cy="45341"/>
          </a:xfrm>
          <a:prstGeom prst="ellipse">
            <a:avLst/>
          </a:prstGeom>
          <a:solidFill>
            <a:srgbClr val="7D8990">
              <a:alpha val="40000"/>
            </a:srgbClr>
          </a:solidFill>
          <a:ln w="0">
            <a:noFill/>
            <a:prstDash val="solid"/>
          </a:ln>
        </p:spPr>
      </p:sp>
      <p:sp>
        <p:nvSpPr>
          <p:cNvPr id="1191" name="a_full_bar_ellipse_1190">
            <a:extLst>
              <a:ext uri="{FF2B5EF4-FFF2-40B4-BE49-F238E27FC236}">
                <a16:creationId xmlns:a16="http://schemas.microsoft.com/office/drawing/2014/main" id="{660E0F5C-F19D-4E54-A289-5B378CC552DB}"/>
              </a:ext>
            </a:extLst>
          </p:cNvPr>
          <p:cNvSpPr>
            <a:spLocks noGrp="1"/>
          </p:cNvSpPr>
          <p:nvPr/>
        </p:nvSpPr>
        <p:spPr>
          <a:xfrm>
            <a:off x="1883137" y="3484566"/>
            <a:ext cx="45341" cy="45341"/>
          </a:xfrm>
          <a:prstGeom prst="ellipse">
            <a:avLst/>
          </a:prstGeom>
          <a:solidFill>
            <a:srgbClr val="7D8990">
              <a:alpha val="40000"/>
            </a:srgbClr>
          </a:solidFill>
          <a:ln w="0">
            <a:noFill/>
            <a:prstDash val="solid"/>
          </a:ln>
        </p:spPr>
      </p:sp>
      <p:sp>
        <p:nvSpPr>
          <p:cNvPr id="1192" name="a_full_bar_ellipse_1191">
            <a:extLst>
              <a:ext uri="{FF2B5EF4-FFF2-40B4-BE49-F238E27FC236}">
                <a16:creationId xmlns:a16="http://schemas.microsoft.com/office/drawing/2014/main" id="{2649B3B7-35BF-4D93-8EA8-1F008D01C066}"/>
              </a:ext>
            </a:extLst>
          </p:cNvPr>
          <p:cNvSpPr>
            <a:spLocks noGrp="1"/>
          </p:cNvSpPr>
          <p:nvPr/>
        </p:nvSpPr>
        <p:spPr>
          <a:xfrm>
            <a:off x="1942255" y="2809870"/>
            <a:ext cx="45341" cy="45341"/>
          </a:xfrm>
          <a:prstGeom prst="ellipse">
            <a:avLst/>
          </a:prstGeom>
          <a:solidFill>
            <a:srgbClr val="7D8990">
              <a:alpha val="40000"/>
            </a:srgbClr>
          </a:solidFill>
          <a:ln w="0">
            <a:noFill/>
            <a:prstDash val="solid"/>
          </a:ln>
        </p:spPr>
      </p:sp>
      <p:sp>
        <p:nvSpPr>
          <p:cNvPr id="1193" name="a_full_bar_ellipse_1192">
            <a:extLst>
              <a:ext uri="{FF2B5EF4-FFF2-40B4-BE49-F238E27FC236}">
                <a16:creationId xmlns:a16="http://schemas.microsoft.com/office/drawing/2014/main" id="{065015E8-2F34-4D9D-9477-861C0E7459A3}"/>
              </a:ext>
            </a:extLst>
          </p:cNvPr>
          <p:cNvSpPr>
            <a:spLocks noGrp="1"/>
          </p:cNvSpPr>
          <p:nvPr/>
        </p:nvSpPr>
        <p:spPr>
          <a:xfrm>
            <a:off x="1928077" y="4457382"/>
            <a:ext cx="45341" cy="45341"/>
          </a:xfrm>
          <a:prstGeom prst="ellipse">
            <a:avLst/>
          </a:prstGeom>
          <a:solidFill>
            <a:srgbClr val="7D8990">
              <a:alpha val="40000"/>
            </a:srgbClr>
          </a:solidFill>
          <a:ln w="0">
            <a:noFill/>
            <a:prstDash val="solid"/>
          </a:ln>
        </p:spPr>
      </p:sp>
      <p:sp>
        <p:nvSpPr>
          <p:cNvPr id="1194" name="a_full_bar_ellipse_1193">
            <a:extLst>
              <a:ext uri="{FF2B5EF4-FFF2-40B4-BE49-F238E27FC236}">
                <a16:creationId xmlns:a16="http://schemas.microsoft.com/office/drawing/2014/main" id="{A6F5E5BB-C51E-4529-8BC0-9E63C297DA46}"/>
              </a:ext>
            </a:extLst>
          </p:cNvPr>
          <p:cNvSpPr>
            <a:spLocks noGrp="1"/>
          </p:cNvSpPr>
          <p:nvPr/>
        </p:nvSpPr>
        <p:spPr>
          <a:xfrm>
            <a:off x="1938421" y="2848882"/>
            <a:ext cx="45341" cy="45341"/>
          </a:xfrm>
          <a:prstGeom prst="ellipse">
            <a:avLst/>
          </a:prstGeom>
          <a:solidFill>
            <a:srgbClr val="7D8990">
              <a:alpha val="40000"/>
            </a:srgbClr>
          </a:solidFill>
          <a:ln w="0">
            <a:noFill/>
            <a:prstDash val="solid"/>
          </a:ln>
        </p:spPr>
      </p:sp>
      <p:sp>
        <p:nvSpPr>
          <p:cNvPr id="1195" name="a_full_bar_ellipse_1194">
            <a:extLst>
              <a:ext uri="{FF2B5EF4-FFF2-40B4-BE49-F238E27FC236}">
                <a16:creationId xmlns:a16="http://schemas.microsoft.com/office/drawing/2014/main" id="{2B3773EC-D139-44E2-B14A-34FE8031E7E8}"/>
              </a:ext>
            </a:extLst>
          </p:cNvPr>
          <p:cNvSpPr>
            <a:spLocks noGrp="1"/>
          </p:cNvSpPr>
          <p:nvPr/>
        </p:nvSpPr>
        <p:spPr>
          <a:xfrm>
            <a:off x="1832305" y="3226711"/>
            <a:ext cx="45341" cy="45341"/>
          </a:xfrm>
          <a:prstGeom prst="ellipse">
            <a:avLst/>
          </a:prstGeom>
          <a:solidFill>
            <a:srgbClr val="7D8990">
              <a:alpha val="40000"/>
            </a:srgbClr>
          </a:solidFill>
          <a:ln w="0">
            <a:noFill/>
            <a:prstDash val="solid"/>
          </a:ln>
        </p:spPr>
      </p:sp>
      <p:sp>
        <p:nvSpPr>
          <p:cNvPr id="1196" name="a_full_bar_ellipse_1195">
            <a:extLst>
              <a:ext uri="{FF2B5EF4-FFF2-40B4-BE49-F238E27FC236}">
                <a16:creationId xmlns:a16="http://schemas.microsoft.com/office/drawing/2014/main" id="{0B71E448-4546-475D-A8BE-FFDE1FDD1B9D}"/>
              </a:ext>
            </a:extLst>
          </p:cNvPr>
          <p:cNvSpPr>
            <a:spLocks noGrp="1"/>
          </p:cNvSpPr>
          <p:nvPr/>
        </p:nvSpPr>
        <p:spPr>
          <a:xfrm>
            <a:off x="1901544" y="4294704"/>
            <a:ext cx="45341" cy="45341"/>
          </a:xfrm>
          <a:prstGeom prst="ellipse">
            <a:avLst/>
          </a:prstGeom>
          <a:solidFill>
            <a:srgbClr val="7D8990">
              <a:alpha val="40000"/>
            </a:srgbClr>
          </a:solidFill>
          <a:ln w="0">
            <a:noFill/>
            <a:prstDash val="solid"/>
          </a:ln>
        </p:spPr>
      </p:sp>
      <p:sp>
        <p:nvSpPr>
          <p:cNvPr id="1197" name="a_full_bar_ellipse_1196">
            <a:extLst>
              <a:ext uri="{FF2B5EF4-FFF2-40B4-BE49-F238E27FC236}">
                <a16:creationId xmlns:a16="http://schemas.microsoft.com/office/drawing/2014/main" id="{ABCC2E2A-1B70-4375-BF1E-1FDCAD8A24C1}"/>
              </a:ext>
            </a:extLst>
          </p:cNvPr>
          <p:cNvSpPr>
            <a:spLocks noGrp="1"/>
          </p:cNvSpPr>
          <p:nvPr/>
        </p:nvSpPr>
        <p:spPr>
          <a:xfrm>
            <a:off x="1848197" y="2836021"/>
            <a:ext cx="45341" cy="45341"/>
          </a:xfrm>
          <a:prstGeom prst="ellipse">
            <a:avLst/>
          </a:prstGeom>
          <a:solidFill>
            <a:srgbClr val="7D8990">
              <a:alpha val="40000"/>
            </a:srgbClr>
          </a:solidFill>
          <a:ln w="0">
            <a:noFill/>
            <a:prstDash val="solid"/>
          </a:ln>
        </p:spPr>
      </p:sp>
      <p:sp>
        <p:nvSpPr>
          <p:cNvPr id="1198" name="a_full_bar_ellipse_1197">
            <a:extLst>
              <a:ext uri="{FF2B5EF4-FFF2-40B4-BE49-F238E27FC236}">
                <a16:creationId xmlns:a16="http://schemas.microsoft.com/office/drawing/2014/main" id="{80D681EF-3F8A-421C-8FEC-A280D439520C}"/>
              </a:ext>
            </a:extLst>
          </p:cNvPr>
          <p:cNvSpPr>
            <a:spLocks noGrp="1"/>
          </p:cNvSpPr>
          <p:nvPr/>
        </p:nvSpPr>
        <p:spPr>
          <a:xfrm>
            <a:off x="1904690" y="2971308"/>
            <a:ext cx="45341" cy="45341"/>
          </a:xfrm>
          <a:prstGeom prst="ellipse">
            <a:avLst/>
          </a:prstGeom>
          <a:solidFill>
            <a:srgbClr val="7D8990">
              <a:alpha val="40000"/>
            </a:srgbClr>
          </a:solidFill>
          <a:ln w="0">
            <a:noFill/>
            <a:prstDash val="solid"/>
          </a:ln>
        </p:spPr>
      </p:sp>
      <p:sp>
        <p:nvSpPr>
          <p:cNvPr id="1199" name="a_full_bar_ellipse_1198">
            <a:extLst>
              <a:ext uri="{FF2B5EF4-FFF2-40B4-BE49-F238E27FC236}">
                <a16:creationId xmlns:a16="http://schemas.microsoft.com/office/drawing/2014/main" id="{7ACB515C-FC62-4686-93FF-A0F59F589266}"/>
              </a:ext>
            </a:extLst>
          </p:cNvPr>
          <p:cNvSpPr>
            <a:spLocks noGrp="1"/>
          </p:cNvSpPr>
          <p:nvPr/>
        </p:nvSpPr>
        <p:spPr>
          <a:xfrm>
            <a:off x="1849624" y="4125740"/>
            <a:ext cx="45341" cy="45341"/>
          </a:xfrm>
          <a:prstGeom prst="ellipse">
            <a:avLst/>
          </a:prstGeom>
          <a:solidFill>
            <a:srgbClr val="7D8990">
              <a:alpha val="40000"/>
            </a:srgbClr>
          </a:solidFill>
          <a:ln w="0">
            <a:noFill/>
            <a:prstDash val="solid"/>
          </a:ln>
        </p:spPr>
      </p:sp>
      <p:sp>
        <p:nvSpPr>
          <p:cNvPr id="1200" name="a_full_bar_ellipse_1199">
            <a:extLst>
              <a:ext uri="{FF2B5EF4-FFF2-40B4-BE49-F238E27FC236}">
                <a16:creationId xmlns:a16="http://schemas.microsoft.com/office/drawing/2014/main" id="{E3D423B4-BC57-49D7-ABA6-41E18AC00C26}"/>
              </a:ext>
            </a:extLst>
          </p:cNvPr>
          <p:cNvSpPr>
            <a:spLocks noGrp="1"/>
          </p:cNvSpPr>
          <p:nvPr/>
        </p:nvSpPr>
        <p:spPr>
          <a:xfrm>
            <a:off x="1887337" y="4457382"/>
            <a:ext cx="45341" cy="45341"/>
          </a:xfrm>
          <a:prstGeom prst="ellipse">
            <a:avLst/>
          </a:prstGeom>
          <a:solidFill>
            <a:srgbClr val="7D8990">
              <a:alpha val="40000"/>
            </a:srgbClr>
          </a:solidFill>
          <a:ln w="0">
            <a:noFill/>
            <a:prstDash val="solid"/>
          </a:ln>
        </p:spPr>
      </p:sp>
      <p:sp>
        <p:nvSpPr>
          <p:cNvPr id="1201" name="a_full_bar_ellipse_1200">
            <a:extLst>
              <a:ext uri="{FF2B5EF4-FFF2-40B4-BE49-F238E27FC236}">
                <a16:creationId xmlns:a16="http://schemas.microsoft.com/office/drawing/2014/main" id="{EEEA26AF-3ADF-4F63-9EFA-D25BDD67A040}"/>
              </a:ext>
            </a:extLst>
          </p:cNvPr>
          <p:cNvSpPr>
            <a:spLocks noGrp="1"/>
          </p:cNvSpPr>
          <p:nvPr/>
        </p:nvSpPr>
        <p:spPr>
          <a:xfrm>
            <a:off x="1872242" y="4447966"/>
            <a:ext cx="45341" cy="45341"/>
          </a:xfrm>
          <a:prstGeom prst="ellipse">
            <a:avLst/>
          </a:prstGeom>
          <a:solidFill>
            <a:srgbClr val="7D8990">
              <a:alpha val="40000"/>
            </a:srgbClr>
          </a:solidFill>
          <a:ln w="0">
            <a:noFill/>
            <a:prstDash val="solid"/>
          </a:ln>
        </p:spPr>
      </p:sp>
      <p:sp>
        <p:nvSpPr>
          <p:cNvPr id="1202" name="a_full_bar_ellipse_1201">
            <a:extLst>
              <a:ext uri="{FF2B5EF4-FFF2-40B4-BE49-F238E27FC236}">
                <a16:creationId xmlns:a16="http://schemas.microsoft.com/office/drawing/2014/main" id="{50A9E88C-969F-4C1C-8974-CFD27E216299}"/>
              </a:ext>
            </a:extLst>
          </p:cNvPr>
          <p:cNvSpPr>
            <a:spLocks noGrp="1"/>
          </p:cNvSpPr>
          <p:nvPr/>
        </p:nvSpPr>
        <p:spPr>
          <a:xfrm>
            <a:off x="1785046" y="3397527"/>
            <a:ext cx="45341" cy="45341"/>
          </a:xfrm>
          <a:prstGeom prst="ellipse">
            <a:avLst/>
          </a:prstGeom>
          <a:solidFill>
            <a:srgbClr val="7D8990">
              <a:alpha val="40000"/>
            </a:srgbClr>
          </a:solidFill>
          <a:ln w="0">
            <a:noFill/>
            <a:prstDash val="solid"/>
          </a:ln>
        </p:spPr>
      </p:sp>
      <p:sp>
        <p:nvSpPr>
          <p:cNvPr id="1203" name="a_full_bar_ellipse_1202">
            <a:extLst>
              <a:ext uri="{FF2B5EF4-FFF2-40B4-BE49-F238E27FC236}">
                <a16:creationId xmlns:a16="http://schemas.microsoft.com/office/drawing/2014/main" id="{8A7C7CDF-C7AB-4782-B168-D3E5FA458E98}"/>
              </a:ext>
            </a:extLst>
          </p:cNvPr>
          <p:cNvSpPr>
            <a:spLocks noGrp="1"/>
          </p:cNvSpPr>
          <p:nvPr/>
        </p:nvSpPr>
        <p:spPr>
          <a:xfrm>
            <a:off x="1951858" y="3925739"/>
            <a:ext cx="45341" cy="45341"/>
          </a:xfrm>
          <a:prstGeom prst="ellipse">
            <a:avLst/>
          </a:prstGeom>
          <a:solidFill>
            <a:srgbClr val="7D8990">
              <a:alpha val="40000"/>
            </a:srgbClr>
          </a:solidFill>
          <a:ln w="0">
            <a:noFill/>
            <a:prstDash val="solid"/>
          </a:ln>
        </p:spPr>
      </p:sp>
      <p:sp>
        <p:nvSpPr>
          <p:cNvPr id="1204" name="a_full_bar_ellipse_1203">
            <a:extLst>
              <a:ext uri="{FF2B5EF4-FFF2-40B4-BE49-F238E27FC236}">
                <a16:creationId xmlns:a16="http://schemas.microsoft.com/office/drawing/2014/main" id="{8FED6338-0D95-43CA-931C-0AC028FE8F77}"/>
              </a:ext>
            </a:extLst>
          </p:cNvPr>
          <p:cNvSpPr>
            <a:spLocks noGrp="1"/>
          </p:cNvSpPr>
          <p:nvPr/>
        </p:nvSpPr>
        <p:spPr>
          <a:xfrm>
            <a:off x="1944525" y="2927974"/>
            <a:ext cx="45341" cy="45341"/>
          </a:xfrm>
          <a:prstGeom prst="ellipse">
            <a:avLst/>
          </a:prstGeom>
          <a:solidFill>
            <a:srgbClr val="7D8990">
              <a:alpha val="40000"/>
            </a:srgbClr>
          </a:solidFill>
          <a:ln w="0">
            <a:noFill/>
            <a:prstDash val="solid"/>
          </a:ln>
        </p:spPr>
      </p:sp>
      <p:sp>
        <p:nvSpPr>
          <p:cNvPr id="1205" name="a_full_bar_ellipse_1204">
            <a:extLst>
              <a:ext uri="{FF2B5EF4-FFF2-40B4-BE49-F238E27FC236}">
                <a16:creationId xmlns:a16="http://schemas.microsoft.com/office/drawing/2014/main" id="{3240E341-3693-4B94-A324-BF7F41F331E7}"/>
              </a:ext>
            </a:extLst>
          </p:cNvPr>
          <p:cNvSpPr>
            <a:spLocks noGrp="1"/>
          </p:cNvSpPr>
          <p:nvPr/>
        </p:nvSpPr>
        <p:spPr>
          <a:xfrm>
            <a:off x="1918447" y="2399138"/>
            <a:ext cx="45341" cy="45341"/>
          </a:xfrm>
          <a:prstGeom prst="ellipse">
            <a:avLst/>
          </a:prstGeom>
          <a:solidFill>
            <a:srgbClr val="7D8990">
              <a:alpha val="40000"/>
            </a:srgbClr>
          </a:solidFill>
          <a:ln w="0">
            <a:noFill/>
            <a:prstDash val="solid"/>
          </a:ln>
        </p:spPr>
      </p:sp>
      <p:sp>
        <p:nvSpPr>
          <p:cNvPr id="1206" name="a_full_bar_ellipse_1205">
            <a:extLst>
              <a:ext uri="{FF2B5EF4-FFF2-40B4-BE49-F238E27FC236}">
                <a16:creationId xmlns:a16="http://schemas.microsoft.com/office/drawing/2014/main" id="{342B2048-8856-4361-9B3B-7CFDA40D05A8}"/>
              </a:ext>
            </a:extLst>
          </p:cNvPr>
          <p:cNvSpPr>
            <a:spLocks noGrp="1"/>
          </p:cNvSpPr>
          <p:nvPr/>
        </p:nvSpPr>
        <p:spPr>
          <a:xfrm>
            <a:off x="1937062" y="2947073"/>
            <a:ext cx="45341" cy="45341"/>
          </a:xfrm>
          <a:prstGeom prst="ellipse">
            <a:avLst/>
          </a:prstGeom>
          <a:solidFill>
            <a:srgbClr val="7D8990">
              <a:alpha val="40000"/>
            </a:srgbClr>
          </a:solidFill>
          <a:ln w="0">
            <a:noFill/>
            <a:prstDash val="solid"/>
          </a:ln>
        </p:spPr>
      </p:sp>
      <p:sp>
        <p:nvSpPr>
          <p:cNvPr id="1207" name="a_full_bar_ellipse_1206">
            <a:extLst>
              <a:ext uri="{FF2B5EF4-FFF2-40B4-BE49-F238E27FC236}">
                <a16:creationId xmlns:a16="http://schemas.microsoft.com/office/drawing/2014/main" id="{997ADB9C-3CBC-471B-AE90-7C349C6EEB65}"/>
              </a:ext>
            </a:extLst>
          </p:cNvPr>
          <p:cNvSpPr>
            <a:spLocks noGrp="1"/>
          </p:cNvSpPr>
          <p:nvPr/>
        </p:nvSpPr>
        <p:spPr>
          <a:xfrm>
            <a:off x="1951552" y="4457382"/>
            <a:ext cx="45341" cy="45341"/>
          </a:xfrm>
          <a:prstGeom prst="ellipse">
            <a:avLst/>
          </a:prstGeom>
          <a:solidFill>
            <a:srgbClr val="7D8990">
              <a:alpha val="40000"/>
            </a:srgbClr>
          </a:solidFill>
          <a:ln w="0">
            <a:noFill/>
            <a:prstDash val="solid"/>
          </a:ln>
        </p:spPr>
      </p:sp>
      <p:sp>
        <p:nvSpPr>
          <p:cNvPr id="1208" name="a_full_bar_ellipse_1207">
            <a:extLst>
              <a:ext uri="{FF2B5EF4-FFF2-40B4-BE49-F238E27FC236}">
                <a16:creationId xmlns:a16="http://schemas.microsoft.com/office/drawing/2014/main" id="{587574D4-E29C-4C83-BC24-AC3FBBD2FD02}"/>
              </a:ext>
            </a:extLst>
          </p:cNvPr>
          <p:cNvSpPr>
            <a:spLocks noGrp="1"/>
          </p:cNvSpPr>
          <p:nvPr/>
        </p:nvSpPr>
        <p:spPr>
          <a:xfrm>
            <a:off x="1808590" y="2917000"/>
            <a:ext cx="45341" cy="45341"/>
          </a:xfrm>
          <a:prstGeom prst="ellipse">
            <a:avLst/>
          </a:prstGeom>
          <a:solidFill>
            <a:srgbClr val="7D8990">
              <a:alpha val="40000"/>
            </a:srgbClr>
          </a:solidFill>
          <a:ln w="0">
            <a:noFill/>
            <a:prstDash val="solid"/>
          </a:ln>
        </p:spPr>
      </p:sp>
      <p:sp>
        <p:nvSpPr>
          <p:cNvPr id="1209" name="a_full_bar_ellipse_1208">
            <a:extLst>
              <a:ext uri="{FF2B5EF4-FFF2-40B4-BE49-F238E27FC236}">
                <a16:creationId xmlns:a16="http://schemas.microsoft.com/office/drawing/2014/main" id="{A4987CA3-2C84-4296-BF54-3BAF7C6EC20E}"/>
              </a:ext>
            </a:extLst>
          </p:cNvPr>
          <p:cNvSpPr>
            <a:spLocks noGrp="1"/>
          </p:cNvSpPr>
          <p:nvPr/>
        </p:nvSpPr>
        <p:spPr>
          <a:xfrm>
            <a:off x="1977662" y="3880226"/>
            <a:ext cx="45341" cy="45341"/>
          </a:xfrm>
          <a:prstGeom prst="ellipse">
            <a:avLst/>
          </a:prstGeom>
          <a:solidFill>
            <a:srgbClr val="7D8990">
              <a:alpha val="40000"/>
            </a:srgbClr>
          </a:solidFill>
          <a:ln w="0">
            <a:noFill/>
            <a:prstDash val="solid"/>
          </a:ln>
        </p:spPr>
      </p:sp>
      <p:sp>
        <p:nvSpPr>
          <p:cNvPr id="1210" name="a_full_bar_ellipse_1209">
            <a:extLst>
              <a:ext uri="{FF2B5EF4-FFF2-40B4-BE49-F238E27FC236}">
                <a16:creationId xmlns:a16="http://schemas.microsoft.com/office/drawing/2014/main" id="{86D051EB-D293-4428-8B10-3ABADDFEDB06}"/>
              </a:ext>
            </a:extLst>
          </p:cNvPr>
          <p:cNvSpPr>
            <a:spLocks noGrp="1"/>
          </p:cNvSpPr>
          <p:nvPr/>
        </p:nvSpPr>
        <p:spPr>
          <a:xfrm>
            <a:off x="1874819" y="2988980"/>
            <a:ext cx="45341" cy="45341"/>
          </a:xfrm>
          <a:prstGeom prst="ellipse">
            <a:avLst/>
          </a:prstGeom>
          <a:solidFill>
            <a:srgbClr val="7D8990">
              <a:alpha val="40000"/>
            </a:srgbClr>
          </a:solidFill>
          <a:ln w="0">
            <a:noFill/>
            <a:prstDash val="solid"/>
          </a:ln>
        </p:spPr>
      </p:sp>
      <p:sp>
        <p:nvSpPr>
          <p:cNvPr id="1211" name="a_full_bar_ellipse_1210">
            <a:extLst>
              <a:ext uri="{FF2B5EF4-FFF2-40B4-BE49-F238E27FC236}">
                <a16:creationId xmlns:a16="http://schemas.microsoft.com/office/drawing/2014/main" id="{420DCA8B-F995-4428-B958-A6AD5B2088F0}"/>
              </a:ext>
            </a:extLst>
          </p:cNvPr>
          <p:cNvSpPr>
            <a:spLocks noGrp="1"/>
          </p:cNvSpPr>
          <p:nvPr/>
        </p:nvSpPr>
        <p:spPr>
          <a:xfrm>
            <a:off x="1820448" y="2406928"/>
            <a:ext cx="45341" cy="45341"/>
          </a:xfrm>
          <a:prstGeom prst="ellipse">
            <a:avLst/>
          </a:prstGeom>
          <a:solidFill>
            <a:srgbClr val="7D8990">
              <a:alpha val="40000"/>
            </a:srgbClr>
          </a:solidFill>
          <a:ln w="0">
            <a:noFill/>
            <a:prstDash val="solid"/>
          </a:ln>
        </p:spPr>
      </p:sp>
      <p:sp>
        <p:nvSpPr>
          <p:cNvPr id="1212" name="a_full_bar_ellipse_1211">
            <a:extLst>
              <a:ext uri="{FF2B5EF4-FFF2-40B4-BE49-F238E27FC236}">
                <a16:creationId xmlns:a16="http://schemas.microsoft.com/office/drawing/2014/main" id="{38442DA4-3C6F-43C4-A4AF-6F324ED9A72C}"/>
              </a:ext>
            </a:extLst>
          </p:cNvPr>
          <p:cNvSpPr>
            <a:spLocks noGrp="1"/>
          </p:cNvSpPr>
          <p:nvPr/>
        </p:nvSpPr>
        <p:spPr>
          <a:xfrm>
            <a:off x="1827623" y="2721703"/>
            <a:ext cx="45341" cy="45341"/>
          </a:xfrm>
          <a:prstGeom prst="ellipse">
            <a:avLst/>
          </a:prstGeom>
          <a:solidFill>
            <a:srgbClr val="7D8990">
              <a:alpha val="40000"/>
            </a:srgbClr>
          </a:solidFill>
          <a:ln w="0">
            <a:noFill/>
            <a:prstDash val="solid"/>
          </a:ln>
        </p:spPr>
      </p:sp>
      <p:sp>
        <p:nvSpPr>
          <p:cNvPr id="1213" name="a_full_bar_ellipse_1212">
            <a:extLst>
              <a:ext uri="{FF2B5EF4-FFF2-40B4-BE49-F238E27FC236}">
                <a16:creationId xmlns:a16="http://schemas.microsoft.com/office/drawing/2014/main" id="{D45DB6CB-B21E-49D3-AE17-C36B014C0866}"/>
              </a:ext>
            </a:extLst>
          </p:cNvPr>
          <p:cNvSpPr>
            <a:spLocks noGrp="1"/>
          </p:cNvSpPr>
          <p:nvPr/>
        </p:nvSpPr>
        <p:spPr>
          <a:xfrm>
            <a:off x="1940200" y="3809945"/>
            <a:ext cx="45341" cy="45341"/>
          </a:xfrm>
          <a:prstGeom prst="ellipse">
            <a:avLst/>
          </a:prstGeom>
          <a:solidFill>
            <a:srgbClr val="7D8990">
              <a:alpha val="40000"/>
            </a:srgbClr>
          </a:solidFill>
          <a:ln w="0">
            <a:noFill/>
            <a:prstDash val="solid"/>
          </a:ln>
        </p:spPr>
      </p:sp>
      <p:sp>
        <p:nvSpPr>
          <p:cNvPr id="1214" name="a_full_bar_ellipse_1213">
            <a:extLst>
              <a:ext uri="{FF2B5EF4-FFF2-40B4-BE49-F238E27FC236}">
                <a16:creationId xmlns:a16="http://schemas.microsoft.com/office/drawing/2014/main" id="{35837CC3-B4D7-4AB6-B2B7-D38224A5AE7B}"/>
              </a:ext>
            </a:extLst>
          </p:cNvPr>
          <p:cNvSpPr>
            <a:spLocks noGrp="1"/>
          </p:cNvSpPr>
          <p:nvPr/>
        </p:nvSpPr>
        <p:spPr>
          <a:xfrm>
            <a:off x="1958694" y="3811268"/>
            <a:ext cx="45341" cy="45341"/>
          </a:xfrm>
          <a:prstGeom prst="ellipse">
            <a:avLst/>
          </a:prstGeom>
          <a:solidFill>
            <a:srgbClr val="7D8990">
              <a:alpha val="40000"/>
            </a:srgbClr>
          </a:solidFill>
          <a:ln w="0">
            <a:noFill/>
            <a:prstDash val="solid"/>
          </a:ln>
        </p:spPr>
      </p:sp>
      <p:sp>
        <p:nvSpPr>
          <p:cNvPr id="1215" name="a_full_bar_ellipse_1214">
            <a:extLst>
              <a:ext uri="{FF2B5EF4-FFF2-40B4-BE49-F238E27FC236}">
                <a16:creationId xmlns:a16="http://schemas.microsoft.com/office/drawing/2014/main" id="{A35C5816-ADDA-44A1-90F7-16C6E0DC4AF7}"/>
              </a:ext>
            </a:extLst>
          </p:cNvPr>
          <p:cNvSpPr>
            <a:spLocks noGrp="1"/>
          </p:cNvSpPr>
          <p:nvPr/>
        </p:nvSpPr>
        <p:spPr>
          <a:xfrm>
            <a:off x="1809075" y="3520879"/>
            <a:ext cx="45341" cy="45341"/>
          </a:xfrm>
          <a:prstGeom prst="ellipse">
            <a:avLst/>
          </a:prstGeom>
          <a:solidFill>
            <a:srgbClr val="7D8990">
              <a:alpha val="40000"/>
            </a:srgbClr>
          </a:solidFill>
          <a:ln w="0">
            <a:noFill/>
            <a:prstDash val="solid"/>
          </a:ln>
        </p:spPr>
      </p:sp>
      <p:sp>
        <p:nvSpPr>
          <p:cNvPr id="1216" name="a_full_bar_ellipse_1215">
            <a:extLst>
              <a:ext uri="{FF2B5EF4-FFF2-40B4-BE49-F238E27FC236}">
                <a16:creationId xmlns:a16="http://schemas.microsoft.com/office/drawing/2014/main" id="{EE704C94-8F81-4CD2-808D-C8753CCF2719}"/>
              </a:ext>
            </a:extLst>
          </p:cNvPr>
          <p:cNvSpPr>
            <a:spLocks noGrp="1"/>
          </p:cNvSpPr>
          <p:nvPr/>
        </p:nvSpPr>
        <p:spPr>
          <a:xfrm>
            <a:off x="1922896" y="3437964"/>
            <a:ext cx="45341" cy="45341"/>
          </a:xfrm>
          <a:prstGeom prst="ellipse">
            <a:avLst/>
          </a:prstGeom>
          <a:solidFill>
            <a:srgbClr val="7D8990">
              <a:alpha val="40000"/>
            </a:srgbClr>
          </a:solidFill>
          <a:ln w="0">
            <a:noFill/>
            <a:prstDash val="solid"/>
          </a:ln>
        </p:spPr>
      </p:sp>
      <p:sp>
        <p:nvSpPr>
          <p:cNvPr id="1217" name="a_full_bar_ellipse_1216">
            <a:extLst>
              <a:ext uri="{FF2B5EF4-FFF2-40B4-BE49-F238E27FC236}">
                <a16:creationId xmlns:a16="http://schemas.microsoft.com/office/drawing/2014/main" id="{FB38CF6C-D9D9-4190-8631-F7B3D6167856}"/>
              </a:ext>
            </a:extLst>
          </p:cNvPr>
          <p:cNvSpPr>
            <a:spLocks noGrp="1"/>
          </p:cNvSpPr>
          <p:nvPr/>
        </p:nvSpPr>
        <p:spPr>
          <a:xfrm>
            <a:off x="1887171" y="4099234"/>
            <a:ext cx="45341" cy="45341"/>
          </a:xfrm>
          <a:prstGeom prst="ellipse">
            <a:avLst/>
          </a:prstGeom>
          <a:solidFill>
            <a:srgbClr val="7D8990">
              <a:alpha val="40000"/>
            </a:srgbClr>
          </a:solidFill>
          <a:ln w="0">
            <a:noFill/>
            <a:prstDash val="solid"/>
          </a:ln>
        </p:spPr>
      </p:sp>
      <p:sp>
        <p:nvSpPr>
          <p:cNvPr id="1218" name="a_full_bar_ellipse_1217">
            <a:extLst>
              <a:ext uri="{FF2B5EF4-FFF2-40B4-BE49-F238E27FC236}">
                <a16:creationId xmlns:a16="http://schemas.microsoft.com/office/drawing/2014/main" id="{D1E4A268-7D6B-440A-986E-CD408FD5AC46}"/>
              </a:ext>
            </a:extLst>
          </p:cNvPr>
          <p:cNvSpPr>
            <a:spLocks noGrp="1"/>
          </p:cNvSpPr>
          <p:nvPr/>
        </p:nvSpPr>
        <p:spPr>
          <a:xfrm>
            <a:off x="1912755" y="2746547"/>
            <a:ext cx="45341" cy="45341"/>
          </a:xfrm>
          <a:prstGeom prst="ellipse">
            <a:avLst/>
          </a:prstGeom>
          <a:solidFill>
            <a:srgbClr val="7D8990">
              <a:alpha val="40000"/>
            </a:srgbClr>
          </a:solidFill>
          <a:ln w="0">
            <a:noFill/>
            <a:prstDash val="solid"/>
          </a:ln>
        </p:spPr>
      </p:sp>
      <p:sp>
        <p:nvSpPr>
          <p:cNvPr id="1219" name="a_full_bar_ellipse_1218">
            <a:extLst>
              <a:ext uri="{FF2B5EF4-FFF2-40B4-BE49-F238E27FC236}">
                <a16:creationId xmlns:a16="http://schemas.microsoft.com/office/drawing/2014/main" id="{8888CD15-298F-4E80-83F1-9D6B40BE7BB1}"/>
              </a:ext>
            </a:extLst>
          </p:cNvPr>
          <p:cNvSpPr>
            <a:spLocks noGrp="1"/>
          </p:cNvSpPr>
          <p:nvPr/>
        </p:nvSpPr>
        <p:spPr>
          <a:xfrm>
            <a:off x="1869994" y="2995499"/>
            <a:ext cx="45341" cy="45341"/>
          </a:xfrm>
          <a:prstGeom prst="ellipse">
            <a:avLst/>
          </a:prstGeom>
          <a:solidFill>
            <a:srgbClr val="7D8990">
              <a:alpha val="40000"/>
            </a:srgbClr>
          </a:solidFill>
          <a:ln w="0">
            <a:noFill/>
            <a:prstDash val="solid"/>
          </a:ln>
        </p:spPr>
      </p:sp>
      <p:sp>
        <p:nvSpPr>
          <p:cNvPr id="1220" name="a_full_bar_ellipse_1219">
            <a:extLst>
              <a:ext uri="{FF2B5EF4-FFF2-40B4-BE49-F238E27FC236}">
                <a16:creationId xmlns:a16="http://schemas.microsoft.com/office/drawing/2014/main" id="{430B0073-3051-4586-9981-EFEA0233F801}"/>
              </a:ext>
            </a:extLst>
          </p:cNvPr>
          <p:cNvSpPr>
            <a:spLocks noGrp="1"/>
          </p:cNvSpPr>
          <p:nvPr/>
        </p:nvSpPr>
        <p:spPr>
          <a:xfrm>
            <a:off x="1949072" y="4062498"/>
            <a:ext cx="45341" cy="45341"/>
          </a:xfrm>
          <a:prstGeom prst="ellipse">
            <a:avLst/>
          </a:prstGeom>
          <a:solidFill>
            <a:srgbClr val="7D8990">
              <a:alpha val="40000"/>
            </a:srgbClr>
          </a:solidFill>
          <a:ln w="0">
            <a:noFill/>
            <a:prstDash val="solid"/>
          </a:ln>
        </p:spPr>
      </p:sp>
      <p:sp>
        <p:nvSpPr>
          <p:cNvPr id="1221" name="a_full_bar_ellipse_1220">
            <a:extLst>
              <a:ext uri="{FF2B5EF4-FFF2-40B4-BE49-F238E27FC236}">
                <a16:creationId xmlns:a16="http://schemas.microsoft.com/office/drawing/2014/main" id="{0BC6B9B1-0C8B-457B-88B5-7DA6F088C1E4}"/>
              </a:ext>
            </a:extLst>
          </p:cNvPr>
          <p:cNvSpPr>
            <a:spLocks noGrp="1"/>
          </p:cNvSpPr>
          <p:nvPr/>
        </p:nvSpPr>
        <p:spPr>
          <a:xfrm>
            <a:off x="1902075" y="4078295"/>
            <a:ext cx="45341" cy="45341"/>
          </a:xfrm>
          <a:prstGeom prst="ellipse">
            <a:avLst/>
          </a:prstGeom>
          <a:solidFill>
            <a:srgbClr val="7D8990">
              <a:alpha val="40000"/>
            </a:srgbClr>
          </a:solidFill>
          <a:ln w="0">
            <a:noFill/>
            <a:prstDash val="solid"/>
          </a:ln>
        </p:spPr>
      </p:sp>
      <p:sp>
        <p:nvSpPr>
          <p:cNvPr id="1222" name="a_full_bar_ellipse_1221">
            <a:extLst>
              <a:ext uri="{FF2B5EF4-FFF2-40B4-BE49-F238E27FC236}">
                <a16:creationId xmlns:a16="http://schemas.microsoft.com/office/drawing/2014/main" id="{B4A59CEF-22ED-46AC-9E77-E4A1D154FFFB}"/>
              </a:ext>
            </a:extLst>
          </p:cNvPr>
          <p:cNvSpPr>
            <a:spLocks noGrp="1"/>
          </p:cNvSpPr>
          <p:nvPr/>
        </p:nvSpPr>
        <p:spPr>
          <a:xfrm>
            <a:off x="1890914" y="2703123"/>
            <a:ext cx="45341" cy="45341"/>
          </a:xfrm>
          <a:prstGeom prst="ellipse">
            <a:avLst/>
          </a:prstGeom>
          <a:solidFill>
            <a:srgbClr val="7D8990">
              <a:alpha val="40000"/>
            </a:srgbClr>
          </a:solidFill>
          <a:ln w="0">
            <a:noFill/>
            <a:prstDash val="solid"/>
          </a:ln>
        </p:spPr>
      </p:sp>
      <p:sp>
        <p:nvSpPr>
          <p:cNvPr id="1223" name="a_full_bar_ellipse_1222">
            <a:extLst>
              <a:ext uri="{FF2B5EF4-FFF2-40B4-BE49-F238E27FC236}">
                <a16:creationId xmlns:a16="http://schemas.microsoft.com/office/drawing/2014/main" id="{9C2D3069-1516-4A53-B26C-ECFFB3B166EE}"/>
              </a:ext>
            </a:extLst>
          </p:cNvPr>
          <p:cNvSpPr>
            <a:spLocks noGrp="1"/>
          </p:cNvSpPr>
          <p:nvPr/>
        </p:nvSpPr>
        <p:spPr>
          <a:xfrm>
            <a:off x="1955932" y="4457382"/>
            <a:ext cx="45341" cy="45341"/>
          </a:xfrm>
          <a:prstGeom prst="ellipse">
            <a:avLst/>
          </a:prstGeom>
          <a:solidFill>
            <a:srgbClr val="7D8990">
              <a:alpha val="40000"/>
            </a:srgbClr>
          </a:solidFill>
          <a:ln w="0">
            <a:noFill/>
            <a:prstDash val="solid"/>
          </a:ln>
        </p:spPr>
      </p:sp>
      <p:sp>
        <p:nvSpPr>
          <p:cNvPr id="1224" name="a_full_bar_ellipse_1223">
            <a:extLst>
              <a:ext uri="{FF2B5EF4-FFF2-40B4-BE49-F238E27FC236}">
                <a16:creationId xmlns:a16="http://schemas.microsoft.com/office/drawing/2014/main" id="{C0E23EDD-4025-4AB2-A72D-47A567F08B1E}"/>
              </a:ext>
            </a:extLst>
          </p:cNvPr>
          <p:cNvSpPr>
            <a:spLocks noGrp="1"/>
          </p:cNvSpPr>
          <p:nvPr/>
        </p:nvSpPr>
        <p:spPr>
          <a:xfrm>
            <a:off x="1927203" y="2547875"/>
            <a:ext cx="45341" cy="45341"/>
          </a:xfrm>
          <a:prstGeom prst="ellipse">
            <a:avLst/>
          </a:prstGeom>
          <a:solidFill>
            <a:srgbClr val="7D8990">
              <a:alpha val="40000"/>
            </a:srgbClr>
          </a:solidFill>
          <a:ln w="0">
            <a:noFill/>
            <a:prstDash val="solid"/>
          </a:ln>
        </p:spPr>
      </p:sp>
      <p:sp>
        <p:nvSpPr>
          <p:cNvPr id="1225" name="a_full_bar_ellipse_1224">
            <a:extLst>
              <a:ext uri="{FF2B5EF4-FFF2-40B4-BE49-F238E27FC236}">
                <a16:creationId xmlns:a16="http://schemas.microsoft.com/office/drawing/2014/main" id="{2D98BA1C-9E9B-4E22-91AF-DEF9AFFD6518}"/>
              </a:ext>
            </a:extLst>
          </p:cNvPr>
          <p:cNvSpPr>
            <a:spLocks noGrp="1"/>
          </p:cNvSpPr>
          <p:nvPr/>
        </p:nvSpPr>
        <p:spPr>
          <a:xfrm>
            <a:off x="1809361" y="4457382"/>
            <a:ext cx="45341" cy="45341"/>
          </a:xfrm>
          <a:prstGeom prst="ellipse">
            <a:avLst/>
          </a:prstGeom>
          <a:solidFill>
            <a:srgbClr val="7D8990">
              <a:alpha val="40000"/>
            </a:srgbClr>
          </a:solidFill>
          <a:ln w="0">
            <a:noFill/>
            <a:prstDash val="solid"/>
          </a:ln>
        </p:spPr>
      </p:sp>
      <p:sp>
        <p:nvSpPr>
          <p:cNvPr id="1226" name="a_full_bar_ellipse_1225">
            <a:extLst>
              <a:ext uri="{FF2B5EF4-FFF2-40B4-BE49-F238E27FC236}">
                <a16:creationId xmlns:a16="http://schemas.microsoft.com/office/drawing/2014/main" id="{DE4ECB59-A6B7-42A9-B6A6-EF7C8670072D}"/>
              </a:ext>
            </a:extLst>
          </p:cNvPr>
          <p:cNvSpPr>
            <a:spLocks noGrp="1"/>
          </p:cNvSpPr>
          <p:nvPr/>
        </p:nvSpPr>
        <p:spPr>
          <a:xfrm>
            <a:off x="1793359" y="4003310"/>
            <a:ext cx="45341" cy="45341"/>
          </a:xfrm>
          <a:prstGeom prst="ellipse">
            <a:avLst/>
          </a:prstGeom>
          <a:solidFill>
            <a:srgbClr val="7D8990">
              <a:alpha val="40000"/>
            </a:srgbClr>
          </a:solidFill>
          <a:ln w="0">
            <a:noFill/>
            <a:prstDash val="solid"/>
          </a:ln>
        </p:spPr>
      </p:sp>
      <p:sp>
        <p:nvSpPr>
          <p:cNvPr id="1227" name="a_full_bar_ellipse_1226">
            <a:extLst>
              <a:ext uri="{FF2B5EF4-FFF2-40B4-BE49-F238E27FC236}">
                <a16:creationId xmlns:a16="http://schemas.microsoft.com/office/drawing/2014/main" id="{5E043159-CF06-4FDD-B671-E0B5163A1E95}"/>
              </a:ext>
            </a:extLst>
          </p:cNvPr>
          <p:cNvSpPr>
            <a:spLocks noGrp="1"/>
          </p:cNvSpPr>
          <p:nvPr/>
        </p:nvSpPr>
        <p:spPr>
          <a:xfrm>
            <a:off x="1839079" y="3524970"/>
            <a:ext cx="45341" cy="45341"/>
          </a:xfrm>
          <a:prstGeom prst="ellipse">
            <a:avLst/>
          </a:prstGeom>
          <a:solidFill>
            <a:srgbClr val="7D8990">
              <a:alpha val="40000"/>
            </a:srgbClr>
          </a:solidFill>
          <a:ln w="0">
            <a:noFill/>
            <a:prstDash val="solid"/>
          </a:ln>
        </p:spPr>
      </p:sp>
      <p:sp>
        <p:nvSpPr>
          <p:cNvPr id="1228" name="a_full_bar_ellipse_1227">
            <a:extLst>
              <a:ext uri="{FF2B5EF4-FFF2-40B4-BE49-F238E27FC236}">
                <a16:creationId xmlns:a16="http://schemas.microsoft.com/office/drawing/2014/main" id="{09786EA2-F86A-4B96-849D-A9502B33A133}"/>
              </a:ext>
            </a:extLst>
          </p:cNvPr>
          <p:cNvSpPr>
            <a:spLocks noGrp="1"/>
          </p:cNvSpPr>
          <p:nvPr/>
        </p:nvSpPr>
        <p:spPr>
          <a:xfrm>
            <a:off x="1879945" y="3224109"/>
            <a:ext cx="45341" cy="45341"/>
          </a:xfrm>
          <a:prstGeom prst="ellipse">
            <a:avLst/>
          </a:prstGeom>
          <a:solidFill>
            <a:srgbClr val="7D8990">
              <a:alpha val="40000"/>
            </a:srgbClr>
          </a:solidFill>
          <a:ln w="0">
            <a:noFill/>
            <a:prstDash val="solid"/>
          </a:ln>
        </p:spPr>
      </p:sp>
      <p:sp>
        <p:nvSpPr>
          <p:cNvPr id="1229" name="a_full_bar_ellipse_1228">
            <a:extLst>
              <a:ext uri="{FF2B5EF4-FFF2-40B4-BE49-F238E27FC236}">
                <a16:creationId xmlns:a16="http://schemas.microsoft.com/office/drawing/2014/main" id="{FB4E02EA-DC22-40D8-874A-BB51399B1240}"/>
              </a:ext>
            </a:extLst>
          </p:cNvPr>
          <p:cNvSpPr>
            <a:spLocks noGrp="1"/>
          </p:cNvSpPr>
          <p:nvPr/>
        </p:nvSpPr>
        <p:spPr>
          <a:xfrm>
            <a:off x="1877549" y="4052042"/>
            <a:ext cx="45341" cy="45341"/>
          </a:xfrm>
          <a:prstGeom prst="ellipse">
            <a:avLst/>
          </a:prstGeom>
          <a:solidFill>
            <a:srgbClr val="7D8990">
              <a:alpha val="40000"/>
            </a:srgbClr>
          </a:solidFill>
          <a:ln w="0">
            <a:noFill/>
            <a:prstDash val="solid"/>
          </a:ln>
        </p:spPr>
      </p:sp>
      <p:sp>
        <p:nvSpPr>
          <p:cNvPr id="1230" name="a_full_bar_ellipse_1229">
            <a:extLst>
              <a:ext uri="{FF2B5EF4-FFF2-40B4-BE49-F238E27FC236}">
                <a16:creationId xmlns:a16="http://schemas.microsoft.com/office/drawing/2014/main" id="{9B2647B7-22AA-404D-AD0D-86FA66882209}"/>
              </a:ext>
            </a:extLst>
          </p:cNvPr>
          <p:cNvSpPr>
            <a:spLocks noGrp="1"/>
          </p:cNvSpPr>
          <p:nvPr/>
        </p:nvSpPr>
        <p:spPr>
          <a:xfrm>
            <a:off x="1949963" y="2925388"/>
            <a:ext cx="45341" cy="45341"/>
          </a:xfrm>
          <a:prstGeom prst="ellipse">
            <a:avLst/>
          </a:prstGeom>
          <a:solidFill>
            <a:srgbClr val="7D8990">
              <a:alpha val="40000"/>
            </a:srgbClr>
          </a:solidFill>
          <a:ln w="0">
            <a:noFill/>
            <a:prstDash val="solid"/>
          </a:ln>
        </p:spPr>
      </p:sp>
      <p:sp>
        <p:nvSpPr>
          <p:cNvPr id="1231" name="a_full_bar_ellipse_1230">
            <a:extLst>
              <a:ext uri="{FF2B5EF4-FFF2-40B4-BE49-F238E27FC236}">
                <a16:creationId xmlns:a16="http://schemas.microsoft.com/office/drawing/2014/main" id="{DA69A290-50B4-42AB-962A-0BAA92C7CD30}"/>
              </a:ext>
            </a:extLst>
          </p:cNvPr>
          <p:cNvSpPr>
            <a:spLocks noGrp="1"/>
          </p:cNvSpPr>
          <p:nvPr/>
        </p:nvSpPr>
        <p:spPr>
          <a:xfrm>
            <a:off x="1940426" y="3200634"/>
            <a:ext cx="45341" cy="45341"/>
          </a:xfrm>
          <a:prstGeom prst="ellipse">
            <a:avLst/>
          </a:prstGeom>
          <a:solidFill>
            <a:srgbClr val="7D8990">
              <a:alpha val="40000"/>
            </a:srgbClr>
          </a:solidFill>
          <a:ln w="0">
            <a:noFill/>
            <a:prstDash val="solid"/>
          </a:ln>
        </p:spPr>
      </p:sp>
      <p:sp>
        <p:nvSpPr>
          <p:cNvPr id="1232" name="a_full_bar_ellipse_1231">
            <a:extLst>
              <a:ext uri="{FF2B5EF4-FFF2-40B4-BE49-F238E27FC236}">
                <a16:creationId xmlns:a16="http://schemas.microsoft.com/office/drawing/2014/main" id="{D32DBD12-0FCA-4B9F-91F9-0900FC2D9D62}"/>
              </a:ext>
            </a:extLst>
          </p:cNvPr>
          <p:cNvSpPr>
            <a:spLocks noGrp="1"/>
          </p:cNvSpPr>
          <p:nvPr/>
        </p:nvSpPr>
        <p:spPr>
          <a:xfrm>
            <a:off x="1846527" y="4457382"/>
            <a:ext cx="45341" cy="45341"/>
          </a:xfrm>
          <a:prstGeom prst="ellipse">
            <a:avLst/>
          </a:prstGeom>
          <a:solidFill>
            <a:srgbClr val="7D8990">
              <a:alpha val="40000"/>
            </a:srgbClr>
          </a:solidFill>
          <a:ln w="0">
            <a:noFill/>
            <a:prstDash val="solid"/>
          </a:ln>
        </p:spPr>
      </p:sp>
      <p:sp>
        <p:nvSpPr>
          <p:cNvPr id="1233" name="a_full_bar_ellipse_1232">
            <a:extLst>
              <a:ext uri="{FF2B5EF4-FFF2-40B4-BE49-F238E27FC236}">
                <a16:creationId xmlns:a16="http://schemas.microsoft.com/office/drawing/2014/main" id="{CBA3DB06-DB4D-4F74-AC50-B1260055F31C}"/>
              </a:ext>
            </a:extLst>
          </p:cNvPr>
          <p:cNvSpPr>
            <a:spLocks noGrp="1"/>
          </p:cNvSpPr>
          <p:nvPr/>
        </p:nvSpPr>
        <p:spPr>
          <a:xfrm>
            <a:off x="1881948" y="2403658"/>
            <a:ext cx="45341" cy="45341"/>
          </a:xfrm>
          <a:prstGeom prst="ellipse">
            <a:avLst/>
          </a:prstGeom>
          <a:solidFill>
            <a:srgbClr val="7D8990">
              <a:alpha val="40000"/>
            </a:srgbClr>
          </a:solidFill>
          <a:ln w="0">
            <a:noFill/>
            <a:prstDash val="solid"/>
          </a:ln>
        </p:spPr>
      </p:sp>
      <p:sp>
        <p:nvSpPr>
          <p:cNvPr id="1234" name="a_full_bar_ellipse_1233">
            <a:extLst>
              <a:ext uri="{FF2B5EF4-FFF2-40B4-BE49-F238E27FC236}">
                <a16:creationId xmlns:a16="http://schemas.microsoft.com/office/drawing/2014/main" id="{8B6669A8-C452-4F31-B104-69155DCB80CB}"/>
              </a:ext>
            </a:extLst>
          </p:cNvPr>
          <p:cNvSpPr>
            <a:spLocks noGrp="1"/>
          </p:cNvSpPr>
          <p:nvPr/>
        </p:nvSpPr>
        <p:spPr>
          <a:xfrm>
            <a:off x="1782227" y="2505307"/>
            <a:ext cx="45341" cy="45341"/>
          </a:xfrm>
          <a:prstGeom prst="ellipse">
            <a:avLst/>
          </a:prstGeom>
          <a:solidFill>
            <a:srgbClr val="7D8990">
              <a:alpha val="40000"/>
            </a:srgbClr>
          </a:solidFill>
          <a:ln w="0">
            <a:noFill/>
            <a:prstDash val="solid"/>
          </a:ln>
        </p:spPr>
      </p:sp>
      <p:sp>
        <p:nvSpPr>
          <p:cNvPr id="1235" name="a_full_bar_ellipse_1234">
            <a:extLst>
              <a:ext uri="{FF2B5EF4-FFF2-40B4-BE49-F238E27FC236}">
                <a16:creationId xmlns:a16="http://schemas.microsoft.com/office/drawing/2014/main" id="{F2C881B4-4FCF-4473-838F-CD92FE5ACC35}"/>
              </a:ext>
            </a:extLst>
          </p:cNvPr>
          <p:cNvSpPr>
            <a:spLocks noGrp="1"/>
          </p:cNvSpPr>
          <p:nvPr/>
        </p:nvSpPr>
        <p:spPr>
          <a:xfrm>
            <a:off x="1817208" y="3041464"/>
            <a:ext cx="45341" cy="45341"/>
          </a:xfrm>
          <a:prstGeom prst="ellipse">
            <a:avLst/>
          </a:prstGeom>
          <a:solidFill>
            <a:srgbClr val="7D8990">
              <a:alpha val="40000"/>
            </a:srgbClr>
          </a:solidFill>
          <a:ln w="0">
            <a:noFill/>
            <a:prstDash val="solid"/>
          </a:ln>
        </p:spPr>
      </p:sp>
      <p:sp>
        <p:nvSpPr>
          <p:cNvPr id="1236" name="a_full_bar_ellipse_1235">
            <a:extLst>
              <a:ext uri="{FF2B5EF4-FFF2-40B4-BE49-F238E27FC236}">
                <a16:creationId xmlns:a16="http://schemas.microsoft.com/office/drawing/2014/main" id="{673B5EC0-5AFF-4A6F-B590-6AFE87B074B3}"/>
              </a:ext>
            </a:extLst>
          </p:cNvPr>
          <p:cNvSpPr>
            <a:spLocks noGrp="1"/>
          </p:cNvSpPr>
          <p:nvPr/>
        </p:nvSpPr>
        <p:spPr>
          <a:xfrm>
            <a:off x="1923681" y="3192889"/>
            <a:ext cx="45341" cy="45341"/>
          </a:xfrm>
          <a:prstGeom prst="ellipse">
            <a:avLst/>
          </a:prstGeom>
          <a:solidFill>
            <a:srgbClr val="7D8990">
              <a:alpha val="40000"/>
            </a:srgbClr>
          </a:solidFill>
          <a:ln w="0">
            <a:noFill/>
            <a:prstDash val="solid"/>
          </a:ln>
        </p:spPr>
      </p:sp>
      <p:sp>
        <p:nvSpPr>
          <p:cNvPr id="1237" name="a_full_bar_ellipse_1236">
            <a:extLst>
              <a:ext uri="{FF2B5EF4-FFF2-40B4-BE49-F238E27FC236}">
                <a16:creationId xmlns:a16="http://schemas.microsoft.com/office/drawing/2014/main" id="{F25BFB3E-B04E-4EEF-A966-C0836C52D231}"/>
              </a:ext>
            </a:extLst>
          </p:cNvPr>
          <p:cNvSpPr>
            <a:spLocks noGrp="1"/>
          </p:cNvSpPr>
          <p:nvPr/>
        </p:nvSpPr>
        <p:spPr>
          <a:xfrm>
            <a:off x="1901269" y="3090059"/>
            <a:ext cx="45341" cy="45341"/>
          </a:xfrm>
          <a:prstGeom prst="ellipse">
            <a:avLst/>
          </a:prstGeom>
          <a:solidFill>
            <a:srgbClr val="7D8990">
              <a:alpha val="40000"/>
            </a:srgbClr>
          </a:solidFill>
          <a:ln w="0">
            <a:noFill/>
            <a:prstDash val="solid"/>
          </a:ln>
        </p:spPr>
      </p:sp>
      <p:sp>
        <p:nvSpPr>
          <p:cNvPr id="1238" name="a_full_bar_ellipse_1237">
            <a:extLst>
              <a:ext uri="{FF2B5EF4-FFF2-40B4-BE49-F238E27FC236}">
                <a16:creationId xmlns:a16="http://schemas.microsoft.com/office/drawing/2014/main" id="{CC286F4F-0B7A-44C6-8039-168A1E6EFCD9}"/>
              </a:ext>
            </a:extLst>
          </p:cNvPr>
          <p:cNvSpPr>
            <a:spLocks noGrp="1"/>
          </p:cNvSpPr>
          <p:nvPr/>
        </p:nvSpPr>
        <p:spPr>
          <a:xfrm>
            <a:off x="1841522" y="2527953"/>
            <a:ext cx="45341" cy="45341"/>
          </a:xfrm>
          <a:prstGeom prst="ellipse">
            <a:avLst/>
          </a:prstGeom>
          <a:solidFill>
            <a:srgbClr val="7D8990">
              <a:alpha val="40000"/>
            </a:srgbClr>
          </a:solidFill>
          <a:ln w="0">
            <a:noFill/>
            <a:prstDash val="solid"/>
          </a:ln>
        </p:spPr>
      </p:sp>
      <p:sp>
        <p:nvSpPr>
          <p:cNvPr id="1239" name="a_full_bar_ellipse_1238">
            <a:extLst>
              <a:ext uri="{FF2B5EF4-FFF2-40B4-BE49-F238E27FC236}">
                <a16:creationId xmlns:a16="http://schemas.microsoft.com/office/drawing/2014/main" id="{78B99FAA-FC19-4671-8EF7-8B98E6159EB2}"/>
              </a:ext>
            </a:extLst>
          </p:cNvPr>
          <p:cNvSpPr>
            <a:spLocks noGrp="1"/>
          </p:cNvSpPr>
          <p:nvPr/>
        </p:nvSpPr>
        <p:spPr>
          <a:xfrm>
            <a:off x="1865603" y="3202594"/>
            <a:ext cx="45341" cy="45341"/>
          </a:xfrm>
          <a:prstGeom prst="ellipse">
            <a:avLst/>
          </a:prstGeom>
          <a:solidFill>
            <a:srgbClr val="7D8990">
              <a:alpha val="40000"/>
            </a:srgbClr>
          </a:solidFill>
          <a:ln w="0">
            <a:noFill/>
            <a:prstDash val="solid"/>
          </a:ln>
        </p:spPr>
      </p:sp>
      <p:sp>
        <p:nvSpPr>
          <p:cNvPr id="1240" name="a_full_bar_ellipse_1239">
            <a:extLst>
              <a:ext uri="{FF2B5EF4-FFF2-40B4-BE49-F238E27FC236}">
                <a16:creationId xmlns:a16="http://schemas.microsoft.com/office/drawing/2014/main" id="{9862EF58-E6F5-420C-BF87-EF65D9FDFFB2}"/>
              </a:ext>
            </a:extLst>
          </p:cNvPr>
          <p:cNvSpPr>
            <a:spLocks noGrp="1"/>
          </p:cNvSpPr>
          <p:nvPr/>
        </p:nvSpPr>
        <p:spPr>
          <a:xfrm>
            <a:off x="1918319" y="2809222"/>
            <a:ext cx="45341" cy="45341"/>
          </a:xfrm>
          <a:prstGeom prst="ellipse">
            <a:avLst/>
          </a:prstGeom>
          <a:solidFill>
            <a:srgbClr val="7D8990">
              <a:alpha val="40000"/>
            </a:srgbClr>
          </a:solidFill>
          <a:ln w="0">
            <a:noFill/>
            <a:prstDash val="solid"/>
          </a:ln>
        </p:spPr>
      </p:sp>
      <p:sp>
        <p:nvSpPr>
          <p:cNvPr id="1241" name="a_full_bar_ellipse_1240">
            <a:extLst>
              <a:ext uri="{FF2B5EF4-FFF2-40B4-BE49-F238E27FC236}">
                <a16:creationId xmlns:a16="http://schemas.microsoft.com/office/drawing/2014/main" id="{370CBFAA-F02A-4D6B-830C-04244FB2AE8B}"/>
              </a:ext>
            </a:extLst>
          </p:cNvPr>
          <p:cNvSpPr>
            <a:spLocks noGrp="1"/>
          </p:cNvSpPr>
          <p:nvPr/>
        </p:nvSpPr>
        <p:spPr>
          <a:xfrm>
            <a:off x="1807907" y="3439976"/>
            <a:ext cx="45341" cy="45341"/>
          </a:xfrm>
          <a:prstGeom prst="ellipse">
            <a:avLst/>
          </a:prstGeom>
          <a:solidFill>
            <a:srgbClr val="7D8990">
              <a:alpha val="40000"/>
            </a:srgbClr>
          </a:solidFill>
          <a:ln w="0">
            <a:noFill/>
            <a:prstDash val="solid"/>
          </a:ln>
        </p:spPr>
      </p:sp>
      <p:sp>
        <p:nvSpPr>
          <p:cNvPr id="1242" name="a_full_bar_ellipse_1241">
            <a:extLst>
              <a:ext uri="{FF2B5EF4-FFF2-40B4-BE49-F238E27FC236}">
                <a16:creationId xmlns:a16="http://schemas.microsoft.com/office/drawing/2014/main" id="{5986BA36-EB2C-4229-9390-C611648B232B}"/>
              </a:ext>
            </a:extLst>
          </p:cNvPr>
          <p:cNvSpPr>
            <a:spLocks noGrp="1"/>
          </p:cNvSpPr>
          <p:nvPr/>
        </p:nvSpPr>
        <p:spPr>
          <a:xfrm>
            <a:off x="1911165" y="3319620"/>
            <a:ext cx="45341" cy="45341"/>
          </a:xfrm>
          <a:prstGeom prst="ellipse">
            <a:avLst/>
          </a:prstGeom>
          <a:solidFill>
            <a:srgbClr val="7D8990">
              <a:alpha val="40000"/>
            </a:srgbClr>
          </a:solidFill>
          <a:ln w="0">
            <a:noFill/>
            <a:prstDash val="solid"/>
          </a:ln>
        </p:spPr>
      </p:sp>
      <p:sp>
        <p:nvSpPr>
          <p:cNvPr id="1243" name="a_full_bar_ellipse_1242">
            <a:extLst>
              <a:ext uri="{FF2B5EF4-FFF2-40B4-BE49-F238E27FC236}">
                <a16:creationId xmlns:a16="http://schemas.microsoft.com/office/drawing/2014/main" id="{886A3DE4-1966-4224-BB4B-DA71F095C704}"/>
              </a:ext>
            </a:extLst>
          </p:cNvPr>
          <p:cNvSpPr>
            <a:spLocks noGrp="1"/>
          </p:cNvSpPr>
          <p:nvPr/>
        </p:nvSpPr>
        <p:spPr>
          <a:xfrm>
            <a:off x="1833854" y="4457382"/>
            <a:ext cx="45341" cy="45341"/>
          </a:xfrm>
          <a:prstGeom prst="ellipse">
            <a:avLst/>
          </a:prstGeom>
          <a:solidFill>
            <a:srgbClr val="7D8990">
              <a:alpha val="40000"/>
            </a:srgbClr>
          </a:solidFill>
          <a:ln w="0">
            <a:noFill/>
            <a:prstDash val="solid"/>
          </a:ln>
        </p:spPr>
      </p:sp>
      <p:sp>
        <p:nvSpPr>
          <p:cNvPr id="1244" name="a_full_bar_ellipse_1243">
            <a:extLst>
              <a:ext uri="{FF2B5EF4-FFF2-40B4-BE49-F238E27FC236}">
                <a16:creationId xmlns:a16="http://schemas.microsoft.com/office/drawing/2014/main" id="{A80BEA6B-A9E9-486D-ABAA-5B4FBDE501E0}"/>
              </a:ext>
            </a:extLst>
          </p:cNvPr>
          <p:cNvSpPr>
            <a:spLocks noGrp="1"/>
          </p:cNvSpPr>
          <p:nvPr/>
        </p:nvSpPr>
        <p:spPr>
          <a:xfrm>
            <a:off x="1849940" y="4063529"/>
            <a:ext cx="45341" cy="45341"/>
          </a:xfrm>
          <a:prstGeom prst="ellipse">
            <a:avLst/>
          </a:prstGeom>
          <a:solidFill>
            <a:srgbClr val="7D8990">
              <a:alpha val="40000"/>
            </a:srgbClr>
          </a:solidFill>
          <a:ln w="0">
            <a:noFill/>
            <a:prstDash val="solid"/>
          </a:ln>
        </p:spPr>
      </p:sp>
      <p:sp>
        <p:nvSpPr>
          <p:cNvPr id="1245" name="a_full_bar_ellipse_1244">
            <a:extLst>
              <a:ext uri="{FF2B5EF4-FFF2-40B4-BE49-F238E27FC236}">
                <a16:creationId xmlns:a16="http://schemas.microsoft.com/office/drawing/2014/main" id="{9D5E0CE2-CED8-4384-8527-00083B7198A3}"/>
              </a:ext>
            </a:extLst>
          </p:cNvPr>
          <p:cNvSpPr>
            <a:spLocks noGrp="1"/>
          </p:cNvSpPr>
          <p:nvPr/>
        </p:nvSpPr>
        <p:spPr>
          <a:xfrm>
            <a:off x="1900328" y="2585243"/>
            <a:ext cx="45341" cy="45341"/>
          </a:xfrm>
          <a:prstGeom prst="ellipse">
            <a:avLst/>
          </a:prstGeom>
          <a:solidFill>
            <a:srgbClr val="7D8990">
              <a:alpha val="40000"/>
            </a:srgbClr>
          </a:solidFill>
          <a:ln w="0">
            <a:noFill/>
            <a:prstDash val="solid"/>
          </a:ln>
        </p:spPr>
      </p:sp>
      <p:sp>
        <p:nvSpPr>
          <p:cNvPr id="1246" name="a_full_bar_ellipse_1245">
            <a:extLst>
              <a:ext uri="{FF2B5EF4-FFF2-40B4-BE49-F238E27FC236}">
                <a16:creationId xmlns:a16="http://schemas.microsoft.com/office/drawing/2014/main" id="{E9C163BC-791A-4932-A3E9-E550890359A7}"/>
              </a:ext>
            </a:extLst>
          </p:cNvPr>
          <p:cNvSpPr>
            <a:spLocks noGrp="1"/>
          </p:cNvSpPr>
          <p:nvPr/>
        </p:nvSpPr>
        <p:spPr>
          <a:xfrm>
            <a:off x="1839628" y="4456680"/>
            <a:ext cx="45341" cy="45341"/>
          </a:xfrm>
          <a:prstGeom prst="ellipse">
            <a:avLst/>
          </a:prstGeom>
          <a:solidFill>
            <a:srgbClr val="7D8990">
              <a:alpha val="40000"/>
            </a:srgbClr>
          </a:solidFill>
          <a:ln w="0">
            <a:noFill/>
            <a:prstDash val="solid"/>
          </a:ln>
        </p:spPr>
      </p:sp>
      <p:sp>
        <p:nvSpPr>
          <p:cNvPr id="1247" name="a_full_bar_ellipse_1246">
            <a:extLst>
              <a:ext uri="{FF2B5EF4-FFF2-40B4-BE49-F238E27FC236}">
                <a16:creationId xmlns:a16="http://schemas.microsoft.com/office/drawing/2014/main" id="{6F1BD9AD-0670-4E96-A0D0-EF09CCF1EE05}"/>
              </a:ext>
            </a:extLst>
          </p:cNvPr>
          <p:cNvSpPr>
            <a:spLocks noGrp="1"/>
          </p:cNvSpPr>
          <p:nvPr/>
        </p:nvSpPr>
        <p:spPr>
          <a:xfrm>
            <a:off x="1825730" y="3320970"/>
            <a:ext cx="45341" cy="45341"/>
          </a:xfrm>
          <a:prstGeom prst="ellipse">
            <a:avLst/>
          </a:prstGeom>
          <a:solidFill>
            <a:srgbClr val="7D8990">
              <a:alpha val="40000"/>
            </a:srgbClr>
          </a:solidFill>
          <a:ln w="0">
            <a:noFill/>
            <a:prstDash val="solid"/>
          </a:ln>
        </p:spPr>
      </p:sp>
      <p:sp>
        <p:nvSpPr>
          <p:cNvPr id="1248" name="a_full_bar_ellipse_1247">
            <a:extLst>
              <a:ext uri="{FF2B5EF4-FFF2-40B4-BE49-F238E27FC236}">
                <a16:creationId xmlns:a16="http://schemas.microsoft.com/office/drawing/2014/main" id="{B25D8856-695F-4F9C-844A-1160AE0A63EF}"/>
              </a:ext>
            </a:extLst>
          </p:cNvPr>
          <p:cNvSpPr>
            <a:spLocks noGrp="1"/>
          </p:cNvSpPr>
          <p:nvPr/>
        </p:nvSpPr>
        <p:spPr>
          <a:xfrm>
            <a:off x="1796022" y="4457382"/>
            <a:ext cx="45341" cy="45341"/>
          </a:xfrm>
          <a:prstGeom prst="ellipse">
            <a:avLst/>
          </a:prstGeom>
          <a:solidFill>
            <a:srgbClr val="7D8990">
              <a:alpha val="40000"/>
            </a:srgbClr>
          </a:solidFill>
          <a:ln w="0">
            <a:noFill/>
            <a:prstDash val="solid"/>
          </a:ln>
        </p:spPr>
      </p:sp>
      <p:sp>
        <p:nvSpPr>
          <p:cNvPr id="1249" name="a_full_bar_ellipse_1248">
            <a:extLst>
              <a:ext uri="{FF2B5EF4-FFF2-40B4-BE49-F238E27FC236}">
                <a16:creationId xmlns:a16="http://schemas.microsoft.com/office/drawing/2014/main" id="{3A0E12EF-CD02-474C-B0C4-B418485B4B6F}"/>
              </a:ext>
            </a:extLst>
          </p:cNvPr>
          <p:cNvSpPr>
            <a:spLocks noGrp="1"/>
          </p:cNvSpPr>
          <p:nvPr/>
        </p:nvSpPr>
        <p:spPr>
          <a:xfrm>
            <a:off x="1819402" y="4271055"/>
            <a:ext cx="45341" cy="45341"/>
          </a:xfrm>
          <a:prstGeom prst="ellipse">
            <a:avLst/>
          </a:prstGeom>
          <a:solidFill>
            <a:srgbClr val="7D8990">
              <a:alpha val="40000"/>
            </a:srgbClr>
          </a:solidFill>
          <a:ln w="0">
            <a:noFill/>
            <a:prstDash val="solid"/>
          </a:ln>
        </p:spPr>
      </p:sp>
      <p:sp>
        <p:nvSpPr>
          <p:cNvPr id="1250" name="a_full_bar_ellipse_1249">
            <a:extLst>
              <a:ext uri="{FF2B5EF4-FFF2-40B4-BE49-F238E27FC236}">
                <a16:creationId xmlns:a16="http://schemas.microsoft.com/office/drawing/2014/main" id="{D8ADABD3-6C87-4A1E-9632-ED83BBB22A6A}"/>
              </a:ext>
            </a:extLst>
          </p:cNvPr>
          <p:cNvSpPr>
            <a:spLocks noGrp="1"/>
          </p:cNvSpPr>
          <p:nvPr/>
        </p:nvSpPr>
        <p:spPr>
          <a:xfrm>
            <a:off x="1964002" y="3360904"/>
            <a:ext cx="45341" cy="45341"/>
          </a:xfrm>
          <a:prstGeom prst="ellipse">
            <a:avLst/>
          </a:prstGeom>
          <a:solidFill>
            <a:srgbClr val="7D8990">
              <a:alpha val="40000"/>
            </a:srgbClr>
          </a:solidFill>
          <a:ln w="0">
            <a:noFill/>
            <a:prstDash val="solid"/>
          </a:ln>
        </p:spPr>
      </p:sp>
      <p:sp>
        <p:nvSpPr>
          <p:cNvPr id="1251" name="a_full_bar_ellipse_1250">
            <a:extLst>
              <a:ext uri="{FF2B5EF4-FFF2-40B4-BE49-F238E27FC236}">
                <a16:creationId xmlns:a16="http://schemas.microsoft.com/office/drawing/2014/main" id="{CA081313-A895-459A-A4E0-74BD3B855922}"/>
              </a:ext>
            </a:extLst>
          </p:cNvPr>
          <p:cNvSpPr>
            <a:spLocks noGrp="1"/>
          </p:cNvSpPr>
          <p:nvPr/>
        </p:nvSpPr>
        <p:spPr>
          <a:xfrm>
            <a:off x="1907010" y="2874976"/>
            <a:ext cx="45341" cy="45341"/>
          </a:xfrm>
          <a:prstGeom prst="ellipse">
            <a:avLst/>
          </a:prstGeom>
          <a:solidFill>
            <a:srgbClr val="7D8990">
              <a:alpha val="40000"/>
            </a:srgbClr>
          </a:solidFill>
          <a:ln w="0">
            <a:noFill/>
            <a:prstDash val="solid"/>
          </a:ln>
        </p:spPr>
      </p:sp>
      <p:sp>
        <p:nvSpPr>
          <p:cNvPr id="1252" name="a_full_bar_ellipse_1251">
            <a:extLst>
              <a:ext uri="{FF2B5EF4-FFF2-40B4-BE49-F238E27FC236}">
                <a16:creationId xmlns:a16="http://schemas.microsoft.com/office/drawing/2014/main" id="{21CC3249-4C3A-4837-BB80-8C649D2914D1}"/>
              </a:ext>
            </a:extLst>
          </p:cNvPr>
          <p:cNvSpPr>
            <a:spLocks noGrp="1"/>
          </p:cNvSpPr>
          <p:nvPr/>
        </p:nvSpPr>
        <p:spPr>
          <a:xfrm>
            <a:off x="1972879" y="4457382"/>
            <a:ext cx="45341" cy="45341"/>
          </a:xfrm>
          <a:prstGeom prst="ellipse">
            <a:avLst/>
          </a:prstGeom>
          <a:solidFill>
            <a:srgbClr val="7D8990">
              <a:alpha val="40000"/>
            </a:srgbClr>
          </a:solidFill>
          <a:ln w="0">
            <a:noFill/>
            <a:prstDash val="solid"/>
          </a:ln>
        </p:spPr>
      </p:sp>
      <p:sp>
        <p:nvSpPr>
          <p:cNvPr id="1253" name="a_full_bar_ellipse_1252">
            <a:extLst>
              <a:ext uri="{FF2B5EF4-FFF2-40B4-BE49-F238E27FC236}">
                <a16:creationId xmlns:a16="http://schemas.microsoft.com/office/drawing/2014/main" id="{129F4142-6B24-4821-94BF-1CEB6FD6A864}"/>
              </a:ext>
            </a:extLst>
          </p:cNvPr>
          <p:cNvSpPr>
            <a:spLocks noGrp="1"/>
          </p:cNvSpPr>
          <p:nvPr/>
        </p:nvSpPr>
        <p:spPr>
          <a:xfrm>
            <a:off x="1908554" y="2884533"/>
            <a:ext cx="45341" cy="45341"/>
          </a:xfrm>
          <a:prstGeom prst="ellipse">
            <a:avLst/>
          </a:prstGeom>
          <a:solidFill>
            <a:srgbClr val="7D8990">
              <a:alpha val="40000"/>
            </a:srgbClr>
          </a:solidFill>
          <a:ln w="0">
            <a:noFill/>
            <a:prstDash val="solid"/>
          </a:ln>
        </p:spPr>
      </p:sp>
      <p:sp>
        <p:nvSpPr>
          <p:cNvPr id="1254" name="a_full_bar_ellipse_1253">
            <a:extLst>
              <a:ext uri="{FF2B5EF4-FFF2-40B4-BE49-F238E27FC236}">
                <a16:creationId xmlns:a16="http://schemas.microsoft.com/office/drawing/2014/main" id="{6FA32841-61E5-416D-9B03-CDDFCA4D1D8B}"/>
              </a:ext>
            </a:extLst>
          </p:cNvPr>
          <p:cNvSpPr>
            <a:spLocks noGrp="1"/>
          </p:cNvSpPr>
          <p:nvPr/>
        </p:nvSpPr>
        <p:spPr>
          <a:xfrm>
            <a:off x="1885330" y="2564250"/>
            <a:ext cx="45341" cy="45341"/>
          </a:xfrm>
          <a:prstGeom prst="ellipse">
            <a:avLst/>
          </a:prstGeom>
          <a:solidFill>
            <a:srgbClr val="7D8990">
              <a:alpha val="40000"/>
            </a:srgbClr>
          </a:solidFill>
          <a:ln w="0">
            <a:noFill/>
            <a:prstDash val="solid"/>
          </a:ln>
        </p:spPr>
      </p:sp>
      <p:sp>
        <p:nvSpPr>
          <p:cNvPr id="1255" name="a_full_bar_ellipse_1254">
            <a:extLst>
              <a:ext uri="{FF2B5EF4-FFF2-40B4-BE49-F238E27FC236}">
                <a16:creationId xmlns:a16="http://schemas.microsoft.com/office/drawing/2014/main" id="{2A7F384B-1CBE-4F3A-A927-0DAF44D8D29B}"/>
              </a:ext>
            </a:extLst>
          </p:cNvPr>
          <p:cNvSpPr>
            <a:spLocks noGrp="1"/>
          </p:cNvSpPr>
          <p:nvPr/>
        </p:nvSpPr>
        <p:spPr>
          <a:xfrm>
            <a:off x="1964210" y="2449170"/>
            <a:ext cx="45341" cy="45341"/>
          </a:xfrm>
          <a:prstGeom prst="ellipse">
            <a:avLst/>
          </a:prstGeom>
          <a:solidFill>
            <a:srgbClr val="7D8990">
              <a:alpha val="40000"/>
            </a:srgbClr>
          </a:solidFill>
          <a:ln w="0">
            <a:noFill/>
            <a:prstDash val="solid"/>
          </a:ln>
        </p:spPr>
      </p:sp>
      <p:sp>
        <p:nvSpPr>
          <p:cNvPr id="1256" name="a_full_bar_ellipse_1255">
            <a:extLst>
              <a:ext uri="{FF2B5EF4-FFF2-40B4-BE49-F238E27FC236}">
                <a16:creationId xmlns:a16="http://schemas.microsoft.com/office/drawing/2014/main" id="{38B797AD-A15B-4AA2-9F3E-2AFF637BF5D7}"/>
              </a:ext>
            </a:extLst>
          </p:cNvPr>
          <p:cNvSpPr>
            <a:spLocks noGrp="1"/>
          </p:cNvSpPr>
          <p:nvPr/>
        </p:nvSpPr>
        <p:spPr>
          <a:xfrm>
            <a:off x="1793026" y="2550281"/>
            <a:ext cx="45341" cy="45341"/>
          </a:xfrm>
          <a:prstGeom prst="ellipse">
            <a:avLst/>
          </a:prstGeom>
          <a:solidFill>
            <a:srgbClr val="7D8990">
              <a:alpha val="40000"/>
            </a:srgbClr>
          </a:solidFill>
          <a:ln w="0">
            <a:noFill/>
            <a:prstDash val="solid"/>
          </a:ln>
        </p:spPr>
      </p:sp>
      <p:sp>
        <p:nvSpPr>
          <p:cNvPr id="1257" name="a_full_bar_ellipse_1256">
            <a:extLst>
              <a:ext uri="{FF2B5EF4-FFF2-40B4-BE49-F238E27FC236}">
                <a16:creationId xmlns:a16="http://schemas.microsoft.com/office/drawing/2014/main" id="{82F51D60-13D3-400F-A628-E9C68BA84C8E}"/>
              </a:ext>
            </a:extLst>
          </p:cNvPr>
          <p:cNvSpPr>
            <a:spLocks noGrp="1"/>
          </p:cNvSpPr>
          <p:nvPr/>
        </p:nvSpPr>
        <p:spPr>
          <a:xfrm>
            <a:off x="1843310" y="4457382"/>
            <a:ext cx="45341" cy="45341"/>
          </a:xfrm>
          <a:prstGeom prst="ellipse">
            <a:avLst/>
          </a:prstGeom>
          <a:solidFill>
            <a:srgbClr val="7D8990">
              <a:alpha val="40000"/>
            </a:srgbClr>
          </a:solidFill>
          <a:ln w="0">
            <a:noFill/>
            <a:prstDash val="solid"/>
          </a:ln>
        </p:spPr>
      </p:sp>
      <p:sp>
        <p:nvSpPr>
          <p:cNvPr id="1258" name="a_full_bar_ellipse_1257">
            <a:extLst>
              <a:ext uri="{FF2B5EF4-FFF2-40B4-BE49-F238E27FC236}">
                <a16:creationId xmlns:a16="http://schemas.microsoft.com/office/drawing/2014/main" id="{16E56272-2050-4ACF-861D-82E4D597D40E}"/>
              </a:ext>
            </a:extLst>
          </p:cNvPr>
          <p:cNvSpPr>
            <a:spLocks noGrp="1"/>
          </p:cNvSpPr>
          <p:nvPr/>
        </p:nvSpPr>
        <p:spPr>
          <a:xfrm>
            <a:off x="1977844" y="2942855"/>
            <a:ext cx="45341" cy="45341"/>
          </a:xfrm>
          <a:prstGeom prst="ellipse">
            <a:avLst/>
          </a:prstGeom>
          <a:solidFill>
            <a:srgbClr val="7D8990">
              <a:alpha val="40000"/>
            </a:srgbClr>
          </a:solidFill>
          <a:ln w="0">
            <a:noFill/>
            <a:prstDash val="solid"/>
          </a:ln>
        </p:spPr>
      </p:sp>
      <p:sp>
        <p:nvSpPr>
          <p:cNvPr id="1259" name="a_full_bar_ellipse_1258">
            <a:extLst>
              <a:ext uri="{FF2B5EF4-FFF2-40B4-BE49-F238E27FC236}">
                <a16:creationId xmlns:a16="http://schemas.microsoft.com/office/drawing/2014/main" id="{1E78BFE8-1870-4CF3-B4AF-ECF1DEBFADCE}"/>
              </a:ext>
            </a:extLst>
          </p:cNvPr>
          <p:cNvSpPr>
            <a:spLocks noGrp="1"/>
          </p:cNvSpPr>
          <p:nvPr/>
        </p:nvSpPr>
        <p:spPr>
          <a:xfrm>
            <a:off x="1837721" y="3660633"/>
            <a:ext cx="45341" cy="45341"/>
          </a:xfrm>
          <a:prstGeom prst="ellipse">
            <a:avLst/>
          </a:prstGeom>
          <a:solidFill>
            <a:srgbClr val="7D8990">
              <a:alpha val="40000"/>
            </a:srgbClr>
          </a:solidFill>
          <a:ln w="0">
            <a:noFill/>
            <a:prstDash val="solid"/>
          </a:ln>
        </p:spPr>
      </p:sp>
      <p:sp>
        <p:nvSpPr>
          <p:cNvPr id="1260" name="a_full_bar_ellipse_1259">
            <a:extLst>
              <a:ext uri="{FF2B5EF4-FFF2-40B4-BE49-F238E27FC236}">
                <a16:creationId xmlns:a16="http://schemas.microsoft.com/office/drawing/2014/main" id="{7740A044-4A20-40B7-B6E6-981B55C27B42}"/>
              </a:ext>
            </a:extLst>
          </p:cNvPr>
          <p:cNvSpPr>
            <a:spLocks noGrp="1"/>
          </p:cNvSpPr>
          <p:nvPr/>
        </p:nvSpPr>
        <p:spPr>
          <a:xfrm>
            <a:off x="1888043" y="3630806"/>
            <a:ext cx="45341" cy="45341"/>
          </a:xfrm>
          <a:prstGeom prst="ellipse">
            <a:avLst/>
          </a:prstGeom>
          <a:solidFill>
            <a:srgbClr val="7D8990">
              <a:alpha val="40000"/>
            </a:srgbClr>
          </a:solidFill>
          <a:ln w="0">
            <a:noFill/>
            <a:prstDash val="solid"/>
          </a:ln>
        </p:spPr>
      </p:sp>
      <p:sp>
        <p:nvSpPr>
          <p:cNvPr id="1261" name="a_full_bar_ellipse_1260">
            <a:extLst>
              <a:ext uri="{FF2B5EF4-FFF2-40B4-BE49-F238E27FC236}">
                <a16:creationId xmlns:a16="http://schemas.microsoft.com/office/drawing/2014/main" id="{F57A076C-B191-4F8F-81C5-42F3DD8BEED1}"/>
              </a:ext>
            </a:extLst>
          </p:cNvPr>
          <p:cNvSpPr>
            <a:spLocks noGrp="1"/>
          </p:cNvSpPr>
          <p:nvPr/>
        </p:nvSpPr>
        <p:spPr>
          <a:xfrm>
            <a:off x="1856789" y="2944682"/>
            <a:ext cx="45341" cy="45341"/>
          </a:xfrm>
          <a:prstGeom prst="ellipse">
            <a:avLst/>
          </a:prstGeom>
          <a:solidFill>
            <a:srgbClr val="7D8990">
              <a:alpha val="40000"/>
            </a:srgbClr>
          </a:solidFill>
          <a:ln w="0">
            <a:noFill/>
            <a:prstDash val="solid"/>
          </a:ln>
        </p:spPr>
      </p:sp>
      <p:sp>
        <p:nvSpPr>
          <p:cNvPr id="1262" name="a_full_bar_ellipse_1261">
            <a:extLst>
              <a:ext uri="{FF2B5EF4-FFF2-40B4-BE49-F238E27FC236}">
                <a16:creationId xmlns:a16="http://schemas.microsoft.com/office/drawing/2014/main" id="{13932AD6-C9DF-4A71-8AD5-3CDCD935CCFF}"/>
              </a:ext>
            </a:extLst>
          </p:cNvPr>
          <p:cNvSpPr>
            <a:spLocks noGrp="1"/>
          </p:cNvSpPr>
          <p:nvPr/>
        </p:nvSpPr>
        <p:spPr>
          <a:xfrm>
            <a:off x="1929470" y="2494385"/>
            <a:ext cx="45341" cy="45341"/>
          </a:xfrm>
          <a:prstGeom prst="ellipse">
            <a:avLst/>
          </a:prstGeom>
          <a:solidFill>
            <a:srgbClr val="7D8990">
              <a:alpha val="40000"/>
            </a:srgbClr>
          </a:solidFill>
          <a:ln w="0">
            <a:noFill/>
            <a:prstDash val="solid"/>
          </a:ln>
        </p:spPr>
      </p:sp>
      <p:sp>
        <p:nvSpPr>
          <p:cNvPr id="1263" name="a_full_bar_ellipse_1262">
            <a:extLst>
              <a:ext uri="{FF2B5EF4-FFF2-40B4-BE49-F238E27FC236}">
                <a16:creationId xmlns:a16="http://schemas.microsoft.com/office/drawing/2014/main" id="{25E12B22-C2ED-4B4A-BE97-C44F583C4299}"/>
              </a:ext>
            </a:extLst>
          </p:cNvPr>
          <p:cNvSpPr>
            <a:spLocks noGrp="1"/>
          </p:cNvSpPr>
          <p:nvPr/>
        </p:nvSpPr>
        <p:spPr>
          <a:xfrm>
            <a:off x="1847672" y="3938785"/>
            <a:ext cx="45341" cy="45341"/>
          </a:xfrm>
          <a:prstGeom prst="ellipse">
            <a:avLst/>
          </a:prstGeom>
          <a:solidFill>
            <a:srgbClr val="7D8990">
              <a:alpha val="40000"/>
            </a:srgbClr>
          </a:solidFill>
          <a:ln w="0">
            <a:noFill/>
            <a:prstDash val="solid"/>
          </a:ln>
        </p:spPr>
      </p:sp>
      <p:sp>
        <p:nvSpPr>
          <p:cNvPr id="1264" name="a_full_bar_ellipse_1263">
            <a:extLst>
              <a:ext uri="{FF2B5EF4-FFF2-40B4-BE49-F238E27FC236}">
                <a16:creationId xmlns:a16="http://schemas.microsoft.com/office/drawing/2014/main" id="{3AAF9ED8-4512-4BAD-B237-2AF4EB6D1C29}"/>
              </a:ext>
            </a:extLst>
          </p:cNvPr>
          <p:cNvSpPr>
            <a:spLocks noGrp="1"/>
          </p:cNvSpPr>
          <p:nvPr/>
        </p:nvSpPr>
        <p:spPr>
          <a:xfrm>
            <a:off x="1927951" y="2564250"/>
            <a:ext cx="45341" cy="45341"/>
          </a:xfrm>
          <a:prstGeom prst="ellipse">
            <a:avLst/>
          </a:prstGeom>
          <a:solidFill>
            <a:srgbClr val="7D8990">
              <a:alpha val="40000"/>
            </a:srgbClr>
          </a:solidFill>
          <a:ln w="0">
            <a:noFill/>
            <a:prstDash val="solid"/>
          </a:ln>
        </p:spPr>
      </p:sp>
      <p:sp>
        <p:nvSpPr>
          <p:cNvPr id="1265" name="a_full_bar_ellipse_1264">
            <a:extLst>
              <a:ext uri="{FF2B5EF4-FFF2-40B4-BE49-F238E27FC236}">
                <a16:creationId xmlns:a16="http://schemas.microsoft.com/office/drawing/2014/main" id="{B6A81E6C-8631-444B-8F39-ED5C703CD7E9}"/>
              </a:ext>
            </a:extLst>
          </p:cNvPr>
          <p:cNvSpPr>
            <a:spLocks noGrp="1"/>
          </p:cNvSpPr>
          <p:nvPr/>
        </p:nvSpPr>
        <p:spPr>
          <a:xfrm>
            <a:off x="1806481" y="3237164"/>
            <a:ext cx="45341" cy="45341"/>
          </a:xfrm>
          <a:prstGeom prst="ellipse">
            <a:avLst/>
          </a:prstGeom>
          <a:solidFill>
            <a:srgbClr val="7D8990">
              <a:alpha val="40000"/>
            </a:srgbClr>
          </a:solidFill>
          <a:ln w="0">
            <a:noFill/>
            <a:prstDash val="solid"/>
          </a:ln>
        </p:spPr>
      </p:sp>
      <p:sp>
        <p:nvSpPr>
          <p:cNvPr id="1266" name="a_full_bar_ellipse_1265">
            <a:extLst>
              <a:ext uri="{FF2B5EF4-FFF2-40B4-BE49-F238E27FC236}">
                <a16:creationId xmlns:a16="http://schemas.microsoft.com/office/drawing/2014/main" id="{43191C6C-ECA1-4E2D-BAB3-2AD68D64F463}"/>
              </a:ext>
            </a:extLst>
          </p:cNvPr>
          <p:cNvSpPr>
            <a:spLocks noGrp="1"/>
          </p:cNvSpPr>
          <p:nvPr/>
        </p:nvSpPr>
        <p:spPr>
          <a:xfrm>
            <a:off x="1777641" y="3444032"/>
            <a:ext cx="45341" cy="45341"/>
          </a:xfrm>
          <a:prstGeom prst="ellipse">
            <a:avLst/>
          </a:prstGeom>
          <a:solidFill>
            <a:srgbClr val="7D8990">
              <a:alpha val="40000"/>
            </a:srgbClr>
          </a:solidFill>
          <a:ln w="0">
            <a:noFill/>
            <a:prstDash val="solid"/>
          </a:ln>
        </p:spPr>
      </p:sp>
      <p:sp>
        <p:nvSpPr>
          <p:cNvPr id="1267" name="a_full_bar_ellipse_1266">
            <a:extLst>
              <a:ext uri="{FF2B5EF4-FFF2-40B4-BE49-F238E27FC236}">
                <a16:creationId xmlns:a16="http://schemas.microsoft.com/office/drawing/2014/main" id="{7ECBFC55-E475-4DC1-BFC4-AB7CA044BC0E}"/>
              </a:ext>
            </a:extLst>
          </p:cNvPr>
          <p:cNvSpPr>
            <a:spLocks noGrp="1"/>
          </p:cNvSpPr>
          <p:nvPr/>
        </p:nvSpPr>
        <p:spPr>
          <a:xfrm>
            <a:off x="1857163" y="3424080"/>
            <a:ext cx="45341" cy="45341"/>
          </a:xfrm>
          <a:prstGeom prst="ellipse">
            <a:avLst/>
          </a:prstGeom>
          <a:solidFill>
            <a:srgbClr val="7D8990">
              <a:alpha val="40000"/>
            </a:srgbClr>
          </a:solidFill>
          <a:ln w="0">
            <a:noFill/>
            <a:prstDash val="solid"/>
          </a:ln>
        </p:spPr>
      </p:sp>
      <p:sp>
        <p:nvSpPr>
          <p:cNvPr id="1268" name="a_full_bar_ellipse_1267">
            <a:extLst>
              <a:ext uri="{FF2B5EF4-FFF2-40B4-BE49-F238E27FC236}">
                <a16:creationId xmlns:a16="http://schemas.microsoft.com/office/drawing/2014/main" id="{BF8B665F-B5FF-4A88-BFB8-11FAC160491B}"/>
              </a:ext>
            </a:extLst>
          </p:cNvPr>
          <p:cNvSpPr>
            <a:spLocks noGrp="1"/>
          </p:cNvSpPr>
          <p:nvPr/>
        </p:nvSpPr>
        <p:spPr>
          <a:xfrm>
            <a:off x="1897535" y="2475719"/>
            <a:ext cx="45341" cy="45341"/>
          </a:xfrm>
          <a:prstGeom prst="ellipse">
            <a:avLst/>
          </a:prstGeom>
          <a:solidFill>
            <a:srgbClr val="7D8990">
              <a:alpha val="40000"/>
            </a:srgbClr>
          </a:solidFill>
          <a:ln w="0">
            <a:noFill/>
            <a:prstDash val="solid"/>
          </a:ln>
        </p:spPr>
      </p:sp>
      <p:sp>
        <p:nvSpPr>
          <p:cNvPr id="1269" name="a_full_bar_ellipse_1268">
            <a:extLst>
              <a:ext uri="{FF2B5EF4-FFF2-40B4-BE49-F238E27FC236}">
                <a16:creationId xmlns:a16="http://schemas.microsoft.com/office/drawing/2014/main" id="{EF9B90F2-E304-4910-A77D-117B9AFE09B8}"/>
              </a:ext>
            </a:extLst>
          </p:cNvPr>
          <p:cNvSpPr>
            <a:spLocks noGrp="1"/>
          </p:cNvSpPr>
          <p:nvPr/>
        </p:nvSpPr>
        <p:spPr>
          <a:xfrm>
            <a:off x="1969975" y="3781815"/>
            <a:ext cx="45341" cy="45341"/>
          </a:xfrm>
          <a:prstGeom prst="ellipse">
            <a:avLst/>
          </a:prstGeom>
          <a:solidFill>
            <a:srgbClr val="7D8990">
              <a:alpha val="40000"/>
            </a:srgbClr>
          </a:solidFill>
          <a:ln w="0">
            <a:noFill/>
            <a:prstDash val="solid"/>
          </a:ln>
        </p:spPr>
      </p:sp>
      <p:sp>
        <p:nvSpPr>
          <p:cNvPr id="1270" name="a_full_bar_ellipse_1269">
            <a:extLst>
              <a:ext uri="{FF2B5EF4-FFF2-40B4-BE49-F238E27FC236}">
                <a16:creationId xmlns:a16="http://schemas.microsoft.com/office/drawing/2014/main" id="{47D58CC6-5930-4A9A-8D58-38583B7A4ED7}"/>
              </a:ext>
            </a:extLst>
          </p:cNvPr>
          <p:cNvSpPr>
            <a:spLocks noGrp="1"/>
          </p:cNvSpPr>
          <p:nvPr/>
        </p:nvSpPr>
        <p:spPr>
          <a:xfrm>
            <a:off x="1974565" y="2781856"/>
            <a:ext cx="45341" cy="45341"/>
          </a:xfrm>
          <a:prstGeom prst="ellipse">
            <a:avLst/>
          </a:prstGeom>
          <a:solidFill>
            <a:srgbClr val="7D8990">
              <a:alpha val="40000"/>
            </a:srgbClr>
          </a:solidFill>
          <a:ln w="0">
            <a:noFill/>
            <a:prstDash val="solid"/>
          </a:ln>
        </p:spPr>
      </p:sp>
      <p:sp>
        <p:nvSpPr>
          <p:cNvPr id="1271" name="a_full_bar_ellipse_1270">
            <a:extLst>
              <a:ext uri="{FF2B5EF4-FFF2-40B4-BE49-F238E27FC236}">
                <a16:creationId xmlns:a16="http://schemas.microsoft.com/office/drawing/2014/main" id="{F2726285-47D4-4937-8AAD-31A7D87D64B6}"/>
              </a:ext>
            </a:extLst>
          </p:cNvPr>
          <p:cNvSpPr>
            <a:spLocks noGrp="1"/>
          </p:cNvSpPr>
          <p:nvPr/>
        </p:nvSpPr>
        <p:spPr>
          <a:xfrm>
            <a:off x="1802281" y="3513228"/>
            <a:ext cx="45341" cy="45341"/>
          </a:xfrm>
          <a:prstGeom prst="ellipse">
            <a:avLst/>
          </a:prstGeom>
          <a:solidFill>
            <a:srgbClr val="7D8990">
              <a:alpha val="40000"/>
            </a:srgbClr>
          </a:solidFill>
          <a:ln w="0">
            <a:noFill/>
            <a:prstDash val="solid"/>
          </a:ln>
        </p:spPr>
      </p:sp>
      <p:sp>
        <p:nvSpPr>
          <p:cNvPr id="1272" name="a_full_bar_ellipse_1271">
            <a:extLst>
              <a:ext uri="{FF2B5EF4-FFF2-40B4-BE49-F238E27FC236}">
                <a16:creationId xmlns:a16="http://schemas.microsoft.com/office/drawing/2014/main" id="{A89A2577-63B5-4CF5-B6D3-70F5F17E4308}"/>
              </a:ext>
            </a:extLst>
          </p:cNvPr>
          <p:cNvSpPr>
            <a:spLocks noGrp="1"/>
          </p:cNvSpPr>
          <p:nvPr/>
        </p:nvSpPr>
        <p:spPr>
          <a:xfrm>
            <a:off x="1985780" y="3569400"/>
            <a:ext cx="45341" cy="45341"/>
          </a:xfrm>
          <a:prstGeom prst="ellipse">
            <a:avLst/>
          </a:prstGeom>
          <a:solidFill>
            <a:srgbClr val="7D8990">
              <a:alpha val="40000"/>
            </a:srgbClr>
          </a:solidFill>
          <a:ln w="0">
            <a:noFill/>
            <a:prstDash val="solid"/>
          </a:ln>
        </p:spPr>
      </p:sp>
      <p:sp>
        <p:nvSpPr>
          <p:cNvPr id="1273" name="a_full_bar_ellipse_1272">
            <a:extLst>
              <a:ext uri="{FF2B5EF4-FFF2-40B4-BE49-F238E27FC236}">
                <a16:creationId xmlns:a16="http://schemas.microsoft.com/office/drawing/2014/main" id="{EE4B1E02-166C-4D40-A367-E4CAB56BE0DA}"/>
              </a:ext>
            </a:extLst>
          </p:cNvPr>
          <p:cNvSpPr>
            <a:spLocks noGrp="1"/>
          </p:cNvSpPr>
          <p:nvPr/>
        </p:nvSpPr>
        <p:spPr>
          <a:xfrm>
            <a:off x="1824846" y="3453437"/>
            <a:ext cx="45341" cy="45341"/>
          </a:xfrm>
          <a:prstGeom prst="ellipse">
            <a:avLst/>
          </a:prstGeom>
          <a:solidFill>
            <a:srgbClr val="7D8990">
              <a:alpha val="40000"/>
            </a:srgbClr>
          </a:solidFill>
          <a:ln w="0">
            <a:noFill/>
            <a:prstDash val="solid"/>
          </a:ln>
        </p:spPr>
      </p:sp>
      <p:sp>
        <p:nvSpPr>
          <p:cNvPr id="1274" name="a_full_bar_ellipse_1273">
            <a:extLst>
              <a:ext uri="{FF2B5EF4-FFF2-40B4-BE49-F238E27FC236}">
                <a16:creationId xmlns:a16="http://schemas.microsoft.com/office/drawing/2014/main" id="{4FFDEC53-3C28-4B7B-8928-F8E17D2C8429}"/>
              </a:ext>
            </a:extLst>
          </p:cNvPr>
          <p:cNvSpPr>
            <a:spLocks noGrp="1"/>
          </p:cNvSpPr>
          <p:nvPr/>
        </p:nvSpPr>
        <p:spPr>
          <a:xfrm>
            <a:off x="1881313" y="2931742"/>
            <a:ext cx="45341" cy="45341"/>
          </a:xfrm>
          <a:prstGeom prst="ellipse">
            <a:avLst/>
          </a:prstGeom>
          <a:solidFill>
            <a:srgbClr val="7D8990">
              <a:alpha val="40000"/>
            </a:srgbClr>
          </a:solidFill>
          <a:ln w="0">
            <a:noFill/>
            <a:prstDash val="solid"/>
          </a:ln>
        </p:spPr>
      </p:sp>
      <p:sp>
        <p:nvSpPr>
          <p:cNvPr id="1275" name="a_full_bar_ellipse_1274">
            <a:extLst>
              <a:ext uri="{FF2B5EF4-FFF2-40B4-BE49-F238E27FC236}">
                <a16:creationId xmlns:a16="http://schemas.microsoft.com/office/drawing/2014/main" id="{D4D623C8-769F-4E64-AFB9-7FDFF90F950B}"/>
              </a:ext>
            </a:extLst>
          </p:cNvPr>
          <p:cNvSpPr>
            <a:spLocks noGrp="1"/>
          </p:cNvSpPr>
          <p:nvPr/>
        </p:nvSpPr>
        <p:spPr>
          <a:xfrm>
            <a:off x="1958380" y="2916974"/>
            <a:ext cx="45341" cy="45341"/>
          </a:xfrm>
          <a:prstGeom prst="ellipse">
            <a:avLst/>
          </a:prstGeom>
          <a:solidFill>
            <a:srgbClr val="7D8990">
              <a:alpha val="40000"/>
            </a:srgbClr>
          </a:solidFill>
          <a:ln w="0">
            <a:noFill/>
            <a:prstDash val="solid"/>
          </a:ln>
        </p:spPr>
      </p:sp>
      <p:sp>
        <p:nvSpPr>
          <p:cNvPr id="1276" name="a_full_bar_ellipse_1275">
            <a:extLst>
              <a:ext uri="{FF2B5EF4-FFF2-40B4-BE49-F238E27FC236}">
                <a16:creationId xmlns:a16="http://schemas.microsoft.com/office/drawing/2014/main" id="{AF86CB2F-EDCE-4FA7-8AB5-3FE150213DC6}"/>
              </a:ext>
            </a:extLst>
          </p:cNvPr>
          <p:cNvSpPr>
            <a:spLocks noGrp="1"/>
          </p:cNvSpPr>
          <p:nvPr/>
        </p:nvSpPr>
        <p:spPr>
          <a:xfrm>
            <a:off x="1825571" y="3923831"/>
            <a:ext cx="45341" cy="45341"/>
          </a:xfrm>
          <a:prstGeom prst="ellipse">
            <a:avLst/>
          </a:prstGeom>
          <a:solidFill>
            <a:srgbClr val="7D8990">
              <a:alpha val="40000"/>
            </a:srgbClr>
          </a:solidFill>
          <a:ln w="0">
            <a:noFill/>
            <a:prstDash val="solid"/>
          </a:ln>
        </p:spPr>
      </p:sp>
      <p:sp>
        <p:nvSpPr>
          <p:cNvPr id="1277" name="a_full_bar_ellipse_1276">
            <a:extLst>
              <a:ext uri="{FF2B5EF4-FFF2-40B4-BE49-F238E27FC236}">
                <a16:creationId xmlns:a16="http://schemas.microsoft.com/office/drawing/2014/main" id="{36396F0A-BEDF-4894-9064-8C7B942CD522}"/>
              </a:ext>
            </a:extLst>
          </p:cNvPr>
          <p:cNvSpPr>
            <a:spLocks noGrp="1"/>
          </p:cNvSpPr>
          <p:nvPr/>
        </p:nvSpPr>
        <p:spPr>
          <a:xfrm>
            <a:off x="1860228" y="4361177"/>
            <a:ext cx="45341" cy="45341"/>
          </a:xfrm>
          <a:prstGeom prst="ellipse">
            <a:avLst/>
          </a:prstGeom>
          <a:solidFill>
            <a:srgbClr val="7D8990">
              <a:alpha val="40000"/>
            </a:srgbClr>
          </a:solidFill>
          <a:ln w="0">
            <a:noFill/>
            <a:prstDash val="solid"/>
          </a:ln>
        </p:spPr>
      </p:sp>
      <p:sp>
        <p:nvSpPr>
          <p:cNvPr id="1278" name="a_full_bar_ellipse_1277">
            <a:extLst>
              <a:ext uri="{FF2B5EF4-FFF2-40B4-BE49-F238E27FC236}">
                <a16:creationId xmlns:a16="http://schemas.microsoft.com/office/drawing/2014/main" id="{5EEB5123-43C4-4D54-909B-504A7E744AD5}"/>
              </a:ext>
            </a:extLst>
          </p:cNvPr>
          <p:cNvSpPr>
            <a:spLocks noGrp="1"/>
          </p:cNvSpPr>
          <p:nvPr/>
        </p:nvSpPr>
        <p:spPr>
          <a:xfrm>
            <a:off x="1832825" y="3332683"/>
            <a:ext cx="45341" cy="45341"/>
          </a:xfrm>
          <a:prstGeom prst="ellipse">
            <a:avLst/>
          </a:prstGeom>
          <a:solidFill>
            <a:srgbClr val="7D8990">
              <a:alpha val="40000"/>
            </a:srgbClr>
          </a:solidFill>
          <a:ln w="0">
            <a:noFill/>
            <a:prstDash val="solid"/>
          </a:ln>
        </p:spPr>
      </p:sp>
      <p:sp>
        <p:nvSpPr>
          <p:cNvPr id="1279" name="a_full_bar_ellipse_1278">
            <a:extLst>
              <a:ext uri="{FF2B5EF4-FFF2-40B4-BE49-F238E27FC236}">
                <a16:creationId xmlns:a16="http://schemas.microsoft.com/office/drawing/2014/main" id="{FEFC6FC6-89E9-4506-B016-6174804DA396}"/>
              </a:ext>
            </a:extLst>
          </p:cNvPr>
          <p:cNvSpPr>
            <a:spLocks noGrp="1"/>
          </p:cNvSpPr>
          <p:nvPr/>
        </p:nvSpPr>
        <p:spPr>
          <a:xfrm>
            <a:off x="1779586" y="4148306"/>
            <a:ext cx="45341" cy="45341"/>
          </a:xfrm>
          <a:prstGeom prst="ellipse">
            <a:avLst/>
          </a:prstGeom>
          <a:solidFill>
            <a:srgbClr val="7D8990">
              <a:alpha val="40000"/>
            </a:srgbClr>
          </a:solidFill>
          <a:ln w="0">
            <a:noFill/>
            <a:prstDash val="solid"/>
          </a:ln>
        </p:spPr>
      </p:sp>
      <p:sp>
        <p:nvSpPr>
          <p:cNvPr id="1280" name="a_full_bar_ellipse_1279">
            <a:extLst>
              <a:ext uri="{FF2B5EF4-FFF2-40B4-BE49-F238E27FC236}">
                <a16:creationId xmlns:a16="http://schemas.microsoft.com/office/drawing/2014/main" id="{CCDAC4FA-61C9-4662-96CE-77720B9CE36F}"/>
              </a:ext>
            </a:extLst>
          </p:cNvPr>
          <p:cNvSpPr>
            <a:spLocks noGrp="1"/>
          </p:cNvSpPr>
          <p:nvPr/>
        </p:nvSpPr>
        <p:spPr>
          <a:xfrm>
            <a:off x="1970709" y="3538547"/>
            <a:ext cx="45341" cy="45341"/>
          </a:xfrm>
          <a:prstGeom prst="ellipse">
            <a:avLst/>
          </a:prstGeom>
          <a:solidFill>
            <a:srgbClr val="7D8990">
              <a:alpha val="40000"/>
            </a:srgbClr>
          </a:solidFill>
          <a:ln w="0">
            <a:noFill/>
            <a:prstDash val="solid"/>
          </a:ln>
        </p:spPr>
      </p:sp>
      <p:sp>
        <p:nvSpPr>
          <p:cNvPr id="1281" name="a_full_bar_ellipse_1280">
            <a:extLst>
              <a:ext uri="{FF2B5EF4-FFF2-40B4-BE49-F238E27FC236}">
                <a16:creationId xmlns:a16="http://schemas.microsoft.com/office/drawing/2014/main" id="{327F1378-E8D5-4A13-B9E0-B2DB0861D1A2}"/>
              </a:ext>
            </a:extLst>
          </p:cNvPr>
          <p:cNvSpPr>
            <a:spLocks noGrp="1"/>
          </p:cNvSpPr>
          <p:nvPr/>
        </p:nvSpPr>
        <p:spPr>
          <a:xfrm>
            <a:off x="1850029" y="4403082"/>
            <a:ext cx="45341" cy="45341"/>
          </a:xfrm>
          <a:prstGeom prst="ellipse">
            <a:avLst/>
          </a:prstGeom>
          <a:solidFill>
            <a:srgbClr val="7D8990">
              <a:alpha val="40000"/>
            </a:srgbClr>
          </a:solidFill>
          <a:ln w="0">
            <a:noFill/>
            <a:prstDash val="solid"/>
          </a:ln>
        </p:spPr>
      </p:sp>
      <p:sp>
        <p:nvSpPr>
          <p:cNvPr id="1282" name="a_full_bar_ellipse_1281">
            <a:extLst>
              <a:ext uri="{FF2B5EF4-FFF2-40B4-BE49-F238E27FC236}">
                <a16:creationId xmlns:a16="http://schemas.microsoft.com/office/drawing/2014/main" id="{6D6B9A1E-2874-4FA1-A163-32040BCA68EF}"/>
              </a:ext>
            </a:extLst>
          </p:cNvPr>
          <p:cNvSpPr>
            <a:spLocks noGrp="1"/>
          </p:cNvSpPr>
          <p:nvPr/>
        </p:nvSpPr>
        <p:spPr>
          <a:xfrm>
            <a:off x="1901151" y="4457382"/>
            <a:ext cx="45341" cy="45341"/>
          </a:xfrm>
          <a:prstGeom prst="ellipse">
            <a:avLst/>
          </a:prstGeom>
          <a:solidFill>
            <a:srgbClr val="7D8990">
              <a:alpha val="40000"/>
            </a:srgbClr>
          </a:solidFill>
          <a:ln w="0">
            <a:noFill/>
            <a:prstDash val="solid"/>
          </a:ln>
        </p:spPr>
      </p:sp>
      <p:sp>
        <p:nvSpPr>
          <p:cNvPr id="1283" name="a_full_bar_ellipse_1282">
            <a:extLst>
              <a:ext uri="{FF2B5EF4-FFF2-40B4-BE49-F238E27FC236}">
                <a16:creationId xmlns:a16="http://schemas.microsoft.com/office/drawing/2014/main" id="{5140F1BA-83AC-411D-9780-2CE8FFB8F479}"/>
              </a:ext>
            </a:extLst>
          </p:cNvPr>
          <p:cNvSpPr>
            <a:spLocks noGrp="1"/>
          </p:cNvSpPr>
          <p:nvPr/>
        </p:nvSpPr>
        <p:spPr>
          <a:xfrm>
            <a:off x="1830765" y="4457382"/>
            <a:ext cx="45341" cy="45341"/>
          </a:xfrm>
          <a:prstGeom prst="ellipse">
            <a:avLst/>
          </a:prstGeom>
          <a:solidFill>
            <a:srgbClr val="7D8990">
              <a:alpha val="40000"/>
            </a:srgbClr>
          </a:solidFill>
          <a:ln w="0">
            <a:noFill/>
            <a:prstDash val="solid"/>
          </a:ln>
        </p:spPr>
      </p:sp>
      <p:sp>
        <p:nvSpPr>
          <p:cNvPr id="1284" name="a_full_bar_ellipse_1283">
            <a:extLst>
              <a:ext uri="{FF2B5EF4-FFF2-40B4-BE49-F238E27FC236}">
                <a16:creationId xmlns:a16="http://schemas.microsoft.com/office/drawing/2014/main" id="{C78456FD-45EC-4393-9D50-7A382CB4BE7E}"/>
              </a:ext>
            </a:extLst>
          </p:cNvPr>
          <p:cNvSpPr>
            <a:spLocks noGrp="1"/>
          </p:cNvSpPr>
          <p:nvPr/>
        </p:nvSpPr>
        <p:spPr>
          <a:xfrm>
            <a:off x="3360521" y="2025341"/>
            <a:ext cx="45341" cy="45341"/>
          </a:xfrm>
          <a:prstGeom prst="ellipse">
            <a:avLst/>
          </a:prstGeom>
          <a:solidFill>
            <a:srgbClr val="7D8990">
              <a:alpha val="40000"/>
            </a:srgbClr>
          </a:solidFill>
          <a:ln w="0">
            <a:noFill/>
            <a:prstDash val="solid"/>
          </a:ln>
        </p:spPr>
      </p:sp>
      <p:sp>
        <p:nvSpPr>
          <p:cNvPr id="1285" name="a_full_bar_ellipse_1284">
            <a:extLst>
              <a:ext uri="{FF2B5EF4-FFF2-40B4-BE49-F238E27FC236}">
                <a16:creationId xmlns:a16="http://schemas.microsoft.com/office/drawing/2014/main" id="{6C3D4513-F3D5-44F9-822C-29B2E42EEEBD}"/>
              </a:ext>
            </a:extLst>
          </p:cNvPr>
          <p:cNvSpPr>
            <a:spLocks noGrp="1"/>
          </p:cNvSpPr>
          <p:nvPr/>
        </p:nvSpPr>
        <p:spPr>
          <a:xfrm>
            <a:off x="3315375" y="4457382"/>
            <a:ext cx="45341" cy="45341"/>
          </a:xfrm>
          <a:prstGeom prst="ellipse">
            <a:avLst/>
          </a:prstGeom>
          <a:solidFill>
            <a:srgbClr val="7D8990">
              <a:alpha val="40000"/>
            </a:srgbClr>
          </a:solidFill>
          <a:ln w="0">
            <a:noFill/>
            <a:prstDash val="solid"/>
          </a:ln>
        </p:spPr>
      </p:sp>
      <p:sp>
        <p:nvSpPr>
          <p:cNvPr id="1286" name="a_full_bar_ellipse_1285">
            <a:extLst>
              <a:ext uri="{FF2B5EF4-FFF2-40B4-BE49-F238E27FC236}">
                <a16:creationId xmlns:a16="http://schemas.microsoft.com/office/drawing/2014/main" id="{C3A15442-DF89-45E1-9C72-F2FA78C9F179}"/>
              </a:ext>
            </a:extLst>
          </p:cNvPr>
          <p:cNvSpPr>
            <a:spLocks noGrp="1"/>
          </p:cNvSpPr>
          <p:nvPr/>
        </p:nvSpPr>
        <p:spPr>
          <a:xfrm>
            <a:off x="3373254" y="2025341"/>
            <a:ext cx="45341" cy="45341"/>
          </a:xfrm>
          <a:prstGeom prst="ellipse">
            <a:avLst/>
          </a:prstGeom>
          <a:solidFill>
            <a:srgbClr val="7D8990">
              <a:alpha val="40000"/>
            </a:srgbClr>
          </a:solidFill>
          <a:ln w="0">
            <a:noFill/>
            <a:prstDash val="solid"/>
          </a:ln>
        </p:spPr>
      </p:sp>
      <p:sp>
        <p:nvSpPr>
          <p:cNvPr id="1287" name="a_full_bar_ellipse_1286">
            <a:extLst>
              <a:ext uri="{FF2B5EF4-FFF2-40B4-BE49-F238E27FC236}">
                <a16:creationId xmlns:a16="http://schemas.microsoft.com/office/drawing/2014/main" id="{94B02132-2E45-49D3-85E1-95CBCEB47CD0}"/>
              </a:ext>
            </a:extLst>
          </p:cNvPr>
          <p:cNvSpPr>
            <a:spLocks noGrp="1"/>
          </p:cNvSpPr>
          <p:nvPr/>
        </p:nvSpPr>
        <p:spPr>
          <a:xfrm>
            <a:off x="3467895" y="4457382"/>
            <a:ext cx="45341" cy="45341"/>
          </a:xfrm>
          <a:prstGeom prst="ellipse">
            <a:avLst/>
          </a:prstGeom>
          <a:solidFill>
            <a:srgbClr val="7D8990">
              <a:alpha val="40000"/>
            </a:srgbClr>
          </a:solidFill>
          <a:ln w="0">
            <a:noFill/>
            <a:prstDash val="solid"/>
          </a:ln>
        </p:spPr>
      </p:sp>
      <p:sp>
        <p:nvSpPr>
          <p:cNvPr id="1288" name="a_full_bar_ellipse_1287">
            <a:extLst>
              <a:ext uri="{FF2B5EF4-FFF2-40B4-BE49-F238E27FC236}">
                <a16:creationId xmlns:a16="http://schemas.microsoft.com/office/drawing/2014/main" id="{9F3CF7BD-AE3A-4A60-AE38-B2EDD701C5F4}"/>
              </a:ext>
            </a:extLst>
          </p:cNvPr>
          <p:cNvSpPr>
            <a:spLocks noGrp="1"/>
          </p:cNvSpPr>
          <p:nvPr/>
        </p:nvSpPr>
        <p:spPr>
          <a:xfrm>
            <a:off x="3359725" y="3060025"/>
            <a:ext cx="45341" cy="45341"/>
          </a:xfrm>
          <a:prstGeom prst="ellipse">
            <a:avLst/>
          </a:prstGeom>
          <a:solidFill>
            <a:srgbClr val="7D8990">
              <a:alpha val="40000"/>
            </a:srgbClr>
          </a:solidFill>
          <a:ln w="0">
            <a:noFill/>
            <a:prstDash val="solid"/>
          </a:ln>
        </p:spPr>
      </p:sp>
      <p:sp>
        <p:nvSpPr>
          <p:cNvPr id="1289" name="a_full_bar_ellipse_1288">
            <a:extLst>
              <a:ext uri="{FF2B5EF4-FFF2-40B4-BE49-F238E27FC236}">
                <a16:creationId xmlns:a16="http://schemas.microsoft.com/office/drawing/2014/main" id="{EFC1515E-CFA2-447B-84A0-74D256FB2A5E}"/>
              </a:ext>
            </a:extLst>
          </p:cNvPr>
          <p:cNvSpPr>
            <a:spLocks noGrp="1"/>
          </p:cNvSpPr>
          <p:nvPr/>
        </p:nvSpPr>
        <p:spPr>
          <a:xfrm>
            <a:off x="3462510" y="2025341"/>
            <a:ext cx="45341" cy="45341"/>
          </a:xfrm>
          <a:prstGeom prst="ellipse">
            <a:avLst/>
          </a:prstGeom>
          <a:solidFill>
            <a:srgbClr val="7D8990">
              <a:alpha val="40000"/>
            </a:srgbClr>
          </a:solidFill>
          <a:ln w="0">
            <a:noFill/>
            <a:prstDash val="solid"/>
          </a:ln>
        </p:spPr>
      </p:sp>
      <p:sp>
        <p:nvSpPr>
          <p:cNvPr id="1290" name="a_full_bar_ellipse_1289">
            <a:extLst>
              <a:ext uri="{FF2B5EF4-FFF2-40B4-BE49-F238E27FC236}">
                <a16:creationId xmlns:a16="http://schemas.microsoft.com/office/drawing/2014/main" id="{F1CE81F0-A4A2-492B-BAE4-A7A68571E548}"/>
              </a:ext>
            </a:extLst>
          </p:cNvPr>
          <p:cNvSpPr>
            <a:spLocks noGrp="1"/>
          </p:cNvSpPr>
          <p:nvPr/>
        </p:nvSpPr>
        <p:spPr>
          <a:xfrm>
            <a:off x="3319621" y="2025341"/>
            <a:ext cx="45341" cy="45341"/>
          </a:xfrm>
          <a:prstGeom prst="ellipse">
            <a:avLst/>
          </a:prstGeom>
          <a:solidFill>
            <a:srgbClr val="7D8990">
              <a:alpha val="40000"/>
            </a:srgbClr>
          </a:solidFill>
          <a:ln w="0">
            <a:noFill/>
            <a:prstDash val="solid"/>
          </a:ln>
        </p:spPr>
      </p:sp>
      <p:sp>
        <p:nvSpPr>
          <p:cNvPr id="1291" name="a_full_bar_ellipse_1290">
            <a:extLst>
              <a:ext uri="{FF2B5EF4-FFF2-40B4-BE49-F238E27FC236}">
                <a16:creationId xmlns:a16="http://schemas.microsoft.com/office/drawing/2014/main" id="{8CD59C00-9162-4A13-9C8F-6C78A91CBCFF}"/>
              </a:ext>
            </a:extLst>
          </p:cNvPr>
          <p:cNvSpPr>
            <a:spLocks noGrp="1"/>
          </p:cNvSpPr>
          <p:nvPr/>
        </p:nvSpPr>
        <p:spPr>
          <a:xfrm>
            <a:off x="3332849" y="2025341"/>
            <a:ext cx="45341" cy="45341"/>
          </a:xfrm>
          <a:prstGeom prst="ellipse">
            <a:avLst/>
          </a:prstGeom>
          <a:solidFill>
            <a:srgbClr val="7D8990">
              <a:alpha val="40000"/>
            </a:srgbClr>
          </a:solidFill>
          <a:ln w="0">
            <a:noFill/>
            <a:prstDash val="solid"/>
          </a:ln>
        </p:spPr>
      </p:sp>
      <p:sp>
        <p:nvSpPr>
          <p:cNvPr id="1292" name="a_full_bar_ellipse_1291">
            <a:extLst>
              <a:ext uri="{FF2B5EF4-FFF2-40B4-BE49-F238E27FC236}">
                <a16:creationId xmlns:a16="http://schemas.microsoft.com/office/drawing/2014/main" id="{BC5B3576-A03D-44E1-9E16-9ECB1722800F}"/>
              </a:ext>
            </a:extLst>
          </p:cNvPr>
          <p:cNvSpPr>
            <a:spLocks noGrp="1"/>
          </p:cNvSpPr>
          <p:nvPr/>
        </p:nvSpPr>
        <p:spPr>
          <a:xfrm>
            <a:off x="3446144" y="3841265"/>
            <a:ext cx="45341" cy="45341"/>
          </a:xfrm>
          <a:prstGeom prst="ellipse">
            <a:avLst/>
          </a:prstGeom>
          <a:solidFill>
            <a:srgbClr val="7D8990">
              <a:alpha val="40000"/>
            </a:srgbClr>
          </a:solidFill>
          <a:ln w="0">
            <a:noFill/>
            <a:prstDash val="solid"/>
          </a:ln>
        </p:spPr>
      </p:sp>
      <p:sp>
        <p:nvSpPr>
          <p:cNvPr id="1293" name="a_full_bar_ellipse_1292">
            <a:extLst>
              <a:ext uri="{FF2B5EF4-FFF2-40B4-BE49-F238E27FC236}">
                <a16:creationId xmlns:a16="http://schemas.microsoft.com/office/drawing/2014/main" id="{12EB5B9C-A08A-493D-B663-85A4BF41A90F}"/>
              </a:ext>
            </a:extLst>
          </p:cNvPr>
          <p:cNvSpPr>
            <a:spLocks noGrp="1"/>
          </p:cNvSpPr>
          <p:nvPr/>
        </p:nvSpPr>
        <p:spPr>
          <a:xfrm>
            <a:off x="3415926" y="2025341"/>
            <a:ext cx="45341" cy="45341"/>
          </a:xfrm>
          <a:prstGeom prst="ellipse">
            <a:avLst/>
          </a:prstGeom>
          <a:solidFill>
            <a:srgbClr val="7D8990">
              <a:alpha val="40000"/>
            </a:srgbClr>
          </a:solidFill>
          <a:ln w="0">
            <a:noFill/>
            <a:prstDash val="solid"/>
          </a:ln>
        </p:spPr>
      </p:sp>
      <p:sp>
        <p:nvSpPr>
          <p:cNvPr id="1294" name="a_full_bar_ellipse_1293">
            <a:extLst>
              <a:ext uri="{FF2B5EF4-FFF2-40B4-BE49-F238E27FC236}">
                <a16:creationId xmlns:a16="http://schemas.microsoft.com/office/drawing/2014/main" id="{45E251C6-CCDB-41B8-9E82-06177F77C622}"/>
              </a:ext>
            </a:extLst>
          </p:cNvPr>
          <p:cNvSpPr>
            <a:spLocks noGrp="1"/>
          </p:cNvSpPr>
          <p:nvPr/>
        </p:nvSpPr>
        <p:spPr>
          <a:xfrm>
            <a:off x="3394982" y="2756729"/>
            <a:ext cx="45341" cy="45341"/>
          </a:xfrm>
          <a:prstGeom prst="ellipse">
            <a:avLst/>
          </a:prstGeom>
          <a:solidFill>
            <a:srgbClr val="7D8990">
              <a:alpha val="40000"/>
            </a:srgbClr>
          </a:solidFill>
          <a:ln w="0">
            <a:noFill/>
            <a:prstDash val="solid"/>
          </a:ln>
        </p:spPr>
      </p:sp>
      <p:sp>
        <p:nvSpPr>
          <p:cNvPr id="1295" name="a_full_bar_ellipse_1294">
            <a:extLst>
              <a:ext uri="{FF2B5EF4-FFF2-40B4-BE49-F238E27FC236}">
                <a16:creationId xmlns:a16="http://schemas.microsoft.com/office/drawing/2014/main" id="{E98F850D-F9B7-4136-B47F-F31F957B37A6}"/>
              </a:ext>
            </a:extLst>
          </p:cNvPr>
          <p:cNvSpPr>
            <a:spLocks noGrp="1"/>
          </p:cNvSpPr>
          <p:nvPr/>
        </p:nvSpPr>
        <p:spPr>
          <a:xfrm>
            <a:off x="3368938" y="2025341"/>
            <a:ext cx="45341" cy="45341"/>
          </a:xfrm>
          <a:prstGeom prst="ellipse">
            <a:avLst/>
          </a:prstGeom>
          <a:solidFill>
            <a:srgbClr val="7D8990">
              <a:alpha val="40000"/>
            </a:srgbClr>
          </a:solidFill>
          <a:ln w="0">
            <a:noFill/>
            <a:prstDash val="solid"/>
          </a:ln>
        </p:spPr>
      </p:sp>
      <p:sp>
        <p:nvSpPr>
          <p:cNvPr id="1296" name="a_full_bar_ellipse_1295">
            <a:extLst>
              <a:ext uri="{FF2B5EF4-FFF2-40B4-BE49-F238E27FC236}">
                <a16:creationId xmlns:a16="http://schemas.microsoft.com/office/drawing/2014/main" id="{E6E02FE0-08BD-45B8-B01B-18FE8E3BF164}"/>
              </a:ext>
            </a:extLst>
          </p:cNvPr>
          <p:cNvSpPr>
            <a:spLocks noGrp="1"/>
          </p:cNvSpPr>
          <p:nvPr/>
        </p:nvSpPr>
        <p:spPr>
          <a:xfrm>
            <a:off x="3414638" y="2025341"/>
            <a:ext cx="45341" cy="45341"/>
          </a:xfrm>
          <a:prstGeom prst="ellipse">
            <a:avLst/>
          </a:prstGeom>
          <a:solidFill>
            <a:srgbClr val="7D8990">
              <a:alpha val="40000"/>
            </a:srgbClr>
          </a:solidFill>
          <a:ln w="0">
            <a:noFill/>
            <a:prstDash val="solid"/>
          </a:ln>
        </p:spPr>
      </p:sp>
      <p:sp>
        <p:nvSpPr>
          <p:cNvPr id="1297" name="a_full_bar_ellipse_1296">
            <a:extLst>
              <a:ext uri="{FF2B5EF4-FFF2-40B4-BE49-F238E27FC236}">
                <a16:creationId xmlns:a16="http://schemas.microsoft.com/office/drawing/2014/main" id="{F0AA2A3F-91E9-4613-A007-E34CA735786E}"/>
              </a:ext>
            </a:extLst>
          </p:cNvPr>
          <p:cNvSpPr>
            <a:spLocks noGrp="1"/>
          </p:cNvSpPr>
          <p:nvPr/>
        </p:nvSpPr>
        <p:spPr>
          <a:xfrm>
            <a:off x="3383667" y="3125550"/>
            <a:ext cx="45341" cy="45341"/>
          </a:xfrm>
          <a:prstGeom prst="ellipse">
            <a:avLst/>
          </a:prstGeom>
          <a:solidFill>
            <a:srgbClr val="7D8990">
              <a:alpha val="40000"/>
            </a:srgbClr>
          </a:solidFill>
          <a:ln w="0">
            <a:noFill/>
            <a:prstDash val="solid"/>
          </a:ln>
        </p:spPr>
      </p:sp>
      <p:sp>
        <p:nvSpPr>
          <p:cNvPr id="1298" name="a_full_bar_ellipse_1297">
            <a:extLst>
              <a:ext uri="{FF2B5EF4-FFF2-40B4-BE49-F238E27FC236}">
                <a16:creationId xmlns:a16="http://schemas.microsoft.com/office/drawing/2014/main" id="{5814AAB3-AD67-4653-B3D5-C12965E2DD98}"/>
              </a:ext>
            </a:extLst>
          </p:cNvPr>
          <p:cNvSpPr>
            <a:spLocks noGrp="1"/>
          </p:cNvSpPr>
          <p:nvPr/>
        </p:nvSpPr>
        <p:spPr>
          <a:xfrm>
            <a:off x="3374900" y="3646702"/>
            <a:ext cx="45341" cy="45341"/>
          </a:xfrm>
          <a:prstGeom prst="ellipse">
            <a:avLst/>
          </a:prstGeom>
          <a:solidFill>
            <a:srgbClr val="7D8990">
              <a:alpha val="40000"/>
            </a:srgbClr>
          </a:solidFill>
          <a:ln w="0">
            <a:noFill/>
            <a:prstDash val="solid"/>
          </a:ln>
        </p:spPr>
      </p:sp>
      <p:sp>
        <p:nvSpPr>
          <p:cNvPr id="1299" name="a_full_bar_ellipse_1298">
            <a:extLst>
              <a:ext uri="{FF2B5EF4-FFF2-40B4-BE49-F238E27FC236}">
                <a16:creationId xmlns:a16="http://schemas.microsoft.com/office/drawing/2014/main" id="{0D7537C2-DB97-46BD-AF10-619EF61AC20C}"/>
              </a:ext>
            </a:extLst>
          </p:cNvPr>
          <p:cNvSpPr>
            <a:spLocks noGrp="1"/>
          </p:cNvSpPr>
          <p:nvPr/>
        </p:nvSpPr>
        <p:spPr>
          <a:xfrm>
            <a:off x="3428076" y="3241362"/>
            <a:ext cx="45341" cy="45341"/>
          </a:xfrm>
          <a:prstGeom prst="ellipse">
            <a:avLst/>
          </a:prstGeom>
          <a:solidFill>
            <a:srgbClr val="7D8990">
              <a:alpha val="40000"/>
            </a:srgbClr>
          </a:solidFill>
          <a:ln w="0">
            <a:noFill/>
            <a:prstDash val="solid"/>
          </a:ln>
        </p:spPr>
      </p:sp>
      <p:sp>
        <p:nvSpPr>
          <p:cNvPr id="1300" name="a_full_bar_ellipse_1299">
            <a:extLst>
              <a:ext uri="{FF2B5EF4-FFF2-40B4-BE49-F238E27FC236}">
                <a16:creationId xmlns:a16="http://schemas.microsoft.com/office/drawing/2014/main" id="{75047C85-FF09-4FE9-B7F2-73BB861E2153}"/>
              </a:ext>
            </a:extLst>
          </p:cNvPr>
          <p:cNvSpPr>
            <a:spLocks noGrp="1"/>
          </p:cNvSpPr>
          <p:nvPr/>
        </p:nvSpPr>
        <p:spPr>
          <a:xfrm>
            <a:off x="3379427" y="4457382"/>
            <a:ext cx="45341" cy="45341"/>
          </a:xfrm>
          <a:prstGeom prst="ellipse">
            <a:avLst/>
          </a:prstGeom>
          <a:solidFill>
            <a:srgbClr val="7D8990">
              <a:alpha val="40000"/>
            </a:srgbClr>
          </a:solidFill>
          <a:ln w="0">
            <a:noFill/>
            <a:prstDash val="solid"/>
          </a:ln>
        </p:spPr>
      </p:sp>
      <p:sp>
        <p:nvSpPr>
          <p:cNvPr id="1301" name="a_full_bar_ellipse_1300">
            <a:extLst>
              <a:ext uri="{FF2B5EF4-FFF2-40B4-BE49-F238E27FC236}">
                <a16:creationId xmlns:a16="http://schemas.microsoft.com/office/drawing/2014/main" id="{E8E64326-BAAA-407D-82F5-8882218B51CC}"/>
              </a:ext>
            </a:extLst>
          </p:cNvPr>
          <p:cNvSpPr>
            <a:spLocks noGrp="1"/>
          </p:cNvSpPr>
          <p:nvPr/>
        </p:nvSpPr>
        <p:spPr>
          <a:xfrm>
            <a:off x="3404135" y="2025341"/>
            <a:ext cx="45341" cy="45341"/>
          </a:xfrm>
          <a:prstGeom prst="ellipse">
            <a:avLst/>
          </a:prstGeom>
          <a:solidFill>
            <a:srgbClr val="7D8990">
              <a:alpha val="40000"/>
            </a:srgbClr>
          </a:solidFill>
          <a:ln w="0">
            <a:noFill/>
            <a:prstDash val="solid"/>
          </a:ln>
        </p:spPr>
      </p:sp>
      <p:sp>
        <p:nvSpPr>
          <p:cNvPr id="1302" name="a_full_bar_ellipse_1301">
            <a:extLst>
              <a:ext uri="{FF2B5EF4-FFF2-40B4-BE49-F238E27FC236}">
                <a16:creationId xmlns:a16="http://schemas.microsoft.com/office/drawing/2014/main" id="{FD7273A1-E57D-48AF-83FF-DCB16D8211BD}"/>
              </a:ext>
            </a:extLst>
          </p:cNvPr>
          <p:cNvSpPr>
            <a:spLocks noGrp="1"/>
          </p:cNvSpPr>
          <p:nvPr/>
        </p:nvSpPr>
        <p:spPr>
          <a:xfrm>
            <a:off x="3304943" y="2025341"/>
            <a:ext cx="45341" cy="45341"/>
          </a:xfrm>
          <a:prstGeom prst="ellipse">
            <a:avLst/>
          </a:prstGeom>
          <a:solidFill>
            <a:srgbClr val="7D8990">
              <a:alpha val="40000"/>
            </a:srgbClr>
          </a:solidFill>
          <a:ln w="0">
            <a:noFill/>
            <a:prstDash val="solid"/>
          </a:ln>
        </p:spPr>
      </p:sp>
      <p:sp>
        <p:nvSpPr>
          <p:cNvPr id="1303" name="a_full_bar_ellipse_1302">
            <a:extLst>
              <a:ext uri="{FF2B5EF4-FFF2-40B4-BE49-F238E27FC236}">
                <a16:creationId xmlns:a16="http://schemas.microsoft.com/office/drawing/2014/main" id="{0D0456C8-73C6-427E-AB65-78504622BDD4}"/>
              </a:ext>
            </a:extLst>
          </p:cNvPr>
          <p:cNvSpPr>
            <a:spLocks noGrp="1"/>
          </p:cNvSpPr>
          <p:nvPr/>
        </p:nvSpPr>
        <p:spPr>
          <a:xfrm>
            <a:off x="3466214" y="2633351"/>
            <a:ext cx="45341" cy="45341"/>
          </a:xfrm>
          <a:prstGeom prst="ellipse">
            <a:avLst/>
          </a:prstGeom>
          <a:solidFill>
            <a:srgbClr val="7D8990">
              <a:alpha val="40000"/>
            </a:srgbClr>
          </a:solidFill>
          <a:ln w="0">
            <a:noFill/>
            <a:prstDash val="solid"/>
          </a:ln>
        </p:spPr>
      </p:sp>
      <p:sp>
        <p:nvSpPr>
          <p:cNvPr id="1304" name="a_full_bar_ellipse_1303">
            <a:extLst>
              <a:ext uri="{FF2B5EF4-FFF2-40B4-BE49-F238E27FC236}">
                <a16:creationId xmlns:a16="http://schemas.microsoft.com/office/drawing/2014/main" id="{7A2CD18D-8F3A-4122-8CCA-1047268E7D27}"/>
              </a:ext>
            </a:extLst>
          </p:cNvPr>
          <p:cNvSpPr>
            <a:spLocks noGrp="1"/>
          </p:cNvSpPr>
          <p:nvPr/>
        </p:nvSpPr>
        <p:spPr>
          <a:xfrm>
            <a:off x="3381125" y="4240075"/>
            <a:ext cx="45341" cy="45341"/>
          </a:xfrm>
          <a:prstGeom prst="ellipse">
            <a:avLst/>
          </a:prstGeom>
          <a:solidFill>
            <a:srgbClr val="7D8990">
              <a:alpha val="40000"/>
            </a:srgbClr>
          </a:solidFill>
          <a:ln w="0">
            <a:noFill/>
            <a:prstDash val="solid"/>
          </a:ln>
        </p:spPr>
      </p:sp>
      <p:sp>
        <p:nvSpPr>
          <p:cNvPr id="1305" name="a_full_bar_ellipse_1304">
            <a:extLst>
              <a:ext uri="{FF2B5EF4-FFF2-40B4-BE49-F238E27FC236}">
                <a16:creationId xmlns:a16="http://schemas.microsoft.com/office/drawing/2014/main" id="{573057A7-359F-42AE-9783-5FDCD5F0ED7C}"/>
              </a:ext>
            </a:extLst>
          </p:cNvPr>
          <p:cNvSpPr>
            <a:spLocks noGrp="1"/>
          </p:cNvSpPr>
          <p:nvPr/>
        </p:nvSpPr>
        <p:spPr>
          <a:xfrm>
            <a:off x="3413017" y="2025341"/>
            <a:ext cx="45341" cy="45341"/>
          </a:xfrm>
          <a:prstGeom prst="ellipse">
            <a:avLst/>
          </a:prstGeom>
          <a:solidFill>
            <a:srgbClr val="7D8990">
              <a:alpha val="40000"/>
            </a:srgbClr>
          </a:solidFill>
          <a:ln w="0">
            <a:noFill/>
            <a:prstDash val="solid"/>
          </a:ln>
        </p:spPr>
      </p:sp>
      <p:sp>
        <p:nvSpPr>
          <p:cNvPr id="1306" name="a_full_bar_ellipse_1305">
            <a:extLst>
              <a:ext uri="{FF2B5EF4-FFF2-40B4-BE49-F238E27FC236}">
                <a16:creationId xmlns:a16="http://schemas.microsoft.com/office/drawing/2014/main" id="{9624B20F-F755-4A62-80EA-3B0DFA38CE07}"/>
              </a:ext>
            </a:extLst>
          </p:cNvPr>
          <p:cNvSpPr>
            <a:spLocks noGrp="1"/>
          </p:cNvSpPr>
          <p:nvPr/>
        </p:nvSpPr>
        <p:spPr>
          <a:xfrm>
            <a:off x="3362374" y="4141217"/>
            <a:ext cx="45341" cy="45341"/>
          </a:xfrm>
          <a:prstGeom prst="ellipse">
            <a:avLst/>
          </a:prstGeom>
          <a:solidFill>
            <a:srgbClr val="7D8990">
              <a:alpha val="40000"/>
            </a:srgbClr>
          </a:solidFill>
          <a:ln w="0">
            <a:noFill/>
            <a:prstDash val="solid"/>
          </a:ln>
        </p:spPr>
      </p:sp>
      <p:sp>
        <p:nvSpPr>
          <p:cNvPr id="1307" name="a_full_bar_ellipse_1306">
            <a:extLst>
              <a:ext uri="{FF2B5EF4-FFF2-40B4-BE49-F238E27FC236}">
                <a16:creationId xmlns:a16="http://schemas.microsoft.com/office/drawing/2014/main" id="{F7CCFCF1-343C-463A-9188-4647CADE2ABC}"/>
              </a:ext>
            </a:extLst>
          </p:cNvPr>
          <p:cNvSpPr>
            <a:spLocks noGrp="1"/>
          </p:cNvSpPr>
          <p:nvPr/>
        </p:nvSpPr>
        <p:spPr>
          <a:xfrm>
            <a:off x="3480592" y="2937356"/>
            <a:ext cx="45341" cy="45341"/>
          </a:xfrm>
          <a:prstGeom prst="ellipse">
            <a:avLst/>
          </a:prstGeom>
          <a:solidFill>
            <a:srgbClr val="7D8990">
              <a:alpha val="40000"/>
            </a:srgbClr>
          </a:solidFill>
          <a:ln w="0">
            <a:noFill/>
            <a:prstDash val="solid"/>
          </a:ln>
        </p:spPr>
      </p:sp>
      <p:sp>
        <p:nvSpPr>
          <p:cNvPr id="1308" name="a_full_bar_ellipse_1307">
            <a:extLst>
              <a:ext uri="{FF2B5EF4-FFF2-40B4-BE49-F238E27FC236}">
                <a16:creationId xmlns:a16="http://schemas.microsoft.com/office/drawing/2014/main" id="{9FAE0EB5-BBB7-4DDB-88D6-B61799FB0C9B}"/>
              </a:ext>
            </a:extLst>
          </p:cNvPr>
          <p:cNvSpPr>
            <a:spLocks noGrp="1"/>
          </p:cNvSpPr>
          <p:nvPr/>
        </p:nvSpPr>
        <p:spPr>
          <a:xfrm>
            <a:off x="3353516" y="2988024"/>
            <a:ext cx="45341" cy="45341"/>
          </a:xfrm>
          <a:prstGeom prst="ellipse">
            <a:avLst/>
          </a:prstGeom>
          <a:solidFill>
            <a:srgbClr val="7D8990">
              <a:alpha val="40000"/>
            </a:srgbClr>
          </a:solidFill>
          <a:ln w="0">
            <a:noFill/>
            <a:prstDash val="solid"/>
          </a:ln>
        </p:spPr>
      </p:sp>
      <p:sp>
        <p:nvSpPr>
          <p:cNvPr id="1309" name="a_full_bar_ellipse_1308">
            <a:extLst>
              <a:ext uri="{FF2B5EF4-FFF2-40B4-BE49-F238E27FC236}">
                <a16:creationId xmlns:a16="http://schemas.microsoft.com/office/drawing/2014/main" id="{D246718D-3243-4FA6-B09C-F3D2261BD98E}"/>
              </a:ext>
            </a:extLst>
          </p:cNvPr>
          <p:cNvSpPr>
            <a:spLocks noGrp="1"/>
          </p:cNvSpPr>
          <p:nvPr/>
        </p:nvSpPr>
        <p:spPr>
          <a:xfrm>
            <a:off x="3298406" y="3241362"/>
            <a:ext cx="45341" cy="45341"/>
          </a:xfrm>
          <a:prstGeom prst="ellipse">
            <a:avLst/>
          </a:prstGeom>
          <a:solidFill>
            <a:srgbClr val="7D8990">
              <a:alpha val="40000"/>
            </a:srgbClr>
          </a:solidFill>
          <a:ln w="0">
            <a:noFill/>
            <a:prstDash val="solid"/>
          </a:ln>
        </p:spPr>
      </p:sp>
      <p:sp>
        <p:nvSpPr>
          <p:cNvPr id="1310" name="a_full_bar_ellipse_1309">
            <a:extLst>
              <a:ext uri="{FF2B5EF4-FFF2-40B4-BE49-F238E27FC236}">
                <a16:creationId xmlns:a16="http://schemas.microsoft.com/office/drawing/2014/main" id="{537371FD-BD79-4BD3-8EE7-8250A1D6648D}"/>
              </a:ext>
            </a:extLst>
          </p:cNvPr>
          <p:cNvSpPr>
            <a:spLocks noGrp="1"/>
          </p:cNvSpPr>
          <p:nvPr/>
        </p:nvSpPr>
        <p:spPr>
          <a:xfrm>
            <a:off x="3309632" y="3444032"/>
            <a:ext cx="45341" cy="45341"/>
          </a:xfrm>
          <a:prstGeom prst="ellipse">
            <a:avLst/>
          </a:prstGeom>
          <a:solidFill>
            <a:srgbClr val="7D8990">
              <a:alpha val="40000"/>
            </a:srgbClr>
          </a:solidFill>
          <a:ln w="0">
            <a:noFill/>
            <a:prstDash val="solid"/>
          </a:ln>
        </p:spPr>
      </p:sp>
      <p:sp>
        <p:nvSpPr>
          <p:cNvPr id="1311" name="a_full_bar_ellipse_1310">
            <a:extLst>
              <a:ext uri="{FF2B5EF4-FFF2-40B4-BE49-F238E27FC236}">
                <a16:creationId xmlns:a16="http://schemas.microsoft.com/office/drawing/2014/main" id="{F672ECBB-6C26-4838-8EEB-92A89F928C8F}"/>
              </a:ext>
            </a:extLst>
          </p:cNvPr>
          <p:cNvSpPr>
            <a:spLocks noGrp="1"/>
          </p:cNvSpPr>
          <p:nvPr/>
        </p:nvSpPr>
        <p:spPr>
          <a:xfrm>
            <a:off x="3411098" y="4101930"/>
            <a:ext cx="45341" cy="45341"/>
          </a:xfrm>
          <a:prstGeom prst="ellipse">
            <a:avLst/>
          </a:prstGeom>
          <a:solidFill>
            <a:srgbClr val="7D8990">
              <a:alpha val="40000"/>
            </a:srgbClr>
          </a:solidFill>
          <a:ln w="0">
            <a:noFill/>
            <a:prstDash val="solid"/>
          </a:ln>
        </p:spPr>
      </p:sp>
      <p:sp>
        <p:nvSpPr>
          <p:cNvPr id="1312" name="a_full_bar_ellipse_1311">
            <a:extLst>
              <a:ext uri="{FF2B5EF4-FFF2-40B4-BE49-F238E27FC236}">
                <a16:creationId xmlns:a16="http://schemas.microsoft.com/office/drawing/2014/main" id="{76827E83-3C18-425F-8465-657E1DB3397B}"/>
              </a:ext>
            </a:extLst>
          </p:cNvPr>
          <p:cNvSpPr>
            <a:spLocks noGrp="1"/>
          </p:cNvSpPr>
          <p:nvPr/>
        </p:nvSpPr>
        <p:spPr>
          <a:xfrm>
            <a:off x="3474735" y="3762513"/>
            <a:ext cx="45341" cy="45341"/>
          </a:xfrm>
          <a:prstGeom prst="ellipse">
            <a:avLst/>
          </a:prstGeom>
          <a:solidFill>
            <a:srgbClr val="7D8990">
              <a:alpha val="40000"/>
            </a:srgbClr>
          </a:solidFill>
          <a:ln w="0">
            <a:noFill/>
            <a:prstDash val="solid"/>
          </a:ln>
        </p:spPr>
      </p:sp>
      <p:sp>
        <p:nvSpPr>
          <p:cNvPr id="1313" name="a_full_bar_ellipse_1312">
            <a:extLst>
              <a:ext uri="{FF2B5EF4-FFF2-40B4-BE49-F238E27FC236}">
                <a16:creationId xmlns:a16="http://schemas.microsoft.com/office/drawing/2014/main" id="{1D54E975-D881-4E31-9D97-D226C36457F2}"/>
              </a:ext>
            </a:extLst>
          </p:cNvPr>
          <p:cNvSpPr>
            <a:spLocks noGrp="1"/>
          </p:cNvSpPr>
          <p:nvPr/>
        </p:nvSpPr>
        <p:spPr>
          <a:xfrm>
            <a:off x="3335513" y="2025341"/>
            <a:ext cx="45341" cy="45341"/>
          </a:xfrm>
          <a:prstGeom prst="ellipse">
            <a:avLst/>
          </a:prstGeom>
          <a:solidFill>
            <a:srgbClr val="7D8990">
              <a:alpha val="40000"/>
            </a:srgbClr>
          </a:solidFill>
          <a:ln w="0">
            <a:noFill/>
            <a:prstDash val="solid"/>
          </a:ln>
        </p:spPr>
      </p:sp>
      <p:sp>
        <p:nvSpPr>
          <p:cNvPr id="1314" name="a_full_bar_ellipse_1313">
            <a:extLst>
              <a:ext uri="{FF2B5EF4-FFF2-40B4-BE49-F238E27FC236}">
                <a16:creationId xmlns:a16="http://schemas.microsoft.com/office/drawing/2014/main" id="{1D0D9F4C-0CB0-4635-8458-D91FA86FE73D}"/>
              </a:ext>
            </a:extLst>
          </p:cNvPr>
          <p:cNvSpPr>
            <a:spLocks noGrp="1"/>
          </p:cNvSpPr>
          <p:nvPr/>
        </p:nvSpPr>
        <p:spPr>
          <a:xfrm>
            <a:off x="3389935" y="4457382"/>
            <a:ext cx="45341" cy="45341"/>
          </a:xfrm>
          <a:prstGeom prst="ellipse">
            <a:avLst/>
          </a:prstGeom>
          <a:solidFill>
            <a:srgbClr val="7D8990">
              <a:alpha val="40000"/>
            </a:srgbClr>
          </a:solidFill>
          <a:ln w="0">
            <a:noFill/>
            <a:prstDash val="solid"/>
          </a:ln>
        </p:spPr>
      </p:sp>
      <p:sp>
        <p:nvSpPr>
          <p:cNvPr id="1315" name="a_full_bar_ellipse_1314">
            <a:extLst>
              <a:ext uri="{FF2B5EF4-FFF2-40B4-BE49-F238E27FC236}">
                <a16:creationId xmlns:a16="http://schemas.microsoft.com/office/drawing/2014/main" id="{4112609B-5852-4346-8709-84481F2B4499}"/>
              </a:ext>
            </a:extLst>
          </p:cNvPr>
          <p:cNvSpPr>
            <a:spLocks noGrp="1"/>
          </p:cNvSpPr>
          <p:nvPr/>
        </p:nvSpPr>
        <p:spPr>
          <a:xfrm>
            <a:off x="3325060" y="3609726"/>
            <a:ext cx="45341" cy="45341"/>
          </a:xfrm>
          <a:prstGeom prst="ellipse">
            <a:avLst/>
          </a:prstGeom>
          <a:solidFill>
            <a:srgbClr val="7D8990">
              <a:alpha val="40000"/>
            </a:srgbClr>
          </a:solidFill>
          <a:ln w="0">
            <a:noFill/>
            <a:prstDash val="solid"/>
          </a:ln>
        </p:spPr>
      </p:sp>
      <p:sp>
        <p:nvSpPr>
          <p:cNvPr id="1316" name="a_full_bar_ellipse_1315">
            <a:extLst>
              <a:ext uri="{FF2B5EF4-FFF2-40B4-BE49-F238E27FC236}">
                <a16:creationId xmlns:a16="http://schemas.microsoft.com/office/drawing/2014/main" id="{76FBD1D6-BA41-48FA-A3B8-6C75221BFB5C}"/>
              </a:ext>
            </a:extLst>
          </p:cNvPr>
          <p:cNvSpPr>
            <a:spLocks noGrp="1"/>
          </p:cNvSpPr>
          <p:nvPr/>
        </p:nvSpPr>
        <p:spPr>
          <a:xfrm>
            <a:off x="3378182" y="2025341"/>
            <a:ext cx="45341" cy="45341"/>
          </a:xfrm>
          <a:prstGeom prst="ellipse">
            <a:avLst/>
          </a:prstGeom>
          <a:solidFill>
            <a:srgbClr val="7D8990">
              <a:alpha val="40000"/>
            </a:srgbClr>
          </a:solidFill>
          <a:ln w="0">
            <a:noFill/>
            <a:prstDash val="solid"/>
          </a:ln>
        </p:spPr>
      </p:sp>
      <p:sp>
        <p:nvSpPr>
          <p:cNvPr id="1317" name="a_full_bar_ellipse_1316">
            <a:extLst>
              <a:ext uri="{FF2B5EF4-FFF2-40B4-BE49-F238E27FC236}">
                <a16:creationId xmlns:a16="http://schemas.microsoft.com/office/drawing/2014/main" id="{AD3A3962-BCC9-4AEB-98CF-EDC31C9208C9}"/>
              </a:ext>
            </a:extLst>
          </p:cNvPr>
          <p:cNvSpPr>
            <a:spLocks noGrp="1"/>
          </p:cNvSpPr>
          <p:nvPr/>
        </p:nvSpPr>
        <p:spPr>
          <a:xfrm>
            <a:off x="3454667" y="4052042"/>
            <a:ext cx="45341" cy="45341"/>
          </a:xfrm>
          <a:prstGeom prst="ellipse">
            <a:avLst/>
          </a:prstGeom>
          <a:solidFill>
            <a:srgbClr val="7D8990">
              <a:alpha val="40000"/>
            </a:srgbClr>
          </a:solidFill>
          <a:ln w="0">
            <a:noFill/>
            <a:prstDash val="solid"/>
          </a:ln>
        </p:spPr>
      </p:sp>
      <p:sp>
        <p:nvSpPr>
          <p:cNvPr id="1318" name="a_full_bar_ellipse_1317">
            <a:extLst>
              <a:ext uri="{FF2B5EF4-FFF2-40B4-BE49-F238E27FC236}">
                <a16:creationId xmlns:a16="http://schemas.microsoft.com/office/drawing/2014/main" id="{186FA36B-A1D0-46C3-BB5B-8335BA4E8399}"/>
              </a:ext>
            </a:extLst>
          </p:cNvPr>
          <p:cNvSpPr>
            <a:spLocks noGrp="1"/>
          </p:cNvSpPr>
          <p:nvPr/>
        </p:nvSpPr>
        <p:spPr>
          <a:xfrm>
            <a:off x="3342465" y="3545367"/>
            <a:ext cx="45341" cy="45341"/>
          </a:xfrm>
          <a:prstGeom prst="ellipse">
            <a:avLst/>
          </a:prstGeom>
          <a:solidFill>
            <a:srgbClr val="7D8990">
              <a:alpha val="40000"/>
            </a:srgbClr>
          </a:solidFill>
          <a:ln w="0">
            <a:noFill/>
            <a:prstDash val="solid"/>
          </a:ln>
        </p:spPr>
      </p:sp>
      <p:sp>
        <p:nvSpPr>
          <p:cNvPr id="1319" name="a_full_bar_ellipse_1318">
            <a:extLst>
              <a:ext uri="{FF2B5EF4-FFF2-40B4-BE49-F238E27FC236}">
                <a16:creationId xmlns:a16="http://schemas.microsoft.com/office/drawing/2014/main" id="{162BAD55-6ECF-4F3F-8D8F-E81F48C229D3}"/>
              </a:ext>
            </a:extLst>
          </p:cNvPr>
          <p:cNvSpPr>
            <a:spLocks noGrp="1"/>
          </p:cNvSpPr>
          <p:nvPr/>
        </p:nvSpPr>
        <p:spPr>
          <a:xfrm>
            <a:off x="3492015" y="4457382"/>
            <a:ext cx="45341" cy="45341"/>
          </a:xfrm>
          <a:prstGeom prst="ellipse">
            <a:avLst/>
          </a:prstGeom>
          <a:solidFill>
            <a:srgbClr val="7D8990">
              <a:alpha val="40000"/>
            </a:srgbClr>
          </a:solidFill>
          <a:ln w="0">
            <a:noFill/>
            <a:prstDash val="solid"/>
          </a:ln>
        </p:spPr>
      </p:sp>
      <p:sp>
        <p:nvSpPr>
          <p:cNvPr id="1320" name="a_full_bar_ellipse_1319">
            <a:extLst>
              <a:ext uri="{FF2B5EF4-FFF2-40B4-BE49-F238E27FC236}">
                <a16:creationId xmlns:a16="http://schemas.microsoft.com/office/drawing/2014/main" id="{92A9E3E8-A368-4DD3-8172-7D8371417FA4}"/>
              </a:ext>
            </a:extLst>
          </p:cNvPr>
          <p:cNvSpPr>
            <a:spLocks noGrp="1"/>
          </p:cNvSpPr>
          <p:nvPr/>
        </p:nvSpPr>
        <p:spPr>
          <a:xfrm>
            <a:off x="3382366" y="3241362"/>
            <a:ext cx="45341" cy="45341"/>
          </a:xfrm>
          <a:prstGeom prst="ellipse">
            <a:avLst/>
          </a:prstGeom>
          <a:solidFill>
            <a:srgbClr val="7D8990">
              <a:alpha val="40000"/>
            </a:srgbClr>
          </a:solidFill>
          <a:ln w="0">
            <a:noFill/>
            <a:prstDash val="solid"/>
          </a:ln>
        </p:spPr>
      </p:sp>
      <p:sp>
        <p:nvSpPr>
          <p:cNvPr id="1321" name="a_full_bar_ellipse_1320">
            <a:extLst>
              <a:ext uri="{FF2B5EF4-FFF2-40B4-BE49-F238E27FC236}">
                <a16:creationId xmlns:a16="http://schemas.microsoft.com/office/drawing/2014/main" id="{79D8006A-E959-420F-A235-F61C4A692B31}"/>
              </a:ext>
            </a:extLst>
          </p:cNvPr>
          <p:cNvSpPr>
            <a:spLocks noGrp="1"/>
          </p:cNvSpPr>
          <p:nvPr/>
        </p:nvSpPr>
        <p:spPr>
          <a:xfrm>
            <a:off x="3330576" y="2025341"/>
            <a:ext cx="45341" cy="45341"/>
          </a:xfrm>
          <a:prstGeom prst="ellipse">
            <a:avLst/>
          </a:prstGeom>
          <a:solidFill>
            <a:srgbClr val="7D8990">
              <a:alpha val="40000"/>
            </a:srgbClr>
          </a:solidFill>
          <a:ln w="0">
            <a:noFill/>
            <a:prstDash val="solid"/>
          </a:ln>
        </p:spPr>
      </p:sp>
      <p:sp>
        <p:nvSpPr>
          <p:cNvPr id="1322" name="a_full_bar_ellipse_1321">
            <a:extLst>
              <a:ext uri="{FF2B5EF4-FFF2-40B4-BE49-F238E27FC236}">
                <a16:creationId xmlns:a16="http://schemas.microsoft.com/office/drawing/2014/main" id="{54E80E44-3EB5-453D-A8DE-EFAC9E156C88}"/>
              </a:ext>
            </a:extLst>
          </p:cNvPr>
          <p:cNvSpPr>
            <a:spLocks noGrp="1"/>
          </p:cNvSpPr>
          <p:nvPr/>
        </p:nvSpPr>
        <p:spPr>
          <a:xfrm>
            <a:off x="3401043" y="2836021"/>
            <a:ext cx="45341" cy="45341"/>
          </a:xfrm>
          <a:prstGeom prst="ellipse">
            <a:avLst/>
          </a:prstGeom>
          <a:solidFill>
            <a:srgbClr val="7D8990">
              <a:alpha val="40000"/>
            </a:srgbClr>
          </a:solidFill>
          <a:ln w="0">
            <a:noFill/>
            <a:prstDash val="solid"/>
          </a:ln>
        </p:spPr>
      </p:sp>
      <p:sp>
        <p:nvSpPr>
          <p:cNvPr id="1323" name="a_full_bar_ellipse_1322">
            <a:extLst>
              <a:ext uri="{FF2B5EF4-FFF2-40B4-BE49-F238E27FC236}">
                <a16:creationId xmlns:a16="http://schemas.microsoft.com/office/drawing/2014/main" id="{3D735C68-5A13-456E-B06F-B11D8B0DE37A}"/>
              </a:ext>
            </a:extLst>
          </p:cNvPr>
          <p:cNvSpPr>
            <a:spLocks noGrp="1"/>
          </p:cNvSpPr>
          <p:nvPr/>
        </p:nvSpPr>
        <p:spPr>
          <a:xfrm>
            <a:off x="3306752" y="2329346"/>
            <a:ext cx="45341" cy="45341"/>
          </a:xfrm>
          <a:prstGeom prst="ellipse">
            <a:avLst/>
          </a:prstGeom>
          <a:solidFill>
            <a:srgbClr val="7D8990">
              <a:alpha val="40000"/>
            </a:srgbClr>
          </a:solidFill>
          <a:ln w="0">
            <a:noFill/>
            <a:prstDash val="solid"/>
          </a:ln>
        </p:spPr>
      </p:sp>
      <p:sp>
        <p:nvSpPr>
          <p:cNvPr id="1324" name="a_full_bar_ellipse_1323">
            <a:extLst>
              <a:ext uri="{FF2B5EF4-FFF2-40B4-BE49-F238E27FC236}">
                <a16:creationId xmlns:a16="http://schemas.microsoft.com/office/drawing/2014/main" id="{4F66AA34-9218-4472-9CF2-5D87FC360CC3}"/>
              </a:ext>
            </a:extLst>
          </p:cNvPr>
          <p:cNvSpPr>
            <a:spLocks noGrp="1"/>
          </p:cNvSpPr>
          <p:nvPr/>
        </p:nvSpPr>
        <p:spPr>
          <a:xfrm>
            <a:off x="3291169" y="3646702"/>
            <a:ext cx="45341" cy="45341"/>
          </a:xfrm>
          <a:prstGeom prst="ellipse">
            <a:avLst/>
          </a:prstGeom>
          <a:solidFill>
            <a:srgbClr val="7D8990">
              <a:alpha val="40000"/>
            </a:srgbClr>
          </a:solidFill>
          <a:ln w="0">
            <a:noFill/>
            <a:prstDash val="solid"/>
          </a:ln>
        </p:spPr>
      </p:sp>
      <p:sp>
        <p:nvSpPr>
          <p:cNvPr id="1325" name="a_full_bar_ellipse_1324">
            <a:extLst>
              <a:ext uri="{FF2B5EF4-FFF2-40B4-BE49-F238E27FC236}">
                <a16:creationId xmlns:a16="http://schemas.microsoft.com/office/drawing/2014/main" id="{04375DFB-EB4A-4B8F-BAD6-919A2BDBEADC}"/>
              </a:ext>
            </a:extLst>
          </p:cNvPr>
          <p:cNvSpPr>
            <a:spLocks noGrp="1"/>
          </p:cNvSpPr>
          <p:nvPr/>
        </p:nvSpPr>
        <p:spPr>
          <a:xfrm>
            <a:off x="3347395" y="4060607"/>
            <a:ext cx="45341" cy="45341"/>
          </a:xfrm>
          <a:prstGeom prst="ellipse">
            <a:avLst/>
          </a:prstGeom>
          <a:solidFill>
            <a:srgbClr val="7D8990">
              <a:alpha val="40000"/>
            </a:srgbClr>
          </a:solidFill>
          <a:ln w="0">
            <a:noFill/>
            <a:prstDash val="solid"/>
          </a:ln>
        </p:spPr>
      </p:sp>
      <p:sp>
        <p:nvSpPr>
          <p:cNvPr id="1326" name="a_full_bar_ellipse_1325">
            <a:extLst>
              <a:ext uri="{FF2B5EF4-FFF2-40B4-BE49-F238E27FC236}">
                <a16:creationId xmlns:a16="http://schemas.microsoft.com/office/drawing/2014/main" id="{857B5496-D3BA-4265-B9E0-08C11D0D0109}"/>
              </a:ext>
            </a:extLst>
          </p:cNvPr>
          <p:cNvSpPr>
            <a:spLocks noGrp="1"/>
          </p:cNvSpPr>
          <p:nvPr/>
        </p:nvSpPr>
        <p:spPr>
          <a:xfrm>
            <a:off x="3363325" y="2025341"/>
            <a:ext cx="45341" cy="45341"/>
          </a:xfrm>
          <a:prstGeom prst="ellipse">
            <a:avLst/>
          </a:prstGeom>
          <a:solidFill>
            <a:srgbClr val="7D8990">
              <a:alpha val="40000"/>
            </a:srgbClr>
          </a:solidFill>
          <a:ln w="0">
            <a:noFill/>
            <a:prstDash val="solid"/>
          </a:ln>
        </p:spPr>
      </p:sp>
      <p:sp>
        <p:nvSpPr>
          <p:cNvPr id="1327" name="a_full_bar_ellipse_1326">
            <a:extLst>
              <a:ext uri="{FF2B5EF4-FFF2-40B4-BE49-F238E27FC236}">
                <a16:creationId xmlns:a16="http://schemas.microsoft.com/office/drawing/2014/main" id="{BB2BE15E-BA42-4A22-89EB-13236AA30D2B}"/>
              </a:ext>
            </a:extLst>
          </p:cNvPr>
          <p:cNvSpPr>
            <a:spLocks noGrp="1"/>
          </p:cNvSpPr>
          <p:nvPr/>
        </p:nvSpPr>
        <p:spPr>
          <a:xfrm>
            <a:off x="3331139" y="2836021"/>
            <a:ext cx="45341" cy="45341"/>
          </a:xfrm>
          <a:prstGeom prst="ellipse">
            <a:avLst/>
          </a:prstGeom>
          <a:solidFill>
            <a:srgbClr val="7D8990">
              <a:alpha val="40000"/>
            </a:srgbClr>
          </a:solidFill>
          <a:ln w="0">
            <a:noFill/>
            <a:prstDash val="solid"/>
          </a:ln>
        </p:spPr>
      </p:sp>
      <p:sp>
        <p:nvSpPr>
          <p:cNvPr id="1328" name="a_full_bar_ellipse_1327">
            <a:extLst>
              <a:ext uri="{FF2B5EF4-FFF2-40B4-BE49-F238E27FC236}">
                <a16:creationId xmlns:a16="http://schemas.microsoft.com/office/drawing/2014/main" id="{B606DEBD-6756-4F76-834E-C7BA3FC85F6D}"/>
              </a:ext>
            </a:extLst>
          </p:cNvPr>
          <p:cNvSpPr>
            <a:spLocks noGrp="1"/>
          </p:cNvSpPr>
          <p:nvPr/>
        </p:nvSpPr>
        <p:spPr>
          <a:xfrm>
            <a:off x="3433651" y="4457382"/>
            <a:ext cx="45341" cy="45341"/>
          </a:xfrm>
          <a:prstGeom prst="ellipse">
            <a:avLst/>
          </a:prstGeom>
          <a:solidFill>
            <a:srgbClr val="7D8990">
              <a:alpha val="40000"/>
            </a:srgbClr>
          </a:solidFill>
          <a:ln w="0">
            <a:noFill/>
            <a:prstDash val="solid"/>
          </a:ln>
        </p:spPr>
      </p:sp>
      <p:sp>
        <p:nvSpPr>
          <p:cNvPr id="1329" name="a_full_bar_ellipse_1328">
            <a:extLst>
              <a:ext uri="{FF2B5EF4-FFF2-40B4-BE49-F238E27FC236}">
                <a16:creationId xmlns:a16="http://schemas.microsoft.com/office/drawing/2014/main" id="{756D9910-F87B-44E9-9C5C-5A61FDCE3815}"/>
              </a:ext>
            </a:extLst>
          </p:cNvPr>
          <p:cNvSpPr>
            <a:spLocks noGrp="1"/>
          </p:cNvSpPr>
          <p:nvPr/>
        </p:nvSpPr>
        <p:spPr>
          <a:xfrm>
            <a:off x="3425956" y="2025341"/>
            <a:ext cx="45341" cy="45341"/>
          </a:xfrm>
          <a:prstGeom prst="ellipse">
            <a:avLst/>
          </a:prstGeom>
          <a:solidFill>
            <a:srgbClr val="7D8990">
              <a:alpha val="40000"/>
            </a:srgbClr>
          </a:solidFill>
          <a:ln w="0">
            <a:noFill/>
            <a:prstDash val="solid"/>
          </a:ln>
        </p:spPr>
      </p:sp>
      <p:sp>
        <p:nvSpPr>
          <p:cNvPr id="1330" name="a_full_bar_ellipse_1329">
            <a:extLst>
              <a:ext uri="{FF2B5EF4-FFF2-40B4-BE49-F238E27FC236}">
                <a16:creationId xmlns:a16="http://schemas.microsoft.com/office/drawing/2014/main" id="{46D220E5-4E5E-4877-A9D9-DDA7138572DD}"/>
              </a:ext>
            </a:extLst>
          </p:cNvPr>
          <p:cNvSpPr>
            <a:spLocks noGrp="1"/>
          </p:cNvSpPr>
          <p:nvPr/>
        </p:nvSpPr>
        <p:spPr>
          <a:xfrm>
            <a:off x="3421701" y="4011508"/>
            <a:ext cx="45341" cy="45341"/>
          </a:xfrm>
          <a:prstGeom prst="ellipse">
            <a:avLst/>
          </a:prstGeom>
          <a:solidFill>
            <a:srgbClr val="7D8990">
              <a:alpha val="40000"/>
            </a:srgbClr>
          </a:solidFill>
          <a:ln w="0">
            <a:noFill/>
            <a:prstDash val="solid"/>
          </a:ln>
        </p:spPr>
      </p:sp>
      <p:sp>
        <p:nvSpPr>
          <p:cNvPr id="1331" name="a_full_bar_ellipse_1330">
            <a:extLst>
              <a:ext uri="{FF2B5EF4-FFF2-40B4-BE49-F238E27FC236}">
                <a16:creationId xmlns:a16="http://schemas.microsoft.com/office/drawing/2014/main" id="{5B632086-D7EA-4182-B84D-8D7CD94F876A}"/>
              </a:ext>
            </a:extLst>
          </p:cNvPr>
          <p:cNvSpPr>
            <a:spLocks noGrp="1"/>
          </p:cNvSpPr>
          <p:nvPr/>
        </p:nvSpPr>
        <p:spPr>
          <a:xfrm>
            <a:off x="3479482" y="2025341"/>
            <a:ext cx="45341" cy="45341"/>
          </a:xfrm>
          <a:prstGeom prst="ellipse">
            <a:avLst/>
          </a:prstGeom>
          <a:solidFill>
            <a:srgbClr val="7D8990">
              <a:alpha val="40000"/>
            </a:srgbClr>
          </a:solidFill>
          <a:ln w="0">
            <a:noFill/>
            <a:prstDash val="solid"/>
          </a:ln>
        </p:spPr>
      </p:sp>
      <p:sp>
        <p:nvSpPr>
          <p:cNvPr id="1332" name="a_full_bar_ellipse_1331">
            <a:extLst>
              <a:ext uri="{FF2B5EF4-FFF2-40B4-BE49-F238E27FC236}">
                <a16:creationId xmlns:a16="http://schemas.microsoft.com/office/drawing/2014/main" id="{EF17ABB8-BA2B-4B39-93CA-83C5AA0A7C43}"/>
              </a:ext>
            </a:extLst>
          </p:cNvPr>
          <p:cNvSpPr>
            <a:spLocks noGrp="1"/>
          </p:cNvSpPr>
          <p:nvPr/>
        </p:nvSpPr>
        <p:spPr>
          <a:xfrm>
            <a:off x="3468722" y="2025341"/>
            <a:ext cx="45341" cy="45341"/>
          </a:xfrm>
          <a:prstGeom prst="ellipse">
            <a:avLst/>
          </a:prstGeom>
          <a:solidFill>
            <a:srgbClr val="7D8990">
              <a:alpha val="40000"/>
            </a:srgbClr>
          </a:solidFill>
          <a:ln w="0">
            <a:noFill/>
            <a:prstDash val="solid"/>
          </a:ln>
        </p:spPr>
      </p:sp>
      <p:sp>
        <p:nvSpPr>
          <p:cNvPr id="1333" name="a_full_bar_ellipse_1332">
            <a:extLst>
              <a:ext uri="{FF2B5EF4-FFF2-40B4-BE49-F238E27FC236}">
                <a16:creationId xmlns:a16="http://schemas.microsoft.com/office/drawing/2014/main" id="{7369ACA9-86D3-466D-822A-7C5BCCE2CD11}"/>
              </a:ext>
            </a:extLst>
          </p:cNvPr>
          <p:cNvSpPr>
            <a:spLocks noGrp="1"/>
          </p:cNvSpPr>
          <p:nvPr/>
        </p:nvSpPr>
        <p:spPr>
          <a:xfrm>
            <a:off x="3313075" y="2633351"/>
            <a:ext cx="45341" cy="45341"/>
          </a:xfrm>
          <a:prstGeom prst="ellipse">
            <a:avLst/>
          </a:prstGeom>
          <a:solidFill>
            <a:srgbClr val="7D8990">
              <a:alpha val="40000"/>
            </a:srgbClr>
          </a:solidFill>
          <a:ln w="0">
            <a:noFill/>
            <a:prstDash val="solid"/>
          </a:ln>
        </p:spPr>
      </p:sp>
      <p:sp>
        <p:nvSpPr>
          <p:cNvPr id="1334" name="a_full_bar_ellipse_1333">
            <a:extLst>
              <a:ext uri="{FF2B5EF4-FFF2-40B4-BE49-F238E27FC236}">
                <a16:creationId xmlns:a16="http://schemas.microsoft.com/office/drawing/2014/main" id="{A7E5E290-4BB6-4248-BEEB-AE6B318D556C}"/>
              </a:ext>
            </a:extLst>
          </p:cNvPr>
          <p:cNvSpPr>
            <a:spLocks noGrp="1"/>
          </p:cNvSpPr>
          <p:nvPr/>
        </p:nvSpPr>
        <p:spPr>
          <a:xfrm>
            <a:off x="3422290" y="3567081"/>
            <a:ext cx="45341" cy="45341"/>
          </a:xfrm>
          <a:prstGeom prst="ellipse">
            <a:avLst/>
          </a:prstGeom>
          <a:solidFill>
            <a:srgbClr val="7D8990">
              <a:alpha val="40000"/>
            </a:srgbClr>
          </a:solidFill>
          <a:ln w="0">
            <a:noFill/>
            <a:prstDash val="solid"/>
          </a:ln>
        </p:spPr>
      </p:sp>
      <p:sp>
        <p:nvSpPr>
          <p:cNvPr id="1335" name="a_full_bar_ellipse_1334">
            <a:extLst>
              <a:ext uri="{FF2B5EF4-FFF2-40B4-BE49-F238E27FC236}">
                <a16:creationId xmlns:a16="http://schemas.microsoft.com/office/drawing/2014/main" id="{E5396B3D-E81E-4DA1-A74E-49094EA3EE51}"/>
              </a:ext>
            </a:extLst>
          </p:cNvPr>
          <p:cNvSpPr>
            <a:spLocks noGrp="1"/>
          </p:cNvSpPr>
          <p:nvPr/>
        </p:nvSpPr>
        <p:spPr>
          <a:xfrm>
            <a:off x="3321292" y="4457382"/>
            <a:ext cx="45341" cy="45341"/>
          </a:xfrm>
          <a:prstGeom prst="ellipse">
            <a:avLst/>
          </a:prstGeom>
          <a:solidFill>
            <a:srgbClr val="7D8990">
              <a:alpha val="40000"/>
            </a:srgbClr>
          </a:solidFill>
          <a:ln w="0">
            <a:noFill/>
            <a:prstDash val="solid"/>
          </a:ln>
        </p:spPr>
      </p:sp>
      <p:sp>
        <p:nvSpPr>
          <p:cNvPr id="1336" name="a_full_bar_ellipse_1335">
            <a:extLst>
              <a:ext uri="{FF2B5EF4-FFF2-40B4-BE49-F238E27FC236}">
                <a16:creationId xmlns:a16="http://schemas.microsoft.com/office/drawing/2014/main" id="{21EDDF83-5CCA-4C2E-B28A-4E2622C33FBB}"/>
              </a:ext>
            </a:extLst>
          </p:cNvPr>
          <p:cNvSpPr>
            <a:spLocks noGrp="1"/>
          </p:cNvSpPr>
          <p:nvPr/>
        </p:nvSpPr>
        <p:spPr>
          <a:xfrm>
            <a:off x="3338027" y="3618614"/>
            <a:ext cx="45341" cy="45341"/>
          </a:xfrm>
          <a:prstGeom prst="ellipse">
            <a:avLst/>
          </a:prstGeom>
          <a:solidFill>
            <a:srgbClr val="7D8990">
              <a:alpha val="40000"/>
            </a:srgbClr>
          </a:solidFill>
          <a:ln w="0">
            <a:noFill/>
            <a:prstDash val="solid"/>
          </a:ln>
        </p:spPr>
      </p:sp>
      <p:sp>
        <p:nvSpPr>
          <p:cNvPr id="1337" name="a_full_bar_ellipse_1336">
            <a:extLst>
              <a:ext uri="{FF2B5EF4-FFF2-40B4-BE49-F238E27FC236}">
                <a16:creationId xmlns:a16="http://schemas.microsoft.com/office/drawing/2014/main" id="{FDF1E795-7DC5-4ECC-B3D9-A4B517D2B29E}"/>
              </a:ext>
            </a:extLst>
          </p:cNvPr>
          <p:cNvSpPr>
            <a:spLocks noGrp="1"/>
          </p:cNvSpPr>
          <p:nvPr/>
        </p:nvSpPr>
        <p:spPr>
          <a:xfrm>
            <a:off x="3447030" y="3946687"/>
            <a:ext cx="45341" cy="45341"/>
          </a:xfrm>
          <a:prstGeom prst="ellipse">
            <a:avLst/>
          </a:prstGeom>
          <a:solidFill>
            <a:srgbClr val="7D8990">
              <a:alpha val="40000"/>
            </a:srgbClr>
          </a:solidFill>
          <a:ln w="0">
            <a:noFill/>
            <a:prstDash val="solid"/>
          </a:ln>
        </p:spPr>
      </p:sp>
      <p:sp>
        <p:nvSpPr>
          <p:cNvPr id="1338" name="a_full_bar_ellipse_1337">
            <a:extLst>
              <a:ext uri="{FF2B5EF4-FFF2-40B4-BE49-F238E27FC236}">
                <a16:creationId xmlns:a16="http://schemas.microsoft.com/office/drawing/2014/main" id="{F7C21E1F-3DC5-40FA-998E-FBCDBAC0119E}"/>
              </a:ext>
            </a:extLst>
          </p:cNvPr>
          <p:cNvSpPr>
            <a:spLocks noGrp="1"/>
          </p:cNvSpPr>
          <p:nvPr/>
        </p:nvSpPr>
        <p:spPr>
          <a:xfrm>
            <a:off x="3384101" y="3646702"/>
            <a:ext cx="45341" cy="45341"/>
          </a:xfrm>
          <a:prstGeom prst="ellipse">
            <a:avLst/>
          </a:prstGeom>
          <a:solidFill>
            <a:srgbClr val="7D8990">
              <a:alpha val="40000"/>
            </a:srgbClr>
          </a:solidFill>
          <a:ln w="0">
            <a:noFill/>
            <a:prstDash val="solid"/>
          </a:ln>
        </p:spPr>
      </p:sp>
      <p:sp>
        <p:nvSpPr>
          <p:cNvPr id="1339" name="a_full_bar_ellipse_1338">
            <a:extLst>
              <a:ext uri="{FF2B5EF4-FFF2-40B4-BE49-F238E27FC236}">
                <a16:creationId xmlns:a16="http://schemas.microsoft.com/office/drawing/2014/main" id="{DD2DDA0C-7F86-4276-A095-D75D9BA0E995}"/>
              </a:ext>
            </a:extLst>
          </p:cNvPr>
          <p:cNvSpPr>
            <a:spLocks noGrp="1"/>
          </p:cNvSpPr>
          <p:nvPr/>
        </p:nvSpPr>
        <p:spPr>
          <a:xfrm>
            <a:off x="3361998" y="3012634"/>
            <a:ext cx="45341" cy="45341"/>
          </a:xfrm>
          <a:prstGeom prst="ellipse">
            <a:avLst/>
          </a:prstGeom>
          <a:solidFill>
            <a:srgbClr val="7D8990">
              <a:alpha val="40000"/>
            </a:srgbClr>
          </a:solidFill>
          <a:ln w="0">
            <a:noFill/>
            <a:prstDash val="solid"/>
          </a:ln>
        </p:spPr>
      </p:sp>
      <p:sp>
        <p:nvSpPr>
          <p:cNvPr id="1340" name="a_full_bar_ellipse_1339">
            <a:extLst>
              <a:ext uri="{FF2B5EF4-FFF2-40B4-BE49-F238E27FC236}">
                <a16:creationId xmlns:a16="http://schemas.microsoft.com/office/drawing/2014/main" id="{A1B8663A-7AD4-4475-9B31-B88C36D89172}"/>
              </a:ext>
            </a:extLst>
          </p:cNvPr>
          <p:cNvSpPr>
            <a:spLocks noGrp="1"/>
          </p:cNvSpPr>
          <p:nvPr/>
        </p:nvSpPr>
        <p:spPr>
          <a:xfrm>
            <a:off x="3406652" y="3762513"/>
            <a:ext cx="45341" cy="45341"/>
          </a:xfrm>
          <a:prstGeom prst="ellipse">
            <a:avLst/>
          </a:prstGeom>
          <a:solidFill>
            <a:srgbClr val="7D8990">
              <a:alpha val="40000"/>
            </a:srgbClr>
          </a:solidFill>
          <a:ln w="0">
            <a:noFill/>
            <a:prstDash val="solid"/>
          </a:ln>
        </p:spPr>
      </p:sp>
      <p:sp>
        <p:nvSpPr>
          <p:cNvPr id="1341" name="a_full_bar_ellipse_1340">
            <a:extLst>
              <a:ext uri="{FF2B5EF4-FFF2-40B4-BE49-F238E27FC236}">
                <a16:creationId xmlns:a16="http://schemas.microsoft.com/office/drawing/2014/main" id="{D84DDC40-E80D-49D8-9656-1AA6B8D9B6DE}"/>
              </a:ext>
            </a:extLst>
          </p:cNvPr>
          <p:cNvSpPr>
            <a:spLocks noGrp="1"/>
          </p:cNvSpPr>
          <p:nvPr/>
        </p:nvSpPr>
        <p:spPr>
          <a:xfrm>
            <a:off x="3423996" y="2633351"/>
            <a:ext cx="45341" cy="45341"/>
          </a:xfrm>
          <a:prstGeom prst="ellipse">
            <a:avLst/>
          </a:prstGeom>
          <a:solidFill>
            <a:srgbClr val="7D8990">
              <a:alpha val="40000"/>
            </a:srgbClr>
          </a:solidFill>
          <a:ln w="0">
            <a:noFill/>
            <a:prstDash val="solid"/>
          </a:ln>
        </p:spPr>
      </p:sp>
      <p:sp>
        <p:nvSpPr>
          <p:cNvPr id="1342" name="a_full_bar_ellipse_1341">
            <a:extLst>
              <a:ext uri="{FF2B5EF4-FFF2-40B4-BE49-F238E27FC236}">
                <a16:creationId xmlns:a16="http://schemas.microsoft.com/office/drawing/2014/main" id="{905FAA9C-675E-4000-8380-0E92611591EC}"/>
              </a:ext>
            </a:extLst>
          </p:cNvPr>
          <p:cNvSpPr>
            <a:spLocks noGrp="1"/>
          </p:cNvSpPr>
          <p:nvPr/>
        </p:nvSpPr>
        <p:spPr>
          <a:xfrm>
            <a:off x="3349171" y="4287722"/>
            <a:ext cx="45341" cy="45341"/>
          </a:xfrm>
          <a:prstGeom prst="ellipse">
            <a:avLst/>
          </a:prstGeom>
          <a:solidFill>
            <a:srgbClr val="7D8990">
              <a:alpha val="40000"/>
            </a:srgbClr>
          </a:solidFill>
          <a:ln w="0">
            <a:noFill/>
            <a:prstDash val="solid"/>
          </a:ln>
        </p:spPr>
      </p:sp>
      <p:sp>
        <p:nvSpPr>
          <p:cNvPr id="1343" name="a_full_bar_ellipse_1342">
            <a:extLst>
              <a:ext uri="{FF2B5EF4-FFF2-40B4-BE49-F238E27FC236}">
                <a16:creationId xmlns:a16="http://schemas.microsoft.com/office/drawing/2014/main" id="{AA56F152-E991-4495-95A8-647A819E40DB}"/>
              </a:ext>
            </a:extLst>
          </p:cNvPr>
          <p:cNvSpPr>
            <a:spLocks noGrp="1"/>
          </p:cNvSpPr>
          <p:nvPr/>
        </p:nvSpPr>
        <p:spPr>
          <a:xfrm>
            <a:off x="3291619" y="2836021"/>
            <a:ext cx="45341" cy="45341"/>
          </a:xfrm>
          <a:prstGeom prst="ellipse">
            <a:avLst/>
          </a:prstGeom>
          <a:solidFill>
            <a:srgbClr val="7D8990">
              <a:alpha val="40000"/>
            </a:srgbClr>
          </a:solidFill>
          <a:ln w="0">
            <a:noFill/>
            <a:prstDash val="solid"/>
          </a:ln>
        </p:spPr>
      </p:sp>
      <p:sp>
        <p:nvSpPr>
          <p:cNvPr id="1344" name="a_full_bar_ellipse_1343">
            <a:extLst>
              <a:ext uri="{FF2B5EF4-FFF2-40B4-BE49-F238E27FC236}">
                <a16:creationId xmlns:a16="http://schemas.microsoft.com/office/drawing/2014/main" id="{494470EC-F5CD-4A71-B1D4-C1A4102C11D9}"/>
              </a:ext>
            </a:extLst>
          </p:cNvPr>
          <p:cNvSpPr>
            <a:spLocks noGrp="1"/>
          </p:cNvSpPr>
          <p:nvPr/>
        </p:nvSpPr>
        <p:spPr>
          <a:xfrm>
            <a:off x="3431176" y="2025341"/>
            <a:ext cx="45341" cy="45341"/>
          </a:xfrm>
          <a:prstGeom prst="ellipse">
            <a:avLst/>
          </a:prstGeom>
          <a:solidFill>
            <a:srgbClr val="7D8990">
              <a:alpha val="40000"/>
            </a:srgbClr>
          </a:solidFill>
          <a:ln w="0">
            <a:noFill/>
            <a:prstDash val="solid"/>
          </a:ln>
        </p:spPr>
      </p:sp>
      <p:sp>
        <p:nvSpPr>
          <p:cNvPr id="1345" name="a_full_bar_ellipse_1344">
            <a:extLst>
              <a:ext uri="{FF2B5EF4-FFF2-40B4-BE49-F238E27FC236}">
                <a16:creationId xmlns:a16="http://schemas.microsoft.com/office/drawing/2014/main" id="{24598489-F2F0-483C-BC3C-236725B45FE6}"/>
              </a:ext>
            </a:extLst>
          </p:cNvPr>
          <p:cNvSpPr>
            <a:spLocks noGrp="1"/>
          </p:cNvSpPr>
          <p:nvPr/>
        </p:nvSpPr>
        <p:spPr>
          <a:xfrm>
            <a:off x="3343187" y="2025341"/>
            <a:ext cx="45341" cy="45341"/>
          </a:xfrm>
          <a:prstGeom prst="ellipse">
            <a:avLst/>
          </a:prstGeom>
          <a:solidFill>
            <a:srgbClr val="7D8990">
              <a:alpha val="40000"/>
            </a:srgbClr>
          </a:solidFill>
          <a:ln w="0">
            <a:noFill/>
            <a:prstDash val="solid"/>
          </a:ln>
        </p:spPr>
      </p:sp>
      <p:sp>
        <p:nvSpPr>
          <p:cNvPr id="1346" name="a_full_bar_ellipse_1345">
            <a:extLst>
              <a:ext uri="{FF2B5EF4-FFF2-40B4-BE49-F238E27FC236}">
                <a16:creationId xmlns:a16="http://schemas.microsoft.com/office/drawing/2014/main" id="{1626348E-32CC-4701-AA98-68BE57AD5488}"/>
              </a:ext>
            </a:extLst>
          </p:cNvPr>
          <p:cNvSpPr>
            <a:spLocks noGrp="1"/>
          </p:cNvSpPr>
          <p:nvPr/>
        </p:nvSpPr>
        <p:spPr>
          <a:xfrm>
            <a:off x="3285320" y="2836021"/>
            <a:ext cx="45341" cy="45341"/>
          </a:xfrm>
          <a:prstGeom prst="ellipse">
            <a:avLst/>
          </a:prstGeom>
          <a:solidFill>
            <a:srgbClr val="7D8990">
              <a:alpha val="40000"/>
            </a:srgbClr>
          </a:solidFill>
          <a:ln w="0">
            <a:noFill/>
            <a:prstDash val="solid"/>
          </a:ln>
        </p:spPr>
      </p:sp>
      <p:sp>
        <p:nvSpPr>
          <p:cNvPr id="1347" name="a_full_bar_ellipse_1346">
            <a:extLst>
              <a:ext uri="{FF2B5EF4-FFF2-40B4-BE49-F238E27FC236}">
                <a16:creationId xmlns:a16="http://schemas.microsoft.com/office/drawing/2014/main" id="{B3277DCE-D4D9-4469-9076-8C8807065617}"/>
              </a:ext>
            </a:extLst>
          </p:cNvPr>
          <p:cNvSpPr>
            <a:spLocks noGrp="1"/>
          </p:cNvSpPr>
          <p:nvPr/>
        </p:nvSpPr>
        <p:spPr>
          <a:xfrm>
            <a:off x="3372973" y="4457382"/>
            <a:ext cx="45341" cy="45341"/>
          </a:xfrm>
          <a:prstGeom prst="ellipse">
            <a:avLst/>
          </a:prstGeom>
          <a:solidFill>
            <a:srgbClr val="7D8990">
              <a:alpha val="40000"/>
            </a:srgbClr>
          </a:solidFill>
          <a:ln w="0">
            <a:noFill/>
            <a:prstDash val="solid"/>
          </a:ln>
        </p:spPr>
      </p:sp>
      <p:sp>
        <p:nvSpPr>
          <p:cNvPr id="1348" name="a_full_bar_ellipse_1347">
            <a:extLst>
              <a:ext uri="{FF2B5EF4-FFF2-40B4-BE49-F238E27FC236}">
                <a16:creationId xmlns:a16="http://schemas.microsoft.com/office/drawing/2014/main" id="{7321EFB3-29A4-44AC-81B8-07EF6A437750}"/>
              </a:ext>
            </a:extLst>
          </p:cNvPr>
          <p:cNvSpPr>
            <a:spLocks noGrp="1"/>
          </p:cNvSpPr>
          <p:nvPr/>
        </p:nvSpPr>
        <p:spPr>
          <a:xfrm>
            <a:off x="3330445" y="2025341"/>
            <a:ext cx="45341" cy="45341"/>
          </a:xfrm>
          <a:prstGeom prst="ellipse">
            <a:avLst/>
          </a:prstGeom>
          <a:solidFill>
            <a:srgbClr val="7D8990">
              <a:alpha val="40000"/>
            </a:srgbClr>
          </a:solidFill>
          <a:ln w="0">
            <a:noFill/>
            <a:prstDash val="solid"/>
          </a:ln>
        </p:spPr>
      </p:sp>
      <p:sp>
        <p:nvSpPr>
          <p:cNvPr id="1349" name="a_full_bar_ellipse_1348">
            <a:extLst>
              <a:ext uri="{FF2B5EF4-FFF2-40B4-BE49-F238E27FC236}">
                <a16:creationId xmlns:a16="http://schemas.microsoft.com/office/drawing/2014/main" id="{C6FB7CF3-149D-4E98-9A6E-087187CECA50}"/>
              </a:ext>
            </a:extLst>
          </p:cNvPr>
          <p:cNvSpPr>
            <a:spLocks noGrp="1"/>
          </p:cNvSpPr>
          <p:nvPr/>
        </p:nvSpPr>
        <p:spPr>
          <a:xfrm>
            <a:off x="3335310" y="4457382"/>
            <a:ext cx="45341" cy="45341"/>
          </a:xfrm>
          <a:prstGeom prst="ellipse">
            <a:avLst/>
          </a:prstGeom>
          <a:solidFill>
            <a:srgbClr val="7D8990">
              <a:alpha val="40000"/>
            </a:srgbClr>
          </a:solidFill>
          <a:ln w="0">
            <a:noFill/>
            <a:prstDash val="solid"/>
          </a:ln>
        </p:spPr>
      </p:sp>
      <p:sp>
        <p:nvSpPr>
          <p:cNvPr id="1350" name="a_full_bar_ellipse_1349">
            <a:extLst>
              <a:ext uri="{FF2B5EF4-FFF2-40B4-BE49-F238E27FC236}">
                <a16:creationId xmlns:a16="http://schemas.microsoft.com/office/drawing/2014/main" id="{721DD090-9DB9-4D07-BE16-9F07867B6EF3}"/>
              </a:ext>
            </a:extLst>
          </p:cNvPr>
          <p:cNvSpPr>
            <a:spLocks noGrp="1"/>
          </p:cNvSpPr>
          <p:nvPr/>
        </p:nvSpPr>
        <p:spPr>
          <a:xfrm>
            <a:off x="3343137" y="3496147"/>
            <a:ext cx="45341" cy="45341"/>
          </a:xfrm>
          <a:prstGeom prst="ellipse">
            <a:avLst/>
          </a:prstGeom>
          <a:solidFill>
            <a:srgbClr val="7D8990">
              <a:alpha val="40000"/>
            </a:srgbClr>
          </a:solidFill>
          <a:ln w="0">
            <a:noFill/>
            <a:prstDash val="solid"/>
          </a:ln>
        </p:spPr>
      </p:sp>
      <p:sp>
        <p:nvSpPr>
          <p:cNvPr id="1351" name="a_full_bar_ellipse_1350">
            <a:extLst>
              <a:ext uri="{FF2B5EF4-FFF2-40B4-BE49-F238E27FC236}">
                <a16:creationId xmlns:a16="http://schemas.microsoft.com/office/drawing/2014/main" id="{3BD0890F-2345-48FE-AF68-C0AA6B8B8979}"/>
              </a:ext>
            </a:extLst>
          </p:cNvPr>
          <p:cNvSpPr>
            <a:spLocks noGrp="1"/>
          </p:cNvSpPr>
          <p:nvPr/>
        </p:nvSpPr>
        <p:spPr>
          <a:xfrm>
            <a:off x="3311233" y="4457382"/>
            <a:ext cx="45341" cy="45341"/>
          </a:xfrm>
          <a:prstGeom prst="ellipse">
            <a:avLst/>
          </a:prstGeom>
          <a:solidFill>
            <a:srgbClr val="7D8990">
              <a:alpha val="40000"/>
            </a:srgbClr>
          </a:solidFill>
          <a:ln w="0">
            <a:noFill/>
            <a:prstDash val="solid"/>
          </a:ln>
        </p:spPr>
      </p:sp>
      <p:sp>
        <p:nvSpPr>
          <p:cNvPr id="1352" name="a_full_bar_ellipse_1351">
            <a:extLst>
              <a:ext uri="{FF2B5EF4-FFF2-40B4-BE49-F238E27FC236}">
                <a16:creationId xmlns:a16="http://schemas.microsoft.com/office/drawing/2014/main" id="{88FBFD8B-88B6-4F2F-B19F-A45FA5764D50}"/>
              </a:ext>
            </a:extLst>
          </p:cNvPr>
          <p:cNvSpPr>
            <a:spLocks noGrp="1"/>
          </p:cNvSpPr>
          <p:nvPr/>
        </p:nvSpPr>
        <p:spPr>
          <a:xfrm>
            <a:off x="3395215" y="2199058"/>
            <a:ext cx="45341" cy="45341"/>
          </a:xfrm>
          <a:prstGeom prst="ellipse">
            <a:avLst/>
          </a:prstGeom>
          <a:solidFill>
            <a:srgbClr val="7D8990">
              <a:alpha val="40000"/>
            </a:srgbClr>
          </a:solidFill>
          <a:ln w="0">
            <a:noFill/>
            <a:prstDash val="solid"/>
          </a:ln>
        </p:spPr>
      </p:sp>
      <p:sp>
        <p:nvSpPr>
          <p:cNvPr id="1353" name="a_full_bar_ellipse_1352">
            <a:extLst>
              <a:ext uri="{FF2B5EF4-FFF2-40B4-BE49-F238E27FC236}">
                <a16:creationId xmlns:a16="http://schemas.microsoft.com/office/drawing/2014/main" id="{E5FB19C1-BA67-4F87-B84B-8DE89492D450}"/>
              </a:ext>
            </a:extLst>
          </p:cNvPr>
          <p:cNvSpPr>
            <a:spLocks noGrp="1"/>
          </p:cNvSpPr>
          <p:nvPr/>
        </p:nvSpPr>
        <p:spPr>
          <a:xfrm>
            <a:off x="3392864" y="3781815"/>
            <a:ext cx="45341" cy="45341"/>
          </a:xfrm>
          <a:prstGeom prst="ellipse">
            <a:avLst/>
          </a:prstGeom>
          <a:solidFill>
            <a:srgbClr val="7D8990">
              <a:alpha val="40000"/>
            </a:srgbClr>
          </a:solidFill>
          <a:ln w="0">
            <a:noFill/>
            <a:prstDash val="solid"/>
          </a:ln>
        </p:spPr>
      </p:sp>
      <p:sp>
        <p:nvSpPr>
          <p:cNvPr id="1354" name="a_full_bar_ellipse_1353">
            <a:extLst>
              <a:ext uri="{FF2B5EF4-FFF2-40B4-BE49-F238E27FC236}">
                <a16:creationId xmlns:a16="http://schemas.microsoft.com/office/drawing/2014/main" id="{A4511EBF-C803-4CE6-AE15-95B4DA5BD107}"/>
              </a:ext>
            </a:extLst>
          </p:cNvPr>
          <p:cNvSpPr>
            <a:spLocks noGrp="1"/>
          </p:cNvSpPr>
          <p:nvPr/>
        </p:nvSpPr>
        <p:spPr>
          <a:xfrm>
            <a:off x="3412310" y="3241362"/>
            <a:ext cx="45341" cy="45341"/>
          </a:xfrm>
          <a:prstGeom prst="ellipse">
            <a:avLst/>
          </a:prstGeom>
          <a:solidFill>
            <a:srgbClr val="7D8990">
              <a:alpha val="40000"/>
            </a:srgbClr>
          </a:solidFill>
          <a:ln w="0">
            <a:noFill/>
            <a:prstDash val="solid"/>
          </a:ln>
        </p:spPr>
      </p:sp>
      <p:sp>
        <p:nvSpPr>
          <p:cNvPr id="1355" name="a_full_bar_ellipse_1354">
            <a:extLst>
              <a:ext uri="{FF2B5EF4-FFF2-40B4-BE49-F238E27FC236}">
                <a16:creationId xmlns:a16="http://schemas.microsoft.com/office/drawing/2014/main" id="{2A8DC992-50F7-4424-ACB6-D3B7937DA353}"/>
              </a:ext>
            </a:extLst>
          </p:cNvPr>
          <p:cNvSpPr>
            <a:spLocks noGrp="1"/>
          </p:cNvSpPr>
          <p:nvPr/>
        </p:nvSpPr>
        <p:spPr>
          <a:xfrm>
            <a:off x="3289517" y="2501616"/>
            <a:ext cx="45341" cy="45341"/>
          </a:xfrm>
          <a:prstGeom prst="ellipse">
            <a:avLst/>
          </a:prstGeom>
          <a:solidFill>
            <a:srgbClr val="7D8990">
              <a:alpha val="40000"/>
            </a:srgbClr>
          </a:solidFill>
          <a:ln w="0">
            <a:noFill/>
            <a:prstDash val="solid"/>
          </a:ln>
        </p:spPr>
      </p:sp>
      <p:sp>
        <p:nvSpPr>
          <p:cNvPr id="1356" name="a_full_bar_ellipse_1355">
            <a:extLst>
              <a:ext uri="{FF2B5EF4-FFF2-40B4-BE49-F238E27FC236}">
                <a16:creationId xmlns:a16="http://schemas.microsoft.com/office/drawing/2014/main" id="{0C0A8B7B-FC55-40F0-9C14-BCBF4B8D258A}"/>
              </a:ext>
            </a:extLst>
          </p:cNvPr>
          <p:cNvSpPr>
            <a:spLocks noGrp="1"/>
          </p:cNvSpPr>
          <p:nvPr/>
        </p:nvSpPr>
        <p:spPr>
          <a:xfrm>
            <a:off x="3475989" y="3646702"/>
            <a:ext cx="45341" cy="45341"/>
          </a:xfrm>
          <a:prstGeom prst="ellipse">
            <a:avLst/>
          </a:prstGeom>
          <a:solidFill>
            <a:srgbClr val="7D8990">
              <a:alpha val="40000"/>
            </a:srgbClr>
          </a:solidFill>
          <a:ln w="0">
            <a:noFill/>
            <a:prstDash val="solid"/>
          </a:ln>
        </p:spPr>
      </p:sp>
      <p:sp>
        <p:nvSpPr>
          <p:cNvPr id="1357" name="a_full_bar_ellipse_1356">
            <a:extLst>
              <a:ext uri="{FF2B5EF4-FFF2-40B4-BE49-F238E27FC236}">
                <a16:creationId xmlns:a16="http://schemas.microsoft.com/office/drawing/2014/main" id="{923D12F5-798E-4D32-9ECD-39E68A3741DF}"/>
              </a:ext>
            </a:extLst>
          </p:cNvPr>
          <p:cNvSpPr>
            <a:spLocks noGrp="1"/>
          </p:cNvSpPr>
          <p:nvPr/>
        </p:nvSpPr>
        <p:spPr>
          <a:xfrm>
            <a:off x="3413587" y="3829437"/>
            <a:ext cx="45341" cy="45341"/>
          </a:xfrm>
          <a:prstGeom prst="ellipse">
            <a:avLst/>
          </a:prstGeom>
          <a:solidFill>
            <a:srgbClr val="7D8990">
              <a:alpha val="40000"/>
            </a:srgbClr>
          </a:solidFill>
          <a:ln w="0">
            <a:noFill/>
            <a:prstDash val="solid"/>
          </a:ln>
        </p:spPr>
      </p:sp>
      <p:sp>
        <p:nvSpPr>
          <p:cNvPr id="1358" name="a_full_bar_ellipse_1357">
            <a:extLst>
              <a:ext uri="{FF2B5EF4-FFF2-40B4-BE49-F238E27FC236}">
                <a16:creationId xmlns:a16="http://schemas.microsoft.com/office/drawing/2014/main" id="{F655522D-5379-4198-A809-E79C261AB9BB}"/>
              </a:ext>
            </a:extLst>
          </p:cNvPr>
          <p:cNvSpPr>
            <a:spLocks noGrp="1"/>
          </p:cNvSpPr>
          <p:nvPr/>
        </p:nvSpPr>
        <p:spPr>
          <a:xfrm>
            <a:off x="3309207" y="3811540"/>
            <a:ext cx="45341" cy="45341"/>
          </a:xfrm>
          <a:prstGeom prst="ellipse">
            <a:avLst/>
          </a:prstGeom>
          <a:solidFill>
            <a:srgbClr val="7D8990">
              <a:alpha val="40000"/>
            </a:srgbClr>
          </a:solidFill>
          <a:ln w="0">
            <a:noFill/>
            <a:prstDash val="solid"/>
          </a:ln>
        </p:spPr>
      </p:sp>
      <p:sp>
        <p:nvSpPr>
          <p:cNvPr id="1359" name="a_full_bar_ellipse_1358">
            <a:extLst>
              <a:ext uri="{FF2B5EF4-FFF2-40B4-BE49-F238E27FC236}">
                <a16:creationId xmlns:a16="http://schemas.microsoft.com/office/drawing/2014/main" id="{CB401DB9-94DA-4189-A987-0013DE06CDC2}"/>
              </a:ext>
            </a:extLst>
          </p:cNvPr>
          <p:cNvSpPr>
            <a:spLocks noGrp="1"/>
          </p:cNvSpPr>
          <p:nvPr/>
        </p:nvSpPr>
        <p:spPr>
          <a:xfrm>
            <a:off x="3316746" y="2083246"/>
            <a:ext cx="45341" cy="45341"/>
          </a:xfrm>
          <a:prstGeom prst="ellipse">
            <a:avLst/>
          </a:prstGeom>
          <a:solidFill>
            <a:srgbClr val="7D8990">
              <a:alpha val="40000"/>
            </a:srgbClr>
          </a:solidFill>
          <a:ln w="0">
            <a:noFill/>
            <a:prstDash val="solid"/>
          </a:ln>
        </p:spPr>
      </p:sp>
      <p:sp>
        <p:nvSpPr>
          <p:cNvPr id="1360" name="a_full_bar_ellipse_1359">
            <a:extLst>
              <a:ext uri="{FF2B5EF4-FFF2-40B4-BE49-F238E27FC236}">
                <a16:creationId xmlns:a16="http://schemas.microsoft.com/office/drawing/2014/main" id="{114C27A7-A794-4C60-B284-77C9EBE3D9AB}"/>
              </a:ext>
            </a:extLst>
          </p:cNvPr>
          <p:cNvSpPr>
            <a:spLocks noGrp="1"/>
          </p:cNvSpPr>
          <p:nvPr/>
        </p:nvSpPr>
        <p:spPr>
          <a:xfrm>
            <a:off x="3492970" y="4457382"/>
            <a:ext cx="45341" cy="45341"/>
          </a:xfrm>
          <a:prstGeom prst="ellipse">
            <a:avLst/>
          </a:prstGeom>
          <a:solidFill>
            <a:srgbClr val="7D8990">
              <a:alpha val="40000"/>
            </a:srgbClr>
          </a:solidFill>
          <a:ln w="0">
            <a:noFill/>
            <a:prstDash val="solid"/>
          </a:ln>
        </p:spPr>
      </p:sp>
      <p:sp>
        <p:nvSpPr>
          <p:cNvPr id="1361" name="a_full_bar_ellipse_1360">
            <a:extLst>
              <a:ext uri="{FF2B5EF4-FFF2-40B4-BE49-F238E27FC236}">
                <a16:creationId xmlns:a16="http://schemas.microsoft.com/office/drawing/2014/main" id="{290BADA8-A2E5-4524-AE57-493725B71BD8}"/>
              </a:ext>
            </a:extLst>
          </p:cNvPr>
          <p:cNvSpPr>
            <a:spLocks noGrp="1"/>
          </p:cNvSpPr>
          <p:nvPr/>
        </p:nvSpPr>
        <p:spPr>
          <a:xfrm>
            <a:off x="3361162" y="3646702"/>
            <a:ext cx="45341" cy="45341"/>
          </a:xfrm>
          <a:prstGeom prst="ellipse">
            <a:avLst/>
          </a:prstGeom>
          <a:solidFill>
            <a:srgbClr val="7D8990">
              <a:alpha val="40000"/>
            </a:srgbClr>
          </a:solidFill>
          <a:ln w="0">
            <a:noFill/>
            <a:prstDash val="solid"/>
          </a:ln>
        </p:spPr>
      </p:sp>
      <p:sp>
        <p:nvSpPr>
          <p:cNvPr id="1362" name="a_full_bar_ellipse_1361">
            <a:extLst>
              <a:ext uri="{FF2B5EF4-FFF2-40B4-BE49-F238E27FC236}">
                <a16:creationId xmlns:a16="http://schemas.microsoft.com/office/drawing/2014/main" id="{0C0377CF-BC84-44B6-AB1D-709912C04078}"/>
              </a:ext>
            </a:extLst>
          </p:cNvPr>
          <p:cNvSpPr>
            <a:spLocks noGrp="1"/>
          </p:cNvSpPr>
          <p:nvPr/>
        </p:nvSpPr>
        <p:spPr>
          <a:xfrm>
            <a:off x="3394587" y="2836021"/>
            <a:ext cx="45341" cy="45341"/>
          </a:xfrm>
          <a:prstGeom prst="ellipse">
            <a:avLst/>
          </a:prstGeom>
          <a:solidFill>
            <a:srgbClr val="7D8990">
              <a:alpha val="40000"/>
            </a:srgbClr>
          </a:solidFill>
          <a:ln w="0">
            <a:noFill/>
            <a:prstDash val="solid"/>
          </a:ln>
        </p:spPr>
      </p:sp>
      <p:sp>
        <p:nvSpPr>
          <p:cNvPr id="1363" name="a_full_bar_ellipse_1362">
            <a:extLst>
              <a:ext uri="{FF2B5EF4-FFF2-40B4-BE49-F238E27FC236}">
                <a16:creationId xmlns:a16="http://schemas.microsoft.com/office/drawing/2014/main" id="{62D6C2D6-C99C-442C-B1BB-4877A0C9D2AE}"/>
              </a:ext>
            </a:extLst>
          </p:cNvPr>
          <p:cNvSpPr>
            <a:spLocks noGrp="1"/>
          </p:cNvSpPr>
          <p:nvPr/>
        </p:nvSpPr>
        <p:spPr>
          <a:xfrm>
            <a:off x="3372476" y="3511588"/>
            <a:ext cx="45341" cy="45341"/>
          </a:xfrm>
          <a:prstGeom prst="ellipse">
            <a:avLst/>
          </a:prstGeom>
          <a:solidFill>
            <a:srgbClr val="7D8990">
              <a:alpha val="40000"/>
            </a:srgbClr>
          </a:solidFill>
          <a:ln w="0">
            <a:noFill/>
            <a:prstDash val="solid"/>
          </a:ln>
        </p:spPr>
      </p:sp>
      <p:sp>
        <p:nvSpPr>
          <p:cNvPr id="1364" name="a_full_bar_ellipse_1363">
            <a:extLst>
              <a:ext uri="{FF2B5EF4-FFF2-40B4-BE49-F238E27FC236}">
                <a16:creationId xmlns:a16="http://schemas.microsoft.com/office/drawing/2014/main" id="{0595D9D7-E452-4B5B-AB73-AA8E3C89ACAE}"/>
              </a:ext>
            </a:extLst>
          </p:cNvPr>
          <p:cNvSpPr>
            <a:spLocks noGrp="1"/>
          </p:cNvSpPr>
          <p:nvPr/>
        </p:nvSpPr>
        <p:spPr>
          <a:xfrm>
            <a:off x="3294573" y="3241362"/>
            <a:ext cx="45341" cy="45341"/>
          </a:xfrm>
          <a:prstGeom prst="ellipse">
            <a:avLst/>
          </a:prstGeom>
          <a:solidFill>
            <a:srgbClr val="7D8990">
              <a:alpha val="40000"/>
            </a:srgbClr>
          </a:solidFill>
          <a:ln w="0">
            <a:noFill/>
            <a:prstDash val="solid"/>
          </a:ln>
        </p:spPr>
      </p:sp>
      <p:sp>
        <p:nvSpPr>
          <p:cNvPr id="1365" name="a_full_bar_ellipse_1364">
            <a:extLst>
              <a:ext uri="{FF2B5EF4-FFF2-40B4-BE49-F238E27FC236}">
                <a16:creationId xmlns:a16="http://schemas.microsoft.com/office/drawing/2014/main" id="{670B403B-6CBD-409D-B98E-C9F85F236700}"/>
              </a:ext>
            </a:extLst>
          </p:cNvPr>
          <p:cNvSpPr>
            <a:spLocks noGrp="1"/>
          </p:cNvSpPr>
          <p:nvPr/>
        </p:nvSpPr>
        <p:spPr>
          <a:xfrm>
            <a:off x="3318205" y="3849372"/>
            <a:ext cx="45341" cy="45341"/>
          </a:xfrm>
          <a:prstGeom prst="ellipse">
            <a:avLst/>
          </a:prstGeom>
          <a:solidFill>
            <a:srgbClr val="7D8990">
              <a:alpha val="40000"/>
            </a:srgbClr>
          </a:solidFill>
          <a:ln w="0">
            <a:noFill/>
            <a:prstDash val="solid"/>
          </a:ln>
        </p:spPr>
      </p:sp>
      <p:sp>
        <p:nvSpPr>
          <p:cNvPr id="1366" name="a_full_bar_ellipse_1365">
            <a:extLst>
              <a:ext uri="{FF2B5EF4-FFF2-40B4-BE49-F238E27FC236}">
                <a16:creationId xmlns:a16="http://schemas.microsoft.com/office/drawing/2014/main" id="{25E60826-DDE9-49DE-895F-A1DC388CE089}"/>
              </a:ext>
            </a:extLst>
          </p:cNvPr>
          <p:cNvSpPr>
            <a:spLocks noGrp="1"/>
          </p:cNvSpPr>
          <p:nvPr/>
        </p:nvSpPr>
        <p:spPr>
          <a:xfrm>
            <a:off x="3380635" y="2372775"/>
            <a:ext cx="45341" cy="45341"/>
          </a:xfrm>
          <a:prstGeom prst="ellipse">
            <a:avLst/>
          </a:prstGeom>
          <a:solidFill>
            <a:srgbClr val="7D8990">
              <a:alpha val="40000"/>
            </a:srgbClr>
          </a:solidFill>
          <a:ln w="0">
            <a:noFill/>
            <a:prstDash val="solid"/>
          </a:ln>
        </p:spPr>
      </p:sp>
      <p:sp>
        <p:nvSpPr>
          <p:cNvPr id="1367" name="a_full_bar_ellipse_1366">
            <a:extLst>
              <a:ext uri="{FF2B5EF4-FFF2-40B4-BE49-F238E27FC236}">
                <a16:creationId xmlns:a16="http://schemas.microsoft.com/office/drawing/2014/main" id="{EAD68C3B-DCEB-4D73-8C21-F15D5725EA56}"/>
              </a:ext>
            </a:extLst>
          </p:cNvPr>
          <p:cNvSpPr>
            <a:spLocks noGrp="1"/>
          </p:cNvSpPr>
          <p:nvPr/>
        </p:nvSpPr>
        <p:spPr>
          <a:xfrm>
            <a:off x="3300213" y="2025341"/>
            <a:ext cx="45341" cy="45341"/>
          </a:xfrm>
          <a:prstGeom prst="ellipse">
            <a:avLst/>
          </a:prstGeom>
          <a:solidFill>
            <a:srgbClr val="7D8990">
              <a:alpha val="40000"/>
            </a:srgbClr>
          </a:solidFill>
          <a:ln w="0">
            <a:noFill/>
            <a:prstDash val="solid"/>
          </a:ln>
        </p:spPr>
      </p:sp>
      <p:sp>
        <p:nvSpPr>
          <p:cNvPr id="1368" name="a_full_bar_ellipse_1367">
            <a:extLst>
              <a:ext uri="{FF2B5EF4-FFF2-40B4-BE49-F238E27FC236}">
                <a16:creationId xmlns:a16="http://schemas.microsoft.com/office/drawing/2014/main" id="{CB2500AD-ECA2-4881-B7BE-DB6540568119}"/>
              </a:ext>
            </a:extLst>
          </p:cNvPr>
          <p:cNvSpPr>
            <a:spLocks noGrp="1"/>
          </p:cNvSpPr>
          <p:nvPr/>
        </p:nvSpPr>
        <p:spPr>
          <a:xfrm>
            <a:off x="3306246" y="2025341"/>
            <a:ext cx="45341" cy="45341"/>
          </a:xfrm>
          <a:prstGeom prst="ellipse">
            <a:avLst/>
          </a:prstGeom>
          <a:solidFill>
            <a:srgbClr val="7D8990">
              <a:alpha val="40000"/>
            </a:srgbClr>
          </a:solidFill>
          <a:ln w="0">
            <a:noFill/>
            <a:prstDash val="solid"/>
          </a:ln>
        </p:spPr>
      </p:sp>
      <p:sp>
        <p:nvSpPr>
          <p:cNvPr id="1369" name="a_full_bar_ellipse_1368">
            <a:extLst>
              <a:ext uri="{FF2B5EF4-FFF2-40B4-BE49-F238E27FC236}">
                <a16:creationId xmlns:a16="http://schemas.microsoft.com/office/drawing/2014/main" id="{A41A7F50-46EA-4FA7-A1F8-CA4B9BFEA942}"/>
              </a:ext>
            </a:extLst>
          </p:cNvPr>
          <p:cNvSpPr>
            <a:spLocks noGrp="1"/>
          </p:cNvSpPr>
          <p:nvPr/>
        </p:nvSpPr>
        <p:spPr>
          <a:xfrm>
            <a:off x="3362486" y="4379432"/>
            <a:ext cx="45341" cy="45341"/>
          </a:xfrm>
          <a:prstGeom prst="ellipse">
            <a:avLst/>
          </a:prstGeom>
          <a:solidFill>
            <a:srgbClr val="7D8990">
              <a:alpha val="40000"/>
            </a:srgbClr>
          </a:solidFill>
          <a:ln w="0">
            <a:noFill/>
            <a:prstDash val="solid"/>
          </a:ln>
        </p:spPr>
      </p:sp>
      <p:sp>
        <p:nvSpPr>
          <p:cNvPr id="1370" name="a_full_bar_ellipse_1369">
            <a:extLst>
              <a:ext uri="{FF2B5EF4-FFF2-40B4-BE49-F238E27FC236}">
                <a16:creationId xmlns:a16="http://schemas.microsoft.com/office/drawing/2014/main" id="{6F0B985A-39C5-4340-9795-952995EAFAEF}"/>
              </a:ext>
            </a:extLst>
          </p:cNvPr>
          <p:cNvSpPr>
            <a:spLocks noGrp="1"/>
          </p:cNvSpPr>
          <p:nvPr/>
        </p:nvSpPr>
        <p:spPr>
          <a:xfrm>
            <a:off x="3331410" y="3646702"/>
            <a:ext cx="45341" cy="45341"/>
          </a:xfrm>
          <a:prstGeom prst="ellipse">
            <a:avLst/>
          </a:prstGeom>
          <a:solidFill>
            <a:srgbClr val="7D8990">
              <a:alpha val="40000"/>
            </a:srgbClr>
          </a:solidFill>
          <a:ln w="0">
            <a:noFill/>
            <a:prstDash val="solid"/>
          </a:ln>
        </p:spPr>
      </p:sp>
      <p:sp>
        <p:nvSpPr>
          <p:cNvPr id="1371" name="a_full_bar_ellipse_1370">
            <a:extLst>
              <a:ext uri="{FF2B5EF4-FFF2-40B4-BE49-F238E27FC236}">
                <a16:creationId xmlns:a16="http://schemas.microsoft.com/office/drawing/2014/main" id="{A1B948F7-4C7A-4EC5-9BCF-015C0B0E6926}"/>
              </a:ext>
            </a:extLst>
          </p:cNvPr>
          <p:cNvSpPr>
            <a:spLocks noGrp="1"/>
          </p:cNvSpPr>
          <p:nvPr/>
        </p:nvSpPr>
        <p:spPr>
          <a:xfrm>
            <a:off x="3490713" y="2025341"/>
            <a:ext cx="45341" cy="45341"/>
          </a:xfrm>
          <a:prstGeom prst="ellipse">
            <a:avLst/>
          </a:prstGeom>
          <a:solidFill>
            <a:srgbClr val="7D8990">
              <a:alpha val="40000"/>
            </a:srgbClr>
          </a:solidFill>
          <a:ln w="0">
            <a:noFill/>
            <a:prstDash val="solid"/>
          </a:ln>
        </p:spPr>
      </p:sp>
      <p:sp>
        <p:nvSpPr>
          <p:cNvPr id="1372" name="a_full_bar_ellipse_1371">
            <a:extLst>
              <a:ext uri="{FF2B5EF4-FFF2-40B4-BE49-F238E27FC236}">
                <a16:creationId xmlns:a16="http://schemas.microsoft.com/office/drawing/2014/main" id="{C3BCEFBF-C749-4B5B-B946-10C9FCE9B293}"/>
              </a:ext>
            </a:extLst>
          </p:cNvPr>
          <p:cNvSpPr>
            <a:spLocks noGrp="1"/>
          </p:cNvSpPr>
          <p:nvPr/>
        </p:nvSpPr>
        <p:spPr>
          <a:xfrm>
            <a:off x="3463523" y="4457382"/>
            <a:ext cx="45341" cy="45341"/>
          </a:xfrm>
          <a:prstGeom prst="ellipse">
            <a:avLst/>
          </a:prstGeom>
          <a:solidFill>
            <a:srgbClr val="7D8990">
              <a:alpha val="40000"/>
            </a:srgbClr>
          </a:solidFill>
          <a:ln w="0">
            <a:noFill/>
            <a:prstDash val="solid"/>
          </a:ln>
        </p:spPr>
      </p:sp>
      <p:sp>
        <p:nvSpPr>
          <p:cNvPr id="1373" name="a_full_bar_ellipse_1372">
            <a:extLst>
              <a:ext uri="{FF2B5EF4-FFF2-40B4-BE49-F238E27FC236}">
                <a16:creationId xmlns:a16="http://schemas.microsoft.com/office/drawing/2014/main" id="{BAF229B8-11EF-4397-9C82-D327EF870AEA}"/>
              </a:ext>
            </a:extLst>
          </p:cNvPr>
          <p:cNvSpPr>
            <a:spLocks noGrp="1"/>
          </p:cNvSpPr>
          <p:nvPr/>
        </p:nvSpPr>
        <p:spPr>
          <a:xfrm>
            <a:off x="3302120" y="2638733"/>
            <a:ext cx="45341" cy="45341"/>
          </a:xfrm>
          <a:prstGeom prst="ellipse">
            <a:avLst/>
          </a:prstGeom>
          <a:solidFill>
            <a:srgbClr val="7D8990">
              <a:alpha val="40000"/>
            </a:srgbClr>
          </a:solidFill>
          <a:ln w="0">
            <a:noFill/>
            <a:prstDash val="solid"/>
          </a:ln>
        </p:spPr>
      </p:sp>
      <p:sp>
        <p:nvSpPr>
          <p:cNvPr id="1374" name="a_full_bar_ellipse_1373">
            <a:extLst>
              <a:ext uri="{FF2B5EF4-FFF2-40B4-BE49-F238E27FC236}">
                <a16:creationId xmlns:a16="http://schemas.microsoft.com/office/drawing/2014/main" id="{0C4CEE12-7E3E-4FEE-92D9-FA3ECD7ADAEF}"/>
              </a:ext>
            </a:extLst>
          </p:cNvPr>
          <p:cNvSpPr>
            <a:spLocks noGrp="1"/>
          </p:cNvSpPr>
          <p:nvPr/>
        </p:nvSpPr>
        <p:spPr>
          <a:xfrm>
            <a:off x="3481956" y="3241362"/>
            <a:ext cx="45341" cy="45341"/>
          </a:xfrm>
          <a:prstGeom prst="ellipse">
            <a:avLst/>
          </a:prstGeom>
          <a:solidFill>
            <a:srgbClr val="7D8990">
              <a:alpha val="40000"/>
            </a:srgbClr>
          </a:solidFill>
          <a:ln w="0">
            <a:noFill/>
            <a:prstDash val="solid"/>
          </a:ln>
        </p:spPr>
      </p:sp>
      <p:sp>
        <p:nvSpPr>
          <p:cNvPr id="1375" name="a_full_bar_ellipse_1374">
            <a:extLst>
              <a:ext uri="{FF2B5EF4-FFF2-40B4-BE49-F238E27FC236}">
                <a16:creationId xmlns:a16="http://schemas.microsoft.com/office/drawing/2014/main" id="{72EE89DF-17DC-4CEF-8C73-8AFF38F5BCF3}"/>
              </a:ext>
            </a:extLst>
          </p:cNvPr>
          <p:cNvSpPr>
            <a:spLocks noGrp="1"/>
          </p:cNvSpPr>
          <p:nvPr/>
        </p:nvSpPr>
        <p:spPr>
          <a:xfrm>
            <a:off x="3294743" y="4009051"/>
            <a:ext cx="45341" cy="45341"/>
          </a:xfrm>
          <a:prstGeom prst="ellipse">
            <a:avLst/>
          </a:prstGeom>
          <a:solidFill>
            <a:srgbClr val="7D8990">
              <a:alpha val="40000"/>
            </a:srgbClr>
          </a:solidFill>
          <a:ln w="0">
            <a:noFill/>
            <a:prstDash val="solid"/>
          </a:ln>
        </p:spPr>
      </p:sp>
      <p:sp>
        <p:nvSpPr>
          <p:cNvPr id="1376" name="a_full_bar_ellipse_1375">
            <a:extLst>
              <a:ext uri="{FF2B5EF4-FFF2-40B4-BE49-F238E27FC236}">
                <a16:creationId xmlns:a16="http://schemas.microsoft.com/office/drawing/2014/main" id="{80011101-5474-4919-B973-5BA661FCA4CA}"/>
              </a:ext>
            </a:extLst>
          </p:cNvPr>
          <p:cNvSpPr>
            <a:spLocks noGrp="1"/>
          </p:cNvSpPr>
          <p:nvPr/>
        </p:nvSpPr>
        <p:spPr>
          <a:xfrm>
            <a:off x="3426296" y="2025341"/>
            <a:ext cx="45341" cy="45341"/>
          </a:xfrm>
          <a:prstGeom prst="ellipse">
            <a:avLst/>
          </a:prstGeom>
          <a:solidFill>
            <a:srgbClr val="7D8990">
              <a:alpha val="40000"/>
            </a:srgbClr>
          </a:solidFill>
          <a:ln w="0">
            <a:noFill/>
            <a:prstDash val="solid"/>
          </a:ln>
        </p:spPr>
      </p:sp>
      <p:sp>
        <p:nvSpPr>
          <p:cNvPr id="1377" name="a_full_bar_ellipse_1376">
            <a:extLst>
              <a:ext uri="{FF2B5EF4-FFF2-40B4-BE49-F238E27FC236}">
                <a16:creationId xmlns:a16="http://schemas.microsoft.com/office/drawing/2014/main" id="{10537705-A5A2-4EF8-81A5-431BF27857F1}"/>
              </a:ext>
            </a:extLst>
          </p:cNvPr>
          <p:cNvSpPr>
            <a:spLocks noGrp="1"/>
          </p:cNvSpPr>
          <p:nvPr/>
        </p:nvSpPr>
        <p:spPr>
          <a:xfrm>
            <a:off x="3287694" y="2025341"/>
            <a:ext cx="45341" cy="45341"/>
          </a:xfrm>
          <a:prstGeom prst="ellipse">
            <a:avLst/>
          </a:prstGeom>
          <a:solidFill>
            <a:srgbClr val="7D8990">
              <a:alpha val="40000"/>
            </a:srgbClr>
          </a:solidFill>
          <a:ln w="0">
            <a:noFill/>
            <a:prstDash val="solid"/>
          </a:ln>
        </p:spPr>
      </p:sp>
      <p:sp>
        <p:nvSpPr>
          <p:cNvPr id="1378" name="a_full_bar_ellipse_1377">
            <a:extLst>
              <a:ext uri="{FF2B5EF4-FFF2-40B4-BE49-F238E27FC236}">
                <a16:creationId xmlns:a16="http://schemas.microsoft.com/office/drawing/2014/main" id="{C67DFAE5-FFCA-41D2-8994-093543131F9B}"/>
              </a:ext>
            </a:extLst>
          </p:cNvPr>
          <p:cNvSpPr>
            <a:spLocks noGrp="1"/>
          </p:cNvSpPr>
          <p:nvPr/>
        </p:nvSpPr>
        <p:spPr>
          <a:xfrm>
            <a:off x="3353019" y="4457382"/>
            <a:ext cx="45341" cy="45341"/>
          </a:xfrm>
          <a:prstGeom prst="ellipse">
            <a:avLst/>
          </a:prstGeom>
          <a:solidFill>
            <a:srgbClr val="7D8990">
              <a:alpha val="40000"/>
            </a:srgbClr>
          </a:solidFill>
          <a:ln w="0">
            <a:noFill/>
            <a:prstDash val="solid"/>
          </a:ln>
        </p:spPr>
      </p:sp>
      <p:sp>
        <p:nvSpPr>
          <p:cNvPr id="1379" name="a_full_bar_ellipse_1378">
            <a:extLst>
              <a:ext uri="{FF2B5EF4-FFF2-40B4-BE49-F238E27FC236}">
                <a16:creationId xmlns:a16="http://schemas.microsoft.com/office/drawing/2014/main" id="{E6DD74F5-08CE-4D76-BD33-C3485C9CCAAE}"/>
              </a:ext>
            </a:extLst>
          </p:cNvPr>
          <p:cNvSpPr>
            <a:spLocks noGrp="1"/>
          </p:cNvSpPr>
          <p:nvPr/>
        </p:nvSpPr>
        <p:spPr>
          <a:xfrm>
            <a:off x="3434598" y="4457382"/>
            <a:ext cx="45341" cy="45341"/>
          </a:xfrm>
          <a:prstGeom prst="ellipse">
            <a:avLst/>
          </a:prstGeom>
          <a:solidFill>
            <a:srgbClr val="7D8990">
              <a:alpha val="40000"/>
            </a:srgbClr>
          </a:solidFill>
          <a:ln w="0">
            <a:noFill/>
            <a:prstDash val="solid"/>
          </a:ln>
        </p:spPr>
      </p:sp>
      <p:sp>
        <p:nvSpPr>
          <p:cNvPr id="1380" name="a_full_bar_ellipse_1379">
            <a:extLst>
              <a:ext uri="{FF2B5EF4-FFF2-40B4-BE49-F238E27FC236}">
                <a16:creationId xmlns:a16="http://schemas.microsoft.com/office/drawing/2014/main" id="{6771821F-D4C7-44D8-A60F-9DD71F4FBF4E}"/>
              </a:ext>
            </a:extLst>
          </p:cNvPr>
          <p:cNvSpPr>
            <a:spLocks noGrp="1"/>
          </p:cNvSpPr>
          <p:nvPr/>
        </p:nvSpPr>
        <p:spPr>
          <a:xfrm>
            <a:off x="3308523" y="3849372"/>
            <a:ext cx="45341" cy="45341"/>
          </a:xfrm>
          <a:prstGeom prst="ellipse">
            <a:avLst/>
          </a:prstGeom>
          <a:solidFill>
            <a:srgbClr val="7D8990">
              <a:alpha val="40000"/>
            </a:srgbClr>
          </a:solidFill>
          <a:ln w="0">
            <a:noFill/>
            <a:prstDash val="solid"/>
          </a:ln>
        </p:spPr>
      </p:sp>
      <p:sp>
        <p:nvSpPr>
          <p:cNvPr id="1381" name="a_full_bar_ellipse_1380">
            <a:extLst>
              <a:ext uri="{FF2B5EF4-FFF2-40B4-BE49-F238E27FC236}">
                <a16:creationId xmlns:a16="http://schemas.microsoft.com/office/drawing/2014/main" id="{E31081C7-815E-4E59-B369-610CFE222036}"/>
              </a:ext>
            </a:extLst>
          </p:cNvPr>
          <p:cNvSpPr>
            <a:spLocks noGrp="1"/>
          </p:cNvSpPr>
          <p:nvPr/>
        </p:nvSpPr>
        <p:spPr>
          <a:xfrm>
            <a:off x="3437488" y="3849372"/>
            <a:ext cx="45341" cy="45341"/>
          </a:xfrm>
          <a:prstGeom prst="ellipse">
            <a:avLst/>
          </a:prstGeom>
          <a:solidFill>
            <a:srgbClr val="7D8990">
              <a:alpha val="40000"/>
            </a:srgbClr>
          </a:solidFill>
          <a:ln w="0">
            <a:noFill/>
            <a:prstDash val="solid"/>
          </a:ln>
        </p:spPr>
      </p:sp>
      <p:sp>
        <p:nvSpPr>
          <p:cNvPr id="1382" name="a_full_bar_ellipse_1381">
            <a:extLst>
              <a:ext uri="{FF2B5EF4-FFF2-40B4-BE49-F238E27FC236}">
                <a16:creationId xmlns:a16="http://schemas.microsoft.com/office/drawing/2014/main" id="{22AA8588-65CB-42E8-BC41-CBE83F48169D}"/>
              </a:ext>
            </a:extLst>
          </p:cNvPr>
          <p:cNvSpPr>
            <a:spLocks noGrp="1"/>
          </p:cNvSpPr>
          <p:nvPr/>
        </p:nvSpPr>
        <p:spPr>
          <a:xfrm>
            <a:off x="3368463" y="4109948"/>
            <a:ext cx="45341" cy="45341"/>
          </a:xfrm>
          <a:prstGeom prst="ellipse">
            <a:avLst/>
          </a:prstGeom>
          <a:solidFill>
            <a:srgbClr val="7D8990">
              <a:alpha val="40000"/>
            </a:srgbClr>
          </a:solidFill>
          <a:ln w="0">
            <a:noFill/>
            <a:prstDash val="solid"/>
          </a:ln>
        </p:spPr>
      </p:sp>
      <p:sp>
        <p:nvSpPr>
          <p:cNvPr id="1383" name="a_full_bar_ellipse_1382">
            <a:extLst>
              <a:ext uri="{FF2B5EF4-FFF2-40B4-BE49-F238E27FC236}">
                <a16:creationId xmlns:a16="http://schemas.microsoft.com/office/drawing/2014/main" id="{4A6988F9-948F-4284-94D3-BBF6AD65CF21}"/>
              </a:ext>
            </a:extLst>
          </p:cNvPr>
          <p:cNvSpPr>
            <a:spLocks noGrp="1"/>
          </p:cNvSpPr>
          <p:nvPr/>
        </p:nvSpPr>
        <p:spPr>
          <a:xfrm>
            <a:off x="3291081" y="2716948"/>
            <a:ext cx="45341" cy="45341"/>
          </a:xfrm>
          <a:prstGeom prst="ellipse">
            <a:avLst/>
          </a:prstGeom>
          <a:solidFill>
            <a:srgbClr val="7D8990">
              <a:alpha val="40000"/>
            </a:srgbClr>
          </a:solidFill>
          <a:ln w="0">
            <a:noFill/>
            <a:prstDash val="solid"/>
          </a:ln>
        </p:spPr>
      </p:sp>
      <p:sp>
        <p:nvSpPr>
          <p:cNvPr id="1384" name="a_full_bar_ellipse_1383">
            <a:extLst>
              <a:ext uri="{FF2B5EF4-FFF2-40B4-BE49-F238E27FC236}">
                <a16:creationId xmlns:a16="http://schemas.microsoft.com/office/drawing/2014/main" id="{5C966B0F-A4E1-4A1F-8B28-8B9A949C2458}"/>
              </a:ext>
            </a:extLst>
          </p:cNvPr>
          <p:cNvSpPr>
            <a:spLocks noGrp="1"/>
          </p:cNvSpPr>
          <p:nvPr/>
        </p:nvSpPr>
        <p:spPr>
          <a:xfrm>
            <a:off x="3369304" y="2836021"/>
            <a:ext cx="45341" cy="45341"/>
          </a:xfrm>
          <a:prstGeom prst="ellipse">
            <a:avLst/>
          </a:prstGeom>
          <a:solidFill>
            <a:srgbClr val="7D8990">
              <a:alpha val="40000"/>
            </a:srgbClr>
          </a:solidFill>
          <a:ln w="0">
            <a:noFill/>
            <a:prstDash val="solid"/>
          </a:ln>
        </p:spPr>
      </p:sp>
      <p:sp>
        <p:nvSpPr>
          <p:cNvPr id="1385" name="a_full_bar_ellipse_1384">
            <a:extLst>
              <a:ext uri="{FF2B5EF4-FFF2-40B4-BE49-F238E27FC236}">
                <a16:creationId xmlns:a16="http://schemas.microsoft.com/office/drawing/2014/main" id="{AF9EC02D-C301-4D35-BB85-F56576F03953}"/>
              </a:ext>
            </a:extLst>
          </p:cNvPr>
          <p:cNvSpPr>
            <a:spLocks noGrp="1"/>
          </p:cNvSpPr>
          <p:nvPr/>
        </p:nvSpPr>
        <p:spPr>
          <a:xfrm>
            <a:off x="3358813" y="2025341"/>
            <a:ext cx="45341" cy="45341"/>
          </a:xfrm>
          <a:prstGeom prst="ellipse">
            <a:avLst/>
          </a:prstGeom>
          <a:solidFill>
            <a:srgbClr val="7D8990">
              <a:alpha val="40000"/>
            </a:srgbClr>
          </a:solidFill>
          <a:ln w="0">
            <a:noFill/>
            <a:prstDash val="solid"/>
          </a:ln>
        </p:spPr>
      </p:sp>
      <p:sp>
        <p:nvSpPr>
          <p:cNvPr id="1386" name="a_full_bar_ellipse_1385">
            <a:extLst>
              <a:ext uri="{FF2B5EF4-FFF2-40B4-BE49-F238E27FC236}">
                <a16:creationId xmlns:a16="http://schemas.microsoft.com/office/drawing/2014/main" id="{5FDC8740-3089-4127-8F1C-3DB69D7604F5}"/>
              </a:ext>
            </a:extLst>
          </p:cNvPr>
          <p:cNvSpPr>
            <a:spLocks noGrp="1"/>
          </p:cNvSpPr>
          <p:nvPr/>
        </p:nvSpPr>
        <p:spPr>
          <a:xfrm>
            <a:off x="3350714" y="4457382"/>
            <a:ext cx="45341" cy="45341"/>
          </a:xfrm>
          <a:prstGeom prst="ellipse">
            <a:avLst/>
          </a:prstGeom>
          <a:solidFill>
            <a:srgbClr val="7D8990">
              <a:alpha val="40000"/>
            </a:srgbClr>
          </a:solidFill>
          <a:ln w="0">
            <a:noFill/>
            <a:prstDash val="solid"/>
          </a:ln>
        </p:spPr>
      </p:sp>
      <p:sp>
        <p:nvSpPr>
          <p:cNvPr id="1387" name="a_full_bar_ellipse_1386">
            <a:extLst>
              <a:ext uri="{FF2B5EF4-FFF2-40B4-BE49-F238E27FC236}">
                <a16:creationId xmlns:a16="http://schemas.microsoft.com/office/drawing/2014/main" id="{12835F05-B5C6-42D3-94E1-16FDC7F1A5C7}"/>
              </a:ext>
            </a:extLst>
          </p:cNvPr>
          <p:cNvSpPr>
            <a:spLocks noGrp="1"/>
          </p:cNvSpPr>
          <p:nvPr/>
        </p:nvSpPr>
        <p:spPr>
          <a:xfrm>
            <a:off x="3287623" y="2430681"/>
            <a:ext cx="45341" cy="45341"/>
          </a:xfrm>
          <a:prstGeom prst="ellipse">
            <a:avLst/>
          </a:prstGeom>
          <a:solidFill>
            <a:srgbClr val="7D8990">
              <a:alpha val="40000"/>
            </a:srgbClr>
          </a:solidFill>
          <a:ln w="0">
            <a:noFill/>
            <a:prstDash val="solid"/>
          </a:ln>
        </p:spPr>
      </p:sp>
      <p:sp>
        <p:nvSpPr>
          <p:cNvPr id="1388" name="a_full_bar_ellipse_1387">
            <a:extLst>
              <a:ext uri="{FF2B5EF4-FFF2-40B4-BE49-F238E27FC236}">
                <a16:creationId xmlns:a16="http://schemas.microsoft.com/office/drawing/2014/main" id="{AC68556D-3D5B-429E-85B2-17561215293C}"/>
              </a:ext>
            </a:extLst>
          </p:cNvPr>
          <p:cNvSpPr>
            <a:spLocks noGrp="1"/>
          </p:cNvSpPr>
          <p:nvPr/>
        </p:nvSpPr>
        <p:spPr>
          <a:xfrm>
            <a:off x="3328837" y="2267580"/>
            <a:ext cx="45341" cy="45341"/>
          </a:xfrm>
          <a:prstGeom prst="ellipse">
            <a:avLst/>
          </a:prstGeom>
          <a:solidFill>
            <a:srgbClr val="7D8990">
              <a:alpha val="40000"/>
            </a:srgbClr>
          </a:solidFill>
          <a:ln w="0">
            <a:noFill/>
            <a:prstDash val="solid"/>
          </a:ln>
        </p:spPr>
      </p:sp>
      <p:sp>
        <p:nvSpPr>
          <p:cNvPr id="1389" name="a_full_bar_ellipse_1388">
            <a:extLst>
              <a:ext uri="{FF2B5EF4-FFF2-40B4-BE49-F238E27FC236}">
                <a16:creationId xmlns:a16="http://schemas.microsoft.com/office/drawing/2014/main" id="{9AF7E1F8-62BB-4478-A928-114862996BA7}"/>
              </a:ext>
            </a:extLst>
          </p:cNvPr>
          <p:cNvSpPr>
            <a:spLocks noGrp="1"/>
          </p:cNvSpPr>
          <p:nvPr/>
        </p:nvSpPr>
        <p:spPr>
          <a:xfrm>
            <a:off x="3283806" y="2025341"/>
            <a:ext cx="45341" cy="45341"/>
          </a:xfrm>
          <a:prstGeom prst="ellipse">
            <a:avLst/>
          </a:prstGeom>
          <a:solidFill>
            <a:srgbClr val="7D8990">
              <a:alpha val="40000"/>
            </a:srgbClr>
          </a:solidFill>
          <a:ln w="0">
            <a:noFill/>
            <a:prstDash val="solid"/>
          </a:ln>
        </p:spPr>
      </p:sp>
      <p:sp>
        <p:nvSpPr>
          <p:cNvPr id="1390" name="a_full_bar_ellipse_1389">
            <a:extLst>
              <a:ext uri="{FF2B5EF4-FFF2-40B4-BE49-F238E27FC236}">
                <a16:creationId xmlns:a16="http://schemas.microsoft.com/office/drawing/2014/main" id="{F7A0BB79-FB77-4D48-A740-4FBD6C3E229F}"/>
              </a:ext>
            </a:extLst>
          </p:cNvPr>
          <p:cNvSpPr>
            <a:spLocks noGrp="1"/>
          </p:cNvSpPr>
          <p:nvPr/>
        </p:nvSpPr>
        <p:spPr>
          <a:xfrm>
            <a:off x="3476831" y="2633351"/>
            <a:ext cx="45341" cy="45341"/>
          </a:xfrm>
          <a:prstGeom prst="ellipse">
            <a:avLst/>
          </a:prstGeom>
          <a:solidFill>
            <a:srgbClr val="7D8990">
              <a:alpha val="40000"/>
            </a:srgbClr>
          </a:solidFill>
          <a:ln w="0">
            <a:noFill/>
            <a:prstDash val="solid"/>
          </a:ln>
        </p:spPr>
      </p:sp>
      <p:sp>
        <p:nvSpPr>
          <p:cNvPr id="1391" name="a_full_bar_ellipse_1390">
            <a:extLst>
              <a:ext uri="{FF2B5EF4-FFF2-40B4-BE49-F238E27FC236}">
                <a16:creationId xmlns:a16="http://schemas.microsoft.com/office/drawing/2014/main" id="{D3AE02D2-BF85-4B4E-828F-543B6BB795AB}"/>
              </a:ext>
            </a:extLst>
          </p:cNvPr>
          <p:cNvSpPr>
            <a:spLocks noGrp="1"/>
          </p:cNvSpPr>
          <p:nvPr/>
        </p:nvSpPr>
        <p:spPr>
          <a:xfrm>
            <a:off x="3369703" y="3832495"/>
            <a:ext cx="45341" cy="45341"/>
          </a:xfrm>
          <a:prstGeom prst="ellipse">
            <a:avLst/>
          </a:prstGeom>
          <a:solidFill>
            <a:srgbClr val="7D8990">
              <a:alpha val="40000"/>
            </a:srgbClr>
          </a:solidFill>
          <a:ln w="0">
            <a:noFill/>
            <a:prstDash val="solid"/>
          </a:ln>
        </p:spPr>
      </p:sp>
      <p:sp>
        <p:nvSpPr>
          <p:cNvPr id="1392" name="a_full_bar_ellipse_1391">
            <a:extLst>
              <a:ext uri="{FF2B5EF4-FFF2-40B4-BE49-F238E27FC236}">
                <a16:creationId xmlns:a16="http://schemas.microsoft.com/office/drawing/2014/main" id="{B02CE617-302D-4A09-BD72-B9DCEB83F2A8}"/>
              </a:ext>
            </a:extLst>
          </p:cNvPr>
          <p:cNvSpPr>
            <a:spLocks noGrp="1"/>
          </p:cNvSpPr>
          <p:nvPr/>
        </p:nvSpPr>
        <p:spPr>
          <a:xfrm>
            <a:off x="3310189" y="2025341"/>
            <a:ext cx="45341" cy="45341"/>
          </a:xfrm>
          <a:prstGeom prst="ellipse">
            <a:avLst/>
          </a:prstGeom>
          <a:solidFill>
            <a:srgbClr val="7D8990">
              <a:alpha val="40000"/>
            </a:srgbClr>
          </a:solidFill>
          <a:ln w="0">
            <a:noFill/>
            <a:prstDash val="solid"/>
          </a:ln>
        </p:spPr>
      </p:sp>
      <p:sp>
        <p:nvSpPr>
          <p:cNvPr id="1393" name="a_full_bar_ellipse_1392">
            <a:extLst>
              <a:ext uri="{FF2B5EF4-FFF2-40B4-BE49-F238E27FC236}">
                <a16:creationId xmlns:a16="http://schemas.microsoft.com/office/drawing/2014/main" id="{2D1AB8BB-2592-4B59-BC50-AD516970CBC7}"/>
              </a:ext>
            </a:extLst>
          </p:cNvPr>
          <p:cNvSpPr>
            <a:spLocks noGrp="1"/>
          </p:cNvSpPr>
          <p:nvPr/>
        </p:nvSpPr>
        <p:spPr>
          <a:xfrm>
            <a:off x="3402144" y="3241362"/>
            <a:ext cx="45341" cy="45341"/>
          </a:xfrm>
          <a:prstGeom prst="ellipse">
            <a:avLst/>
          </a:prstGeom>
          <a:solidFill>
            <a:srgbClr val="7D8990">
              <a:alpha val="40000"/>
            </a:srgbClr>
          </a:solidFill>
          <a:ln w="0">
            <a:noFill/>
            <a:prstDash val="solid"/>
          </a:ln>
        </p:spPr>
      </p:sp>
      <p:sp>
        <p:nvSpPr>
          <p:cNvPr id="1394" name="a_full_bar_ellipse_1393">
            <a:extLst>
              <a:ext uri="{FF2B5EF4-FFF2-40B4-BE49-F238E27FC236}">
                <a16:creationId xmlns:a16="http://schemas.microsoft.com/office/drawing/2014/main" id="{49F6DBF3-0B7B-452A-8BC5-9D6E1E3F6AD1}"/>
              </a:ext>
            </a:extLst>
          </p:cNvPr>
          <p:cNvSpPr>
            <a:spLocks noGrp="1"/>
          </p:cNvSpPr>
          <p:nvPr/>
        </p:nvSpPr>
        <p:spPr>
          <a:xfrm>
            <a:off x="3471361" y="3849372"/>
            <a:ext cx="45341" cy="45341"/>
          </a:xfrm>
          <a:prstGeom prst="ellipse">
            <a:avLst/>
          </a:prstGeom>
          <a:solidFill>
            <a:srgbClr val="7D8990">
              <a:alpha val="40000"/>
            </a:srgbClr>
          </a:solidFill>
          <a:ln w="0">
            <a:noFill/>
            <a:prstDash val="solid"/>
          </a:ln>
        </p:spPr>
      </p:sp>
      <p:sp>
        <p:nvSpPr>
          <p:cNvPr id="1395" name="a_full_bar_ellipse_1394">
            <a:extLst>
              <a:ext uri="{FF2B5EF4-FFF2-40B4-BE49-F238E27FC236}">
                <a16:creationId xmlns:a16="http://schemas.microsoft.com/office/drawing/2014/main" id="{136BC299-C56B-4E00-8CB1-FD643F182DEE}"/>
              </a:ext>
            </a:extLst>
          </p:cNvPr>
          <p:cNvSpPr>
            <a:spLocks noGrp="1"/>
          </p:cNvSpPr>
          <p:nvPr/>
        </p:nvSpPr>
        <p:spPr>
          <a:xfrm>
            <a:off x="3283552" y="2025341"/>
            <a:ext cx="45341" cy="45341"/>
          </a:xfrm>
          <a:prstGeom prst="ellipse">
            <a:avLst/>
          </a:prstGeom>
          <a:solidFill>
            <a:srgbClr val="7D8990">
              <a:alpha val="40000"/>
            </a:srgbClr>
          </a:solidFill>
          <a:ln w="0">
            <a:noFill/>
            <a:prstDash val="solid"/>
          </a:ln>
        </p:spPr>
      </p:sp>
      <p:sp>
        <p:nvSpPr>
          <p:cNvPr id="1396" name="a_full_bar_ellipse_1395">
            <a:extLst>
              <a:ext uri="{FF2B5EF4-FFF2-40B4-BE49-F238E27FC236}">
                <a16:creationId xmlns:a16="http://schemas.microsoft.com/office/drawing/2014/main" id="{3BC23218-D73E-4C1F-9C34-59F222FA5B49}"/>
              </a:ext>
            </a:extLst>
          </p:cNvPr>
          <p:cNvSpPr>
            <a:spLocks noGrp="1"/>
          </p:cNvSpPr>
          <p:nvPr/>
        </p:nvSpPr>
        <p:spPr>
          <a:xfrm>
            <a:off x="3286023" y="4332662"/>
            <a:ext cx="45341" cy="45341"/>
          </a:xfrm>
          <a:prstGeom prst="ellipse">
            <a:avLst/>
          </a:prstGeom>
          <a:solidFill>
            <a:srgbClr val="7D8990">
              <a:alpha val="40000"/>
            </a:srgbClr>
          </a:solidFill>
          <a:ln w="0">
            <a:noFill/>
            <a:prstDash val="solid"/>
          </a:ln>
        </p:spPr>
      </p:sp>
      <p:sp>
        <p:nvSpPr>
          <p:cNvPr id="1397" name="a_full_bar_ellipse_1396">
            <a:extLst>
              <a:ext uri="{FF2B5EF4-FFF2-40B4-BE49-F238E27FC236}">
                <a16:creationId xmlns:a16="http://schemas.microsoft.com/office/drawing/2014/main" id="{75131FB1-CF98-4130-A85C-1100067BD3CD}"/>
              </a:ext>
            </a:extLst>
          </p:cNvPr>
          <p:cNvSpPr>
            <a:spLocks noGrp="1"/>
          </p:cNvSpPr>
          <p:nvPr/>
        </p:nvSpPr>
        <p:spPr>
          <a:xfrm>
            <a:off x="3287239" y="2430681"/>
            <a:ext cx="45341" cy="45341"/>
          </a:xfrm>
          <a:prstGeom prst="ellipse">
            <a:avLst/>
          </a:prstGeom>
          <a:solidFill>
            <a:srgbClr val="7D8990">
              <a:alpha val="40000"/>
            </a:srgbClr>
          </a:solidFill>
          <a:ln w="0">
            <a:noFill/>
            <a:prstDash val="solid"/>
          </a:ln>
        </p:spPr>
      </p:sp>
      <p:sp>
        <p:nvSpPr>
          <p:cNvPr id="1398" name="a_full_bar_ellipse_1397">
            <a:extLst>
              <a:ext uri="{FF2B5EF4-FFF2-40B4-BE49-F238E27FC236}">
                <a16:creationId xmlns:a16="http://schemas.microsoft.com/office/drawing/2014/main" id="{B89D83C7-FFB0-45D6-AA8A-2F11D7DA9818}"/>
              </a:ext>
            </a:extLst>
          </p:cNvPr>
          <p:cNvSpPr>
            <a:spLocks noGrp="1"/>
          </p:cNvSpPr>
          <p:nvPr/>
        </p:nvSpPr>
        <p:spPr>
          <a:xfrm>
            <a:off x="3370186" y="2025341"/>
            <a:ext cx="45341" cy="45341"/>
          </a:xfrm>
          <a:prstGeom prst="ellipse">
            <a:avLst/>
          </a:prstGeom>
          <a:solidFill>
            <a:srgbClr val="7D8990">
              <a:alpha val="40000"/>
            </a:srgbClr>
          </a:solidFill>
          <a:ln w="0">
            <a:noFill/>
            <a:prstDash val="solid"/>
          </a:ln>
        </p:spPr>
      </p:sp>
      <p:sp>
        <p:nvSpPr>
          <p:cNvPr id="1399" name="a_full_bar_ellipse_1398">
            <a:extLst>
              <a:ext uri="{FF2B5EF4-FFF2-40B4-BE49-F238E27FC236}">
                <a16:creationId xmlns:a16="http://schemas.microsoft.com/office/drawing/2014/main" id="{CEF9685A-475D-4C62-A69F-9B8284DECD8E}"/>
              </a:ext>
            </a:extLst>
          </p:cNvPr>
          <p:cNvSpPr>
            <a:spLocks noGrp="1"/>
          </p:cNvSpPr>
          <p:nvPr/>
        </p:nvSpPr>
        <p:spPr>
          <a:xfrm>
            <a:off x="3284427" y="3849372"/>
            <a:ext cx="45341" cy="45341"/>
          </a:xfrm>
          <a:prstGeom prst="ellipse">
            <a:avLst/>
          </a:prstGeom>
          <a:solidFill>
            <a:srgbClr val="7D8990">
              <a:alpha val="40000"/>
            </a:srgbClr>
          </a:solidFill>
          <a:ln w="0">
            <a:noFill/>
            <a:prstDash val="solid"/>
          </a:ln>
        </p:spPr>
      </p:sp>
      <p:sp>
        <p:nvSpPr>
          <p:cNvPr id="1400" name="a_full_bar_ellipse_1399">
            <a:extLst>
              <a:ext uri="{FF2B5EF4-FFF2-40B4-BE49-F238E27FC236}">
                <a16:creationId xmlns:a16="http://schemas.microsoft.com/office/drawing/2014/main" id="{46E8D9BA-2FB1-4CC8-9EAD-F459438B892C}"/>
              </a:ext>
            </a:extLst>
          </p:cNvPr>
          <p:cNvSpPr>
            <a:spLocks noGrp="1"/>
          </p:cNvSpPr>
          <p:nvPr/>
        </p:nvSpPr>
        <p:spPr>
          <a:xfrm>
            <a:off x="3479772" y="3306742"/>
            <a:ext cx="45341" cy="45341"/>
          </a:xfrm>
          <a:prstGeom prst="ellipse">
            <a:avLst/>
          </a:prstGeom>
          <a:solidFill>
            <a:srgbClr val="7D8990">
              <a:alpha val="40000"/>
            </a:srgbClr>
          </a:solidFill>
          <a:ln w="0">
            <a:noFill/>
            <a:prstDash val="solid"/>
          </a:ln>
        </p:spPr>
      </p:sp>
      <p:sp>
        <p:nvSpPr>
          <p:cNvPr id="1401" name="a_full_bar_ellipse_1400">
            <a:extLst>
              <a:ext uri="{FF2B5EF4-FFF2-40B4-BE49-F238E27FC236}">
                <a16:creationId xmlns:a16="http://schemas.microsoft.com/office/drawing/2014/main" id="{AA956FB0-08F9-4328-9FC2-DD541BB5FA1E}"/>
              </a:ext>
            </a:extLst>
          </p:cNvPr>
          <p:cNvSpPr>
            <a:spLocks noGrp="1"/>
          </p:cNvSpPr>
          <p:nvPr/>
        </p:nvSpPr>
        <p:spPr>
          <a:xfrm>
            <a:off x="3448868" y="2025341"/>
            <a:ext cx="45341" cy="45341"/>
          </a:xfrm>
          <a:prstGeom prst="ellipse">
            <a:avLst/>
          </a:prstGeom>
          <a:solidFill>
            <a:srgbClr val="7D8990">
              <a:alpha val="40000"/>
            </a:srgbClr>
          </a:solidFill>
          <a:ln w="0">
            <a:noFill/>
            <a:prstDash val="solid"/>
          </a:ln>
        </p:spPr>
      </p:sp>
      <p:sp>
        <p:nvSpPr>
          <p:cNvPr id="1402" name="a_full_bar_ellipse_1401">
            <a:extLst>
              <a:ext uri="{FF2B5EF4-FFF2-40B4-BE49-F238E27FC236}">
                <a16:creationId xmlns:a16="http://schemas.microsoft.com/office/drawing/2014/main" id="{1C7C915A-5571-4E7E-8789-B0B11A02C20E}"/>
              </a:ext>
            </a:extLst>
          </p:cNvPr>
          <p:cNvSpPr>
            <a:spLocks noGrp="1"/>
          </p:cNvSpPr>
          <p:nvPr/>
        </p:nvSpPr>
        <p:spPr>
          <a:xfrm>
            <a:off x="3317411" y="4457382"/>
            <a:ext cx="45341" cy="45341"/>
          </a:xfrm>
          <a:prstGeom prst="ellipse">
            <a:avLst/>
          </a:prstGeom>
          <a:solidFill>
            <a:srgbClr val="7D8990">
              <a:alpha val="40000"/>
            </a:srgbClr>
          </a:solidFill>
          <a:ln w="0">
            <a:noFill/>
            <a:prstDash val="solid"/>
          </a:ln>
        </p:spPr>
      </p:sp>
      <p:sp>
        <p:nvSpPr>
          <p:cNvPr id="1403" name="a_full_bar_ellipse_1402">
            <a:extLst>
              <a:ext uri="{FF2B5EF4-FFF2-40B4-BE49-F238E27FC236}">
                <a16:creationId xmlns:a16="http://schemas.microsoft.com/office/drawing/2014/main" id="{F3A1C8C1-4FEE-4D88-B665-95FEFABC4F9F}"/>
              </a:ext>
            </a:extLst>
          </p:cNvPr>
          <p:cNvSpPr>
            <a:spLocks noGrp="1"/>
          </p:cNvSpPr>
          <p:nvPr/>
        </p:nvSpPr>
        <p:spPr>
          <a:xfrm>
            <a:off x="3432100" y="3241362"/>
            <a:ext cx="45341" cy="45341"/>
          </a:xfrm>
          <a:prstGeom prst="ellipse">
            <a:avLst/>
          </a:prstGeom>
          <a:solidFill>
            <a:srgbClr val="7D8990">
              <a:alpha val="40000"/>
            </a:srgbClr>
          </a:solidFill>
          <a:ln w="0">
            <a:noFill/>
            <a:prstDash val="solid"/>
          </a:ln>
        </p:spPr>
      </p:sp>
      <p:sp>
        <p:nvSpPr>
          <p:cNvPr id="1404" name="a_full_bar_ellipse_1403">
            <a:extLst>
              <a:ext uri="{FF2B5EF4-FFF2-40B4-BE49-F238E27FC236}">
                <a16:creationId xmlns:a16="http://schemas.microsoft.com/office/drawing/2014/main" id="{94D05887-2222-436F-9025-1AB1779C0143}"/>
              </a:ext>
            </a:extLst>
          </p:cNvPr>
          <p:cNvSpPr>
            <a:spLocks noGrp="1"/>
          </p:cNvSpPr>
          <p:nvPr/>
        </p:nvSpPr>
        <p:spPr>
          <a:xfrm>
            <a:off x="3357371" y="4457382"/>
            <a:ext cx="45341" cy="45341"/>
          </a:xfrm>
          <a:prstGeom prst="ellipse">
            <a:avLst/>
          </a:prstGeom>
          <a:solidFill>
            <a:srgbClr val="7D8990">
              <a:alpha val="40000"/>
            </a:srgbClr>
          </a:solidFill>
          <a:ln w="0">
            <a:noFill/>
            <a:prstDash val="solid"/>
          </a:ln>
        </p:spPr>
      </p:sp>
      <p:sp>
        <p:nvSpPr>
          <p:cNvPr id="1405" name="a_full_bar_ellipse_1404">
            <a:extLst>
              <a:ext uri="{FF2B5EF4-FFF2-40B4-BE49-F238E27FC236}">
                <a16:creationId xmlns:a16="http://schemas.microsoft.com/office/drawing/2014/main" id="{A775EF58-CB93-4568-879C-E19AC9AD9C6B}"/>
              </a:ext>
            </a:extLst>
          </p:cNvPr>
          <p:cNvSpPr>
            <a:spLocks noGrp="1"/>
          </p:cNvSpPr>
          <p:nvPr/>
        </p:nvSpPr>
        <p:spPr>
          <a:xfrm>
            <a:off x="3354951" y="3523220"/>
            <a:ext cx="45341" cy="45341"/>
          </a:xfrm>
          <a:prstGeom prst="ellipse">
            <a:avLst/>
          </a:prstGeom>
          <a:solidFill>
            <a:srgbClr val="7D8990">
              <a:alpha val="40000"/>
            </a:srgbClr>
          </a:solidFill>
          <a:ln w="0">
            <a:noFill/>
            <a:prstDash val="solid"/>
          </a:ln>
        </p:spPr>
      </p:sp>
      <p:sp>
        <p:nvSpPr>
          <p:cNvPr id="1406" name="a_full_bar_ellipse_1405">
            <a:extLst>
              <a:ext uri="{FF2B5EF4-FFF2-40B4-BE49-F238E27FC236}">
                <a16:creationId xmlns:a16="http://schemas.microsoft.com/office/drawing/2014/main" id="{DD41FFE2-C019-47E2-BBA6-339BEBA9D275}"/>
              </a:ext>
            </a:extLst>
          </p:cNvPr>
          <p:cNvSpPr>
            <a:spLocks noGrp="1"/>
          </p:cNvSpPr>
          <p:nvPr/>
        </p:nvSpPr>
        <p:spPr>
          <a:xfrm>
            <a:off x="3290439" y="2025341"/>
            <a:ext cx="45341" cy="45341"/>
          </a:xfrm>
          <a:prstGeom prst="ellipse">
            <a:avLst/>
          </a:prstGeom>
          <a:solidFill>
            <a:srgbClr val="7D8990">
              <a:alpha val="40000"/>
            </a:srgbClr>
          </a:solidFill>
          <a:ln w="0">
            <a:noFill/>
            <a:prstDash val="solid"/>
          </a:ln>
        </p:spPr>
      </p:sp>
      <p:sp>
        <p:nvSpPr>
          <p:cNvPr id="1407" name="a_full_bar_ellipse_1406">
            <a:extLst>
              <a:ext uri="{FF2B5EF4-FFF2-40B4-BE49-F238E27FC236}">
                <a16:creationId xmlns:a16="http://schemas.microsoft.com/office/drawing/2014/main" id="{2BFB5CD9-C0F6-44F6-9AF8-F4099EB56280}"/>
              </a:ext>
            </a:extLst>
          </p:cNvPr>
          <p:cNvSpPr>
            <a:spLocks noGrp="1"/>
          </p:cNvSpPr>
          <p:nvPr/>
        </p:nvSpPr>
        <p:spPr>
          <a:xfrm>
            <a:off x="3351317" y="3654483"/>
            <a:ext cx="45341" cy="45341"/>
          </a:xfrm>
          <a:prstGeom prst="ellipse">
            <a:avLst/>
          </a:prstGeom>
          <a:solidFill>
            <a:srgbClr val="7D8990">
              <a:alpha val="40000"/>
            </a:srgbClr>
          </a:solidFill>
          <a:ln w="0">
            <a:noFill/>
            <a:prstDash val="solid"/>
          </a:ln>
        </p:spPr>
      </p:sp>
      <p:sp>
        <p:nvSpPr>
          <p:cNvPr id="1408" name="a_full_bar_ellipse_1407">
            <a:extLst>
              <a:ext uri="{FF2B5EF4-FFF2-40B4-BE49-F238E27FC236}">
                <a16:creationId xmlns:a16="http://schemas.microsoft.com/office/drawing/2014/main" id="{06239CC0-85D2-4D72-B490-CFDBB345729E}"/>
              </a:ext>
            </a:extLst>
          </p:cNvPr>
          <p:cNvSpPr>
            <a:spLocks noGrp="1"/>
          </p:cNvSpPr>
          <p:nvPr/>
        </p:nvSpPr>
        <p:spPr>
          <a:xfrm>
            <a:off x="3290016" y="4457382"/>
            <a:ext cx="45341" cy="45341"/>
          </a:xfrm>
          <a:prstGeom prst="ellipse">
            <a:avLst/>
          </a:prstGeom>
          <a:solidFill>
            <a:srgbClr val="7D8990">
              <a:alpha val="40000"/>
            </a:srgbClr>
          </a:solidFill>
          <a:ln w="0">
            <a:noFill/>
            <a:prstDash val="solid"/>
          </a:ln>
        </p:spPr>
      </p:sp>
      <p:sp>
        <p:nvSpPr>
          <p:cNvPr id="1409" name="a_full_bar_ellipse_1408">
            <a:extLst>
              <a:ext uri="{FF2B5EF4-FFF2-40B4-BE49-F238E27FC236}">
                <a16:creationId xmlns:a16="http://schemas.microsoft.com/office/drawing/2014/main" id="{5B7A114B-BCB7-4004-ABB1-8128D220016F}"/>
              </a:ext>
            </a:extLst>
          </p:cNvPr>
          <p:cNvSpPr>
            <a:spLocks noGrp="1"/>
          </p:cNvSpPr>
          <p:nvPr/>
        </p:nvSpPr>
        <p:spPr>
          <a:xfrm>
            <a:off x="3457028" y="2025341"/>
            <a:ext cx="45341" cy="45341"/>
          </a:xfrm>
          <a:prstGeom prst="ellipse">
            <a:avLst/>
          </a:prstGeom>
          <a:solidFill>
            <a:srgbClr val="7D8990">
              <a:alpha val="40000"/>
            </a:srgbClr>
          </a:solidFill>
          <a:ln w="0">
            <a:noFill/>
            <a:prstDash val="solid"/>
          </a:ln>
        </p:spPr>
      </p:sp>
      <p:sp>
        <p:nvSpPr>
          <p:cNvPr id="1410" name="a_full_bar_ellipse_1409">
            <a:extLst>
              <a:ext uri="{FF2B5EF4-FFF2-40B4-BE49-F238E27FC236}">
                <a16:creationId xmlns:a16="http://schemas.microsoft.com/office/drawing/2014/main" id="{3B37DDFA-8C5A-426C-B942-3A5C16E26205}"/>
              </a:ext>
            </a:extLst>
          </p:cNvPr>
          <p:cNvSpPr>
            <a:spLocks noGrp="1"/>
          </p:cNvSpPr>
          <p:nvPr/>
        </p:nvSpPr>
        <p:spPr>
          <a:xfrm>
            <a:off x="3386046" y="3018424"/>
            <a:ext cx="45341" cy="45341"/>
          </a:xfrm>
          <a:prstGeom prst="ellipse">
            <a:avLst/>
          </a:prstGeom>
          <a:solidFill>
            <a:srgbClr val="7D8990">
              <a:alpha val="40000"/>
            </a:srgbClr>
          </a:solidFill>
          <a:ln w="0">
            <a:noFill/>
            <a:prstDash val="solid"/>
          </a:ln>
        </p:spPr>
      </p:sp>
      <p:sp>
        <p:nvSpPr>
          <p:cNvPr id="1411" name="a_full_bar_ellipse_1410">
            <a:extLst>
              <a:ext uri="{FF2B5EF4-FFF2-40B4-BE49-F238E27FC236}">
                <a16:creationId xmlns:a16="http://schemas.microsoft.com/office/drawing/2014/main" id="{EC52B19F-9724-47C4-94D4-D67FF696362B}"/>
              </a:ext>
            </a:extLst>
          </p:cNvPr>
          <p:cNvSpPr>
            <a:spLocks noGrp="1"/>
          </p:cNvSpPr>
          <p:nvPr/>
        </p:nvSpPr>
        <p:spPr>
          <a:xfrm>
            <a:off x="3292182" y="4457382"/>
            <a:ext cx="45341" cy="45341"/>
          </a:xfrm>
          <a:prstGeom prst="ellipse">
            <a:avLst/>
          </a:prstGeom>
          <a:solidFill>
            <a:srgbClr val="7D8990">
              <a:alpha val="40000"/>
            </a:srgbClr>
          </a:solidFill>
          <a:ln w="0">
            <a:noFill/>
            <a:prstDash val="solid"/>
          </a:ln>
        </p:spPr>
      </p:sp>
      <p:sp>
        <p:nvSpPr>
          <p:cNvPr id="1412" name="a_full_bar_ellipse_1411">
            <a:extLst>
              <a:ext uri="{FF2B5EF4-FFF2-40B4-BE49-F238E27FC236}">
                <a16:creationId xmlns:a16="http://schemas.microsoft.com/office/drawing/2014/main" id="{AA842755-A54C-4526-B343-642C0145D358}"/>
              </a:ext>
            </a:extLst>
          </p:cNvPr>
          <p:cNvSpPr>
            <a:spLocks noGrp="1"/>
          </p:cNvSpPr>
          <p:nvPr/>
        </p:nvSpPr>
        <p:spPr>
          <a:xfrm>
            <a:off x="3375610" y="2025341"/>
            <a:ext cx="45341" cy="45341"/>
          </a:xfrm>
          <a:prstGeom prst="ellipse">
            <a:avLst/>
          </a:prstGeom>
          <a:solidFill>
            <a:srgbClr val="7D8990">
              <a:alpha val="40000"/>
            </a:srgbClr>
          </a:solidFill>
          <a:ln w="0">
            <a:noFill/>
            <a:prstDash val="solid"/>
          </a:ln>
        </p:spPr>
      </p:sp>
      <p:sp>
        <p:nvSpPr>
          <p:cNvPr id="1413" name="a_full_bar_ellipse_1412">
            <a:extLst>
              <a:ext uri="{FF2B5EF4-FFF2-40B4-BE49-F238E27FC236}">
                <a16:creationId xmlns:a16="http://schemas.microsoft.com/office/drawing/2014/main" id="{FC59E0B3-6503-4DAC-9538-F0E4FEB991D1}"/>
              </a:ext>
            </a:extLst>
          </p:cNvPr>
          <p:cNvSpPr>
            <a:spLocks noGrp="1"/>
          </p:cNvSpPr>
          <p:nvPr/>
        </p:nvSpPr>
        <p:spPr>
          <a:xfrm>
            <a:off x="3330336" y="3241362"/>
            <a:ext cx="45341" cy="45341"/>
          </a:xfrm>
          <a:prstGeom prst="ellipse">
            <a:avLst/>
          </a:prstGeom>
          <a:solidFill>
            <a:srgbClr val="7D8990">
              <a:alpha val="40000"/>
            </a:srgbClr>
          </a:solidFill>
          <a:ln w="0">
            <a:noFill/>
            <a:prstDash val="solid"/>
          </a:ln>
        </p:spPr>
      </p:sp>
      <p:sp>
        <p:nvSpPr>
          <p:cNvPr id="1414" name="a_full_bar_ellipse_1413">
            <a:extLst>
              <a:ext uri="{FF2B5EF4-FFF2-40B4-BE49-F238E27FC236}">
                <a16:creationId xmlns:a16="http://schemas.microsoft.com/office/drawing/2014/main" id="{DDC52722-2902-4F99-BC9B-FC10AE4C0015}"/>
              </a:ext>
            </a:extLst>
          </p:cNvPr>
          <p:cNvSpPr>
            <a:spLocks noGrp="1"/>
          </p:cNvSpPr>
          <p:nvPr/>
        </p:nvSpPr>
        <p:spPr>
          <a:xfrm>
            <a:off x="3382076" y="3982762"/>
            <a:ext cx="45341" cy="45341"/>
          </a:xfrm>
          <a:prstGeom prst="ellipse">
            <a:avLst/>
          </a:prstGeom>
          <a:solidFill>
            <a:srgbClr val="7D8990">
              <a:alpha val="40000"/>
            </a:srgbClr>
          </a:solidFill>
          <a:ln w="0">
            <a:noFill/>
            <a:prstDash val="solid"/>
          </a:ln>
        </p:spPr>
      </p:sp>
      <p:sp>
        <p:nvSpPr>
          <p:cNvPr id="1415" name="a_full_bar_ellipse_1414">
            <a:extLst>
              <a:ext uri="{FF2B5EF4-FFF2-40B4-BE49-F238E27FC236}">
                <a16:creationId xmlns:a16="http://schemas.microsoft.com/office/drawing/2014/main" id="{911E8F15-F4FA-40F2-A577-6D95D95E2CBF}"/>
              </a:ext>
            </a:extLst>
          </p:cNvPr>
          <p:cNvSpPr>
            <a:spLocks noGrp="1"/>
          </p:cNvSpPr>
          <p:nvPr/>
        </p:nvSpPr>
        <p:spPr>
          <a:xfrm>
            <a:off x="3316996" y="3241362"/>
            <a:ext cx="45341" cy="45341"/>
          </a:xfrm>
          <a:prstGeom prst="ellipse">
            <a:avLst/>
          </a:prstGeom>
          <a:solidFill>
            <a:srgbClr val="7D8990">
              <a:alpha val="40000"/>
            </a:srgbClr>
          </a:solidFill>
          <a:ln w="0">
            <a:noFill/>
            <a:prstDash val="solid"/>
          </a:ln>
        </p:spPr>
      </p:sp>
      <p:sp>
        <p:nvSpPr>
          <p:cNvPr id="1416" name="a_full_bar_ellipse_1415">
            <a:extLst>
              <a:ext uri="{FF2B5EF4-FFF2-40B4-BE49-F238E27FC236}">
                <a16:creationId xmlns:a16="http://schemas.microsoft.com/office/drawing/2014/main" id="{033F6061-A9E2-4D6B-9C97-2E8F4C9A33A3}"/>
              </a:ext>
            </a:extLst>
          </p:cNvPr>
          <p:cNvSpPr>
            <a:spLocks noGrp="1"/>
          </p:cNvSpPr>
          <p:nvPr/>
        </p:nvSpPr>
        <p:spPr>
          <a:xfrm>
            <a:off x="3354682" y="2025341"/>
            <a:ext cx="45341" cy="45341"/>
          </a:xfrm>
          <a:prstGeom prst="ellipse">
            <a:avLst/>
          </a:prstGeom>
          <a:solidFill>
            <a:srgbClr val="7D8990">
              <a:alpha val="40000"/>
            </a:srgbClr>
          </a:solidFill>
          <a:ln w="0">
            <a:noFill/>
            <a:prstDash val="solid"/>
          </a:ln>
        </p:spPr>
      </p:sp>
      <p:sp>
        <p:nvSpPr>
          <p:cNvPr id="1417" name="a_full_bar_ellipse_1416">
            <a:extLst>
              <a:ext uri="{FF2B5EF4-FFF2-40B4-BE49-F238E27FC236}">
                <a16:creationId xmlns:a16="http://schemas.microsoft.com/office/drawing/2014/main" id="{5C3186E7-2A3C-4974-BA25-B253AF3968A3}"/>
              </a:ext>
            </a:extLst>
          </p:cNvPr>
          <p:cNvSpPr>
            <a:spLocks noGrp="1"/>
          </p:cNvSpPr>
          <p:nvPr/>
        </p:nvSpPr>
        <p:spPr>
          <a:xfrm>
            <a:off x="3366816" y="3241362"/>
            <a:ext cx="45341" cy="45341"/>
          </a:xfrm>
          <a:prstGeom prst="ellipse">
            <a:avLst/>
          </a:prstGeom>
          <a:solidFill>
            <a:srgbClr val="7D8990">
              <a:alpha val="40000"/>
            </a:srgbClr>
          </a:solidFill>
          <a:ln w="0">
            <a:noFill/>
            <a:prstDash val="solid"/>
          </a:ln>
        </p:spPr>
      </p:sp>
      <p:sp>
        <p:nvSpPr>
          <p:cNvPr id="1418" name="a_full_bar_ellipse_1417">
            <a:extLst>
              <a:ext uri="{FF2B5EF4-FFF2-40B4-BE49-F238E27FC236}">
                <a16:creationId xmlns:a16="http://schemas.microsoft.com/office/drawing/2014/main" id="{3CB3AC79-0BA0-4242-A61B-B5BBD82C0156}"/>
              </a:ext>
            </a:extLst>
          </p:cNvPr>
          <p:cNvSpPr>
            <a:spLocks noGrp="1"/>
          </p:cNvSpPr>
          <p:nvPr/>
        </p:nvSpPr>
        <p:spPr>
          <a:xfrm>
            <a:off x="3370786" y="3789295"/>
            <a:ext cx="45341" cy="45341"/>
          </a:xfrm>
          <a:prstGeom prst="ellipse">
            <a:avLst/>
          </a:prstGeom>
          <a:solidFill>
            <a:srgbClr val="7D8990">
              <a:alpha val="40000"/>
            </a:srgbClr>
          </a:solidFill>
          <a:ln w="0">
            <a:noFill/>
            <a:prstDash val="solid"/>
          </a:ln>
        </p:spPr>
      </p:sp>
      <p:sp>
        <p:nvSpPr>
          <p:cNvPr id="1419" name="a_full_bar_ellipse_1418">
            <a:extLst>
              <a:ext uri="{FF2B5EF4-FFF2-40B4-BE49-F238E27FC236}">
                <a16:creationId xmlns:a16="http://schemas.microsoft.com/office/drawing/2014/main" id="{531B6BD0-7E08-4900-92ED-55B2B1C85DD8}"/>
              </a:ext>
            </a:extLst>
          </p:cNvPr>
          <p:cNvSpPr>
            <a:spLocks noGrp="1"/>
          </p:cNvSpPr>
          <p:nvPr/>
        </p:nvSpPr>
        <p:spPr>
          <a:xfrm>
            <a:off x="3450144" y="2025341"/>
            <a:ext cx="45341" cy="45341"/>
          </a:xfrm>
          <a:prstGeom prst="ellipse">
            <a:avLst/>
          </a:prstGeom>
          <a:solidFill>
            <a:srgbClr val="7D8990">
              <a:alpha val="40000"/>
            </a:srgbClr>
          </a:solidFill>
          <a:ln w="0">
            <a:noFill/>
            <a:prstDash val="solid"/>
          </a:ln>
        </p:spPr>
      </p:sp>
      <p:sp>
        <p:nvSpPr>
          <p:cNvPr id="1420" name="a_full_bar_ellipse_1419">
            <a:extLst>
              <a:ext uri="{FF2B5EF4-FFF2-40B4-BE49-F238E27FC236}">
                <a16:creationId xmlns:a16="http://schemas.microsoft.com/office/drawing/2014/main" id="{6A12B7C7-4CFE-44DE-9A3F-8B95C4CCBF7E}"/>
              </a:ext>
            </a:extLst>
          </p:cNvPr>
          <p:cNvSpPr>
            <a:spLocks noGrp="1"/>
          </p:cNvSpPr>
          <p:nvPr/>
        </p:nvSpPr>
        <p:spPr>
          <a:xfrm>
            <a:off x="3482722" y="3342697"/>
            <a:ext cx="45341" cy="45341"/>
          </a:xfrm>
          <a:prstGeom prst="ellipse">
            <a:avLst/>
          </a:prstGeom>
          <a:solidFill>
            <a:srgbClr val="7D8990">
              <a:alpha val="40000"/>
            </a:srgbClr>
          </a:solidFill>
          <a:ln w="0">
            <a:noFill/>
            <a:prstDash val="solid"/>
          </a:ln>
        </p:spPr>
      </p:sp>
      <p:sp>
        <p:nvSpPr>
          <p:cNvPr id="1421" name="a_full_bar_ellipse_1420">
            <a:extLst>
              <a:ext uri="{FF2B5EF4-FFF2-40B4-BE49-F238E27FC236}">
                <a16:creationId xmlns:a16="http://schemas.microsoft.com/office/drawing/2014/main" id="{721E6492-1D66-4788-90A9-A6B3BA79B030}"/>
              </a:ext>
            </a:extLst>
          </p:cNvPr>
          <p:cNvSpPr>
            <a:spLocks noGrp="1"/>
          </p:cNvSpPr>
          <p:nvPr/>
        </p:nvSpPr>
        <p:spPr>
          <a:xfrm>
            <a:off x="3408823" y="2836021"/>
            <a:ext cx="45341" cy="45341"/>
          </a:xfrm>
          <a:prstGeom prst="ellipse">
            <a:avLst/>
          </a:prstGeom>
          <a:solidFill>
            <a:srgbClr val="7D8990">
              <a:alpha val="40000"/>
            </a:srgbClr>
          </a:solidFill>
          <a:ln w="0">
            <a:noFill/>
            <a:prstDash val="solid"/>
          </a:ln>
        </p:spPr>
      </p:sp>
      <p:sp>
        <p:nvSpPr>
          <p:cNvPr id="1422" name="a_full_bar_ellipse_1421">
            <a:extLst>
              <a:ext uri="{FF2B5EF4-FFF2-40B4-BE49-F238E27FC236}">
                <a16:creationId xmlns:a16="http://schemas.microsoft.com/office/drawing/2014/main" id="{05809904-CA36-45D2-91A7-6DB29F89A1DE}"/>
              </a:ext>
            </a:extLst>
          </p:cNvPr>
          <p:cNvSpPr>
            <a:spLocks noGrp="1"/>
          </p:cNvSpPr>
          <p:nvPr/>
        </p:nvSpPr>
        <p:spPr>
          <a:xfrm>
            <a:off x="3398263" y="4457382"/>
            <a:ext cx="45341" cy="45341"/>
          </a:xfrm>
          <a:prstGeom prst="ellipse">
            <a:avLst/>
          </a:prstGeom>
          <a:solidFill>
            <a:srgbClr val="7D8990">
              <a:alpha val="40000"/>
            </a:srgbClr>
          </a:solidFill>
          <a:ln w="0">
            <a:noFill/>
            <a:prstDash val="solid"/>
          </a:ln>
        </p:spPr>
      </p:sp>
      <p:sp>
        <p:nvSpPr>
          <p:cNvPr id="1423" name="a_full_bar_ellipse_1422">
            <a:extLst>
              <a:ext uri="{FF2B5EF4-FFF2-40B4-BE49-F238E27FC236}">
                <a16:creationId xmlns:a16="http://schemas.microsoft.com/office/drawing/2014/main" id="{21380023-2330-4F47-80B0-747DAA378EBA}"/>
              </a:ext>
            </a:extLst>
          </p:cNvPr>
          <p:cNvSpPr>
            <a:spLocks noGrp="1"/>
          </p:cNvSpPr>
          <p:nvPr/>
        </p:nvSpPr>
        <p:spPr>
          <a:xfrm>
            <a:off x="3454486" y="2025341"/>
            <a:ext cx="45341" cy="45341"/>
          </a:xfrm>
          <a:prstGeom prst="ellipse">
            <a:avLst/>
          </a:prstGeom>
          <a:solidFill>
            <a:srgbClr val="7D8990">
              <a:alpha val="40000"/>
            </a:srgbClr>
          </a:solidFill>
          <a:ln w="0">
            <a:noFill/>
            <a:prstDash val="solid"/>
          </a:ln>
        </p:spPr>
      </p:sp>
      <p:sp>
        <p:nvSpPr>
          <p:cNvPr id="1424" name="a_full_bar_ellipse_1423">
            <a:extLst>
              <a:ext uri="{FF2B5EF4-FFF2-40B4-BE49-F238E27FC236}">
                <a16:creationId xmlns:a16="http://schemas.microsoft.com/office/drawing/2014/main" id="{E270376D-CD38-44DE-AE16-CAFA7309BB84}"/>
              </a:ext>
            </a:extLst>
          </p:cNvPr>
          <p:cNvSpPr>
            <a:spLocks noGrp="1"/>
          </p:cNvSpPr>
          <p:nvPr/>
        </p:nvSpPr>
        <p:spPr>
          <a:xfrm>
            <a:off x="3439449" y="2836021"/>
            <a:ext cx="45341" cy="45341"/>
          </a:xfrm>
          <a:prstGeom prst="ellipse">
            <a:avLst/>
          </a:prstGeom>
          <a:solidFill>
            <a:srgbClr val="7D8990">
              <a:alpha val="40000"/>
            </a:srgbClr>
          </a:solidFill>
          <a:ln w="0">
            <a:noFill/>
            <a:prstDash val="solid"/>
          </a:ln>
        </p:spPr>
      </p:sp>
      <p:sp>
        <p:nvSpPr>
          <p:cNvPr id="1425" name="a_full_bar_ellipse_1424">
            <a:extLst>
              <a:ext uri="{FF2B5EF4-FFF2-40B4-BE49-F238E27FC236}">
                <a16:creationId xmlns:a16="http://schemas.microsoft.com/office/drawing/2014/main" id="{D42D6895-91E4-4AFB-9730-BE0536E9273F}"/>
              </a:ext>
            </a:extLst>
          </p:cNvPr>
          <p:cNvSpPr>
            <a:spLocks noGrp="1"/>
          </p:cNvSpPr>
          <p:nvPr/>
        </p:nvSpPr>
        <p:spPr>
          <a:xfrm>
            <a:off x="3296221" y="3646702"/>
            <a:ext cx="45341" cy="45341"/>
          </a:xfrm>
          <a:prstGeom prst="ellipse">
            <a:avLst/>
          </a:prstGeom>
          <a:solidFill>
            <a:srgbClr val="7D8990">
              <a:alpha val="40000"/>
            </a:srgbClr>
          </a:solidFill>
          <a:ln w="0">
            <a:noFill/>
            <a:prstDash val="solid"/>
          </a:ln>
        </p:spPr>
      </p:sp>
      <p:sp>
        <p:nvSpPr>
          <p:cNvPr id="1426" name="a_full_bar_ellipse_1425">
            <a:extLst>
              <a:ext uri="{FF2B5EF4-FFF2-40B4-BE49-F238E27FC236}">
                <a16:creationId xmlns:a16="http://schemas.microsoft.com/office/drawing/2014/main" id="{FC9DCF65-0050-4623-959B-9E6042BDA8DF}"/>
              </a:ext>
            </a:extLst>
          </p:cNvPr>
          <p:cNvSpPr>
            <a:spLocks noGrp="1"/>
          </p:cNvSpPr>
          <p:nvPr/>
        </p:nvSpPr>
        <p:spPr>
          <a:xfrm>
            <a:off x="3374568" y="3937810"/>
            <a:ext cx="45341" cy="45341"/>
          </a:xfrm>
          <a:prstGeom prst="ellipse">
            <a:avLst/>
          </a:prstGeom>
          <a:solidFill>
            <a:srgbClr val="7D8990">
              <a:alpha val="40000"/>
            </a:srgbClr>
          </a:solidFill>
          <a:ln w="0">
            <a:noFill/>
            <a:prstDash val="solid"/>
          </a:ln>
        </p:spPr>
      </p:sp>
      <p:sp>
        <p:nvSpPr>
          <p:cNvPr id="1427" name="a_full_bar_ellipse_1426">
            <a:extLst>
              <a:ext uri="{FF2B5EF4-FFF2-40B4-BE49-F238E27FC236}">
                <a16:creationId xmlns:a16="http://schemas.microsoft.com/office/drawing/2014/main" id="{8D274F0D-D466-4A0A-AE94-EC93EAB70A6E}"/>
              </a:ext>
            </a:extLst>
          </p:cNvPr>
          <p:cNvSpPr>
            <a:spLocks noGrp="1"/>
          </p:cNvSpPr>
          <p:nvPr/>
        </p:nvSpPr>
        <p:spPr>
          <a:xfrm>
            <a:off x="3467646" y="4457382"/>
            <a:ext cx="45341" cy="45341"/>
          </a:xfrm>
          <a:prstGeom prst="ellipse">
            <a:avLst/>
          </a:prstGeom>
          <a:solidFill>
            <a:srgbClr val="7D8990">
              <a:alpha val="40000"/>
            </a:srgbClr>
          </a:solidFill>
          <a:ln w="0">
            <a:noFill/>
            <a:prstDash val="solid"/>
          </a:ln>
        </p:spPr>
      </p:sp>
      <p:sp>
        <p:nvSpPr>
          <p:cNvPr id="1428" name="a_full_bar_ellipse_1427">
            <a:extLst>
              <a:ext uri="{FF2B5EF4-FFF2-40B4-BE49-F238E27FC236}">
                <a16:creationId xmlns:a16="http://schemas.microsoft.com/office/drawing/2014/main" id="{891A529A-57CA-47AF-A9EB-486F0F96D351}"/>
              </a:ext>
            </a:extLst>
          </p:cNvPr>
          <p:cNvSpPr>
            <a:spLocks noGrp="1"/>
          </p:cNvSpPr>
          <p:nvPr/>
        </p:nvSpPr>
        <p:spPr>
          <a:xfrm>
            <a:off x="3451490" y="4335780"/>
            <a:ext cx="45341" cy="45341"/>
          </a:xfrm>
          <a:prstGeom prst="ellipse">
            <a:avLst/>
          </a:prstGeom>
          <a:solidFill>
            <a:srgbClr val="7D8990">
              <a:alpha val="40000"/>
            </a:srgbClr>
          </a:solidFill>
          <a:ln w="0">
            <a:noFill/>
            <a:prstDash val="solid"/>
          </a:ln>
        </p:spPr>
      </p:sp>
      <p:sp>
        <p:nvSpPr>
          <p:cNvPr id="1429" name="a_full_bar_ellipse_1428">
            <a:extLst>
              <a:ext uri="{FF2B5EF4-FFF2-40B4-BE49-F238E27FC236}">
                <a16:creationId xmlns:a16="http://schemas.microsoft.com/office/drawing/2014/main" id="{0A1B64BD-8916-4F57-BB8D-677A207019D8}"/>
              </a:ext>
            </a:extLst>
          </p:cNvPr>
          <p:cNvSpPr>
            <a:spLocks noGrp="1"/>
          </p:cNvSpPr>
          <p:nvPr/>
        </p:nvSpPr>
        <p:spPr>
          <a:xfrm>
            <a:off x="3316111" y="3565634"/>
            <a:ext cx="45341" cy="45341"/>
          </a:xfrm>
          <a:prstGeom prst="ellipse">
            <a:avLst/>
          </a:prstGeom>
          <a:solidFill>
            <a:srgbClr val="7D8990">
              <a:alpha val="40000"/>
            </a:srgbClr>
          </a:solidFill>
          <a:ln w="0">
            <a:noFill/>
            <a:prstDash val="solid"/>
          </a:ln>
        </p:spPr>
      </p:sp>
      <p:sp>
        <p:nvSpPr>
          <p:cNvPr id="1430" name="a_full_bar_ellipse_1429">
            <a:extLst>
              <a:ext uri="{FF2B5EF4-FFF2-40B4-BE49-F238E27FC236}">
                <a16:creationId xmlns:a16="http://schemas.microsoft.com/office/drawing/2014/main" id="{946160D7-7336-4959-AF27-D67E1405F93A}"/>
              </a:ext>
            </a:extLst>
          </p:cNvPr>
          <p:cNvSpPr>
            <a:spLocks noGrp="1"/>
          </p:cNvSpPr>
          <p:nvPr/>
        </p:nvSpPr>
        <p:spPr>
          <a:xfrm>
            <a:off x="3310117" y="2654387"/>
            <a:ext cx="45341" cy="45341"/>
          </a:xfrm>
          <a:prstGeom prst="ellipse">
            <a:avLst/>
          </a:prstGeom>
          <a:solidFill>
            <a:srgbClr val="7D8990">
              <a:alpha val="40000"/>
            </a:srgbClr>
          </a:solidFill>
          <a:ln w="0">
            <a:noFill/>
            <a:prstDash val="solid"/>
          </a:ln>
        </p:spPr>
      </p:sp>
      <p:sp>
        <p:nvSpPr>
          <p:cNvPr id="1431" name="a_full_bar_ellipse_1430">
            <a:extLst>
              <a:ext uri="{FF2B5EF4-FFF2-40B4-BE49-F238E27FC236}">
                <a16:creationId xmlns:a16="http://schemas.microsoft.com/office/drawing/2014/main" id="{615C61F6-4E1F-486B-B150-83F2B3272448}"/>
              </a:ext>
            </a:extLst>
          </p:cNvPr>
          <p:cNvSpPr>
            <a:spLocks noGrp="1"/>
          </p:cNvSpPr>
          <p:nvPr/>
        </p:nvSpPr>
        <p:spPr>
          <a:xfrm>
            <a:off x="3384420" y="4457382"/>
            <a:ext cx="45341" cy="45341"/>
          </a:xfrm>
          <a:prstGeom prst="ellipse">
            <a:avLst/>
          </a:prstGeom>
          <a:solidFill>
            <a:srgbClr val="7D8990">
              <a:alpha val="40000"/>
            </a:srgbClr>
          </a:solidFill>
          <a:ln w="0">
            <a:noFill/>
            <a:prstDash val="solid"/>
          </a:ln>
        </p:spPr>
      </p:sp>
      <p:sp>
        <p:nvSpPr>
          <p:cNvPr id="1432" name="a_full_bar_ellipse_1431">
            <a:extLst>
              <a:ext uri="{FF2B5EF4-FFF2-40B4-BE49-F238E27FC236}">
                <a16:creationId xmlns:a16="http://schemas.microsoft.com/office/drawing/2014/main" id="{34943C70-5B45-4C8A-9A65-E7D331BE27F5}"/>
              </a:ext>
            </a:extLst>
          </p:cNvPr>
          <p:cNvSpPr>
            <a:spLocks noGrp="1"/>
          </p:cNvSpPr>
          <p:nvPr/>
        </p:nvSpPr>
        <p:spPr>
          <a:xfrm>
            <a:off x="3423427" y="2076245"/>
            <a:ext cx="45341" cy="45341"/>
          </a:xfrm>
          <a:prstGeom prst="ellipse">
            <a:avLst/>
          </a:prstGeom>
          <a:solidFill>
            <a:srgbClr val="7D8990">
              <a:alpha val="40000"/>
            </a:srgbClr>
          </a:solidFill>
          <a:ln w="0">
            <a:noFill/>
            <a:prstDash val="solid"/>
          </a:ln>
        </p:spPr>
      </p:sp>
      <p:sp>
        <p:nvSpPr>
          <p:cNvPr id="1433" name="a_full_bar_ellipse_1432">
            <a:extLst>
              <a:ext uri="{FF2B5EF4-FFF2-40B4-BE49-F238E27FC236}">
                <a16:creationId xmlns:a16="http://schemas.microsoft.com/office/drawing/2014/main" id="{ED4F7A58-BB9E-468C-884A-80EAD3AC5123}"/>
              </a:ext>
            </a:extLst>
          </p:cNvPr>
          <p:cNvSpPr>
            <a:spLocks noGrp="1"/>
          </p:cNvSpPr>
          <p:nvPr/>
        </p:nvSpPr>
        <p:spPr>
          <a:xfrm>
            <a:off x="3309735" y="2129636"/>
            <a:ext cx="45341" cy="45341"/>
          </a:xfrm>
          <a:prstGeom prst="ellipse">
            <a:avLst/>
          </a:prstGeom>
          <a:solidFill>
            <a:srgbClr val="7D8990">
              <a:alpha val="40000"/>
            </a:srgbClr>
          </a:solidFill>
          <a:ln w="0">
            <a:noFill/>
            <a:prstDash val="solid"/>
          </a:ln>
        </p:spPr>
      </p:sp>
      <p:sp>
        <p:nvSpPr>
          <p:cNvPr id="1434" name="a_full_bar_ellipse_1433">
            <a:extLst>
              <a:ext uri="{FF2B5EF4-FFF2-40B4-BE49-F238E27FC236}">
                <a16:creationId xmlns:a16="http://schemas.microsoft.com/office/drawing/2014/main" id="{4806E043-D9AE-4240-AE9C-DF12634E2A3E}"/>
              </a:ext>
            </a:extLst>
          </p:cNvPr>
          <p:cNvSpPr>
            <a:spLocks noGrp="1"/>
          </p:cNvSpPr>
          <p:nvPr/>
        </p:nvSpPr>
        <p:spPr>
          <a:xfrm>
            <a:off x="3342812" y="2836021"/>
            <a:ext cx="45341" cy="45341"/>
          </a:xfrm>
          <a:prstGeom prst="ellipse">
            <a:avLst/>
          </a:prstGeom>
          <a:solidFill>
            <a:srgbClr val="7D8990">
              <a:alpha val="40000"/>
            </a:srgbClr>
          </a:solidFill>
          <a:ln w="0">
            <a:noFill/>
            <a:prstDash val="solid"/>
          </a:ln>
        </p:spPr>
      </p:sp>
      <p:sp>
        <p:nvSpPr>
          <p:cNvPr id="1435" name="a_full_bar_ellipse_1434">
            <a:extLst>
              <a:ext uri="{FF2B5EF4-FFF2-40B4-BE49-F238E27FC236}">
                <a16:creationId xmlns:a16="http://schemas.microsoft.com/office/drawing/2014/main" id="{41FFE54F-38F9-4CA9-B6D6-49D96B595843}"/>
              </a:ext>
            </a:extLst>
          </p:cNvPr>
          <p:cNvSpPr>
            <a:spLocks noGrp="1"/>
          </p:cNvSpPr>
          <p:nvPr/>
        </p:nvSpPr>
        <p:spPr>
          <a:xfrm>
            <a:off x="3425903" y="2025341"/>
            <a:ext cx="45341" cy="45341"/>
          </a:xfrm>
          <a:prstGeom prst="ellipse">
            <a:avLst/>
          </a:prstGeom>
          <a:solidFill>
            <a:srgbClr val="7D8990">
              <a:alpha val="40000"/>
            </a:srgbClr>
          </a:solidFill>
          <a:ln w="0">
            <a:noFill/>
            <a:prstDash val="solid"/>
          </a:ln>
        </p:spPr>
      </p:sp>
      <p:sp>
        <p:nvSpPr>
          <p:cNvPr id="1436" name="a_full_bar_ellipse_1435">
            <a:extLst>
              <a:ext uri="{FF2B5EF4-FFF2-40B4-BE49-F238E27FC236}">
                <a16:creationId xmlns:a16="http://schemas.microsoft.com/office/drawing/2014/main" id="{6156EAAE-C02A-4067-BE20-A6C513C6D44C}"/>
              </a:ext>
            </a:extLst>
          </p:cNvPr>
          <p:cNvSpPr>
            <a:spLocks noGrp="1"/>
          </p:cNvSpPr>
          <p:nvPr/>
        </p:nvSpPr>
        <p:spPr>
          <a:xfrm>
            <a:off x="3304081" y="4457382"/>
            <a:ext cx="45341" cy="45341"/>
          </a:xfrm>
          <a:prstGeom prst="ellipse">
            <a:avLst/>
          </a:prstGeom>
          <a:solidFill>
            <a:srgbClr val="7D8990">
              <a:alpha val="40000"/>
            </a:srgbClr>
          </a:solidFill>
          <a:ln w="0">
            <a:noFill/>
            <a:prstDash val="solid"/>
          </a:ln>
        </p:spPr>
      </p:sp>
      <p:sp>
        <p:nvSpPr>
          <p:cNvPr id="1437" name="a_full_bar_ellipse_1436">
            <a:extLst>
              <a:ext uri="{FF2B5EF4-FFF2-40B4-BE49-F238E27FC236}">
                <a16:creationId xmlns:a16="http://schemas.microsoft.com/office/drawing/2014/main" id="{113E448B-79E3-4EFE-8FBE-DF1265E644B0}"/>
              </a:ext>
            </a:extLst>
          </p:cNvPr>
          <p:cNvSpPr>
            <a:spLocks noGrp="1"/>
          </p:cNvSpPr>
          <p:nvPr/>
        </p:nvSpPr>
        <p:spPr>
          <a:xfrm>
            <a:off x="3295416" y="2745544"/>
            <a:ext cx="45341" cy="45341"/>
          </a:xfrm>
          <a:prstGeom prst="ellipse">
            <a:avLst/>
          </a:prstGeom>
          <a:solidFill>
            <a:srgbClr val="7D8990">
              <a:alpha val="40000"/>
            </a:srgbClr>
          </a:solidFill>
          <a:ln w="0">
            <a:noFill/>
            <a:prstDash val="solid"/>
          </a:ln>
        </p:spPr>
      </p:sp>
      <p:sp>
        <p:nvSpPr>
          <p:cNvPr id="1438" name="a_full_bar_ellipse_1437">
            <a:extLst>
              <a:ext uri="{FF2B5EF4-FFF2-40B4-BE49-F238E27FC236}">
                <a16:creationId xmlns:a16="http://schemas.microsoft.com/office/drawing/2014/main" id="{31890B27-DFB1-413E-8BCF-14303E79F837}"/>
              </a:ext>
            </a:extLst>
          </p:cNvPr>
          <p:cNvSpPr>
            <a:spLocks noGrp="1"/>
          </p:cNvSpPr>
          <p:nvPr/>
        </p:nvSpPr>
        <p:spPr>
          <a:xfrm>
            <a:off x="3407382" y="4022767"/>
            <a:ext cx="45341" cy="45341"/>
          </a:xfrm>
          <a:prstGeom prst="ellipse">
            <a:avLst/>
          </a:prstGeom>
          <a:solidFill>
            <a:srgbClr val="7D8990">
              <a:alpha val="40000"/>
            </a:srgbClr>
          </a:solidFill>
          <a:ln w="0">
            <a:noFill/>
            <a:prstDash val="solid"/>
          </a:ln>
        </p:spPr>
      </p:sp>
      <p:sp>
        <p:nvSpPr>
          <p:cNvPr id="1439" name="a_full_bar_ellipse_1438">
            <a:extLst>
              <a:ext uri="{FF2B5EF4-FFF2-40B4-BE49-F238E27FC236}">
                <a16:creationId xmlns:a16="http://schemas.microsoft.com/office/drawing/2014/main" id="{DFDC1099-15EF-4E82-B4AD-0CBBA8181C2D}"/>
              </a:ext>
            </a:extLst>
          </p:cNvPr>
          <p:cNvSpPr>
            <a:spLocks noGrp="1"/>
          </p:cNvSpPr>
          <p:nvPr/>
        </p:nvSpPr>
        <p:spPr>
          <a:xfrm>
            <a:off x="3417610" y="3606168"/>
            <a:ext cx="45341" cy="45341"/>
          </a:xfrm>
          <a:prstGeom prst="ellipse">
            <a:avLst/>
          </a:prstGeom>
          <a:solidFill>
            <a:srgbClr val="7D8990">
              <a:alpha val="40000"/>
            </a:srgbClr>
          </a:solidFill>
          <a:ln w="0">
            <a:noFill/>
            <a:prstDash val="solid"/>
          </a:ln>
        </p:spPr>
      </p:sp>
      <p:sp>
        <p:nvSpPr>
          <p:cNvPr id="1440" name="a_full_bar_ellipse_1439">
            <a:extLst>
              <a:ext uri="{FF2B5EF4-FFF2-40B4-BE49-F238E27FC236}">
                <a16:creationId xmlns:a16="http://schemas.microsoft.com/office/drawing/2014/main" id="{6C39E4FD-79CD-4BC8-A904-66BD25DB884F}"/>
              </a:ext>
            </a:extLst>
          </p:cNvPr>
          <p:cNvSpPr>
            <a:spLocks noGrp="1"/>
          </p:cNvSpPr>
          <p:nvPr/>
        </p:nvSpPr>
        <p:spPr>
          <a:xfrm>
            <a:off x="3341238" y="3038691"/>
            <a:ext cx="45341" cy="45341"/>
          </a:xfrm>
          <a:prstGeom prst="ellipse">
            <a:avLst/>
          </a:prstGeom>
          <a:solidFill>
            <a:srgbClr val="7D8990">
              <a:alpha val="40000"/>
            </a:srgbClr>
          </a:solidFill>
          <a:ln w="0">
            <a:noFill/>
            <a:prstDash val="solid"/>
          </a:ln>
        </p:spPr>
      </p:sp>
      <p:sp>
        <p:nvSpPr>
          <p:cNvPr id="1441" name="a_full_bar_ellipse_1440">
            <a:extLst>
              <a:ext uri="{FF2B5EF4-FFF2-40B4-BE49-F238E27FC236}">
                <a16:creationId xmlns:a16="http://schemas.microsoft.com/office/drawing/2014/main" id="{5A54F66B-569A-445C-8D0C-5458BE5AF9CC}"/>
              </a:ext>
            </a:extLst>
          </p:cNvPr>
          <p:cNvSpPr>
            <a:spLocks noGrp="1"/>
          </p:cNvSpPr>
          <p:nvPr/>
        </p:nvSpPr>
        <p:spPr>
          <a:xfrm>
            <a:off x="3465113" y="3241362"/>
            <a:ext cx="45341" cy="45341"/>
          </a:xfrm>
          <a:prstGeom prst="ellipse">
            <a:avLst/>
          </a:prstGeom>
          <a:solidFill>
            <a:srgbClr val="7D8990">
              <a:alpha val="40000"/>
            </a:srgbClr>
          </a:solidFill>
          <a:ln w="0">
            <a:noFill/>
            <a:prstDash val="solid"/>
          </a:ln>
        </p:spPr>
      </p:sp>
      <p:sp>
        <p:nvSpPr>
          <p:cNvPr id="1442" name="a_full_bar_ellipse_1441">
            <a:extLst>
              <a:ext uri="{FF2B5EF4-FFF2-40B4-BE49-F238E27FC236}">
                <a16:creationId xmlns:a16="http://schemas.microsoft.com/office/drawing/2014/main" id="{8D62F685-C6CA-4AD2-BB52-963739FA53FF}"/>
              </a:ext>
            </a:extLst>
          </p:cNvPr>
          <p:cNvSpPr>
            <a:spLocks noGrp="1"/>
          </p:cNvSpPr>
          <p:nvPr/>
        </p:nvSpPr>
        <p:spPr>
          <a:xfrm>
            <a:off x="3484677" y="4052042"/>
            <a:ext cx="45341" cy="45341"/>
          </a:xfrm>
          <a:prstGeom prst="ellipse">
            <a:avLst/>
          </a:prstGeom>
          <a:solidFill>
            <a:srgbClr val="7D8990">
              <a:alpha val="40000"/>
            </a:srgbClr>
          </a:solidFill>
          <a:ln w="0">
            <a:noFill/>
            <a:prstDash val="solid"/>
          </a:ln>
        </p:spPr>
      </p:sp>
      <p:sp>
        <p:nvSpPr>
          <p:cNvPr id="1443" name="a_full_bar_ellipse_1442">
            <a:extLst>
              <a:ext uri="{FF2B5EF4-FFF2-40B4-BE49-F238E27FC236}">
                <a16:creationId xmlns:a16="http://schemas.microsoft.com/office/drawing/2014/main" id="{0D1173FF-2362-48E5-A249-5861CD4B9984}"/>
              </a:ext>
            </a:extLst>
          </p:cNvPr>
          <p:cNvSpPr>
            <a:spLocks noGrp="1"/>
          </p:cNvSpPr>
          <p:nvPr/>
        </p:nvSpPr>
        <p:spPr>
          <a:xfrm>
            <a:off x="3426361" y="2511749"/>
            <a:ext cx="45341" cy="45341"/>
          </a:xfrm>
          <a:prstGeom prst="ellipse">
            <a:avLst/>
          </a:prstGeom>
          <a:solidFill>
            <a:srgbClr val="7D8990">
              <a:alpha val="40000"/>
            </a:srgbClr>
          </a:solidFill>
          <a:ln w="0">
            <a:noFill/>
            <a:prstDash val="solid"/>
          </a:ln>
        </p:spPr>
      </p:sp>
      <p:sp>
        <p:nvSpPr>
          <p:cNvPr id="1444" name="a_full_bar_ellipse_1443">
            <a:extLst>
              <a:ext uri="{FF2B5EF4-FFF2-40B4-BE49-F238E27FC236}">
                <a16:creationId xmlns:a16="http://schemas.microsoft.com/office/drawing/2014/main" id="{5079BADE-6D00-4549-B2DB-9D4A59B65F60}"/>
              </a:ext>
            </a:extLst>
          </p:cNvPr>
          <p:cNvSpPr>
            <a:spLocks noGrp="1"/>
          </p:cNvSpPr>
          <p:nvPr/>
        </p:nvSpPr>
        <p:spPr>
          <a:xfrm>
            <a:off x="3450758" y="2025341"/>
            <a:ext cx="45341" cy="45341"/>
          </a:xfrm>
          <a:prstGeom prst="ellipse">
            <a:avLst/>
          </a:prstGeom>
          <a:solidFill>
            <a:srgbClr val="7D8990">
              <a:alpha val="40000"/>
            </a:srgbClr>
          </a:solidFill>
          <a:ln w="0">
            <a:noFill/>
            <a:prstDash val="solid"/>
          </a:ln>
        </p:spPr>
      </p:sp>
      <p:sp>
        <p:nvSpPr>
          <p:cNvPr id="1445" name="a_full_bar_ellipse_1444">
            <a:extLst>
              <a:ext uri="{FF2B5EF4-FFF2-40B4-BE49-F238E27FC236}">
                <a16:creationId xmlns:a16="http://schemas.microsoft.com/office/drawing/2014/main" id="{517ACAD4-F3B2-442A-8AB1-EED283464A45}"/>
              </a:ext>
            </a:extLst>
          </p:cNvPr>
          <p:cNvSpPr>
            <a:spLocks noGrp="1"/>
          </p:cNvSpPr>
          <p:nvPr/>
        </p:nvSpPr>
        <p:spPr>
          <a:xfrm>
            <a:off x="3449972" y="2998157"/>
            <a:ext cx="45341" cy="45341"/>
          </a:xfrm>
          <a:prstGeom prst="ellipse">
            <a:avLst/>
          </a:prstGeom>
          <a:solidFill>
            <a:srgbClr val="7D8990">
              <a:alpha val="40000"/>
            </a:srgbClr>
          </a:solidFill>
          <a:ln w="0">
            <a:noFill/>
            <a:prstDash val="solid"/>
          </a:ln>
        </p:spPr>
      </p:sp>
      <p:sp>
        <p:nvSpPr>
          <p:cNvPr id="1446" name="a_full_bar_ellipse_1445">
            <a:extLst>
              <a:ext uri="{FF2B5EF4-FFF2-40B4-BE49-F238E27FC236}">
                <a16:creationId xmlns:a16="http://schemas.microsoft.com/office/drawing/2014/main" id="{0DBF3910-C21A-4A37-8FBF-9941F12593E8}"/>
              </a:ext>
            </a:extLst>
          </p:cNvPr>
          <p:cNvSpPr>
            <a:spLocks noGrp="1"/>
          </p:cNvSpPr>
          <p:nvPr/>
        </p:nvSpPr>
        <p:spPr>
          <a:xfrm>
            <a:off x="3375683" y="2836021"/>
            <a:ext cx="45341" cy="45341"/>
          </a:xfrm>
          <a:prstGeom prst="ellipse">
            <a:avLst/>
          </a:prstGeom>
          <a:solidFill>
            <a:srgbClr val="7D8990">
              <a:alpha val="40000"/>
            </a:srgbClr>
          </a:solidFill>
          <a:ln w="0">
            <a:noFill/>
            <a:prstDash val="solid"/>
          </a:ln>
        </p:spPr>
      </p:sp>
      <p:sp>
        <p:nvSpPr>
          <p:cNvPr id="1447" name="a_full_bar_ellipse_1446">
            <a:extLst>
              <a:ext uri="{FF2B5EF4-FFF2-40B4-BE49-F238E27FC236}">
                <a16:creationId xmlns:a16="http://schemas.microsoft.com/office/drawing/2014/main" id="{D98DABE3-0428-46EB-9FA1-6D2ECAECC454}"/>
              </a:ext>
            </a:extLst>
          </p:cNvPr>
          <p:cNvSpPr>
            <a:spLocks noGrp="1"/>
          </p:cNvSpPr>
          <p:nvPr/>
        </p:nvSpPr>
        <p:spPr>
          <a:xfrm>
            <a:off x="3425511" y="2025341"/>
            <a:ext cx="45341" cy="45341"/>
          </a:xfrm>
          <a:prstGeom prst="ellipse">
            <a:avLst/>
          </a:prstGeom>
          <a:solidFill>
            <a:srgbClr val="7D8990">
              <a:alpha val="40000"/>
            </a:srgbClr>
          </a:solidFill>
          <a:ln w="0">
            <a:noFill/>
            <a:prstDash val="solid"/>
          </a:ln>
        </p:spPr>
      </p:sp>
      <p:sp>
        <p:nvSpPr>
          <p:cNvPr id="1448" name="a_full_bar_ellipse_1447">
            <a:extLst>
              <a:ext uri="{FF2B5EF4-FFF2-40B4-BE49-F238E27FC236}">
                <a16:creationId xmlns:a16="http://schemas.microsoft.com/office/drawing/2014/main" id="{31BD2ADB-E430-47D7-859F-25C4FB398558}"/>
              </a:ext>
            </a:extLst>
          </p:cNvPr>
          <p:cNvSpPr>
            <a:spLocks noGrp="1"/>
          </p:cNvSpPr>
          <p:nvPr/>
        </p:nvSpPr>
        <p:spPr>
          <a:xfrm>
            <a:off x="3289796" y="3241362"/>
            <a:ext cx="45341" cy="45341"/>
          </a:xfrm>
          <a:prstGeom prst="ellipse">
            <a:avLst/>
          </a:prstGeom>
          <a:solidFill>
            <a:srgbClr val="7D8990">
              <a:alpha val="40000"/>
            </a:srgbClr>
          </a:solidFill>
          <a:ln w="0">
            <a:noFill/>
            <a:prstDash val="solid"/>
          </a:ln>
        </p:spPr>
      </p:sp>
      <p:sp>
        <p:nvSpPr>
          <p:cNvPr id="1449" name="a_full_bar_ellipse_1448">
            <a:extLst>
              <a:ext uri="{FF2B5EF4-FFF2-40B4-BE49-F238E27FC236}">
                <a16:creationId xmlns:a16="http://schemas.microsoft.com/office/drawing/2014/main" id="{A313F212-962D-49F9-8334-A7516A751001}"/>
              </a:ext>
            </a:extLst>
          </p:cNvPr>
          <p:cNvSpPr>
            <a:spLocks noGrp="1"/>
          </p:cNvSpPr>
          <p:nvPr/>
        </p:nvSpPr>
        <p:spPr>
          <a:xfrm>
            <a:off x="3355651" y="3415079"/>
            <a:ext cx="45341" cy="45341"/>
          </a:xfrm>
          <a:prstGeom prst="ellipse">
            <a:avLst/>
          </a:prstGeom>
          <a:solidFill>
            <a:srgbClr val="7D8990">
              <a:alpha val="40000"/>
            </a:srgbClr>
          </a:solidFill>
          <a:ln w="0">
            <a:noFill/>
            <a:prstDash val="solid"/>
          </a:ln>
        </p:spPr>
      </p:sp>
      <p:sp>
        <p:nvSpPr>
          <p:cNvPr id="1450" name="a_full_bar_ellipse_1449">
            <a:extLst>
              <a:ext uri="{FF2B5EF4-FFF2-40B4-BE49-F238E27FC236}">
                <a16:creationId xmlns:a16="http://schemas.microsoft.com/office/drawing/2014/main" id="{D6AE0D0E-4547-4B01-8395-42616D03C7A6}"/>
              </a:ext>
            </a:extLst>
          </p:cNvPr>
          <p:cNvSpPr>
            <a:spLocks noGrp="1"/>
          </p:cNvSpPr>
          <p:nvPr/>
        </p:nvSpPr>
        <p:spPr>
          <a:xfrm>
            <a:off x="3379805" y="3842002"/>
            <a:ext cx="45341" cy="45341"/>
          </a:xfrm>
          <a:prstGeom prst="ellipse">
            <a:avLst/>
          </a:prstGeom>
          <a:solidFill>
            <a:srgbClr val="7D8990">
              <a:alpha val="40000"/>
            </a:srgbClr>
          </a:solidFill>
          <a:ln w="0">
            <a:noFill/>
            <a:prstDash val="solid"/>
          </a:ln>
        </p:spPr>
      </p:sp>
      <p:sp>
        <p:nvSpPr>
          <p:cNvPr id="1451" name="a_full_bar_ellipse_1450">
            <a:extLst>
              <a:ext uri="{FF2B5EF4-FFF2-40B4-BE49-F238E27FC236}">
                <a16:creationId xmlns:a16="http://schemas.microsoft.com/office/drawing/2014/main" id="{65022533-933D-4BC5-BCBD-33146E618BF1}"/>
              </a:ext>
            </a:extLst>
          </p:cNvPr>
          <p:cNvSpPr>
            <a:spLocks noGrp="1"/>
          </p:cNvSpPr>
          <p:nvPr/>
        </p:nvSpPr>
        <p:spPr>
          <a:xfrm>
            <a:off x="3488628" y="4457382"/>
            <a:ext cx="45341" cy="45341"/>
          </a:xfrm>
          <a:prstGeom prst="ellipse">
            <a:avLst/>
          </a:prstGeom>
          <a:solidFill>
            <a:srgbClr val="7D8990">
              <a:alpha val="40000"/>
            </a:srgbClr>
          </a:solidFill>
          <a:ln w="0">
            <a:noFill/>
            <a:prstDash val="solid"/>
          </a:ln>
        </p:spPr>
      </p:sp>
      <p:sp>
        <p:nvSpPr>
          <p:cNvPr id="1452" name="a_full_bar_ellipse_1451">
            <a:extLst>
              <a:ext uri="{FF2B5EF4-FFF2-40B4-BE49-F238E27FC236}">
                <a16:creationId xmlns:a16="http://schemas.microsoft.com/office/drawing/2014/main" id="{351DA7A5-ED4F-4AA9-9162-3CB915E73B0F}"/>
              </a:ext>
            </a:extLst>
          </p:cNvPr>
          <p:cNvSpPr>
            <a:spLocks noGrp="1"/>
          </p:cNvSpPr>
          <p:nvPr/>
        </p:nvSpPr>
        <p:spPr>
          <a:xfrm>
            <a:off x="3288676" y="3267138"/>
            <a:ext cx="45341" cy="45341"/>
          </a:xfrm>
          <a:prstGeom prst="ellipse">
            <a:avLst/>
          </a:prstGeom>
          <a:solidFill>
            <a:srgbClr val="7D8990">
              <a:alpha val="40000"/>
            </a:srgbClr>
          </a:solidFill>
          <a:ln w="0">
            <a:noFill/>
            <a:prstDash val="solid"/>
          </a:ln>
        </p:spPr>
      </p:sp>
      <p:sp>
        <p:nvSpPr>
          <p:cNvPr id="1453" name="a_full_bar_ellipse_1452">
            <a:extLst>
              <a:ext uri="{FF2B5EF4-FFF2-40B4-BE49-F238E27FC236}">
                <a16:creationId xmlns:a16="http://schemas.microsoft.com/office/drawing/2014/main" id="{5B66B071-ABBB-413D-9FCF-0230C478F38A}"/>
              </a:ext>
            </a:extLst>
          </p:cNvPr>
          <p:cNvSpPr>
            <a:spLocks noGrp="1"/>
          </p:cNvSpPr>
          <p:nvPr/>
        </p:nvSpPr>
        <p:spPr>
          <a:xfrm>
            <a:off x="3449580" y="2998157"/>
            <a:ext cx="45341" cy="45341"/>
          </a:xfrm>
          <a:prstGeom prst="ellipse">
            <a:avLst/>
          </a:prstGeom>
          <a:solidFill>
            <a:srgbClr val="7D8990">
              <a:alpha val="40000"/>
            </a:srgbClr>
          </a:solidFill>
          <a:ln w="0">
            <a:noFill/>
            <a:prstDash val="solid"/>
          </a:ln>
        </p:spPr>
      </p:sp>
      <p:sp>
        <p:nvSpPr>
          <p:cNvPr id="1454" name="a_full_bar_ellipse_1453">
            <a:extLst>
              <a:ext uri="{FF2B5EF4-FFF2-40B4-BE49-F238E27FC236}">
                <a16:creationId xmlns:a16="http://schemas.microsoft.com/office/drawing/2014/main" id="{8F21C954-CABE-42F5-92C9-9BEC7B089C0E}"/>
              </a:ext>
            </a:extLst>
          </p:cNvPr>
          <p:cNvSpPr>
            <a:spLocks noGrp="1"/>
          </p:cNvSpPr>
          <p:nvPr/>
        </p:nvSpPr>
        <p:spPr>
          <a:xfrm>
            <a:off x="3435526" y="2025341"/>
            <a:ext cx="45341" cy="45341"/>
          </a:xfrm>
          <a:prstGeom prst="ellipse">
            <a:avLst/>
          </a:prstGeom>
          <a:solidFill>
            <a:srgbClr val="7D8990">
              <a:alpha val="40000"/>
            </a:srgbClr>
          </a:solidFill>
          <a:ln w="0">
            <a:noFill/>
            <a:prstDash val="solid"/>
          </a:ln>
        </p:spPr>
      </p:sp>
      <p:sp>
        <p:nvSpPr>
          <p:cNvPr id="1455" name="a_full_bar_ellipse_1454">
            <a:extLst>
              <a:ext uri="{FF2B5EF4-FFF2-40B4-BE49-F238E27FC236}">
                <a16:creationId xmlns:a16="http://schemas.microsoft.com/office/drawing/2014/main" id="{9D5581D9-7EA1-4B21-8AE2-1DA272C30BEA}"/>
              </a:ext>
            </a:extLst>
          </p:cNvPr>
          <p:cNvSpPr>
            <a:spLocks noGrp="1"/>
          </p:cNvSpPr>
          <p:nvPr/>
        </p:nvSpPr>
        <p:spPr>
          <a:xfrm>
            <a:off x="3484977" y="4175464"/>
            <a:ext cx="45341" cy="45341"/>
          </a:xfrm>
          <a:prstGeom prst="ellipse">
            <a:avLst/>
          </a:prstGeom>
          <a:solidFill>
            <a:srgbClr val="7D8990">
              <a:alpha val="40000"/>
            </a:srgbClr>
          </a:solidFill>
          <a:ln w="0">
            <a:noFill/>
            <a:prstDash val="solid"/>
          </a:ln>
        </p:spPr>
      </p:sp>
      <p:sp>
        <p:nvSpPr>
          <p:cNvPr id="1456" name="a_full_bar_ellipse_1455">
            <a:extLst>
              <a:ext uri="{FF2B5EF4-FFF2-40B4-BE49-F238E27FC236}">
                <a16:creationId xmlns:a16="http://schemas.microsoft.com/office/drawing/2014/main" id="{5024DAEB-2C1D-4F67-A245-891DE3CC531A}"/>
              </a:ext>
            </a:extLst>
          </p:cNvPr>
          <p:cNvSpPr>
            <a:spLocks noGrp="1"/>
          </p:cNvSpPr>
          <p:nvPr/>
        </p:nvSpPr>
        <p:spPr>
          <a:xfrm>
            <a:off x="3440121" y="4193911"/>
            <a:ext cx="45341" cy="45341"/>
          </a:xfrm>
          <a:prstGeom prst="ellipse">
            <a:avLst/>
          </a:prstGeom>
          <a:solidFill>
            <a:srgbClr val="7D8990">
              <a:alpha val="40000"/>
            </a:srgbClr>
          </a:solidFill>
          <a:ln w="0">
            <a:noFill/>
            <a:prstDash val="solid"/>
          </a:ln>
        </p:spPr>
      </p:sp>
      <p:sp>
        <p:nvSpPr>
          <p:cNvPr id="1457" name="a_full_bar_ellipse_1456">
            <a:extLst>
              <a:ext uri="{FF2B5EF4-FFF2-40B4-BE49-F238E27FC236}">
                <a16:creationId xmlns:a16="http://schemas.microsoft.com/office/drawing/2014/main" id="{6E7BBAC9-E8C3-47BA-BAD0-FF55E342320B}"/>
              </a:ext>
            </a:extLst>
          </p:cNvPr>
          <p:cNvSpPr>
            <a:spLocks noGrp="1"/>
          </p:cNvSpPr>
          <p:nvPr/>
        </p:nvSpPr>
        <p:spPr>
          <a:xfrm>
            <a:off x="3374429" y="2680641"/>
            <a:ext cx="45341" cy="45341"/>
          </a:xfrm>
          <a:prstGeom prst="ellipse">
            <a:avLst/>
          </a:prstGeom>
          <a:solidFill>
            <a:srgbClr val="7D8990">
              <a:alpha val="40000"/>
            </a:srgbClr>
          </a:solidFill>
          <a:ln w="0">
            <a:noFill/>
            <a:prstDash val="solid"/>
          </a:ln>
        </p:spPr>
      </p:sp>
      <p:sp>
        <p:nvSpPr>
          <p:cNvPr id="1458" name="a_full_bar_ellipse_1457">
            <a:extLst>
              <a:ext uri="{FF2B5EF4-FFF2-40B4-BE49-F238E27FC236}">
                <a16:creationId xmlns:a16="http://schemas.microsoft.com/office/drawing/2014/main" id="{E87858AD-2213-45EF-B73E-147768DA7EE8}"/>
              </a:ext>
            </a:extLst>
          </p:cNvPr>
          <p:cNvSpPr>
            <a:spLocks noGrp="1"/>
          </p:cNvSpPr>
          <p:nvPr/>
        </p:nvSpPr>
        <p:spPr>
          <a:xfrm>
            <a:off x="3413552" y="4457382"/>
            <a:ext cx="45341" cy="45341"/>
          </a:xfrm>
          <a:prstGeom prst="ellipse">
            <a:avLst/>
          </a:prstGeom>
          <a:solidFill>
            <a:srgbClr val="7D8990">
              <a:alpha val="40000"/>
            </a:srgbClr>
          </a:solidFill>
          <a:ln w="0">
            <a:noFill/>
            <a:prstDash val="solid"/>
          </a:ln>
        </p:spPr>
      </p:sp>
      <p:sp>
        <p:nvSpPr>
          <p:cNvPr id="1459" name="a_full_bar_ellipse_1458">
            <a:extLst>
              <a:ext uri="{FF2B5EF4-FFF2-40B4-BE49-F238E27FC236}">
                <a16:creationId xmlns:a16="http://schemas.microsoft.com/office/drawing/2014/main" id="{564ECA8E-B8C2-4F84-9DC8-8D8BB2B5BAAC}"/>
              </a:ext>
            </a:extLst>
          </p:cNvPr>
          <p:cNvSpPr>
            <a:spLocks noGrp="1"/>
          </p:cNvSpPr>
          <p:nvPr/>
        </p:nvSpPr>
        <p:spPr>
          <a:xfrm>
            <a:off x="3366600" y="3241362"/>
            <a:ext cx="45341" cy="45341"/>
          </a:xfrm>
          <a:prstGeom prst="ellipse">
            <a:avLst/>
          </a:prstGeom>
          <a:solidFill>
            <a:srgbClr val="7D8990">
              <a:alpha val="40000"/>
            </a:srgbClr>
          </a:solidFill>
          <a:ln w="0">
            <a:noFill/>
            <a:prstDash val="solid"/>
          </a:ln>
        </p:spPr>
      </p:sp>
      <p:sp>
        <p:nvSpPr>
          <p:cNvPr id="1460" name="a_full_bar_ellipse_1459">
            <a:extLst>
              <a:ext uri="{FF2B5EF4-FFF2-40B4-BE49-F238E27FC236}">
                <a16:creationId xmlns:a16="http://schemas.microsoft.com/office/drawing/2014/main" id="{257FDD2D-104D-41D7-A7DA-4D98C15F376D}"/>
              </a:ext>
            </a:extLst>
          </p:cNvPr>
          <p:cNvSpPr>
            <a:spLocks noGrp="1"/>
          </p:cNvSpPr>
          <p:nvPr/>
        </p:nvSpPr>
        <p:spPr>
          <a:xfrm>
            <a:off x="3373973" y="4454606"/>
            <a:ext cx="45341" cy="45341"/>
          </a:xfrm>
          <a:prstGeom prst="ellipse">
            <a:avLst/>
          </a:prstGeom>
          <a:solidFill>
            <a:srgbClr val="7D8990">
              <a:alpha val="40000"/>
            </a:srgbClr>
          </a:solidFill>
          <a:ln w="0">
            <a:noFill/>
            <a:prstDash val="solid"/>
          </a:ln>
        </p:spPr>
      </p:sp>
      <p:sp>
        <p:nvSpPr>
          <p:cNvPr id="1461" name="a_full_bar_ellipse_1460">
            <a:extLst>
              <a:ext uri="{FF2B5EF4-FFF2-40B4-BE49-F238E27FC236}">
                <a16:creationId xmlns:a16="http://schemas.microsoft.com/office/drawing/2014/main" id="{878E0D6C-F8AB-42AC-976D-C108EBEDD3E6}"/>
              </a:ext>
            </a:extLst>
          </p:cNvPr>
          <p:cNvSpPr>
            <a:spLocks noGrp="1"/>
          </p:cNvSpPr>
          <p:nvPr/>
        </p:nvSpPr>
        <p:spPr>
          <a:xfrm>
            <a:off x="3395925" y="4457382"/>
            <a:ext cx="45341" cy="45341"/>
          </a:xfrm>
          <a:prstGeom prst="ellipse">
            <a:avLst/>
          </a:prstGeom>
          <a:solidFill>
            <a:srgbClr val="7D8990">
              <a:alpha val="40000"/>
            </a:srgbClr>
          </a:solidFill>
          <a:ln w="0">
            <a:noFill/>
            <a:prstDash val="solid"/>
          </a:ln>
        </p:spPr>
      </p:sp>
      <p:sp>
        <p:nvSpPr>
          <p:cNvPr id="1462" name="a_full_bar_ellipse_1461">
            <a:extLst>
              <a:ext uri="{FF2B5EF4-FFF2-40B4-BE49-F238E27FC236}">
                <a16:creationId xmlns:a16="http://schemas.microsoft.com/office/drawing/2014/main" id="{ED2FB48C-8DA4-43A5-8FAC-44B785D2EF7D}"/>
              </a:ext>
            </a:extLst>
          </p:cNvPr>
          <p:cNvSpPr>
            <a:spLocks noGrp="1"/>
          </p:cNvSpPr>
          <p:nvPr/>
        </p:nvSpPr>
        <p:spPr>
          <a:xfrm>
            <a:off x="3479540" y="4457382"/>
            <a:ext cx="45341" cy="45341"/>
          </a:xfrm>
          <a:prstGeom prst="ellipse">
            <a:avLst/>
          </a:prstGeom>
          <a:solidFill>
            <a:srgbClr val="7D8990">
              <a:alpha val="40000"/>
            </a:srgbClr>
          </a:solidFill>
          <a:ln w="0">
            <a:noFill/>
            <a:prstDash val="solid"/>
          </a:ln>
        </p:spPr>
      </p:sp>
      <p:sp>
        <p:nvSpPr>
          <p:cNvPr id="1463" name="a_full_bar_ellipse_1462">
            <a:extLst>
              <a:ext uri="{FF2B5EF4-FFF2-40B4-BE49-F238E27FC236}">
                <a16:creationId xmlns:a16="http://schemas.microsoft.com/office/drawing/2014/main" id="{F300DFE9-96ED-4561-A662-696309320894}"/>
              </a:ext>
            </a:extLst>
          </p:cNvPr>
          <p:cNvSpPr>
            <a:spLocks noGrp="1"/>
          </p:cNvSpPr>
          <p:nvPr/>
        </p:nvSpPr>
        <p:spPr>
          <a:xfrm>
            <a:off x="4927981" y="3241362"/>
            <a:ext cx="45341" cy="45341"/>
          </a:xfrm>
          <a:prstGeom prst="ellipse">
            <a:avLst/>
          </a:prstGeom>
          <a:solidFill>
            <a:srgbClr val="7D8990">
              <a:alpha val="40000"/>
            </a:srgbClr>
          </a:solidFill>
          <a:ln w="0">
            <a:noFill/>
            <a:prstDash val="solid"/>
          </a:ln>
        </p:spPr>
      </p:sp>
      <p:sp>
        <p:nvSpPr>
          <p:cNvPr id="1464" name="a_full_bar_ellipse_1463">
            <a:extLst>
              <a:ext uri="{FF2B5EF4-FFF2-40B4-BE49-F238E27FC236}">
                <a16:creationId xmlns:a16="http://schemas.microsoft.com/office/drawing/2014/main" id="{5D85A2BF-E2DA-43BA-8FB3-E46A37CD8066}"/>
              </a:ext>
            </a:extLst>
          </p:cNvPr>
          <p:cNvSpPr>
            <a:spLocks noGrp="1"/>
          </p:cNvSpPr>
          <p:nvPr/>
        </p:nvSpPr>
        <p:spPr>
          <a:xfrm>
            <a:off x="4914048" y="4457382"/>
            <a:ext cx="45341" cy="45341"/>
          </a:xfrm>
          <a:prstGeom prst="ellipse">
            <a:avLst/>
          </a:prstGeom>
          <a:solidFill>
            <a:srgbClr val="7D8990">
              <a:alpha val="40000"/>
            </a:srgbClr>
          </a:solidFill>
          <a:ln w="0">
            <a:noFill/>
            <a:prstDash val="solid"/>
          </a:ln>
        </p:spPr>
      </p:sp>
      <p:sp>
        <p:nvSpPr>
          <p:cNvPr id="1465" name="a_full_bar_ellipse_1464">
            <a:extLst>
              <a:ext uri="{FF2B5EF4-FFF2-40B4-BE49-F238E27FC236}">
                <a16:creationId xmlns:a16="http://schemas.microsoft.com/office/drawing/2014/main" id="{528031ED-D26F-43F2-85F9-3DD7E967A4BF}"/>
              </a:ext>
            </a:extLst>
          </p:cNvPr>
          <p:cNvSpPr>
            <a:spLocks noGrp="1"/>
          </p:cNvSpPr>
          <p:nvPr/>
        </p:nvSpPr>
        <p:spPr>
          <a:xfrm>
            <a:off x="4962749" y="2025341"/>
            <a:ext cx="45341" cy="45341"/>
          </a:xfrm>
          <a:prstGeom prst="ellipse">
            <a:avLst/>
          </a:prstGeom>
          <a:solidFill>
            <a:srgbClr val="7D8990">
              <a:alpha val="40000"/>
            </a:srgbClr>
          </a:solidFill>
          <a:ln w="0">
            <a:noFill/>
            <a:prstDash val="solid"/>
          </a:ln>
        </p:spPr>
      </p:sp>
      <p:sp>
        <p:nvSpPr>
          <p:cNvPr id="1466" name="a_full_bar_ellipse_1465">
            <a:extLst>
              <a:ext uri="{FF2B5EF4-FFF2-40B4-BE49-F238E27FC236}">
                <a16:creationId xmlns:a16="http://schemas.microsoft.com/office/drawing/2014/main" id="{23211506-4D19-428A-A03E-5B34760E043A}"/>
              </a:ext>
            </a:extLst>
          </p:cNvPr>
          <p:cNvSpPr>
            <a:spLocks noGrp="1"/>
          </p:cNvSpPr>
          <p:nvPr/>
        </p:nvSpPr>
        <p:spPr>
          <a:xfrm>
            <a:off x="4992066" y="4457382"/>
            <a:ext cx="45341" cy="45341"/>
          </a:xfrm>
          <a:prstGeom prst="ellipse">
            <a:avLst/>
          </a:prstGeom>
          <a:solidFill>
            <a:srgbClr val="7D8990">
              <a:alpha val="40000"/>
            </a:srgbClr>
          </a:solidFill>
          <a:ln w="0">
            <a:noFill/>
            <a:prstDash val="solid"/>
          </a:ln>
        </p:spPr>
      </p:sp>
      <p:sp>
        <p:nvSpPr>
          <p:cNvPr id="1467" name="a_full_bar_ellipse_1466">
            <a:extLst>
              <a:ext uri="{FF2B5EF4-FFF2-40B4-BE49-F238E27FC236}">
                <a16:creationId xmlns:a16="http://schemas.microsoft.com/office/drawing/2014/main" id="{8CAF8157-8A86-4DBD-9F01-A4804AEA7E1B}"/>
              </a:ext>
            </a:extLst>
          </p:cNvPr>
          <p:cNvSpPr>
            <a:spLocks noGrp="1"/>
          </p:cNvSpPr>
          <p:nvPr/>
        </p:nvSpPr>
        <p:spPr>
          <a:xfrm>
            <a:off x="4804835" y="3060025"/>
            <a:ext cx="45341" cy="45341"/>
          </a:xfrm>
          <a:prstGeom prst="ellipse">
            <a:avLst/>
          </a:prstGeom>
          <a:solidFill>
            <a:srgbClr val="7D8990">
              <a:alpha val="40000"/>
            </a:srgbClr>
          </a:solidFill>
          <a:ln w="0">
            <a:noFill/>
            <a:prstDash val="solid"/>
          </a:ln>
        </p:spPr>
      </p:sp>
      <p:sp>
        <p:nvSpPr>
          <p:cNvPr id="1468" name="a_full_bar_ellipse_1467">
            <a:extLst>
              <a:ext uri="{FF2B5EF4-FFF2-40B4-BE49-F238E27FC236}">
                <a16:creationId xmlns:a16="http://schemas.microsoft.com/office/drawing/2014/main" id="{6BED3789-0CA8-445E-B8EB-6ABF6EFB38E2}"/>
              </a:ext>
            </a:extLst>
          </p:cNvPr>
          <p:cNvSpPr>
            <a:spLocks noGrp="1"/>
          </p:cNvSpPr>
          <p:nvPr/>
        </p:nvSpPr>
        <p:spPr>
          <a:xfrm>
            <a:off x="4811743" y="2025341"/>
            <a:ext cx="45341" cy="45341"/>
          </a:xfrm>
          <a:prstGeom prst="ellipse">
            <a:avLst/>
          </a:prstGeom>
          <a:solidFill>
            <a:srgbClr val="7D8990">
              <a:alpha val="40000"/>
            </a:srgbClr>
          </a:solidFill>
          <a:ln w="0">
            <a:noFill/>
            <a:prstDash val="solid"/>
          </a:ln>
        </p:spPr>
      </p:sp>
      <p:sp>
        <p:nvSpPr>
          <p:cNvPr id="1469" name="a_full_bar_ellipse_1468">
            <a:extLst>
              <a:ext uri="{FF2B5EF4-FFF2-40B4-BE49-F238E27FC236}">
                <a16:creationId xmlns:a16="http://schemas.microsoft.com/office/drawing/2014/main" id="{823E768C-0FD0-4EC7-82DD-71E6C72DF978}"/>
              </a:ext>
            </a:extLst>
          </p:cNvPr>
          <p:cNvSpPr>
            <a:spLocks noGrp="1"/>
          </p:cNvSpPr>
          <p:nvPr/>
        </p:nvSpPr>
        <p:spPr>
          <a:xfrm>
            <a:off x="4964587" y="3849372"/>
            <a:ext cx="45341" cy="45341"/>
          </a:xfrm>
          <a:prstGeom prst="ellipse">
            <a:avLst/>
          </a:prstGeom>
          <a:solidFill>
            <a:srgbClr val="7D8990">
              <a:alpha val="40000"/>
            </a:srgbClr>
          </a:solidFill>
          <a:ln w="0">
            <a:noFill/>
            <a:prstDash val="solid"/>
          </a:ln>
        </p:spPr>
      </p:sp>
      <p:sp>
        <p:nvSpPr>
          <p:cNvPr id="1470" name="a_full_bar_ellipse_1469">
            <a:extLst>
              <a:ext uri="{FF2B5EF4-FFF2-40B4-BE49-F238E27FC236}">
                <a16:creationId xmlns:a16="http://schemas.microsoft.com/office/drawing/2014/main" id="{FF886F81-BC7A-40B7-90B5-DD3CE558A089}"/>
              </a:ext>
            </a:extLst>
          </p:cNvPr>
          <p:cNvSpPr>
            <a:spLocks noGrp="1"/>
          </p:cNvSpPr>
          <p:nvPr/>
        </p:nvSpPr>
        <p:spPr>
          <a:xfrm>
            <a:off x="4995638" y="2025341"/>
            <a:ext cx="45341" cy="45341"/>
          </a:xfrm>
          <a:prstGeom prst="ellipse">
            <a:avLst/>
          </a:prstGeom>
          <a:solidFill>
            <a:srgbClr val="7D8990">
              <a:alpha val="40000"/>
            </a:srgbClr>
          </a:solidFill>
          <a:ln w="0">
            <a:noFill/>
            <a:prstDash val="solid"/>
          </a:ln>
        </p:spPr>
      </p:sp>
      <p:sp>
        <p:nvSpPr>
          <p:cNvPr id="1471" name="a_full_bar_ellipse_1470">
            <a:extLst>
              <a:ext uri="{FF2B5EF4-FFF2-40B4-BE49-F238E27FC236}">
                <a16:creationId xmlns:a16="http://schemas.microsoft.com/office/drawing/2014/main" id="{A93B2613-AB49-461C-B7D9-607075559B91}"/>
              </a:ext>
            </a:extLst>
          </p:cNvPr>
          <p:cNvSpPr>
            <a:spLocks noGrp="1"/>
          </p:cNvSpPr>
          <p:nvPr/>
        </p:nvSpPr>
        <p:spPr>
          <a:xfrm>
            <a:off x="4940058" y="4457382"/>
            <a:ext cx="45341" cy="45341"/>
          </a:xfrm>
          <a:prstGeom prst="ellipse">
            <a:avLst/>
          </a:prstGeom>
          <a:solidFill>
            <a:srgbClr val="7D8990">
              <a:alpha val="40000"/>
            </a:srgbClr>
          </a:solidFill>
          <a:ln w="0">
            <a:noFill/>
            <a:prstDash val="solid"/>
          </a:ln>
        </p:spPr>
      </p:sp>
      <p:sp>
        <p:nvSpPr>
          <p:cNvPr id="1472" name="a_full_bar_ellipse_1471">
            <a:extLst>
              <a:ext uri="{FF2B5EF4-FFF2-40B4-BE49-F238E27FC236}">
                <a16:creationId xmlns:a16="http://schemas.microsoft.com/office/drawing/2014/main" id="{9CF78F81-51D8-46A1-AE35-EE231F2B5773}"/>
              </a:ext>
            </a:extLst>
          </p:cNvPr>
          <p:cNvSpPr>
            <a:spLocks noGrp="1"/>
          </p:cNvSpPr>
          <p:nvPr/>
        </p:nvSpPr>
        <p:spPr>
          <a:xfrm>
            <a:off x="4979745" y="2025341"/>
            <a:ext cx="45341" cy="45341"/>
          </a:xfrm>
          <a:prstGeom prst="ellipse">
            <a:avLst/>
          </a:prstGeom>
          <a:solidFill>
            <a:srgbClr val="7D8990">
              <a:alpha val="40000"/>
            </a:srgbClr>
          </a:solidFill>
          <a:ln w="0">
            <a:noFill/>
            <a:prstDash val="solid"/>
          </a:ln>
        </p:spPr>
      </p:sp>
      <p:sp>
        <p:nvSpPr>
          <p:cNvPr id="1473" name="a_full_bar_ellipse_1472">
            <a:extLst>
              <a:ext uri="{FF2B5EF4-FFF2-40B4-BE49-F238E27FC236}">
                <a16:creationId xmlns:a16="http://schemas.microsoft.com/office/drawing/2014/main" id="{621EC104-3967-49B5-9545-914A77BEFED1}"/>
              </a:ext>
            </a:extLst>
          </p:cNvPr>
          <p:cNvSpPr>
            <a:spLocks noGrp="1"/>
          </p:cNvSpPr>
          <p:nvPr/>
        </p:nvSpPr>
        <p:spPr>
          <a:xfrm>
            <a:off x="4974545" y="4457382"/>
            <a:ext cx="45341" cy="45341"/>
          </a:xfrm>
          <a:prstGeom prst="ellipse">
            <a:avLst/>
          </a:prstGeom>
          <a:solidFill>
            <a:srgbClr val="7D8990">
              <a:alpha val="40000"/>
            </a:srgbClr>
          </a:solidFill>
          <a:ln w="0">
            <a:noFill/>
            <a:prstDash val="solid"/>
          </a:ln>
        </p:spPr>
      </p:sp>
      <p:sp>
        <p:nvSpPr>
          <p:cNvPr id="1474" name="a_full_bar_ellipse_1473">
            <a:extLst>
              <a:ext uri="{FF2B5EF4-FFF2-40B4-BE49-F238E27FC236}">
                <a16:creationId xmlns:a16="http://schemas.microsoft.com/office/drawing/2014/main" id="{5A7B6894-8AC5-4604-8D1F-86ED3212FFB3}"/>
              </a:ext>
            </a:extLst>
          </p:cNvPr>
          <p:cNvSpPr>
            <a:spLocks noGrp="1"/>
          </p:cNvSpPr>
          <p:nvPr/>
        </p:nvSpPr>
        <p:spPr>
          <a:xfrm>
            <a:off x="4937335" y="2025341"/>
            <a:ext cx="45341" cy="45341"/>
          </a:xfrm>
          <a:prstGeom prst="ellipse">
            <a:avLst/>
          </a:prstGeom>
          <a:solidFill>
            <a:srgbClr val="7D8990">
              <a:alpha val="40000"/>
            </a:srgbClr>
          </a:solidFill>
          <a:ln w="0">
            <a:noFill/>
            <a:prstDash val="solid"/>
          </a:ln>
        </p:spPr>
      </p:sp>
      <p:sp>
        <p:nvSpPr>
          <p:cNvPr id="1475" name="a_full_bar_ellipse_1474">
            <a:extLst>
              <a:ext uri="{FF2B5EF4-FFF2-40B4-BE49-F238E27FC236}">
                <a16:creationId xmlns:a16="http://schemas.microsoft.com/office/drawing/2014/main" id="{544A1E1E-9FB0-4AD8-8E10-E9F8B6D3798E}"/>
              </a:ext>
            </a:extLst>
          </p:cNvPr>
          <p:cNvSpPr>
            <a:spLocks noGrp="1"/>
          </p:cNvSpPr>
          <p:nvPr/>
        </p:nvSpPr>
        <p:spPr>
          <a:xfrm>
            <a:off x="4955164" y="2025341"/>
            <a:ext cx="45341" cy="45341"/>
          </a:xfrm>
          <a:prstGeom prst="ellipse">
            <a:avLst/>
          </a:prstGeom>
          <a:solidFill>
            <a:srgbClr val="7D8990">
              <a:alpha val="40000"/>
            </a:srgbClr>
          </a:solidFill>
          <a:ln w="0">
            <a:noFill/>
            <a:prstDash val="solid"/>
          </a:ln>
        </p:spPr>
      </p:sp>
      <p:sp>
        <p:nvSpPr>
          <p:cNvPr id="1476" name="a_full_bar_ellipse_1475">
            <a:extLst>
              <a:ext uri="{FF2B5EF4-FFF2-40B4-BE49-F238E27FC236}">
                <a16:creationId xmlns:a16="http://schemas.microsoft.com/office/drawing/2014/main" id="{2F1EFC67-5F11-472E-8066-BBEB480C94ED}"/>
              </a:ext>
            </a:extLst>
          </p:cNvPr>
          <p:cNvSpPr>
            <a:spLocks noGrp="1"/>
          </p:cNvSpPr>
          <p:nvPr/>
        </p:nvSpPr>
        <p:spPr>
          <a:xfrm>
            <a:off x="4926482" y="3545367"/>
            <a:ext cx="45341" cy="45341"/>
          </a:xfrm>
          <a:prstGeom prst="ellipse">
            <a:avLst/>
          </a:prstGeom>
          <a:solidFill>
            <a:srgbClr val="7D8990">
              <a:alpha val="40000"/>
            </a:srgbClr>
          </a:solidFill>
          <a:ln w="0">
            <a:noFill/>
            <a:prstDash val="solid"/>
          </a:ln>
        </p:spPr>
      </p:sp>
      <p:sp>
        <p:nvSpPr>
          <p:cNvPr id="1477" name="a_full_bar_ellipse_1476">
            <a:extLst>
              <a:ext uri="{FF2B5EF4-FFF2-40B4-BE49-F238E27FC236}">
                <a16:creationId xmlns:a16="http://schemas.microsoft.com/office/drawing/2014/main" id="{DABB7940-1F41-46AA-98DC-9AA9EBFDE6CC}"/>
              </a:ext>
            </a:extLst>
          </p:cNvPr>
          <p:cNvSpPr>
            <a:spLocks noGrp="1"/>
          </p:cNvSpPr>
          <p:nvPr/>
        </p:nvSpPr>
        <p:spPr>
          <a:xfrm>
            <a:off x="4884994" y="4254712"/>
            <a:ext cx="45341" cy="45341"/>
          </a:xfrm>
          <a:prstGeom prst="ellipse">
            <a:avLst/>
          </a:prstGeom>
          <a:solidFill>
            <a:srgbClr val="7D8990">
              <a:alpha val="40000"/>
            </a:srgbClr>
          </a:solidFill>
          <a:ln w="0">
            <a:noFill/>
            <a:prstDash val="solid"/>
          </a:ln>
        </p:spPr>
      </p:sp>
      <p:sp>
        <p:nvSpPr>
          <p:cNvPr id="1478" name="a_full_bar_ellipse_1477">
            <a:extLst>
              <a:ext uri="{FF2B5EF4-FFF2-40B4-BE49-F238E27FC236}">
                <a16:creationId xmlns:a16="http://schemas.microsoft.com/office/drawing/2014/main" id="{CD60B499-C75C-4566-B516-3273FA0289FE}"/>
              </a:ext>
            </a:extLst>
          </p:cNvPr>
          <p:cNvSpPr>
            <a:spLocks noGrp="1"/>
          </p:cNvSpPr>
          <p:nvPr/>
        </p:nvSpPr>
        <p:spPr>
          <a:xfrm>
            <a:off x="4997115" y="3241362"/>
            <a:ext cx="45341" cy="45341"/>
          </a:xfrm>
          <a:prstGeom prst="ellipse">
            <a:avLst/>
          </a:prstGeom>
          <a:solidFill>
            <a:srgbClr val="7D8990">
              <a:alpha val="40000"/>
            </a:srgbClr>
          </a:solidFill>
          <a:ln w="0">
            <a:noFill/>
            <a:prstDash val="solid"/>
          </a:ln>
        </p:spPr>
      </p:sp>
      <p:sp>
        <p:nvSpPr>
          <p:cNvPr id="1479" name="a_full_bar_ellipse_1478">
            <a:extLst>
              <a:ext uri="{FF2B5EF4-FFF2-40B4-BE49-F238E27FC236}">
                <a16:creationId xmlns:a16="http://schemas.microsoft.com/office/drawing/2014/main" id="{3F38C9B0-3E9D-41F6-8046-320A491F5FCB}"/>
              </a:ext>
            </a:extLst>
          </p:cNvPr>
          <p:cNvSpPr>
            <a:spLocks noGrp="1"/>
          </p:cNvSpPr>
          <p:nvPr/>
        </p:nvSpPr>
        <p:spPr>
          <a:xfrm>
            <a:off x="4917979" y="4457382"/>
            <a:ext cx="45341" cy="45341"/>
          </a:xfrm>
          <a:prstGeom prst="ellipse">
            <a:avLst/>
          </a:prstGeom>
          <a:solidFill>
            <a:srgbClr val="7D8990">
              <a:alpha val="40000"/>
            </a:srgbClr>
          </a:solidFill>
          <a:ln w="0">
            <a:noFill/>
            <a:prstDash val="solid"/>
          </a:ln>
        </p:spPr>
      </p:sp>
      <p:sp>
        <p:nvSpPr>
          <p:cNvPr id="1480" name="a_full_bar_ellipse_1479">
            <a:extLst>
              <a:ext uri="{FF2B5EF4-FFF2-40B4-BE49-F238E27FC236}">
                <a16:creationId xmlns:a16="http://schemas.microsoft.com/office/drawing/2014/main" id="{BF4D7388-1F27-4396-AADE-BEF3AF16DC5F}"/>
              </a:ext>
            </a:extLst>
          </p:cNvPr>
          <p:cNvSpPr>
            <a:spLocks noGrp="1"/>
          </p:cNvSpPr>
          <p:nvPr/>
        </p:nvSpPr>
        <p:spPr>
          <a:xfrm>
            <a:off x="4833612" y="2025341"/>
            <a:ext cx="45341" cy="45341"/>
          </a:xfrm>
          <a:prstGeom prst="ellipse">
            <a:avLst/>
          </a:prstGeom>
          <a:solidFill>
            <a:srgbClr val="7D8990">
              <a:alpha val="40000"/>
            </a:srgbClr>
          </a:solidFill>
          <a:ln w="0">
            <a:noFill/>
            <a:prstDash val="solid"/>
          </a:ln>
        </p:spPr>
      </p:sp>
      <p:sp>
        <p:nvSpPr>
          <p:cNvPr id="1481" name="a_full_bar_ellipse_1480">
            <a:extLst>
              <a:ext uri="{FF2B5EF4-FFF2-40B4-BE49-F238E27FC236}">
                <a16:creationId xmlns:a16="http://schemas.microsoft.com/office/drawing/2014/main" id="{F9F21C1B-D2F9-4CDC-BB64-BD14E895B221}"/>
              </a:ext>
            </a:extLst>
          </p:cNvPr>
          <p:cNvSpPr>
            <a:spLocks noGrp="1"/>
          </p:cNvSpPr>
          <p:nvPr/>
        </p:nvSpPr>
        <p:spPr>
          <a:xfrm>
            <a:off x="4874205" y="2025341"/>
            <a:ext cx="45341" cy="45341"/>
          </a:xfrm>
          <a:prstGeom prst="ellipse">
            <a:avLst/>
          </a:prstGeom>
          <a:solidFill>
            <a:srgbClr val="7D8990">
              <a:alpha val="40000"/>
            </a:srgbClr>
          </a:solidFill>
          <a:ln w="0">
            <a:noFill/>
            <a:prstDash val="solid"/>
          </a:ln>
        </p:spPr>
      </p:sp>
      <p:sp>
        <p:nvSpPr>
          <p:cNvPr id="1482" name="a_full_bar_ellipse_1481">
            <a:extLst>
              <a:ext uri="{FF2B5EF4-FFF2-40B4-BE49-F238E27FC236}">
                <a16:creationId xmlns:a16="http://schemas.microsoft.com/office/drawing/2014/main" id="{D9D5F66F-0A3B-4EF3-B01F-BCE107249AF2}"/>
              </a:ext>
            </a:extLst>
          </p:cNvPr>
          <p:cNvSpPr>
            <a:spLocks noGrp="1"/>
          </p:cNvSpPr>
          <p:nvPr/>
        </p:nvSpPr>
        <p:spPr>
          <a:xfrm>
            <a:off x="4924087" y="3722703"/>
            <a:ext cx="45341" cy="45341"/>
          </a:xfrm>
          <a:prstGeom prst="ellipse">
            <a:avLst/>
          </a:prstGeom>
          <a:solidFill>
            <a:srgbClr val="7D8990">
              <a:alpha val="40000"/>
            </a:srgbClr>
          </a:solidFill>
          <a:ln w="0">
            <a:noFill/>
            <a:prstDash val="solid"/>
          </a:ln>
        </p:spPr>
      </p:sp>
      <p:sp>
        <p:nvSpPr>
          <p:cNvPr id="1483" name="a_full_bar_ellipse_1482">
            <a:extLst>
              <a:ext uri="{FF2B5EF4-FFF2-40B4-BE49-F238E27FC236}">
                <a16:creationId xmlns:a16="http://schemas.microsoft.com/office/drawing/2014/main" id="{C02EC2B7-2EBD-4288-93DE-4D3DA5272E4B}"/>
              </a:ext>
            </a:extLst>
          </p:cNvPr>
          <p:cNvSpPr>
            <a:spLocks noGrp="1"/>
          </p:cNvSpPr>
          <p:nvPr/>
        </p:nvSpPr>
        <p:spPr>
          <a:xfrm>
            <a:off x="4951829" y="4457382"/>
            <a:ext cx="45341" cy="45341"/>
          </a:xfrm>
          <a:prstGeom prst="ellipse">
            <a:avLst/>
          </a:prstGeom>
          <a:solidFill>
            <a:srgbClr val="7D8990">
              <a:alpha val="40000"/>
            </a:srgbClr>
          </a:solidFill>
          <a:ln w="0">
            <a:noFill/>
            <a:prstDash val="solid"/>
          </a:ln>
        </p:spPr>
      </p:sp>
      <p:sp>
        <p:nvSpPr>
          <p:cNvPr id="1484" name="a_full_bar_ellipse_1483">
            <a:extLst>
              <a:ext uri="{FF2B5EF4-FFF2-40B4-BE49-F238E27FC236}">
                <a16:creationId xmlns:a16="http://schemas.microsoft.com/office/drawing/2014/main" id="{435994C8-3700-4FF1-9DCF-DC2D24618846}"/>
              </a:ext>
            </a:extLst>
          </p:cNvPr>
          <p:cNvSpPr>
            <a:spLocks noGrp="1"/>
          </p:cNvSpPr>
          <p:nvPr/>
        </p:nvSpPr>
        <p:spPr>
          <a:xfrm>
            <a:off x="4790908" y="2025341"/>
            <a:ext cx="45341" cy="45341"/>
          </a:xfrm>
          <a:prstGeom prst="ellipse">
            <a:avLst/>
          </a:prstGeom>
          <a:solidFill>
            <a:srgbClr val="7D8990">
              <a:alpha val="40000"/>
            </a:srgbClr>
          </a:solidFill>
          <a:ln w="0">
            <a:noFill/>
            <a:prstDash val="solid"/>
          </a:ln>
        </p:spPr>
      </p:sp>
      <p:sp>
        <p:nvSpPr>
          <p:cNvPr id="1485" name="a_full_bar_ellipse_1484">
            <a:extLst>
              <a:ext uri="{FF2B5EF4-FFF2-40B4-BE49-F238E27FC236}">
                <a16:creationId xmlns:a16="http://schemas.microsoft.com/office/drawing/2014/main" id="{7A84920A-0B95-4BF3-8EB4-8F4072803A1B}"/>
              </a:ext>
            </a:extLst>
          </p:cNvPr>
          <p:cNvSpPr>
            <a:spLocks noGrp="1"/>
          </p:cNvSpPr>
          <p:nvPr/>
        </p:nvSpPr>
        <p:spPr>
          <a:xfrm>
            <a:off x="4854088" y="4141217"/>
            <a:ext cx="45341" cy="45341"/>
          </a:xfrm>
          <a:prstGeom prst="ellipse">
            <a:avLst/>
          </a:prstGeom>
          <a:solidFill>
            <a:srgbClr val="7D8990">
              <a:alpha val="40000"/>
            </a:srgbClr>
          </a:solidFill>
          <a:ln w="0">
            <a:noFill/>
            <a:prstDash val="solid"/>
          </a:ln>
        </p:spPr>
      </p:sp>
      <p:sp>
        <p:nvSpPr>
          <p:cNvPr id="1486" name="a_full_bar_ellipse_1485">
            <a:extLst>
              <a:ext uri="{FF2B5EF4-FFF2-40B4-BE49-F238E27FC236}">
                <a16:creationId xmlns:a16="http://schemas.microsoft.com/office/drawing/2014/main" id="{8CFB4653-F4CD-4206-8A3B-1E0CCBB75097}"/>
              </a:ext>
            </a:extLst>
          </p:cNvPr>
          <p:cNvSpPr>
            <a:spLocks noGrp="1"/>
          </p:cNvSpPr>
          <p:nvPr/>
        </p:nvSpPr>
        <p:spPr>
          <a:xfrm>
            <a:off x="4818234" y="2937356"/>
            <a:ext cx="45341" cy="45341"/>
          </a:xfrm>
          <a:prstGeom prst="ellipse">
            <a:avLst/>
          </a:prstGeom>
          <a:solidFill>
            <a:srgbClr val="7D8990">
              <a:alpha val="40000"/>
            </a:srgbClr>
          </a:solidFill>
          <a:ln w="0">
            <a:noFill/>
            <a:prstDash val="solid"/>
          </a:ln>
        </p:spPr>
      </p:sp>
      <p:sp>
        <p:nvSpPr>
          <p:cNvPr id="1487" name="a_full_bar_ellipse_1486">
            <a:extLst>
              <a:ext uri="{FF2B5EF4-FFF2-40B4-BE49-F238E27FC236}">
                <a16:creationId xmlns:a16="http://schemas.microsoft.com/office/drawing/2014/main" id="{63F77AE1-17CC-44C6-A9C1-BC271CF1093D}"/>
              </a:ext>
            </a:extLst>
          </p:cNvPr>
          <p:cNvSpPr>
            <a:spLocks noGrp="1"/>
          </p:cNvSpPr>
          <p:nvPr/>
        </p:nvSpPr>
        <p:spPr>
          <a:xfrm>
            <a:off x="4911404" y="3545367"/>
            <a:ext cx="45341" cy="45341"/>
          </a:xfrm>
          <a:prstGeom prst="ellipse">
            <a:avLst/>
          </a:prstGeom>
          <a:solidFill>
            <a:srgbClr val="7D8990">
              <a:alpha val="40000"/>
            </a:srgbClr>
          </a:solidFill>
          <a:ln w="0">
            <a:noFill/>
            <a:prstDash val="solid"/>
          </a:ln>
        </p:spPr>
      </p:sp>
      <p:sp>
        <p:nvSpPr>
          <p:cNvPr id="1488" name="a_full_bar_ellipse_1487">
            <a:extLst>
              <a:ext uri="{FF2B5EF4-FFF2-40B4-BE49-F238E27FC236}">
                <a16:creationId xmlns:a16="http://schemas.microsoft.com/office/drawing/2014/main" id="{1ABDF62A-3FD6-43DA-B72F-BAEF92AB94F7}"/>
              </a:ext>
            </a:extLst>
          </p:cNvPr>
          <p:cNvSpPr>
            <a:spLocks noGrp="1"/>
          </p:cNvSpPr>
          <p:nvPr/>
        </p:nvSpPr>
        <p:spPr>
          <a:xfrm>
            <a:off x="4977945" y="4457382"/>
            <a:ext cx="45341" cy="45341"/>
          </a:xfrm>
          <a:prstGeom prst="ellipse">
            <a:avLst/>
          </a:prstGeom>
          <a:solidFill>
            <a:srgbClr val="7D8990">
              <a:alpha val="40000"/>
            </a:srgbClr>
          </a:solidFill>
          <a:ln w="0">
            <a:noFill/>
            <a:prstDash val="solid"/>
          </a:ln>
        </p:spPr>
      </p:sp>
      <p:sp>
        <p:nvSpPr>
          <p:cNvPr id="1489" name="a_full_bar_ellipse_1488">
            <a:extLst>
              <a:ext uri="{FF2B5EF4-FFF2-40B4-BE49-F238E27FC236}">
                <a16:creationId xmlns:a16="http://schemas.microsoft.com/office/drawing/2014/main" id="{FB2ED607-6AD1-475F-89EA-7EFADA8956ED}"/>
              </a:ext>
            </a:extLst>
          </p:cNvPr>
          <p:cNvSpPr>
            <a:spLocks noGrp="1"/>
          </p:cNvSpPr>
          <p:nvPr/>
        </p:nvSpPr>
        <p:spPr>
          <a:xfrm>
            <a:off x="4992158" y="4254712"/>
            <a:ext cx="45341" cy="45341"/>
          </a:xfrm>
          <a:prstGeom prst="ellipse">
            <a:avLst/>
          </a:prstGeom>
          <a:solidFill>
            <a:srgbClr val="7D8990">
              <a:alpha val="40000"/>
            </a:srgbClr>
          </a:solidFill>
          <a:ln w="0">
            <a:noFill/>
            <a:prstDash val="solid"/>
          </a:ln>
        </p:spPr>
      </p:sp>
      <p:sp>
        <p:nvSpPr>
          <p:cNvPr id="1490" name="a_full_bar_ellipse_1489">
            <a:extLst>
              <a:ext uri="{FF2B5EF4-FFF2-40B4-BE49-F238E27FC236}">
                <a16:creationId xmlns:a16="http://schemas.microsoft.com/office/drawing/2014/main" id="{8A622509-DE63-4006-B168-9D7124B27578}"/>
              </a:ext>
            </a:extLst>
          </p:cNvPr>
          <p:cNvSpPr>
            <a:spLocks noGrp="1"/>
          </p:cNvSpPr>
          <p:nvPr/>
        </p:nvSpPr>
        <p:spPr>
          <a:xfrm>
            <a:off x="4951092" y="4438674"/>
            <a:ext cx="45341" cy="45341"/>
          </a:xfrm>
          <a:prstGeom prst="ellipse">
            <a:avLst/>
          </a:prstGeom>
          <a:solidFill>
            <a:srgbClr val="7D8990">
              <a:alpha val="40000"/>
            </a:srgbClr>
          </a:solidFill>
          <a:ln w="0">
            <a:noFill/>
            <a:prstDash val="solid"/>
          </a:ln>
        </p:spPr>
      </p:sp>
      <p:sp>
        <p:nvSpPr>
          <p:cNvPr id="1491" name="a_full_bar_ellipse_1490">
            <a:extLst>
              <a:ext uri="{FF2B5EF4-FFF2-40B4-BE49-F238E27FC236}">
                <a16:creationId xmlns:a16="http://schemas.microsoft.com/office/drawing/2014/main" id="{A48A9391-3888-47E6-8FC0-1454D2F08B3B}"/>
              </a:ext>
            </a:extLst>
          </p:cNvPr>
          <p:cNvSpPr>
            <a:spLocks noGrp="1"/>
          </p:cNvSpPr>
          <p:nvPr/>
        </p:nvSpPr>
        <p:spPr>
          <a:xfrm>
            <a:off x="4962123" y="4109948"/>
            <a:ext cx="45341" cy="45341"/>
          </a:xfrm>
          <a:prstGeom prst="ellipse">
            <a:avLst/>
          </a:prstGeom>
          <a:solidFill>
            <a:srgbClr val="7D8990">
              <a:alpha val="40000"/>
            </a:srgbClr>
          </a:solidFill>
          <a:ln w="0">
            <a:noFill/>
            <a:prstDash val="solid"/>
          </a:ln>
        </p:spPr>
      </p:sp>
      <p:sp>
        <p:nvSpPr>
          <p:cNvPr id="1492" name="a_full_bar_ellipse_1491">
            <a:extLst>
              <a:ext uri="{FF2B5EF4-FFF2-40B4-BE49-F238E27FC236}">
                <a16:creationId xmlns:a16="http://schemas.microsoft.com/office/drawing/2014/main" id="{E0812AAB-2159-472E-8C88-32392443526D}"/>
              </a:ext>
            </a:extLst>
          </p:cNvPr>
          <p:cNvSpPr>
            <a:spLocks noGrp="1"/>
          </p:cNvSpPr>
          <p:nvPr/>
        </p:nvSpPr>
        <p:spPr>
          <a:xfrm>
            <a:off x="4922261" y="2025341"/>
            <a:ext cx="45341" cy="45341"/>
          </a:xfrm>
          <a:prstGeom prst="ellipse">
            <a:avLst/>
          </a:prstGeom>
          <a:solidFill>
            <a:srgbClr val="7D8990">
              <a:alpha val="40000"/>
            </a:srgbClr>
          </a:solidFill>
          <a:ln w="0">
            <a:noFill/>
            <a:prstDash val="solid"/>
          </a:ln>
        </p:spPr>
      </p:sp>
      <p:sp>
        <p:nvSpPr>
          <p:cNvPr id="1493" name="a_full_bar_ellipse_1492">
            <a:extLst>
              <a:ext uri="{FF2B5EF4-FFF2-40B4-BE49-F238E27FC236}">
                <a16:creationId xmlns:a16="http://schemas.microsoft.com/office/drawing/2014/main" id="{3B16E2BF-4F98-4910-B514-06A83330FD32}"/>
              </a:ext>
            </a:extLst>
          </p:cNvPr>
          <p:cNvSpPr>
            <a:spLocks noGrp="1"/>
          </p:cNvSpPr>
          <p:nvPr/>
        </p:nvSpPr>
        <p:spPr>
          <a:xfrm>
            <a:off x="4981036" y="4457382"/>
            <a:ext cx="45341" cy="45341"/>
          </a:xfrm>
          <a:prstGeom prst="ellipse">
            <a:avLst/>
          </a:prstGeom>
          <a:solidFill>
            <a:srgbClr val="7D8990">
              <a:alpha val="40000"/>
            </a:srgbClr>
          </a:solidFill>
          <a:ln w="0">
            <a:noFill/>
            <a:prstDash val="solid"/>
          </a:ln>
        </p:spPr>
      </p:sp>
      <p:sp>
        <p:nvSpPr>
          <p:cNvPr id="1494" name="a_full_bar_ellipse_1493">
            <a:extLst>
              <a:ext uri="{FF2B5EF4-FFF2-40B4-BE49-F238E27FC236}">
                <a16:creationId xmlns:a16="http://schemas.microsoft.com/office/drawing/2014/main" id="{4D068E29-0394-491B-BF1E-24947C966A4E}"/>
              </a:ext>
            </a:extLst>
          </p:cNvPr>
          <p:cNvSpPr>
            <a:spLocks noGrp="1"/>
          </p:cNvSpPr>
          <p:nvPr/>
        </p:nvSpPr>
        <p:spPr>
          <a:xfrm>
            <a:off x="4950958" y="4313624"/>
            <a:ext cx="45341" cy="45341"/>
          </a:xfrm>
          <a:prstGeom prst="ellipse">
            <a:avLst/>
          </a:prstGeom>
          <a:solidFill>
            <a:srgbClr val="7D8990">
              <a:alpha val="40000"/>
            </a:srgbClr>
          </a:solidFill>
          <a:ln w="0">
            <a:noFill/>
            <a:prstDash val="solid"/>
          </a:ln>
        </p:spPr>
      </p:sp>
      <p:sp>
        <p:nvSpPr>
          <p:cNvPr id="1495" name="a_full_bar_ellipse_1494">
            <a:extLst>
              <a:ext uri="{FF2B5EF4-FFF2-40B4-BE49-F238E27FC236}">
                <a16:creationId xmlns:a16="http://schemas.microsoft.com/office/drawing/2014/main" id="{F9917612-C734-4CD6-834F-FEB17E34B909}"/>
              </a:ext>
            </a:extLst>
          </p:cNvPr>
          <p:cNvSpPr>
            <a:spLocks noGrp="1"/>
          </p:cNvSpPr>
          <p:nvPr/>
        </p:nvSpPr>
        <p:spPr>
          <a:xfrm>
            <a:off x="4819286" y="2025341"/>
            <a:ext cx="45341" cy="45341"/>
          </a:xfrm>
          <a:prstGeom prst="ellipse">
            <a:avLst/>
          </a:prstGeom>
          <a:solidFill>
            <a:srgbClr val="7D8990">
              <a:alpha val="40000"/>
            </a:srgbClr>
          </a:solidFill>
          <a:ln w="0">
            <a:noFill/>
            <a:prstDash val="solid"/>
          </a:ln>
        </p:spPr>
      </p:sp>
      <p:sp>
        <p:nvSpPr>
          <p:cNvPr id="1496" name="a_full_bar_ellipse_1495">
            <a:extLst>
              <a:ext uri="{FF2B5EF4-FFF2-40B4-BE49-F238E27FC236}">
                <a16:creationId xmlns:a16="http://schemas.microsoft.com/office/drawing/2014/main" id="{CC7E25F5-647F-44C0-B540-16DA7A230C81}"/>
              </a:ext>
            </a:extLst>
          </p:cNvPr>
          <p:cNvSpPr>
            <a:spLocks noGrp="1"/>
          </p:cNvSpPr>
          <p:nvPr/>
        </p:nvSpPr>
        <p:spPr>
          <a:xfrm>
            <a:off x="4851311" y="4052042"/>
            <a:ext cx="45341" cy="45341"/>
          </a:xfrm>
          <a:prstGeom prst="ellipse">
            <a:avLst/>
          </a:prstGeom>
          <a:solidFill>
            <a:srgbClr val="7D8990">
              <a:alpha val="40000"/>
            </a:srgbClr>
          </a:solidFill>
          <a:ln w="0">
            <a:noFill/>
            <a:prstDash val="solid"/>
          </a:ln>
        </p:spPr>
      </p:sp>
      <p:sp>
        <p:nvSpPr>
          <p:cNvPr id="1497" name="a_full_bar_ellipse_1496">
            <a:extLst>
              <a:ext uri="{FF2B5EF4-FFF2-40B4-BE49-F238E27FC236}">
                <a16:creationId xmlns:a16="http://schemas.microsoft.com/office/drawing/2014/main" id="{D62349FA-B952-424D-B6FA-E5FC3F885905}"/>
              </a:ext>
            </a:extLst>
          </p:cNvPr>
          <p:cNvSpPr>
            <a:spLocks noGrp="1"/>
          </p:cNvSpPr>
          <p:nvPr/>
        </p:nvSpPr>
        <p:spPr>
          <a:xfrm>
            <a:off x="4952262" y="4457382"/>
            <a:ext cx="45341" cy="45341"/>
          </a:xfrm>
          <a:prstGeom prst="ellipse">
            <a:avLst/>
          </a:prstGeom>
          <a:solidFill>
            <a:srgbClr val="7D8990">
              <a:alpha val="40000"/>
            </a:srgbClr>
          </a:solidFill>
          <a:ln w="0">
            <a:noFill/>
            <a:prstDash val="solid"/>
          </a:ln>
        </p:spPr>
      </p:sp>
      <p:sp>
        <p:nvSpPr>
          <p:cNvPr id="1498" name="a_full_bar_ellipse_1497">
            <a:extLst>
              <a:ext uri="{FF2B5EF4-FFF2-40B4-BE49-F238E27FC236}">
                <a16:creationId xmlns:a16="http://schemas.microsoft.com/office/drawing/2014/main" id="{3A5539D1-5F41-4C9B-828C-71F2ACB0F3C1}"/>
              </a:ext>
            </a:extLst>
          </p:cNvPr>
          <p:cNvSpPr>
            <a:spLocks noGrp="1"/>
          </p:cNvSpPr>
          <p:nvPr/>
        </p:nvSpPr>
        <p:spPr>
          <a:xfrm>
            <a:off x="4804772" y="4457382"/>
            <a:ext cx="45341" cy="45341"/>
          </a:xfrm>
          <a:prstGeom prst="ellipse">
            <a:avLst/>
          </a:prstGeom>
          <a:solidFill>
            <a:srgbClr val="7D8990">
              <a:alpha val="40000"/>
            </a:srgbClr>
          </a:solidFill>
          <a:ln w="0">
            <a:noFill/>
            <a:prstDash val="solid"/>
          </a:ln>
        </p:spPr>
      </p:sp>
      <p:sp>
        <p:nvSpPr>
          <p:cNvPr id="1499" name="a_full_bar_ellipse_1498">
            <a:extLst>
              <a:ext uri="{FF2B5EF4-FFF2-40B4-BE49-F238E27FC236}">
                <a16:creationId xmlns:a16="http://schemas.microsoft.com/office/drawing/2014/main" id="{25F24F68-D4B0-42D5-A7A9-623C516E691A}"/>
              </a:ext>
            </a:extLst>
          </p:cNvPr>
          <p:cNvSpPr>
            <a:spLocks noGrp="1"/>
          </p:cNvSpPr>
          <p:nvPr/>
        </p:nvSpPr>
        <p:spPr>
          <a:xfrm>
            <a:off x="4831821" y="4457382"/>
            <a:ext cx="45341" cy="45341"/>
          </a:xfrm>
          <a:prstGeom prst="ellipse">
            <a:avLst/>
          </a:prstGeom>
          <a:solidFill>
            <a:srgbClr val="7D8990">
              <a:alpha val="40000"/>
            </a:srgbClr>
          </a:solidFill>
          <a:ln w="0">
            <a:noFill/>
            <a:prstDash val="solid"/>
          </a:ln>
        </p:spPr>
      </p:sp>
      <p:sp>
        <p:nvSpPr>
          <p:cNvPr id="1500" name="a_full_bar_ellipse_1499">
            <a:extLst>
              <a:ext uri="{FF2B5EF4-FFF2-40B4-BE49-F238E27FC236}">
                <a16:creationId xmlns:a16="http://schemas.microsoft.com/office/drawing/2014/main" id="{8C25CA10-4CEF-4D40-AC82-E76DCB1D4814}"/>
              </a:ext>
            </a:extLst>
          </p:cNvPr>
          <p:cNvSpPr>
            <a:spLocks noGrp="1"/>
          </p:cNvSpPr>
          <p:nvPr/>
        </p:nvSpPr>
        <p:spPr>
          <a:xfrm>
            <a:off x="4798449" y="2025341"/>
            <a:ext cx="45341" cy="45341"/>
          </a:xfrm>
          <a:prstGeom prst="ellipse">
            <a:avLst/>
          </a:prstGeom>
          <a:solidFill>
            <a:srgbClr val="7D8990">
              <a:alpha val="40000"/>
            </a:srgbClr>
          </a:solidFill>
          <a:ln w="0">
            <a:noFill/>
            <a:prstDash val="solid"/>
          </a:ln>
        </p:spPr>
      </p:sp>
      <p:sp>
        <p:nvSpPr>
          <p:cNvPr id="1501" name="a_full_bar_ellipse_1500">
            <a:extLst>
              <a:ext uri="{FF2B5EF4-FFF2-40B4-BE49-F238E27FC236}">
                <a16:creationId xmlns:a16="http://schemas.microsoft.com/office/drawing/2014/main" id="{5437FC7F-C3F2-4B13-8DA1-F4EF1AC12BE3}"/>
              </a:ext>
            </a:extLst>
          </p:cNvPr>
          <p:cNvSpPr>
            <a:spLocks noGrp="1"/>
          </p:cNvSpPr>
          <p:nvPr/>
        </p:nvSpPr>
        <p:spPr>
          <a:xfrm>
            <a:off x="4922149" y="3241362"/>
            <a:ext cx="45341" cy="45341"/>
          </a:xfrm>
          <a:prstGeom prst="ellipse">
            <a:avLst/>
          </a:prstGeom>
          <a:solidFill>
            <a:srgbClr val="7D8990">
              <a:alpha val="40000"/>
            </a:srgbClr>
          </a:solidFill>
          <a:ln w="0">
            <a:noFill/>
            <a:prstDash val="solid"/>
          </a:ln>
        </p:spPr>
      </p:sp>
      <p:sp>
        <p:nvSpPr>
          <p:cNvPr id="1502" name="a_full_bar_ellipse_1501">
            <a:extLst>
              <a:ext uri="{FF2B5EF4-FFF2-40B4-BE49-F238E27FC236}">
                <a16:creationId xmlns:a16="http://schemas.microsoft.com/office/drawing/2014/main" id="{2DE7B5A7-C76D-4198-9108-F09A7FCCE29F}"/>
              </a:ext>
            </a:extLst>
          </p:cNvPr>
          <p:cNvSpPr>
            <a:spLocks noGrp="1"/>
          </p:cNvSpPr>
          <p:nvPr/>
        </p:nvSpPr>
        <p:spPr>
          <a:xfrm>
            <a:off x="4805560" y="2329346"/>
            <a:ext cx="45341" cy="45341"/>
          </a:xfrm>
          <a:prstGeom prst="ellipse">
            <a:avLst/>
          </a:prstGeom>
          <a:solidFill>
            <a:srgbClr val="7D8990">
              <a:alpha val="40000"/>
            </a:srgbClr>
          </a:solidFill>
          <a:ln w="0">
            <a:noFill/>
            <a:prstDash val="solid"/>
          </a:ln>
        </p:spPr>
      </p:sp>
      <p:sp>
        <p:nvSpPr>
          <p:cNvPr id="1503" name="a_full_bar_ellipse_1502">
            <a:extLst>
              <a:ext uri="{FF2B5EF4-FFF2-40B4-BE49-F238E27FC236}">
                <a16:creationId xmlns:a16="http://schemas.microsoft.com/office/drawing/2014/main" id="{42A32EBC-CF42-48BE-AA9A-F1C9F98310AC}"/>
              </a:ext>
            </a:extLst>
          </p:cNvPr>
          <p:cNvSpPr>
            <a:spLocks noGrp="1"/>
          </p:cNvSpPr>
          <p:nvPr/>
        </p:nvSpPr>
        <p:spPr>
          <a:xfrm>
            <a:off x="4843520" y="4457382"/>
            <a:ext cx="45341" cy="45341"/>
          </a:xfrm>
          <a:prstGeom prst="ellipse">
            <a:avLst/>
          </a:prstGeom>
          <a:solidFill>
            <a:srgbClr val="7D8990">
              <a:alpha val="40000"/>
            </a:srgbClr>
          </a:solidFill>
          <a:ln w="0">
            <a:noFill/>
            <a:prstDash val="solid"/>
          </a:ln>
        </p:spPr>
      </p:sp>
      <p:sp>
        <p:nvSpPr>
          <p:cNvPr id="1504" name="a_full_bar_ellipse_1503">
            <a:extLst>
              <a:ext uri="{FF2B5EF4-FFF2-40B4-BE49-F238E27FC236}">
                <a16:creationId xmlns:a16="http://schemas.microsoft.com/office/drawing/2014/main" id="{71AAA593-F7BF-411F-8043-91F159436139}"/>
              </a:ext>
            </a:extLst>
          </p:cNvPr>
          <p:cNvSpPr>
            <a:spLocks noGrp="1"/>
          </p:cNvSpPr>
          <p:nvPr/>
        </p:nvSpPr>
        <p:spPr>
          <a:xfrm>
            <a:off x="4870280" y="4060607"/>
            <a:ext cx="45341" cy="45341"/>
          </a:xfrm>
          <a:prstGeom prst="ellipse">
            <a:avLst/>
          </a:prstGeom>
          <a:solidFill>
            <a:srgbClr val="7D8990">
              <a:alpha val="40000"/>
            </a:srgbClr>
          </a:solidFill>
          <a:ln w="0">
            <a:noFill/>
            <a:prstDash val="solid"/>
          </a:ln>
        </p:spPr>
      </p:sp>
      <p:sp>
        <p:nvSpPr>
          <p:cNvPr id="1505" name="a_full_bar_ellipse_1504">
            <a:extLst>
              <a:ext uri="{FF2B5EF4-FFF2-40B4-BE49-F238E27FC236}">
                <a16:creationId xmlns:a16="http://schemas.microsoft.com/office/drawing/2014/main" id="{C81BDEB7-AF8E-4480-9773-D1785DF28E35}"/>
              </a:ext>
            </a:extLst>
          </p:cNvPr>
          <p:cNvSpPr>
            <a:spLocks noGrp="1"/>
          </p:cNvSpPr>
          <p:nvPr/>
        </p:nvSpPr>
        <p:spPr>
          <a:xfrm>
            <a:off x="4855254" y="2025341"/>
            <a:ext cx="45341" cy="45341"/>
          </a:xfrm>
          <a:prstGeom prst="ellipse">
            <a:avLst/>
          </a:prstGeom>
          <a:solidFill>
            <a:srgbClr val="7D8990">
              <a:alpha val="40000"/>
            </a:srgbClr>
          </a:solidFill>
          <a:ln w="0">
            <a:noFill/>
            <a:prstDash val="solid"/>
          </a:ln>
        </p:spPr>
      </p:sp>
      <p:sp>
        <p:nvSpPr>
          <p:cNvPr id="1506" name="a_full_bar_ellipse_1505">
            <a:extLst>
              <a:ext uri="{FF2B5EF4-FFF2-40B4-BE49-F238E27FC236}">
                <a16:creationId xmlns:a16="http://schemas.microsoft.com/office/drawing/2014/main" id="{FD7F8FB6-491C-4E63-9669-14BA7510E72A}"/>
              </a:ext>
            </a:extLst>
          </p:cNvPr>
          <p:cNvSpPr>
            <a:spLocks noGrp="1"/>
          </p:cNvSpPr>
          <p:nvPr/>
        </p:nvSpPr>
        <p:spPr>
          <a:xfrm>
            <a:off x="4832474" y="4457382"/>
            <a:ext cx="45341" cy="45341"/>
          </a:xfrm>
          <a:prstGeom prst="ellipse">
            <a:avLst/>
          </a:prstGeom>
          <a:solidFill>
            <a:srgbClr val="7D8990">
              <a:alpha val="40000"/>
            </a:srgbClr>
          </a:solidFill>
          <a:ln w="0">
            <a:noFill/>
            <a:prstDash val="solid"/>
          </a:ln>
        </p:spPr>
      </p:sp>
      <p:sp>
        <p:nvSpPr>
          <p:cNvPr id="1507" name="a_full_bar_ellipse_1506">
            <a:extLst>
              <a:ext uri="{FF2B5EF4-FFF2-40B4-BE49-F238E27FC236}">
                <a16:creationId xmlns:a16="http://schemas.microsoft.com/office/drawing/2014/main" id="{2AA8A30C-D72C-457B-865E-73746542A56E}"/>
              </a:ext>
            </a:extLst>
          </p:cNvPr>
          <p:cNvSpPr>
            <a:spLocks noGrp="1"/>
          </p:cNvSpPr>
          <p:nvPr/>
        </p:nvSpPr>
        <p:spPr>
          <a:xfrm>
            <a:off x="4886268" y="4457382"/>
            <a:ext cx="45341" cy="45341"/>
          </a:xfrm>
          <a:prstGeom prst="ellipse">
            <a:avLst/>
          </a:prstGeom>
          <a:solidFill>
            <a:srgbClr val="7D8990">
              <a:alpha val="40000"/>
            </a:srgbClr>
          </a:solidFill>
          <a:ln w="0">
            <a:noFill/>
            <a:prstDash val="solid"/>
          </a:ln>
        </p:spPr>
      </p:sp>
      <p:sp>
        <p:nvSpPr>
          <p:cNvPr id="1508" name="a_full_bar_ellipse_1507">
            <a:extLst>
              <a:ext uri="{FF2B5EF4-FFF2-40B4-BE49-F238E27FC236}">
                <a16:creationId xmlns:a16="http://schemas.microsoft.com/office/drawing/2014/main" id="{8412487D-10AD-457D-9358-D61C63812C62}"/>
              </a:ext>
            </a:extLst>
          </p:cNvPr>
          <p:cNvSpPr>
            <a:spLocks noGrp="1"/>
          </p:cNvSpPr>
          <p:nvPr/>
        </p:nvSpPr>
        <p:spPr>
          <a:xfrm>
            <a:off x="4963529" y="4187155"/>
            <a:ext cx="45341" cy="45341"/>
          </a:xfrm>
          <a:prstGeom prst="ellipse">
            <a:avLst/>
          </a:prstGeom>
          <a:solidFill>
            <a:srgbClr val="7D8990">
              <a:alpha val="40000"/>
            </a:srgbClr>
          </a:solidFill>
          <a:ln w="0">
            <a:noFill/>
            <a:prstDash val="solid"/>
          </a:ln>
        </p:spPr>
      </p:sp>
      <p:sp>
        <p:nvSpPr>
          <p:cNvPr id="1509" name="a_full_bar_ellipse_1508">
            <a:extLst>
              <a:ext uri="{FF2B5EF4-FFF2-40B4-BE49-F238E27FC236}">
                <a16:creationId xmlns:a16="http://schemas.microsoft.com/office/drawing/2014/main" id="{592934B7-6392-451C-923A-35B6187F116F}"/>
              </a:ext>
            </a:extLst>
          </p:cNvPr>
          <p:cNvSpPr>
            <a:spLocks noGrp="1"/>
          </p:cNvSpPr>
          <p:nvPr/>
        </p:nvSpPr>
        <p:spPr>
          <a:xfrm>
            <a:off x="4958453" y="4011508"/>
            <a:ext cx="45341" cy="45341"/>
          </a:xfrm>
          <a:prstGeom prst="ellipse">
            <a:avLst/>
          </a:prstGeom>
          <a:solidFill>
            <a:srgbClr val="7D8990">
              <a:alpha val="40000"/>
            </a:srgbClr>
          </a:solidFill>
          <a:ln w="0">
            <a:noFill/>
            <a:prstDash val="solid"/>
          </a:ln>
        </p:spPr>
      </p:sp>
      <p:sp>
        <p:nvSpPr>
          <p:cNvPr id="1510" name="a_full_bar_ellipse_1509">
            <a:extLst>
              <a:ext uri="{FF2B5EF4-FFF2-40B4-BE49-F238E27FC236}">
                <a16:creationId xmlns:a16="http://schemas.microsoft.com/office/drawing/2014/main" id="{6298F41E-38E3-46EE-B988-B74FD75314C9}"/>
              </a:ext>
            </a:extLst>
          </p:cNvPr>
          <p:cNvSpPr>
            <a:spLocks noGrp="1"/>
          </p:cNvSpPr>
          <p:nvPr/>
        </p:nvSpPr>
        <p:spPr>
          <a:xfrm>
            <a:off x="4936563" y="2025341"/>
            <a:ext cx="45341" cy="45341"/>
          </a:xfrm>
          <a:prstGeom prst="ellipse">
            <a:avLst/>
          </a:prstGeom>
          <a:solidFill>
            <a:srgbClr val="7D8990">
              <a:alpha val="40000"/>
            </a:srgbClr>
          </a:solidFill>
          <a:ln w="0">
            <a:noFill/>
            <a:prstDash val="solid"/>
          </a:ln>
        </p:spPr>
      </p:sp>
      <p:sp>
        <p:nvSpPr>
          <p:cNvPr id="1511" name="a_full_bar_ellipse_1510">
            <a:extLst>
              <a:ext uri="{FF2B5EF4-FFF2-40B4-BE49-F238E27FC236}">
                <a16:creationId xmlns:a16="http://schemas.microsoft.com/office/drawing/2014/main" id="{C4A16E63-508F-41E2-A012-5B2DB6A5BCF9}"/>
              </a:ext>
            </a:extLst>
          </p:cNvPr>
          <p:cNvSpPr>
            <a:spLocks noGrp="1"/>
          </p:cNvSpPr>
          <p:nvPr/>
        </p:nvSpPr>
        <p:spPr>
          <a:xfrm>
            <a:off x="4978490" y="2025341"/>
            <a:ext cx="45341" cy="45341"/>
          </a:xfrm>
          <a:prstGeom prst="ellipse">
            <a:avLst/>
          </a:prstGeom>
          <a:solidFill>
            <a:srgbClr val="7D8990">
              <a:alpha val="40000"/>
            </a:srgbClr>
          </a:solidFill>
          <a:ln w="0">
            <a:noFill/>
            <a:prstDash val="solid"/>
          </a:ln>
        </p:spPr>
      </p:sp>
      <p:sp>
        <p:nvSpPr>
          <p:cNvPr id="1512" name="a_full_bar_ellipse_1511">
            <a:extLst>
              <a:ext uri="{FF2B5EF4-FFF2-40B4-BE49-F238E27FC236}">
                <a16:creationId xmlns:a16="http://schemas.microsoft.com/office/drawing/2014/main" id="{B65CFCB0-82E0-481F-B2D4-D51E426133FD}"/>
              </a:ext>
            </a:extLst>
          </p:cNvPr>
          <p:cNvSpPr>
            <a:spLocks noGrp="1"/>
          </p:cNvSpPr>
          <p:nvPr/>
        </p:nvSpPr>
        <p:spPr>
          <a:xfrm>
            <a:off x="4804908" y="3378164"/>
            <a:ext cx="45341" cy="45341"/>
          </a:xfrm>
          <a:prstGeom prst="ellipse">
            <a:avLst/>
          </a:prstGeom>
          <a:solidFill>
            <a:srgbClr val="7D8990">
              <a:alpha val="40000"/>
            </a:srgbClr>
          </a:solidFill>
          <a:ln w="0">
            <a:noFill/>
            <a:prstDash val="solid"/>
          </a:ln>
        </p:spPr>
      </p:sp>
      <p:sp>
        <p:nvSpPr>
          <p:cNvPr id="1513" name="a_full_bar_ellipse_1512">
            <a:extLst>
              <a:ext uri="{FF2B5EF4-FFF2-40B4-BE49-F238E27FC236}">
                <a16:creationId xmlns:a16="http://schemas.microsoft.com/office/drawing/2014/main" id="{6EB140F0-365B-4A7E-AAC1-64EA5180C2CA}"/>
              </a:ext>
            </a:extLst>
          </p:cNvPr>
          <p:cNvSpPr>
            <a:spLocks noGrp="1"/>
          </p:cNvSpPr>
          <p:nvPr/>
        </p:nvSpPr>
        <p:spPr>
          <a:xfrm>
            <a:off x="4896921" y="3849372"/>
            <a:ext cx="45341" cy="45341"/>
          </a:xfrm>
          <a:prstGeom prst="ellipse">
            <a:avLst/>
          </a:prstGeom>
          <a:solidFill>
            <a:srgbClr val="7D8990">
              <a:alpha val="40000"/>
            </a:srgbClr>
          </a:solidFill>
          <a:ln w="0">
            <a:noFill/>
            <a:prstDash val="solid"/>
          </a:ln>
        </p:spPr>
      </p:sp>
      <p:sp>
        <p:nvSpPr>
          <p:cNvPr id="1514" name="a_full_bar_ellipse_1513">
            <a:extLst>
              <a:ext uri="{FF2B5EF4-FFF2-40B4-BE49-F238E27FC236}">
                <a16:creationId xmlns:a16="http://schemas.microsoft.com/office/drawing/2014/main" id="{3BDEAE99-799B-4018-850C-E54FA989563B}"/>
              </a:ext>
            </a:extLst>
          </p:cNvPr>
          <p:cNvSpPr>
            <a:spLocks noGrp="1"/>
          </p:cNvSpPr>
          <p:nvPr/>
        </p:nvSpPr>
        <p:spPr>
          <a:xfrm>
            <a:off x="4880806" y="4457382"/>
            <a:ext cx="45341" cy="45341"/>
          </a:xfrm>
          <a:prstGeom prst="ellipse">
            <a:avLst/>
          </a:prstGeom>
          <a:solidFill>
            <a:srgbClr val="7D8990">
              <a:alpha val="40000"/>
            </a:srgbClr>
          </a:solidFill>
          <a:ln w="0">
            <a:noFill/>
            <a:prstDash val="solid"/>
          </a:ln>
        </p:spPr>
      </p:sp>
      <p:sp>
        <p:nvSpPr>
          <p:cNvPr id="1515" name="a_full_bar_ellipse_1514">
            <a:extLst>
              <a:ext uri="{FF2B5EF4-FFF2-40B4-BE49-F238E27FC236}">
                <a16:creationId xmlns:a16="http://schemas.microsoft.com/office/drawing/2014/main" id="{9474DB8E-10B9-4D9E-B45E-310909E063C0}"/>
              </a:ext>
            </a:extLst>
          </p:cNvPr>
          <p:cNvSpPr>
            <a:spLocks noGrp="1"/>
          </p:cNvSpPr>
          <p:nvPr/>
        </p:nvSpPr>
        <p:spPr>
          <a:xfrm>
            <a:off x="4981754" y="4397624"/>
            <a:ext cx="45341" cy="45341"/>
          </a:xfrm>
          <a:prstGeom prst="ellipse">
            <a:avLst/>
          </a:prstGeom>
          <a:solidFill>
            <a:srgbClr val="7D8990">
              <a:alpha val="40000"/>
            </a:srgbClr>
          </a:solidFill>
          <a:ln w="0">
            <a:noFill/>
            <a:prstDash val="solid"/>
          </a:ln>
        </p:spPr>
      </p:sp>
      <p:sp>
        <p:nvSpPr>
          <p:cNvPr id="1516" name="a_full_bar_ellipse_1515">
            <a:extLst>
              <a:ext uri="{FF2B5EF4-FFF2-40B4-BE49-F238E27FC236}">
                <a16:creationId xmlns:a16="http://schemas.microsoft.com/office/drawing/2014/main" id="{54ECB97F-3B51-4DF4-AB12-781128A8E769}"/>
              </a:ext>
            </a:extLst>
          </p:cNvPr>
          <p:cNvSpPr>
            <a:spLocks noGrp="1"/>
          </p:cNvSpPr>
          <p:nvPr/>
        </p:nvSpPr>
        <p:spPr>
          <a:xfrm>
            <a:off x="4791938" y="4288875"/>
            <a:ext cx="45341" cy="45341"/>
          </a:xfrm>
          <a:prstGeom prst="ellipse">
            <a:avLst/>
          </a:prstGeom>
          <a:solidFill>
            <a:srgbClr val="7D8990">
              <a:alpha val="40000"/>
            </a:srgbClr>
          </a:solidFill>
          <a:ln w="0">
            <a:noFill/>
            <a:prstDash val="solid"/>
          </a:ln>
        </p:spPr>
      </p:sp>
      <p:sp>
        <p:nvSpPr>
          <p:cNvPr id="1517" name="a_full_bar_ellipse_1516">
            <a:extLst>
              <a:ext uri="{FF2B5EF4-FFF2-40B4-BE49-F238E27FC236}">
                <a16:creationId xmlns:a16="http://schemas.microsoft.com/office/drawing/2014/main" id="{DECAFC8D-C9A7-40F8-80F0-469D370654B3}"/>
              </a:ext>
            </a:extLst>
          </p:cNvPr>
          <p:cNvSpPr>
            <a:spLocks noGrp="1"/>
          </p:cNvSpPr>
          <p:nvPr/>
        </p:nvSpPr>
        <p:spPr>
          <a:xfrm>
            <a:off x="4907872" y="4457382"/>
            <a:ext cx="45341" cy="45341"/>
          </a:xfrm>
          <a:prstGeom prst="ellipse">
            <a:avLst/>
          </a:prstGeom>
          <a:solidFill>
            <a:srgbClr val="7D8990">
              <a:alpha val="40000"/>
            </a:srgbClr>
          </a:solidFill>
          <a:ln w="0">
            <a:noFill/>
            <a:prstDash val="solid"/>
          </a:ln>
        </p:spPr>
      </p:sp>
      <p:sp>
        <p:nvSpPr>
          <p:cNvPr id="1518" name="a_full_bar_ellipse_1517">
            <a:extLst>
              <a:ext uri="{FF2B5EF4-FFF2-40B4-BE49-F238E27FC236}">
                <a16:creationId xmlns:a16="http://schemas.microsoft.com/office/drawing/2014/main" id="{3F6195F1-8C11-4953-ADE7-70D2CA871A18}"/>
              </a:ext>
            </a:extLst>
          </p:cNvPr>
          <p:cNvSpPr>
            <a:spLocks noGrp="1"/>
          </p:cNvSpPr>
          <p:nvPr/>
        </p:nvSpPr>
        <p:spPr>
          <a:xfrm>
            <a:off x="4898860" y="4298141"/>
            <a:ext cx="45341" cy="45341"/>
          </a:xfrm>
          <a:prstGeom prst="ellipse">
            <a:avLst/>
          </a:prstGeom>
          <a:solidFill>
            <a:srgbClr val="7D8990">
              <a:alpha val="40000"/>
            </a:srgbClr>
          </a:solidFill>
          <a:ln w="0">
            <a:noFill/>
            <a:prstDash val="solid"/>
          </a:ln>
        </p:spPr>
      </p:sp>
      <p:sp>
        <p:nvSpPr>
          <p:cNvPr id="1519" name="a_full_bar_ellipse_1518">
            <a:extLst>
              <a:ext uri="{FF2B5EF4-FFF2-40B4-BE49-F238E27FC236}">
                <a16:creationId xmlns:a16="http://schemas.microsoft.com/office/drawing/2014/main" id="{1616C1A6-8F3A-48CE-BB81-53F37B94356D}"/>
              </a:ext>
            </a:extLst>
          </p:cNvPr>
          <p:cNvSpPr>
            <a:spLocks noGrp="1"/>
          </p:cNvSpPr>
          <p:nvPr/>
        </p:nvSpPr>
        <p:spPr>
          <a:xfrm>
            <a:off x="4892132" y="3762513"/>
            <a:ext cx="45341" cy="45341"/>
          </a:xfrm>
          <a:prstGeom prst="ellipse">
            <a:avLst/>
          </a:prstGeom>
          <a:solidFill>
            <a:srgbClr val="7D8990">
              <a:alpha val="40000"/>
            </a:srgbClr>
          </a:solidFill>
          <a:ln w="0">
            <a:noFill/>
            <a:prstDash val="solid"/>
          </a:ln>
        </p:spPr>
      </p:sp>
      <p:sp>
        <p:nvSpPr>
          <p:cNvPr id="1520" name="a_full_bar_ellipse_1519">
            <a:extLst>
              <a:ext uri="{FF2B5EF4-FFF2-40B4-BE49-F238E27FC236}">
                <a16:creationId xmlns:a16="http://schemas.microsoft.com/office/drawing/2014/main" id="{CEBBF70D-D6DA-47B4-8DA0-F15360AFAA56}"/>
              </a:ext>
            </a:extLst>
          </p:cNvPr>
          <p:cNvSpPr>
            <a:spLocks noGrp="1"/>
          </p:cNvSpPr>
          <p:nvPr/>
        </p:nvSpPr>
        <p:spPr>
          <a:xfrm>
            <a:off x="4901102" y="2633351"/>
            <a:ext cx="45341" cy="45341"/>
          </a:xfrm>
          <a:prstGeom prst="ellipse">
            <a:avLst/>
          </a:prstGeom>
          <a:solidFill>
            <a:srgbClr val="7D8990">
              <a:alpha val="40000"/>
            </a:srgbClr>
          </a:solidFill>
          <a:ln w="0">
            <a:noFill/>
            <a:prstDash val="solid"/>
          </a:ln>
        </p:spPr>
      </p:sp>
      <p:sp>
        <p:nvSpPr>
          <p:cNvPr id="1521" name="a_full_bar_ellipse_1520">
            <a:extLst>
              <a:ext uri="{FF2B5EF4-FFF2-40B4-BE49-F238E27FC236}">
                <a16:creationId xmlns:a16="http://schemas.microsoft.com/office/drawing/2014/main" id="{DA2C91EA-386A-4B95-B7B2-66D27AC60A07}"/>
              </a:ext>
            </a:extLst>
          </p:cNvPr>
          <p:cNvSpPr>
            <a:spLocks noGrp="1"/>
          </p:cNvSpPr>
          <p:nvPr/>
        </p:nvSpPr>
        <p:spPr>
          <a:xfrm>
            <a:off x="4954915" y="4341252"/>
            <a:ext cx="45341" cy="45341"/>
          </a:xfrm>
          <a:prstGeom prst="ellipse">
            <a:avLst/>
          </a:prstGeom>
          <a:solidFill>
            <a:srgbClr val="7D8990">
              <a:alpha val="40000"/>
            </a:srgbClr>
          </a:solidFill>
          <a:ln w="0">
            <a:noFill/>
            <a:prstDash val="solid"/>
          </a:ln>
        </p:spPr>
      </p:sp>
      <p:sp>
        <p:nvSpPr>
          <p:cNvPr id="1522" name="a_full_bar_ellipse_1521">
            <a:extLst>
              <a:ext uri="{FF2B5EF4-FFF2-40B4-BE49-F238E27FC236}">
                <a16:creationId xmlns:a16="http://schemas.microsoft.com/office/drawing/2014/main" id="{80729A01-B63C-4C80-B806-ACE7F2B8E30C}"/>
              </a:ext>
            </a:extLst>
          </p:cNvPr>
          <p:cNvSpPr>
            <a:spLocks noGrp="1"/>
          </p:cNvSpPr>
          <p:nvPr/>
        </p:nvSpPr>
        <p:spPr>
          <a:xfrm>
            <a:off x="4936923" y="2836021"/>
            <a:ext cx="45341" cy="45341"/>
          </a:xfrm>
          <a:prstGeom prst="ellipse">
            <a:avLst/>
          </a:prstGeom>
          <a:solidFill>
            <a:srgbClr val="7D8990">
              <a:alpha val="40000"/>
            </a:srgbClr>
          </a:solidFill>
          <a:ln w="0">
            <a:noFill/>
            <a:prstDash val="solid"/>
          </a:ln>
        </p:spPr>
      </p:sp>
      <p:sp>
        <p:nvSpPr>
          <p:cNvPr id="1523" name="a_full_bar_ellipse_1522">
            <a:extLst>
              <a:ext uri="{FF2B5EF4-FFF2-40B4-BE49-F238E27FC236}">
                <a16:creationId xmlns:a16="http://schemas.microsoft.com/office/drawing/2014/main" id="{2CB6CFFC-5094-43DF-BFE5-7E9197294786}"/>
              </a:ext>
            </a:extLst>
          </p:cNvPr>
          <p:cNvSpPr>
            <a:spLocks noGrp="1"/>
          </p:cNvSpPr>
          <p:nvPr/>
        </p:nvSpPr>
        <p:spPr>
          <a:xfrm>
            <a:off x="4829783" y="2025341"/>
            <a:ext cx="45341" cy="45341"/>
          </a:xfrm>
          <a:prstGeom prst="ellipse">
            <a:avLst/>
          </a:prstGeom>
          <a:solidFill>
            <a:srgbClr val="7D8990">
              <a:alpha val="40000"/>
            </a:srgbClr>
          </a:solidFill>
          <a:ln w="0">
            <a:noFill/>
            <a:prstDash val="solid"/>
          </a:ln>
        </p:spPr>
      </p:sp>
      <p:sp>
        <p:nvSpPr>
          <p:cNvPr id="1524" name="a_full_bar_ellipse_1523">
            <a:extLst>
              <a:ext uri="{FF2B5EF4-FFF2-40B4-BE49-F238E27FC236}">
                <a16:creationId xmlns:a16="http://schemas.microsoft.com/office/drawing/2014/main" id="{203C4067-36D0-4FA1-98D9-D6A2D2A04F1D}"/>
              </a:ext>
            </a:extLst>
          </p:cNvPr>
          <p:cNvSpPr>
            <a:spLocks noGrp="1"/>
          </p:cNvSpPr>
          <p:nvPr/>
        </p:nvSpPr>
        <p:spPr>
          <a:xfrm>
            <a:off x="4941813" y="4457382"/>
            <a:ext cx="45341" cy="45341"/>
          </a:xfrm>
          <a:prstGeom prst="ellipse">
            <a:avLst/>
          </a:prstGeom>
          <a:solidFill>
            <a:srgbClr val="7D8990">
              <a:alpha val="40000"/>
            </a:srgbClr>
          </a:solidFill>
          <a:ln w="0">
            <a:noFill/>
            <a:prstDash val="solid"/>
          </a:ln>
        </p:spPr>
      </p:sp>
      <p:sp>
        <p:nvSpPr>
          <p:cNvPr id="1525" name="a_full_bar_ellipse_1524">
            <a:extLst>
              <a:ext uri="{FF2B5EF4-FFF2-40B4-BE49-F238E27FC236}">
                <a16:creationId xmlns:a16="http://schemas.microsoft.com/office/drawing/2014/main" id="{0A798FE7-4FF7-43F9-BAEF-BAE7E935A79B}"/>
              </a:ext>
            </a:extLst>
          </p:cNvPr>
          <p:cNvSpPr>
            <a:spLocks noGrp="1"/>
          </p:cNvSpPr>
          <p:nvPr/>
        </p:nvSpPr>
        <p:spPr>
          <a:xfrm>
            <a:off x="4887072" y="4457382"/>
            <a:ext cx="45341" cy="45341"/>
          </a:xfrm>
          <a:prstGeom prst="ellipse">
            <a:avLst/>
          </a:prstGeom>
          <a:solidFill>
            <a:srgbClr val="7D8990">
              <a:alpha val="40000"/>
            </a:srgbClr>
          </a:solidFill>
          <a:ln w="0">
            <a:noFill/>
            <a:prstDash val="solid"/>
          </a:ln>
        </p:spPr>
      </p:sp>
      <p:sp>
        <p:nvSpPr>
          <p:cNvPr id="1526" name="a_full_bar_ellipse_1525">
            <a:extLst>
              <a:ext uri="{FF2B5EF4-FFF2-40B4-BE49-F238E27FC236}">
                <a16:creationId xmlns:a16="http://schemas.microsoft.com/office/drawing/2014/main" id="{A6CEC1A7-6600-4AED-9888-3B8F351B5678}"/>
              </a:ext>
            </a:extLst>
          </p:cNvPr>
          <p:cNvSpPr>
            <a:spLocks noGrp="1"/>
          </p:cNvSpPr>
          <p:nvPr/>
        </p:nvSpPr>
        <p:spPr>
          <a:xfrm>
            <a:off x="4852990" y="4457382"/>
            <a:ext cx="45341" cy="45341"/>
          </a:xfrm>
          <a:prstGeom prst="ellipse">
            <a:avLst/>
          </a:prstGeom>
          <a:solidFill>
            <a:srgbClr val="7D8990">
              <a:alpha val="40000"/>
            </a:srgbClr>
          </a:solidFill>
          <a:ln w="0">
            <a:noFill/>
            <a:prstDash val="solid"/>
          </a:ln>
        </p:spPr>
      </p:sp>
      <p:sp>
        <p:nvSpPr>
          <p:cNvPr id="1527" name="a_full_bar_ellipse_1526">
            <a:extLst>
              <a:ext uri="{FF2B5EF4-FFF2-40B4-BE49-F238E27FC236}">
                <a16:creationId xmlns:a16="http://schemas.microsoft.com/office/drawing/2014/main" id="{9EA7E576-5762-405E-A5AB-D2DF6BF46BDB}"/>
              </a:ext>
            </a:extLst>
          </p:cNvPr>
          <p:cNvSpPr>
            <a:spLocks noGrp="1"/>
          </p:cNvSpPr>
          <p:nvPr/>
        </p:nvSpPr>
        <p:spPr>
          <a:xfrm>
            <a:off x="4899783" y="2025341"/>
            <a:ext cx="45341" cy="45341"/>
          </a:xfrm>
          <a:prstGeom prst="ellipse">
            <a:avLst/>
          </a:prstGeom>
          <a:solidFill>
            <a:srgbClr val="7D8990">
              <a:alpha val="40000"/>
            </a:srgbClr>
          </a:solidFill>
          <a:ln w="0">
            <a:noFill/>
            <a:prstDash val="solid"/>
          </a:ln>
        </p:spPr>
      </p:sp>
      <p:sp>
        <p:nvSpPr>
          <p:cNvPr id="1528" name="a_full_bar_ellipse_1527">
            <a:extLst>
              <a:ext uri="{FF2B5EF4-FFF2-40B4-BE49-F238E27FC236}">
                <a16:creationId xmlns:a16="http://schemas.microsoft.com/office/drawing/2014/main" id="{94D447ED-8A53-47BF-B2D4-106FFF21505D}"/>
              </a:ext>
            </a:extLst>
          </p:cNvPr>
          <p:cNvSpPr>
            <a:spLocks noGrp="1"/>
          </p:cNvSpPr>
          <p:nvPr/>
        </p:nvSpPr>
        <p:spPr>
          <a:xfrm>
            <a:off x="4830732" y="4457382"/>
            <a:ext cx="45341" cy="45341"/>
          </a:xfrm>
          <a:prstGeom prst="ellipse">
            <a:avLst/>
          </a:prstGeom>
          <a:solidFill>
            <a:srgbClr val="7D8990">
              <a:alpha val="40000"/>
            </a:srgbClr>
          </a:solidFill>
          <a:ln w="0">
            <a:noFill/>
            <a:prstDash val="solid"/>
          </a:ln>
        </p:spPr>
      </p:sp>
      <p:sp>
        <p:nvSpPr>
          <p:cNvPr id="1529" name="a_full_bar_ellipse_1528">
            <a:extLst>
              <a:ext uri="{FF2B5EF4-FFF2-40B4-BE49-F238E27FC236}">
                <a16:creationId xmlns:a16="http://schemas.microsoft.com/office/drawing/2014/main" id="{C7CA76A5-EFC0-43E8-BC9D-7DFE37AFBFD0}"/>
              </a:ext>
            </a:extLst>
          </p:cNvPr>
          <p:cNvSpPr>
            <a:spLocks noGrp="1"/>
          </p:cNvSpPr>
          <p:nvPr/>
        </p:nvSpPr>
        <p:spPr>
          <a:xfrm>
            <a:off x="4847931" y="4457382"/>
            <a:ext cx="45341" cy="45341"/>
          </a:xfrm>
          <a:prstGeom prst="ellipse">
            <a:avLst/>
          </a:prstGeom>
          <a:solidFill>
            <a:srgbClr val="7D8990">
              <a:alpha val="40000"/>
            </a:srgbClr>
          </a:solidFill>
          <a:ln w="0">
            <a:noFill/>
            <a:prstDash val="solid"/>
          </a:ln>
        </p:spPr>
      </p:sp>
      <p:sp>
        <p:nvSpPr>
          <p:cNvPr id="1530" name="a_full_bar_ellipse_1529">
            <a:extLst>
              <a:ext uri="{FF2B5EF4-FFF2-40B4-BE49-F238E27FC236}">
                <a16:creationId xmlns:a16="http://schemas.microsoft.com/office/drawing/2014/main" id="{801C80DB-A83E-4755-94BC-182DE139CC81}"/>
              </a:ext>
            </a:extLst>
          </p:cNvPr>
          <p:cNvSpPr>
            <a:spLocks noGrp="1"/>
          </p:cNvSpPr>
          <p:nvPr/>
        </p:nvSpPr>
        <p:spPr>
          <a:xfrm>
            <a:off x="4988800" y="4457382"/>
            <a:ext cx="45341" cy="45341"/>
          </a:xfrm>
          <a:prstGeom prst="ellipse">
            <a:avLst/>
          </a:prstGeom>
          <a:solidFill>
            <a:srgbClr val="7D8990">
              <a:alpha val="40000"/>
            </a:srgbClr>
          </a:solidFill>
          <a:ln w="0">
            <a:noFill/>
            <a:prstDash val="solid"/>
          </a:ln>
        </p:spPr>
      </p:sp>
      <p:sp>
        <p:nvSpPr>
          <p:cNvPr id="1531" name="a_full_bar_ellipse_1530">
            <a:extLst>
              <a:ext uri="{FF2B5EF4-FFF2-40B4-BE49-F238E27FC236}">
                <a16:creationId xmlns:a16="http://schemas.microsoft.com/office/drawing/2014/main" id="{50744F9E-C9E3-4207-AA7D-6E004BF83015}"/>
              </a:ext>
            </a:extLst>
          </p:cNvPr>
          <p:cNvSpPr>
            <a:spLocks noGrp="1"/>
          </p:cNvSpPr>
          <p:nvPr/>
        </p:nvSpPr>
        <p:spPr>
          <a:xfrm>
            <a:off x="4877616" y="4379210"/>
            <a:ext cx="45341" cy="45341"/>
          </a:xfrm>
          <a:prstGeom prst="ellipse">
            <a:avLst/>
          </a:prstGeom>
          <a:solidFill>
            <a:srgbClr val="7D8990">
              <a:alpha val="40000"/>
            </a:srgbClr>
          </a:solidFill>
          <a:ln w="0">
            <a:noFill/>
            <a:prstDash val="solid"/>
          </a:ln>
        </p:spPr>
      </p:sp>
      <p:sp>
        <p:nvSpPr>
          <p:cNvPr id="1532" name="a_full_bar_ellipse_1531">
            <a:extLst>
              <a:ext uri="{FF2B5EF4-FFF2-40B4-BE49-F238E27FC236}">
                <a16:creationId xmlns:a16="http://schemas.microsoft.com/office/drawing/2014/main" id="{50A6BE46-47C1-4C84-8A48-90FE9647F507}"/>
              </a:ext>
            </a:extLst>
          </p:cNvPr>
          <p:cNvSpPr>
            <a:spLocks noGrp="1"/>
          </p:cNvSpPr>
          <p:nvPr/>
        </p:nvSpPr>
        <p:spPr>
          <a:xfrm>
            <a:off x="4869919" y="4457382"/>
            <a:ext cx="45341" cy="45341"/>
          </a:xfrm>
          <a:prstGeom prst="ellipse">
            <a:avLst/>
          </a:prstGeom>
          <a:solidFill>
            <a:srgbClr val="7D8990">
              <a:alpha val="40000"/>
            </a:srgbClr>
          </a:solidFill>
          <a:ln w="0">
            <a:noFill/>
            <a:prstDash val="solid"/>
          </a:ln>
        </p:spPr>
      </p:sp>
      <p:sp>
        <p:nvSpPr>
          <p:cNvPr id="1533" name="a_full_bar_ellipse_1532">
            <a:extLst>
              <a:ext uri="{FF2B5EF4-FFF2-40B4-BE49-F238E27FC236}">
                <a16:creationId xmlns:a16="http://schemas.microsoft.com/office/drawing/2014/main" id="{BF708FAB-1B34-4916-865C-56A651C4748D}"/>
              </a:ext>
            </a:extLst>
          </p:cNvPr>
          <p:cNvSpPr>
            <a:spLocks noGrp="1"/>
          </p:cNvSpPr>
          <p:nvPr/>
        </p:nvSpPr>
        <p:spPr>
          <a:xfrm>
            <a:off x="4798105" y="3241362"/>
            <a:ext cx="45341" cy="45341"/>
          </a:xfrm>
          <a:prstGeom prst="ellipse">
            <a:avLst/>
          </a:prstGeom>
          <a:solidFill>
            <a:srgbClr val="7D8990">
              <a:alpha val="40000"/>
            </a:srgbClr>
          </a:solidFill>
          <a:ln w="0">
            <a:noFill/>
            <a:prstDash val="solid"/>
          </a:ln>
        </p:spPr>
      </p:sp>
      <p:sp>
        <p:nvSpPr>
          <p:cNvPr id="1534" name="a_full_bar_ellipse_1533">
            <a:extLst>
              <a:ext uri="{FF2B5EF4-FFF2-40B4-BE49-F238E27FC236}">
                <a16:creationId xmlns:a16="http://schemas.microsoft.com/office/drawing/2014/main" id="{C570301C-655F-45A9-A49B-45199A7A2DDC}"/>
              </a:ext>
            </a:extLst>
          </p:cNvPr>
          <p:cNvSpPr>
            <a:spLocks noGrp="1"/>
          </p:cNvSpPr>
          <p:nvPr/>
        </p:nvSpPr>
        <p:spPr>
          <a:xfrm>
            <a:off x="4992986" y="2988024"/>
            <a:ext cx="45341" cy="45341"/>
          </a:xfrm>
          <a:prstGeom prst="ellipse">
            <a:avLst/>
          </a:prstGeom>
          <a:solidFill>
            <a:srgbClr val="7D8990">
              <a:alpha val="40000"/>
            </a:srgbClr>
          </a:solidFill>
          <a:ln w="0">
            <a:noFill/>
            <a:prstDash val="solid"/>
          </a:ln>
        </p:spPr>
      </p:sp>
      <p:sp>
        <p:nvSpPr>
          <p:cNvPr id="1535" name="a_full_bar_ellipse_1534">
            <a:extLst>
              <a:ext uri="{FF2B5EF4-FFF2-40B4-BE49-F238E27FC236}">
                <a16:creationId xmlns:a16="http://schemas.microsoft.com/office/drawing/2014/main" id="{2D53DC3E-95EE-4A63-9DF2-1A928EE5345E}"/>
              </a:ext>
            </a:extLst>
          </p:cNvPr>
          <p:cNvSpPr>
            <a:spLocks noGrp="1"/>
          </p:cNvSpPr>
          <p:nvPr/>
        </p:nvSpPr>
        <p:spPr>
          <a:xfrm>
            <a:off x="4958089" y="3646702"/>
            <a:ext cx="45341" cy="45341"/>
          </a:xfrm>
          <a:prstGeom prst="ellipse">
            <a:avLst/>
          </a:prstGeom>
          <a:solidFill>
            <a:srgbClr val="7D8990">
              <a:alpha val="40000"/>
            </a:srgbClr>
          </a:solidFill>
          <a:ln w="0">
            <a:noFill/>
            <a:prstDash val="solid"/>
          </a:ln>
        </p:spPr>
      </p:sp>
      <p:sp>
        <p:nvSpPr>
          <p:cNvPr id="1536" name="a_full_bar_ellipse_1535">
            <a:extLst>
              <a:ext uri="{FF2B5EF4-FFF2-40B4-BE49-F238E27FC236}">
                <a16:creationId xmlns:a16="http://schemas.microsoft.com/office/drawing/2014/main" id="{BBD34CFA-4FA5-4305-9AF9-1FA837016753}"/>
              </a:ext>
            </a:extLst>
          </p:cNvPr>
          <p:cNvSpPr>
            <a:spLocks noGrp="1"/>
          </p:cNvSpPr>
          <p:nvPr/>
        </p:nvSpPr>
        <p:spPr>
          <a:xfrm>
            <a:off x="4995884" y="3829437"/>
            <a:ext cx="45341" cy="45341"/>
          </a:xfrm>
          <a:prstGeom prst="ellipse">
            <a:avLst/>
          </a:prstGeom>
          <a:solidFill>
            <a:srgbClr val="7D8990">
              <a:alpha val="40000"/>
            </a:srgbClr>
          </a:solidFill>
          <a:ln w="0">
            <a:noFill/>
            <a:prstDash val="solid"/>
          </a:ln>
        </p:spPr>
      </p:sp>
      <p:sp>
        <p:nvSpPr>
          <p:cNvPr id="1537" name="a_full_bar_ellipse_1536">
            <a:extLst>
              <a:ext uri="{FF2B5EF4-FFF2-40B4-BE49-F238E27FC236}">
                <a16:creationId xmlns:a16="http://schemas.microsoft.com/office/drawing/2014/main" id="{61D828A9-4830-43E1-8E85-572030FEEDD0}"/>
              </a:ext>
            </a:extLst>
          </p:cNvPr>
          <p:cNvSpPr>
            <a:spLocks noGrp="1"/>
          </p:cNvSpPr>
          <p:nvPr/>
        </p:nvSpPr>
        <p:spPr>
          <a:xfrm>
            <a:off x="4950645" y="4457382"/>
            <a:ext cx="45341" cy="45341"/>
          </a:xfrm>
          <a:prstGeom prst="ellipse">
            <a:avLst/>
          </a:prstGeom>
          <a:solidFill>
            <a:srgbClr val="7D8990">
              <a:alpha val="40000"/>
            </a:srgbClr>
          </a:solidFill>
          <a:ln w="0">
            <a:noFill/>
            <a:prstDash val="solid"/>
          </a:ln>
        </p:spPr>
      </p:sp>
      <p:sp>
        <p:nvSpPr>
          <p:cNvPr id="1538" name="a_full_bar_ellipse_1537">
            <a:extLst>
              <a:ext uri="{FF2B5EF4-FFF2-40B4-BE49-F238E27FC236}">
                <a16:creationId xmlns:a16="http://schemas.microsoft.com/office/drawing/2014/main" id="{D810C633-DF75-4212-838C-31E82447342E}"/>
              </a:ext>
            </a:extLst>
          </p:cNvPr>
          <p:cNvSpPr>
            <a:spLocks noGrp="1"/>
          </p:cNvSpPr>
          <p:nvPr/>
        </p:nvSpPr>
        <p:spPr>
          <a:xfrm>
            <a:off x="4801560" y="2083246"/>
            <a:ext cx="45341" cy="45341"/>
          </a:xfrm>
          <a:prstGeom prst="ellipse">
            <a:avLst/>
          </a:prstGeom>
          <a:solidFill>
            <a:srgbClr val="7D8990">
              <a:alpha val="40000"/>
            </a:srgbClr>
          </a:solidFill>
          <a:ln w="0">
            <a:noFill/>
            <a:prstDash val="solid"/>
          </a:ln>
        </p:spPr>
      </p:sp>
      <p:sp>
        <p:nvSpPr>
          <p:cNvPr id="1539" name="a_full_bar_ellipse_1538">
            <a:extLst>
              <a:ext uri="{FF2B5EF4-FFF2-40B4-BE49-F238E27FC236}">
                <a16:creationId xmlns:a16="http://schemas.microsoft.com/office/drawing/2014/main" id="{19351C0F-11FA-4D7C-A47F-02FCE7F634CD}"/>
              </a:ext>
            </a:extLst>
          </p:cNvPr>
          <p:cNvSpPr>
            <a:spLocks noGrp="1"/>
          </p:cNvSpPr>
          <p:nvPr/>
        </p:nvSpPr>
        <p:spPr>
          <a:xfrm>
            <a:off x="4860034" y="4457382"/>
            <a:ext cx="45341" cy="45341"/>
          </a:xfrm>
          <a:prstGeom prst="ellipse">
            <a:avLst/>
          </a:prstGeom>
          <a:solidFill>
            <a:srgbClr val="7D8990">
              <a:alpha val="40000"/>
            </a:srgbClr>
          </a:solidFill>
          <a:ln w="0">
            <a:noFill/>
            <a:prstDash val="solid"/>
          </a:ln>
        </p:spPr>
      </p:sp>
      <p:sp>
        <p:nvSpPr>
          <p:cNvPr id="1540" name="a_full_bar_ellipse_1539">
            <a:extLst>
              <a:ext uri="{FF2B5EF4-FFF2-40B4-BE49-F238E27FC236}">
                <a16:creationId xmlns:a16="http://schemas.microsoft.com/office/drawing/2014/main" id="{51935D15-9FBC-4972-9B12-3DEB4713F0E0}"/>
              </a:ext>
            </a:extLst>
          </p:cNvPr>
          <p:cNvSpPr>
            <a:spLocks noGrp="1"/>
          </p:cNvSpPr>
          <p:nvPr/>
        </p:nvSpPr>
        <p:spPr>
          <a:xfrm>
            <a:off x="4837697" y="3646702"/>
            <a:ext cx="45341" cy="45341"/>
          </a:xfrm>
          <a:prstGeom prst="ellipse">
            <a:avLst/>
          </a:prstGeom>
          <a:solidFill>
            <a:srgbClr val="7D8990">
              <a:alpha val="40000"/>
            </a:srgbClr>
          </a:solidFill>
          <a:ln w="0">
            <a:noFill/>
            <a:prstDash val="solid"/>
          </a:ln>
        </p:spPr>
      </p:sp>
      <p:sp>
        <p:nvSpPr>
          <p:cNvPr id="1541" name="a_full_bar_ellipse_1540">
            <a:extLst>
              <a:ext uri="{FF2B5EF4-FFF2-40B4-BE49-F238E27FC236}">
                <a16:creationId xmlns:a16="http://schemas.microsoft.com/office/drawing/2014/main" id="{6D47A689-1D50-4C2E-B973-ECFF8C17B0E7}"/>
              </a:ext>
            </a:extLst>
          </p:cNvPr>
          <p:cNvSpPr>
            <a:spLocks noGrp="1"/>
          </p:cNvSpPr>
          <p:nvPr/>
        </p:nvSpPr>
        <p:spPr>
          <a:xfrm>
            <a:off x="4891836" y="4457382"/>
            <a:ext cx="45341" cy="45341"/>
          </a:xfrm>
          <a:prstGeom prst="ellipse">
            <a:avLst/>
          </a:prstGeom>
          <a:solidFill>
            <a:srgbClr val="7D8990">
              <a:alpha val="40000"/>
            </a:srgbClr>
          </a:solidFill>
          <a:ln w="0">
            <a:noFill/>
            <a:prstDash val="solid"/>
          </a:ln>
        </p:spPr>
      </p:sp>
      <p:sp>
        <p:nvSpPr>
          <p:cNvPr id="1542" name="a_full_bar_ellipse_1541">
            <a:extLst>
              <a:ext uri="{FF2B5EF4-FFF2-40B4-BE49-F238E27FC236}">
                <a16:creationId xmlns:a16="http://schemas.microsoft.com/office/drawing/2014/main" id="{72B47F47-5C7E-413F-A774-B30CA5FF552C}"/>
              </a:ext>
            </a:extLst>
          </p:cNvPr>
          <p:cNvSpPr>
            <a:spLocks noGrp="1"/>
          </p:cNvSpPr>
          <p:nvPr/>
        </p:nvSpPr>
        <p:spPr>
          <a:xfrm>
            <a:off x="4932861" y="4457382"/>
            <a:ext cx="45341" cy="45341"/>
          </a:xfrm>
          <a:prstGeom prst="ellipse">
            <a:avLst/>
          </a:prstGeom>
          <a:solidFill>
            <a:srgbClr val="7D8990">
              <a:alpha val="40000"/>
            </a:srgbClr>
          </a:solidFill>
          <a:ln w="0">
            <a:noFill/>
            <a:prstDash val="solid"/>
          </a:ln>
        </p:spPr>
      </p:sp>
      <p:sp>
        <p:nvSpPr>
          <p:cNvPr id="1543" name="a_full_bar_ellipse_1542">
            <a:extLst>
              <a:ext uri="{FF2B5EF4-FFF2-40B4-BE49-F238E27FC236}">
                <a16:creationId xmlns:a16="http://schemas.microsoft.com/office/drawing/2014/main" id="{E3AB1348-B03E-43D1-8DE2-D68789A6AE99}"/>
              </a:ext>
            </a:extLst>
          </p:cNvPr>
          <p:cNvSpPr>
            <a:spLocks noGrp="1"/>
          </p:cNvSpPr>
          <p:nvPr/>
        </p:nvSpPr>
        <p:spPr>
          <a:xfrm>
            <a:off x="4980919" y="3241362"/>
            <a:ext cx="45341" cy="45341"/>
          </a:xfrm>
          <a:prstGeom prst="ellipse">
            <a:avLst/>
          </a:prstGeom>
          <a:solidFill>
            <a:srgbClr val="7D8990">
              <a:alpha val="40000"/>
            </a:srgbClr>
          </a:solidFill>
          <a:ln w="0">
            <a:noFill/>
            <a:prstDash val="solid"/>
          </a:ln>
        </p:spPr>
      </p:sp>
      <p:sp>
        <p:nvSpPr>
          <p:cNvPr id="1544" name="a_full_bar_ellipse_1543">
            <a:extLst>
              <a:ext uri="{FF2B5EF4-FFF2-40B4-BE49-F238E27FC236}">
                <a16:creationId xmlns:a16="http://schemas.microsoft.com/office/drawing/2014/main" id="{7F61BFC9-6611-4F9F-A283-0BCD59E9C2F3}"/>
              </a:ext>
            </a:extLst>
          </p:cNvPr>
          <p:cNvSpPr>
            <a:spLocks noGrp="1"/>
          </p:cNvSpPr>
          <p:nvPr/>
        </p:nvSpPr>
        <p:spPr>
          <a:xfrm>
            <a:off x="4935195" y="3849372"/>
            <a:ext cx="45341" cy="45341"/>
          </a:xfrm>
          <a:prstGeom prst="ellipse">
            <a:avLst/>
          </a:prstGeom>
          <a:solidFill>
            <a:srgbClr val="7D8990">
              <a:alpha val="40000"/>
            </a:srgbClr>
          </a:solidFill>
          <a:ln w="0">
            <a:noFill/>
            <a:prstDash val="solid"/>
          </a:ln>
        </p:spPr>
      </p:sp>
      <p:sp>
        <p:nvSpPr>
          <p:cNvPr id="1545" name="a_full_bar_ellipse_1544">
            <a:extLst>
              <a:ext uri="{FF2B5EF4-FFF2-40B4-BE49-F238E27FC236}">
                <a16:creationId xmlns:a16="http://schemas.microsoft.com/office/drawing/2014/main" id="{CA0AA892-FE4D-4D8F-BBE4-5F611B7430A5}"/>
              </a:ext>
            </a:extLst>
          </p:cNvPr>
          <p:cNvSpPr>
            <a:spLocks noGrp="1"/>
          </p:cNvSpPr>
          <p:nvPr/>
        </p:nvSpPr>
        <p:spPr>
          <a:xfrm>
            <a:off x="4965553" y="3611958"/>
            <a:ext cx="45341" cy="45341"/>
          </a:xfrm>
          <a:prstGeom prst="ellipse">
            <a:avLst/>
          </a:prstGeom>
          <a:solidFill>
            <a:srgbClr val="7D8990">
              <a:alpha val="40000"/>
            </a:srgbClr>
          </a:solidFill>
          <a:ln w="0">
            <a:noFill/>
            <a:prstDash val="solid"/>
          </a:ln>
        </p:spPr>
      </p:sp>
      <p:sp>
        <p:nvSpPr>
          <p:cNvPr id="1546" name="a_full_bar_ellipse_1545">
            <a:extLst>
              <a:ext uri="{FF2B5EF4-FFF2-40B4-BE49-F238E27FC236}">
                <a16:creationId xmlns:a16="http://schemas.microsoft.com/office/drawing/2014/main" id="{5EA30D3E-E055-49F5-9B87-6602D0E25330}"/>
              </a:ext>
            </a:extLst>
          </p:cNvPr>
          <p:cNvSpPr>
            <a:spLocks noGrp="1"/>
          </p:cNvSpPr>
          <p:nvPr/>
        </p:nvSpPr>
        <p:spPr>
          <a:xfrm>
            <a:off x="4835803" y="3849372"/>
            <a:ext cx="45341" cy="45341"/>
          </a:xfrm>
          <a:prstGeom prst="ellipse">
            <a:avLst/>
          </a:prstGeom>
          <a:solidFill>
            <a:srgbClr val="7D8990">
              <a:alpha val="40000"/>
            </a:srgbClr>
          </a:solidFill>
          <a:ln w="0">
            <a:noFill/>
            <a:prstDash val="solid"/>
          </a:ln>
        </p:spPr>
      </p:sp>
      <p:sp>
        <p:nvSpPr>
          <p:cNvPr id="1547" name="a_full_bar_ellipse_1546">
            <a:extLst>
              <a:ext uri="{FF2B5EF4-FFF2-40B4-BE49-F238E27FC236}">
                <a16:creationId xmlns:a16="http://schemas.microsoft.com/office/drawing/2014/main" id="{89EE3B4F-4E49-431B-B495-2036C89C0DB0}"/>
              </a:ext>
            </a:extLst>
          </p:cNvPr>
          <p:cNvSpPr>
            <a:spLocks noGrp="1"/>
          </p:cNvSpPr>
          <p:nvPr/>
        </p:nvSpPr>
        <p:spPr>
          <a:xfrm>
            <a:off x="4985295" y="2025341"/>
            <a:ext cx="45341" cy="45341"/>
          </a:xfrm>
          <a:prstGeom prst="ellipse">
            <a:avLst/>
          </a:prstGeom>
          <a:solidFill>
            <a:srgbClr val="7D8990">
              <a:alpha val="40000"/>
            </a:srgbClr>
          </a:solidFill>
          <a:ln w="0">
            <a:noFill/>
            <a:prstDash val="solid"/>
          </a:ln>
        </p:spPr>
      </p:sp>
      <p:sp>
        <p:nvSpPr>
          <p:cNvPr id="1548" name="a_full_bar_ellipse_1547">
            <a:extLst>
              <a:ext uri="{FF2B5EF4-FFF2-40B4-BE49-F238E27FC236}">
                <a16:creationId xmlns:a16="http://schemas.microsoft.com/office/drawing/2014/main" id="{4A218B76-CAD1-4BE0-B206-7F889D0D2D57}"/>
              </a:ext>
            </a:extLst>
          </p:cNvPr>
          <p:cNvSpPr>
            <a:spLocks noGrp="1"/>
          </p:cNvSpPr>
          <p:nvPr/>
        </p:nvSpPr>
        <p:spPr>
          <a:xfrm>
            <a:off x="4870919" y="4379432"/>
            <a:ext cx="45341" cy="45341"/>
          </a:xfrm>
          <a:prstGeom prst="ellipse">
            <a:avLst/>
          </a:prstGeom>
          <a:solidFill>
            <a:srgbClr val="7D8990">
              <a:alpha val="40000"/>
            </a:srgbClr>
          </a:solidFill>
          <a:ln w="0">
            <a:noFill/>
            <a:prstDash val="solid"/>
          </a:ln>
        </p:spPr>
      </p:sp>
      <p:sp>
        <p:nvSpPr>
          <p:cNvPr id="1549" name="a_full_bar_ellipse_1548">
            <a:extLst>
              <a:ext uri="{FF2B5EF4-FFF2-40B4-BE49-F238E27FC236}">
                <a16:creationId xmlns:a16="http://schemas.microsoft.com/office/drawing/2014/main" id="{34BAF31D-D2B0-4A88-8D58-9AC2DD1C492E}"/>
              </a:ext>
            </a:extLst>
          </p:cNvPr>
          <p:cNvSpPr>
            <a:spLocks noGrp="1"/>
          </p:cNvSpPr>
          <p:nvPr/>
        </p:nvSpPr>
        <p:spPr>
          <a:xfrm>
            <a:off x="4848098" y="3646702"/>
            <a:ext cx="45341" cy="45341"/>
          </a:xfrm>
          <a:prstGeom prst="ellipse">
            <a:avLst/>
          </a:prstGeom>
          <a:solidFill>
            <a:srgbClr val="7D8990">
              <a:alpha val="40000"/>
            </a:srgbClr>
          </a:solidFill>
          <a:ln w="0">
            <a:noFill/>
            <a:prstDash val="solid"/>
          </a:ln>
        </p:spPr>
      </p:sp>
      <p:sp>
        <p:nvSpPr>
          <p:cNvPr id="1550" name="a_full_bar_ellipse_1549">
            <a:extLst>
              <a:ext uri="{FF2B5EF4-FFF2-40B4-BE49-F238E27FC236}">
                <a16:creationId xmlns:a16="http://schemas.microsoft.com/office/drawing/2014/main" id="{1C146CBB-48E8-453E-9812-6C881B250D6C}"/>
              </a:ext>
            </a:extLst>
          </p:cNvPr>
          <p:cNvSpPr>
            <a:spLocks noGrp="1"/>
          </p:cNvSpPr>
          <p:nvPr/>
        </p:nvSpPr>
        <p:spPr>
          <a:xfrm>
            <a:off x="4921270" y="2025341"/>
            <a:ext cx="45341" cy="45341"/>
          </a:xfrm>
          <a:prstGeom prst="ellipse">
            <a:avLst/>
          </a:prstGeom>
          <a:solidFill>
            <a:srgbClr val="7D8990">
              <a:alpha val="40000"/>
            </a:srgbClr>
          </a:solidFill>
          <a:ln w="0">
            <a:noFill/>
            <a:prstDash val="solid"/>
          </a:ln>
        </p:spPr>
      </p:sp>
      <p:sp>
        <p:nvSpPr>
          <p:cNvPr id="1551" name="a_full_bar_ellipse_1550">
            <a:extLst>
              <a:ext uri="{FF2B5EF4-FFF2-40B4-BE49-F238E27FC236}">
                <a16:creationId xmlns:a16="http://schemas.microsoft.com/office/drawing/2014/main" id="{D0827998-4FBB-4BD5-8AA6-E9FEBDED7505}"/>
              </a:ext>
            </a:extLst>
          </p:cNvPr>
          <p:cNvSpPr>
            <a:spLocks noGrp="1"/>
          </p:cNvSpPr>
          <p:nvPr/>
        </p:nvSpPr>
        <p:spPr>
          <a:xfrm>
            <a:off x="4921397" y="4457382"/>
            <a:ext cx="45341" cy="45341"/>
          </a:xfrm>
          <a:prstGeom prst="ellipse">
            <a:avLst/>
          </a:prstGeom>
          <a:solidFill>
            <a:srgbClr val="7D8990">
              <a:alpha val="40000"/>
            </a:srgbClr>
          </a:solidFill>
          <a:ln w="0">
            <a:noFill/>
            <a:prstDash val="solid"/>
          </a:ln>
        </p:spPr>
      </p:sp>
      <p:sp>
        <p:nvSpPr>
          <p:cNvPr id="1552" name="a_full_bar_ellipse_1551">
            <a:extLst>
              <a:ext uri="{FF2B5EF4-FFF2-40B4-BE49-F238E27FC236}">
                <a16:creationId xmlns:a16="http://schemas.microsoft.com/office/drawing/2014/main" id="{2B74B261-3216-4450-A3B1-4AE9418A0D77}"/>
              </a:ext>
            </a:extLst>
          </p:cNvPr>
          <p:cNvSpPr>
            <a:spLocks noGrp="1"/>
          </p:cNvSpPr>
          <p:nvPr/>
        </p:nvSpPr>
        <p:spPr>
          <a:xfrm>
            <a:off x="4894862" y="2638733"/>
            <a:ext cx="45341" cy="45341"/>
          </a:xfrm>
          <a:prstGeom prst="ellipse">
            <a:avLst/>
          </a:prstGeom>
          <a:solidFill>
            <a:srgbClr val="7D8990">
              <a:alpha val="40000"/>
            </a:srgbClr>
          </a:solidFill>
          <a:ln w="0">
            <a:noFill/>
            <a:prstDash val="solid"/>
          </a:ln>
        </p:spPr>
      </p:sp>
      <p:sp>
        <p:nvSpPr>
          <p:cNvPr id="1553" name="a_full_bar_ellipse_1552">
            <a:extLst>
              <a:ext uri="{FF2B5EF4-FFF2-40B4-BE49-F238E27FC236}">
                <a16:creationId xmlns:a16="http://schemas.microsoft.com/office/drawing/2014/main" id="{A8745DE3-F1A2-4332-AE92-14D47D3948FB}"/>
              </a:ext>
            </a:extLst>
          </p:cNvPr>
          <p:cNvSpPr>
            <a:spLocks noGrp="1"/>
          </p:cNvSpPr>
          <p:nvPr/>
        </p:nvSpPr>
        <p:spPr>
          <a:xfrm>
            <a:off x="4799826" y="3477810"/>
            <a:ext cx="45341" cy="45341"/>
          </a:xfrm>
          <a:prstGeom prst="ellipse">
            <a:avLst/>
          </a:prstGeom>
          <a:solidFill>
            <a:srgbClr val="7D8990">
              <a:alpha val="40000"/>
            </a:srgbClr>
          </a:solidFill>
          <a:ln w="0">
            <a:noFill/>
            <a:prstDash val="solid"/>
          </a:ln>
        </p:spPr>
      </p:sp>
      <p:sp>
        <p:nvSpPr>
          <p:cNvPr id="1554" name="a_full_bar_ellipse_1553">
            <a:extLst>
              <a:ext uri="{FF2B5EF4-FFF2-40B4-BE49-F238E27FC236}">
                <a16:creationId xmlns:a16="http://schemas.microsoft.com/office/drawing/2014/main" id="{428DF280-D4AB-4F52-BF3F-B9C81C84D79F}"/>
              </a:ext>
            </a:extLst>
          </p:cNvPr>
          <p:cNvSpPr>
            <a:spLocks noGrp="1"/>
          </p:cNvSpPr>
          <p:nvPr/>
        </p:nvSpPr>
        <p:spPr>
          <a:xfrm>
            <a:off x="4931446" y="4270475"/>
            <a:ext cx="45341" cy="45341"/>
          </a:xfrm>
          <a:prstGeom prst="ellipse">
            <a:avLst/>
          </a:prstGeom>
          <a:solidFill>
            <a:srgbClr val="7D8990">
              <a:alpha val="40000"/>
            </a:srgbClr>
          </a:solidFill>
          <a:ln w="0">
            <a:noFill/>
            <a:prstDash val="solid"/>
          </a:ln>
        </p:spPr>
      </p:sp>
      <p:sp>
        <p:nvSpPr>
          <p:cNvPr id="1555" name="a_full_bar_ellipse_1554">
            <a:extLst>
              <a:ext uri="{FF2B5EF4-FFF2-40B4-BE49-F238E27FC236}">
                <a16:creationId xmlns:a16="http://schemas.microsoft.com/office/drawing/2014/main" id="{F604F3FD-E894-433B-ABBA-73C8895843EB}"/>
              </a:ext>
            </a:extLst>
          </p:cNvPr>
          <p:cNvSpPr>
            <a:spLocks noGrp="1"/>
          </p:cNvSpPr>
          <p:nvPr/>
        </p:nvSpPr>
        <p:spPr>
          <a:xfrm>
            <a:off x="4883476" y="2025341"/>
            <a:ext cx="45341" cy="45341"/>
          </a:xfrm>
          <a:prstGeom prst="ellipse">
            <a:avLst/>
          </a:prstGeom>
          <a:solidFill>
            <a:srgbClr val="7D8990">
              <a:alpha val="40000"/>
            </a:srgbClr>
          </a:solidFill>
          <a:ln w="0">
            <a:noFill/>
            <a:prstDash val="solid"/>
          </a:ln>
        </p:spPr>
      </p:sp>
      <p:sp>
        <p:nvSpPr>
          <p:cNvPr id="1556" name="a_full_bar_ellipse_1555">
            <a:extLst>
              <a:ext uri="{FF2B5EF4-FFF2-40B4-BE49-F238E27FC236}">
                <a16:creationId xmlns:a16="http://schemas.microsoft.com/office/drawing/2014/main" id="{D20EC4E1-F9D4-4675-8BD2-85AC7B254369}"/>
              </a:ext>
            </a:extLst>
          </p:cNvPr>
          <p:cNvSpPr>
            <a:spLocks noGrp="1"/>
          </p:cNvSpPr>
          <p:nvPr/>
        </p:nvSpPr>
        <p:spPr>
          <a:xfrm>
            <a:off x="4868536" y="4389826"/>
            <a:ext cx="45341" cy="45341"/>
          </a:xfrm>
          <a:prstGeom prst="ellipse">
            <a:avLst/>
          </a:prstGeom>
          <a:solidFill>
            <a:srgbClr val="7D8990">
              <a:alpha val="40000"/>
            </a:srgbClr>
          </a:solidFill>
          <a:ln w="0">
            <a:noFill/>
            <a:prstDash val="solid"/>
          </a:ln>
        </p:spPr>
      </p:sp>
      <p:sp>
        <p:nvSpPr>
          <p:cNvPr id="1557" name="a_full_bar_ellipse_1556">
            <a:extLst>
              <a:ext uri="{FF2B5EF4-FFF2-40B4-BE49-F238E27FC236}">
                <a16:creationId xmlns:a16="http://schemas.microsoft.com/office/drawing/2014/main" id="{A4A1F308-0487-4D79-AD5E-2606A5D9926B}"/>
              </a:ext>
            </a:extLst>
          </p:cNvPr>
          <p:cNvSpPr>
            <a:spLocks noGrp="1"/>
          </p:cNvSpPr>
          <p:nvPr/>
        </p:nvSpPr>
        <p:spPr>
          <a:xfrm>
            <a:off x="4891294" y="4457382"/>
            <a:ext cx="45341" cy="45341"/>
          </a:xfrm>
          <a:prstGeom prst="ellipse">
            <a:avLst/>
          </a:prstGeom>
          <a:solidFill>
            <a:srgbClr val="7D8990">
              <a:alpha val="40000"/>
            </a:srgbClr>
          </a:solidFill>
          <a:ln w="0">
            <a:noFill/>
            <a:prstDash val="solid"/>
          </a:ln>
        </p:spPr>
      </p:sp>
      <p:sp>
        <p:nvSpPr>
          <p:cNvPr id="1558" name="a_full_bar_ellipse_1557">
            <a:extLst>
              <a:ext uri="{FF2B5EF4-FFF2-40B4-BE49-F238E27FC236}">
                <a16:creationId xmlns:a16="http://schemas.microsoft.com/office/drawing/2014/main" id="{3ED6A824-1BB0-49D2-9D81-E02D43260988}"/>
              </a:ext>
            </a:extLst>
          </p:cNvPr>
          <p:cNvSpPr>
            <a:spLocks noGrp="1"/>
          </p:cNvSpPr>
          <p:nvPr/>
        </p:nvSpPr>
        <p:spPr>
          <a:xfrm>
            <a:off x="4817142" y="4457382"/>
            <a:ext cx="45341" cy="45341"/>
          </a:xfrm>
          <a:prstGeom prst="ellipse">
            <a:avLst/>
          </a:prstGeom>
          <a:solidFill>
            <a:srgbClr val="7D8990">
              <a:alpha val="40000"/>
            </a:srgbClr>
          </a:solidFill>
          <a:ln w="0">
            <a:noFill/>
            <a:prstDash val="solid"/>
          </a:ln>
        </p:spPr>
      </p:sp>
      <p:sp>
        <p:nvSpPr>
          <p:cNvPr id="1559" name="a_full_bar_ellipse_1558">
            <a:extLst>
              <a:ext uri="{FF2B5EF4-FFF2-40B4-BE49-F238E27FC236}">
                <a16:creationId xmlns:a16="http://schemas.microsoft.com/office/drawing/2014/main" id="{61DAEE4F-4B92-45B1-B297-1B56889D2458}"/>
              </a:ext>
            </a:extLst>
          </p:cNvPr>
          <p:cNvSpPr>
            <a:spLocks noGrp="1"/>
          </p:cNvSpPr>
          <p:nvPr/>
        </p:nvSpPr>
        <p:spPr>
          <a:xfrm>
            <a:off x="4949915" y="3849372"/>
            <a:ext cx="45341" cy="45341"/>
          </a:xfrm>
          <a:prstGeom prst="ellipse">
            <a:avLst/>
          </a:prstGeom>
          <a:solidFill>
            <a:srgbClr val="7D8990">
              <a:alpha val="40000"/>
            </a:srgbClr>
          </a:solidFill>
          <a:ln w="0">
            <a:noFill/>
            <a:prstDash val="solid"/>
          </a:ln>
        </p:spPr>
      </p:sp>
      <p:sp>
        <p:nvSpPr>
          <p:cNvPr id="1560" name="a_full_bar_ellipse_1559">
            <a:extLst>
              <a:ext uri="{FF2B5EF4-FFF2-40B4-BE49-F238E27FC236}">
                <a16:creationId xmlns:a16="http://schemas.microsoft.com/office/drawing/2014/main" id="{F36A1F3A-A6FA-445B-AFB0-78293249FF29}"/>
              </a:ext>
            </a:extLst>
          </p:cNvPr>
          <p:cNvSpPr>
            <a:spLocks noGrp="1"/>
          </p:cNvSpPr>
          <p:nvPr/>
        </p:nvSpPr>
        <p:spPr>
          <a:xfrm>
            <a:off x="4896255" y="3849372"/>
            <a:ext cx="45341" cy="45341"/>
          </a:xfrm>
          <a:prstGeom prst="ellipse">
            <a:avLst/>
          </a:prstGeom>
          <a:solidFill>
            <a:srgbClr val="7D8990">
              <a:alpha val="40000"/>
            </a:srgbClr>
          </a:solidFill>
          <a:ln w="0">
            <a:noFill/>
            <a:prstDash val="solid"/>
          </a:ln>
        </p:spPr>
      </p:sp>
      <p:sp>
        <p:nvSpPr>
          <p:cNvPr id="1561" name="a_full_bar_ellipse_1560">
            <a:extLst>
              <a:ext uri="{FF2B5EF4-FFF2-40B4-BE49-F238E27FC236}">
                <a16:creationId xmlns:a16="http://schemas.microsoft.com/office/drawing/2014/main" id="{54B716AA-359A-4C48-BFEA-FF154F6B8FFC}"/>
              </a:ext>
            </a:extLst>
          </p:cNvPr>
          <p:cNvSpPr>
            <a:spLocks noGrp="1"/>
          </p:cNvSpPr>
          <p:nvPr/>
        </p:nvSpPr>
        <p:spPr>
          <a:xfrm>
            <a:off x="4977894" y="4109948"/>
            <a:ext cx="45341" cy="45341"/>
          </a:xfrm>
          <a:prstGeom prst="ellipse">
            <a:avLst/>
          </a:prstGeom>
          <a:solidFill>
            <a:srgbClr val="7D8990">
              <a:alpha val="40000"/>
            </a:srgbClr>
          </a:solidFill>
          <a:ln w="0">
            <a:noFill/>
            <a:prstDash val="solid"/>
          </a:ln>
        </p:spPr>
      </p:sp>
      <p:sp>
        <p:nvSpPr>
          <p:cNvPr id="1562" name="a_full_bar_ellipse_1561">
            <a:extLst>
              <a:ext uri="{FF2B5EF4-FFF2-40B4-BE49-F238E27FC236}">
                <a16:creationId xmlns:a16="http://schemas.microsoft.com/office/drawing/2014/main" id="{527D3F69-8AB6-45F4-877E-3CADEB2EC8A9}"/>
              </a:ext>
            </a:extLst>
          </p:cNvPr>
          <p:cNvSpPr>
            <a:spLocks noGrp="1"/>
          </p:cNvSpPr>
          <p:nvPr/>
        </p:nvSpPr>
        <p:spPr>
          <a:xfrm>
            <a:off x="4994339" y="3876197"/>
            <a:ext cx="45341" cy="45341"/>
          </a:xfrm>
          <a:prstGeom prst="ellipse">
            <a:avLst/>
          </a:prstGeom>
          <a:solidFill>
            <a:srgbClr val="7D8990">
              <a:alpha val="40000"/>
            </a:srgbClr>
          </a:solidFill>
          <a:ln w="0">
            <a:noFill/>
            <a:prstDash val="solid"/>
          </a:ln>
        </p:spPr>
      </p:sp>
      <p:sp>
        <p:nvSpPr>
          <p:cNvPr id="1563" name="a_full_bar_ellipse_1562">
            <a:extLst>
              <a:ext uri="{FF2B5EF4-FFF2-40B4-BE49-F238E27FC236}">
                <a16:creationId xmlns:a16="http://schemas.microsoft.com/office/drawing/2014/main" id="{B9639C87-EC14-4C3E-9AF9-D3F749C13EAB}"/>
              </a:ext>
            </a:extLst>
          </p:cNvPr>
          <p:cNvSpPr>
            <a:spLocks noGrp="1"/>
          </p:cNvSpPr>
          <p:nvPr/>
        </p:nvSpPr>
        <p:spPr>
          <a:xfrm>
            <a:off x="4903552" y="3272888"/>
            <a:ext cx="45341" cy="45341"/>
          </a:xfrm>
          <a:prstGeom prst="ellipse">
            <a:avLst/>
          </a:prstGeom>
          <a:solidFill>
            <a:srgbClr val="7D8990">
              <a:alpha val="40000"/>
            </a:srgbClr>
          </a:solidFill>
          <a:ln w="0">
            <a:noFill/>
            <a:prstDash val="solid"/>
          </a:ln>
        </p:spPr>
      </p:sp>
      <p:sp>
        <p:nvSpPr>
          <p:cNvPr id="1564" name="a_full_bar_ellipse_1563">
            <a:extLst>
              <a:ext uri="{FF2B5EF4-FFF2-40B4-BE49-F238E27FC236}">
                <a16:creationId xmlns:a16="http://schemas.microsoft.com/office/drawing/2014/main" id="{C1D80B97-0F6E-4ECE-8157-61FDB46FD120}"/>
              </a:ext>
            </a:extLst>
          </p:cNvPr>
          <p:cNvSpPr>
            <a:spLocks noGrp="1"/>
          </p:cNvSpPr>
          <p:nvPr/>
        </p:nvSpPr>
        <p:spPr>
          <a:xfrm>
            <a:off x="4915801" y="4052042"/>
            <a:ext cx="45341" cy="45341"/>
          </a:xfrm>
          <a:prstGeom prst="ellipse">
            <a:avLst/>
          </a:prstGeom>
          <a:solidFill>
            <a:srgbClr val="7D8990">
              <a:alpha val="40000"/>
            </a:srgbClr>
          </a:solidFill>
          <a:ln w="0">
            <a:noFill/>
            <a:prstDash val="solid"/>
          </a:ln>
        </p:spPr>
      </p:sp>
      <p:sp>
        <p:nvSpPr>
          <p:cNvPr id="1565" name="a_full_bar_ellipse_1564">
            <a:extLst>
              <a:ext uri="{FF2B5EF4-FFF2-40B4-BE49-F238E27FC236}">
                <a16:creationId xmlns:a16="http://schemas.microsoft.com/office/drawing/2014/main" id="{D6AFA8B8-4F61-4CC7-A50A-240F9767EDCD}"/>
              </a:ext>
            </a:extLst>
          </p:cNvPr>
          <p:cNvSpPr>
            <a:spLocks noGrp="1"/>
          </p:cNvSpPr>
          <p:nvPr/>
        </p:nvSpPr>
        <p:spPr>
          <a:xfrm>
            <a:off x="4803101" y="4457382"/>
            <a:ext cx="45341" cy="45341"/>
          </a:xfrm>
          <a:prstGeom prst="ellipse">
            <a:avLst/>
          </a:prstGeom>
          <a:solidFill>
            <a:srgbClr val="7D8990">
              <a:alpha val="40000"/>
            </a:srgbClr>
          </a:solidFill>
          <a:ln w="0">
            <a:noFill/>
            <a:prstDash val="solid"/>
          </a:ln>
        </p:spPr>
      </p:sp>
      <p:sp>
        <p:nvSpPr>
          <p:cNvPr id="1566" name="a_full_bar_ellipse_1565">
            <a:extLst>
              <a:ext uri="{FF2B5EF4-FFF2-40B4-BE49-F238E27FC236}">
                <a16:creationId xmlns:a16="http://schemas.microsoft.com/office/drawing/2014/main" id="{EF774AB9-53C8-42D0-87E9-C3190255710B}"/>
              </a:ext>
            </a:extLst>
          </p:cNvPr>
          <p:cNvSpPr>
            <a:spLocks noGrp="1"/>
          </p:cNvSpPr>
          <p:nvPr/>
        </p:nvSpPr>
        <p:spPr>
          <a:xfrm>
            <a:off x="4977021" y="4052042"/>
            <a:ext cx="45341" cy="45341"/>
          </a:xfrm>
          <a:prstGeom prst="ellipse">
            <a:avLst/>
          </a:prstGeom>
          <a:solidFill>
            <a:srgbClr val="7D8990">
              <a:alpha val="40000"/>
            </a:srgbClr>
          </a:solidFill>
          <a:ln w="0">
            <a:noFill/>
            <a:prstDash val="solid"/>
          </a:ln>
        </p:spPr>
      </p:sp>
      <p:sp>
        <p:nvSpPr>
          <p:cNvPr id="1567" name="a_full_bar_ellipse_1566">
            <a:extLst>
              <a:ext uri="{FF2B5EF4-FFF2-40B4-BE49-F238E27FC236}">
                <a16:creationId xmlns:a16="http://schemas.microsoft.com/office/drawing/2014/main" id="{6FE37CFE-847E-4A8D-BE67-1A4EA2316B32}"/>
              </a:ext>
            </a:extLst>
          </p:cNvPr>
          <p:cNvSpPr>
            <a:spLocks noGrp="1"/>
          </p:cNvSpPr>
          <p:nvPr/>
        </p:nvSpPr>
        <p:spPr>
          <a:xfrm>
            <a:off x="4860953" y="3883740"/>
            <a:ext cx="45341" cy="45341"/>
          </a:xfrm>
          <a:prstGeom prst="ellipse">
            <a:avLst/>
          </a:prstGeom>
          <a:solidFill>
            <a:srgbClr val="7D8990">
              <a:alpha val="40000"/>
            </a:srgbClr>
          </a:solidFill>
          <a:ln w="0">
            <a:noFill/>
            <a:prstDash val="solid"/>
          </a:ln>
        </p:spPr>
      </p:sp>
      <p:sp>
        <p:nvSpPr>
          <p:cNvPr id="1568" name="a_full_bar_ellipse_1567">
            <a:extLst>
              <a:ext uri="{FF2B5EF4-FFF2-40B4-BE49-F238E27FC236}">
                <a16:creationId xmlns:a16="http://schemas.microsoft.com/office/drawing/2014/main" id="{315765E4-D797-4598-A9BF-712F6C25E6C3}"/>
              </a:ext>
            </a:extLst>
          </p:cNvPr>
          <p:cNvSpPr>
            <a:spLocks noGrp="1"/>
          </p:cNvSpPr>
          <p:nvPr/>
        </p:nvSpPr>
        <p:spPr>
          <a:xfrm>
            <a:off x="4953532" y="2025341"/>
            <a:ext cx="45341" cy="45341"/>
          </a:xfrm>
          <a:prstGeom prst="ellipse">
            <a:avLst/>
          </a:prstGeom>
          <a:solidFill>
            <a:srgbClr val="7D8990">
              <a:alpha val="40000"/>
            </a:srgbClr>
          </a:solidFill>
          <a:ln w="0">
            <a:noFill/>
            <a:prstDash val="solid"/>
          </a:ln>
        </p:spPr>
      </p:sp>
      <p:sp>
        <p:nvSpPr>
          <p:cNvPr id="1569" name="a_full_bar_ellipse_1568">
            <a:extLst>
              <a:ext uri="{FF2B5EF4-FFF2-40B4-BE49-F238E27FC236}">
                <a16:creationId xmlns:a16="http://schemas.microsoft.com/office/drawing/2014/main" id="{20F240D8-290C-4F11-A662-BB5A9F1D3BC9}"/>
              </a:ext>
            </a:extLst>
          </p:cNvPr>
          <p:cNvSpPr>
            <a:spLocks noGrp="1"/>
          </p:cNvSpPr>
          <p:nvPr/>
        </p:nvSpPr>
        <p:spPr>
          <a:xfrm>
            <a:off x="4811760" y="3453387"/>
            <a:ext cx="45341" cy="45341"/>
          </a:xfrm>
          <a:prstGeom prst="ellipse">
            <a:avLst/>
          </a:prstGeom>
          <a:solidFill>
            <a:srgbClr val="7D8990">
              <a:alpha val="40000"/>
            </a:srgbClr>
          </a:solidFill>
          <a:ln w="0">
            <a:noFill/>
            <a:prstDash val="solid"/>
          </a:ln>
        </p:spPr>
      </p:sp>
      <p:sp>
        <p:nvSpPr>
          <p:cNvPr id="1570" name="a_full_bar_ellipse_1569">
            <a:extLst>
              <a:ext uri="{FF2B5EF4-FFF2-40B4-BE49-F238E27FC236}">
                <a16:creationId xmlns:a16="http://schemas.microsoft.com/office/drawing/2014/main" id="{BB6186BA-FEB0-4AFD-9D4D-044283C554B2}"/>
              </a:ext>
            </a:extLst>
          </p:cNvPr>
          <p:cNvSpPr>
            <a:spLocks noGrp="1"/>
          </p:cNvSpPr>
          <p:nvPr/>
        </p:nvSpPr>
        <p:spPr>
          <a:xfrm>
            <a:off x="4824324" y="4045497"/>
            <a:ext cx="45341" cy="45341"/>
          </a:xfrm>
          <a:prstGeom prst="ellipse">
            <a:avLst/>
          </a:prstGeom>
          <a:solidFill>
            <a:srgbClr val="7D8990">
              <a:alpha val="40000"/>
            </a:srgbClr>
          </a:solidFill>
          <a:ln w="0">
            <a:noFill/>
            <a:prstDash val="solid"/>
          </a:ln>
        </p:spPr>
      </p:sp>
      <p:sp>
        <p:nvSpPr>
          <p:cNvPr id="1571" name="a_full_bar_ellipse_1570">
            <a:extLst>
              <a:ext uri="{FF2B5EF4-FFF2-40B4-BE49-F238E27FC236}">
                <a16:creationId xmlns:a16="http://schemas.microsoft.com/office/drawing/2014/main" id="{BD1ECAC3-7B08-4CB0-B274-41FE9EEEFC64}"/>
              </a:ext>
            </a:extLst>
          </p:cNvPr>
          <p:cNvSpPr>
            <a:spLocks noGrp="1"/>
          </p:cNvSpPr>
          <p:nvPr/>
        </p:nvSpPr>
        <p:spPr>
          <a:xfrm>
            <a:off x="4918596" y="4457382"/>
            <a:ext cx="45341" cy="45341"/>
          </a:xfrm>
          <a:prstGeom prst="ellipse">
            <a:avLst/>
          </a:prstGeom>
          <a:solidFill>
            <a:srgbClr val="7D8990">
              <a:alpha val="40000"/>
            </a:srgbClr>
          </a:solidFill>
          <a:ln w="0">
            <a:noFill/>
            <a:prstDash val="solid"/>
          </a:ln>
        </p:spPr>
      </p:sp>
      <p:sp>
        <p:nvSpPr>
          <p:cNvPr id="1572" name="a_full_bar_ellipse_1571">
            <a:extLst>
              <a:ext uri="{FF2B5EF4-FFF2-40B4-BE49-F238E27FC236}">
                <a16:creationId xmlns:a16="http://schemas.microsoft.com/office/drawing/2014/main" id="{A10658F8-715D-470A-8F8D-213984108724}"/>
              </a:ext>
            </a:extLst>
          </p:cNvPr>
          <p:cNvSpPr>
            <a:spLocks noGrp="1"/>
          </p:cNvSpPr>
          <p:nvPr/>
        </p:nvSpPr>
        <p:spPr>
          <a:xfrm>
            <a:off x="4986793" y="4457382"/>
            <a:ext cx="45341" cy="45341"/>
          </a:xfrm>
          <a:prstGeom prst="ellipse">
            <a:avLst/>
          </a:prstGeom>
          <a:solidFill>
            <a:srgbClr val="7D8990">
              <a:alpha val="40000"/>
            </a:srgbClr>
          </a:solidFill>
          <a:ln w="0">
            <a:noFill/>
            <a:prstDash val="solid"/>
          </a:ln>
        </p:spPr>
      </p:sp>
      <p:sp>
        <p:nvSpPr>
          <p:cNvPr id="1573" name="a_full_bar_ellipse_1572">
            <a:extLst>
              <a:ext uri="{FF2B5EF4-FFF2-40B4-BE49-F238E27FC236}">
                <a16:creationId xmlns:a16="http://schemas.microsoft.com/office/drawing/2014/main" id="{8055F67C-FF09-4236-A054-020C4E358872}"/>
              </a:ext>
            </a:extLst>
          </p:cNvPr>
          <p:cNvSpPr>
            <a:spLocks noGrp="1"/>
          </p:cNvSpPr>
          <p:nvPr/>
        </p:nvSpPr>
        <p:spPr>
          <a:xfrm>
            <a:off x="4805778" y="4457382"/>
            <a:ext cx="45341" cy="45341"/>
          </a:xfrm>
          <a:prstGeom prst="ellipse">
            <a:avLst/>
          </a:prstGeom>
          <a:solidFill>
            <a:srgbClr val="7D8990">
              <a:alpha val="40000"/>
            </a:srgbClr>
          </a:solidFill>
          <a:ln w="0">
            <a:noFill/>
            <a:prstDash val="solid"/>
          </a:ln>
        </p:spPr>
      </p:sp>
      <p:sp>
        <p:nvSpPr>
          <p:cNvPr id="1574" name="a_full_bar_ellipse_1573">
            <a:extLst>
              <a:ext uri="{FF2B5EF4-FFF2-40B4-BE49-F238E27FC236}">
                <a16:creationId xmlns:a16="http://schemas.microsoft.com/office/drawing/2014/main" id="{6914C018-CE85-461E-8C82-CCA620EEC027}"/>
              </a:ext>
            </a:extLst>
          </p:cNvPr>
          <p:cNvSpPr>
            <a:spLocks noGrp="1"/>
          </p:cNvSpPr>
          <p:nvPr/>
        </p:nvSpPr>
        <p:spPr>
          <a:xfrm>
            <a:off x="4996423" y="4457382"/>
            <a:ext cx="45341" cy="45341"/>
          </a:xfrm>
          <a:prstGeom prst="ellipse">
            <a:avLst/>
          </a:prstGeom>
          <a:solidFill>
            <a:srgbClr val="7D8990">
              <a:alpha val="40000"/>
            </a:srgbClr>
          </a:solidFill>
          <a:ln w="0">
            <a:noFill/>
            <a:prstDash val="solid"/>
          </a:ln>
        </p:spPr>
      </p:sp>
      <p:sp>
        <p:nvSpPr>
          <p:cNvPr id="1575" name="a_full_bar_ellipse_1574">
            <a:extLst>
              <a:ext uri="{FF2B5EF4-FFF2-40B4-BE49-F238E27FC236}">
                <a16:creationId xmlns:a16="http://schemas.microsoft.com/office/drawing/2014/main" id="{A9E9575D-7FCA-4A8A-9152-7779FC1037A9}"/>
              </a:ext>
            </a:extLst>
          </p:cNvPr>
          <p:cNvSpPr>
            <a:spLocks noGrp="1"/>
          </p:cNvSpPr>
          <p:nvPr/>
        </p:nvSpPr>
        <p:spPr>
          <a:xfrm>
            <a:off x="4861876" y="4457382"/>
            <a:ext cx="45341" cy="45341"/>
          </a:xfrm>
          <a:prstGeom prst="ellipse">
            <a:avLst/>
          </a:prstGeom>
          <a:solidFill>
            <a:srgbClr val="7D8990">
              <a:alpha val="40000"/>
            </a:srgbClr>
          </a:solidFill>
          <a:ln w="0">
            <a:noFill/>
            <a:prstDash val="solid"/>
          </a:ln>
        </p:spPr>
      </p:sp>
      <p:sp>
        <p:nvSpPr>
          <p:cNvPr id="1576" name="a_full_bar_ellipse_1575">
            <a:extLst>
              <a:ext uri="{FF2B5EF4-FFF2-40B4-BE49-F238E27FC236}">
                <a16:creationId xmlns:a16="http://schemas.microsoft.com/office/drawing/2014/main" id="{7354067A-00CB-4079-BE72-F748115562B8}"/>
              </a:ext>
            </a:extLst>
          </p:cNvPr>
          <p:cNvSpPr>
            <a:spLocks noGrp="1"/>
          </p:cNvSpPr>
          <p:nvPr/>
        </p:nvSpPr>
        <p:spPr>
          <a:xfrm>
            <a:off x="4867640" y="3808838"/>
            <a:ext cx="45341" cy="45341"/>
          </a:xfrm>
          <a:prstGeom prst="ellipse">
            <a:avLst/>
          </a:prstGeom>
          <a:solidFill>
            <a:srgbClr val="7D8990">
              <a:alpha val="40000"/>
            </a:srgbClr>
          </a:solidFill>
          <a:ln w="0">
            <a:noFill/>
            <a:prstDash val="solid"/>
          </a:ln>
        </p:spPr>
      </p:sp>
      <p:sp>
        <p:nvSpPr>
          <p:cNvPr id="1577" name="a_full_bar_ellipse_1576">
            <a:extLst>
              <a:ext uri="{FF2B5EF4-FFF2-40B4-BE49-F238E27FC236}">
                <a16:creationId xmlns:a16="http://schemas.microsoft.com/office/drawing/2014/main" id="{D4BBE8A7-51A9-4F1D-9A87-9E3C99F0D954}"/>
              </a:ext>
            </a:extLst>
          </p:cNvPr>
          <p:cNvSpPr>
            <a:spLocks noGrp="1"/>
          </p:cNvSpPr>
          <p:nvPr/>
        </p:nvSpPr>
        <p:spPr>
          <a:xfrm>
            <a:off x="4986744" y="3646702"/>
            <a:ext cx="45341" cy="45341"/>
          </a:xfrm>
          <a:prstGeom prst="ellipse">
            <a:avLst/>
          </a:prstGeom>
          <a:solidFill>
            <a:srgbClr val="7D8990">
              <a:alpha val="40000"/>
            </a:srgbClr>
          </a:solidFill>
          <a:ln w="0">
            <a:noFill/>
            <a:prstDash val="solid"/>
          </a:ln>
        </p:spPr>
      </p:sp>
      <p:sp>
        <p:nvSpPr>
          <p:cNvPr id="1578" name="a_full_bar_ellipse_1577">
            <a:extLst>
              <a:ext uri="{FF2B5EF4-FFF2-40B4-BE49-F238E27FC236}">
                <a16:creationId xmlns:a16="http://schemas.microsoft.com/office/drawing/2014/main" id="{0C07541C-54A3-471D-89CF-06A8342BC13E}"/>
              </a:ext>
            </a:extLst>
          </p:cNvPr>
          <p:cNvSpPr>
            <a:spLocks noGrp="1"/>
          </p:cNvSpPr>
          <p:nvPr/>
        </p:nvSpPr>
        <p:spPr>
          <a:xfrm>
            <a:off x="4797517" y="4305380"/>
            <a:ext cx="45341" cy="45341"/>
          </a:xfrm>
          <a:prstGeom prst="ellipse">
            <a:avLst/>
          </a:prstGeom>
          <a:solidFill>
            <a:srgbClr val="7D8990">
              <a:alpha val="40000"/>
            </a:srgbClr>
          </a:solidFill>
          <a:ln w="0">
            <a:noFill/>
            <a:prstDash val="solid"/>
          </a:ln>
        </p:spPr>
      </p:sp>
      <p:sp>
        <p:nvSpPr>
          <p:cNvPr id="1579" name="a_full_bar_ellipse_1578">
            <a:extLst>
              <a:ext uri="{FF2B5EF4-FFF2-40B4-BE49-F238E27FC236}">
                <a16:creationId xmlns:a16="http://schemas.microsoft.com/office/drawing/2014/main" id="{A8DE12F9-9D54-4B1C-8A0F-554C4A23F0CD}"/>
              </a:ext>
            </a:extLst>
          </p:cNvPr>
          <p:cNvSpPr>
            <a:spLocks noGrp="1"/>
          </p:cNvSpPr>
          <p:nvPr/>
        </p:nvSpPr>
        <p:spPr>
          <a:xfrm>
            <a:off x="4985526" y="4190110"/>
            <a:ext cx="45341" cy="45341"/>
          </a:xfrm>
          <a:prstGeom prst="ellipse">
            <a:avLst/>
          </a:prstGeom>
          <a:solidFill>
            <a:srgbClr val="7D8990">
              <a:alpha val="40000"/>
            </a:srgbClr>
          </a:solidFill>
          <a:ln w="0">
            <a:noFill/>
            <a:prstDash val="solid"/>
          </a:ln>
        </p:spPr>
      </p:sp>
      <p:sp>
        <p:nvSpPr>
          <p:cNvPr id="1580" name="a_full_bar_ellipse_1579">
            <a:extLst>
              <a:ext uri="{FF2B5EF4-FFF2-40B4-BE49-F238E27FC236}">
                <a16:creationId xmlns:a16="http://schemas.microsoft.com/office/drawing/2014/main" id="{2681376D-87F3-4C74-99B5-EF2516092123}"/>
              </a:ext>
            </a:extLst>
          </p:cNvPr>
          <p:cNvSpPr>
            <a:spLocks noGrp="1"/>
          </p:cNvSpPr>
          <p:nvPr/>
        </p:nvSpPr>
        <p:spPr>
          <a:xfrm>
            <a:off x="4859860" y="2025341"/>
            <a:ext cx="45341" cy="45341"/>
          </a:xfrm>
          <a:prstGeom prst="ellipse">
            <a:avLst/>
          </a:prstGeom>
          <a:solidFill>
            <a:srgbClr val="7D8990">
              <a:alpha val="40000"/>
            </a:srgbClr>
          </a:solidFill>
          <a:ln w="0">
            <a:noFill/>
            <a:prstDash val="solid"/>
          </a:ln>
        </p:spPr>
      </p:sp>
      <p:sp>
        <p:nvSpPr>
          <p:cNvPr id="1581" name="a_full_bar_ellipse_1580">
            <a:extLst>
              <a:ext uri="{FF2B5EF4-FFF2-40B4-BE49-F238E27FC236}">
                <a16:creationId xmlns:a16="http://schemas.microsoft.com/office/drawing/2014/main" id="{B3C07EDE-6662-4CFB-9B17-E438937FBCC2}"/>
              </a:ext>
            </a:extLst>
          </p:cNvPr>
          <p:cNvSpPr>
            <a:spLocks noGrp="1"/>
          </p:cNvSpPr>
          <p:nvPr/>
        </p:nvSpPr>
        <p:spPr>
          <a:xfrm>
            <a:off x="4831908" y="4457382"/>
            <a:ext cx="45341" cy="45341"/>
          </a:xfrm>
          <a:prstGeom prst="ellipse">
            <a:avLst/>
          </a:prstGeom>
          <a:solidFill>
            <a:srgbClr val="7D8990">
              <a:alpha val="40000"/>
            </a:srgbClr>
          </a:solidFill>
          <a:ln w="0">
            <a:noFill/>
            <a:prstDash val="solid"/>
          </a:ln>
        </p:spPr>
      </p:sp>
      <p:sp>
        <p:nvSpPr>
          <p:cNvPr id="1582" name="a_full_bar_ellipse_1581">
            <a:extLst>
              <a:ext uri="{FF2B5EF4-FFF2-40B4-BE49-F238E27FC236}">
                <a16:creationId xmlns:a16="http://schemas.microsoft.com/office/drawing/2014/main" id="{2686DD68-F554-4FDD-9399-333E452CE4B5}"/>
              </a:ext>
            </a:extLst>
          </p:cNvPr>
          <p:cNvSpPr>
            <a:spLocks noGrp="1"/>
          </p:cNvSpPr>
          <p:nvPr/>
        </p:nvSpPr>
        <p:spPr>
          <a:xfrm>
            <a:off x="4869679" y="3241362"/>
            <a:ext cx="45341" cy="45341"/>
          </a:xfrm>
          <a:prstGeom prst="ellipse">
            <a:avLst/>
          </a:prstGeom>
          <a:solidFill>
            <a:srgbClr val="7D8990">
              <a:alpha val="40000"/>
            </a:srgbClr>
          </a:solidFill>
          <a:ln w="0">
            <a:noFill/>
            <a:prstDash val="solid"/>
          </a:ln>
        </p:spPr>
      </p:sp>
      <p:sp>
        <p:nvSpPr>
          <p:cNvPr id="1583" name="a_full_bar_ellipse_1582">
            <a:extLst>
              <a:ext uri="{FF2B5EF4-FFF2-40B4-BE49-F238E27FC236}">
                <a16:creationId xmlns:a16="http://schemas.microsoft.com/office/drawing/2014/main" id="{6B9B8088-57B2-4A24-AE83-29FCEBBE1105}"/>
              </a:ext>
            </a:extLst>
          </p:cNvPr>
          <p:cNvSpPr>
            <a:spLocks noGrp="1"/>
          </p:cNvSpPr>
          <p:nvPr/>
        </p:nvSpPr>
        <p:spPr>
          <a:xfrm>
            <a:off x="4863433" y="4457382"/>
            <a:ext cx="45341" cy="45341"/>
          </a:xfrm>
          <a:prstGeom prst="ellipse">
            <a:avLst/>
          </a:prstGeom>
          <a:solidFill>
            <a:srgbClr val="7D8990">
              <a:alpha val="40000"/>
            </a:srgbClr>
          </a:solidFill>
          <a:ln w="0">
            <a:noFill/>
            <a:prstDash val="solid"/>
          </a:ln>
        </p:spPr>
      </p:sp>
      <p:sp>
        <p:nvSpPr>
          <p:cNvPr id="1584" name="a_full_bar_ellipse_1583">
            <a:extLst>
              <a:ext uri="{FF2B5EF4-FFF2-40B4-BE49-F238E27FC236}">
                <a16:creationId xmlns:a16="http://schemas.microsoft.com/office/drawing/2014/main" id="{3F414692-ED26-4921-8DDD-52A10772B4A4}"/>
              </a:ext>
            </a:extLst>
          </p:cNvPr>
          <p:cNvSpPr>
            <a:spLocks noGrp="1"/>
          </p:cNvSpPr>
          <p:nvPr/>
        </p:nvSpPr>
        <p:spPr>
          <a:xfrm>
            <a:off x="4967603" y="4454637"/>
            <a:ext cx="45341" cy="45341"/>
          </a:xfrm>
          <a:prstGeom prst="ellipse">
            <a:avLst/>
          </a:prstGeom>
          <a:solidFill>
            <a:srgbClr val="7D8990">
              <a:alpha val="40000"/>
            </a:srgbClr>
          </a:solidFill>
          <a:ln w="0">
            <a:noFill/>
            <a:prstDash val="solid"/>
          </a:ln>
        </p:spPr>
      </p:sp>
      <p:sp>
        <p:nvSpPr>
          <p:cNvPr id="1585" name="a_full_bar_ellipse_1584">
            <a:extLst>
              <a:ext uri="{FF2B5EF4-FFF2-40B4-BE49-F238E27FC236}">
                <a16:creationId xmlns:a16="http://schemas.microsoft.com/office/drawing/2014/main" id="{8E655FA8-B069-4184-B493-814534DAC029}"/>
              </a:ext>
            </a:extLst>
          </p:cNvPr>
          <p:cNvSpPr>
            <a:spLocks noGrp="1"/>
          </p:cNvSpPr>
          <p:nvPr/>
        </p:nvSpPr>
        <p:spPr>
          <a:xfrm>
            <a:off x="4940412" y="4457382"/>
            <a:ext cx="45341" cy="45341"/>
          </a:xfrm>
          <a:prstGeom prst="ellipse">
            <a:avLst/>
          </a:prstGeom>
          <a:solidFill>
            <a:srgbClr val="7D8990">
              <a:alpha val="40000"/>
            </a:srgbClr>
          </a:solidFill>
          <a:ln w="0">
            <a:noFill/>
            <a:prstDash val="solid"/>
          </a:ln>
        </p:spPr>
      </p:sp>
      <p:sp>
        <p:nvSpPr>
          <p:cNvPr id="1586" name="a_full_bar_ellipse_1585">
            <a:extLst>
              <a:ext uri="{FF2B5EF4-FFF2-40B4-BE49-F238E27FC236}">
                <a16:creationId xmlns:a16="http://schemas.microsoft.com/office/drawing/2014/main" id="{2C10CC74-33A9-46F5-9D14-8FE7BB87FFEA}"/>
              </a:ext>
            </a:extLst>
          </p:cNvPr>
          <p:cNvSpPr>
            <a:spLocks noGrp="1"/>
          </p:cNvSpPr>
          <p:nvPr/>
        </p:nvSpPr>
        <p:spPr>
          <a:xfrm>
            <a:off x="4910550" y="4044442"/>
            <a:ext cx="45341" cy="45341"/>
          </a:xfrm>
          <a:prstGeom prst="ellipse">
            <a:avLst/>
          </a:prstGeom>
          <a:solidFill>
            <a:srgbClr val="7D8990">
              <a:alpha val="40000"/>
            </a:srgbClr>
          </a:solidFill>
          <a:ln w="0">
            <a:noFill/>
            <a:prstDash val="solid"/>
          </a:ln>
        </p:spPr>
      </p:sp>
      <p:sp>
        <p:nvSpPr>
          <p:cNvPr id="1587" name="a_full_bar_ellipse_1586">
            <a:extLst>
              <a:ext uri="{FF2B5EF4-FFF2-40B4-BE49-F238E27FC236}">
                <a16:creationId xmlns:a16="http://schemas.microsoft.com/office/drawing/2014/main" id="{DBD0DB1A-73F5-46EE-BEC7-50F6E5FF442C}"/>
              </a:ext>
            </a:extLst>
          </p:cNvPr>
          <p:cNvSpPr>
            <a:spLocks noGrp="1"/>
          </p:cNvSpPr>
          <p:nvPr/>
        </p:nvSpPr>
        <p:spPr>
          <a:xfrm>
            <a:off x="4927512" y="4457382"/>
            <a:ext cx="45341" cy="45341"/>
          </a:xfrm>
          <a:prstGeom prst="ellipse">
            <a:avLst/>
          </a:prstGeom>
          <a:solidFill>
            <a:srgbClr val="7D8990">
              <a:alpha val="40000"/>
            </a:srgbClr>
          </a:solidFill>
          <a:ln w="0">
            <a:noFill/>
            <a:prstDash val="solid"/>
          </a:ln>
        </p:spPr>
      </p:sp>
      <p:sp>
        <p:nvSpPr>
          <p:cNvPr id="1588" name="a_full_bar_ellipse_1587">
            <a:extLst>
              <a:ext uri="{FF2B5EF4-FFF2-40B4-BE49-F238E27FC236}">
                <a16:creationId xmlns:a16="http://schemas.microsoft.com/office/drawing/2014/main" id="{AEA0DF80-A547-4C95-A76D-E9A3D3B5A98B}"/>
              </a:ext>
            </a:extLst>
          </p:cNvPr>
          <p:cNvSpPr>
            <a:spLocks noGrp="1"/>
          </p:cNvSpPr>
          <p:nvPr/>
        </p:nvSpPr>
        <p:spPr>
          <a:xfrm>
            <a:off x="4823666" y="4457382"/>
            <a:ext cx="45341" cy="45341"/>
          </a:xfrm>
          <a:prstGeom prst="ellipse">
            <a:avLst/>
          </a:prstGeom>
          <a:solidFill>
            <a:srgbClr val="7D8990">
              <a:alpha val="40000"/>
            </a:srgbClr>
          </a:solidFill>
          <a:ln w="0">
            <a:noFill/>
            <a:prstDash val="solid"/>
          </a:ln>
        </p:spPr>
      </p:sp>
      <p:sp>
        <p:nvSpPr>
          <p:cNvPr id="1589" name="a_full_bar_ellipse_1588">
            <a:extLst>
              <a:ext uri="{FF2B5EF4-FFF2-40B4-BE49-F238E27FC236}">
                <a16:creationId xmlns:a16="http://schemas.microsoft.com/office/drawing/2014/main" id="{FB838009-6844-4161-B772-2C79F87EA232}"/>
              </a:ext>
            </a:extLst>
          </p:cNvPr>
          <p:cNvSpPr>
            <a:spLocks noGrp="1"/>
          </p:cNvSpPr>
          <p:nvPr/>
        </p:nvSpPr>
        <p:spPr>
          <a:xfrm>
            <a:off x="4885988" y="4457382"/>
            <a:ext cx="45341" cy="45341"/>
          </a:xfrm>
          <a:prstGeom prst="ellipse">
            <a:avLst/>
          </a:prstGeom>
          <a:solidFill>
            <a:srgbClr val="7D8990">
              <a:alpha val="40000"/>
            </a:srgbClr>
          </a:solidFill>
          <a:ln w="0">
            <a:noFill/>
            <a:prstDash val="solid"/>
          </a:ln>
        </p:spPr>
      </p:sp>
      <p:sp>
        <p:nvSpPr>
          <p:cNvPr id="1590" name="a_full_bar_ellipse_1589">
            <a:extLst>
              <a:ext uri="{FF2B5EF4-FFF2-40B4-BE49-F238E27FC236}">
                <a16:creationId xmlns:a16="http://schemas.microsoft.com/office/drawing/2014/main" id="{553AFB0B-8089-4F79-910E-A7CCF6F8EF44}"/>
              </a:ext>
            </a:extLst>
          </p:cNvPr>
          <p:cNvSpPr>
            <a:spLocks noGrp="1"/>
          </p:cNvSpPr>
          <p:nvPr/>
        </p:nvSpPr>
        <p:spPr>
          <a:xfrm>
            <a:off x="4977486" y="4457382"/>
            <a:ext cx="45341" cy="45341"/>
          </a:xfrm>
          <a:prstGeom prst="ellipse">
            <a:avLst/>
          </a:prstGeom>
          <a:solidFill>
            <a:srgbClr val="7D8990">
              <a:alpha val="40000"/>
            </a:srgbClr>
          </a:solidFill>
          <a:ln w="0">
            <a:noFill/>
            <a:prstDash val="solid"/>
          </a:ln>
        </p:spPr>
      </p:sp>
      <p:sp>
        <p:nvSpPr>
          <p:cNvPr id="1591" name="a_full_bar_ellipse_1590">
            <a:extLst>
              <a:ext uri="{FF2B5EF4-FFF2-40B4-BE49-F238E27FC236}">
                <a16:creationId xmlns:a16="http://schemas.microsoft.com/office/drawing/2014/main" id="{D651CA7E-75C6-4643-A243-BB98ADD0247D}"/>
              </a:ext>
            </a:extLst>
          </p:cNvPr>
          <p:cNvSpPr>
            <a:spLocks noGrp="1"/>
          </p:cNvSpPr>
          <p:nvPr/>
        </p:nvSpPr>
        <p:spPr>
          <a:xfrm>
            <a:off x="4870790" y="2025341"/>
            <a:ext cx="45341" cy="45341"/>
          </a:xfrm>
          <a:prstGeom prst="ellipse">
            <a:avLst/>
          </a:prstGeom>
          <a:solidFill>
            <a:srgbClr val="7D8990">
              <a:alpha val="40000"/>
            </a:srgbClr>
          </a:solidFill>
          <a:ln w="0">
            <a:noFill/>
            <a:prstDash val="solid"/>
          </a:ln>
        </p:spPr>
      </p:sp>
      <p:sp>
        <p:nvSpPr>
          <p:cNvPr id="1592" name="a_full_bar_ellipse_1591">
            <a:extLst>
              <a:ext uri="{FF2B5EF4-FFF2-40B4-BE49-F238E27FC236}">
                <a16:creationId xmlns:a16="http://schemas.microsoft.com/office/drawing/2014/main" id="{4BB6961D-B11D-4062-8A03-A6E7FBC58CE2}"/>
              </a:ext>
            </a:extLst>
          </p:cNvPr>
          <p:cNvSpPr>
            <a:spLocks noGrp="1"/>
          </p:cNvSpPr>
          <p:nvPr/>
        </p:nvSpPr>
        <p:spPr>
          <a:xfrm>
            <a:off x="4966668" y="3241362"/>
            <a:ext cx="45341" cy="45341"/>
          </a:xfrm>
          <a:prstGeom prst="ellipse">
            <a:avLst/>
          </a:prstGeom>
          <a:solidFill>
            <a:srgbClr val="7D8990">
              <a:alpha val="40000"/>
            </a:srgbClr>
          </a:solidFill>
          <a:ln w="0">
            <a:noFill/>
            <a:prstDash val="solid"/>
          </a:ln>
        </p:spPr>
      </p:sp>
      <p:sp>
        <p:nvSpPr>
          <p:cNvPr id="1593" name="a_full_bar_ellipse_1592">
            <a:extLst>
              <a:ext uri="{FF2B5EF4-FFF2-40B4-BE49-F238E27FC236}">
                <a16:creationId xmlns:a16="http://schemas.microsoft.com/office/drawing/2014/main" id="{C43B33AE-0E20-476D-BB3C-ADCFBB0796A6}"/>
              </a:ext>
            </a:extLst>
          </p:cNvPr>
          <p:cNvSpPr>
            <a:spLocks noGrp="1"/>
          </p:cNvSpPr>
          <p:nvPr/>
        </p:nvSpPr>
        <p:spPr>
          <a:xfrm>
            <a:off x="4799244" y="4168888"/>
            <a:ext cx="45341" cy="45341"/>
          </a:xfrm>
          <a:prstGeom prst="ellipse">
            <a:avLst/>
          </a:prstGeom>
          <a:solidFill>
            <a:srgbClr val="7D8990">
              <a:alpha val="40000"/>
            </a:srgbClr>
          </a:solidFill>
          <a:ln w="0">
            <a:noFill/>
            <a:prstDash val="solid"/>
          </a:ln>
        </p:spPr>
      </p:sp>
      <p:sp>
        <p:nvSpPr>
          <p:cNvPr id="1594" name="a_full_bar_ellipse_1593">
            <a:extLst>
              <a:ext uri="{FF2B5EF4-FFF2-40B4-BE49-F238E27FC236}">
                <a16:creationId xmlns:a16="http://schemas.microsoft.com/office/drawing/2014/main" id="{FDB7464E-BCC3-44A2-864B-1643A4F67A85}"/>
              </a:ext>
            </a:extLst>
          </p:cNvPr>
          <p:cNvSpPr>
            <a:spLocks noGrp="1"/>
          </p:cNvSpPr>
          <p:nvPr/>
        </p:nvSpPr>
        <p:spPr>
          <a:xfrm>
            <a:off x="4795277" y="3241362"/>
            <a:ext cx="45341" cy="45341"/>
          </a:xfrm>
          <a:prstGeom prst="ellipse">
            <a:avLst/>
          </a:prstGeom>
          <a:solidFill>
            <a:srgbClr val="7D8990">
              <a:alpha val="40000"/>
            </a:srgbClr>
          </a:solidFill>
          <a:ln w="0">
            <a:noFill/>
            <a:prstDash val="solid"/>
          </a:ln>
        </p:spPr>
      </p:sp>
      <p:sp>
        <p:nvSpPr>
          <p:cNvPr id="1595" name="a_full_bar_ellipse_1594">
            <a:extLst>
              <a:ext uri="{FF2B5EF4-FFF2-40B4-BE49-F238E27FC236}">
                <a16:creationId xmlns:a16="http://schemas.microsoft.com/office/drawing/2014/main" id="{693E517A-6FB0-4C28-8472-DAEFF68472FA}"/>
              </a:ext>
            </a:extLst>
          </p:cNvPr>
          <p:cNvSpPr>
            <a:spLocks noGrp="1"/>
          </p:cNvSpPr>
          <p:nvPr/>
        </p:nvSpPr>
        <p:spPr>
          <a:xfrm>
            <a:off x="4920101" y="4457382"/>
            <a:ext cx="45341" cy="45341"/>
          </a:xfrm>
          <a:prstGeom prst="ellipse">
            <a:avLst/>
          </a:prstGeom>
          <a:solidFill>
            <a:srgbClr val="7D8990">
              <a:alpha val="40000"/>
            </a:srgbClr>
          </a:solidFill>
          <a:ln w="0">
            <a:noFill/>
            <a:prstDash val="solid"/>
          </a:ln>
        </p:spPr>
      </p:sp>
      <p:sp>
        <p:nvSpPr>
          <p:cNvPr id="1596" name="a_full_bar_ellipse_1595">
            <a:extLst>
              <a:ext uri="{FF2B5EF4-FFF2-40B4-BE49-F238E27FC236}">
                <a16:creationId xmlns:a16="http://schemas.microsoft.com/office/drawing/2014/main" id="{5ABE828B-EDB5-4642-83FF-8F72B7328A4C}"/>
              </a:ext>
            </a:extLst>
          </p:cNvPr>
          <p:cNvSpPr>
            <a:spLocks noGrp="1"/>
          </p:cNvSpPr>
          <p:nvPr/>
        </p:nvSpPr>
        <p:spPr>
          <a:xfrm>
            <a:off x="4924311" y="3241362"/>
            <a:ext cx="45341" cy="45341"/>
          </a:xfrm>
          <a:prstGeom prst="ellipse">
            <a:avLst/>
          </a:prstGeom>
          <a:solidFill>
            <a:srgbClr val="7D8990">
              <a:alpha val="40000"/>
            </a:srgbClr>
          </a:solidFill>
          <a:ln w="0">
            <a:noFill/>
            <a:prstDash val="solid"/>
          </a:ln>
        </p:spPr>
      </p:sp>
      <p:sp>
        <p:nvSpPr>
          <p:cNvPr id="1597" name="a_full_bar_ellipse_1596">
            <a:extLst>
              <a:ext uri="{FF2B5EF4-FFF2-40B4-BE49-F238E27FC236}">
                <a16:creationId xmlns:a16="http://schemas.microsoft.com/office/drawing/2014/main" id="{DF7D430A-4269-41A1-9716-CE5F14E84786}"/>
              </a:ext>
            </a:extLst>
          </p:cNvPr>
          <p:cNvSpPr>
            <a:spLocks noGrp="1"/>
          </p:cNvSpPr>
          <p:nvPr/>
        </p:nvSpPr>
        <p:spPr>
          <a:xfrm>
            <a:off x="4839169" y="4288008"/>
            <a:ext cx="45341" cy="45341"/>
          </a:xfrm>
          <a:prstGeom prst="ellipse">
            <a:avLst/>
          </a:prstGeom>
          <a:solidFill>
            <a:srgbClr val="7D8990">
              <a:alpha val="40000"/>
            </a:srgbClr>
          </a:solidFill>
          <a:ln w="0">
            <a:noFill/>
            <a:prstDash val="solid"/>
          </a:ln>
        </p:spPr>
      </p:sp>
      <p:sp>
        <p:nvSpPr>
          <p:cNvPr id="1598" name="a_full_bar_ellipse_1597">
            <a:extLst>
              <a:ext uri="{FF2B5EF4-FFF2-40B4-BE49-F238E27FC236}">
                <a16:creationId xmlns:a16="http://schemas.microsoft.com/office/drawing/2014/main" id="{C477AC07-3CEA-469B-B6F6-FC196864E73B}"/>
              </a:ext>
            </a:extLst>
          </p:cNvPr>
          <p:cNvSpPr>
            <a:spLocks noGrp="1"/>
          </p:cNvSpPr>
          <p:nvPr/>
        </p:nvSpPr>
        <p:spPr>
          <a:xfrm>
            <a:off x="4891141" y="2025341"/>
            <a:ext cx="45341" cy="45341"/>
          </a:xfrm>
          <a:prstGeom prst="ellipse">
            <a:avLst/>
          </a:prstGeom>
          <a:solidFill>
            <a:srgbClr val="7D8990">
              <a:alpha val="40000"/>
            </a:srgbClr>
          </a:solidFill>
          <a:ln w="0">
            <a:noFill/>
            <a:prstDash val="solid"/>
          </a:ln>
        </p:spPr>
      </p:sp>
      <p:sp>
        <p:nvSpPr>
          <p:cNvPr id="1599" name="a_full_bar_ellipse_1598">
            <a:extLst>
              <a:ext uri="{FF2B5EF4-FFF2-40B4-BE49-F238E27FC236}">
                <a16:creationId xmlns:a16="http://schemas.microsoft.com/office/drawing/2014/main" id="{496111C4-1878-4A39-8EBD-74D8CF416C90}"/>
              </a:ext>
            </a:extLst>
          </p:cNvPr>
          <p:cNvSpPr>
            <a:spLocks noGrp="1"/>
          </p:cNvSpPr>
          <p:nvPr/>
        </p:nvSpPr>
        <p:spPr>
          <a:xfrm>
            <a:off x="4875331" y="3342697"/>
            <a:ext cx="45341" cy="45341"/>
          </a:xfrm>
          <a:prstGeom prst="ellipse">
            <a:avLst/>
          </a:prstGeom>
          <a:solidFill>
            <a:srgbClr val="7D8990">
              <a:alpha val="40000"/>
            </a:srgbClr>
          </a:solidFill>
          <a:ln w="0">
            <a:noFill/>
            <a:prstDash val="solid"/>
          </a:ln>
        </p:spPr>
      </p:sp>
      <p:sp>
        <p:nvSpPr>
          <p:cNvPr id="1600" name="a_full_bar_ellipse_1599">
            <a:extLst>
              <a:ext uri="{FF2B5EF4-FFF2-40B4-BE49-F238E27FC236}">
                <a16:creationId xmlns:a16="http://schemas.microsoft.com/office/drawing/2014/main" id="{F3BBFCD6-2DB7-4D07-8678-09397305FC46}"/>
              </a:ext>
            </a:extLst>
          </p:cNvPr>
          <p:cNvSpPr>
            <a:spLocks noGrp="1"/>
          </p:cNvSpPr>
          <p:nvPr/>
        </p:nvSpPr>
        <p:spPr>
          <a:xfrm>
            <a:off x="4895605" y="3646702"/>
            <a:ext cx="45341" cy="45341"/>
          </a:xfrm>
          <a:prstGeom prst="ellipse">
            <a:avLst/>
          </a:prstGeom>
          <a:solidFill>
            <a:srgbClr val="7D8990">
              <a:alpha val="40000"/>
            </a:srgbClr>
          </a:solidFill>
          <a:ln w="0">
            <a:noFill/>
            <a:prstDash val="solid"/>
          </a:ln>
        </p:spPr>
      </p:sp>
      <p:sp>
        <p:nvSpPr>
          <p:cNvPr id="1601" name="a_full_bar_ellipse_1600">
            <a:extLst>
              <a:ext uri="{FF2B5EF4-FFF2-40B4-BE49-F238E27FC236}">
                <a16:creationId xmlns:a16="http://schemas.microsoft.com/office/drawing/2014/main" id="{124312DE-8A4A-4860-9DCC-7121D1ECACB0}"/>
              </a:ext>
            </a:extLst>
          </p:cNvPr>
          <p:cNvSpPr>
            <a:spLocks noGrp="1"/>
          </p:cNvSpPr>
          <p:nvPr/>
        </p:nvSpPr>
        <p:spPr>
          <a:xfrm>
            <a:off x="4890641" y="4457382"/>
            <a:ext cx="45341" cy="45341"/>
          </a:xfrm>
          <a:prstGeom prst="ellipse">
            <a:avLst/>
          </a:prstGeom>
          <a:solidFill>
            <a:srgbClr val="7D8990">
              <a:alpha val="40000"/>
            </a:srgbClr>
          </a:solidFill>
          <a:ln w="0">
            <a:noFill/>
            <a:prstDash val="solid"/>
          </a:ln>
        </p:spPr>
      </p:sp>
      <p:sp>
        <p:nvSpPr>
          <p:cNvPr id="1602" name="a_full_bar_ellipse_1601">
            <a:extLst>
              <a:ext uri="{FF2B5EF4-FFF2-40B4-BE49-F238E27FC236}">
                <a16:creationId xmlns:a16="http://schemas.microsoft.com/office/drawing/2014/main" id="{ECFCA685-D3FB-40BB-90F6-209B98E0D890}"/>
              </a:ext>
            </a:extLst>
          </p:cNvPr>
          <p:cNvSpPr>
            <a:spLocks noGrp="1"/>
          </p:cNvSpPr>
          <p:nvPr/>
        </p:nvSpPr>
        <p:spPr>
          <a:xfrm>
            <a:off x="4822201" y="4457382"/>
            <a:ext cx="45341" cy="45341"/>
          </a:xfrm>
          <a:prstGeom prst="ellipse">
            <a:avLst/>
          </a:prstGeom>
          <a:solidFill>
            <a:srgbClr val="7D8990">
              <a:alpha val="40000"/>
            </a:srgbClr>
          </a:solidFill>
          <a:ln w="0">
            <a:noFill/>
            <a:prstDash val="solid"/>
          </a:ln>
        </p:spPr>
      </p:sp>
      <p:sp>
        <p:nvSpPr>
          <p:cNvPr id="1603" name="a_full_bar_ellipse_1602">
            <a:extLst>
              <a:ext uri="{FF2B5EF4-FFF2-40B4-BE49-F238E27FC236}">
                <a16:creationId xmlns:a16="http://schemas.microsoft.com/office/drawing/2014/main" id="{96B87F55-C0ED-4E56-A737-EE360266060C}"/>
              </a:ext>
            </a:extLst>
          </p:cNvPr>
          <p:cNvSpPr>
            <a:spLocks noGrp="1"/>
          </p:cNvSpPr>
          <p:nvPr/>
        </p:nvSpPr>
        <p:spPr>
          <a:xfrm>
            <a:off x="4887905" y="3889906"/>
            <a:ext cx="45341" cy="45341"/>
          </a:xfrm>
          <a:prstGeom prst="ellipse">
            <a:avLst/>
          </a:prstGeom>
          <a:solidFill>
            <a:srgbClr val="7D8990">
              <a:alpha val="40000"/>
            </a:srgbClr>
          </a:solidFill>
          <a:ln w="0">
            <a:noFill/>
            <a:prstDash val="solid"/>
          </a:ln>
        </p:spPr>
      </p:sp>
      <p:sp>
        <p:nvSpPr>
          <p:cNvPr id="1604" name="a_full_bar_ellipse_1603">
            <a:extLst>
              <a:ext uri="{FF2B5EF4-FFF2-40B4-BE49-F238E27FC236}">
                <a16:creationId xmlns:a16="http://schemas.microsoft.com/office/drawing/2014/main" id="{806E0956-2164-4024-A7FA-624639C9401B}"/>
              </a:ext>
            </a:extLst>
          </p:cNvPr>
          <p:cNvSpPr>
            <a:spLocks noGrp="1"/>
          </p:cNvSpPr>
          <p:nvPr/>
        </p:nvSpPr>
        <p:spPr>
          <a:xfrm>
            <a:off x="4908251" y="3646702"/>
            <a:ext cx="45341" cy="45341"/>
          </a:xfrm>
          <a:prstGeom prst="ellipse">
            <a:avLst/>
          </a:prstGeom>
          <a:solidFill>
            <a:srgbClr val="7D8990">
              <a:alpha val="40000"/>
            </a:srgbClr>
          </a:solidFill>
          <a:ln w="0">
            <a:noFill/>
            <a:prstDash val="solid"/>
          </a:ln>
        </p:spPr>
      </p:sp>
      <p:sp>
        <p:nvSpPr>
          <p:cNvPr id="1605" name="a_full_bar_ellipse_1604">
            <a:extLst>
              <a:ext uri="{FF2B5EF4-FFF2-40B4-BE49-F238E27FC236}">
                <a16:creationId xmlns:a16="http://schemas.microsoft.com/office/drawing/2014/main" id="{25BBABDB-95F7-47DB-A12C-5931F63A3AD5}"/>
              </a:ext>
            </a:extLst>
          </p:cNvPr>
          <p:cNvSpPr>
            <a:spLocks noGrp="1"/>
          </p:cNvSpPr>
          <p:nvPr/>
        </p:nvSpPr>
        <p:spPr>
          <a:xfrm>
            <a:off x="4826406" y="4005367"/>
            <a:ext cx="45341" cy="45341"/>
          </a:xfrm>
          <a:prstGeom prst="ellipse">
            <a:avLst/>
          </a:prstGeom>
          <a:solidFill>
            <a:srgbClr val="7D8990">
              <a:alpha val="40000"/>
            </a:srgbClr>
          </a:solidFill>
          <a:ln w="0">
            <a:noFill/>
            <a:prstDash val="solid"/>
          </a:ln>
        </p:spPr>
      </p:sp>
      <p:sp>
        <p:nvSpPr>
          <p:cNvPr id="1606" name="a_full_bar_ellipse_1605">
            <a:extLst>
              <a:ext uri="{FF2B5EF4-FFF2-40B4-BE49-F238E27FC236}">
                <a16:creationId xmlns:a16="http://schemas.microsoft.com/office/drawing/2014/main" id="{435A4E5C-0779-44D0-BD00-A03A9B54B97E}"/>
              </a:ext>
            </a:extLst>
          </p:cNvPr>
          <p:cNvSpPr>
            <a:spLocks noGrp="1"/>
          </p:cNvSpPr>
          <p:nvPr/>
        </p:nvSpPr>
        <p:spPr>
          <a:xfrm>
            <a:off x="4975179" y="4457382"/>
            <a:ext cx="45341" cy="45341"/>
          </a:xfrm>
          <a:prstGeom prst="ellipse">
            <a:avLst/>
          </a:prstGeom>
          <a:solidFill>
            <a:srgbClr val="7D8990">
              <a:alpha val="40000"/>
            </a:srgbClr>
          </a:solidFill>
          <a:ln w="0">
            <a:noFill/>
            <a:prstDash val="solid"/>
          </a:ln>
        </p:spPr>
      </p:sp>
      <p:sp>
        <p:nvSpPr>
          <p:cNvPr id="1607" name="a_full_bar_ellipse_1606">
            <a:extLst>
              <a:ext uri="{FF2B5EF4-FFF2-40B4-BE49-F238E27FC236}">
                <a16:creationId xmlns:a16="http://schemas.microsoft.com/office/drawing/2014/main" id="{67B11779-BFBE-4B83-9C86-4E88C3949858}"/>
              </a:ext>
            </a:extLst>
          </p:cNvPr>
          <p:cNvSpPr>
            <a:spLocks noGrp="1"/>
          </p:cNvSpPr>
          <p:nvPr/>
        </p:nvSpPr>
        <p:spPr>
          <a:xfrm>
            <a:off x="4884475" y="4335780"/>
            <a:ext cx="45341" cy="45341"/>
          </a:xfrm>
          <a:prstGeom prst="ellipse">
            <a:avLst/>
          </a:prstGeom>
          <a:solidFill>
            <a:srgbClr val="7D8990">
              <a:alpha val="40000"/>
            </a:srgbClr>
          </a:solidFill>
          <a:ln w="0">
            <a:noFill/>
            <a:prstDash val="solid"/>
          </a:ln>
        </p:spPr>
      </p:sp>
      <p:sp>
        <p:nvSpPr>
          <p:cNvPr id="1608" name="a_full_bar_ellipse_1607">
            <a:extLst>
              <a:ext uri="{FF2B5EF4-FFF2-40B4-BE49-F238E27FC236}">
                <a16:creationId xmlns:a16="http://schemas.microsoft.com/office/drawing/2014/main" id="{9595FF29-3D79-40BB-934B-1015B56086F1}"/>
              </a:ext>
            </a:extLst>
          </p:cNvPr>
          <p:cNvSpPr>
            <a:spLocks noGrp="1"/>
          </p:cNvSpPr>
          <p:nvPr/>
        </p:nvSpPr>
        <p:spPr>
          <a:xfrm>
            <a:off x="4861255" y="4069876"/>
            <a:ext cx="45341" cy="45341"/>
          </a:xfrm>
          <a:prstGeom prst="ellipse">
            <a:avLst/>
          </a:prstGeom>
          <a:solidFill>
            <a:srgbClr val="7D8990">
              <a:alpha val="40000"/>
            </a:srgbClr>
          </a:solidFill>
          <a:ln w="0">
            <a:noFill/>
            <a:prstDash val="solid"/>
          </a:ln>
        </p:spPr>
      </p:sp>
      <p:sp>
        <p:nvSpPr>
          <p:cNvPr id="1609" name="a_full_bar_ellipse_1608">
            <a:extLst>
              <a:ext uri="{FF2B5EF4-FFF2-40B4-BE49-F238E27FC236}">
                <a16:creationId xmlns:a16="http://schemas.microsoft.com/office/drawing/2014/main" id="{C1D8C88E-F16E-4865-A118-2756C3A6165D}"/>
              </a:ext>
            </a:extLst>
          </p:cNvPr>
          <p:cNvSpPr>
            <a:spLocks noGrp="1"/>
          </p:cNvSpPr>
          <p:nvPr/>
        </p:nvSpPr>
        <p:spPr>
          <a:xfrm>
            <a:off x="4852332" y="3050801"/>
            <a:ext cx="45341" cy="45341"/>
          </a:xfrm>
          <a:prstGeom prst="ellipse">
            <a:avLst/>
          </a:prstGeom>
          <a:solidFill>
            <a:srgbClr val="7D8990">
              <a:alpha val="40000"/>
            </a:srgbClr>
          </a:solidFill>
          <a:ln w="0">
            <a:noFill/>
            <a:prstDash val="solid"/>
          </a:ln>
        </p:spPr>
      </p:sp>
      <p:sp>
        <p:nvSpPr>
          <p:cNvPr id="1610" name="a_full_bar_ellipse_1609">
            <a:extLst>
              <a:ext uri="{FF2B5EF4-FFF2-40B4-BE49-F238E27FC236}">
                <a16:creationId xmlns:a16="http://schemas.microsoft.com/office/drawing/2014/main" id="{8D0811AD-861C-48CC-9716-CB7C1A33ACE2}"/>
              </a:ext>
            </a:extLst>
          </p:cNvPr>
          <p:cNvSpPr>
            <a:spLocks noGrp="1"/>
          </p:cNvSpPr>
          <p:nvPr/>
        </p:nvSpPr>
        <p:spPr>
          <a:xfrm>
            <a:off x="4990309" y="4457382"/>
            <a:ext cx="45341" cy="45341"/>
          </a:xfrm>
          <a:prstGeom prst="ellipse">
            <a:avLst/>
          </a:prstGeom>
          <a:solidFill>
            <a:srgbClr val="7D8990">
              <a:alpha val="40000"/>
            </a:srgbClr>
          </a:solidFill>
          <a:ln w="0">
            <a:noFill/>
            <a:prstDash val="solid"/>
          </a:ln>
        </p:spPr>
      </p:sp>
      <p:sp>
        <p:nvSpPr>
          <p:cNvPr id="1611" name="a_full_bar_ellipse_1610">
            <a:extLst>
              <a:ext uri="{FF2B5EF4-FFF2-40B4-BE49-F238E27FC236}">
                <a16:creationId xmlns:a16="http://schemas.microsoft.com/office/drawing/2014/main" id="{603B6183-AE35-483F-8594-89CCEF309C4F}"/>
              </a:ext>
            </a:extLst>
          </p:cNvPr>
          <p:cNvSpPr>
            <a:spLocks noGrp="1"/>
          </p:cNvSpPr>
          <p:nvPr/>
        </p:nvSpPr>
        <p:spPr>
          <a:xfrm>
            <a:off x="4833850" y="2599161"/>
            <a:ext cx="45341" cy="45341"/>
          </a:xfrm>
          <a:prstGeom prst="ellipse">
            <a:avLst/>
          </a:prstGeom>
          <a:solidFill>
            <a:srgbClr val="7D8990">
              <a:alpha val="40000"/>
            </a:srgbClr>
          </a:solidFill>
          <a:ln w="0">
            <a:noFill/>
            <a:prstDash val="solid"/>
          </a:ln>
        </p:spPr>
      </p:sp>
      <p:sp>
        <p:nvSpPr>
          <p:cNvPr id="1612" name="a_full_bar_ellipse_1611">
            <a:extLst>
              <a:ext uri="{FF2B5EF4-FFF2-40B4-BE49-F238E27FC236}">
                <a16:creationId xmlns:a16="http://schemas.microsoft.com/office/drawing/2014/main" id="{CF1639C4-00EE-457B-9D28-3C5DEF2BEEAB}"/>
              </a:ext>
            </a:extLst>
          </p:cNvPr>
          <p:cNvSpPr>
            <a:spLocks noGrp="1"/>
          </p:cNvSpPr>
          <p:nvPr/>
        </p:nvSpPr>
        <p:spPr>
          <a:xfrm>
            <a:off x="4941762" y="2129636"/>
            <a:ext cx="45341" cy="45341"/>
          </a:xfrm>
          <a:prstGeom prst="ellipse">
            <a:avLst/>
          </a:prstGeom>
          <a:solidFill>
            <a:srgbClr val="7D8990">
              <a:alpha val="40000"/>
            </a:srgbClr>
          </a:solidFill>
          <a:ln w="0">
            <a:noFill/>
            <a:prstDash val="solid"/>
          </a:ln>
        </p:spPr>
      </p:sp>
      <p:sp>
        <p:nvSpPr>
          <p:cNvPr id="1613" name="a_full_bar_ellipse_1612">
            <a:extLst>
              <a:ext uri="{FF2B5EF4-FFF2-40B4-BE49-F238E27FC236}">
                <a16:creationId xmlns:a16="http://schemas.microsoft.com/office/drawing/2014/main" id="{E7408D5B-B000-4A95-80C6-B40941AF0963}"/>
              </a:ext>
            </a:extLst>
          </p:cNvPr>
          <p:cNvSpPr>
            <a:spLocks noGrp="1"/>
          </p:cNvSpPr>
          <p:nvPr/>
        </p:nvSpPr>
        <p:spPr>
          <a:xfrm>
            <a:off x="4933275" y="2836021"/>
            <a:ext cx="45341" cy="45341"/>
          </a:xfrm>
          <a:prstGeom prst="ellipse">
            <a:avLst/>
          </a:prstGeom>
          <a:solidFill>
            <a:srgbClr val="7D8990">
              <a:alpha val="40000"/>
            </a:srgbClr>
          </a:solidFill>
          <a:ln w="0">
            <a:noFill/>
            <a:prstDash val="solid"/>
          </a:ln>
        </p:spPr>
      </p:sp>
      <p:sp>
        <p:nvSpPr>
          <p:cNvPr id="1614" name="a_full_bar_ellipse_1613">
            <a:extLst>
              <a:ext uri="{FF2B5EF4-FFF2-40B4-BE49-F238E27FC236}">
                <a16:creationId xmlns:a16="http://schemas.microsoft.com/office/drawing/2014/main" id="{904F9256-730D-495B-A176-7CFD3411A404}"/>
              </a:ext>
            </a:extLst>
          </p:cNvPr>
          <p:cNvSpPr>
            <a:spLocks noGrp="1"/>
          </p:cNvSpPr>
          <p:nvPr/>
        </p:nvSpPr>
        <p:spPr>
          <a:xfrm>
            <a:off x="4797181" y="2025341"/>
            <a:ext cx="45341" cy="45341"/>
          </a:xfrm>
          <a:prstGeom prst="ellipse">
            <a:avLst/>
          </a:prstGeom>
          <a:solidFill>
            <a:srgbClr val="7D8990">
              <a:alpha val="40000"/>
            </a:srgbClr>
          </a:solidFill>
          <a:ln w="0">
            <a:noFill/>
            <a:prstDash val="solid"/>
          </a:ln>
        </p:spPr>
      </p:sp>
      <p:sp>
        <p:nvSpPr>
          <p:cNvPr id="1615" name="a_full_bar_ellipse_1614">
            <a:extLst>
              <a:ext uri="{FF2B5EF4-FFF2-40B4-BE49-F238E27FC236}">
                <a16:creationId xmlns:a16="http://schemas.microsoft.com/office/drawing/2014/main" id="{D40A2022-FF0B-43A6-B700-906D43CA3D01}"/>
              </a:ext>
            </a:extLst>
          </p:cNvPr>
          <p:cNvSpPr>
            <a:spLocks noGrp="1"/>
          </p:cNvSpPr>
          <p:nvPr/>
        </p:nvSpPr>
        <p:spPr>
          <a:xfrm>
            <a:off x="4973049" y="4457382"/>
            <a:ext cx="45341" cy="45341"/>
          </a:xfrm>
          <a:prstGeom prst="ellipse">
            <a:avLst/>
          </a:prstGeom>
          <a:solidFill>
            <a:srgbClr val="7D8990">
              <a:alpha val="40000"/>
            </a:srgbClr>
          </a:solidFill>
          <a:ln w="0">
            <a:noFill/>
            <a:prstDash val="solid"/>
          </a:ln>
        </p:spPr>
      </p:sp>
      <p:sp>
        <p:nvSpPr>
          <p:cNvPr id="1616" name="a_full_bar_ellipse_1615">
            <a:extLst>
              <a:ext uri="{FF2B5EF4-FFF2-40B4-BE49-F238E27FC236}">
                <a16:creationId xmlns:a16="http://schemas.microsoft.com/office/drawing/2014/main" id="{1DF9D078-5080-463A-A99C-CE5898E84DBD}"/>
              </a:ext>
            </a:extLst>
          </p:cNvPr>
          <p:cNvSpPr>
            <a:spLocks noGrp="1"/>
          </p:cNvSpPr>
          <p:nvPr/>
        </p:nvSpPr>
        <p:spPr>
          <a:xfrm>
            <a:off x="4865789" y="3545367"/>
            <a:ext cx="45341" cy="45341"/>
          </a:xfrm>
          <a:prstGeom prst="ellipse">
            <a:avLst/>
          </a:prstGeom>
          <a:solidFill>
            <a:srgbClr val="7D8990">
              <a:alpha val="40000"/>
            </a:srgbClr>
          </a:solidFill>
          <a:ln w="0">
            <a:noFill/>
            <a:prstDash val="solid"/>
          </a:ln>
        </p:spPr>
      </p:sp>
      <p:sp>
        <p:nvSpPr>
          <p:cNvPr id="1617" name="a_full_bar_ellipse_1616">
            <a:extLst>
              <a:ext uri="{FF2B5EF4-FFF2-40B4-BE49-F238E27FC236}">
                <a16:creationId xmlns:a16="http://schemas.microsoft.com/office/drawing/2014/main" id="{1BB16234-8A9A-4443-AC40-3D1485485ECE}"/>
              </a:ext>
            </a:extLst>
          </p:cNvPr>
          <p:cNvSpPr>
            <a:spLocks noGrp="1"/>
          </p:cNvSpPr>
          <p:nvPr/>
        </p:nvSpPr>
        <p:spPr>
          <a:xfrm>
            <a:off x="4887274" y="4344788"/>
            <a:ext cx="45341" cy="45341"/>
          </a:xfrm>
          <a:prstGeom prst="ellipse">
            <a:avLst/>
          </a:prstGeom>
          <a:solidFill>
            <a:srgbClr val="7D8990">
              <a:alpha val="40000"/>
            </a:srgbClr>
          </a:solidFill>
          <a:ln w="0">
            <a:noFill/>
            <a:prstDash val="solid"/>
          </a:ln>
        </p:spPr>
      </p:sp>
      <p:sp>
        <p:nvSpPr>
          <p:cNvPr id="1618" name="a_full_bar_ellipse_1617">
            <a:extLst>
              <a:ext uri="{FF2B5EF4-FFF2-40B4-BE49-F238E27FC236}">
                <a16:creationId xmlns:a16="http://schemas.microsoft.com/office/drawing/2014/main" id="{6B1E3B68-9E7E-46B8-A0B9-664B87BA322F}"/>
              </a:ext>
            </a:extLst>
          </p:cNvPr>
          <p:cNvSpPr>
            <a:spLocks noGrp="1"/>
          </p:cNvSpPr>
          <p:nvPr/>
        </p:nvSpPr>
        <p:spPr>
          <a:xfrm>
            <a:off x="4888683" y="4457382"/>
            <a:ext cx="45341" cy="45341"/>
          </a:xfrm>
          <a:prstGeom prst="ellipse">
            <a:avLst/>
          </a:prstGeom>
          <a:solidFill>
            <a:srgbClr val="7D8990">
              <a:alpha val="40000"/>
            </a:srgbClr>
          </a:solidFill>
          <a:ln w="0">
            <a:noFill/>
            <a:prstDash val="solid"/>
          </a:ln>
        </p:spPr>
      </p:sp>
      <p:sp>
        <p:nvSpPr>
          <p:cNvPr id="1619" name="a_full_bar_ellipse_1618">
            <a:extLst>
              <a:ext uri="{FF2B5EF4-FFF2-40B4-BE49-F238E27FC236}">
                <a16:creationId xmlns:a16="http://schemas.microsoft.com/office/drawing/2014/main" id="{7171EF67-BB5C-4D3C-9855-048FF5A5E0B7}"/>
              </a:ext>
            </a:extLst>
          </p:cNvPr>
          <p:cNvSpPr>
            <a:spLocks noGrp="1"/>
          </p:cNvSpPr>
          <p:nvPr/>
        </p:nvSpPr>
        <p:spPr>
          <a:xfrm>
            <a:off x="4975209" y="3038691"/>
            <a:ext cx="45341" cy="45341"/>
          </a:xfrm>
          <a:prstGeom prst="ellipse">
            <a:avLst/>
          </a:prstGeom>
          <a:solidFill>
            <a:srgbClr val="7D8990">
              <a:alpha val="40000"/>
            </a:srgbClr>
          </a:solidFill>
          <a:ln w="0">
            <a:noFill/>
            <a:prstDash val="solid"/>
          </a:ln>
        </p:spPr>
      </p:sp>
      <p:sp>
        <p:nvSpPr>
          <p:cNvPr id="1620" name="a_full_bar_ellipse_1619">
            <a:extLst>
              <a:ext uri="{FF2B5EF4-FFF2-40B4-BE49-F238E27FC236}">
                <a16:creationId xmlns:a16="http://schemas.microsoft.com/office/drawing/2014/main" id="{D5CF4893-007F-47D8-A41F-373ECD38C51E}"/>
              </a:ext>
            </a:extLst>
          </p:cNvPr>
          <p:cNvSpPr>
            <a:spLocks noGrp="1"/>
          </p:cNvSpPr>
          <p:nvPr/>
        </p:nvSpPr>
        <p:spPr>
          <a:xfrm>
            <a:off x="4858872" y="4153377"/>
            <a:ext cx="45341" cy="45341"/>
          </a:xfrm>
          <a:prstGeom prst="ellipse">
            <a:avLst/>
          </a:prstGeom>
          <a:solidFill>
            <a:srgbClr val="7D8990">
              <a:alpha val="40000"/>
            </a:srgbClr>
          </a:solidFill>
          <a:ln w="0">
            <a:noFill/>
            <a:prstDash val="solid"/>
          </a:ln>
        </p:spPr>
      </p:sp>
      <p:sp>
        <p:nvSpPr>
          <p:cNvPr id="1621" name="a_full_bar_ellipse_1620">
            <a:extLst>
              <a:ext uri="{FF2B5EF4-FFF2-40B4-BE49-F238E27FC236}">
                <a16:creationId xmlns:a16="http://schemas.microsoft.com/office/drawing/2014/main" id="{65CC1C2A-6FF6-4326-897D-55F0D3A12427}"/>
              </a:ext>
            </a:extLst>
          </p:cNvPr>
          <p:cNvSpPr>
            <a:spLocks noGrp="1"/>
          </p:cNvSpPr>
          <p:nvPr/>
        </p:nvSpPr>
        <p:spPr>
          <a:xfrm>
            <a:off x="4984526" y="4457382"/>
            <a:ext cx="45341" cy="45341"/>
          </a:xfrm>
          <a:prstGeom prst="ellipse">
            <a:avLst/>
          </a:prstGeom>
          <a:solidFill>
            <a:srgbClr val="7D8990">
              <a:alpha val="40000"/>
            </a:srgbClr>
          </a:solidFill>
          <a:ln w="0">
            <a:noFill/>
            <a:prstDash val="solid"/>
          </a:ln>
        </p:spPr>
      </p:sp>
      <p:sp>
        <p:nvSpPr>
          <p:cNvPr id="1622" name="a_full_bar_ellipse_1621">
            <a:extLst>
              <a:ext uri="{FF2B5EF4-FFF2-40B4-BE49-F238E27FC236}">
                <a16:creationId xmlns:a16="http://schemas.microsoft.com/office/drawing/2014/main" id="{C0A0F2A0-A3AE-4A93-9560-4E07ED0CCF37}"/>
              </a:ext>
            </a:extLst>
          </p:cNvPr>
          <p:cNvSpPr>
            <a:spLocks noGrp="1"/>
          </p:cNvSpPr>
          <p:nvPr/>
        </p:nvSpPr>
        <p:spPr>
          <a:xfrm>
            <a:off x="4927621" y="2998157"/>
            <a:ext cx="45341" cy="45341"/>
          </a:xfrm>
          <a:prstGeom prst="ellipse">
            <a:avLst/>
          </a:prstGeom>
          <a:solidFill>
            <a:srgbClr val="7D8990">
              <a:alpha val="40000"/>
            </a:srgbClr>
          </a:solidFill>
          <a:ln w="0">
            <a:noFill/>
            <a:prstDash val="solid"/>
          </a:ln>
        </p:spPr>
      </p:sp>
      <p:sp>
        <p:nvSpPr>
          <p:cNvPr id="1623" name="a_full_bar_ellipse_1622">
            <a:extLst>
              <a:ext uri="{FF2B5EF4-FFF2-40B4-BE49-F238E27FC236}">
                <a16:creationId xmlns:a16="http://schemas.microsoft.com/office/drawing/2014/main" id="{AFED0822-9486-4ABA-83A8-DCB2852597B0}"/>
              </a:ext>
            </a:extLst>
          </p:cNvPr>
          <p:cNvSpPr>
            <a:spLocks noGrp="1"/>
          </p:cNvSpPr>
          <p:nvPr/>
        </p:nvSpPr>
        <p:spPr>
          <a:xfrm>
            <a:off x="4905497" y="2025341"/>
            <a:ext cx="45341" cy="45341"/>
          </a:xfrm>
          <a:prstGeom prst="ellipse">
            <a:avLst/>
          </a:prstGeom>
          <a:solidFill>
            <a:srgbClr val="7D8990">
              <a:alpha val="40000"/>
            </a:srgbClr>
          </a:solidFill>
          <a:ln w="0">
            <a:noFill/>
            <a:prstDash val="solid"/>
          </a:ln>
        </p:spPr>
      </p:sp>
      <p:sp>
        <p:nvSpPr>
          <p:cNvPr id="1624" name="a_full_bar_ellipse_1623">
            <a:extLst>
              <a:ext uri="{FF2B5EF4-FFF2-40B4-BE49-F238E27FC236}">
                <a16:creationId xmlns:a16="http://schemas.microsoft.com/office/drawing/2014/main" id="{825E4E04-FF79-41C4-92F2-15F7A594D2AF}"/>
              </a:ext>
            </a:extLst>
          </p:cNvPr>
          <p:cNvSpPr>
            <a:spLocks noGrp="1"/>
          </p:cNvSpPr>
          <p:nvPr/>
        </p:nvSpPr>
        <p:spPr>
          <a:xfrm>
            <a:off x="4797013" y="3646702"/>
            <a:ext cx="45341" cy="45341"/>
          </a:xfrm>
          <a:prstGeom prst="ellipse">
            <a:avLst/>
          </a:prstGeom>
          <a:solidFill>
            <a:srgbClr val="7D8990">
              <a:alpha val="40000"/>
            </a:srgbClr>
          </a:solidFill>
          <a:ln w="0">
            <a:noFill/>
            <a:prstDash val="solid"/>
          </a:ln>
        </p:spPr>
      </p:sp>
      <p:sp>
        <p:nvSpPr>
          <p:cNvPr id="1625" name="a_full_bar_ellipse_1624">
            <a:extLst>
              <a:ext uri="{FF2B5EF4-FFF2-40B4-BE49-F238E27FC236}">
                <a16:creationId xmlns:a16="http://schemas.microsoft.com/office/drawing/2014/main" id="{EB0CBDFF-DBAD-4963-BDA0-84BFDBDA7E83}"/>
              </a:ext>
            </a:extLst>
          </p:cNvPr>
          <p:cNvSpPr>
            <a:spLocks noGrp="1"/>
          </p:cNvSpPr>
          <p:nvPr/>
        </p:nvSpPr>
        <p:spPr>
          <a:xfrm>
            <a:off x="4967498" y="4457382"/>
            <a:ext cx="45341" cy="45341"/>
          </a:xfrm>
          <a:prstGeom prst="ellipse">
            <a:avLst/>
          </a:prstGeom>
          <a:solidFill>
            <a:srgbClr val="7D8990">
              <a:alpha val="40000"/>
            </a:srgbClr>
          </a:solidFill>
          <a:ln w="0">
            <a:noFill/>
            <a:prstDash val="solid"/>
          </a:ln>
        </p:spPr>
      </p:sp>
      <p:sp>
        <p:nvSpPr>
          <p:cNvPr id="1626" name="a_full_bar_ellipse_1625">
            <a:extLst>
              <a:ext uri="{FF2B5EF4-FFF2-40B4-BE49-F238E27FC236}">
                <a16:creationId xmlns:a16="http://schemas.microsoft.com/office/drawing/2014/main" id="{8C2DC445-925F-41CD-83C3-7D74DCC0E874}"/>
              </a:ext>
            </a:extLst>
          </p:cNvPr>
          <p:cNvSpPr>
            <a:spLocks noGrp="1"/>
          </p:cNvSpPr>
          <p:nvPr/>
        </p:nvSpPr>
        <p:spPr>
          <a:xfrm>
            <a:off x="4852528" y="2025341"/>
            <a:ext cx="45341" cy="45341"/>
          </a:xfrm>
          <a:prstGeom prst="ellipse">
            <a:avLst/>
          </a:prstGeom>
          <a:solidFill>
            <a:srgbClr val="7D8990">
              <a:alpha val="40000"/>
            </a:srgbClr>
          </a:solidFill>
          <a:ln w="0">
            <a:noFill/>
            <a:prstDash val="solid"/>
          </a:ln>
        </p:spPr>
      </p:sp>
      <p:sp>
        <p:nvSpPr>
          <p:cNvPr id="1627" name="a_full_bar_ellipse_1626">
            <a:extLst>
              <a:ext uri="{FF2B5EF4-FFF2-40B4-BE49-F238E27FC236}">
                <a16:creationId xmlns:a16="http://schemas.microsoft.com/office/drawing/2014/main" id="{26557F10-D482-47F2-8D97-7BA1C2AD1ADD}"/>
              </a:ext>
            </a:extLst>
          </p:cNvPr>
          <p:cNvSpPr>
            <a:spLocks noGrp="1"/>
          </p:cNvSpPr>
          <p:nvPr/>
        </p:nvSpPr>
        <p:spPr>
          <a:xfrm>
            <a:off x="4892785" y="4457382"/>
            <a:ext cx="45341" cy="45341"/>
          </a:xfrm>
          <a:prstGeom prst="ellipse">
            <a:avLst/>
          </a:prstGeom>
          <a:solidFill>
            <a:srgbClr val="7D8990">
              <a:alpha val="40000"/>
            </a:srgbClr>
          </a:solidFill>
          <a:ln w="0">
            <a:noFill/>
            <a:prstDash val="solid"/>
          </a:ln>
        </p:spPr>
      </p:sp>
      <p:sp>
        <p:nvSpPr>
          <p:cNvPr id="1628" name="a_full_bar_ellipse_1627">
            <a:extLst>
              <a:ext uri="{FF2B5EF4-FFF2-40B4-BE49-F238E27FC236}">
                <a16:creationId xmlns:a16="http://schemas.microsoft.com/office/drawing/2014/main" id="{4C43D707-2804-42E1-9AC3-818B68018156}"/>
              </a:ext>
            </a:extLst>
          </p:cNvPr>
          <p:cNvSpPr>
            <a:spLocks noGrp="1"/>
          </p:cNvSpPr>
          <p:nvPr/>
        </p:nvSpPr>
        <p:spPr>
          <a:xfrm>
            <a:off x="4965675" y="3415079"/>
            <a:ext cx="45341" cy="45341"/>
          </a:xfrm>
          <a:prstGeom prst="ellipse">
            <a:avLst/>
          </a:prstGeom>
          <a:solidFill>
            <a:srgbClr val="7D8990">
              <a:alpha val="40000"/>
            </a:srgbClr>
          </a:solidFill>
          <a:ln w="0">
            <a:noFill/>
            <a:prstDash val="solid"/>
          </a:ln>
        </p:spPr>
      </p:sp>
      <p:sp>
        <p:nvSpPr>
          <p:cNvPr id="1629" name="a_full_bar_ellipse_1628">
            <a:extLst>
              <a:ext uri="{FF2B5EF4-FFF2-40B4-BE49-F238E27FC236}">
                <a16:creationId xmlns:a16="http://schemas.microsoft.com/office/drawing/2014/main" id="{1E6B5A74-50B6-4913-B382-2AFF136ABC45}"/>
              </a:ext>
            </a:extLst>
          </p:cNvPr>
          <p:cNvSpPr>
            <a:spLocks noGrp="1"/>
          </p:cNvSpPr>
          <p:nvPr/>
        </p:nvSpPr>
        <p:spPr>
          <a:xfrm>
            <a:off x="4984807" y="4307354"/>
            <a:ext cx="45341" cy="45341"/>
          </a:xfrm>
          <a:prstGeom prst="ellipse">
            <a:avLst/>
          </a:prstGeom>
          <a:solidFill>
            <a:srgbClr val="7D8990">
              <a:alpha val="40000"/>
            </a:srgbClr>
          </a:solidFill>
          <a:ln w="0">
            <a:noFill/>
            <a:prstDash val="solid"/>
          </a:ln>
        </p:spPr>
      </p:sp>
      <p:sp>
        <p:nvSpPr>
          <p:cNvPr id="1630" name="a_full_bar_ellipse_1629">
            <a:extLst>
              <a:ext uri="{FF2B5EF4-FFF2-40B4-BE49-F238E27FC236}">
                <a16:creationId xmlns:a16="http://schemas.microsoft.com/office/drawing/2014/main" id="{2903FDB0-8D9D-4202-BFD8-B61C3770E7BE}"/>
              </a:ext>
            </a:extLst>
          </p:cNvPr>
          <p:cNvSpPr>
            <a:spLocks noGrp="1"/>
          </p:cNvSpPr>
          <p:nvPr/>
        </p:nvSpPr>
        <p:spPr>
          <a:xfrm>
            <a:off x="4934081" y="4457382"/>
            <a:ext cx="45341" cy="45341"/>
          </a:xfrm>
          <a:prstGeom prst="ellipse">
            <a:avLst/>
          </a:prstGeom>
          <a:solidFill>
            <a:srgbClr val="7D8990">
              <a:alpha val="40000"/>
            </a:srgbClr>
          </a:solidFill>
          <a:ln w="0">
            <a:noFill/>
            <a:prstDash val="solid"/>
          </a:ln>
        </p:spPr>
      </p:sp>
      <p:sp>
        <p:nvSpPr>
          <p:cNvPr id="1631" name="a_full_bar_ellipse_1630">
            <a:extLst>
              <a:ext uri="{FF2B5EF4-FFF2-40B4-BE49-F238E27FC236}">
                <a16:creationId xmlns:a16="http://schemas.microsoft.com/office/drawing/2014/main" id="{22D9F68B-1C91-4280-BB06-8E7F6B0B0B7D}"/>
              </a:ext>
            </a:extLst>
          </p:cNvPr>
          <p:cNvSpPr>
            <a:spLocks noGrp="1"/>
          </p:cNvSpPr>
          <p:nvPr/>
        </p:nvSpPr>
        <p:spPr>
          <a:xfrm>
            <a:off x="4841915" y="3522298"/>
            <a:ext cx="45341" cy="45341"/>
          </a:xfrm>
          <a:prstGeom prst="ellipse">
            <a:avLst/>
          </a:prstGeom>
          <a:solidFill>
            <a:srgbClr val="7D8990">
              <a:alpha val="40000"/>
            </a:srgbClr>
          </a:solidFill>
          <a:ln w="0">
            <a:noFill/>
            <a:prstDash val="solid"/>
          </a:ln>
        </p:spPr>
      </p:sp>
      <p:sp>
        <p:nvSpPr>
          <p:cNvPr id="1632" name="a_full_bar_ellipse_1631">
            <a:extLst>
              <a:ext uri="{FF2B5EF4-FFF2-40B4-BE49-F238E27FC236}">
                <a16:creationId xmlns:a16="http://schemas.microsoft.com/office/drawing/2014/main" id="{732691DA-FA09-4F9A-ADF2-60289C5B5B84}"/>
              </a:ext>
            </a:extLst>
          </p:cNvPr>
          <p:cNvSpPr>
            <a:spLocks noGrp="1"/>
          </p:cNvSpPr>
          <p:nvPr/>
        </p:nvSpPr>
        <p:spPr>
          <a:xfrm>
            <a:off x="4864991" y="3970974"/>
            <a:ext cx="45341" cy="45341"/>
          </a:xfrm>
          <a:prstGeom prst="ellipse">
            <a:avLst/>
          </a:prstGeom>
          <a:solidFill>
            <a:srgbClr val="7D8990">
              <a:alpha val="40000"/>
            </a:srgbClr>
          </a:solidFill>
          <a:ln w="0">
            <a:noFill/>
            <a:prstDash val="solid"/>
          </a:ln>
        </p:spPr>
      </p:sp>
      <p:sp>
        <p:nvSpPr>
          <p:cNvPr id="1633" name="a_full_bar_ellipse_1632">
            <a:extLst>
              <a:ext uri="{FF2B5EF4-FFF2-40B4-BE49-F238E27FC236}">
                <a16:creationId xmlns:a16="http://schemas.microsoft.com/office/drawing/2014/main" id="{B2FC6E1B-A4A6-4972-A1C7-E9EC22994AE1}"/>
              </a:ext>
            </a:extLst>
          </p:cNvPr>
          <p:cNvSpPr>
            <a:spLocks noGrp="1"/>
          </p:cNvSpPr>
          <p:nvPr/>
        </p:nvSpPr>
        <p:spPr>
          <a:xfrm>
            <a:off x="4962612" y="2025341"/>
            <a:ext cx="45341" cy="45341"/>
          </a:xfrm>
          <a:prstGeom prst="ellipse">
            <a:avLst/>
          </a:prstGeom>
          <a:solidFill>
            <a:srgbClr val="7D8990">
              <a:alpha val="40000"/>
            </a:srgbClr>
          </a:solidFill>
          <a:ln w="0">
            <a:noFill/>
            <a:prstDash val="solid"/>
          </a:ln>
        </p:spPr>
      </p:sp>
      <p:sp>
        <p:nvSpPr>
          <p:cNvPr id="1634" name="a_full_bar_ellipse_1633">
            <a:extLst>
              <a:ext uri="{FF2B5EF4-FFF2-40B4-BE49-F238E27FC236}">
                <a16:creationId xmlns:a16="http://schemas.microsoft.com/office/drawing/2014/main" id="{FA926970-2DF8-4364-96A0-4ECBE65D9A66}"/>
              </a:ext>
            </a:extLst>
          </p:cNvPr>
          <p:cNvSpPr>
            <a:spLocks noGrp="1"/>
          </p:cNvSpPr>
          <p:nvPr/>
        </p:nvSpPr>
        <p:spPr>
          <a:xfrm>
            <a:off x="4804133" y="4309343"/>
            <a:ext cx="45341" cy="45341"/>
          </a:xfrm>
          <a:prstGeom prst="ellipse">
            <a:avLst/>
          </a:prstGeom>
          <a:solidFill>
            <a:srgbClr val="7D8990">
              <a:alpha val="40000"/>
            </a:srgbClr>
          </a:solidFill>
          <a:ln w="0">
            <a:noFill/>
            <a:prstDash val="solid"/>
          </a:ln>
        </p:spPr>
      </p:sp>
      <p:sp>
        <p:nvSpPr>
          <p:cNvPr id="1635" name="a_full_bar_ellipse_1634">
            <a:extLst>
              <a:ext uri="{FF2B5EF4-FFF2-40B4-BE49-F238E27FC236}">
                <a16:creationId xmlns:a16="http://schemas.microsoft.com/office/drawing/2014/main" id="{AEBFCFB1-0C72-4D86-9F79-FB6E5A2218AD}"/>
              </a:ext>
            </a:extLst>
          </p:cNvPr>
          <p:cNvSpPr>
            <a:spLocks noGrp="1"/>
          </p:cNvSpPr>
          <p:nvPr/>
        </p:nvSpPr>
        <p:spPr>
          <a:xfrm>
            <a:off x="4884407" y="4193911"/>
            <a:ext cx="45341" cy="45341"/>
          </a:xfrm>
          <a:prstGeom prst="ellipse">
            <a:avLst/>
          </a:prstGeom>
          <a:solidFill>
            <a:srgbClr val="7D8990">
              <a:alpha val="40000"/>
            </a:srgbClr>
          </a:solidFill>
          <a:ln w="0">
            <a:noFill/>
            <a:prstDash val="solid"/>
          </a:ln>
        </p:spPr>
      </p:sp>
      <p:sp>
        <p:nvSpPr>
          <p:cNvPr id="1636" name="a_full_bar_ellipse_1635">
            <a:extLst>
              <a:ext uri="{FF2B5EF4-FFF2-40B4-BE49-F238E27FC236}">
                <a16:creationId xmlns:a16="http://schemas.microsoft.com/office/drawing/2014/main" id="{A982C7A0-B319-4BBE-8086-18D3079F541D}"/>
              </a:ext>
            </a:extLst>
          </p:cNvPr>
          <p:cNvSpPr>
            <a:spLocks noGrp="1"/>
          </p:cNvSpPr>
          <p:nvPr/>
        </p:nvSpPr>
        <p:spPr>
          <a:xfrm>
            <a:off x="4823315" y="4052042"/>
            <a:ext cx="45341" cy="45341"/>
          </a:xfrm>
          <a:prstGeom prst="ellipse">
            <a:avLst/>
          </a:prstGeom>
          <a:solidFill>
            <a:srgbClr val="7D8990">
              <a:alpha val="40000"/>
            </a:srgbClr>
          </a:solidFill>
          <a:ln w="0">
            <a:noFill/>
            <a:prstDash val="solid"/>
          </a:ln>
        </p:spPr>
      </p:sp>
      <p:sp>
        <p:nvSpPr>
          <p:cNvPr id="1637" name="a_full_bar_ellipse_1636">
            <a:extLst>
              <a:ext uri="{FF2B5EF4-FFF2-40B4-BE49-F238E27FC236}">
                <a16:creationId xmlns:a16="http://schemas.microsoft.com/office/drawing/2014/main" id="{607B3A01-3BC5-4A1F-97E4-5FB839CD970D}"/>
              </a:ext>
            </a:extLst>
          </p:cNvPr>
          <p:cNvSpPr>
            <a:spLocks noGrp="1"/>
          </p:cNvSpPr>
          <p:nvPr/>
        </p:nvSpPr>
        <p:spPr>
          <a:xfrm>
            <a:off x="4870054" y="4457382"/>
            <a:ext cx="45341" cy="45341"/>
          </a:xfrm>
          <a:prstGeom prst="ellipse">
            <a:avLst/>
          </a:prstGeom>
          <a:solidFill>
            <a:srgbClr val="7D8990">
              <a:alpha val="40000"/>
            </a:srgbClr>
          </a:solidFill>
          <a:ln w="0">
            <a:noFill/>
            <a:prstDash val="solid"/>
          </a:ln>
        </p:spPr>
      </p:sp>
      <p:sp>
        <p:nvSpPr>
          <p:cNvPr id="1638" name="a_full_bar_ellipse_1637">
            <a:extLst>
              <a:ext uri="{FF2B5EF4-FFF2-40B4-BE49-F238E27FC236}">
                <a16:creationId xmlns:a16="http://schemas.microsoft.com/office/drawing/2014/main" id="{45BED281-6F2F-4122-8EAC-9DE90CEB5B69}"/>
              </a:ext>
            </a:extLst>
          </p:cNvPr>
          <p:cNvSpPr>
            <a:spLocks noGrp="1"/>
          </p:cNvSpPr>
          <p:nvPr/>
        </p:nvSpPr>
        <p:spPr>
          <a:xfrm>
            <a:off x="4836450" y="4457382"/>
            <a:ext cx="45341" cy="45341"/>
          </a:xfrm>
          <a:prstGeom prst="ellipse">
            <a:avLst/>
          </a:prstGeom>
          <a:solidFill>
            <a:srgbClr val="7D8990">
              <a:alpha val="40000"/>
            </a:srgbClr>
          </a:solidFill>
          <a:ln w="0">
            <a:noFill/>
            <a:prstDash val="solid"/>
          </a:ln>
        </p:spPr>
      </p:sp>
      <p:sp>
        <p:nvSpPr>
          <p:cNvPr id="1639" name="a_full_bar_ellipse_1638">
            <a:extLst>
              <a:ext uri="{FF2B5EF4-FFF2-40B4-BE49-F238E27FC236}">
                <a16:creationId xmlns:a16="http://schemas.microsoft.com/office/drawing/2014/main" id="{0305D33C-14A5-4F7F-A22E-333EBADB51CB}"/>
              </a:ext>
            </a:extLst>
          </p:cNvPr>
          <p:cNvSpPr>
            <a:spLocks noGrp="1"/>
          </p:cNvSpPr>
          <p:nvPr/>
        </p:nvSpPr>
        <p:spPr>
          <a:xfrm>
            <a:off x="4899080" y="4457163"/>
            <a:ext cx="45341" cy="45341"/>
          </a:xfrm>
          <a:prstGeom prst="ellipse">
            <a:avLst/>
          </a:prstGeom>
          <a:solidFill>
            <a:srgbClr val="7D8990">
              <a:alpha val="40000"/>
            </a:srgbClr>
          </a:solidFill>
          <a:ln w="0">
            <a:noFill/>
            <a:prstDash val="solid"/>
          </a:ln>
        </p:spPr>
      </p:sp>
      <p:sp>
        <p:nvSpPr>
          <p:cNvPr id="1640" name="a_full_bar_ellipse_1639">
            <a:extLst>
              <a:ext uri="{FF2B5EF4-FFF2-40B4-BE49-F238E27FC236}">
                <a16:creationId xmlns:a16="http://schemas.microsoft.com/office/drawing/2014/main" id="{6FCF3695-A3BA-4485-8B81-54484E1A45FC}"/>
              </a:ext>
            </a:extLst>
          </p:cNvPr>
          <p:cNvSpPr>
            <a:spLocks noGrp="1"/>
          </p:cNvSpPr>
          <p:nvPr/>
        </p:nvSpPr>
        <p:spPr>
          <a:xfrm>
            <a:off x="4966732" y="4457382"/>
            <a:ext cx="45341" cy="45341"/>
          </a:xfrm>
          <a:prstGeom prst="ellipse">
            <a:avLst/>
          </a:prstGeom>
          <a:solidFill>
            <a:srgbClr val="7D8990">
              <a:alpha val="40000"/>
            </a:srgbClr>
          </a:solidFill>
          <a:ln w="0">
            <a:noFill/>
            <a:prstDash val="solid"/>
          </a:ln>
        </p:spPr>
      </p:sp>
      <p:sp>
        <p:nvSpPr>
          <p:cNvPr id="1641" name="a_full_bar_ellipse_1640">
            <a:extLst>
              <a:ext uri="{FF2B5EF4-FFF2-40B4-BE49-F238E27FC236}">
                <a16:creationId xmlns:a16="http://schemas.microsoft.com/office/drawing/2014/main" id="{0B0D6D56-BA0A-4092-8DAE-C2F35D4FB235}"/>
              </a:ext>
            </a:extLst>
          </p:cNvPr>
          <p:cNvSpPr>
            <a:spLocks noGrp="1"/>
          </p:cNvSpPr>
          <p:nvPr/>
        </p:nvSpPr>
        <p:spPr>
          <a:xfrm>
            <a:off x="4901273" y="4457382"/>
            <a:ext cx="45341" cy="45341"/>
          </a:xfrm>
          <a:prstGeom prst="ellipse">
            <a:avLst/>
          </a:prstGeom>
          <a:solidFill>
            <a:srgbClr val="7D8990">
              <a:alpha val="40000"/>
            </a:srgbClr>
          </a:solidFill>
          <a:ln w="0">
            <a:noFill/>
            <a:prstDash val="solid"/>
          </a:ln>
        </p:spPr>
      </p:sp>
      <p:sp>
        <p:nvSpPr>
          <p:cNvPr id="1642" name="a_full_bar_ellipse_1641">
            <a:extLst>
              <a:ext uri="{FF2B5EF4-FFF2-40B4-BE49-F238E27FC236}">
                <a16:creationId xmlns:a16="http://schemas.microsoft.com/office/drawing/2014/main" id="{023AACC4-FBBC-49E3-9D59-B1A5182ABB0B}"/>
              </a:ext>
            </a:extLst>
          </p:cNvPr>
          <p:cNvSpPr>
            <a:spLocks noGrp="1"/>
          </p:cNvSpPr>
          <p:nvPr/>
        </p:nvSpPr>
        <p:spPr>
          <a:xfrm>
            <a:off x="2287261" y="2982210"/>
            <a:ext cx="45341" cy="45341"/>
          </a:xfrm>
          <a:prstGeom prst="ellipse">
            <a:avLst/>
          </a:prstGeom>
          <a:solidFill>
            <a:srgbClr val="B08A60">
              <a:alpha val="40000"/>
            </a:srgbClr>
          </a:solidFill>
          <a:ln w="0">
            <a:noFill/>
            <a:prstDash val="solid"/>
          </a:ln>
        </p:spPr>
      </p:sp>
      <p:sp>
        <p:nvSpPr>
          <p:cNvPr id="1643" name="a_full_bar_ellipse_1642">
            <a:extLst>
              <a:ext uri="{FF2B5EF4-FFF2-40B4-BE49-F238E27FC236}">
                <a16:creationId xmlns:a16="http://schemas.microsoft.com/office/drawing/2014/main" id="{B115407E-C6D4-4AE9-9B4F-1DDE46C546E1}"/>
              </a:ext>
            </a:extLst>
          </p:cNvPr>
          <p:cNvSpPr>
            <a:spLocks noGrp="1"/>
          </p:cNvSpPr>
          <p:nvPr/>
        </p:nvSpPr>
        <p:spPr>
          <a:xfrm>
            <a:off x="2121091" y="4330153"/>
            <a:ext cx="45341" cy="45341"/>
          </a:xfrm>
          <a:prstGeom prst="ellipse">
            <a:avLst/>
          </a:prstGeom>
          <a:solidFill>
            <a:srgbClr val="B08A60">
              <a:alpha val="40000"/>
            </a:srgbClr>
          </a:solidFill>
          <a:ln w="0">
            <a:noFill/>
            <a:prstDash val="solid"/>
          </a:ln>
        </p:spPr>
      </p:sp>
      <p:sp>
        <p:nvSpPr>
          <p:cNvPr id="1644" name="a_full_bar_ellipse_1643">
            <a:extLst>
              <a:ext uri="{FF2B5EF4-FFF2-40B4-BE49-F238E27FC236}">
                <a16:creationId xmlns:a16="http://schemas.microsoft.com/office/drawing/2014/main" id="{912362AF-33BB-4C7B-9E1A-734918C697C4}"/>
              </a:ext>
            </a:extLst>
          </p:cNvPr>
          <p:cNvSpPr>
            <a:spLocks noGrp="1"/>
          </p:cNvSpPr>
          <p:nvPr/>
        </p:nvSpPr>
        <p:spPr>
          <a:xfrm>
            <a:off x="2229216" y="2552735"/>
            <a:ext cx="45341" cy="45341"/>
          </a:xfrm>
          <a:prstGeom prst="ellipse">
            <a:avLst/>
          </a:prstGeom>
          <a:solidFill>
            <a:srgbClr val="B08A60">
              <a:alpha val="40000"/>
            </a:srgbClr>
          </a:solidFill>
          <a:ln w="0">
            <a:noFill/>
            <a:prstDash val="solid"/>
          </a:ln>
        </p:spPr>
      </p:sp>
      <p:sp>
        <p:nvSpPr>
          <p:cNvPr id="1645" name="a_full_bar_ellipse_1644">
            <a:extLst>
              <a:ext uri="{FF2B5EF4-FFF2-40B4-BE49-F238E27FC236}">
                <a16:creationId xmlns:a16="http://schemas.microsoft.com/office/drawing/2014/main" id="{E26DB01B-0208-4EF6-868F-02E27CCFC399}"/>
              </a:ext>
            </a:extLst>
          </p:cNvPr>
          <p:cNvSpPr>
            <a:spLocks noGrp="1"/>
          </p:cNvSpPr>
          <p:nvPr/>
        </p:nvSpPr>
        <p:spPr>
          <a:xfrm>
            <a:off x="2116459" y="4457382"/>
            <a:ext cx="45341" cy="45341"/>
          </a:xfrm>
          <a:prstGeom prst="ellipse">
            <a:avLst/>
          </a:prstGeom>
          <a:solidFill>
            <a:srgbClr val="B08A60">
              <a:alpha val="40000"/>
            </a:srgbClr>
          </a:solidFill>
          <a:ln w="0">
            <a:noFill/>
            <a:prstDash val="solid"/>
          </a:ln>
        </p:spPr>
      </p:sp>
      <p:sp>
        <p:nvSpPr>
          <p:cNvPr id="1646" name="a_full_bar_ellipse_1645">
            <a:extLst>
              <a:ext uri="{FF2B5EF4-FFF2-40B4-BE49-F238E27FC236}">
                <a16:creationId xmlns:a16="http://schemas.microsoft.com/office/drawing/2014/main" id="{1FD2298F-FD9F-4143-811B-62C2B0C9F754}"/>
              </a:ext>
            </a:extLst>
          </p:cNvPr>
          <p:cNvSpPr>
            <a:spLocks noGrp="1"/>
          </p:cNvSpPr>
          <p:nvPr/>
        </p:nvSpPr>
        <p:spPr>
          <a:xfrm>
            <a:off x="2151315" y="2597052"/>
            <a:ext cx="45341" cy="45341"/>
          </a:xfrm>
          <a:prstGeom prst="ellipse">
            <a:avLst/>
          </a:prstGeom>
          <a:solidFill>
            <a:srgbClr val="B08A60">
              <a:alpha val="40000"/>
            </a:srgbClr>
          </a:solidFill>
          <a:ln w="0">
            <a:noFill/>
            <a:prstDash val="solid"/>
          </a:ln>
        </p:spPr>
      </p:sp>
      <p:sp>
        <p:nvSpPr>
          <p:cNvPr id="1647" name="a_full_bar_ellipse_1646">
            <a:extLst>
              <a:ext uri="{FF2B5EF4-FFF2-40B4-BE49-F238E27FC236}">
                <a16:creationId xmlns:a16="http://schemas.microsoft.com/office/drawing/2014/main" id="{2F61C976-1811-46C4-A4CC-32809A28BA6C}"/>
              </a:ext>
            </a:extLst>
          </p:cNvPr>
          <p:cNvSpPr>
            <a:spLocks noGrp="1"/>
          </p:cNvSpPr>
          <p:nvPr/>
        </p:nvSpPr>
        <p:spPr>
          <a:xfrm>
            <a:off x="2259905" y="4457382"/>
            <a:ext cx="45341" cy="45341"/>
          </a:xfrm>
          <a:prstGeom prst="ellipse">
            <a:avLst/>
          </a:prstGeom>
          <a:solidFill>
            <a:srgbClr val="B08A60">
              <a:alpha val="40000"/>
            </a:srgbClr>
          </a:solidFill>
          <a:ln w="0">
            <a:noFill/>
            <a:prstDash val="solid"/>
          </a:ln>
        </p:spPr>
      </p:sp>
      <p:sp>
        <p:nvSpPr>
          <p:cNvPr id="1648" name="a_full_bar_ellipse_1647">
            <a:extLst>
              <a:ext uri="{FF2B5EF4-FFF2-40B4-BE49-F238E27FC236}">
                <a16:creationId xmlns:a16="http://schemas.microsoft.com/office/drawing/2014/main" id="{E1BFEA51-3E36-4470-9805-C6B92B50B907}"/>
              </a:ext>
            </a:extLst>
          </p:cNvPr>
          <p:cNvSpPr>
            <a:spLocks noGrp="1"/>
          </p:cNvSpPr>
          <p:nvPr/>
        </p:nvSpPr>
        <p:spPr>
          <a:xfrm>
            <a:off x="2274054" y="2483888"/>
            <a:ext cx="45341" cy="45341"/>
          </a:xfrm>
          <a:prstGeom prst="ellipse">
            <a:avLst/>
          </a:prstGeom>
          <a:solidFill>
            <a:srgbClr val="B08A60">
              <a:alpha val="40000"/>
            </a:srgbClr>
          </a:solidFill>
          <a:ln w="0">
            <a:noFill/>
            <a:prstDash val="solid"/>
          </a:ln>
        </p:spPr>
      </p:sp>
      <p:sp>
        <p:nvSpPr>
          <p:cNvPr id="1649" name="a_full_bar_ellipse_1648">
            <a:extLst>
              <a:ext uri="{FF2B5EF4-FFF2-40B4-BE49-F238E27FC236}">
                <a16:creationId xmlns:a16="http://schemas.microsoft.com/office/drawing/2014/main" id="{8E24EDBF-ECBF-40D7-8532-AEFF836E894B}"/>
              </a:ext>
            </a:extLst>
          </p:cNvPr>
          <p:cNvSpPr>
            <a:spLocks noGrp="1"/>
          </p:cNvSpPr>
          <p:nvPr/>
        </p:nvSpPr>
        <p:spPr>
          <a:xfrm>
            <a:off x="2123150" y="2487322"/>
            <a:ext cx="45341" cy="45341"/>
          </a:xfrm>
          <a:prstGeom prst="ellipse">
            <a:avLst/>
          </a:prstGeom>
          <a:solidFill>
            <a:srgbClr val="B08A60">
              <a:alpha val="40000"/>
            </a:srgbClr>
          </a:solidFill>
          <a:ln w="0">
            <a:noFill/>
            <a:prstDash val="solid"/>
          </a:ln>
        </p:spPr>
      </p:sp>
      <p:sp>
        <p:nvSpPr>
          <p:cNvPr id="1650" name="a_full_bar_ellipse_1649">
            <a:extLst>
              <a:ext uri="{FF2B5EF4-FFF2-40B4-BE49-F238E27FC236}">
                <a16:creationId xmlns:a16="http://schemas.microsoft.com/office/drawing/2014/main" id="{29E7C591-17C5-46D1-8AAB-E42F0A1CBE6C}"/>
              </a:ext>
            </a:extLst>
          </p:cNvPr>
          <p:cNvSpPr>
            <a:spLocks noGrp="1"/>
          </p:cNvSpPr>
          <p:nvPr/>
        </p:nvSpPr>
        <p:spPr>
          <a:xfrm>
            <a:off x="2088286" y="3850431"/>
            <a:ext cx="45341" cy="45341"/>
          </a:xfrm>
          <a:prstGeom prst="ellipse">
            <a:avLst/>
          </a:prstGeom>
          <a:solidFill>
            <a:srgbClr val="B08A60">
              <a:alpha val="40000"/>
            </a:srgbClr>
          </a:solidFill>
          <a:ln w="0">
            <a:noFill/>
            <a:prstDash val="solid"/>
          </a:ln>
        </p:spPr>
      </p:sp>
      <p:sp>
        <p:nvSpPr>
          <p:cNvPr id="1651" name="a_full_bar_ellipse_1650">
            <a:extLst>
              <a:ext uri="{FF2B5EF4-FFF2-40B4-BE49-F238E27FC236}">
                <a16:creationId xmlns:a16="http://schemas.microsoft.com/office/drawing/2014/main" id="{29F50792-764A-4BD1-B773-4E0C1E25F999}"/>
              </a:ext>
            </a:extLst>
          </p:cNvPr>
          <p:cNvSpPr>
            <a:spLocks noGrp="1"/>
          </p:cNvSpPr>
          <p:nvPr/>
        </p:nvSpPr>
        <p:spPr>
          <a:xfrm>
            <a:off x="2285660" y="2466046"/>
            <a:ext cx="45341" cy="45341"/>
          </a:xfrm>
          <a:prstGeom prst="ellipse">
            <a:avLst/>
          </a:prstGeom>
          <a:solidFill>
            <a:srgbClr val="B08A60">
              <a:alpha val="40000"/>
            </a:srgbClr>
          </a:solidFill>
          <a:ln w="0">
            <a:noFill/>
            <a:prstDash val="solid"/>
          </a:ln>
        </p:spPr>
      </p:sp>
      <p:sp>
        <p:nvSpPr>
          <p:cNvPr id="1652" name="a_full_bar_ellipse_1651">
            <a:extLst>
              <a:ext uri="{FF2B5EF4-FFF2-40B4-BE49-F238E27FC236}">
                <a16:creationId xmlns:a16="http://schemas.microsoft.com/office/drawing/2014/main" id="{EB5C14BC-3D71-4E0A-8C5F-160D08436D70}"/>
              </a:ext>
            </a:extLst>
          </p:cNvPr>
          <p:cNvSpPr>
            <a:spLocks noGrp="1"/>
          </p:cNvSpPr>
          <p:nvPr/>
        </p:nvSpPr>
        <p:spPr>
          <a:xfrm>
            <a:off x="2090815" y="3338789"/>
            <a:ext cx="45341" cy="45341"/>
          </a:xfrm>
          <a:prstGeom prst="ellipse">
            <a:avLst/>
          </a:prstGeom>
          <a:solidFill>
            <a:srgbClr val="B08A60">
              <a:alpha val="40000"/>
            </a:srgbClr>
          </a:solidFill>
          <a:ln w="0">
            <a:noFill/>
            <a:prstDash val="solid"/>
          </a:ln>
        </p:spPr>
      </p:sp>
      <p:sp>
        <p:nvSpPr>
          <p:cNvPr id="1653" name="a_full_bar_ellipse_1652">
            <a:extLst>
              <a:ext uri="{FF2B5EF4-FFF2-40B4-BE49-F238E27FC236}">
                <a16:creationId xmlns:a16="http://schemas.microsoft.com/office/drawing/2014/main" id="{7ADE3CBE-B51A-4A6D-B029-43952A743D21}"/>
              </a:ext>
            </a:extLst>
          </p:cNvPr>
          <p:cNvSpPr>
            <a:spLocks noGrp="1"/>
          </p:cNvSpPr>
          <p:nvPr/>
        </p:nvSpPr>
        <p:spPr>
          <a:xfrm>
            <a:off x="2295396" y="3083829"/>
            <a:ext cx="45341" cy="45341"/>
          </a:xfrm>
          <a:prstGeom prst="ellipse">
            <a:avLst/>
          </a:prstGeom>
          <a:solidFill>
            <a:srgbClr val="B08A60">
              <a:alpha val="40000"/>
            </a:srgbClr>
          </a:solidFill>
          <a:ln w="0">
            <a:noFill/>
            <a:prstDash val="solid"/>
          </a:ln>
        </p:spPr>
      </p:sp>
      <p:sp>
        <p:nvSpPr>
          <p:cNvPr id="1654" name="a_full_bar_ellipse_1653">
            <a:extLst>
              <a:ext uri="{FF2B5EF4-FFF2-40B4-BE49-F238E27FC236}">
                <a16:creationId xmlns:a16="http://schemas.microsoft.com/office/drawing/2014/main" id="{9C4B5932-52CE-4DC0-8DA3-1B530F36F4DC}"/>
              </a:ext>
            </a:extLst>
          </p:cNvPr>
          <p:cNvSpPr>
            <a:spLocks noGrp="1"/>
          </p:cNvSpPr>
          <p:nvPr/>
        </p:nvSpPr>
        <p:spPr>
          <a:xfrm>
            <a:off x="2128531" y="3343844"/>
            <a:ext cx="45341" cy="45341"/>
          </a:xfrm>
          <a:prstGeom prst="ellipse">
            <a:avLst/>
          </a:prstGeom>
          <a:solidFill>
            <a:srgbClr val="B08A60">
              <a:alpha val="40000"/>
            </a:srgbClr>
          </a:solidFill>
          <a:ln w="0">
            <a:noFill/>
            <a:prstDash val="solid"/>
          </a:ln>
        </p:spPr>
      </p:sp>
      <p:sp>
        <p:nvSpPr>
          <p:cNvPr id="1655" name="a_full_bar_ellipse_1654">
            <a:extLst>
              <a:ext uri="{FF2B5EF4-FFF2-40B4-BE49-F238E27FC236}">
                <a16:creationId xmlns:a16="http://schemas.microsoft.com/office/drawing/2014/main" id="{E3139168-4EA8-44BE-BDDE-D4AA7C491B36}"/>
              </a:ext>
            </a:extLst>
          </p:cNvPr>
          <p:cNvSpPr>
            <a:spLocks noGrp="1"/>
          </p:cNvSpPr>
          <p:nvPr/>
        </p:nvSpPr>
        <p:spPr>
          <a:xfrm>
            <a:off x="2106511" y="3664098"/>
            <a:ext cx="45341" cy="45341"/>
          </a:xfrm>
          <a:prstGeom prst="ellipse">
            <a:avLst/>
          </a:prstGeom>
          <a:solidFill>
            <a:srgbClr val="B08A60">
              <a:alpha val="40000"/>
            </a:srgbClr>
          </a:solidFill>
          <a:ln w="0">
            <a:noFill/>
            <a:prstDash val="solid"/>
          </a:ln>
        </p:spPr>
      </p:sp>
      <p:sp>
        <p:nvSpPr>
          <p:cNvPr id="1656" name="a_full_bar_ellipse_1655">
            <a:extLst>
              <a:ext uri="{FF2B5EF4-FFF2-40B4-BE49-F238E27FC236}">
                <a16:creationId xmlns:a16="http://schemas.microsoft.com/office/drawing/2014/main" id="{F96395D7-ED4F-4D9B-A774-603A8DB83901}"/>
              </a:ext>
            </a:extLst>
          </p:cNvPr>
          <p:cNvSpPr>
            <a:spLocks noGrp="1"/>
          </p:cNvSpPr>
          <p:nvPr/>
        </p:nvSpPr>
        <p:spPr>
          <a:xfrm>
            <a:off x="2230100" y="3459228"/>
            <a:ext cx="45341" cy="45341"/>
          </a:xfrm>
          <a:prstGeom prst="ellipse">
            <a:avLst/>
          </a:prstGeom>
          <a:solidFill>
            <a:srgbClr val="B08A60">
              <a:alpha val="40000"/>
            </a:srgbClr>
          </a:solidFill>
          <a:ln w="0">
            <a:noFill/>
            <a:prstDash val="solid"/>
          </a:ln>
        </p:spPr>
      </p:sp>
      <p:sp>
        <p:nvSpPr>
          <p:cNvPr id="1657" name="a_full_bar_ellipse_1656">
            <a:extLst>
              <a:ext uri="{FF2B5EF4-FFF2-40B4-BE49-F238E27FC236}">
                <a16:creationId xmlns:a16="http://schemas.microsoft.com/office/drawing/2014/main" id="{7BAD5118-8C77-432E-9A40-44F49F4A13B2}"/>
              </a:ext>
            </a:extLst>
          </p:cNvPr>
          <p:cNvSpPr>
            <a:spLocks noGrp="1"/>
          </p:cNvSpPr>
          <p:nvPr/>
        </p:nvSpPr>
        <p:spPr>
          <a:xfrm>
            <a:off x="2271780" y="3153264"/>
            <a:ext cx="45341" cy="45341"/>
          </a:xfrm>
          <a:prstGeom prst="ellipse">
            <a:avLst/>
          </a:prstGeom>
          <a:solidFill>
            <a:srgbClr val="B08A60">
              <a:alpha val="40000"/>
            </a:srgbClr>
          </a:solidFill>
          <a:ln w="0">
            <a:noFill/>
            <a:prstDash val="solid"/>
          </a:ln>
        </p:spPr>
      </p:sp>
      <p:sp>
        <p:nvSpPr>
          <p:cNvPr id="1658" name="a_full_bar_ellipse_1657">
            <a:extLst>
              <a:ext uri="{FF2B5EF4-FFF2-40B4-BE49-F238E27FC236}">
                <a16:creationId xmlns:a16="http://schemas.microsoft.com/office/drawing/2014/main" id="{279C0963-41BA-4007-BFDE-380770326E8E}"/>
              </a:ext>
            </a:extLst>
          </p:cNvPr>
          <p:cNvSpPr>
            <a:spLocks noGrp="1"/>
          </p:cNvSpPr>
          <p:nvPr/>
        </p:nvSpPr>
        <p:spPr>
          <a:xfrm>
            <a:off x="2144834" y="4457382"/>
            <a:ext cx="45341" cy="45341"/>
          </a:xfrm>
          <a:prstGeom prst="ellipse">
            <a:avLst/>
          </a:prstGeom>
          <a:solidFill>
            <a:srgbClr val="B08A60">
              <a:alpha val="40000"/>
            </a:srgbClr>
          </a:solidFill>
          <a:ln w="0">
            <a:noFill/>
            <a:prstDash val="solid"/>
          </a:ln>
        </p:spPr>
      </p:sp>
      <p:sp>
        <p:nvSpPr>
          <p:cNvPr id="1659" name="a_full_bar_ellipse_1658">
            <a:extLst>
              <a:ext uri="{FF2B5EF4-FFF2-40B4-BE49-F238E27FC236}">
                <a16:creationId xmlns:a16="http://schemas.microsoft.com/office/drawing/2014/main" id="{DEEF07E0-BD45-4265-8868-5DE314EC09FD}"/>
              </a:ext>
            </a:extLst>
          </p:cNvPr>
          <p:cNvSpPr>
            <a:spLocks noGrp="1"/>
          </p:cNvSpPr>
          <p:nvPr/>
        </p:nvSpPr>
        <p:spPr>
          <a:xfrm>
            <a:off x="2097239" y="3427918"/>
            <a:ext cx="45341" cy="45341"/>
          </a:xfrm>
          <a:prstGeom prst="ellipse">
            <a:avLst/>
          </a:prstGeom>
          <a:solidFill>
            <a:srgbClr val="B08A60">
              <a:alpha val="40000"/>
            </a:srgbClr>
          </a:solidFill>
          <a:ln w="0">
            <a:noFill/>
            <a:prstDash val="solid"/>
          </a:ln>
        </p:spPr>
      </p:sp>
      <p:sp>
        <p:nvSpPr>
          <p:cNvPr id="1660" name="a_full_bar_ellipse_1659">
            <a:extLst>
              <a:ext uri="{FF2B5EF4-FFF2-40B4-BE49-F238E27FC236}">
                <a16:creationId xmlns:a16="http://schemas.microsoft.com/office/drawing/2014/main" id="{0678188A-E18A-4B49-B618-B553AC19FD18}"/>
              </a:ext>
            </a:extLst>
          </p:cNvPr>
          <p:cNvSpPr>
            <a:spLocks noGrp="1"/>
          </p:cNvSpPr>
          <p:nvPr/>
        </p:nvSpPr>
        <p:spPr>
          <a:xfrm>
            <a:off x="2124895" y="3098092"/>
            <a:ext cx="45341" cy="45341"/>
          </a:xfrm>
          <a:prstGeom prst="ellipse">
            <a:avLst/>
          </a:prstGeom>
          <a:solidFill>
            <a:srgbClr val="B08A60">
              <a:alpha val="40000"/>
            </a:srgbClr>
          </a:solidFill>
          <a:ln w="0">
            <a:noFill/>
            <a:prstDash val="solid"/>
          </a:ln>
        </p:spPr>
      </p:sp>
      <p:sp>
        <p:nvSpPr>
          <p:cNvPr id="1661" name="a_full_bar_ellipse_1660">
            <a:extLst>
              <a:ext uri="{FF2B5EF4-FFF2-40B4-BE49-F238E27FC236}">
                <a16:creationId xmlns:a16="http://schemas.microsoft.com/office/drawing/2014/main" id="{2CC17231-155F-46BD-AFDF-7EA6ED37BE5B}"/>
              </a:ext>
            </a:extLst>
          </p:cNvPr>
          <p:cNvSpPr>
            <a:spLocks noGrp="1"/>
          </p:cNvSpPr>
          <p:nvPr/>
        </p:nvSpPr>
        <p:spPr>
          <a:xfrm>
            <a:off x="2199698" y="3363943"/>
            <a:ext cx="45341" cy="45341"/>
          </a:xfrm>
          <a:prstGeom prst="ellipse">
            <a:avLst/>
          </a:prstGeom>
          <a:solidFill>
            <a:srgbClr val="B08A60">
              <a:alpha val="40000"/>
            </a:srgbClr>
          </a:solidFill>
          <a:ln w="0">
            <a:noFill/>
            <a:prstDash val="solid"/>
          </a:ln>
        </p:spPr>
      </p:sp>
      <p:sp>
        <p:nvSpPr>
          <p:cNvPr id="1662" name="a_full_bar_ellipse_1661">
            <a:extLst>
              <a:ext uri="{FF2B5EF4-FFF2-40B4-BE49-F238E27FC236}">
                <a16:creationId xmlns:a16="http://schemas.microsoft.com/office/drawing/2014/main" id="{FE703582-D50D-4EA7-B111-4EC4697D65EF}"/>
              </a:ext>
            </a:extLst>
          </p:cNvPr>
          <p:cNvSpPr>
            <a:spLocks noGrp="1"/>
          </p:cNvSpPr>
          <p:nvPr/>
        </p:nvSpPr>
        <p:spPr>
          <a:xfrm>
            <a:off x="2262317" y="3905772"/>
            <a:ext cx="45341" cy="45341"/>
          </a:xfrm>
          <a:prstGeom prst="ellipse">
            <a:avLst/>
          </a:prstGeom>
          <a:solidFill>
            <a:srgbClr val="B08A60">
              <a:alpha val="40000"/>
            </a:srgbClr>
          </a:solidFill>
          <a:ln w="0">
            <a:noFill/>
            <a:prstDash val="solid"/>
          </a:ln>
        </p:spPr>
      </p:sp>
      <p:sp>
        <p:nvSpPr>
          <p:cNvPr id="1663" name="a_full_bar_ellipse_1662">
            <a:extLst>
              <a:ext uri="{FF2B5EF4-FFF2-40B4-BE49-F238E27FC236}">
                <a16:creationId xmlns:a16="http://schemas.microsoft.com/office/drawing/2014/main" id="{C02041B5-6BFA-4DD3-A30C-F05BDCFEF13E}"/>
              </a:ext>
            </a:extLst>
          </p:cNvPr>
          <p:cNvSpPr>
            <a:spLocks noGrp="1"/>
          </p:cNvSpPr>
          <p:nvPr/>
        </p:nvSpPr>
        <p:spPr>
          <a:xfrm>
            <a:off x="2195722" y="3192429"/>
            <a:ext cx="45341" cy="45341"/>
          </a:xfrm>
          <a:prstGeom prst="ellipse">
            <a:avLst/>
          </a:prstGeom>
          <a:solidFill>
            <a:srgbClr val="B08A60">
              <a:alpha val="40000"/>
            </a:srgbClr>
          </a:solidFill>
          <a:ln w="0">
            <a:noFill/>
            <a:prstDash val="solid"/>
          </a:ln>
        </p:spPr>
      </p:sp>
      <p:sp>
        <p:nvSpPr>
          <p:cNvPr id="1664" name="a_full_bar_ellipse_1663">
            <a:extLst>
              <a:ext uri="{FF2B5EF4-FFF2-40B4-BE49-F238E27FC236}">
                <a16:creationId xmlns:a16="http://schemas.microsoft.com/office/drawing/2014/main" id="{C3EFEAE5-81D1-4C10-ABFA-E792209C4612}"/>
              </a:ext>
            </a:extLst>
          </p:cNvPr>
          <p:cNvSpPr>
            <a:spLocks noGrp="1"/>
          </p:cNvSpPr>
          <p:nvPr/>
        </p:nvSpPr>
        <p:spPr>
          <a:xfrm>
            <a:off x="2174157" y="4398378"/>
            <a:ext cx="45341" cy="45341"/>
          </a:xfrm>
          <a:prstGeom prst="ellipse">
            <a:avLst/>
          </a:prstGeom>
          <a:solidFill>
            <a:srgbClr val="B08A60">
              <a:alpha val="40000"/>
            </a:srgbClr>
          </a:solidFill>
          <a:ln w="0">
            <a:noFill/>
            <a:prstDash val="solid"/>
          </a:ln>
        </p:spPr>
      </p:sp>
      <p:sp>
        <p:nvSpPr>
          <p:cNvPr id="1665" name="a_full_bar_ellipse_1664">
            <a:extLst>
              <a:ext uri="{FF2B5EF4-FFF2-40B4-BE49-F238E27FC236}">
                <a16:creationId xmlns:a16="http://schemas.microsoft.com/office/drawing/2014/main" id="{FFDD2BBC-5C9E-4D17-B8B7-42877CD7DEFC}"/>
              </a:ext>
            </a:extLst>
          </p:cNvPr>
          <p:cNvSpPr>
            <a:spLocks noGrp="1"/>
          </p:cNvSpPr>
          <p:nvPr/>
        </p:nvSpPr>
        <p:spPr>
          <a:xfrm>
            <a:off x="2201464" y="2447384"/>
            <a:ext cx="45341" cy="45341"/>
          </a:xfrm>
          <a:prstGeom prst="ellipse">
            <a:avLst/>
          </a:prstGeom>
          <a:solidFill>
            <a:srgbClr val="B08A60">
              <a:alpha val="40000"/>
            </a:srgbClr>
          </a:solidFill>
          <a:ln w="0">
            <a:noFill/>
            <a:prstDash val="solid"/>
          </a:ln>
        </p:spPr>
      </p:sp>
      <p:sp>
        <p:nvSpPr>
          <p:cNvPr id="1666" name="a_full_bar_ellipse_1665">
            <a:extLst>
              <a:ext uri="{FF2B5EF4-FFF2-40B4-BE49-F238E27FC236}">
                <a16:creationId xmlns:a16="http://schemas.microsoft.com/office/drawing/2014/main" id="{6A6F338F-5C38-4189-99C1-D75C41896704}"/>
              </a:ext>
            </a:extLst>
          </p:cNvPr>
          <p:cNvSpPr>
            <a:spLocks noGrp="1"/>
          </p:cNvSpPr>
          <p:nvPr/>
        </p:nvSpPr>
        <p:spPr>
          <a:xfrm>
            <a:off x="2219083" y="4457382"/>
            <a:ext cx="45341" cy="45341"/>
          </a:xfrm>
          <a:prstGeom prst="ellipse">
            <a:avLst/>
          </a:prstGeom>
          <a:solidFill>
            <a:srgbClr val="B08A60">
              <a:alpha val="40000"/>
            </a:srgbClr>
          </a:solidFill>
          <a:ln w="0">
            <a:noFill/>
            <a:prstDash val="solid"/>
          </a:ln>
        </p:spPr>
      </p:sp>
      <p:sp>
        <p:nvSpPr>
          <p:cNvPr id="1667" name="a_full_bar_ellipse_1666">
            <a:extLst>
              <a:ext uri="{FF2B5EF4-FFF2-40B4-BE49-F238E27FC236}">
                <a16:creationId xmlns:a16="http://schemas.microsoft.com/office/drawing/2014/main" id="{E9B5E236-65A4-403D-96B7-9AEBB17637D2}"/>
              </a:ext>
            </a:extLst>
          </p:cNvPr>
          <p:cNvSpPr>
            <a:spLocks noGrp="1"/>
          </p:cNvSpPr>
          <p:nvPr/>
        </p:nvSpPr>
        <p:spPr>
          <a:xfrm>
            <a:off x="2170143" y="4125740"/>
            <a:ext cx="45341" cy="45341"/>
          </a:xfrm>
          <a:prstGeom prst="ellipse">
            <a:avLst/>
          </a:prstGeom>
          <a:solidFill>
            <a:srgbClr val="B08A60">
              <a:alpha val="40000"/>
            </a:srgbClr>
          </a:solidFill>
          <a:ln w="0">
            <a:noFill/>
            <a:prstDash val="solid"/>
          </a:ln>
        </p:spPr>
      </p:sp>
      <p:sp>
        <p:nvSpPr>
          <p:cNvPr id="1668" name="a_full_bar_ellipse_1667">
            <a:extLst>
              <a:ext uri="{FF2B5EF4-FFF2-40B4-BE49-F238E27FC236}">
                <a16:creationId xmlns:a16="http://schemas.microsoft.com/office/drawing/2014/main" id="{1C631057-9978-4AF4-A9E2-765DCC718902}"/>
              </a:ext>
            </a:extLst>
          </p:cNvPr>
          <p:cNvSpPr>
            <a:spLocks noGrp="1"/>
          </p:cNvSpPr>
          <p:nvPr/>
        </p:nvSpPr>
        <p:spPr>
          <a:xfrm>
            <a:off x="2257869" y="3628668"/>
            <a:ext cx="45341" cy="45341"/>
          </a:xfrm>
          <a:prstGeom prst="ellipse">
            <a:avLst/>
          </a:prstGeom>
          <a:solidFill>
            <a:srgbClr val="B08A60">
              <a:alpha val="40000"/>
            </a:srgbClr>
          </a:solidFill>
          <a:ln w="0">
            <a:noFill/>
            <a:prstDash val="solid"/>
          </a:ln>
        </p:spPr>
      </p:sp>
      <p:sp>
        <p:nvSpPr>
          <p:cNvPr id="1669" name="a_full_bar_ellipse_1668">
            <a:extLst>
              <a:ext uri="{FF2B5EF4-FFF2-40B4-BE49-F238E27FC236}">
                <a16:creationId xmlns:a16="http://schemas.microsoft.com/office/drawing/2014/main" id="{1592046D-1DAF-4B9D-B887-E1EAF1EF43D3}"/>
              </a:ext>
            </a:extLst>
          </p:cNvPr>
          <p:cNvSpPr>
            <a:spLocks noGrp="1"/>
          </p:cNvSpPr>
          <p:nvPr/>
        </p:nvSpPr>
        <p:spPr>
          <a:xfrm>
            <a:off x="2291460" y="4195801"/>
            <a:ext cx="45341" cy="45341"/>
          </a:xfrm>
          <a:prstGeom prst="ellipse">
            <a:avLst/>
          </a:prstGeom>
          <a:solidFill>
            <a:srgbClr val="B08A60">
              <a:alpha val="40000"/>
            </a:srgbClr>
          </a:solidFill>
          <a:ln w="0">
            <a:noFill/>
            <a:prstDash val="solid"/>
          </a:ln>
        </p:spPr>
      </p:sp>
      <p:sp>
        <p:nvSpPr>
          <p:cNvPr id="1670" name="a_full_bar_ellipse_1669">
            <a:extLst>
              <a:ext uri="{FF2B5EF4-FFF2-40B4-BE49-F238E27FC236}">
                <a16:creationId xmlns:a16="http://schemas.microsoft.com/office/drawing/2014/main" id="{E0E0160A-4010-41AA-9C46-0DD337B72A08}"/>
              </a:ext>
            </a:extLst>
          </p:cNvPr>
          <p:cNvSpPr>
            <a:spLocks noGrp="1"/>
          </p:cNvSpPr>
          <p:nvPr/>
        </p:nvSpPr>
        <p:spPr>
          <a:xfrm>
            <a:off x="2202930" y="2583788"/>
            <a:ext cx="45341" cy="45341"/>
          </a:xfrm>
          <a:prstGeom prst="ellipse">
            <a:avLst/>
          </a:prstGeom>
          <a:solidFill>
            <a:srgbClr val="B08A60">
              <a:alpha val="40000"/>
            </a:srgbClr>
          </a:solidFill>
          <a:ln w="0">
            <a:noFill/>
            <a:prstDash val="solid"/>
          </a:ln>
        </p:spPr>
      </p:sp>
      <p:sp>
        <p:nvSpPr>
          <p:cNvPr id="1671" name="a_full_bar_ellipse_1670">
            <a:extLst>
              <a:ext uri="{FF2B5EF4-FFF2-40B4-BE49-F238E27FC236}">
                <a16:creationId xmlns:a16="http://schemas.microsoft.com/office/drawing/2014/main" id="{D6F42242-33F8-4499-B0F1-3024B6721587}"/>
              </a:ext>
            </a:extLst>
          </p:cNvPr>
          <p:cNvSpPr>
            <a:spLocks noGrp="1"/>
          </p:cNvSpPr>
          <p:nvPr/>
        </p:nvSpPr>
        <p:spPr>
          <a:xfrm>
            <a:off x="2236525" y="2362027"/>
            <a:ext cx="45341" cy="45341"/>
          </a:xfrm>
          <a:prstGeom prst="ellipse">
            <a:avLst/>
          </a:prstGeom>
          <a:solidFill>
            <a:srgbClr val="B08A60">
              <a:alpha val="40000"/>
            </a:srgbClr>
          </a:solidFill>
          <a:ln w="0">
            <a:noFill/>
            <a:prstDash val="solid"/>
          </a:ln>
        </p:spPr>
      </p:sp>
      <p:sp>
        <p:nvSpPr>
          <p:cNvPr id="1672" name="a_full_bar_ellipse_1671">
            <a:extLst>
              <a:ext uri="{FF2B5EF4-FFF2-40B4-BE49-F238E27FC236}">
                <a16:creationId xmlns:a16="http://schemas.microsoft.com/office/drawing/2014/main" id="{F137E5FE-7581-43BA-BECC-0EE43D1973B5}"/>
              </a:ext>
            </a:extLst>
          </p:cNvPr>
          <p:cNvSpPr>
            <a:spLocks noGrp="1"/>
          </p:cNvSpPr>
          <p:nvPr/>
        </p:nvSpPr>
        <p:spPr>
          <a:xfrm>
            <a:off x="2259071" y="4457382"/>
            <a:ext cx="45341" cy="45341"/>
          </a:xfrm>
          <a:prstGeom prst="ellipse">
            <a:avLst/>
          </a:prstGeom>
          <a:solidFill>
            <a:srgbClr val="B08A60">
              <a:alpha val="40000"/>
            </a:srgbClr>
          </a:solidFill>
          <a:ln w="0">
            <a:noFill/>
            <a:prstDash val="solid"/>
          </a:ln>
        </p:spPr>
      </p:sp>
      <p:sp>
        <p:nvSpPr>
          <p:cNvPr id="1673" name="a_full_bar_ellipse_1672">
            <a:extLst>
              <a:ext uri="{FF2B5EF4-FFF2-40B4-BE49-F238E27FC236}">
                <a16:creationId xmlns:a16="http://schemas.microsoft.com/office/drawing/2014/main" id="{071A78F2-C04F-45E9-BC0E-D0E41BCCDDA1}"/>
              </a:ext>
            </a:extLst>
          </p:cNvPr>
          <p:cNvSpPr>
            <a:spLocks noGrp="1"/>
          </p:cNvSpPr>
          <p:nvPr/>
        </p:nvSpPr>
        <p:spPr>
          <a:xfrm>
            <a:off x="2241135" y="3178445"/>
            <a:ext cx="45341" cy="45341"/>
          </a:xfrm>
          <a:prstGeom prst="ellipse">
            <a:avLst/>
          </a:prstGeom>
          <a:solidFill>
            <a:srgbClr val="B08A60">
              <a:alpha val="40000"/>
            </a:srgbClr>
          </a:solidFill>
          <a:ln w="0">
            <a:noFill/>
            <a:prstDash val="solid"/>
          </a:ln>
        </p:spPr>
      </p:sp>
      <p:sp>
        <p:nvSpPr>
          <p:cNvPr id="1674" name="a_full_bar_ellipse_1673">
            <a:extLst>
              <a:ext uri="{FF2B5EF4-FFF2-40B4-BE49-F238E27FC236}">
                <a16:creationId xmlns:a16="http://schemas.microsoft.com/office/drawing/2014/main" id="{566BF495-A424-44A0-903E-D6044F9C2A60}"/>
              </a:ext>
            </a:extLst>
          </p:cNvPr>
          <p:cNvSpPr>
            <a:spLocks noGrp="1"/>
          </p:cNvSpPr>
          <p:nvPr/>
        </p:nvSpPr>
        <p:spPr>
          <a:xfrm>
            <a:off x="2175776" y="4457382"/>
            <a:ext cx="45341" cy="45341"/>
          </a:xfrm>
          <a:prstGeom prst="ellipse">
            <a:avLst/>
          </a:prstGeom>
          <a:solidFill>
            <a:srgbClr val="B08A60">
              <a:alpha val="40000"/>
            </a:srgbClr>
          </a:solidFill>
          <a:ln w="0">
            <a:noFill/>
            <a:prstDash val="solid"/>
          </a:ln>
        </p:spPr>
      </p:sp>
      <p:sp>
        <p:nvSpPr>
          <p:cNvPr id="1675" name="a_full_bar_ellipse_1674">
            <a:extLst>
              <a:ext uri="{FF2B5EF4-FFF2-40B4-BE49-F238E27FC236}">
                <a16:creationId xmlns:a16="http://schemas.microsoft.com/office/drawing/2014/main" id="{50BA03F8-04B9-4E29-ABF7-DC9858B3E43B}"/>
              </a:ext>
            </a:extLst>
          </p:cNvPr>
          <p:cNvSpPr>
            <a:spLocks noGrp="1"/>
          </p:cNvSpPr>
          <p:nvPr/>
        </p:nvSpPr>
        <p:spPr>
          <a:xfrm>
            <a:off x="2162797" y="3917461"/>
            <a:ext cx="45341" cy="45341"/>
          </a:xfrm>
          <a:prstGeom prst="ellipse">
            <a:avLst/>
          </a:prstGeom>
          <a:solidFill>
            <a:srgbClr val="B08A60">
              <a:alpha val="40000"/>
            </a:srgbClr>
          </a:solidFill>
          <a:ln w="0">
            <a:noFill/>
            <a:prstDash val="solid"/>
          </a:ln>
        </p:spPr>
      </p:sp>
      <p:sp>
        <p:nvSpPr>
          <p:cNvPr id="1676" name="a_full_bar_ellipse_1675">
            <a:extLst>
              <a:ext uri="{FF2B5EF4-FFF2-40B4-BE49-F238E27FC236}">
                <a16:creationId xmlns:a16="http://schemas.microsoft.com/office/drawing/2014/main" id="{6C0A411D-0E10-4ED9-BD46-297E06832FBA}"/>
              </a:ext>
            </a:extLst>
          </p:cNvPr>
          <p:cNvSpPr>
            <a:spLocks noGrp="1"/>
          </p:cNvSpPr>
          <p:nvPr/>
        </p:nvSpPr>
        <p:spPr>
          <a:xfrm>
            <a:off x="2289352" y="4139468"/>
            <a:ext cx="45341" cy="45341"/>
          </a:xfrm>
          <a:prstGeom prst="ellipse">
            <a:avLst/>
          </a:prstGeom>
          <a:solidFill>
            <a:srgbClr val="B08A60">
              <a:alpha val="40000"/>
            </a:srgbClr>
          </a:solidFill>
          <a:ln w="0">
            <a:noFill/>
            <a:prstDash val="solid"/>
          </a:ln>
        </p:spPr>
      </p:sp>
      <p:sp>
        <p:nvSpPr>
          <p:cNvPr id="1677" name="a_full_bar_ellipse_1676">
            <a:extLst>
              <a:ext uri="{FF2B5EF4-FFF2-40B4-BE49-F238E27FC236}">
                <a16:creationId xmlns:a16="http://schemas.microsoft.com/office/drawing/2014/main" id="{5B6AD43F-DC9C-4449-A679-028FAF90DD3F}"/>
              </a:ext>
            </a:extLst>
          </p:cNvPr>
          <p:cNvSpPr>
            <a:spLocks noGrp="1"/>
          </p:cNvSpPr>
          <p:nvPr/>
        </p:nvSpPr>
        <p:spPr>
          <a:xfrm>
            <a:off x="2137000" y="4457382"/>
            <a:ext cx="45341" cy="45341"/>
          </a:xfrm>
          <a:prstGeom prst="ellipse">
            <a:avLst/>
          </a:prstGeom>
          <a:solidFill>
            <a:srgbClr val="B08A60">
              <a:alpha val="40000"/>
            </a:srgbClr>
          </a:solidFill>
          <a:ln w="0">
            <a:noFill/>
            <a:prstDash val="solid"/>
          </a:ln>
        </p:spPr>
      </p:sp>
      <p:sp>
        <p:nvSpPr>
          <p:cNvPr id="1678" name="a_full_bar_ellipse_1677">
            <a:extLst>
              <a:ext uri="{FF2B5EF4-FFF2-40B4-BE49-F238E27FC236}">
                <a16:creationId xmlns:a16="http://schemas.microsoft.com/office/drawing/2014/main" id="{12F2F34C-A5A6-4551-A63B-2A611801B355}"/>
              </a:ext>
            </a:extLst>
          </p:cNvPr>
          <p:cNvSpPr>
            <a:spLocks noGrp="1"/>
          </p:cNvSpPr>
          <p:nvPr/>
        </p:nvSpPr>
        <p:spPr>
          <a:xfrm>
            <a:off x="2198729" y="4457382"/>
            <a:ext cx="45341" cy="45341"/>
          </a:xfrm>
          <a:prstGeom prst="ellipse">
            <a:avLst/>
          </a:prstGeom>
          <a:solidFill>
            <a:srgbClr val="B08A60">
              <a:alpha val="40000"/>
            </a:srgbClr>
          </a:solidFill>
          <a:ln w="0">
            <a:noFill/>
            <a:prstDash val="solid"/>
          </a:ln>
        </p:spPr>
      </p:sp>
      <p:sp>
        <p:nvSpPr>
          <p:cNvPr id="1679" name="a_full_bar_ellipse_1678">
            <a:extLst>
              <a:ext uri="{FF2B5EF4-FFF2-40B4-BE49-F238E27FC236}">
                <a16:creationId xmlns:a16="http://schemas.microsoft.com/office/drawing/2014/main" id="{06803B8C-EBD0-4BD3-86D2-43CCD7109208}"/>
              </a:ext>
            </a:extLst>
          </p:cNvPr>
          <p:cNvSpPr>
            <a:spLocks noGrp="1"/>
          </p:cNvSpPr>
          <p:nvPr/>
        </p:nvSpPr>
        <p:spPr>
          <a:xfrm>
            <a:off x="2086262" y="4073487"/>
            <a:ext cx="45341" cy="45341"/>
          </a:xfrm>
          <a:prstGeom prst="ellipse">
            <a:avLst/>
          </a:prstGeom>
          <a:solidFill>
            <a:srgbClr val="B08A60">
              <a:alpha val="40000"/>
            </a:srgbClr>
          </a:solidFill>
          <a:ln w="0">
            <a:noFill/>
            <a:prstDash val="solid"/>
          </a:ln>
        </p:spPr>
      </p:sp>
      <p:sp>
        <p:nvSpPr>
          <p:cNvPr id="1680" name="a_full_bar_ellipse_1679">
            <a:extLst>
              <a:ext uri="{FF2B5EF4-FFF2-40B4-BE49-F238E27FC236}">
                <a16:creationId xmlns:a16="http://schemas.microsoft.com/office/drawing/2014/main" id="{D40229D6-880C-40E5-9B9D-694F240E6E8A}"/>
              </a:ext>
            </a:extLst>
          </p:cNvPr>
          <p:cNvSpPr>
            <a:spLocks noGrp="1"/>
          </p:cNvSpPr>
          <p:nvPr/>
        </p:nvSpPr>
        <p:spPr>
          <a:xfrm>
            <a:off x="2157696" y="4452056"/>
            <a:ext cx="45341" cy="45341"/>
          </a:xfrm>
          <a:prstGeom prst="ellipse">
            <a:avLst/>
          </a:prstGeom>
          <a:solidFill>
            <a:srgbClr val="B08A60">
              <a:alpha val="40000"/>
            </a:srgbClr>
          </a:solidFill>
          <a:ln w="0">
            <a:noFill/>
            <a:prstDash val="solid"/>
          </a:ln>
        </p:spPr>
      </p:sp>
      <p:sp>
        <p:nvSpPr>
          <p:cNvPr id="1681" name="a_full_bar_ellipse_1680">
            <a:extLst>
              <a:ext uri="{FF2B5EF4-FFF2-40B4-BE49-F238E27FC236}">
                <a16:creationId xmlns:a16="http://schemas.microsoft.com/office/drawing/2014/main" id="{7F352303-D6F4-48ED-ACD2-8AAB8B4F558E}"/>
              </a:ext>
            </a:extLst>
          </p:cNvPr>
          <p:cNvSpPr>
            <a:spLocks noGrp="1"/>
          </p:cNvSpPr>
          <p:nvPr/>
        </p:nvSpPr>
        <p:spPr>
          <a:xfrm>
            <a:off x="2217325" y="2349193"/>
            <a:ext cx="45341" cy="45341"/>
          </a:xfrm>
          <a:prstGeom prst="ellipse">
            <a:avLst/>
          </a:prstGeom>
          <a:solidFill>
            <a:srgbClr val="B08A60">
              <a:alpha val="40000"/>
            </a:srgbClr>
          </a:solidFill>
          <a:ln w="0">
            <a:noFill/>
            <a:prstDash val="solid"/>
          </a:ln>
        </p:spPr>
      </p:sp>
      <p:sp>
        <p:nvSpPr>
          <p:cNvPr id="1682" name="a_full_bar_ellipse_1681">
            <a:extLst>
              <a:ext uri="{FF2B5EF4-FFF2-40B4-BE49-F238E27FC236}">
                <a16:creationId xmlns:a16="http://schemas.microsoft.com/office/drawing/2014/main" id="{81DB050C-C250-4C3E-B329-DAD0B72550A9}"/>
              </a:ext>
            </a:extLst>
          </p:cNvPr>
          <p:cNvSpPr>
            <a:spLocks noGrp="1"/>
          </p:cNvSpPr>
          <p:nvPr/>
        </p:nvSpPr>
        <p:spPr>
          <a:xfrm>
            <a:off x="2210467" y="4179963"/>
            <a:ext cx="45341" cy="45341"/>
          </a:xfrm>
          <a:prstGeom prst="ellipse">
            <a:avLst/>
          </a:prstGeom>
          <a:solidFill>
            <a:srgbClr val="B08A60">
              <a:alpha val="40000"/>
            </a:srgbClr>
          </a:solidFill>
          <a:ln w="0">
            <a:noFill/>
            <a:prstDash val="solid"/>
          </a:ln>
        </p:spPr>
      </p:sp>
      <p:sp>
        <p:nvSpPr>
          <p:cNvPr id="1683" name="a_full_bar_ellipse_1682">
            <a:extLst>
              <a:ext uri="{FF2B5EF4-FFF2-40B4-BE49-F238E27FC236}">
                <a16:creationId xmlns:a16="http://schemas.microsoft.com/office/drawing/2014/main" id="{D95F84A2-8617-4F98-948C-E4E21EE3EA87}"/>
              </a:ext>
            </a:extLst>
          </p:cNvPr>
          <p:cNvSpPr>
            <a:spLocks noGrp="1"/>
          </p:cNvSpPr>
          <p:nvPr/>
        </p:nvSpPr>
        <p:spPr>
          <a:xfrm>
            <a:off x="2128900" y="4121604"/>
            <a:ext cx="45341" cy="45341"/>
          </a:xfrm>
          <a:prstGeom prst="ellipse">
            <a:avLst/>
          </a:prstGeom>
          <a:solidFill>
            <a:srgbClr val="B08A60">
              <a:alpha val="40000"/>
            </a:srgbClr>
          </a:solidFill>
          <a:ln w="0">
            <a:noFill/>
            <a:prstDash val="solid"/>
          </a:ln>
        </p:spPr>
      </p:sp>
      <p:sp>
        <p:nvSpPr>
          <p:cNvPr id="1684" name="a_full_bar_ellipse_1683">
            <a:extLst>
              <a:ext uri="{FF2B5EF4-FFF2-40B4-BE49-F238E27FC236}">
                <a16:creationId xmlns:a16="http://schemas.microsoft.com/office/drawing/2014/main" id="{9116A15D-6713-4FD7-B608-0ABE31539E40}"/>
              </a:ext>
            </a:extLst>
          </p:cNvPr>
          <p:cNvSpPr>
            <a:spLocks noGrp="1"/>
          </p:cNvSpPr>
          <p:nvPr/>
        </p:nvSpPr>
        <p:spPr>
          <a:xfrm>
            <a:off x="2151799" y="4454805"/>
            <a:ext cx="45341" cy="45341"/>
          </a:xfrm>
          <a:prstGeom prst="ellipse">
            <a:avLst/>
          </a:prstGeom>
          <a:solidFill>
            <a:srgbClr val="B08A60">
              <a:alpha val="40000"/>
            </a:srgbClr>
          </a:solidFill>
          <a:ln w="0">
            <a:noFill/>
            <a:prstDash val="solid"/>
          </a:ln>
        </p:spPr>
      </p:sp>
      <p:sp>
        <p:nvSpPr>
          <p:cNvPr id="1685" name="a_full_bar_ellipse_1684">
            <a:extLst>
              <a:ext uri="{FF2B5EF4-FFF2-40B4-BE49-F238E27FC236}">
                <a16:creationId xmlns:a16="http://schemas.microsoft.com/office/drawing/2014/main" id="{1B465F43-DD50-4EAC-9F73-ED2FE637EDFE}"/>
              </a:ext>
            </a:extLst>
          </p:cNvPr>
          <p:cNvSpPr>
            <a:spLocks noGrp="1"/>
          </p:cNvSpPr>
          <p:nvPr/>
        </p:nvSpPr>
        <p:spPr>
          <a:xfrm>
            <a:off x="2221910" y="3908981"/>
            <a:ext cx="45341" cy="45341"/>
          </a:xfrm>
          <a:prstGeom prst="ellipse">
            <a:avLst/>
          </a:prstGeom>
          <a:solidFill>
            <a:srgbClr val="B08A60">
              <a:alpha val="40000"/>
            </a:srgbClr>
          </a:solidFill>
          <a:ln w="0">
            <a:noFill/>
            <a:prstDash val="solid"/>
          </a:ln>
        </p:spPr>
      </p:sp>
      <p:sp>
        <p:nvSpPr>
          <p:cNvPr id="1686" name="a_full_bar_ellipse_1685">
            <a:extLst>
              <a:ext uri="{FF2B5EF4-FFF2-40B4-BE49-F238E27FC236}">
                <a16:creationId xmlns:a16="http://schemas.microsoft.com/office/drawing/2014/main" id="{92C6F474-050A-4D2E-BA21-E9CEBC7E063E}"/>
              </a:ext>
            </a:extLst>
          </p:cNvPr>
          <p:cNvSpPr>
            <a:spLocks noGrp="1"/>
          </p:cNvSpPr>
          <p:nvPr/>
        </p:nvSpPr>
        <p:spPr>
          <a:xfrm>
            <a:off x="2150933" y="4457382"/>
            <a:ext cx="45341" cy="45341"/>
          </a:xfrm>
          <a:prstGeom prst="ellipse">
            <a:avLst/>
          </a:prstGeom>
          <a:solidFill>
            <a:srgbClr val="B08A60">
              <a:alpha val="40000"/>
            </a:srgbClr>
          </a:solidFill>
          <a:ln w="0">
            <a:noFill/>
            <a:prstDash val="solid"/>
          </a:ln>
        </p:spPr>
      </p:sp>
      <p:sp>
        <p:nvSpPr>
          <p:cNvPr id="1687" name="a_full_bar_ellipse_1686">
            <a:extLst>
              <a:ext uri="{FF2B5EF4-FFF2-40B4-BE49-F238E27FC236}">
                <a16:creationId xmlns:a16="http://schemas.microsoft.com/office/drawing/2014/main" id="{1F8F35D6-5206-453C-91E6-875720239931}"/>
              </a:ext>
            </a:extLst>
          </p:cNvPr>
          <p:cNvSpPr>
            <a:spLocks noGrp="1"/>
          </p:cNvSpPr>
          <p:nvPr/>
        </p:nvSpPr>
        <p:spPr>
          <a:xfrm>
            <a:off x="2251388" y="3750736"/>
            <a:ext cx="45341" cy="45341"/>
          </a:xfrm>
          <a:prstGeom prst="ellipse">
            <a:avLst/>
          </a:prstGeom>
          <a:solidFill>
            <a:srgbClr val="B08A60">
              <a:alpha val="40000"/>
            </a:srgbClr>
          </a:solidFill>
          <a:ln w="0">
            <a:noFill/>
            <a:prstDash val="solid"/>
          </a:ln>
        </p:spPr>
      </p:sp>
      <p:sp>
        <p:nvSpPr>
          <p:cNvPr id="1688" name="a_full_bar_ellipse_1687">
            <a:extLst>
              <a:ext uri="{FF2B5EF4-FFF2-40B4-BE49-F238E27FC236}">
                <a16:creationId xmlns:a16="http://schemas.microsoft.com/office/drawing/2014/main" id="{FBF7B632-DD8B-4157-B94B-6D649D60E833}"/>
              </a:ext>
            </a:extLst>
          </p:cNvPr>
          <p:cNvSpPr>
            <a:spLocks noGrp="1"/>
          </p:cNvSpPr>
          <p:nvPr/>
        </p:nvSpPr>
        <p:spPr>
          <a:xfrm>
            <a:off x="2112634" y="3299755"/>
            <a:ext cx="45341" cy="45341"/>
          </a:xfrm>
          <a:prstGeom prst="ellipse">
            <a:avLst/>
          </a:prstGeom>
          <a:solidFill>
            <a:srgbClr val="B08A60">
              <a:alpha val="40000"/>
            </a:srgbClr>
          </a:solidFill>
          <a:ln w="0">
            <a:noFill/>
            <a:prstDash val="solid"/>
          </a:ln>
        </p:spPr>
      </p:sp>
      <p:sp>
        <p:nvSpPr>
          <p:cNvPr id="1689" name="a_full_bar_ellipse_1688">
            <a:extLst>
              <a:ext uri="{FF2B5EF4-FFF2-40B4-BE49-F238E27FC236}">
                <a16:creationId xmlns:a16="http://schemas.microsoft.com/office/drawing/2014/main" id="{0DC4A3BE-D667-41CE-93F4-45B02B380131}"/>
              </a:ext>
            </a:extLst>
          </p:cNvPr>
          <p:cNvSpPr>
            <a:spLocks noGrp="1"/>
          </p:cNvSpPr>
          <p:nvPr/>
        </p:nvSpPr>
        <p:spPr>
          <a:xfrm>
            <a:off x="2243154" y="4457382"/>
            <a:ext cx="45341" cy="45341"/>
          </a:xfrm>
          <a:prstGeom prst="ellipse">
            <a:avLst/>
          </a:prstGeom>
          <a:solidFill>
            <a:srgbClr val="B08A60">
              <a:alpha val="40000"/>
            </a:srgbClr>
          </a:solidFill>
          <a:ln w="0">
            <a:noFill/>
            <a:prstDash val="solid"/>
          </a:ln>
        </p:spPr>
      </p:sp>
      <p:sp>
        <p:nvSpPr>
          <p:cNvPr id="1690" name="a_full_bar_ellipse_1689">
            <a:extLst>
              <a:ext uri="{FF2B5EF4-FFF2-40B4-BE49-F238E27FC236}">
                <a16:creationId xmlns:a16="http://schemas.microsoft.com/office/drawing/2014/main" id="{EB115D57-D4CF-4980-B987-DECAB4106D90}"/>
              </a:ext>
            </a:extLst>
          </p:cNvPr>
          <p:cNvSpPr>
            <a:spLocks noGrp="1"/>
          </p:cNvSpPr>
          <p:nvPr/>
        </p:nvSpPr>
        <p:spPr>
          <a:xfrm>
            <a:off x="2144305" y="3421211"/>
            <a:ext cx="45341" cy="45341"/>
          </a:xfrm>
          <a:prstGeom prst="ellipse">
            <a:avLst/>
          </a:prstGeom>
          <a:solidFill>
            <a:srgbClr val="B08A60">
              <a:alpha val="40000"/>
            </a:srgbClr>
          </a:solidFill>
          <a:ln w="0">
            <a:noFill/>
            <a:prstDash val="solid"/>
          </a:ln>
        </p:spPr>
      </p:sp>
      <p:sp>
        <p:nvSpPr>
          <p:cNvPr id="1691" name="a_full_bar_ellipse_1690">
            <a:extLst>
              <a:ext uri="{FF2B5EF4-FFF2-40B4-BE49-F238E27FC236}">
                <a16:creationId xmlns:a16="http://schemas.microsoft.com/office/drawing/2014/main" id="{D29C6425-9CF2-4219-B8A1-4AFC76A746EB}"/>
              </a:ext>
            </a:extLst>
          </p:cNvPr>
          <p:cNvSpPr>
            <a:spLocks noGrp="1"/>
          </p:cNvSpPr>
          <p:nvPr/>
        </p:nvSpPr>
        <p:spPr>
          <a:xfrm>
            <a:off x="2174514" y="2639832"/>
            <a:ext cx="45341" cy="45341"/>
          </a:xfrm>
          <a:prstGeom prst="ellipse">
            <a:avLst/>
          </a:prstGeom>
          <a:solidFill>
            <a:srgbClr val="B08A60">
              <a:alpha val="40000"/>
            </a:srgbClr>
          </a:solidFill>
          <a:ln w="0">
            <a:noFill/>
            <a:prstDash val="solid"/>
          </a:ln>
        </p:spPr>
      </p:sp>
      <p:sp>
        <p:nvSpPr>
          <p:cNvPr id="1692" name="a_full_bar_ellipse_1691">
            <a:extLst>
              <a:ext uri="{FF2B5EF4-FFF2-40B4-BE49-F238E27FC236}">
                <a16:creationId xmlns:a16="http://schemas.microsoft.com/office/drawing/2014/main" id="{36DC3D22-DAAF-4D82-9198-8DAF03AA27DE}"/>
              </a:ext>
            </a:extLst>
          </p:cNvPr>
          <p:cNvSpPr>
            <a:spLocks noGrp="1"/>
          </p:cNvSpPr>
          <p:nvPr/>
        </p:nvSpPr>
        <p:spPr>
          <a:xfrm>
            <a:off x="2096438" y="3442982"/>
            <a:ext cx="45341" cy="45341"/>
          </a:xfrm>
          <a:prstGeom prst="ellipse">
            <a:avLst/>
          </a:prstGeom>
          <a:solidFill>
            <a:srgbClr val="B08A60">
              <a:alpha val="40000"/>
            </a:srgbClr>
          </a:solidFill>
          <a:ln w="0">
            <a:noFill/>
            <a:prstDash val="solid"/>
          </a:ln>
        </p:spPr>
      </p:sp>
      <p:sp>
        <p:nvSpPr>
          <p:cNvPr id="1693" name="a_full_bar_ellipse_1692">
            <a:extLst>
              <a:ext uri="{FF2B5EF4-FFF2-40B4-BE49-F238E27FC236}">
                <a16:creationId xmlns:a16="http://schemas.microsoft.com/office/drawing/2014/main" id="{FBD19D36-F0EA-4D37-B7D2-3170DD158664}"/>
              </a:ext>
            </a:extLst>
          </p:cNvPr>
          <p:cNvSpPr>
            <a:spLocks noGrp="1"/>
          </p:cNvSpPr>
          <p:nvPr/>
        </p:nvSpPr>
        <p:spPr>
          <a:xfrm>
            <a:off x="2180104" y="4457382"/>
            <a:ext cx="45341" cy="45341"/>
          </a:xfrm>
          <a:prstGeom prst="ellipse">
            <a:avLst/>
          </a:prstGeom>
          <a:solidFill>
            <a:srgbClr val="B08A60">
              <a:alpha val="40000"/>
            </a:srgbClr>
          </a:solidFill>
          <a:ln w="0">
            <a:noFill/>
            <a:prstDash val="solid"/>
          </a:ln>
        </p:spPr>
      </p:sp>
      <p:sp>
        <p:nvSpPr>
          <p:cNvPr id="1694" name="a_full_bar_ellipse_1693">
            <a:extLst>
              <a:ext uri="{FF2B5EF4-FFF2-40B4-BE49-F238E27FC236}">
                <a16:creationId xmlns:a16="http://schemas.microsoft.com/office/drawing/2014/main" id="{D5DE8439-3282-4D18-9314-E5DF537E0D16}"/>
              </a:ext>
            </a:extLst>
          </p:cNvPr>
          <p:cNvSpPr>
            <a:spLocks noGrp="1"/>
          </p:cNvSpPr>
          <p:nvPr/>
        </p:nvSpPr>
        <p:spPr>
          <a:xfrm>
            <a:off x="2139576" y="3572010"/>
            <a:ext cx="45341" cy="45341"/>
          </a:xfrm>
          <a:prstGeom prst="ellipse">
            <a:avLst/>
          </a:prstGeom>
          <a:solidFill>
            <a:srgbClr val="B08A60">
              <a:alpha val="40000"/>
            </a:srgbClr>
          </a:solidFill>
          <a:ln w="0">
            <a:noFill/>
            <a:prstDash val="solid"/>
          </a:ln>
        </p:spPr>
      </p:sp>
      <p:sp>
        <p:nvSpPr>
          <p:cNvPr id="1695" name="a_full_bar_ellipse_1694">
            <a:extLst>
              <a:ext uri="{FF2B5EF4-FFF2-40B4-BE49-F238E27FC236}">
                <a16:creationId xmlns:a16="http://schemas.microsoft.com/office/drawing/2014/main" id="{FE342BBF-9893-4187-B712-BA84438F2099}"/>
              </a:ext>
            </a:extLst>
          </p:cNvPr>
          <p:cNvSpPr>
            <a:spLocks noGrp="1"/>
          </p:cNvSpPr>
          <p:nvPr/>
        </p:nvSpPr>
        <p:spPr>
          <a:xfrm>
            <a:off x="2174307" y="3628827"/>
            <a:ext cx="45341" cy="45341"/>
          </a:xfrm>
          <a:prstGeom prst="ellipse">
            <a:avLst/>
          </a:prstGeom>
          <a:solidFill>
            <a:srgbClr val="B08A60">
              <a:alpha val="40000"/>
            </a:srgbClr>
          </a:solidFill>
          <a:ln w="0">
            <a:noFill/>
            <a:prstDash val="solid"/>
          </a:ln>
        </p:spPr>
      </p:sp>
      <p:sp>
        <p:nvSpPr>
          <p:cNvPr id="1696" name="a_full_bar_ellipse_1695">
            <a:extLst>
              <a:ext uri="{FF2B5EF4-FFF2-40B4-BE49-F238E27FC236}">
                <a16:creationId xmlns:a16="http://schemas.microsoft.com/office/drawing/2014/main" id="{663C4880-6890-41C1-A52D-30941B041C09}"/>
              </a:ext>
            </a:extLst>
          </p:cNvPr>
          <p:cNvSpPr>
            <a:spLocks noGrp="1"/>
          </p:cNvSpPr>
          <p:nvPr/>
        </p:nvSpPr>
        <p:spPr>
          <a:xfrm>
            <a:off x="2191314" y="4195213"/>
            <a:ext cx="45341" cy="45341"/>
          </a:xfrm>
          <a:prstGeom prst="ellipse">
            <a:avLst/>
          </a:prstGeom>
          <a:solidFill>
            <a:srgbClr val="B08A60">
              <a:alpha val="40000"/>
            </a:srgbClr>
          </a:solidFill>
          <a:ln w="0">
            <a:noFill/>
            <a:prstDash val="solid"/>
          </a:ln>
        </p:spPr>
      </p:sp>
      <p:sp>
        <p:nvSpPr>
          <p:cNvPr id="1697" name="a_full_bar_ellipse_1696">
            <a:extLst>
              <a:ext uri="{FF2B5EF4-FFF2-40B4-BE49-F238E27FC236}">
                <a16:creationId xmlns:a16="http://schemas.microsoft.com/office/drawing/2014/main" id="{75278661-A24F-4457-A2E6-3766B5BCEA9C}"/>
              </a:ext>
            </a:extLst>
          </p:cNvPr>
          <p:cNvSpPr>
            <a:spLocks noGrp="1"/>
          </p:cNvSpPr>
          <p:nvPr/>
        </p:nvSpPr>
        <p:spPr>
          <a:xfrm>
            <a:off x="2256736" y="2996791"/>
            <a:ext cx="45341" cy="45341"/>
          </a:xfrm>
          <a:prstGeom prst="ellipse">
            <a:avLst/>
          </a:prstGeom>
          <a:solidFill>
            <a:srgbClr val="B08A60">
              <a:alpha val="40000"/>
            </a:srgbClr>
          </a:solidFill>
          <a:ln w="0">
            <a:noFill/>
            <a:prstDash val="solid"/>
          </a:ln>
        </p:spPr>
      </p:sp>
      <p:sp>
        <p:nvSpPr>
          <p:cNvPr id="1698" name="a_full_bar_ellipse_1697">
            <a:extLst>
              <a:ext uri="{FF2B5EF4-FFF2-40B4-BE49-F238E27FC236}">
                <a16:creationId xmlns:a16="http://schemas.microsoft.com/office/drawing/2014/main" id="{E046422D-C570-42C2-B688-5EC55A827747}"/>
              </a:ext>
            </a:extLst>
          </p:cNvPr>
          <p:cNvSpPr>
            <a:spLocks noGrp="1"/>
          </p:cNvSpPr>
          <p:nvPr/>
        </p:nvSpPr>
        <p:spPr>
          <a:xfrm>
            <a:off x="2155668" y="3713329"/>
            <a:ext cx="45341" cy="45341"/>
          </a:xfrm>
          <a:prstGeom prst="ellipse">
            <a:avLst/>
          </a:prstGeom>
          <a:solidFill>
            <a:srgbClr val="B08A60">
              <a:alpha val="40000"/>
            </a:srgbClr>
          </a:solidFill>
          <a:ln w="0">
            <a:noFill/>
            <a:prstDash val="solid"/>
          </a:ln>
        </p:spPr>
      </p:sp>
      <p:sp>
        <p:nvSpPr>
          <p:cNvPr id="1699" name="a_full_bar_ellipse_1698">
            <a:extLst>
              <a:ext uri="{FF2B5EF4-FFF2-40B4-BE49-F238E27FC236}">
                <a16:creationId xmlns:a16="http://schemas.microsoft.com/office/drawing/2014/main" id="{4F39336B-DB08-4910-A15D-BA460EBB8243}"/>
              </a:ext>
            </a:extLst>
          </p:cNvPr>
          <p:cNvSpPr>
            <a:spLocks noGrp="1"/>
          </p:cNvSpPr>
          <p:nvPr/>
        </p:nvSpPr>
        <p:spPr>
          <a:xfrm>
            <a:off x="2294637" y="2349567"/>
            <a:ext cx="45341" cy="45341"/>
          </a:xfrm>
          <a:prstGeom prst="ellipse">
            <a:avLst/>
          </a:prstGeom>
          <a:solidFill>
            <a:srgbClr val="B08A60">
              <a:alpha val="40000"/>
            </a:srgbClr>
          </a:solidFill>
          <a:ln w="0">
            <a:noFill/>
            <a:prstDash val="solid"/>
          </a:ln>
        </p:spPr>
      </p:sp>
      <p:sp>
        <p:nvSpPr>
          <p:cNvPr id="1700" name="a_full_bar_ellipse_1699">
            <a:extLst>
              <a:ext uri="{FF2B5EF4-FFF2-40B4-BE49-F238E27FC236}">
                <a16:creationId xmlns:a16="http://schemas.microsoft.com/office/drawing/2014/main" id="{74C827FD-EA1E-4782-A209-9344263BF8A5}"/>
              </a:ext>
            </a:extLst>
          </p:cNvPr>
          <p:cNvSpPr>
            <a:spLocks noGrp="1"/>
          </p:cNvSpPr>
          <p:nvPr/>
        </p:nvSpPr>
        <p:spPr>
          <a:xfrm>
            <a:off x="2139360" y="3096425"/>
            <a:ext cx="45341" cy="45341"/>
          </a:xfrm>
          <a:prstGeom prst="ellipse">
            <a:avLst/>
          </a:prstGeom>
          <a:solidFill>
            <a:srgbClr val="B08A60">
              <a:alpha val="40000"/>
            </a:srgbClr>
          </a:solidFill>
          <a:ln w="0">
            <a:noFill/>
            <a:prstDash val="solid"/>
          </a:ln>
        </p:spPr>
      </p:sp>
      <p:sp>
        <p:nvSpPr>
          <p:cNvPr id="1701" name="a_full_bar_ellipse_1700">
            <a:extLst>
              <a:ext uri="{FF2B5EF4-FFF2-40B4-BE49-F238E27FC236}">
                <a16:creationId xmlns:a16="http://schemas.microsoft.com/office/drawing/2014/main" id="{E289EDD0-D155-4018-9114-62028E06F775}"/>
              </a:ext>
            </a:extLst>
          </p:cNvPr>
          <p:cNvSpPr>
            <a:spLocks noGrp="1"/>
          </p:cNvSpPr>
          <p:nvPr/>
        </p:nvSpPr>
        <p:spPr>
          <a:xfrm>
            <a:off x="2087521" y="2723952"/>
            <a:ext cx="45341" cy="45341"/>
          </a:xfrm>
          <a:prstGeom prst="ellipse">
            <a:avLst/>
          </a:prstGeom>
          <a:solidFill>
            <a:srgbClr val="B08A60">
              <a:alpha val="40000"/>
            </a:srgbClr>
          </a:solidFill>
          <a:ln w="0">
            <a:noFill/>
            <a:prstDash val="solid"/>
          </a:ln>
        </p:spPr>
      </p:sp>
      <p:sp>
        <p:nvSpPr>
          <p:cNvPr id="1702" name="a_full_bar_ellipse_1701">
            <a:extLst>
              <a:ext uri="{FF2B5EF4-FFF2-40B4-BE49-F238E27FC236}">
                <a16:creationId xmlns:a16="http://schemas.microsoft.com/office/drawing/2014/main" id="{C9F82E37-8C1B-4D29-9C4D-EDA49895D85C}"/>
              </a:ext>
            </a:extLst>
          </p:cNvPr>
          <p:cNvSpPr>
            <a:spLocks noGrp="1"/>
          </p:cNvSpPr>
          <p:nvPr/>
        </p:nvSpPr>
        <p:spPr>
          <a:xfrm>
            <a:off x="2146933" y="2775096"/>
            <a:ext cx="45341" cy="45341"/>
          </a:xfrm>
          <a:prstGeom prst="ellipse">
            <a:avLst/>
          </a:prstGeom>
          <a:solidFill>
            <a:srgbClr val="B08A60">
              <a:alpha val="40000"/>
            </a:srgbClr>
          </a:solidFill>
          <a:ln w="0">
            <a:noFill/>
            <a:prstDash val="solid"/>
          </a:ln>
        </p:spPr>
      </p:sp>
      <p:sp>
        <p:nvSpPr>
          <p:cNvPr id="1703" name="a_full_bar_ellipse_1702">
            <a:extLst>
              <a:ext uri="{FF2B5EF4-FFF2-40B4-BE49-F238E27FC236}">
                <a16:creationId xmlns:a16="http://schemas.microsoft.com/office/drawing/2014/main" id="{B43A2C0E-57AE-47F3-8020-3E412AE62EB0}"/>
              </a:ext>
            </a:extLst>
          </p:cNvPr>
          <p:cNvSpPr>
            <a:spLocks noGrp="1"/>
          </p:cNvSpPr>
          <p:nvPr/>
        </p:nvSpPr>
        <p:spPr>
          <a:xfrm>
            <a:off x="2112447" y="4212546"/>
            <a:ext cx="45341" cy="45341"/>
          </a:xfrm>
          <a:prstGeom prst="ellipse">
            <a:avLst/>
          </a:prstGeom>
          <a:solidFill>
            <a:srgbClr val="B08A60">
              <a:alpha val="40000"/>
            </a:srgbClr>
          </a:solidFill>
          <a:ln w="0">
            <a:noFill/>
            <a:prstDash val="solid"/>
          </a:ln>
        </p:spPr>
      </p:sp>
      <p:sp>
        <p:nvSpPr>
          <p:cNvPr id="1704" name="a_full_bar_ellipse_1703">
            <a:extLst>
              <a:ext uri="{FF2B5EF4-FFF2-40B4-BE49-F238E27FC236}">
                <a16:creationId xmlns:a16="http://schemas.microsoft.com/office/drawing/2014/main" id="{117A0C2C-75F6-4B36-9119-27F0738A3B3F}"/>
              </a:ext>
            </a:extLst>
          </p:cNvPr>
          <p:cNvSpPr>
            <a:spLocks noGrp="1"/>
          </p:cNvSpPr>
          <p:nvPr/>
        </p:nvSpPr>
        <p:spPr>
          <a:xfrm>
            <a:off x="2221116" y="4311592"/>
            <a:ext cx="45341" cy="45341"/>
          </a:xfrm>
          <a:prstGeom prst="ellipse">
            <a:avLst/>
          </a:prstGeom>
          <a:solidFill>
            <a:srgbClr val="B08A60">
              <a:alpha val="40000"/>
            </a:srgbClr>
          </a:solidFill>
          <a:ln w="0">
            <a:noFill/>
            <a:prstDash val="solid"/>
          </a:ln>
        </p:spPr>
      </p:sp>
      <p:sp>
        <p:nvSpPr>
          <p:cNvPr id="1705" name="a_full_bar_ellipse_1704">
            <a:extLst>
              <a:ext uri="{FF2B5EF4-FFF2-40B4-BE49-F238E27FC236}">
                <a16:creationId xmlns:a16="http://schemas.microsoft.com/office/drawing/2014/main" id="{B04CCB15-157B-46E3-9147-BFD343973F8A}"/>
              </a:ext>
            </a:extLst>
          </p:cNvPr>
          <p:cNvSpPr>
            <a:spLocks noGrp="1"/>
          </p:cNvSpPr>
          <p:nvPr/>
        </p:nvSpPr>
        <p:spPr>
          <a:xfrm>
            <a:off x="2201143" y="4457382"/>
            <a:ext cx="45341" cy="45341"/>
          </a:xfrm>
          <a:prstGeom prst="ellipse">
            <a:avLst/>
          </a:prstGeom>
          <a:solidFill>
            <a:srgbClr val="B08A60">
              <a:alpha val="40000"/>
            </a:srgbClr>
          </a:solidFill>
          <a:ln w="0">
            <a:noFill/>
            <a:prstDash val="solid"/>
          </a:ln>
        </p:spPr>
      </p:sp>
      <p:sp>
        <p:nvSpPr>
          <p:cNvPr id="1706" name="a_full_bar_ellipse_1705">
            <a:extLst>
              <a:ext uri="{FF2B5EF4-FFF2-40B4-BE49-F238E27FC236}">
                <a16:creationId xmlns:a16="http://schemas.microsoft.com/office/drawing/2014/main" id="{F2C4D030-AD60-4BB4-A752-5403106CFE31}"/>
              </a:ext>
            </a:extLst>
          </p:cNvPr>
          <p:cNvSpPr>
            <a:spLocks noGrp="1"/>
          </p:cNvSpPr>
          <p:nvPr/>
        </p:nvSpPr>
        <p:spPr>
          <a:xfrm>
            <a:off x="2174112" y="4422557"/>
            <a:ext cx="45341" cy="45341"/>
          </a:xfrm>
          <a:prstGeom prst="ellipse">
            <a:avLst/>
          </a:prstGeom>
          <a:solidFill>
            <a:srgbClr val="B08A60">
              <a:alpha val="40000"/>
            </a:srgbClr>
          </a:solidFill>
          <a:ln w="0">
            <a:noFill/>
            <a:prstDash val="solid"/>
          </a:ln>
        </p:spPr>
      </p:sp>
      <p:sp>
        <p:nvSpPr>
          <p:cNvPr id="1707" name="a_full_bar_ellipse_1706">
            <a:extLst>
              <a:ext uri="{FF2B5EF4-FFF2-40B4-BE49-F238E27FC236}">
                <a16:creationId xmlns:a16="http://schemas.microsoft.com/office/drawing/2014/main" id="{B36764A7-7DDD-4FBE-B4F8-48D54C57C003}"/>
              </a:ext>
            </a:extLst>
          </p:cNvPr>
          <p:cNvSpPr>
            <a:spLocks noGrp="1"/>
          </p:cNvSpPr>
          <p:nvPr/>
        </p:nvSpPr>
        <p:spPr>
          <a:xfrm>
            <a:off x="2217399" y="4457382"/>
            <a:ext cx="45341" cy="45341"/>
          </a:xfrm>
          <a:prstGeom prst="ellipse">
            <a:avLst/>
          </a:prstGeom>
          <a:solidFill>
            <a:srgbClr val="B08A60">
              <a:alpha val="40000"/>
            </a:srgbClr>
          </a:solidFill>
          <a:ln w="0">
            <a:noFill/>
            <a:prstDash val="solid"/>
          </a:ln>
        </p:spPr>
      </p:sp>
      <p:sp>
        <p:nvSpPr>
          <p:cNvPr id="1708" name="a_full_bar_ellipse_1707">
            <a:extLst>
              <a:ext uri="{FF2B5EF4-FFF2-40B4-BE49-F238E27FC236}">
                <a16:creationId xmlns:a16="http://schemas.microsoft.com/office/drawing/2014/main" id="{D2EC158C-DF50-46FB-9909-9378DE690603}"/>
              </a:ext>
            </a:extLst>
          </p:cNvPr>
          <p:cNvSpPr>
            <a:spLocks noGrp="1"/>
          </p:cNvSpPr>
          <p:nvPr/>
        </p:nvSpPr>
        <p:spPr>
          <a:xfrm>
            <a:off x="2182012" y="4091460"/>
            <a:ext cx="45341" cy="45341"/>
          </a:xfrm>
          <a:prstGeom prst="ellipse">
            <a:avLst/>
          </a:prstGeom>
          <a:solidFill>
            <a:srgbClr val="B08A60">
              <a:alpha val="40000"/>
            </a:srgbClr>
          </a:solidFill>
          <a:ln w="0">
            <a:noFill/>
            <a:prstDash val="solid"/>
          </a:ln>
        </p:spPr>
      </p:sp>
      <p:sp>
        <p:nvSpPr>
          <p:cNvPr id="1709" name="a_full_bar_ellipse_1708">
            <a:extLst>
              <a:ext uri="{FF2B5EF4-FFF2-40B4-BE49-F238E27FC236}">
                <a16:creationId xmlns:a16="http://schemas.microsoft.com/office/drawing/2014/main" id="{ABE8CA87-51A0-491F-85EB-D5B2C05E503B}"/>
              </a:ext>
            </a:extLst>
          </p:cNvPr>
          <p:cNvSpPr>
            <a:spLocks noGrp="1"/>
          </p:cNvSpPr>
          <p:nvPr/>
        </p:nvSpPr>
        <p:spPr>
          <a:xfrm>
            <a:off x="2168392" y="4457382"/>
            <a:ext cx="45341" cy="45341"/>
          </a:xfrm>
          <a:prstGeom prst="ellipse">
            <a:avLst/>
          </a:prstGeom>
          <a:solidFill>
            <a:srgbClr val="B08A60">
              <a:alpha val="40000"/>
            </a:srgbClr>
          </a:solidFill>
          <a:ln w="0">
            <a:noFill/>
            <a:prstDash val="solid"/>
          </a:ln>
        </p:spPr>
      </p:sp>
      <p:sp>
        <p:nvSpPr>
          <p:cNvPr id="1710" name="a_full_bar_ellipse_1709">
            <a:extLst>
              <a:ext uri="{FF2B5EF4-FFF2-40B4-BE49-F238E27FC236}">
                <a16:creationId xmlns:a16="http://schemas.microsoft.com/office/drawing/2014/main" id="{9793E701-DBB2-42A9-868C-CEB863A1882E}"/>
              </a:ext>
            </a:extLst>
          </p:cNvPr>
          <p:cNvSpPr>
            <a:spLocks noGrp="1"/>
          </p:cNvSpPr>
          <p:nvPr/>
        </p:nvSpPr>
        <p:spPr>
          <a:xfrm>
            <a:off x="2117303" y="3087535"/>
            <a:ext cx="45341" cy="45341"/>
          </a:xfrm>
          <a:prstGeom prst="ellipse">
            <a:avLst/>
          </a:prstGeom>
          <a:solidFill>
            <a:srgbClr val="B08A60">
              <a:alpha val="40000"/>
            </a:srgbClr>
          </a:solidFill>
          <a:ln w="0">
            <a:noFill/>
            <a:prstDash val="solid"/>
          </a:ln>
        </p:spPr>
      </p:sp>
      <p:sp>
        <p:nvSpPr>
          <p:cNvPr id="1711" name="a_full_bar_ellipse_1710">
            <a:extLst>
              <a:ext uri="{FF2B5EF4-FFF2-40B4-BE49-F238E27FC236}">
                <a16:creationId xmlns:a16="http://schemas.microsoft.com/office/drawing/2014/main" id="{B6A6D62D-9DA7-42ED-B1D1-88205A2A41DD}"/>
              </a:ext>
            </a:extLst>
          </p:cNvPr>
          <p:cNvSpPr>
            <a:spLocks noGrp="1"/>
          </p:cNvSpPr>
          <p:nvPr/>
        </p:nvSpPr>
        <p:spPr>
          <a:xfrm>
            <a:off x="2150831" y="3989101"/>
            <a:ext cx="45341" cy="45341"/>
          </a:xfrm>
          <a:prstGeom prst="ellipse">
            <a:avLst/>
          </a:prstGeom>
          <a:solidFill>
            <a:srgbClr val="B08A60">
              <a:alpha val="40000"/>
            </a:srgbClr>
          </a:solidFill>
          <a:ln w="0">
            <a:noFill/>
            <a:prstDash val="solid"/>
          </a:ln>
        </p:spPr>
      </p:sp>
      <p:sp>
        <p:nvSpPr>
          <p:cNvPr id="1712" name="a_full_bar_ellipse_1711">
            <a:extLst>
              <a:ext uri="{FF2B5EF4-FFF2-40B4-BE49-F238E27FC236}">
                <a16:creationId xmlns:a16="http://schemas.microsoft.com/office/drawing/2014/main" id="{69A20BCA-D5D0-4F32-84E8-2B2951983D13}"/>
              </a:ext>
            </a:extLst>
          </p:cNvPr>
          <p:cNvSpPr>
            <a:spLocks noGrp="1"/>
          </p:cNvSpPr>
          <p:nvPr/>
        </p:nvSpPr>
        <p:spPr>
          <a:xfrm>
            <a:off x="2128081" y="2405660"/>
            <a:ext cx="45341" cy="45341"/>
          </a:xfrm>
          <a:prstGeom prst="ellipse">
            <a:avLst/>
          </a:prstGeom>
          <a:solidFill>
            <a:srgbClr val="B08A60">
              <a:alpha val="40000"/>
            </a:srgbClr>
          </a:solidFill>
          <a:ln w="0">
            <a:noFill/>
            <a:prstDash val="solid"/>
          </a:ln>
        </p:spPr>
      </p:sp>
      <p:sp>
        <p:nvSpPr>
          <p:cNvPr id="1713" name="a_full_bar_ellipse_1712">
            <a:extLst>
              <a:ext uri="{FF2B5EF4-FFF2-40B4-BE49-F238E27FC236}">
                <a16:creationId xmlns:a16="http://schemas.microsoft.com/office/drawing/2014/main" id="{67A6138E-DB6A-4498-AE78-40EF1654F5C5}"/>
              </a:ext>
            </a:extLst>
          </p:cNvPr>
          <p:cNvSpPr>
            <a:spLocks noGrp="1"/>
          </p:cNvSpPr>
          <p:nvPr/>
        </p:nvSpPr>
        <p:spPr>
          <a:xfrm>
            <a:off x="2176465" y="3042195"/>
            <a:ext cx="45341" cy="45341"/>
          </a:xfrm>
          <a:prstGeom prst="ellipse">
            <a:avLst/>
          </a:prstGeom>
          <a:solidFill>
            <a:srgbClr val="B08A60">
              <a:alpha val="40000"/>
            </a:srgbClr>
          </a:solidFill>
          <a:ln w="0">
            <a:noFill/>
            <a:prstDash val="solid"/>
          </a:ln>
        </p:spPr>
      </p:sp>
      <p:sp>
        <p:nvSpPr>
          <p:cNvPr id="1714" name="a_full_bar_ellipse_1713">
            <a:extLst>
              <a:ext uri="{FF2B5EF4-FFF2-40B4-BE49-F238E27FC236}">
                <a16:creationId xmlns:a16="http://schemas.microsoft.com/office/drawing/2014/main" id="{96AABBA2-3441-4632-BC72-157A4FBFEB0C}"/>
              </a:ext>
            </a:extLst>
          </p:cNvPr>
          <p:cNvSpPr>
            <a:spLocks noGrp="1"/>
          </p:cNvSpPr>
          <p:nvPr/>
        </p:nvSpPr>
        <p:spPr>
          <a:xfrm>
            <a:off x="2214542" y="3863009"/>
            <a:ext cx="45341" cy="45341"/>
          </a:xfrm>
          <a:prstGeom prst="ellipse">
            <a:avLst/>
          </a:prstGeom>
          <a:solidFill>
            <a:srgbClr val="B08A60">
              <a:alpha val="40000"/>
            </a:srgbClr>
          </a:solidFill>
          <a:ln w="0">
            <a:noFill/>
            <a:prstDash val="solid"/>
          </a:ln>
        </p:spPr>
      </p:sp>
      <p:sp>
        <p:nvSpPr>
          <p:cNvPr id="1715" name="a_full_bar_ellipse_1714">
            <a:extLst>
              <a:ext uri="{FF2B5EF4-FFF2-40B4-BE49-F238E27FC236}">
                <a16:creationId xmlns:a16="http://schemas.microsoft.com/office/drawing/2014/main" id="{FBA620C5-6688-4DCB-8BE6-F3AB6462A0E5}"/>
              </a:ext>
            </a:extLst>
          </p:cNvPr>
          <p:cNvSpPr>
            <a:spLocks noGrp="1"/>
          </p:cNvSpPr>
          <p:nvPr/>
        </p:nvSpPr>
        <p:spPr>
          <a:xfrm>
            <a:off x="2138571" y="4455047"/>
            <a:ext cx="45341" cy="45341"/>
          </a:xfrm>
          <a:prstGeom prst="ellipse">
            <a:avLst/>
          </a:prstGeom>
          <a:solidFill>
            <a:srgbClr val="B08A60">
              <a:alpha val="40000"/>
            </a:srgbClr>
          </a:solidFill>
          <a:ln w="0">
            <a:noFill/>
            <a:prstDash val="solid"/>
          </a:ln>
        </p:spPr>
      </p:sp>
      <p:sp>
        <p:nvSpPr>
          <p:cNvPr id="1716" name="a_full_bar_ellipse_1715">
            <a:extLst>
              <a:ext uri="{FF2B5EF4-FFF2-40B4-BE49-F238E27FC236}">
                <a16:creationId xmlns:a16="http://schemas.microsoft.com/office/drawing/2014/main" id="{820EF371-E381-4299-AD25-EEBE8E33B9D5}"/>
              </a:ext>
            </a:extLst>
          </p:cNvPr>
          <p:cNvSpPr>
            <a:spLocks noGrp="1"/>
          </p:cNvSpPr>
          <p:nvPr/>
        </p:nvSpPr>
        <p:spPr>
          <a:xfrm>
            <a:off x="2279650" y="3940556"/>
            <a:ext cx="45341" cy="45341"/>
          </a:xfrm>
          <a:prstGeom prst="ellipse">
            <a:avLst/>
          </a:prstGeom>
          <a:solidFill>
            <a:srgbClr val="B08A60">
              <a:alpha val="40000"/>
            </a:srgbClr>
          </a:solidFill>
          <a:ln w="0">
            <a:noFill/>
            <a:prstDash val="solid"/>
          </a:ln>
        </p:spPr>
      </p:sp>
      <p:sp>
        <p:nvSpPr>
          <p:cNvPr id="1717" name="a_full_bar_ellipse_1716">
            <a:extLst>
              <a:ext uri="{FF2B5EF4-FFF2-40B4-BE49-F238E27FC236}">
                <a16:creationId xmlns:a16="http://schemas.microsoft.com/office/drawing/2014/main" id="{F8BA3445-6364-40AF-8328-DCE89BFED7D6}"/>
              </a:ext>
            </a:extLst>
          </p:cNvPr>
          <p:cNvSpPr>
            <a:spLocks noGrp="1"/>
          </p:cNvSpPr>
          <p:nvPr/>
        </p:nvSpPr>
        <p:spPr>
          <a:xfrm>
            <a:off x="2113271" y="3727770"/>
            <a:ext cx="45341" cy="45341"/>
          </a:xfrm>
          <a:prstGeom prst="ellipse">
            <a:avLst/>
          </a:prstGeom>
          <a:solidFill>
            <a:srgbClr val="B08A60">
              <a:alpha val="40000"/>
            </a:srgbClr>
          </a:solidFill>
          <a:ln w="0">
            <a:noFill/>
            <a:prstDash val="solid"/>
          </a:ln>
        </p:spPr>
      </p:sp>
      <p:sp>
        <p:nvSpPr>
          <p:cNvPr id="1718" name="a_full_bar_ellipse_1717">
            <a:extLst>
              <a:ext uri="{FF2B5EF4-FFF2-40B4-BE49-F238E27FC236}">
                <a16:creationId xmlns:a16="http://schemas.microsoft.com/office/drawing/2014/main" id="{06F37B12-B9BC-4F0E-9676-2469C75C4FF0}"/>
              </a:ext>
            </a:extLst>
          </p:cNvPr>
          <p:cNvSpPr>
            <a:spLocks noGrp="1"/>
          </p:cNvSpPr>
          <p:nvPr/>
        </p:nvSpPr>
        <p:spPr>
          <a:xfrm>
            <a:off x="2292717" y="4457382"/>
            <a:ext cx="45341" cy="45341"/>
          </a:xfrm>
          <a:prstGeom prst="ellipse">
            <a:avLst/>
          </a:prstGeom>
          <a:solidFill>
            <a:srgbClr val="B08A60">
              <a:alpha val="40000"/>
            </a:srgbClr>
          </a:solidFill>
          <a:ln w="0">
            <a:noFill/>
            <a:prstDash val="solid"/>
          </a:ln>
        </p:spPr>
      </p:sp>
      <p:sp>
        <p:nvSpPr>
          <p:cNvPr id="1719" name="a_full_bar_ellipse_1718">
            <a:extLst>
              <a:ext uri="{FF2B5EF4-FFF2-40B4-BE49-F238E27FC236}">
                <a16:creationId xmlns:a16="http://schemas.microsoft.com/office/drawing/2014/main" id="{70BA6045-F345-4206-8F20-EA2D3F5012DC}"/>
              </a:ext>
            </a:extLst>
          </p:cNvPr>
          <p:cNvSpPr>
            <a:spLocks noGrp="1"/>
          </p:cNvSpPr>
          <p:nvPr/>
        </p:nvSpPr>
        <p:spPr>
          <a:xfrm>
            <a:off x="2130199" y="2398800"/>
            <a:ext cx="45341" cy="45341"/>
          </a:xfrm>
          <a:prstGeom prst="ellipse">
            <a:avLst/>
          </a:prstGeom>
          <a:solidFill>
            <a:srgbClr val="B08A60">
              <a:alpha val="40000"/>
            </a:srgbClr>
          </a:solidFill>
          <a:ln w="0">
            <a:noFill/>
            <a:prstDash val="solid"/>
          </a:ln>
        </p:spPr>
      </p:sp>
      <p:sp>
        <p:nvSpPr>
          <p:cNvPr id="1720" name="a_full_bar_ellipse_1719">
            <a:extLst>
              <a:ext uri="{FF2B5EF4-FFF2-40B4-BE49-F238E27FC236}">
                <a16:creationId xmlns:a16="http://schemas.microsoft.com/office/drawing/2014/main" id="{7BDB3E8A-35FD-4FBC-8039-EBBF24CA46A3}"/>
              </a:ext>
            </a:extLst>
          </p:cNvPr>
          <p:cNvSpPr>
            <a:spLocks noGrp="1"/>
          </p:cNvSpPr>
          <p:nvPr/>
        </p:nvSpPr>
        <p:spPr>
          <a:xfrm>
            <a:off x="2268472" y="3577005"/>
            <a:ext cx="45341" cy="45341"/>
          </a:xfrm>
          <a:prstGeom prst="ellipse">
            <a:avLst/>
          </a:prstGeom>
          <a:solidFill>
            <a:srgbClr val="B08A60">
              <a:alpha val="40000"/>
            </a:srgbClr>
          </a:solidFill>
          <a:ln w="0">
            <a:noFill/>
            <a:prstDash val="solid"/>
          </a:ln>
        </p:spPr>
      </p:sp>
      <p:sp>
        <p:nvSpPr>
          <p:cNvPr id="1721" name="a_full_bar_ellipse_1720">
            <a:extLst>
              <a:ext uri="{FF2B5EF4-FFF2-40B4-BE49-F238E27FC236}">
                <a16:creationId xmlns:a16="http://schemas.microsoft.com/office/drawing/2014/main" id="{0B9CA116-66A3-4A9F-9F89-B2D8DBF6BBCB}"/>
              </a:ext>
            </a:extLst>
          </p:cNvPr>
          <p:cNvSpPr>
            <a:spLocks noGrp="1"/>
          </p:cNvSpPr>
          <p:nvPr/>
        </p:nvSpPr>
        <p:spPr>
          <a:xfrm>
            <a:off x="2175763" y="3843519"/>
            <a:ext cx="45341" cy="45341"/>
          </a:xfrm>
          <a:prstGeom prst="ellipse">
            <a:avLst/>
          </a:prstGeom>
          <a:solidFill>
            <a:srgbClr val="B08A60">
              <a:alpha val="40000"/>
            </a:srgbClr>
          </a:solidFill>
          <a:ln w="0">
            <a:noFill/>
            <a:prstDash val="solid"/>
          </a:ln>
        </p:spPr>
      </p:sp>
      <p:sp>
        <p:nvSpPr>
          <p:cNvPr id="1722" name="a_full_bar_ellipse_1721">
            <a:extLst>
              <a:ext uri="{FF2B5EF4-FFF2-40B4-BE49-F238E27FC236}">
                <a16:creationId xmlns:a16="http://schemas.microsoft.com/office/drawing/2014/main" id="{B4EADAAE-A437-4F62-9699-1CB658868643}"/>
              </a:ext>
            </a:extLst>
          </p:cNvPr>
          <p:cNvSpPr>
            <a:spLocks noGrp="1"/>
          </p:cNvSpPr>
          <p:nvPr/>
        </p:nvSpPr>
        <p:spPr>
          <a:xfrm>
            <a:off x="2203530" y="2456751"/>
            <a:ext cx="45341" cy="45341"/>
          </a:xfrm>
          <a:prstGeom prst="ellipse">
            <a:avLst/>
          </a:prstGeom>
          <a:solidFill>
            <a:srgbClr val="B08A60">
              <a:alpha val="40000"/>
            </a:srgbClr>
          </a:solidFill>
          <a:ln w="0">
            <a:noFill/>
            <a:prstDash val="solid"/>
          </a:ln>
        </p:spPr>
      </p:sp>
      <p:sp>
        <p:nvSpPr>
          <p:cNvPr id="1723" name="a_full_bar_ellipse_1722">
            <a:extLst>
              <a:ext uri="{FF2B5EF4-FFF2-40B4-BE49-F238E27FC236}">
                <a16:creationId xmlns:a16="http://schemas.microsoft.com/office/drawing/2014/main" id="{61519BEF-E81D-4152-9DDF-66C770F2BA01}"/>
              </a:ext>
            </a:extLst>
          </p:cNvPr>
          <p:cNvSpPr>
            <a:spLocks noGrp="1"/>
          </p:cNvSpPr>
          <p:nvPr/>
        </p:nvSpPr>
        <p:spPr>
          <a:xfrm>
            <a:off x="2092200" y="3070623"/>
            <a:ext cx="45341" cy="45341"/>
          </a:xfrm>
          <a:prstGeom prst="ellipse">
            <a:avLst/>
          </a:prstGeom>
          <a:solidFill>
            <a:srgbClr val="B08A60">
              <a:alpha val="40000"/>
            </a:srgbClr>
          </a:solidFill>
          <a:ln w="0">
            <a:noFill/>
            <a:prstDash val="solid"/>
          </a:ln>
        </p:spPr>
      </p:sp>
      <p:sp>
        <p:nvSpPr>
          <p:cNvPr id="1724" name="a_full_bar_ellipse_1723">
            <a:extLst>
              <a:ext uri="{FF2B5EF4-FFF2-40B4-BE49-F238E27FC236}">
                <a16:creationId xmlns:a16="http://schemas.microsoft.com/office/drawing/2014/main" id="{5DA117E9-4BDD-416E-91A2-A828A0CFDDD6}"/>
              </a:ext>
            </a:extLst>
          </p:cNvPr>
          <p:cNvSpPr>
            <a:spLocks noGrp="1"/>
          </p:cNvSpPr>
          <p:nvPr/>
        </p:nvSpPr>
        <p:spPr>
          <a:xfrm>
            <a:off x="2268455" y="2689138"/>
            <a:ext cx="45341" cy="45341"/>
          </a:xfrm>
          <a:prstGeom prst="ellipse">
            <a:avLst/>
          </a:prstGeom>
          <a:solidFill>
            <a:srgbClr val="B08A60">
              <a:alpha val="40000"/>
            </a:srgbClr>
          </a:solidFill>
          <a:ln w="0">
            <a:noFill/>
            <a:prstDash val="solid"/>
          </a:ln>
        </p:spPr>
      </p:sp>
      <p:sp>
        <p:nvSpPr>
          <p:cNvPr id="1725" name="a_full_bar_ellipse_1724">
            <a:extLst>
              <a:ext uri="{FF2B5EF4-FFF2-40B4-BE49-F238E27FC236}">
                <a16:creationId xmlns:a16="http://schemas.microsoft.com/office/drawing/2014/main" id="{C33C95C2-0891-4797-9D91-2ADAC243157F}"/>
              </a:ext>
            </a:extLst>
          </p:cNvPr>
          <p:cNvSpPr>
            <a:spLocks noGrp="1"/>
          </p:cNvSpPr>
          <p:nvPr/>
        </p:nvSpPr>
        <p:spPr>
          <a:xfrm>
            <a:off x="2111647" y="2843292"/>
            <a:ext cx="45341" cy="45341"/>
          </a:xfrm>
          <a:prstGeom prst="ellipse">
            <a:avLst/>
          </a:prstGeom>
          <a:solidFill>
            <a:srgbClr val="B08A60">
              <a:alpha val="40000"/>
            </a:srgbClr>
          </a:solidFill>
          <a:ln w="0">
            <a:noFill/>
            <a:prstDash val="solid"/>
          </a:ln>
        </p:spPr>
      </p:sp>
      <p:sp>
        <p:nvSpPr>
          <p:cNvPr id="1726" name="a_full_bar_ellipse_1725">
            <a:extLst>
              <a:ext uri="{FF2B5EF4-FFF2-40B4-BE49-F238E27FC236}">
                <a16:creationId xmlns:a16="http://schemas.microsoft.com/office/drawing/2014/main" id="{3EF479F6-B774-4FD8-8FE7-DD33C5730153}"/>
              </a:ext>
            </a:extLst>
          </p:cNvPr>
          <p:cNvSpPr>
            <a:spLocks noGrp="1"/>
          </p:cNvSpPr>
          <p:nvPr/>
        </p:nvSpPr>
        <p:spPr>
          <a:xfrm>
            <a:off x="2156733" y="2310477"/>
            <a:ext cx="45341" cy="45341"/>
          </a:xfrm>
          <a:prstGeom prst="ellipse">
            <a:avLst/>
          </a:prstGeom>
          <a:solidFill>
            <a:srgbClr val="B08A60">
              <a:alpha val="40000"/>
            </a:srgbClr>
          </a:solidFill>
          <a:ln w="0">
            <a:noFill/>
            <a:prstDash val="solid"/>
          </a:ln>
        </p:spPr>
      </p:sp>
      <p:sp>
        <p:nvSpPr>
          <p:cNvPr id="1727" name="a_full_bar_ellipse_1726">
            <a:extLst>
              <a:ext uri="{FF2B5EF4-FFF2-40B4-BE49-F238E27FC236}">
                <a16:creationId xmlns:a16="http://schemas.microsoft.com/office/drawing/2014/main" id="{496E2A7E-8EEE-4A25-BEE5-076E067C017C}"/>
              </a:ext>
            </a:extLst>
          </p:cNvPr>
          <p:cNvSpPr>
            <a:spLocks noGrp="1"/>
          </p:cNvSpPr>
          <p:nvPr/>
        </p:nvSpPr>
        <p:spPr>
          <a:xfrm>
            <a:off x="2110363" y="3899595"/>
            <a:ext cx="45341" cy="45341"/>
          </a:xfrm>
          <a:prstGeom prst="ellipse">
            <a:avLst/>
          </a:prstGeom>
          <a:solidFill>
            <a:srgbClr val="B08A60">
              <a:alpha val="40000"/>
            </a:srgbClr>
          </a:solidFill>
          <a:ln w="0">
            <a:noFill/>
            <a:prstDash val="solid"/>
          </a:ln>
        </p:spPr>
      </p:sp>
      <p:sp>
        <p:nvSpPr>
          <p:cNvPr id="1728" name="a_full_bar_ellipse_1727">
            <a:extLst>
              <a:ext uri="{FF2B5EF4-FFF2-40B4-BE49-F238E27FC236}">
                <a16:creationId xmlns:a16="http://schemas.microsoft.com/office/drawing/2014/main" id="{DD8DFDFB-E3F7-467F-A03D-471124D882B0}"/>
              </a:ext>
            </a:extLst>
          </p:cNvPr>
          <p:cNvSpPr>
            <a:spLocks noGrp="1"/>
          </p:cNvSpPr>
          <p:nvPr/>
        </p:nvSpPr>
        <p:spPr>
          <a:xfrm>
            <a:off x="2288379" y="4457382"/>
            <a:ext cx="45341" cy="45341"/>
          </a:xfrm>
          <a:prstGeom prst="ellipse">
            <a:avLst/>
          </a:prstGeom>
          <a:solidFill>
            <a:srgbClr val="B08A60">
              <a:alpha val="40000"/>
            </a:srgbClr>
          </a:solidFill>
          <a:ln w="0">
            <a:noFill/>
            <a:prstDash val="solid"/>
          </a:ln>
        </p:spPr>
      </p:sp>
      <p:sp>
        <p:nvSpPr>
          <p:cNvPr id="1729" name="a_full_bar_ellipse_1728">
            <a:extLst>
              <a:ext uri="{FF2B5EF4-FFF2-40B4-BE49-F238E27FC236}">
                <a16:creationId xmlns:a16="http://schemas.microsoft.com/office/drawing/2014/main" id="{8DE119FA-485C-4821-856E-562583AF2012}"/>
              </a:ext>
            </a:extLst>
          </p:cNvPr>
          <p:cNvSpPr>
            <a:spLocks noGrp="1"/>
          </p:cNvSpPr>
          <p:nvPr/>
        </p:nvSpPr>
        <p:spPr>
          <a:xfrm>
            <a:off x="2176987" y="2709352"/>
            <a:ext cx="45341" cy="45341"/>
          </a:xfrm>
          <a:prstGeom prst="ellipse">
            <a:avLst/>
          </a:prstGeom>
          <a:solidFill>
            <a:srgbClr val="B08A60">
              <a:alpha val="40000"/>
            </a:srgbClr>
          </a:solidFill>
          <a:ln w="0">
            <a:noFill/>
            <a:prstDash val="solid"/>
          </a:ln>
        </p:spPr>
      </p:sp>
      <p:sp>
        <p:nvSpPr>
          <p:cNvPr id="1730" name="a_full_bar_ellipse_1729">
            <a:extLst>
              <a:ext uri="{FF2B5EF4-FFF2-40B4-BE49-F238E27FC236}">
                <a16:creationId xmlns:a16="http://schemas.microsoft.com/office/drawing/2014/main" id="{AF05F311-E620-4A52-B8B0-800BD422D508}"/>
              </a:ext>
            </a:extLst>
          </p:cNvPr>
          <p:cNvSpPr>
            <a:spLocks noGrp="1"/>
          </p:cNvSpPr>
          <p:nvPr/>
        </p:nvSpPr>
        <p:spPr>
          <a:xfrm>
            <a:off x="2208357" y="4457382"/>
            <a:ext cx="45341" cy="45341"/>
          </a:xfrm>
          <a:prstGeom prst="ellipse">
            <a:avLst/>
          </a:prstGeom>
          <a:solidFill>
            <a:srgbClr val="B08A60">
              <a:alpha val="40000"/>
            </a:srgbClr>
          </a:solidFill>
          <a:ln w="0">
            <a:noFill/>
            <a:prstDash val="solid"/>
          </a:ln>
        </p:spPr>
      </p:sp>
      <p:sp>
        <p:nvSpPr>
          <p:cNvPr id="1731" name="a_full_bar_ellipse_1730">
            <a:extLst>
              <a:ext uri="{FF2B5EF4-FFF2-40B4-BE49-F238E27FC236}">
                <a16:creationId xmlns:a16="http://schemas.microsoft.com/office/drawing/2014/main" id="{3871D4FF-0263-4E66-AC0A-62EBED6A0781}"/>
              </a:ext>
            </a:extLst>
          </p:cNvPr>
          <p:cNvSpPr>
            <a:spLocks noGrp="1"/>
          </p:cNvSpPr>
          <p:nvPr/>
        </p:nvSpPr>
        <p:spPr>
          <a:xfrm>
            <a:off x="2091410" y="2851753"/>
            <a:ext cx="45341" cy="45341"/>
          </a:xfrm>
          <a:prstGeom prst="ellipse">
            <a:avLst/>
          </a:prstGeom>
          <a:solidFill>
            <a:srgbClr val="B08A60">
              <a:alpha val="40000"/>
            </a:srgbClr>
          </a:solidFill>
          <a:ln w="0">
            <a:noFill/>
            <a:prstDash val="solid"/>
          </a:ln>
        </p:spPr>
      </p:sp>
      <p:sp>
        <p:nvSpPr>
          <p:cNvPr id="1732" name="a_full_bar_ellipse_1731">
            <a:extLst>
              <a:ext uri="{FF2B5EF4-FFF2-40B4-BE49-F238E27FC236}">
                <a16:creationId xmlns:a16="http://schemas.microsoft.com/office/drawing/2014/main" id="{121307C8-3A81-4870-9740-BC9B5AB2EBBC}"/>
              </a:ext>
            </a:extLst>
          </p:cNvPr>
          <p:cNvSpPr>
            <a:spLocks noGrp="1"/>
          </p:cNvSpPr>
          <p:nvPr/>
        </p:nvSpPr>
        <p:spPr>
          <a:xfrm>
            <a:off x="2267005" y="3286032"/>
            <a:ext cx="45341" cy="45341"/>
          </a:xfrm>
          <a:prstGeom prst="ellipse">
            <a:avLst/>
          </a:prstGeom>
          <a:solidFill>
            <a:srgbClr val="B08A60">
              <a:alpha val="40000"/>
            </a:srgbClr>
          </a:solidFill>
          <a:ln w="0">
            <a:noFill/>
            <a:prstDash val="solid"/>
          </a:ln>
        </p:spPr>
      </p:sp>
      <p:sp>
        <p:nvSpPr>
          <p:cNvPr id="1733" name="a_full_bar_ellipse_1732">
            <a:extLst>
              <a:ext uri="{FF2B5EF4-FFF2-40B4-BE49-F238E27FC236}">
                <a16:creationId xmlns:a16="http://schemas.microsoft.com/office/drawing/2014/main" id="{8F5D9CBE-809A-491C-8208-FAEC72AE4690}"/>
              </a:ext>
            </a:extLst>
          </p:cNvPr>
          <p:cNvSpPr>
            <a:spLocks noGrp="1"/>
          </p:cNvSpPr>
          <p:nvPr/>
        </p:nvSpPr>
        <p:spPr>
          <a:xfrm>
            <a:off x="2189681" y="4355066"/>
            <a:ext cx="45341" cy="45341"/>
          </a:xfrm>
          <a:prstGeom prst="ellipse">
            <a:avLst/>
          </a:prstGeom>
          <a:solidFill>
            <a:srgbClr val="B08A60">
              <a:alpha val="40000"/>
            </a:srgbClr>
          </a:solidFill>
          <a:ln w="0">
            <a:noFill/>
            <a:prstDash val="solid"/>
          </a:ln>
        </p:spPr>
      </p:sp>
      <p:sp>
        <p:nvSpPr>
          <p:cNvPr id="1734" name="a_full_bar_ellipse_1733">
            <a:extLst>
              <a:ext uri="{FF2B5EF4-FFF2-40B4-BE49-F238E27FC236}">
                <a16:creationId xmlns:a16="http://schemas.microsoft.com/office/drawing/2014/main" id="{A17096DB-A33D-460A-99BF-AD65BB1C022A}"/>
              </a:ext>
            </a:extLst>
          </p:cNvPr>
          <p:cNvSpPr>
            <a:spLocks noGrp="1"/>
          </p:cNvSpPr>
          <p:nvPr/>
        </p:nvSpPr>
        <p:spPr>
          <a:xfrm>
            <a:off x="2288436" y="2836021"/>
            <a:ext cx="45341" cy="45341"/>
          </a:xfrm>
          <a:prstGeom prst="ellipse">
            <a:avLst/>
          </a:prstGeom>
          <a:solidFill>
            <a:srgbClr val="B08A60">
              <a:alpha val="40000"/>
            </a:srgbClr>
          </a:solidFill>
          <a:ln w="0">
            <a:noFill/>
            <a:prstDash val="solid"/>
          </a:ln>
        </p:spPr>
      </p:sp>
      <p:sp>
        <p:nvSpPr>
          <p:cNvPr id="1735" name="a_full_bar_ellipse_1734">
            <a:extLst>
              <a:ext uri="{FF2B5EF4-FFF2-40B4-BE49-F238E27FC236}">
                <a16:creationId xmlns:a16="http://schemas.microsoft.com/office/drawing/2014/main" id="{A0C51071-1EFB-473B-9482-40564482515C}"/>
              </a:ext>
            </a:extLst>
          </p:cNvPr>
          <p:cNvSpPr>
            <a:spLocks noGrp="1"/>
          </p:cNvSpPr>
          <p:nvPr/>
        </p:nvSpPr>
        <p:spPr>
          <a:xfrm>
            <a:off x="2123691" y="3744831"/>
            <a:ext cx="45341" cy="45341"/>
          </a:xfrm>
          <a:prstGeom prst="ellipse">
            <a:avLst/>
          </a:prstGeom>
          <a:solidFill>
            <a:srgbClr val="B08A60">
              <a:alpha val="40000"/>
            </a:srgbClr>
          </a:solidFill>
          <a:ln w="0">
            <a:noFill/>
            <a:prstDash val="solid"/>
          </a:ln>
        </p:spPr>
      </p:sp>
      <p:sp>
        <p:nvSpPr>
          <p:cNvPr id="1736" name="a_full_bar_ellipse_1735">
            <a:extLst>
              <a:ext uri="{FF2B5EF4-FFF2-40B4-BE49-F238E27FC236}">
                <a16:creationId xmlns:a16="http://schemas.microsoft.com/office/drawing/2014/main" id="{33656843-7388-4B2A-938A-94948A47C63D}"/>
              </a:ext>
            </a:extLst>
          </p:cNvPr>
          <p:cNvSpPr>
            <a:spLocks noGrp="1"/>
          </p:cNvSpPr>
          <p:nvPr/>
        </p:nvSpPr>
        <p:spPr>
          <a:xfrm>
            <a:off x="2165204" y="4457382"/>
            <a:ext cx="45341" cy="45341"/>
          </a:xfrm>
          <a:prstGeom prst="ellipse">
            <a:avLst/>
          </a:prstGeom>
          <a:solidFill>
            <a:srgbClr val="B08A60">
              <a:alpha val="40000"/>
            </a:srgbClr>
          </a:solidFill>
          <a:ln w="0">
            <a:noFill/>
            <a:prstDash val="solid"/>
          </a:ln>
        </p:spPr>
      </p:sp>
      <p:sp>
        <p:nvSpPr>
          <p:cNvPr id="1737" name="a_full_bar_ellipse_1736">
            <a:extLst>
              <a:ext uri="{FF2B5EF4-FFF2-40B4-BE49-F238E27FC236}">
                <a16:creationId xmlns:a16="http://schemas.microsoft.com/office/drawing/2014/main" id="{C93823C6-6FFA-4895-892D-0E5A2849FABF}"/>
              </a:ext>
            </a:extLst>
          </p:cNvPr>
          <p:cNvSpPr>
            <a:spLocks noGrp="1"/>
          </p:cNvSpPr>
          <p:nvPr/>
        </p:nvSpPr>
        <p:spPr>
          <a:xfrm>
            <a:off x="2147169" y="4457382"/>
            <a:ext cx="45341" cy="45341"/>
          </a:xfrm>
          <a:prstGeom prst="ellipse">
            <a:avLst/>
          </a:prstGeom>
          <a:solidFill>
            <a:srgbClr val="B08A60">
              <a:alpha val="40000"/>
            </a:srgbClr>
          </a:solidFill>
          <a:ln w="0">
            <a:noFill/>
            <a:prstDash val="solid"/>
          </a:ln>
        </p:spPr>
      </p:sp>
      <p:sp>
        <p:nvSpPr>
          <p:cNvPr id="1738" name="a_full_bar_ellipse_1737">
            <a:extLst>
              <a:ext uri="{FF2B5EF4-FFF2-40B4-BE49-F238E27FC236}">
                <a16:creationId xmlns:a16="http://schemas.microsoft.com/office/drawing/2014/main" id="{8A193069-B570-4037-B2A3-E90557A57BF3}"/>
              </a:ext>
            </a:extLst>
          </p:cNvPr>
          <p:cNvSpPr>
            <a:spLocks noGrp="1"/>
          </p:cNvSpPr>
          <p:nvPr/>
        </p:nvSpPr>
        <p:spPr>
          <a:xfrm>
            <a:off x="2294870" y="4448810"/>
            <a:ext cx="45341" cy="45341"/>
          </a:xfrm>
          <a:prstGeom prst="ellipse">
            <a:avLst/>
          </a:prstGeom>
          <a:solidFill>
            <a:srgbClr val="B08A60">
              <a:alpha val="40000"/>
            </a:srgbClr>
          </a:solidFill>
          <a:ln w="0">
            <a:noFill/>
            <a:prstDash val="solid"/>
          </a:ln>
        </p:spPr>
      </p:sp>
      <p:sp>
        <p:nvSpPr>
          <p:cNvPr id="1739" name="a_full_bar_ellipse_1738">
            <a:extLst>
              <a:ext uri="{FF2B5EF4-FFF2-40B4-BE49-F238E27FC236}">
                <a16:creationId xmlns:a16="http://schemas.microsoft.com/office/drawing/2014/main" id="{2EE9601E-BDEC-47F6-9E50-CB7A5EB2BB49}"/>
              </a:ext>
            </a:extLst>
          </p:cNvPr>
          <p:cNvSpPr>
            <a:spLocks noGrp="1"/>
          </p:cNvSpPr>
          <p:nvPr/>
        </p:nvSpPr>
        <p:spPr>
          <a:xfrm>
            <a:off x="2182891" y="3869261"/>
            <a:ext cx="45341" cy="45341"/>
          </a:xfrm>
          <a:prstGeom prst="ellipse">
            <a:avLst/>
          </a:prstGeom>
          <a:solidFill>
            <a:srgbClr val="B08A60">
              <a:alpha val="40000"/>
            </a:srgbClr>
          </a:solidFill>
          <a:ln w="0">
            <a:noFill/>
            <a:prstDash val="solid"/>
          </a:ln>
        </p:spPr>
      </p:sp>
      <p:sp>
        <p:nvSpPr>
          <p:cNvPr id="1740" name="a_full_bar_ellipse_1739">
            <a:extLst>
              <a:ext uri="{FF2B5EF4-FFF2-40B4-BE49-F238E27FC236}">
                <a16:creationId xmlns:a16="http://schemas.microsoft.com/office/drawing/2014/main" id="{80AEB40A-37E9-46AE-91C5-02C523BD71C7}"/>
              </a:ext>
            </a:extLst>
          </p:cNvPr>
          <p:cNvSpPr>
            <a:spLocks noGrp="1"/>
          </p:cNvSpPr>
          <p:nvPr/>
        </p:nvSpPr>
        <p:spPr>
          <a:xfrm>
            <a:off x="2214535" y="4050648"/>
            <a:ext cx="45341" cy="45341"/>
          </a:xfrm>
          <a:prstGeom prst="ellipse">
            <a:avLst/>
          </a:prstGeom>
          <a:solidFill>
            <a:srgbClr val="B08A60">
              <a:alpha val="40000"/>
            </a:srgbClr>
          </a:solidFill>
          <a:ln w="0">
            <a:noFill/>
            <a:prstDash val="solid"/>
          </a:ln>
        </p:spPr>
      </p:sp>
      <p:sp>
        <p:nvSpPr>
          <p:cNvPr id="1741" name="a_full_bar_ellipse_1740">
            <a:extLst>
              <a:ext uri="{FF2B5EF4-FFF2-40B4-BE49-F238E27FC236}">
                <a16:creationId xmlns:a16="http://schemas.microsoft.com/office/drawing/2014/main" id="{E8CB299B-3B02-45B4-9E0E-3B5CC8088830}"/>
              </a:ext>
            </a:extLst>
          </p:cNvPr>
          <p:cNvSpPr>
            <a:spLocks noGrp="1"/>
          </p:cNvSpPr>
          <p:nvPr/>
        </p:nvSpPr>
        <p:spPr>
          <a:xfrm>
            <a:off x="2150415" y="3340477"/>
            <a:ext cx="45341" cy="45341"/>
          </a:xfrm>
          <a:prstGeom prst="ellipse">
            <a:avLst/>
          </a:prstGeom>
          <a:solidFill>
            <a:srgbClr val="B08A60">
              <a:alpha val="40000"/>
            </a:srgbClr>
          </a:solidFill>
          <a:ln w="0">
            <a:noFill/>
            <a:prstDash val="solid"/>
          </a:ln>
        </p:spPr>
      </p:sp>
      <p:sp>
        <p:nvSpPr>
          <p:cNvPr id="1742" name="a_full_bar_ellipse_1741">
            <a:extLst>
              <a:ext uri="{FF2B5EF4-FFF2-40B4-BE49-F238E27FC236}">
                <a16:creationId xmlns:a16="http://schemas.microsoft.com/office/drawing/2014/main" id="{0276174E-54D2-4944-8BFF-A61BF429850A}"/>
              </a:ext>
            </a:extLst>
          </p:cNvPr>
          <p:cNvSpPr>
            <a:spLocks noGrp="1"/>
          </p:cNvSpPr>
          <p:nvPr/>
        </p:nvSpPr>
        <p:spPr>
          <a:xfrm>
            <a:off x="2190621" y="2421980"/>
            <a:ext cx="45341" cy="45341"/>
          </a:xfrm>
          <a:prstGeom prst="ellipse">
            <a:avLst/>
          </a:prstGeom>
          <a:solidFill>
            <a:srgbClr val="B08A60">
              <a:alpha val="40000"/>
            </a:srgbClr>
          </a:solidFill>
          <a:ln w="0">
            <a:noFill/>
            <a:prstDash val="solid"/>
          </a:ln>
        </p:spPr>
      </p:sp>
      <p:sp>
        <p:nvSpPr>
          <p:cNvPr id="1743" name="a_full_bar_ellipse_1742">
            <a:extLst>
              <a:ext uri="{FF2B5EF4-FFF2-40B4-BE49-F238E27FC236}">
                <a16:creationId xmlns:a16="http://schemas.microsoft.com/office/drawing/2014/main" id="{45D7E5AB-69E0-4B66-B029-2BF960FF5E49}"/>
              </a:ext>
            </a:extLst>
          </p:cNvPr>
          <p:cNvSpPr>
            <a:spLocks noGrp="1"/>
          </p:cNvSpPr>
          <p:nvPr/>
        </p:nvSpPr>
        <p:spPr>
          <a:xfrm>
            <a:off x="2173915" y="4177553"/>
            <a:ext cx="45341" cy="45341"/>
          </a:xfrm>
          <a:prstGeom prst="ellipse">
            <a:avLst/>
          </a:prstGeom>
          <a:solidFill>
            <a:srgbClr val="B08A60">
              <a:alpha val="40000"/>
            </a:srgbClr>
          </a:solidFill>
          <a:ln w="0">
            <a:noFill/>
            <a:prstDash val="solid"/>
          </a:ln>
        </p:spPr>
      </p:sp>
      <p:sp>
        <p:nvSpPr>
          <p:cNvPr id="1744" name="a_full_bar_ellipse_1743">
            <a:extLst>
              <a:ext uri="{FF2B5EF4-FFF2-40B4-BE49-F238E27FC236}">
                <a16:creationId xmlns:a16="http://schemas.microsoft.com/office/drawing/2014/main" id="{706F07CC-1B52-4C33-9B2B-E49FCEC49AFF}"/>
              </a:ext>
            </a:extLst>
          </p:cNvPr>
          <p:cNvSpPr>
            <a:spLocks noGrp="1"/>
          </p:cNvSpPr>
          <p:nvPr/>
        </p:nvSpPr>
        <p:spPr>
          <a:xfrm>
            <a:off x="2143491" y="4457382"/>
            <a:ext cx="45341" cy="45341"/>
          </a:xfrm>
          <a:prstGeom prst="ellipse">
            <a:avLst/>
          </a:prstGeom>
          <a:solidFill>
            <a:srgbClr val="B08A60">
              <a:alpha val="40000"/>
            </a:srgbClr>
          </a:solidFill>
          <a:ln w="0">
            <a:noFill/>
            <a:prstDash val="solid"/>
          </a:ln>
        </p:spPr>
      </p:sp>
      <p:sp>
        <p:nvSpPr>
          <p:cNvPr id="1745" name="a_full_bar_ellipse_1744">
            <a:extLst>
              <a:ext uri="{FF2B5EF4-FFF2-40B4-BE49-F238E27FC236}">
                <a16:creationId xmlns:a16="http://schemas.microsoft.com/office/drawing/2014/main" id="{10681C2C-2CCB-46FB-A246-E5EBE191451F}"/>
              </a:ext>
            </a:extLst>
          </p:cNvPr>
          <p:cNvSpPr>
            <a:spLocks noGrp="1"/>
          </p:cNvSpPr>
          <p:nvPr/>
        </p:nvSpPr>
        <p:spPr>
          <a:xfrm>
            <a:off x="2121181" y="3594440"/>
            <a:ext cx="45341" cy="45341"/>
          </a:xfrm>
          <a:prstGeom prst="ellipse">
            <a:avLst/>
          </a:prstGeom>
          <a:solidFill>
            <a:srgbClr val="B08A60">
              <a:alpha val="40000"/>
            </a:srgbClr>
          </a:solidFill>
          <a:ln w="0">
            <a:noFill/>
            <a:prstDash val="solid"/>
          </a:ln>
        </p:spPr>
      </p:sp>
      <p:sp>
        <p:nvSpPr>
          <p:cNvPr id="1746" name="a_full_bar_ellipse_1745">
            <a:extLst>
              <a:ext uri="{FF2B5EF4-FFF2-40B4-BE49-F238E27FC236}">
                <a16:creationId xmlns:a16="http://schemas.microsoft.com/office/drawing/2014/main" id="{CEEBB1AB-E67D-4465-9763-920312F65EDC}"/>
              </a:ext>
            </a:extLst>
          </p:cNvPr>
          <p:cNvSpPr>
            <a:spLocks noGrp="1"/>
          </p:cNvSpPr>
          <p:nvPr/>
        </p:nvSpPr>
        <p:spPr>
          <a:xfrm>
            <a:off x="2270917" y="3583127"/>
            <a:ext cx="45341" cy="45341"/>
          </a:xfrm>
          <a:prstGeom prst="ellipse">
            <a:avLst/>
          </a:prstGeom>
          <a:solidFill>
            <a:srgbClr val="B08A60">
              <a:alpha val="40000"/>
            </a:srgbClr>
          </a:solidFill>
          <a:ln w="0">
            <a:noFill/>
            <a:prstDash val="solid"/>
          </a:ln>
        </p:spPr>
      </p:sp>
      <p:sp>
        <p:nvSpPr>
          <p:cNvPr id="1747" name="a_full_bar_ellipse_1746">
            <a:extLst>
              <a:ext uri="{FF2B5EF4-FFF2-40B4-BE49-F238E27FC236}">
                <a16:creationId xmlns:a16="http://schemas.microsoft.com/office/drawing/2014/main" id="{71DED8B3-2C0C-4EB5-BA21-B33DD31A1B74}"/>
              </a:ext>
            </a:extLst>
          </p:cNvPr>
          <p:cNvSpPr>
            <a:spLocks noGrp="1"/>
          </p:cNvSpPr>
          <p:nvPr/>
        </p:nvSpPr>
        <p:spPr>
          <a:xfrm>
            <a:off x="2240769" y="2971384"/>
            <a:ext cx="45341" cy="45341"/>
          </a:xfrm>
          <a:prstGeom prst="ellipse">
            <a:avLst/>
          </a:prstGeom>
          <a:solidFill>
            <a:srgbClr val="B08A60">
              <a:alpha val="40000"/>
            </a:srgbClr>
          </a:solidFill>
          <a:ln w="0">
            <a:noFill/>
            <a:prstDash val="solid"/>
          </a:ln>
        </p:spPr>
      </p:sp>
      <p:sp>
        <p:nvSpPr>
          <p:cNvPr id="1748" name="a_full_bar_ellipse_1747">
            <a:extLst>
              <a:ext uri="{FF2B5EF4-FFF2-40B4-BE49-F238E27FC236}">
                <a16:creationId xmlns:a16="http://schemas.microsoft.com/office/drawing/2014/main" id="{DC207544-5122-4372-8B04-D0CE40A2A723}"/>
              </a:ext>
            </a:extLst>
          </p:cNvPr>
          <p:cNvSpPr>
            <a:spLocks noGrp="1"/>
          </p:cNvSpPr>
          <p:nvPr/>
        </p:nvSpPr>
        <p:spPr>
          <a:xfrm>
            <a:off x="2271552" y="2401457"/>
            <a:ext cx="45341" cy="45341"/>
          </a:xfrm>
          <a:prstGeom prst="ellipse">
            <a:avLst/>
          </a:prstGeom>
          <a:solidFill>
            <a:srgbClr val="B08A60">
              <a:alpha val="40000"/>
            </a:srgbClr>
          </a:solidFill>
          <a:ln w="0">
            <a:noFill/>
            <a:prstDash val="solid"/>
          </a:ln>
        </p:spPr>
      </p:sp>
      <p:sp>
        <p:nvSpPr>
          <p:cNvPr id="1749" name="a_full_bar_ellipse_1748">
            <a:extLst>
              <a:ext uri="{FF2B5EF4-FFF2-40B4-BE49-F238E27FC236}">
                <a16:creationId xmlns:a16="http://schemas.microsoft.com/office/drawing/2014/main" id="{028B22C6-6072-4EED-8D9C-DC48368B4AD3}"/>
              </a:ext>
            </a:extLst>
          </p:cNvPr>
          <p:cNvSpPr>
            <a:spLocks noGrp="1"/>
          </p:cNvSpPr>
          <p:nvPr/>
        </p:nvSpPr>
        <p:spPr>
          <a:xfrm>
            <a:off x="2274747" y="2921715"/>
            <a:ext cx="45341" cy="45341"/>
          </a:xfrm>
          <a:prstGeom prst="ellipse">
            <a:avLst/>
          </a:prstGeom>
          <a:solidFill>
            <a:srgbClr val="B08A60">
              <a:alpha val="40000"/>
            </a:srgbClr>
          </a:solidFill>
          <a:ln w="0">
            <a:noFill/>
            <a:prstDash val="solid"/>
          </a:ln>
        </p:spPr>
      </p:sp>
      <p:sp>
        <p:nvSpPr>
          <p:cNvPr id="1750" name="a_full_bar_ellipse_1749">
            <a:extLst>
              <a:ext uri="{FF2B5EF4-FFF2-40B4-BE49-F238E27FC236}">
                <a16:creationId xmlns:a16="http://schemas.microsoft.com/office/drawing/2014/main" id="{418B82EE-C829-49ED-86E8-B0FC4F3472BA}"/>
              </a:ext>
            </a:extLst>
          </p:cNvPr>
          <p:cNvSpPr>
            <a:spLocks noGrp="1"/>
          </p:cNvSpPr>
          <p:nvPr/>
        </p:nvSpPr>
        <p:spPr>
          <a:xfrm>
            <a:off x="2106041" y="3322430"/>
            <a:ext cx="45341" cy="45341"/>
          </a:xfrm>
          <a:prstGeom prst="ellipse">
            <a:avLst/>
          </a:prstGeom>
          <a:solidFill>
            <a:srgbClr val="B08A60">
              <a:alpha val="40000"/>
            </a:srgbClr>
          </a:solidFill>
          <a:ln w="0">
            <a:noFill/>
            <a:prstDash val="solid"/>
          </a:ln>
        </p:spPr>
      </p:sp>
      <p:sp>
        <p:nvSpPr>
          <p:cNvPr id="1751" name="a_full_bar_ellipse_1750">
            <a:extLst>
              <a:ext uri="{FF2B5EF4-FFF2-40B4-BE49-F238E27FC236}">
                <a16:creationId xmlns:a16="http://schemas.microsoft.com/office/drawing/2014/main" id="{19020AB8-3559-4021-8D5F-5F4FA2A25848}"/>
              </a:ext>
            </a:extLst>
          </p:cNvPr>
          <p:cNvSpPr>
            <a:spLocks noGrp="1"/>
          </p:cNvSpPr>
          <p:nvPr/>
        </p:nvSpPr>
        <p:spPr>
          <a:xfrm>
            <a:off x="2188815" y="3719448"/>
            <a:ext cx="45341" cy="45341"/>
          </a:xfrm>
          <a:prstGeom prst="ellipse">
            <a:avLst/>
          </a:prstGeom>
          <a:solidFill>
            <a:srgbClr val="B08A60">
              <a:alpha val="40000"/>
            </a:srgbClr>
          </a:solidFill>
          <a:ln w="0">
            <a:noFill/>
            <a:prstDash val="solid"/>
          </a:ln>
        </p:spPr>
      </p:sp>
      <p:sp>
        <p:nvSpPr>
          <p:cNvPr id="1752" name="a_full_bar_ellipse_1751">
            <a:extLst>
              <a:ext uri="{FF2B5EF4-FFF2-40B4-BE49-F238E27FC236}">
                <a16:creationId xmlns:a16="http://schemas.microsoft.com/office/drawing/2014/main" id="{4FC39A73-CB30-439E-AA9A-34C91D6BF74D}"/>
              </a:ext>
            </a:extLst>
          </p:cNvPr>
          <p:cNvSpPr>
            <a:spLocks noGrp="1"/>
          </p:cNvSpPr>
          <p:nvPr/>
        </p:nvSpPr>
        <p:spPr>
          <a:xfrm>
            <a:off x="2249379" y="3909885"/>
            <a:ext cx="45341" cy="45341"/>
          </a:xfrm>
          <a:prstGeom prst="ellipse">
            <a:avLst/>
          </a:prstGeom>
          <a:solidFill>
            <a:srgbClr val="B08A60">
              <a:alpha val="40000"/>
            </a:srgbClr>
          </a:solidFill>
          <a:ln w="0">
            <a:noFill/>
            <a:prstDash val="solid"/>
          </a:ln>
        </p:spPr>
      </p:sp>
      <p:sp>
        <p:nvSpPr>
          <p:cNvPr id="1753" name="a_full_bar_ellipse_1752">
            <a:extLst>
              <a:ext uri="{FF2B5EF4-FFF2-40B4-BE49-F238E27FC236}">
                <a16:creationId xmlns:a16="http://schemas.microsoft.com/office/drawing/2014/main" id="{9DA118C7-CF9A-4585-9B96-CF228A3A97CE}"/>
              </a:ext>
            </a:extLst>
          </p:cNvPr>
          <p:cNvSpPr>
            <a:spLocks noGrp="1"/>
          </p:cNvSpPr>
          <p:nvPr/>
        </p:nvSpPr>
        <p:spPr>
          <a:xfrm>
            <a:off x="2216357" y="3973738"/>
            <a:ext cx="45341" cy="45341"/>
          </a:xfrm>
          <a:prstGeom prst="ellipse">
            <a:avLst/>
          </a:prstGeom>
          <a:solidFill>
            <a:srgbClr val="B08A60">
              <a:alpha val="40000"/>
            </a:srgbClr>
          </a:solidFill>
          <a:ln w="0">
            <a:noFill/>
            <a:prstDash val="solid"/>
          </a:ln>
        </p:spPr>
      </p:sp>
      <p:sp>
        <p:nvSpPr>
          <p:cNvPr id="1754" name="a_full_bar_ellipse_1753">
            <a:extLst>
              <a:ext uri="{FF2B5EF4-FFF2-40B4-BE49-F238E27FC236}">
                <a16:creationId xmlns:a16="http://schemas.microsoft.com/office/drawing/2014/main" id="{CFC3D6EB-34EB-4F66-A31C-5FF74BB3A0D5}"/>
              </a:ext>
            </a:extLst>
          </p:cNvPr>
          <p:cNvSpPr>
            <a:spLocks noGrp="1"/>
          </p:cNvSpPr>
          <p:nvPr/>
        </p:nvSpPr>
        <p:spPr>
          <a:xfrm>
            <a:off x="2119271" y="4099234"/>
            <a:ext cx="45341" cy="45341"/>
          </a:xfrm>
          <a:prstGeom prst="ellipse">
            <a:avLst/>
          </a:prstGeom>
          <a:solidFill>
            <a:srgbClr val="B08A60">
              <a:alpha val="40000"/>
            </a:srgbClr>
          </a:solidFill>
          <a:ln w="0">
            <a:noFill/>
            <a:prstDash val="solid"/>
          </a:ln>
        </p:spPr>
      </p:sp>
      <p:sp>
        <p:nvSpPr>
          <p:cNvPr id="1755" name="a_full_bar_ellipse_1754">
            <a:extLst>
              <a:ext uri="{FF2B5EF4-FFF2-40B4-BE49-F238E27FC236}">
                <a16:creationId xmlns:a16="http://schemas.microsoft.com/office/drawing/2014/main" id="{5E915FBE-4AAF-4DDB-B036-3F4816BBA6DC}"/>
              </a:ext>
            </a:extLst>
          </p:cNvPr>
          <p:cNvSpPr>
            <a:spLocks noGrp="1"/>
          </p:cNvSpPr>
          <p:nvPr/>
        </p:nvSpPr>
        <p:spPr>
          <a:xfrm>
            <a:off x="2282541" y="2766563"/>
            <a:ext cx="45341" cy="45341"/>
          </a:xfrm>
          <a:prstGeom prst="ellipse">
            <a:avLst/>
          </a:prstGeom>
          <a:solidFill>
            <a:srgbClr val="B08A60">
              <a:alpha val="40000"/>
            </a:srgbClr>
          </a:solidFill>
          <a:ln w="0">
            <a:noFill/>
            <a:prstDash val="solid"/>
          </a:ln>
        </p:spPr>
      </p:sp>
      <p:sp>
        <p:nvSpPr>
          <p:cNvPr id="1756" name="a_full_bar_ellipse_1755">
            <a:extLst>
              <a:ext uri="{FF2B5EF4-FFF2-40B4-BE49-F238E27FC236}">
                <a16:creationId xmlns:a16="http://schemas.microsoft.com/office/drawing/2014/main" id="{2365EDC5-2934-4EF0-9D97-F9283FAE8355}"/>
              </a:ext>
            </a:extLst>
          </p:cNvPr>
          <p:cNvSpPr>
            <a:spLocks noGrp="1"/>
          </p:cNvSpPr>
          <p:nvPr/>
        </p:nvSpPr>
        <p:spPr>
          <a:xfrm>
            <a:off x="2186795" y="4286870"/>
            <a:ext cx="45341" cy="45341"/>
          </a:xfrm>
          <a:prstGeom prst="ellipse">
            <a:avLst/>
          </a:prstGeom>
          <a:solidFill>
            <a:srgbClr val="B08A60">
              <a:alpha val="40000"/>
            </a:srgbClr>
          </a:solidFill>
          <a:ln w="0">
            <a:noFill/>
            <a:prstDash val="solid"/>
          </a:ln>
        </p:spPr>
      </p:sp>
      <p:sp>
        <p:nvSpPr>
          <p:cNvPr id="1757" name="a_full_bar_ellipse_1756">
            <a:extLst>
              <a:ext uri="{FF2B5EF4-FFF2-40B4-BE49-F238E27FC236}">
                <a16:creationId xmlns:a16="http://schemas.microsoft.com/office/drawing/2014/main" id="{8A2911C3-0627-402C-AE94-579096B6B177}"/>
              </a:ext>
            </a:extLst>
          </p:cNvPr>
          <p:cNvSpPr>
            <a:spLocks noGrp="1"/>
          </p:cNvSpPr>
          <p:nvPr/>
        </p:nvSpPr>
        <p:spPr>
          <a:xfrm>
            <a:off x="2201566" y="4293424"/>
            <a:ext cx="45341" cy="45341"/>
          </a:xfrm>
          <a:prstGeom prst="ellipse">
            <a:avLst/>
          </a:prstGeom>
          <a:solidFill>
            <a:srgbClr val="B08A60">
              <a:alpha val="40000"/>
            </a:srgbClr>
          </a:solidFill>
          <a:ln w="0">
            <a:noFill/>
            <a:prstDash val="solid"/>
          </a:ln>
        </p:spPr>
      </p:sp>
      <p:sp>
        <p:nvSpPr>
          <p:cNvPr id="1758" name="a_full_bar_ellipse_1757">
            <a:extLst>
              <a:ext uri="{FF2B5EF4-FFF2-40B4-BE49-F238E27FC236}">
                <a16:creationId xmlns:a16="http://schemas.microsoft.com/office/drawing/2014/main" id="{02A43D66-7FAC-4B8F-B9B4-94561F597E9B}"/>
              </a:ext>
            </a:extLst>
          </p:cNvPr>
          <p:cNvSpPr>
            <a:spLocks noGrp="1"/>
          </p:cNvSpPr>
          <p:nvPr/>
        </p:nvSpPr>
        <p:spPr>
          <a:xfrm>
            <a:off x="2141615" y="4103043"/>
            <a:ext cx="45341" cy="45341"/>
          </a:xfrm>
          <a:prstGeom prst="ellipse">
            <a:avLst/>
          </a:prstGeom>
          <a:solidFill>
            <a:srgbClr val="B08A60">
              <a:alpha val="40000"/>
            </a:srgbClr>
          </a:solidFill>
          <a:ln w="0">
            <a:noFill/>
            <a:prstDash val="solid"/>
          </a:ln>
        </p:spPr>
      </p:sp>
      <p:sp>
        <p:nvSpPr>
          <p:cNvPr id="1759" name="a_full_bar_ellipse_1758">
            <a:extLst>
              <a:ext uri="{FF2B5EF4-FFF2-40B4-BE49-F238E27FC236}">
                <a16:creationId xmlns:a16="http://schemas.microsoft.com/office/drawing/2014/main" id="{A7F6BD16-2E98-47A6-8C0C-BF5FBABCBDEA}"/>
              </a:ext>
            </a:extLst>
          </p:cNvPr>
          <p:cNvSpPr>
            <a:spLocks noGrp="1"/>
          </p:cNvSpPr>
          <p:nvPr/>
        </p:nvSpPr>
        <p:spPr>
          <a:xfrm>
            <a:off x="2258054" y="2890983"/>
            <a:ext cx="45341" cy="45341"/>
          </a:xfrm>
          <a:prstGeom prst="ellipse">
            <a:avLst/>
          </a:prstGeom>
          <a:solidFill>
            <a:srgbClr val="B08A60">
              <a:alpha val="40000"/>
            </a:srgbClr>
          </a:solidFill>
          <a:ln w="0">
            <a:noFill/>
            <a:prstDash val="solid"/>
          </a:ln>
        </p:spPr>
      </p:sp>
      <p:sp>
        <p:nvSpPr>
          <p:cNvPr id="1760" name="a_full_bar_ellipse_1759">
            <a:extLst>
              <a:ext uri="{FF2B5EF4-FFF2-40B4-BE49-F238E27FC236}">
                <a16:creationId xmlns:a16="http://schemas.microsoft.com/office/drawing/2014/main" id="{257A0A8D-3B1D-4A3E-863E-D30C35FC09C0}"/>
              </a:ext>
            </a:extLst>
          </p:cNvPr>
          <p:cNvSpPr>
            <a:spLocks noGrp="1"/>
          </p:cNvSpPr>
          <p:nvPr/>
        </p:nvSpPr>
        <p:spPr>
          <a:xfrm>
            <a:off x="2279016" y="4457382"/>
            <a:ext cx="45341" cy="45341"/>
          </a:xfrm>
          <a:prstGeom prst="ellipse">
            <a:avLst/>
          </a:prstGeom>
          <a:solidFill>
            <a:srgbClr val="B08A60">
              <a:alpha val="40000"/>
            </a:srgbClr>
          </a:solidFill>
          <a:ln w="0">
            <a:noFill/>
            <a:prstDash val="solid"/>
          </a:ln>
        </p:spPr>
      </p:sp>
      <p:sp>
        <p:nvSpPr>
          <p:cNvPr id="1761" name="a_full_bar_ellipse_1760">
            <a:extLst>
              <a:ext uri="{FF2B5EF4-FFF2-40B4-BE49-F238E27FC236}">
                <a16:creationId xmlns:a16="http://schemas.microsoft.com/office/drawing/2014/main" id="{134C3356-D943-43D5-A919-7832BFB5C4C8}"/>
              </a:ext>
            </a:extLst>
          </p:cNvPr>
          <p:cNvSpPr>
            <a:spLocks noGrp="1"/>
          </p:cNvSpPr>
          <p:nvPr/>
        </p:nvSpPr>
        <p:spPr>
          <a:xfrm>
            <a:off x="2273214" y="2549516"/>
            <a:ext cx="45341" cy="45341"/>
          </a:xfrm>
          <a:prstGeom prst="ellipse">
            <a:avLst/>
          </a:prstGeom>
          <a:solidFill>
            <a:srgbClr val="B08A60">
              <a:alpha val="40000"/>
            </a:srgbClr>
          </a:solidFill>
          <a:ln w="0">
            <a:noFill/>
            <a:prstDash val="solid"/>
          </a:ln>
        </p:spPr>
      </p:sp>
      <p:sp>
        <p:nvSpPr>
          <p:cNvPr id="1762" name="a_full_bar_ellipse_1761">
            <a:extLst>
              <a:ext uri="{FF2B5EF4-FFF2-40B4-BE49-F238E27FC236}">
                <a16:creationId xmlns:a16="http://schemas.microsoft.com/office/drawing/2014/main" id="{CDC7BC1D-FEDC-4259-8B58-4871F4C9383B}"/>
              </a:ext>
            </a:extLst>
          </p:cNvPr>
          <p:cNvSpPr>
            <a:spLocks noGrp="1"/>
          </p:cNvSpPr>
          <p:nvPr/>
        </p:nvSpPr>
        <p:spPr>
          <a:xfrm>
            <a:off x="2260441" y="4457382"/>
            <a:ext cx="45341" cy="45341"/>
          </a:xfrm>
          <a:prstGeom prst="ellipse">
            <a:avLst/>
          </a:prstGeom>
          <a:solidFill>
            <a:srgbClr val="B08A60">
              <a:alpha val="40000"/>
            </a:srgbClr>
          </a:solidFill>
          <a:ln w="0">
            <a:noFill/>
            <a:prstDash val="solid"/>
          </a:ln>
        </p:spPr>
      </p:sp>
      <p:sp>
        <p:nvSpPr>
          <p:cNvPr id="1763" name="a_full_bar_ellipse_1762">
            <a:extLst>
              <a:ext uri="{FF2B5EF4-FFF2-40B4-BE49-F238E27FC236}">
                <a16:creationId xmlns:a16="http://schemas.microsoft.com/office/drawing/2014/main" id="{45437A81-0F0F-4E0D-9E7A-962009C3BC2E}"/>
              </a:ext>
            </a:extLst>
          </p:cNvPr>
          <p:cNvSpPr>
            <a:spLocks noGrp="1"/>
          </p:cNvSpPr>
          <p:nvPr/>
        </p:nvSpPr>
        <p:spPr>
          <a:xfrm>
            <a:off x="2277723" y="4040806"/>
            <a:ext cx="45341" cy="45341"/>
          </a:xfrm>
          <a:prstGeom prst="ellipse">
            <a:avLst/>
          </a:prstGeom>
          <a:solidFill>
            <a:srgbClr val="B08A60">
              <a:alpha val="40000"/>
            </a:srgbClr>
          </a:solidFill>
          <a:ln w="0">
            <a:noFill/>
            <a:prstDash val="solid"/>
          </a:ln>
        </p:spPr>
      </p:sp>
      <p:sp>
        <p:nvSpPr>
          <p:cNvPr id="1764" name="a_full_bar_ellipse_1763">
            <a:extLst>
              <a:ext uri="{FF2B5EF4-FFF2-40B4-BE49-F238E27FC236}">
                <a16:creationId xmlns:a16="http://schemas.microsoft.com/office/drawing/2014/main" id="{517851FB-206A-4FD9-B387-14BA7F1C30B7}"/>
              </a:ext>
            </a:extLst>
          </p:cNvPr>
          <p:cNvSpPr>
            <a:spLocks noGrp="1"/>
          </p:cNvSpPr>
          <p:nvPr/>
        </p:nvSpPr>
        <p:spPr>
          <a:xfrm>
            <a:off x="2292233" y="3811615"/>
            <a:ext cx="45341" cy="45341"/>
          </a:xfrm>
          <a:prstGeom prst="ellipse">
            <a:avLst/>
          </a:prstGeom>
          <a:solidFill>
            <a:srgbClr val="B08A60">
              <a:alpha val="40000"/>
            </a:srgbClr>
          </a:solidFill>
          <a:ln w="0">
            <a:noFill/>
            <a:prstDash val="solid"/>
          </a:ln>
        </p:spPr>
      </p:sp>
      <p:sp>
        <p:nvSpPr>
          <p:cNvPr id="1765" name="a_full_bar_ellipse_1764">
            <a:extLst>
              <a:ext uri="{FF2B5EF4-FFF2-40B4-BE49-F238E27FC236}">
                <a16:creationId xmlns:a16="http://schemas.microsoft.com/office/drawing/2014/main" id="{2CD979CB-C15E-435D-B001-C36120131F53}"/>
              </a:ext>
            </a:extLst>
          </p:cNvPr>
          <p:cNvSpPr>
            <a:spLocks noGrp="1"/>
          </p:cNvSpPr>
          <p:nvPr/>
        </p:nvSpPr>
        <p:spPr>
          <a:xfrm>
            <a:off x="2284793" y="3360352"/>
            <a:ext cx="45341" cy="45341"/>
          </a:xfrm>
          <a:prstGeom prst="ellipse">
            <a:avLst/>
          </a:prstGeom>
          <a:solidFill>
            <a:srgbClr val="B08A60">
              <a:alpha val="40000"/>
            </a:srgbClr>
          </a:solidFill>
          <a:ln w="0">
            <a:noFill/>
            <a:prstDash val="solid"/>
          </a:ln>
        </p:spPr>
      </p:sp>
      <p:sp>
        <p:nvSpPr>
          <p:cNvPr id="1766" name="a_full_bar_ellipse_1765">
            <a:extLst>
              <a:ext uri="{FF2B5EF4-FFF2-40B4-BE49-F238E27FC236}">
                <a16:creationId xmlns:a16="http://schemas.microsoft.com/office/drawing/2014/main" id="{A2CB9583-6958-47E9-ADD0-0BC0ED37DB54}"/>
              </a:ext>
            </a:extLst>
          </p:cNvPr>
          <p:cNvSpPr>
            <a:spLocks noGrp="1"/>
          </p:cNvSpPr>
          <p:nvPr/>
        </p:nvSpPr>
        <p:spPr>
          <a:xfrm>
            <a:off x="2102486" y="4075204"/>
            <a:ext cx="45341" cy="45341"/>
          </a:xfrm>
          <a:prstGeom prst="ellipse">
            <a:avLst/>
          </a:prstGeom>
          <a:solidFill>
            <a:srgbClr val="B08A60">
              <a:alpha val="40000"/>
            </a:srgbClr>
          </a:solidFill>
          <a:ln w="0">
            <a:noFill/>
            <a:prstDash val="solid"/>
          </a:ln>
        </p:spPr>
      </p:sp>
      <p:sp>
        <p:nvSpPr>
          <p:cNvPr id="1767" name="a_full_bar_ellipse_1766">
            <a:extLst>
              <a:ext uri="{FF2B5EF4-FFF2-40B4-BE49-F238E27FC236}">
                <a16:creationId xmlns:a16="http://schemas.microsoft.com/office/drawing/2014/main" id="{A736A6F5-C726-4FEC-89A6-4B208E43112E}"/>
              </a:ext>
            </a:extLst>
          </p:cNvPr>
          <p:cNvSpPr>
            <a:spLocks noGrp="1"/>
          </p:cNvSpPr>
          <p:nvPr/>
        </p:nvSpPr>
        <p:spPr>
          <a:xfrm>
            <a:off x="2219565" y="4424810"/>
            <a:ext cx="45341" cy="45341"/>
          </a:xfrm>
          <a:prstGeom prst="ellipse">
            <a:avLst/>
          </a:prstGeom>
          <a:solidFill>
            <a:srgbClr val="B08A60">
              <a:alpha val="40000"/>
            </a:srgbClr>
          </a:solidFill>
          <a:ln w="0">
            <a:noFill/>
            <a:prstDash val="solid"/>
          </a:ln>
        </p:spPr>
      </p:sp>
      <p:sp>
        <p:nvSpPr>
          <p:cNvPr id="1768" name="a_full_bar_ellipse_1767">
            <a:extLst>
              <a:ext uri="{FF2B5EF4-FFF2-40B4-BE49-F238E27FC236}">
                <a16:creationId xmlns:a16="http://schemas.microsoft.com/office/drawing/2014/main" id="{D299BA1C-0533-4FFB-BB6E-A04F40D99DCE}"/>
              </a:ext>
            </a:extLst>
          </p:cNvPr>
          <p:cNvSpPr>
            <a:spLocks noGrp="1"/>
          </p:cNvSpPr>
          <p:nvPr/>
        </p:nvSpPr>
        <p:spPr>
          <a:xfrm>
            <a:off x="2234639" y="4243997"/>
            <a:ext cx="45341" cy="45341"/>
          </a:xfrm>
          <a:prstGeom prst="ellipse">
            <a:avLst/>
          </a:prstGeom>
          <a:solidFill>
            <a:srgbClr val="B08A60">
              <a:alpha val="40000"/>
            </a:srgbClr>
          </a:solidFill>
          <a:ln w="0">
            <a:noFill/>
            <a:prstDash val="solid"/>
          </a:ln>
        </p:spPr>
      </p:sp>
      <p:sp>
        <p:nvSpPr>
          <p:cNvPr id="1769" name="a_full_bar_ellipse_1768">
            <a:extLst>
              <a:ext uri="{FF2B5EF4-FFF2-40B4-BE49-F238E27FC236}">
                <a16:creationId xmlns:a16="http://schemas.microsoft.com/office/drawing/2014/main" id="{2A58889F-160E-4553-857A-5329E20ED5FC}"/>
              </a:ext>
            </a:extLst>
          </p:cNvPr>
          <p:cNvSpPr>
            <a:spLocks noGrp="1"/>
          </p:cNvSpPr>
          <p:nvPr/>
        </p:nvSpPr>
        <p:spPr>
          <a:xfrm>
            <a:off x="2281236" y="4457382"/>
            <a:ext cx="45341" cy="45341"/>
          </a:xfrm>
          <a:prstGeom prst="ellipse">
            <a:avLst/>
          </a:prstGeom>
          <a:solidFill>
            <a:srgbClr val="B08A60">
              <a:alpha val="40000"/>
            </a:srgbClr>
          </a:solidFill>
          <a:ln w="0">
            <a:noFill/>
            <a:prstDash val="solid"/>
          </a:ln>
        </p:spPr>
      </p:sp>
      <p:sp>
        <p:nvSpPr>
          <p:cNvPr id="1770" name="a_full_bar_ellipse_1769">
            <a:extLst>
              <a:ext uri="{FF2B5EF4-FFF2-40B4-BE49-F238E27FC236}">
                <a16:creationId xmlns:a16="http://schemas.microsoft.com/office/drawing/2014/main" id="{A1B6A41C-F8EC-433D-88ED-A9C27F01744C}"/>
              </a:ext>
            </a:extLst>
          </p:cNvPr>
          <p:cNvSpPr>
            <a:spLocks noGrp="1"/>
          </p:cNvSpPr>
          <p:nvPr/>
        </p:nvSpPr>
        <p:spPr>
          <a:xfrm>
            <a:off x="2196599" y="2764388"/>
            <a:ext cx="45341" cy="45341"/>
          </a:xfrm>
          <a:prstGeom prst="ellipse">
            <a:avLst/>
          </a:prstGeom>
          <a:solidFill>
            <a:srgbClr val="B08A60">
              <a:alpha val="40000"/>
            </a:srgbClr>
          </a:solidFill>
          <a:ln w="0">
            <a:noFill/>
            <a:prstDash val="solid"/>
          </a:ln>
        </p:spPr>
      </p:sp>
      <p:sp>
        <p:nvSpPr>
          <p:cNvPr id="1771" name="a_full_bar_ellipse_1770">
            <a:extLst>
              <a:ext uri="{FF2B5EF4-FFF2-40B4-BE49-F238E27FC236}">
                <a16:creationId xmlns:a16="http://schemas.microsoft.com/office/drawing/2014/main" id="{6BAC9949-5DF8-43E9-9EBF-5057CC15A30F}"/>
              </a:ext>
            </a:extLst>
          </p:cNvPr>
          <p:cNvSpPr>
            <a:spLocks noGrp="1"/>
          </p:cNvSpPr>
          <p:nvPr/>
        </p:nvSpPr>
        <p:spPr>
          <a:xfrm>
            <a:off x="2106294" y="2513067"/>
            <a:ext cx="45341" cy="45341"/>
          </a:xfrm>
          <a:prstGeom prst="ellipse">
            <a:avLst/>
          </a:prstGeom>
          <a:solidFill>
            <a:srgbClr val="B08A60">
              <a:alpha val="40000"/>
            </a:srgbClr>
          </a:solidFill>
          <a:ln w="0">
            <a:noFill/>
            <a:prstDash val="solid"/>
          </a:ln>
        </p:spPr>
      </p:sp>
      <p:sp>
        <p:nvSpPr>
          <p:cNvPr id="1772" name="a_full_bar_ellipse_1771">
            <a:extLst>
              <a:ext uri="{FF2B5EF4-FFF2-40B4-BE49-F238E27FC236}">
                <a16:creationId xmlns:a16="http://schemas.microsoft.com/office/drawing/2014/main" id="{E3262407-0F5C-43E8-B527-B7A75BE9ED77}"/>
              </a:ext>
            </a:extLst>
          </p:cNvPr>
          <p:cNvSpPr>
            <a:spLocks noGrp="1"/>
          </p:cNvSpPr>
          <p:nvPr/>
        </p:nvSpPr>
        <p:spPr>
          <a:xfrm>
            <a:off x="2175566" y="3006235"/>
            <a:ext cx="45341" cy="45341"/>
          </a:xfrm>
          <a:prstGeom prst="ellipse">
            <a:avLst/>
          </a:prstGeom>
          <a:solidFill>
            <a:srgbClr val="B08A60">
              <a:alpha val="40000"/>
            </a:srgbClr>
          </a:solidFill>
          <a:ln w="0">
            <a:noFill/>
            <a:prstDash val="solid"/>
          </a:ln>
        </p:spPr>
      </p:sp>
      <p:sp>
        <p:nvSpPr>
          <p:cNvPr id="1773" name="a_full_bar_ellipse_1772">
            <a:extLst>
              <a:ext uri="{FF2B5EF4-FFF2-40B4-BE49-F238E27FC236}">
                <a16:creationId xmlns:a16="http://schemas.microsoft.com/office/drawing/2014/main" id="{9DEFEC1B-0BAB-4918-A4AB-769040EA89A6}"/>
              </a:ext>
            </a:extLst>
          </p:cNvPr>
          <p:cNvSpPr>
            <a:spLocks noGrp="1"/>
          </p:cNvSpPr>
          <p:nvPr/>
        </p:nvSpPr>
        <p:spPr>
          <a:xfrm>
            <a:off x="2101913" y="2957197"/>
            <a:ext cx="45341" cy="45341"/>
          </a:xfrm>
          <a:prstGeom prst="ellipse">
            <a:avLst/>
          </a:prstGeom>
          <a:solidFill>
            <a:srgbClr val="B08A60">
              <a:alpha val="40000"/>
            </a:srgbClr>
          </a:solidFill>
          <a:ln w="0">
            <a:noFill/>
            <a:prstDash val="solid"/>
          </a:ln>
        </p:spPr>
      </p:sp>
      <p:sp>
        <p:nvSpPr>
          <p:cNvPr id="1774" name="a_full_bar_ellipse_1773">
            <a:extLst>
              <a:ext uri="{FF2B5EF4-FFF2-40B4-BE49-F238E27FC236}">
                <a16:creationId xmlns:a16="http://schemas.microsoft.com/office/drawing/2014/main" id="{5AA51CF5-BA67-4F99-BA69-A7E9DDCE3095}"/>
              </a:ext>
            </a:extLst>
          </p:cNvPr>
          <p:cNvSpPr>
            <a:spLocks noGrp="1"/>
          </p:cNvSpPr>
          <p:nvPr/>
        </p:nvSpPr>
        <p:spPr>
          <a:xfrm>
            <a:off x="2192532" y="3672853"/>
            <a:ext cx="45341" cy="45341"/>
          </a:xfrm>
          <a:prstGeom prst="ellipse">
            <a:avLst/>
          </a:prstGeom>
          <a:solidFill>
            <a:srgbClr val="B08A60">
              <a:alpha val="40000"/>
            </a:srgbClr>
          </a:solidFill>
          <a:ln w="0">
            <a:noFill/>
            <a:prstDash val="solid"/>
          </a:ln>
        </p:spPr>
      </p:sp>
      <p:sp>
        <p:nvSpPr>
          <p:cNvPr id="1775" name="a_full_bar_ellipse_1774">
            <a:extLst>
              <a:ext uri="{FF2B5EF4-FFF2-40B4-BE49-F238E27FC236}">
                <a16:creationId xmlns:a16="http://schemas.microsoft.com/office/drawing/2014/main" id="{6A6C8027-A9E1-4AAC-A224-B3A60BB96695}"/>
              </a:ext>
            </a:extLst>
          </p:cNvPr>
          <p:cNvSpPr>
            <a:spLocks noGrp="1"/>
          </p:cNvSpPr>
          <p:nvPr/>
        </p:nvSpPr>
        <p:spPr>
          <a:xfrm>
            <a:off x="2269499" y="2612073"/>
            <a:ext cx="45341" cy="45341"/>
          </a:xfrm>
          <a:prstGeom prst="ellipse">
            <a:avLst/>
          </a:prstGeom>
          <a:solidFill>
            <a:srgbClr val="B08A60">
              <a:alpha val="40000"/>
            </a:srgbClr>
          </a:solidFill>
          <a:ln w="0">
            <a:noFill/>
            <a:prstDash val="solid"/>
          </a:ln>
        </p:spPr>
      </p:sp>
      <p:sp>
        <p:nvSpPr>
          <p:cNvPr id="1776" name="a_full_bar_ellipse_1775">
            <a:extLst>
              <a:ext uri="{FF2B5EF4-FFF2-40B4-BE49-F238E27FC236}">
                <a16:creationId xmlns:a16="http://schemas.microsoft.com/office/drawing/2014/main" id="{1FDA0E7F-9F3B-4250-A5B1-78B53172F128}"/>
              </a:ext>
            </a:extLst>
          </p:cNvPr>
          <p:cNvSpPr>
            <a:spLocks noGrp="1"/>
          </p:cNvSpPr>
          <p:nvPr/>
        </p:nvSpPr>
        <p:spPr>
          <a:xfrm>
            <a:off x="2170020" y="3255744"/>
            <a:ext cx="45341" cy="45341"/>
          </a:xfrm>
          <a:prstGeom prst="ellipse">
            <a:avLst/>
          </a:prstGeom>
          <a:solidFill>
            <a:srgbClr val="B08A60">
              <a:alpha val="40000"/>
            </a:srgbClr>
          </a:solidFill>
          <a:ln w="0">
            <a:noFill/>
            <a:prstDash val="solid"/>
          </a:ln>
        </p:spPr>
      </p:sp>
      <p:sp>
        <p:nvSpPr>
          <p:cNvPr id="1777" name="a_full_bar_ellipse_1776">
            <a:extLst>
              <a:ext uri="{FF2B5EF4-FFF2-40B4-BE49-F238E27FC236}">
                <a16:creationId xmlns:a16="http://schemas.microsoft.com/office/drawing/2014/main" id="{4D61170E-7533-4F71-B927-A8AA3AA1E677}"/>
              </a:ext>
            </a:extLst>
          </p:cNvPr>
          <p:cNvSpPr>
            <a:spLocks noGrp="1"/>
          </p:cNvSpPr>
          <p:nvPr/>
        </p:nvSpPr>
        <p:spPr>
          <a:xfrm>
            <a:off x="2217500" y="2729169"/>
            <a:ext cx="45341" cy="45341"/>
          </a:xfrm>
          <a:prstGeom prst="ellipse">
            <a:avLst/>
          </a:prstGeom>
          <a:solidFill>
            <a:srgbClr val="B08A60">
              <a:alpha val="40000"/>
            </a:srgbClr>
          </a:solidFill>
          <a:ln w="0">
            <a:noFill/>
            <a:prstDash val="solid"/>
          </a:ln>
        </p:spPr>
      </p:sp>
      <p:sp>
        <p:nvSpPr>
          <p:cNvPr id="1778" name="a_full_bar_ellipse_1777">
            <a:extLst>
              <a:ext uri="{FF2B5EF4-FFF2-40B4-BE49-F238E27FC236}">
                <a16:creationId xmlns:a16="http://schemas.microsoft.com/office/drawing/2014/main" id="{16EE5454-8E55-4EDA-B029-CFDA7A79ED87}"/>
              </a:ext>
            </a:extLst>
          </p:cNvPr>
          <p:cNvSpPr>
            <a:spLocks noGrp="1"/>
          </p:cNvSpPr>
          <p:nvPr/>
        </p:nvSpPr>
        <p:spPr>
          <a:xfrm>
            <a:off x="2251775" y="3642851"/>
            <a:ext cx="45341" cy="45341"/>
          </a:xfrm>
          <a:prstGeom prst="ellipse">
            <a:avLst/>
          </a:prstGeom>
          <a:solidFill>
            <a:srgbClr val="B08A60">
              <a:alpha val="40000"/>
            </a:srgbClr>
          </a:solidFill>
          <a:ln w="0">
            <a:noFill/>
            <a:prstDash val="solid"/>
          </a:ln>
        </p:spPr>
      </p:sp>
      <p:sp>
        <p:nvSpPr>
          <p:cNvPr id="1779" name="a_full_bar_ellipse_1778">
            <a:extLst>
              <a:ext uri="{FF2B5EF4-FFF2-40B4-BE49-F238E27FC236}">
                <a16:creationId xmlns:a16="http://schemas.microsoft.com/office/drawing/2014/main" id="{F603B089-C41D-4329-9B13-A004D5497F15}"/>
              </a:ext>
            </a:extLst>
          </p:cNvPr>
          <p:cNvSpPr>
            <a:spLocks noGrp="1"/>
          </p:cNvSpPr>
          <p:nvPr/>
        </p:nvSpPr>
        <p:spPr>
          <a:xfrm>
            <a:off x="2167413" y="3082750"/>
            <a:ext cx="45341" cy="45341"/>
          </a:xfrm>
          <a:prstGeom prst="ellipse">
            <a:avLst/>
          </a:prstGeom>
          <a:solidFill>
            <a:srgbClr val="B08A60">
              <a:alpha val="40000"/>
            </a:srgbClr>
          </a:solidFill>
          <a:ln w="0">
            <a:noFill/>
            <a:prstDash val="solid"/>
          </a:ln>
        </p:spPr>
      </p:sp>
      <p:sp>
        <p:nvSpPr>
          <p:cNvPr id="1780" name="a_full_bar_ellipse_1779">
            <a:extLst>
              <a:ext uri="{FF2B5EF4-FFF2-40B4-BE49-F238E27FC236}">
                <a16:creationId xmlns:a16="http://schemas.microsoft.com/office/drawing/2014/main" id="{28BDCBF4-E978-4184-8094-5CB82D5B5041}"/>
              </a:ext>
            </a:extLst>
          </p:cNvPr>
          <p:cNvSpPr>
            <a:spLocks noGrp="1"/>
          </p:cNvSpPr>
          <p:nvPr/>
        </p:nvSpPr>
        <p:spPr>
          <a:xfrm>
            <a:off x="2242245" y="4347335"/>
            <a:ext cx="45341" cy="45341"/>
          </a:xfrm>
          <a:prstGeom prst="ellipse">
            <a:avLst/>
          </a:prstGeom>
          <a:solidFill>
            <a:srgbClr val="B08A60">
              <a:alpha val="40000"/>
            </a:srgbClr>
          </a:solidFill>
          <a:ln w="0">
            <a:noFill/>
            <a:prstDash val="solid"/>
          </a:ln>
        </p:spPr>
      </p:sp>
      <p:sp>
        <p:nvSpPr>
          <p:cNvPr id="1781" name="a_full_bar_ellipse_1780">
            <a:extLst>
              <a:ext uri="{FF2B5EF4-FFF2-40B4-BE49-F238E27FC236}">
                <a16:creationId xmlns:a16="http://schemas.microsoft.com/office/drawing/2014/main" id="{6092AE2C-49F3-4B7E-AAC7-BF3A2786CE04}"/>
              </a:ext>
            </a:extLst>
          </p:cNvPr>
          <p:cNvSpPr>
            <a:spLocks noGrp="1"/>
          </p:cNvSpPr>
          <p:nvPr/>
        </p:nvSpPr>
        <p:spPr>
          <a:xfrm>
            <a:off x="2149697" y="3279126"/>
            <a:ext cx="45341" cy="45341"/>
          </a:xfrm>
          <a:prstGeom prst="ellipse">
            <a:avLst/>
          </a:prstGeom>
          <a:solidFill>
            <a:srgbClr val="B08A60">
              <a:alpha val="40000"/>
            </a:srgbClr>
          </a:solidFill>
          <a:ln w="0">
            <a:noFill/>
            <a:prstDash val="solid"/>
          </a:ln>
        </p:spPr>
      </p:sp>
      <p:sp>
        <p:nvSpPr>
          <p:cNvPr id="1782" name="a_full_bar_ellipse_1781">
            <a:extLst>
              <a:ext uri="{FF2B5EF4-FFF2-40B4-BE49-F238E27FC236}">
                <a16:creationId xmlns:a16="http://schemas.microsoft.com/office/drawing/2014/main" id="{1E7B6DE6-8ECF-4FFF-B017-AA225E8E7948}"/>
              </a:ext>
            </a:extLst>
          </p:cNvPr>
          <p:cNvSpPr>
            <a:spLocks noGrp="1"/>
          </p:cNvSpPr>
          <p:nvPr/>
        </p:nvSpPr>
        <p:spPr>
          <a:xfrm>
            <a:off x="2138213" y="2610478"/>
            <a:ext cx="45341" cy="45341"/>
          </a:xfrm>
          <a:prstGeom prst="ellipse">
            <a:avLst/>
          </a:prstGeom>
          <a:solidFill>
            <a:srgbClr val="B08A60">
              <a:alpha val="40000"/>
            </a:srgbClr>
          </a:solidFill>
          <a:ln w="0">
            <a:noFill/>
            <a:prstDash val="solid"/>
          </a:ln>
        </p:spPr>
      </p:sp>
      <p:sp>
        <p:nvSpPr>
          <p:cNvPr id="1783" name="a_full_bar_ellipse_1782">
            <a:extLst>
              <a:ext uri="{FF2B5EF4-FFF2-40B4-BE49-F238E27FC236}">
                <a16:creationId xmlns:a16="http://schemas.microsoft.com/office/drawing/2014/main" id="{92E36EB7-0FE3-46BF-B5AC-33A295CD27C8}"/>
              </a:ext>
            </a:extLst>
          </p:cNvPr>
          <p:cNvSpPr>
            <a:spLocks noGrp="1"/>
          </p:cNvSpPr>
          <p:nvPr/>
        </p:nvSpPr>
        <p:spPr>
          <a:xfrm>
            <a:off x="2193109" y="4457382"/>
            <a:ext cx="45341" cy="45341"/>
          </a:xfrm>
          <a:prstGeom prst="ellipse">
            <a:avLst/>
          </a:prstGeom>
          <a:solidFill>
            <a:srgbClr val="B08A60">
              <a:alpha val="40000"/>
            </a:srgbClr>
          </a:solidFill>
          <a:ln w="0">
            <a:noFill/>
            <a:prstDash val="solid"/>
          </a:ln>
        </p:spPr>
      </p:sp>
      <p:sp>
        <p:nvSpPr>
          <p:cNvPr id="1784" name="a_full_bar_ellipse_1783">
            <a:extLst>
              <a:ext uri="{FF2B5EF4-FFF2-40B4-BE49-F238E27FC236}">
                <a16:creationId xmlns:a16="http://schemas.microsoft.com/office/drawing/2014/main" id="{CB7079B3-8C51-4FA3-AB7B-0259C2CFFB27}"/>
              </a:ext>
            </a:extLst>
          </p:cNvPr>
          <p:cNvSpPr>
            <a:spLocks noGrp="1"/>
          </p:cNvSpPr>
          <p:nvPr/>
        </p:nvSpPr>
        <p:spPr>
          <a:xfrm>
            <a:off x="2196249" y="3577760"/>
            <a:ext cx="45341" cy="45341"/>
          </a:xfrm>
          <a:prstGeom prst="ellipse">
            <a:avLst/>
          </a:prstGeom>
          <a:solidFill>
            <a:srgbClr val="B08A60">
              <a:alpha val="40000"/>
            </a:srgbClr>
          </a:solidFill>
          <a:ln w="0">
            <a:noFill/>
            <a:prstDash val="solid"/>
          </a:ln>
        </p:spPr>
      </p:sp>
      <p:sp>
        <p:nvSpPr>
          <p:cNvPr id="1785" name="a_full_bar_ellipse_1784">
            <a:extLst>
              <a:ext uri="{FF2B5EF4-FFF2-40B4-BE49-F238E27FC236}">
                <a16:creationId xmlns:a16="http://schemas.microsoft.com/office/drawing/2014/main" id="{922F830F-5FB2-47BE-AB26-B190EE7B7851}"/>
              </a:ext>
            </a:extLst>
          </p:cNvPr>
          <p:cNvSpPr>
            <a:spLocks noGrp="1"/>
          </p:cNvSpPr>
          <p:nvPr/>
        </p:nvSpPr>
        <p:spPr>
          <a:xfrm>
            <a:off x="2108870" y="4457382"/>
            <a:ext cx="45341" cy="45341"/>
          </a:xfrm>
          <a:prstGeom prst="ellipse">
            <a:avLst/>
          </a:prstGeom>
          <a:solidFill>
            <a:srgbClr val="B08A60">
              <a:alpha val="40000"/>
            </a:srgbClr>
          </a:solidFill>
          <a:ln w="0">
            <a:noFill/>
            <a:prstDash val="solid"/>
          </a:ln>
        </p:spPr>
      </p:sp>
      <p:sp>
        <p:nvSpPr>
          <p:cNvPr id="1786" name="a_full_bar_ellipse_1785">
            <a:extLst>
              <a:ext uri="{FF2B5EF4-FFF2-40B4-BE49-F238E27FC236}">
                <a16:creationId xmlns:a16="http://schemas.microsoft.com/office/drawing/2014/main" id="{1DF69280-F9EF-48DD-A411-EB8D7C7DD8DE}"/>
              </a:ext>
            </a:extLst>
          </p:cNvPr>
          <p:cNvSpPr>
            <a:spLocks noGrp="1"/>
          </p:cNvSpPr>
          <p:nvPr/>
        </p:nvSpPr>
        <p:spPr>
          <a:xfrm>
            <a:off x="2129249" y="4260629"/>
            <a:ext cx="45341" cy="45341"/>
          </a:xfrm>
          <a:prstGeom prst="ellipse">
            <a:avLst/>
          </a:prstGeom>
          <a:solidFill>
            <a:srgbClr val="B08A60">
              <a:alpha val="40000"/>
            </a:srgbClr>
          </a:solidFill>
          <a:ln w="0">
            <a:noFill/>
            <a:prstDash val="solid"/>
          </a:ln>
        </p:spPr>
      </p:sp>
      <p:sp>
        <p:nvSpPr>
          <p:cNvPr id="1787" name="a_full_bar_ellipse_1786">
            <a:extLst>
              <a:ext uri="{FF2B5EF4-FFF2-40B4-BE49-F238E27FC236}">
                <a16:creationId xmlns:a16="http://schemas.microsoft.com/office/drawing/2014/main" id="{C9BE3654-C854-4C50-9F1E-A89A90E81539}"/>
              </a:ext>
            </a:extLst>
          </p:cNvPr>
          <p:cNvSpPr>
            <a:spLocks noGrp="1"/>
          </p:cNvSpPr>
          <p:nvPr/>
        </p:nvSpPr>
        <p:spPr>
          <a:xfrm>
            <a:off x="2153524" y="4124233"/>
            <a:ext cx="45341" cy="45341"/>
          </a:xfrm>
          <a:prstGeom prst="ellipse">
            <a:avLst/>
          </a:prstGeom>
          <a:solidFill>
            <a:srgbClr val="B08A60">
              <a:alpha val="40000"/>
            </a:srgbClr>
          </a:solidFill>
          <a:ln w="0">
            <a:noFill/>
            <a:prstDash val="solid"/>
          </a:ln>
        </p:spPr>
      </p:sp>
      <p:sp>
        <p:nvSpPr>
          <p:cNvPr id="1788" name="a_full_bar_ellipse_1787">
            <a:extLst>
              <a:ext uri="{FF2B5EF4-FFF2-40B4-BE49-F238E27FC236}">
                <a16:creationId xmlns:a16="http://schemas.microsoft.com/office/drawing/2014/main" id="{907FC03D-5B5C-45D8-9F97-714805162134}"/>
              </a:ext>
            </a:extLst>
          </p:cNvPr>
          <p:cNvSpPr>
            <a:spLocks noGrp="1"/>
          </p:cNvSpPr>
          <p:nvPr/>
        </p:nvSpPr>
        <p:spPr>
          <a:xfrm>
            <a:off x="2188599" y="3120195"/>
            <a:ext cx="45341" cy="45341"/>
          </a:xfrm>
          <a:prstGeom prst="ellipse">
            <a:avLst/>
          </a:prstGeom>
          <a:solidFill>
            <a:srgbClr val="B08A60">
              <a:alpha val="40000"/>
            </a:srgbClr>
          </a:solidFill>
          <a:ln w="0">
            <a:noFill/>
            <a:prstDash val="solid"/>
          </a:ln>
        </p:spPr>
      </p:sp>
      <p:sp>
        <p:nvSpPr>
          <p:cNvPr id="1789" name="a_full_bar_ellipse_1788">
            <a:extLst>
              <a:ext uri="{FF2B5EF4-FFF2-40B4-BE49-F238E27FC236}">
                <a16:creationId xmlns:a16="http://schemas.microsoft.com/office/drawing/2014/main" id="{FFF0187C-564D-41B8-843B-D20AC0AD4FE8}"/>
              </a:ext>
            </a:extLst>
          </p:cNvPr>
          <p:cNvSpPr>
            <a:spLocks noGrp="1"/>
          </p:cNvSpPr>
          <p:nvPr/>
        </p:nvSpPr>
        <p:spPr>
          <a:xfrm>
            <a:off x="2116907" y="4457382"/>
            <a:ext cx="45341" cy="45341"/>
          </a:xfrm>
          <a:prstGeom prst="ellipse">
            <a:avLst/>
          </a:prstGeom>
          <a:solidFill>
            <a:srgbClr val="B08A60">
              <a:alpha val="40000"/>
            </a:srgbClr>
          </a:solidFill>
          <a:ln w="0">
            <a:noFill/>
            <a:prstDash val="solid"/>
          </a:ln>
        </p:spPr>
      </p:sp>
      <p:sp>
        <p:nvSpPr>
          <p:cNvPr id="1790" name="a_full_bar_ellipse_1789">
            <a:extLst>
              <a:ext uri="{FF2B5EF4-FFF2-40B4-BE49-F238E27FC236}">
                <a16:creationId xmlns:a16="http://schemas.microsoft.com/office/drawing/2014/main" id="{F3C8B97B-92D8-492A-8D93-AEB8F6E3029E}"/>
              </a:ext>
            </a:extLst>
          </p:cNvPr>
          <p:cNvSpPr>
            <a:spLocks noGrp="1"/>
          </p:cNvSpPr>
          <p:nvPr/>
        </p:nvSpPr>
        <p:spPr>
          <a:xfrm>
            <a:off x="2244066" y="2990731"/>
            <a:ext cx="45341" cy="45341"/>
          </a:xfrm>
          <a:prstGeom prst="ellipse">
            <a:avLst/>
          </a:prstGeom>
          <a:solidFill>
            <a:srgbClr val="B08A60">
              <a:alpha val="40000"/>
            </a:srgbClr>
          </a:solidFill>
          <a:ln w="0">
            <a:noFill/>
            <a:prstDash val="solid"/>
          </a:ln>
        </p:spPr>
      </p:sp>
      <p:sp>
        <p:nvSpPr>
          <p:cNvPr id="1791" name="a_full_bar_ellipse_1790">
            <a:extLst>
              <a:ext uri="{FF2B5EF4-FFF2-40B4-BE49-F238E27FC236}">
                <a16:creationId xmlns:a16="http://schemas.microsoft.com/office/drawing/2014/main" id="{B9AD4F86-A68B-4822-B131-668F3F7A8F4F}"/>
              </a:ext>
            </a:extLst>
          </p:cNvPr>
          <p:cNvSpPr>
            <a:spLocks noGrp="1"/>
          </p:cNvSpPr>
          <p:nvPr/>
        </p:nvSpPr>
        <p:spPr>
          <a:xfrm>
            <a:off x="2278965" y="2601082"/>
            <a:ext cx="45341" cy="45341"/>
          </a:xfrm>
          <a:prstGeom prst="ellipse">
            <a:avLst/>
          </a:prstGeom>
          <a:solidFill>
            <a:srgbClr val="B08A60">
              <a:alpha val="40000"/>
            </a:srgbClr>
          </a:solidFill>
          <a:ln w="0">
            <a:noFill/>
            <a:prstDash val="solid"/>
          </a:ln>
        </p:spPr>
      </p:sp>
      <p:sp>
        <p:nvSpPr>
          <p:cNvPr id="1792" name="a_full_bar_ellipse_1791">
            <a:extLst>
              <a:ext uri="{FF2B5EF4-FFF2-40B4-BE49-F238E27FC236}">
                <a16:creationId xmlns:a16="http://schemas.microsoft.com/office/drawing/2014/main" id="{62D32D0E-35EF-45C2-83F0-A7BA54B58DA0}"/>
              </a:ext>
            </a:extLst>
          </p:cNvPr>
          <p:cNvSpPr>
            <a:spLocks noGrp="1"/>
          </p:cNvSpPr>
          <p:nvPr/>
        </p:nvSpPr>
        <p:spPr>
          <a:xfrm>
            <a:off x="2163162" y="3630653"/>
            <a:ext cx="45341" cy="45341"/>
          </a:xfrm>
          <a:prstGeom prst="ellipse">
            <a:avLst/>
          </a:prstGeom>
          <a:solidFill>
            <a:srgbClr val="B08A60">
              <a:alpha val="40000"/>
            </a:srgbClr>
          </a:solidFill>
          <a:ln w="0">
            <a:noFill/>
            <a:prstDash val="solid"/>
          </a:ln>
        </p:spPr>
      </p:sp>
      <p:sp>
        <p:nvSpPr>
          <p:cNvPr id="1793" name="a_full_bar_ellipse_1792">
            <a:extLst>
              <a:ext uri="{FF2B5EF4-FFF2-40B4-BE49-F238E27FC236}">
                <a16:creationId xmlns:a16="http://schemas.microsoft.com/office/drawing/2014/main" id="{AC820085-2E1F-437F-9736-CBA0D78525B6}"/>
              </a:ext>
            </a:extLst>
          </p:cNvPr>
          <p:cNvSpPr>
            <a:spLocks noGrp="1"/>
          </p:cNvSpPr>
          <p:nvPr/>
        </p:nvSpPr>
        <p:spPr>
          <a:xfrm>
            <a:off x="2209062" y="2737441"/>
            <a:ext cx="45341" cy="45341"/>
          </a:xfrm>
          <a:prstGeom prst="ellipse">
            <a:avLst/>
          </a:prstGeom>
          <a:solidFill>
            <a:srgbClr val="B08A60">
              <a:alpha val="40000"/>
            </a:srgbClr>
          </a:solidFill>
          <a:ln w="0">
            <a:noFill/>
            <a:prstDash val="solid"/>
          </a:ln>
        </p:spPr>
      </p:sp>
      <p:sp>
        <p:nvSpPr>
          <p:cNvPr id="1794" name="a_full_bar_ellipse_1793">
            <a:extLst>
              <a:ext uri="{FF2B5EF4-FFF2-40B4-BE49-F238E27FC236}">
                <a16:creationId xmlns:a16="http://schemas.microsoft.com/office/drawing/2014/main" id="{C0BF425E-8919-4DDF-8373-D95C76829F7A}"/>
              </a:ext>
            </a:extLst>
          </p:cNvPr>
          <p:cNvSpPr>
            <a:spLocks noGrp="1"/>
          </p:cNvSpPr>
          <p:nvPr/>
        </p:nvSpPr>
        <p:spPr>
          <a:xfrm>
            <a:off x="2137593" y="4457382"/>
            <a:ext cx="45341" cy="45341"/>
          </a:xfrm>
          <a:prstGeom prst="ellipse">
            <a:avLst/>
          </a:prstGeom>
          <a:solidFill>
            <a:srgbClr val="B08A60">
              <a:alpha val="40000"/>
            </a:srgbClr>
          </a:solidFill>
          <a:ln w="0">
            <a:noFill/>
            <a:prstDash val="solid"/>
          </a:ln>
        </p:spPr>
      </p:sp>
      <p:sp>
        <p:nvSpPr>
          <p:cNvPr id="1795" name="a_full_bar_ellipse_1794">
            <a:extLst>
              <a:ext uri="{FF2B5EF4-FFF2-40B4-BE49-F238E27FC236}">
                <a16:creationId xmlns:a16="http://schemas.microsoft.com/office/drawing/2014/main" id="{BD284B96-177E-42A6-8D65-C93DEB2B049F}"/>
              </a:ext>
            </a:extLst>
          </p:cNvPr>
          <p:cNvSpPr>
            <a:spLocks noGrp="1"/>
          </p:cNvSpPr>
          <p:nvPr/>
        </p:nvSpPr>
        <p:spPr>
          <a:xfrm>
            <a:off x="2235482" y="2975697"/>
            <a:ext cx="45341" cy="45341"/>
          </a:xfrm>
          <a:prstGeom prst="ellipse">
            <a:avLst/>
          </a:prstGeom>
          <a:solidFill>
            <a:srgbClr val="B08A60">
              <a:alpha val="40000"/>
            </a:srgbClr>
          </a:solidFill>
          <a:ln w="0">
            <a:noFill/>
            <a:prstDash val="solid"/>
          </a:ln>
        </p:spPr>
      </p:sp>
      <p:sp>
        <p:nvSpPr>
          <p:cNvPr id="1796" name="a_full_bar_ellipse_1795">
            <a:extLst>
              <a:ext uri="{FF2B5EF4-FFF2-40B4-BE49-F238E27FC236}">
                <a16:creationId xmlns:a16="http://schemas.microsoft.com/office/drawing/2014/main" id="{C51015C5-93A0-424F-BF2E-15C9E0EA73EC}"/>
              </a:ext>
            </a:extLst>
          </p:cNvPr>
          <p:cNvSpPr>
            <a:spLocks noGrp="1"/>
          </p:cNvSpPr>
          <p:nvPr/>
        </p:nvSpPr>
        <p:spPr>
          <a:xfrm>
            <a:off x="2278144" y="3635029"/>
            <a:ext cx="45341" cy="45341"/>
          </a:xfrm>
          <a:prstGeom prst="ellipse">
            <a:avLst/>
          </a:prstGeom>
          <a:solidFill>
            <a:srgbClr val="B08A60">
              <a:alpha val="40000"/>
            </a:srgbClr>
          </a:solidFill>
          <a:ln w="0">
            <a:noFill/>
            <a:prstDash val="solid"/>
          </a:ln>
        </p:spPr>
      </p:sp>
      <p:sp>
        <p:nvSpPr>
          <p:cNvPr id="1797" name="a_full_bar_ellipse_1796">
            <a:extLst>
              <a:ext uri="{FF2B5EF4-FFF2-40B4-BE49-F238E27FC236}">
                <a16:creationId xmlns:a16="http://schemas.microsoft.com/office/drawing/2014/main" id="{157C1C5D-902B-4AA7-959F-BCF03EF936F9}"/>
              </a:ext>
            </a:extLst>
          </p:cNvPr>
          <p:cNvSpPr>
            <a:spLocks noGrp="1"/>
          </p:cNvSpPr>
          <p:nvPr/>
        </p:nvSpPr>
        <p:spPr>
          <a:xfrm>
            <a:off x="2281716" y="3731692"/>
            <a:ext cx="45341" cy="45341"/>
          </a:xfrm>
          <a:prstGeom prst="ellipse">
            <a:avLst/>
          </a:prstGeom>
          <a:solidFill>
            <a:srgbClr val="B08A60">
              <a:alpha val="40000"/>
            </a:srgbClr>
          </a:solidFill>
          <a:ln w="0">
            <a:noFill/>
            <a:prstDash val="solid"/>
          </a:ln>
        </p:spPr>
      </p:sp>
      <p:sp>
        <p:nvSpPr>
          <p:cNvPr id="1798" name="a_full_bar_ellipse_1797">
            <a:extLst>
              <a:ext uri="{FF2B5EF4-FFF2-40B4-BE49-F238E27FC236}">
                <a16:creationId xmlns:a16="http://schemas.microsoft.com/office/drawing/2014/main" id="{1AD02CC2-183B-48CC-B88A-6E83401D1A97}"/>
              </a:ext>
            </a:extLst>
          </p:cNvPr>
          <p:cNvSpPr>
            <a:spLocks noGrp="1"/>
          </p:cNvSpPr>
          <p:nvPr/>
        </p:nvSpPr>
        <p:spPr>
          <a:xfrm>
            <a:off x="2249475" y="2979709"/>
            <a:ext cx="45341" cy="45341"/>
          </a:xfrm>
          <a:prstGeom prst="ellipse">
            <a:avLst/>
          </a:prstGeom>
          <a:solidFill>
            <a:srgbClr val="B08A60">
              <a:alpha val="40000"/>
            </a:srgbClr>
          </a:solidFill>
          <a:ln w="0">
            <a:noFill/>
            <a:prstDash val="solid"/>
          </a:ln>
        </p:spPr>
      </p:sp>
      <p:sp>
        <p:nvSpPr>
          <p:cNvPr id="1799" name="a_full_bar_ellipse_1798">
            <a:extLst>
              <a:ext uri="{FF2B5EF4-FFF2-40B4-BE49-F238E27FC236}">
                <a16:creationId xmlns:a16="http://schemas.microsoft.com/office/drawing/2014/main" id="{5720DB0E-3850-4F4D-BAC2-F46CFBABC027}"/>
              </a:ext>
            </a:extLst>
          </p:cNvPr>
          <p:cNvSpPr>
            <a:spLocks noGrp="1"/>
          </p:cNvSpPr>
          <p:nvPr/>
        </p:nvSpPr>
        <p:spPr>
          <a:xfrm>
            <a:off x="2128960" y="2853437"/>
            <a:ext cx="45341" cy="45341"/>
          </a:xfrm>
          <a:prstGeom prst="ellipse">
            <a:avLst/>
          </a:prstGeom>
          <a:solidFill>
            <a:srgbClr val="B08A60">
              <a:alpha val="40000"/>
            </a:srgbClr>
          </a:solidFill>
          <a:ln w="0">
            <a:noFill/>
            <a:prstDash val="solid"/>
          </a:ln>
        </p:spPr>
      </p:sp>
      <p:sp>
        <p:nvSpPr>
          <p:cNvPr id="1800" name="a_full_bar_ellipse_1799">
            <a:extLst>
              <a:ext uri="{FF2B5EF4-FFF2-40B4-BE49-F238E27FC236}">
                <a16:creationId xmlns:a16="http://schemas.microsoft.com/office/drawing/2014/main" id="{0D04B655-18BD-4FA2-9948-6EC5DF2D3DDA}"/>
              </a:ext>
            </a:extLst>
          </p:cNvPr>
          <p:cNvSpPr>
            <a:spLocks noGrp="1"/>
          </p:cNvSpPr>
          <p:nvPr/>
        </p:nvSpPr>
        <p:spPr>
          <a:xfrm>
            <a:off x="2207737" y="4323201"/>
            <a:ext cx="45341" cy="45341"/>
          </a:xfrm>
          <a:prstGeom prst="ellipse">
            <a:avLst/>
          </a:prstGeom>
          <a:solidFill>
            <a:srgbClr val="B08A60">
              <a:alpha val="40000"/>
            </a:srgbClr>
          </a:solidFill>
          <a:ln w="0">
            <a:noFill/>
            <a:prstDash val="solid"/>
          </a:ln>
        </p:spPr>
      </p:sp>
      <p:sp>
        <p:nvSpPr>
          <p:cNvPr id="1801" name="a_full_bar_ellipse_1800">
            <a:extLst>
              <a:ext uri="{FF2B5EF4-FFF2-40B4-BE49-F238E27FC236}">
                <a16:creationId xmlns:a16="http://schemas.microsoft.com/office/drawing/2014/main" id="{3B245205-7D08-4E89-836F-15EC8E98A821}"/>
              </a:ext>
            </a:extLst>
          </p:cNvPr>
          <p:cNvSpPr>
            <a:spLocks noGrp="1"/>
          </p:cNvSpPr>
          <p:nvPr/>
        </p:nvSpPr>
        <p:spPr>
          <a:xfrm>
            <a:off x="2227331" y="2551059"/>
            <a:ext cx="45341" cy="45341"/>
          </a:xfrm>
          <a:prstGeom prst="ellipse">
            <a:avLst/>
          </a:prstGeom>
          <a:solidFill>
            <a:srgbClr val="B08A60">
              <a:alpha val="40000"/>
            </a:srgbClr>
          </a:solidFill>
          <a:ln w="0">
            <a:noFill/>
            <a:prstDash val="solid"/>
          </a:ln>
        </p:spPr>
      </p:sp>
      <p:sp>
        <p:nvSpPr>
          <p:cNvPr id="1802" name="a_full_bar_ellipse_1801">
            <a:extLst>
              <a:ext uri="{FF2B5EF4-FFF2-40B4-BE49-F238E27FC236}">
                <a16:creationId xmlns:a16="http://schemas.microsoft.com/office/drawing/2014/main" id="{D006445B-C599-40A6-B976-44A7A4154A9E}"/>
              </a:ext>
            </a:extLst>
          </p:cNvPr>
          <p:cNvSpPr>
            <a:spLocks noGrp="1"/>
          </p:cNvSpPr>
          <p:nvPr/>
        </p:nvSpPr>
        <p:spPr>
          <a:xfrm>
            <a:off x="2214781" y="2879645"/>
            <a:ext cx="45341" cy="45341"/>
          </a:xfrm>
          <a:prstGeom prst="ellipse">
            <a:avLst/>
          </a:prstGeom>
          <a:solidFill>
            <a:srgbClr val="B08A60">
              <a:alpha val="40000"/>
            </a:srgbClr>
          </a:solidFill>
          <a:ln w="0">
            <a:noFill/>
            <a:prstDash val="solid"/>
          </a:ln>
        </p:spPr>
      </p:sp>
      <p:sp>
        <p:nvSpPr>
          <p:cNvPr id="1803" name="a_full_bar_ellipse_1802">
            <a:extLst>
              <a:ext uri="{FF2B5EF4-FFF2-40B4-BE49-F238E27FC236}">
                <a16:creationId xmlns:a16="http://schemas.microsoft.com/office/drawing/2014/main" id="{0167438D-1CCC-4A65-8D18-9AB6F7E0FFEF}"/>
              </a:ext>
            </a:extLst>
          </p:cNvPr>
          <p:cNvSpPr>
            <a:spLocks noGrp="1"/>
          </p:cNvSpPr>
          <p:nvPr/>
        </p:nvSpPr>
        <p:spPr>
          <a:xfrm>
            <a:off x="2220339" y="3290002"/>
            <a:ext cx="45341" cy="45341"/>
          </a:xfrm>
          <a:prstGeom prst="ellipse">
            <a:avLst/>
          </a:prstGeom>
          <a:solidFill>
            <a:srgbClr val="B08A60">
              <a:alpha val="40000"/>
            </a:srgbClr>
          </a:solidFill>
          <a:ln w="0">
            <a:noFill/>
            <a:prstDash val="solid"/>
          </a:ln>
        </p:spPr>
      </p:sp>
      <p:sp>
        <p:nvSpPr>
          <p:cNvPr id="1804" name="a_full_bar_ellipse_1803">
            <a:extLst>
              <a:ext uri="{FF2B5EF4-FFF2-40B4-BE49-F238E27FC236}">
                <a16:creationId xmlns:a16="http://schemas.microsoft.com/office/drawing/2014/main" id="{5E6FB267-73F3-415C-9CCF-B3F17D29D17A}"/>
              </a:ext>
            </a:extLst>
          </p:cNvPr>
          <p:cNvSpPr>
            <a:spLocks noGrp="1"/>
          </p:cNvSpPr>
          <p:nvPr/>
        </p:nvSpPr>
        <p:spPr>
          <a:xfrm>
            <a:off x="2105055" y="4292498"/>
            <a:ext cx="45341" cy="45341"/>
          </a:xfrm>
          <a:prstGeom prst="ellipse">
            <a:avLst/>
          </a:prstGeom>
          <a:solidFill>
            <a:srgbClr val="B08A60">
              <a:alpha val="40000"/>
            </a:srgbClr>
          </a:solidFill>
          <a:ln w="0">
            <a:noFill/>
            <a:prstDash val="solid"/>
          </a:ln>
        </p:spPr>
      </p:sp>
      <p:sp>
        <p:nvSpPr>
          <p:cNvPr id="1805" name="a_full_bar_ellipse_1804">
            <a:extLst>
              <a:ext uri="{FF2B5EF4-FFF2-40B4-BE49-F238E27FC236}">
                <a16:creationId xmlns:a16="http://schemas.microsoft.com/office/drawing/2014/main" id="{7BBCCF5B-81FA-4C3D-918A-5239451B1BD7}"/>
              </a:ext>
            </a:extLst>
          </p:cNvPr>
          <p:cNvSpPr>
            <a:spLocks noGrp="1"/>
          </p:cNvSpPr>
          <p:nvPr/>
        </p:nvSpPr>
        <p:spPr>
          <a:xfrm>
            <a:off x="2214587" y="2500708"/>
            <a:ext cx="45341" cy="45341"/>
          </a:xfrm>
          <a:prstGeom prst="ellipse">
            <a:avLst/>
          </a:prstGeom>
          <a:solidFill>
            <a:srgbClr val="B08A60">
              <a:alpha val="40000"/>
            </a:srgbClr>
          </a:solidFill>
          <a:ln w="0">
            <a:noFill/>
            <a:prstDash val="solid"/>
          </a:ln>
        </p:spPr>
      </p:sp>
      <p:sp>
        <p:nvSpPr>
          <p:cNvPr id="1806" name="a_full_bar_ellipse_1805">
            <a:extLst>
              <a:ext uri="{FF2B5EF4-FFF2-40B4-BE49-F238E27FC236}">
                <a16:creationId xmlns:a16="http://schemas.microsoft.com/office/drawing/2014/main" id="{1B046B01-5501-4252-8AB2-BAC45D75DE99}"/>
              </a:ext>
            </a:extLst>
          </p:cNvPr>
          <p:cNvSpPr>
            <a:spLocks noGrp="1"/>
          </p:cNvSpPr>
          <p:nvPr/>
        </p:nvSpPr>
        <p:spPr>
          <a:xfrm>
            <a:off x="2235043" y="4057868"/>
            <a:ext cx="45341" cy="45341"/>
          </a:xfrm>
          <a:prstGeom prst="ellipse">
            <a:avLst/>
          </a:prstGeom>
          <a:solidFill>
            <a:srgbClr val="B08A60">
              <a:alpha val="40000"/>
            </a:srgbClr>
          </a:solidFill>
          <a:ln w="0">
            <a:noFill/>
            <a:prstDash val="solid"/>
          </a:ln>
        </p:spPr>
      </p:sp>
      <p:sp>
        <p:nvSpPr>
          <p:cNvPr id="1807" name="a_full_bar_ellipse_1806">
            <a:extLst>
              <a:ext uri="{FF2B5EF4-FFF2-40B4-BE49-F238E27FC236}">
                <a16:creationId xmlns:a16="http://schemas.microsoft.com/office/drawing/2014/main" id="{C41A5E24-E26E-43F8-A014-09E678D33878}"/>
              </a:ext>
            </a:extLst>
          </p:cNvPr>
          <p:cNvSpPr>
            <a:spLocks noGrp="1"/>
          </p:cNvSpPr>
          <p:nvPr/>
        </p:nvSpPr>
        <p:spPr>
          <a:xfrm>
            <a:off x="2176099" y="2729052"/>
            <a:ext cx="45341" cy="45341"/>
          </a:xfrm>
          <a:prstGeom prst="ellipse">
            <a:avLst/>
          </a:prstGeom>
          <a:solidFill>
            <a:srgbClr val="B08A60">
              <a:alpha val="40000"/>
            </a:srgbClr>
          </a:solidFill>
          <a:ln w="0">
            <a:noFill/>
            <a:prstDash val="solid"/>
          </a:ln>
        </p:spPr>
      </p:sp>
      <p:sp>
        <p:nvSpPr>
          <p:cNvPr id="1808" name="a_full_bar_ellipse_1807">
            <a:extLst>
              <a:ext uri="{FF2B5EF4-FFF2-40B4-BE49-F238E27FC236}">
                <a16:creationId xmlns:a16="http://schemas.microsoft.com/office/drawing/2014/main" id="{D2B7CDFB-3483-44F6-8AA5-6E0BE92FE512}"/>
              </a:ext>
            </a:extLst>
          </p:cNvPr>
          <p:cNvSpPr>
            <a:spLocks noGrp="1"/>
          </p:cNvSpPr>
          <p:nvPr/>
        </p:nvSpPr>
        <p:spPr>
          <a:xfrm>
            <a:off x="2153903" y="3561620"/>
            <a:ext cx="45341" cy="45341"/>
          </a:xfrm>
          <a:prstGeom prst="ellipse">
            <a:avLst/>
          </a:prstGeom>
          <a:solidFill>
            <a:srgbClr val="B08A60">
              <a:alpha val="40000"/>
            </a:srgbClr>
          </a:solidFill>
          <a:ln w="0">
            <a:noFill/>
            <a:prstDash val="solid"/>
          </a:ln>
        </p:spPr>
      </p:sp>
      <p:sp>
        <p:nvSpPr>
          <p:cNvPr id="1809" name="a_full_bar_ellipse_1808">
            <a:extLst>
              <a:ext uri="{FF2B5EF4-FFF2-40B4-BE49-F238E27FC236}">
                <a16:creationId xmlns:a16="http://schemas.microsoft.com/office/drawing/2014/main" id="{58FC35A8-9B73-4117-B709-7463F76DD087}"/>
              </a:ext>
            </a:extLst>
          </p:cNvPr>
          <p:cNvSpPr>
            <a:spLocks noGrp="1"/>
          </p:cNvSpPr>
          <p:nvPr/>
        </p:nvSpPr>
        <p:spPr>
          <a:xfrm>
            <a:off x="2103019" y="3629108"/>
            <a:ext cx="45341" cy="45341"/>
          </a:xfrm>
          <a:prstGeom prst="ellipse">
            <a:avLst/>
          </a:prstGeom>
          <a:solidFill>
            <a:srgbClr val="B08A60">
              <a:alpha val="40000"/>
            </a:srgbClr>
          </a:solidFill>
          <a:ln w="0">
            <a:noFill/>
            <a:prstDash val="solid"/>
          </a:ln>
        </p:spPr>
      </p:sp>
      <p:sp>
        <p:nvSpPr>
          <p:cNvPr id="1810" name="a_full_bar_ellipse_1809">
            <a:extLst>
              <a:ext uri="{FF2B5EF4-FFF2-40B4-BE49-F238E27FC236}">
                <a16:creationId xmlns:a16="http://schemas.microsoft.com/office/drawing/2014/main" id="{DAFA76DD-F80C-4893-848D-70A80D8F3119}"/>
              </a:ext>
            </a:extLst>
          </p:cNvPr>
          <p:cNvSpPr>
            <a:spLocks noGrp="1"/>
          </p:cNvSpPr>
          <p:nvPr/>
        </p:nvSpPr>
        <p:spPr>
          <a:xfrm>
            <a:off x="2090084" y="3559815"/>
            <a:ext cx="45341" cy="45341"/>
          </a:xfrm>
          <a:prstGeom prst="ellipse">
            <a:avLst/>
          </a:prstGeom>
          <a:solidFill>
            <a:srgbClr val="B08A60">
              <a:alpha val="40000"/>
            </a:srgbClr>
          </a:solidFill>
          <a:ln w="0">
            <a:noFill/>
            <a:prstDash val="solid"/>
          </a:ln>
        </p:spPr>
      </p:sp>
      <p:sp>
        <p:nvSpPr>
          <p:cNvPr id="1811" name="a_full_bar_ellipse_1810">
            <a:extLst>
              <a:ext uri="{FF2B5EF4-FFF2-40B4-BE49-F238E27FC236}">
                <a16:creationId xmlns:a16="http://schemas.microsoft.com/office/drawing/2014/main" id="{43B2505A-4A5A-4AB5-9DFC-EBEA4AA4C5A8}"/>
              </a:ext>
            </a:extLst>
          </p:cNvPr>
          <p:cNvSpPr>
            <a:spLocks noGrp="1"/>
          </p:cNvSpPr>
          <p:nvPr/>
        </p:nvSpPr>
        <p:spPr>
          <a:xfrm>
            <a:off x="2107441" y="3423579"/>
            <a:ext cx="45341" cy="45341"/>
          </a:xfrm>
          <a:prstGeom prst="ellipse">
            <a:avLst/>
          </a:prstGeom>
          <a:solidFill>
            <a:srgbClr val="B08A60">
              <a:alpha val="40000"/>
            </a:srgbClr>
          </a:solidFill>
          <a:ln w="0">
            <a:noFill/>
            <a:prstDash val="solid"/>
          </a:ln>
        </p:spPr>
      </p:sp>
      <p:sp>
        <p:nvSpPr>
          <p:cNvPr id="1812" name="a_full_bar_ellipse_1811">
            <a:extLst>
              <a:ext uri="{FF2B5EF4-FFF2-40B4-BE49-F238E27FC236}">
                <a16:creationId xmlns:a16="http://schemas.microsoft.com/office/drawing/2014/main" id="{2869BB47-7845-466F-BB36-94268817989C}"/>
              </a:ext>
            </a:extLst>
          </p:cNvPr>
          <p:cNvSpPr>
            <a:spLocks noGrp="1"/>
          </p:cNvSpPr>
          <p:nvPr/>
        </p:nvSpPr>
        <p:spPr>
          <a:xfrm>
            <a:off x="2206332" y="2516746"/>
            <a:ext cx="45341" cy="45341"/>
          </a:xfrm>
          <a:prstGeom prst="ellipse">
            <a:avLst/>
          </a:prstGeom>
          <a:solidFill>
            <a:srgbClr val="B08A60">
              <a:alpha val="40000"/>
            </a:srgbClr>
          </a:solidFill>
          <a:ln w="0">
            <a:noFill/>
            <a:prstDash val="solid"/>
          </a:ln>
        </p:spPr>
      </p:sp>
      <p:sp>
        <p:nvSpPr>
          <p:cNvPr id="1813" name="a_full_bar_ellipse_1812">
            <a:extLst>
              <a:ext uri="{FF2B5EF4-FFF2-40B4-BE49-F238E27FC236}">
                <a16:creationId xmlns:a16="http://schemas.microsoft.com/office/drawing/2014/main" id="{7E677D32-78B6-41EB-9231-586FD5B821B6}"/>
              </a:ext>
            </a:extLst>
          </p:cNvPr>
          <p:cNvSpPr>
            <a:spLocks noGrp="1"/>
          </p:cNvSpPr>
          <p:nvPr/>
        </p:nvSpPr>
        <p:spPr>
          <a:xfrm>
            <a:off x="2287575" y="3942624"/>
            <a:ext cx="45341" cy="45341"/>
          </a:xfrm>
          <a:prstGeom prst="ellipse">
            <a:avLst/>
          </a:prstGeom>
          <a:solidFill>
            <a:srgbClr val="B08A60">
              <a:alpha val="40000"/>
            </a:srgbClr>
          </a:solidFill>
          <a:ln w="0">
            <a:noFill/>
            <a:prstDash val="solid"/>
          </a:ln>
        </p:spPr>
      </p:sp>
      <p:sp>
        <p:nvSpPr>
          <p:cNvPr id="1814" name="a_full_bar_ellipse_1813">
            <a:extLst>
              <a:ext uri="{FF2B5EF4-FFF2-40B4-BE49-F238E27FC236}">
                <a16:creationId xmlns:a16="http://schemas.microsoft.com/office/drawing/2014/main" id="{19AE60EE-CADE-44A6-9A31-8D38D11AFD3A}"/>
              </a:ext>
            </a:extLst>
          </p:cNvPr>
          <p:cNvSpPr>
            <a:spLocks noGrp="1"/>
          </p:cNvSpPr>
          <p:nvPr/>
        </p:nvSpPr>
        <p:spPr>
          <a:xfrm>
            <a:off x="2182080" y="4385615"/>
            <a:ext cx="45341" cy="45341"/>
          </a:xfrm>
          <a:prstGeom prst="ellipse">
            <a:avLst/>
          </a:prstGeom>
          <a:solidFill>
            <a:srgbClr val="B08A60">
              <a:alpha val="40000"/>
            </a:srgbClr>
          </a:solidFill>
          <a:ln w="0">
            <a:noFill/>
            <a:prstDash val="solid"/>
          </a:ln>
        </p:spPr>
      </p:sp>
      <p:sp>
        <p:nvSpPr>
          <p:cNvPr id="1815" name="a_full_bar_ellipse_1814">
            <a:extLst>
              <a:ext uri="{FF2B5EF4-FFF2-40B4-BE49-F238E27FC236}">
                <a16:creationId xmlns:a16="http://schemas.microsoft.com/office/drawing/2014/main" id="{5DB29347-7CFA-4EBE-A755-AC3C029EB456}"/>
              </a:ext>
            </a:extLst>
          </p:cNvPr>
          <p:cNvSpPr>
            <a:spLocks noGrp="1"/>
          </p:cNvSpPr>
          <p:nvPr/>
        </p:nvSpPr>
        <p:spPr>
          <a:xfrm>
            <a:off x="2252801" y="3376475"/>
            <a:ext cx="45341" cy="45341"/>
          </a:xfrm>
          <a:prstGeom prst="ellipse">
            <a:avLst/>
          </a:prstGeom>
          <a:solidFill>
            <a:srgbClr val="B08A60">
              <a:alpha val="40000"/>
            </a:srgbClr>
          </a:solidFill>
          <a:ln w="0">
            <a:noFill/>
            <a:prstDash val="solid"/>
          </a:ln>
        </p:spPr>
      </p:sp>
      <p:sp>
        <p:nvSpPr>
          <p:cNvPr id="1816" name="a_full_bar_ellipse_1815">
            <a:extLst>
              <a:ext uri="{FF2B5EF4-FFF2-40B4-BE49-F238E27FC236}">
                <a16:creationId xmlns:a16="http://schemas.microsoft.com/office/drawing/2014/main" id="{9AF28CEA-FD40-44BA-ADC3-66221C77B685}"/>
              </a:ext>
            </a:extLst>
          </p:cNvPr>
          <p:cNvSpPr>
            <a:spLocks noGrp="1"/>
          </p:cNvSpPr>
          <p:nvPr/>
        </p:nvSpPr>
        <p:spPr>
          <a:xfrm>
            <a:off x="2270490" y="3802841"/>
            <a:ext cx="45341" cy="45341"/>
          </a:xfrm>
          <a:prstGeom prst="ellipse">
            <a:avLst/>
          </a:prstGeom>
          <a:solidFill>
            <a:srgbClr val="B08A60">
              <a:alpha val="40000"/>
            </a:srgbClr>
          </a:solidFill>
          <a:ln w="0">
            <a:noFill/>
            <a:prstDash val="solid"/>
          </a:ln>
        </p:spPr>
      </p:sp>
      <p:sp>
        <p:nvSpPr>
          <p:cNvPr id="1817" name="a_full_bar_ellipse_1816">
            <a:extLst>
              <a:ext uri="{FF2B5EF4-FFF2-40B4-BE49-F238E27FC236}">
                <a16:creationId xmlns:a16="http://schemas.microsoft.com/office/drawing/2014/main" id="{A7DF54E7-645E-4978-BF0B-6DA1D9B3CEBA}"/>
              </a:ext>
            </a:extLst>
          </p:cNvPr>
          <p:cNvSpPr>
            <a:spLocks noGrp="1"/>
          </p:cNvSpPr>
          <p:nvPr/>
        </p:nvSpPr>
        <p:spPr>
          <a:xfrm>
            <a:off x="2214512" y="4457382"/>
            <a:ext cx="45341" cy="45341"/>
          </a:xfrm>
          <a:prstGeom prst="ellipse">
            <a:avLst/>
          </a:prstGeom>
          <a:solidFill>
            <a:srgbClr val="B08A60">
              <a:alpha val="40000"/>
            </a:srgbClr>
          </a:solidFill>
          <a:ln w="0">
            <a:noFill/>
            <a:prstDash val="solid"/>
          </a:ln>
        </p:spPr>
      </p:sp>
      <p:sp>
        <p:nvSpPr>
          <p:cNvPr id="1818" name="a_full_bar_ellipse_1817">
            <a:extLst>
              <a:ext uri="{FF2B5EF4-FFF2-40B4-BE49-F238E27FC236}">
                <a16:creationId xmlns:a16="http://schemas.microsoft.com/office/drawing/2014/main" id="{03AAD41A-822E-4665-B8E4-6E85EB74DD6F}"/>
              </a:ext>
            </a:extLst>
          </p:cNvPr>
          <p:cNvSpPr>
            <a:spLocks noGrp="1"/>
          </p:cNvSpPr>
          <p:nvPr/>
        </p:nvSpPr>
        <p:spPr>
          <a:xfrm>
            <a:off x="2148585" y="4310484"/>
            <a:ext cx="45341" cy="45341"/>
          </a:xfrm>
          <a:prstGeom prst="ellipse">
            <a:avLst/>
          </a:prstGeom>
          <a:solidFill>
            <a:srgbClr val="B08A60">
              <a:alpha val="40000"/>
            </a:srgbClr>
          </a:solidFill>
          <a:ln w="0">
            <a:noFill/>
            <a:prstDash val="solid"/>
          </a:ln>
        </p:spPr>
      </p:sp>
      <p:sp>
        <p:nvSpPr>
          <p:cNvPr id="1819" name="a_full_bar_ellipse_1818">
            <a:extLst>
              <a:ext uri="{FF2B5EF4-FFF2-40B4-BE49-F238E27FC236}">
                <a16:creationId xmlns:a16="http://schemas.microsoft.com/office/drawing/2014/main" id="{76852CAD-EC00-45C2-B327-881DF3EB0243}"/>
              </a:ext>
            </a:extLst>
          </p:cNvPr>
          <p:cNvSpPr>
            <a:spLocks noGrp="1"/>
          </p:cNvSpPr>
          <p:nvPr/>
        </p:nvSpPr>
        <p:spPr>
          <a:xfrm>
            <a:off x="2132931" y="4457382"/>
            <a:ext cx="45341" cy="45341"/>
          </a:xfrm>
          <a:prstGeom prst="ellipse">
            <a:avLst/>
          </a:prstGeom>
          <a:solidFill>
            <a:srgbClr val="B08A60">
              <a:alpha val="40000"/>
            </a:srgbClr>
          </a:solidFill>
          <a:ln w="0">
            <a:noFill/>
            <a:prstDash val="solid"/>
          </a:ln>
        </p:spPr>
      </p:sp>
      <p:sp>
        <p:nvSpPr>
          <p:cNvPr id="1820" name="a_full_bar_ellipse_1819">
            <a:extLst>
              <a:ext uri="{FF2B5EF4-FFF2-40B4-BE49-F238E27FC236}">
                <a16:creationId xmlns:a16="http://schemas.microsoft.com/office/drawing/2014/main" id="{11A65617-D9C2-4E2D-95ED-A25C71E8D245}"/>
              </a:ext>
            </a:extLst>
          </p:cNvPr>
          <p:cNvSpPr>
            <a:spLocks noGrp="1"/>
          </p:cNvSpPr>
          <p:nvPr/>
        </p:nvSpPr>
        <p:spPr>
          <a:xfrm>
            <a:off x="2219885" y="4457382"/>
            <a:ext cx="45341" cy="45341"/>
          </a:xfrm>
          <a:prstGeom prst="ellipse">
            <a:avLst/>
          </a:prstGeom>
          <a:solidFill>
            <a:srgbClr val="B08A60">
              <a:alpha val="40000"/>
            </a:srgbClr>
          </a:solidFill>
          <a:ln w="0">
            <a:noFill/>
            <a:prstDash val="solid"/>
          </a:ln>
        </p:spPr>
      </p:sp>
      <p:sp>
        <p:nvSpPr>
          <p:cNvPr id="1821" name="a_full_bar_ellipse_1820">
            <a:extLst>
              <a:ext uri="{FF2B5EF4-FFF2-40B4-BE49-F238E27FC236}">
                <a16:creationId xmlns:a16="http://schemas.microsoft.com/office/drawing/2014/main" id="{A786E395-AE31-4E81-A331-237D1ECF591D}"/>
              </a:ext>
            </a:extLst>
          </p:cNvPr>
          <p:cNvSpPr>
            <a:spLocks noGrp="1"/>
          </p:cNvSpPr>
          <p:nvPr/>
        </p:nvSpPr>
        <p:spPr>
          <a:xfrm>
            <a:off x="3740489" y="2025341"/>
            <a:ext cx="45341" cy="45341"/>
          </a:xfrm>
          <a:prstGeom prst="ellipse">
            <a:avLst/>
          </a:prstGeom>
          <a:solidFill>
            <a:srgbClr val="B08A60">
              <a:alpha val="40000"/>
            </a:srgbClr>
          </a:solidFill>
          <a:ln w="0">
            <a:noFill/>
            <a:prstDash val="solid"/>
          </a:ln>
        </p:spPr>
      </p:sp>
      <p:sp>
        <p:nvSpPr>
          <p:cNvPr id="1822" name="a_full_bar_ellipse_1821">
            <a:extLst>
              <a:ext uri="{FF2B5EF4-FFF2-40B4-BE49-F238E27FC236}">
                <a16:creationId xmlns:a16="http://schemas.microsoft.com/office/drawing/2014/main" id="{C077B319-681F-4132-AABD-C9C090472266}"/>
              </a:ext>
            </a:extLst>
          </p:cNvPr>
          <p:cNvSpPr>
            <a:spLocks noGrp="1"/>
          </p:cNvSpPr>
          <p:nvPr/>
        </p:nvSpPr>
        <p:spPr>
          <a:xfrm>
            <a:off x="3624173" y="4457382"/>
            <a:ext cx="45341" cy="45341"/>
          </a:xfrm>
          <a:prstGeom prst="ellipse">
            <a:avLst/>
          </a:prstGeom>
          <a:solidFill>
            <a:srgbClr val="B08A60">
              <a:alpha val="40000"/>
            </a:srgbClr>
          </a:solidFill>
          <a:ln w="0">
            <a:noFill/>
            <a:prstDash val="solid"/>
          </a:ln>
        </p:spPr>
      </p:sp>
      <p:sp>
        <p:nvSpPr>
          <p:cNvPr id="1823" name="a_full_bar_ellipse_1822">
            <a:extLst>
              <a:ext uri="{FF2B5EF4-FFF2-40B4-BE49-F238E27FC236}">
                <a16:creationId xmlns:a16="http://schemas.microsoft.com/office/drawing/2014/main" id="{8FB9050D-3F72-4518-8FA1-94EF96838E7E}"/>
              </a:ext>
            </a:extLst>
          </p:cNvPr>
          <p:cNvSpPr>
            <a:spLocks noGrp="1"/>
          </p:cNvSpPr>
          <p:nvPr/>
        </p:nvSpPr>
        <p:spPr>
          <a:xfrm>
            <a:off x="3720779" y="2025341"/>
            <a:ext cx="45341" cy="45341"/>
          </a:xfrm>
          <a:prstGeom prst="ellipse">
            <a:avLst/>
          </a:prstGeom>
          <a:solidFill>
            <a:srgbClr val="B08A60">
              <a:alpha val="40000"/>
            </a:srgbClr>
          </a:solidFill>
          <a:ln w="0">
            <a:noFill/>
            <a:prstDash val="solid"/>
          </a:ln>
        </p:spPr>
      </p:sp>
      <p:sp>
        <p:nvSpPr>
          <p:cNvPr id="1824" name="a_full_bar_ellipse_1823">
            <a:extLst>
              <a:ext uri="{FF2B5EF4-FFF2-40B4-BE49-F238E27FC236}">
                <a16:creationId xmlns:a16="http://schemas.microsoft.com/office/drawing/2014/main" id="{6C85FF9A-18E1-42CF-893C-84EAAD1CC7CE}"/>
              </a:ext>
            </a:extLst>
          </p:cNvPr>
          <p:cNvSpPr>
            <a:spLocks noGrp="1"/>
          </p:cNvSpPr>
          <p:nvPr/>
        </p:nvSpPr>
        <p:spPr>
          <a:xfrm>
            <a:off x="3766880" y="4457382"/>
            <a:ext cx="45341" cy="45341"/>
          </a:xfrm>
          <a:prstGeom prst="ellipse">
            <a:avLst/>
          </a:prstGeom>
          <a:solidFill>
            <a:srgbClr val="B08A60">
              <a:alpha val="40000"/>
            </a:srgbClr>
          </a:solidFill>
          <a:ln w="0">
            <a:noFill/>
            <a:prstDash val="solid"/>
          </a:ln>
        </p:spPr>
      </p:sp>
      <p:sp>
        <p:nvSpPr>
          <p:cNvPr id="1825" name="a_full_bar_ellipse_1824">
            <a:extLst>
              <a:ext uri="{FF2B5EF4-FFF2-40B4-BE49-F238E27FC236}">
                <a16:creationId xmlns:a16="http://schemas.microsoft.com/office/drawing/2014/main" id="{615902A8-D427-4716-B4F5-CB446532F4A9}"/>
              </a:ext>
            </a:extLst>
          </p:cNvPr>
          <p:cNvSpPr>
            <a:spLocks noGrp="1"/>
          </p:cNvSpPr>
          <p:nvPr/>
        </p:nvSpPr>
        <p:spPr>
          <a:xfrm>
            <a:off x="3595057" y="3049358"/>
            <a:ext cx="45341" cy="45341"/>
          </a:xfrm>
          <a:prstGeom prst="ellipse">
            <a:avLst/>
          </a:prstGeom>
          <a:solidFill>
            <a:srgbClr val="B08A60">
              <a:alpha val="40000"/>
            </a:srgbClr>
          </a:solidFill>
          <a:ln w="0">
            <a:noFill/>
            <a:prstDash val="solid"/>
          </a:ln>
        </p:spPr>
      </p:sp>
      <p:sp>
        <p:nvSpPr>
          <p:cNvPr id="1826" name="a_full_bar_ellipse_1825">
            <a:extLst>
              <a:ext uri="{FF2B5EF4-FFF2-40B4-BE49-F238E27FC236}">
                <a16:creationId xmlns:a16="http://schemas.microsoft.com/office/drawing/2014/main" id="{94F2C959-D199-4739-AE18-17A14075FF3E}"/>
              </a:ext>
            </a:extLst>
          </p:cNvPr>
          <p:cNvSpPr>
            <a:spLocks noGrp="1"/>
          </p:cNvSpPr>
          <p:nvPr/>
        </p:nvSpPr>
        <p:spPr>
          <a:xfrm>
            <a:off x="3688236" y="4457382"/>
            <a:ext cx="45341" cy="45341"/>
          </a:xfrm>
          <a:prstGeom prst="ellipse">
            <a:avLst/>
          </a:prstGeom>
          <a:solidFill>
            <a:srgbClr val="B08A60">
              <a:alpha val="40000"/>
            </a:srgbClr>
          </a:solidFill>
          <a:ln w="0">
            <a:noFill/>
            <a:prstDash val="solid"/>
          </a:ln>
        </p:spPr>
      </p:sp>
      <p:sp>
        <p:nvSpPr>
          <p:cNvPr id="1827" name="a_full_bar_ellipse_1826">
            <a:extLst>
              <a:ext uri="{FF2B5EF4-FFF2-40B4-BE49-F238E27FC236}">
                <a16:creationId xmlns:a16="http://schemas.microsoft.com/office/drawing/2014/main" id="{63872B37-598B-4A34-B54D-6BB6D4617A6B}"/>
              </a:ext>
            </a:extLst>
          </p:cNvPr>
          <p:cNvSpPr>
            <a:spLocks noGrp="1"/>
          </p:cNvSpPr>
          <p:nvPr/>
        </p:nvSpPr>
        <p:spPr>
          <a:xfrm>
            <a:off x="3710553" y="2025341"/>
            <a:ext cx="45341" cy="45341"/>
          </a:xfrm>
          <a:prstGeom prst="ellipse">
            <a:avLst/>
          </a:prstGeom>
          <a:solidFill>
            <a:srgbClr val="B08A60">
              <a:alpha val="40000"/>
            </a:srgbClr>
          </a:solidFill>
          <a:ln w="0">
            <a:noFill/>
            <a:prstDash val="solid"/>
          </a:ln>
        </p:spPr>
      </p:sp>
      <p:sp>
        <p:nvSpPr>
          <p:cNvPr id="1828" name="a_full_bar_ellipse_1827">
            <a:extLst>
              <a:ext uri="{FF2B5EF4-FFF2-40B4-BE49-F238E27FC236}">
                <a16:creationId xmlns:a16="http://schemas.microsoft.com/office/drawing/2014/main" id="{AD2F87CE-68C4-4CE5-96AC-6765BD95DE0B}"/>
              </a:ext>
            </a:extLst>
          </p:cNvPr>
          <p:cNvSpPr>
            <a:spLocks noGrp="1"/>
          </p:cNvSpPr>
          <p:nvPr/>
        </p:nvSpPr>
        <p:spPr>
          <a:xfrm>
            <a:off x="3636325" y="2025341"/>
            <a:ext cx="45341" cy="45341"/>
          </a:xfrm>
          <a:prstGeom prst="ellipse">
            <a:avLst/>
          </a:prstGeom>
          <a:solidFill>
            <a:srgbClr val="B08A60">
              <a:alpha val="40000"/>
            </a:srgbClr>
          </a:solidFill>
          <a:ln w="0">
            <a:noFill/>
            <a:prstDash val="solid"/>
          </a:ln>
        </p:spPr>
      </p:sp>
      <p:sp>
        <p:nvSpPr>
          <p:cNvPr id="1829" name="a_full_bar_ellipse_1828">
            <a:extLst>
              <a:ext uri="{FF2B5EF4-FFF2-40B4-BE49-F238E27FC236}">
                <a16:creationId xmlns:a16="http://schemas.microsoft.com/office/drawing/2014/main" id="{96198B01-62C8-48DB-8528-9240C98D48FF}"/>
              </a:ext>
            </a:extLst>
          </p:cNvPr>
          <p:cNvSpPr>
            <a:spLocks noGrp="1"/>
          </p:cNvSpPr>
          <p:nvPr/>
        </p:nvSpPr>
        <p:spPr>
          <a:xfrm>
            <a:off x="3780457" y="3881799"/>
            <a:ext cx="45341" cy="45341"/>
          </a:xfrm>
          <a:prstGeom prst="ellipse">
            <a:avLst/>
          </a:prstGeom>
          <a:solidFill>
            <a:srgbClr val="B08A60">
              <a:alpha val="40000"/>
            </a:srgbClr>
          </a:solidFill>
          <a:ln w="0">
            <a:noFill/>
            <a:prstDash val="solid"/>
          </a:ln>
        </p:spPr>
      </p:sp>
      <p:sp>
        <p:nvSpPr>
          <p:cNvPr id="1830" name="a_full_bar_ellipse_1829">
            <a:extLst>
              <a:ext uri="{FF2B5EF4-FFF2-40B4-BE49-F238E27FC236}">
                <a16:creationId xmlns:a16="http://schemas.microsoft.com/office/drawing/2014/main" id="{0400362D-A33A-4B15-9E13-4485C7D2576E}"/>
              </a:ext>
            </a:extLst>
          </p:cNvPr>
          <p:cNvSpPr>
            <a:spLocks noGrp="1"/>
          </p:cNvSpPr>
          <p:nvPr/>
        </p:nvSpPr>
        <p:spPr>
          <a:xfrm>
            <a:off x="3735555" y="2025341"/>
            <a:ext cx="45341" cy="45341"/>
          </a:xfrm>
          <a:prstGeom prst="ellipse">
            <a:avLst/>
          </a:prstGeom>
          <a:solidFill>
            <a:srgbClr val="B08A60">
              <a:alpha val="40000"/>
            </a:srgbClr>
          </a:solidFill>
          <a:ln w="0">
            <a:noFill/>
            <a:prstDash val="solid"/>
          </a:ln>
        </p:spPr>
      </p:sp>
      <p:sp>
        <p:nvSpPr>
          <p:cNvPr id="1831" name="a_full_bar_ellipse_1830">
            <a:extLst>
              <a:ext uri="{FF2B5EF4-FFF2-40B4-BE49-F238E27FC236}">
                <a16:creationId xmlns:a16="http://schemas.microsoft.com/office/drawing/2014/main" id="{1CBF84D1-8F94-4341-83BB-095CECF31383}"/>
              </a:ext>
            </a:extLst>
          </p:cNvPr>
          <p:cNvSpPr>
            <a:spLocks noGrp="1"/>
          </p:cNvSpPr>
          <p:nvPr/>
        </p:nvSpPr>
        <p:spPr>
          <a:xfrm>
            <a:off x="3613035" y="2706004"/>
            <a:ext cx="45341" cy="45341"/>
          </a:xfrm>
          <a:prstGeom prst="ellipse">
            <a:avLst/>
          </a:prstGeom>
          <a:solidFill>
            <a:srgbClr val="B08A60">
              <a:alpha val="40000"/>
            </a:srgbClr>
          </a:solidFill>
          <a:ln w="0">
            <a:noFill/>
            <a:prstDash val="solid"/>
          </a:ln>
        </p:spPr>
      </p:sp>
      <p:sp>
        <p:nvSpPr>
          <p:cNvPr id="1832" name="a_full_bar_ellipse_1831">
            <a:extLst>
              <a:ext uri="{FF2B5EF4-FFF2-40B4-BE49-F238E27FC236}">
                <a16:creationId xmlns:a16="http://schemas.microsoft.com/office/drawing/2014/main" id="{ABA04C5C-A804-487B-905D-AD28E7A33226}"/>
              </a:ext>
            </a:extLst>
          </p:cNvPr>
          <p:cNvSpPr>
            <a:spLocks noGrp="1"/>
          </p:cNvSpPr>
          <p:nvPr/>
        </p:nvSpPr>
        <p:spPr>
          <a:xfrm>
            <a:off x="3674882" y="2468320"/>
            <a:ext cx="45341" cy="45341"/>
          </a:xfrm>
          <a:prstGeom prst="ellipse">
            <a:avLst/>
          </a:prstGeom>
          <a:solidFill>
            <a:srgbClr val="B08A60">
              <a:alpha val="40000"/>
            </a:srgbClr>
          </a:solidFill>
          <a:ln w="0">
            <a:noFill/>
            <a:prstDash val="solid"/>
          </a:ln>
        </p:spPr>
      </p:sp>
      <p:sp>
        <p:nvSpPr>
          <p:cNvPr id="1833" name="a_full_bar_ellipse_1832">
            <a:extLst>
              <a:ext uri="{FF2B5EF4-FFF2-40B4-BE49-F238E27FC236}">
                <a16:creationId xmlns:a16="http://schemas.microsoft.com/office/drawing/2014/main" id="{2EA16F1E-5642-4843-B8BF-643CB833E53D}"/>
              </a:ext>
            </a:extLst>
          </p:cNvPr>
          <p:cNvSpPr>
            <a:spLocks noGrp="1"/>
          </p:cNvSpPr>
          <p:nvPr/>
        </p:nvSpPr>
        <p:spPr>
          <a:xfrm>
            <a:off x="3690211" y="2788539"/>
            <a:ext cx="45341" cy="45341"/>
          </a:xfrm>
          <a:prstGeom prst="ellipse">
            <a:avLst/>
          </a:prstGeom>
          <a:solidFill>
            <a:srgbClr val="B08A60">
              <a:alpha val="40000"/>
            </a:srgbClr>
          </a:solidFill>
          <a:ln w="0">
            <a:noFill/>
            <a:prstDash val="solid"/>
          </a:ln>
        </p:spPr>
      </p:sp>
      <p:sp>
        <p:nvSpPr>
          <p:cNvPr id="1834" name="a_full_bar_ellipse_1833">
            <a:extLst>
              <a:ext uri="{FF2B5EF4-FFF2-40B4-BE49-F238E27FC236}">
                <a16:creationId xmlns:a16="http://schemas.microsoft.com/office/drawing/2014/main" id="{0BE3C1C4-61C8-40B2-9846-D3592635E6EB}"/>
              </a:ext>
            </a:extLst>
          </p:cNvPr>
          <p:cNvSpPr>
            <a:spLocks noGrp="1"/>
          </p:cNvSpPr>
          <p:nvPr/>
        </p:nvSpPr>
        <p:spPr>
          <a:xfrm>
            <a:off x="3691931" y="3241362"/>
            <a:ext cx="45341" cy="45341"/>
          </a:xfrm>
          <a:prstGeom prst="ellipse">
            <a:avLst/>
          </a:prstGeom>
          <a:solidFill>
            <a:srgbClr val="B08A60">
              <a:alpha val="40000"/>
            </a:srgbClr>
          </a:solidFill>
          <a:ln w="0">
            <a:noFill/>
            <a:prstDash val="solid"/>
          </a:ln>
        </p:spPr>
      </p:sp>
      <p:sp>
        <p:nvSpPr>
          <p:cNvPr id="1835" name="a_full_bar_ellipse_1834">
            <a:extLst>
              <a:ext uri="{FF2B5EF4-FFF2-40B4-BE49-F238E27FC236}">
                <a16:creationId xmlns:a16="http://schemas.microsoft.com/office/drawing/2014/main" id="{AE167433-B4E7-404F-AF55-4744B34D28D8}"/>
              </a:ext>
            </a:extLst>
          </p:cNvPr>
          <p:cNvSpPr>
            <a:spLocks noGrp="1"/>
          </p:cNvSpPr>
          <p:nvPr/>
        </p:nvSpPr>
        <p:spPr>
          <a:xfrm>
            <a:off x="3748349" y="3646702"/>
            <a:ext cx="45341" cy="45341"/>
          </a:xfrm>
          <a:prstGeom prst="ellipse">
            <a:avLst/>
          </a:prstGeom>
          <a:solidFill>
            <a:srgbClr val="B08A60">
              <a:alpha val="40000"/>
            </a:srgbClr>
          </a:solidFill>
          <a:ln w="0">
            <a:noFill/>
            <a:prstDash val="solid"/>
          </a:ln>
        </p:spPr>
      </p:sp>
      <p:sp>
        <p:nvSpPr>
          <p:cNvPr id="1836" name="a_full_bar_ellipse_1835">
            <a:extLst>
              <a:ext uri="{FF2B5EF4-FFF2-40B4-BE49-F238E27FC236}">
                <a16:creationId xmlns:a16="http://schemas.microsoft.com/office/drawing/2014/main" id="{8281D380-33DA-4704-B8D8-4B0B2FD6C1F5}"/>
              </a:ext>
            </a:extLst>
          </p:cNvPr>
          <p:cNvSpPr>
            <a:spLocks noGrp="1"/>
          </p:cNvSpPr>
          <p:nvPr/>
        </p:nvSpPr>
        <p:spPr>
          <a:xfrm>
            <a:off x="3735128" y="3241362"/>
            <a:ext cx="45341" cy="45341"/>
          </a:xfrm>
          <a:prstGeom prst="ellipse">
            <a:avLst/>
          </a:prstGeom>
          <a:solidFill>
            <a:srgbClr val="B08A60">
              <a:alpha val="40000"/>
            </a:srgbClr>
          </a:solidFill>
          <a:ln w="0">
            <a:noFill/>
            <a:prstDash val="solid"/>
          </a:ln>
        </p:spPr>
      </p:sp>
      <p:sp>
        <p:nvSpPr>
          <p:cNvPr id="1837" name="a_full_bar_ellipse_1836">
            <a:extLst>
              <a:ext uri="{FF2B5EF4-FFF2-40B4-BE49-F238E27FC236}">
                <a16:creationId xmlns:a16="http://schemas.microsoft.com/office/drawing/2014/main" id="{4E7B9A91-C917-482C-B399-C1C3F47BD8FF}"/>
              </a:ext>
            </a:extLst>
          </p:cNvPr>
          <p:cNvSpPr>
            <a:spLocks noGrp="1"/>
          </p:cNvSpPr>
          <p:nvPr/>
        </p:nvSpPr>
        <p:spPr>
          <a:xfrm>
            <a:off x="3595550" y="4457382"/>
            <a:ext cx="45341" cy="45341"/>
          </a:xfrm>
          <a:prstGeom prst="ellipse">
            <a:avLst/>
          </a:prstGeom>
          <a:solidFill>
            <a:srgbClr val="B08A60">
              <a:alpha val="40000"/>
            </a:srgbClr>
          </a:solidFill>
          <a:ln w="0">
            <a:noFill/>
            <a:prstDash val="solid"/>
          </a:ln>
        </p:spPr>
      </p:sp>
      <p:sp>
        <p:nvSpPr>
          <p:cNvPr id="1838" name="a_full_bar_ellipse_1837">
            <a:extLst>
              <a:ext uri="{FF2B5EF4-FFF2-40B4-BE49-F238E27FC236}">
                <a16:creationId xmlns:a16="http://schemas.microsoft.com/office/drawing/2014/main" id="{D08FE764-32D1-4AF3-87C8-570218C87FC6}"/>
              </a:ext>
            </a:extLst>
          </p:cNvPr>
          <p:cNvSpPr>
            <a:spLocks noGrp="1"/>
          </p:cNvSpPr>
          <p:nvPr/>
        </p:nvSpPr>
        <p:spPr>
          <a:xfrm>
            <a:off x="3720117" y="2633351"/>
            <a:ext cx="45341" cy="45341"/>
          </a:xfrm>
          <a:prstGeom prst="ellipse">
            <a:avLst/>
          </a:prstGeom>
          <a:solidFill>
            <a:srgbClr val="B08A60">
              <a:alpha val="40000"/>
            </a:srgbClr>
          </a:solidFill>
          <a:ln w="0">
            <a:noFill/>
            <a:prstDash val="solid"/>
          </a:ln>
        </p:spPr>
      </p:sp>
      <p:sp>
        <p:nvSpPr>
          <p:cNvPr id="1839" name="a_full_bar_ellipse_1838">
            <a:extLst>
              <a:ext uri="{FF2B5EF4-FFF2-40B4-BE49-F238E27FC236}">
                <a16:creationId xmlns:a16="http://schemas.microsoft.com/office/drawing/2014/main" id="{922BFBE2-51E4-4405-A847-B0076464B10F}"/>
              </a:ext>
            </a:extLst>
          </p:cNvPr>
          <p:cNvSpPr>
            <a:spLocks noGrp="1"/>
          </p:cNvSpPr>
          <p:nvPr/>
        </p:nvSpPr>
        <p:spPr>
          <a:xfrm>
            <a:off x="3594350" y="2153767"/>
            <a:ext cx="45341" cy="45341"/>
          </a:xfrm>
          <a:prstGeom prst="ellipse">
            <a:avLst/>
          </a:prstGeom>
          <a:solidFill>
            <a:srgbClr val="B08A60">
              <a:alpha val="40000"/>
            </a:srgbClr>
          </a:solidFill>
          <a:ln w="0">
            <a:noFill/>
            <a:prstDash val="solid"/>
          </a:ln>
        </p:spPr>
      </p:sp>
      <p:sp>
        <p:nvSpPr>
          <p:cNvPr id="1840" name="a_full_bar_ellipse_1839">
            <a:extLst>
              <a:ext uri="{FF2B5EF4-FFF2-40B4-BE49-F238E27FC236}">
                <a16:creationId xmlns:a16="http://schemas.microsoft.com/office/drawing/2014/main" id="{5FD01FB5-476C-4BB5-BB3C-3679E0A7089D}"/>
              </a:ext>
            </a:extLst>
          </p:cNvPr>
          <p:cNvSpPr>
            <a:spLocks noGrp="1"/>
          </p:cNvSpPr>
          <p:nvPr/>
        </p:nvSpPr>
        <p:spPr>
          <a:xfrm>
            <a:off x="3793288" y="3418698"/>
            <a:ext cx="45341" cy="45341"/>
          </a:xfrm>
          <a:prstGeom prst="ellipse">
            <a:avLst/>
          </a:prstGeom>
          <a:solidFill>
            <a:srgbClr val="B08A60">
              <a:alpha val="40000"/>
            </a:srgbClr>
          </a:solidFill>
          <a:ln w="0">
            <a:noFill/>
            <a:prstDash val="solid"/>
          </a:ln>
        </p:spPr>
      </p:sp>
      <p:sp>
        <p:nvSpPr>
          <p:cNvPr id="1841" name="a_full_bar_ellipse_1840">
            <a:extLst>
              <a:ext uri="{FF2B5EF4-FFF2-40B4-BE49-F238E27FC236}">
                <a16:creationId xmlns:a16="http://schemas.microsoft.com/office/drawing/2014/main" id="{8C630508-FC5D-4CF9-8FDB-78C9A8FA0AB3}"/>
              </a:ext>
            </a:extLst>
          </p:cNvPr>
          <p:cNvSpPr>
            <a:spLocks noGrp="1"/>
          </p:cNvSpPr>
          <p:nvPr/>
        </p:nvSpPr>
        <p:spPr>
          <a:xfrm>
            <a:off x="3622116" y="3680480"/>
            <a:ext cx="45341" cy="45341"/>
          </a:xfrm>
          <a:prstGeom prst="ellipse">
            <a:avLst/>
          </a:prstGeom>
          <a:solidFill>
            <a:srgbClr val="B08A60">
              <a:alpha val="40000"/>
            </a:srgbClr>
          </a:solidFill>
          <a:ln w="0">
            <a:noFill/>
            <a:prstDash val="solid"/>
          </a:ln>
        </p:spPr>
      </p:sp>
      <p:sp>
        <p:nvSpPr>
          <p:cNvPr id="1842" name="a_full_bar_ellipse_1841">
            <a:extLst>
              <a:ext uri="{FF2B5EF4-FFF2-40B4-BE49-F238E27FC236}">
                <a16:creationId xmlns:a16="http://schemas.microsoft.com/office/drawing/2014/main" id="{10023A3B-C9A2-43A4-AE72-26AFC2FD704F}"/>
              </a:ext>
            </a:extLst>
          </p:cNvPr>
          <p:cNvSpPr>
            <a:spLocks noGrp="1"/>
          </p:cNvSpPr>
          <p:nvPr/>
        </p:nvSpPr>
        <p:spPr>
          <a:xfrm>
            <a:off x="3725765" y="2025341"/>
            <a:ext cx="45341" cy="45341"/>
          </a:xfrm>
          <a:prstGeom prst="ellipse">
            <a:avLst/>
          </a:prstGeom>
          <a:solidFill>
            <a:srgbClr val="B08A60">
              <a:alpha val="40000"/>
            </a:srgbClr>
          </a:solidFill>
          <a:ln w="0">
            <a:noFill/>
            <a:prstDash val="solid"/>
          </a:ln>
        </p:spPr>
      </p:sp>
      <p:sp>
        <p:nvSpPr>
          <p:cNvPr id="1843" name="a_full_bar_ellipse_1842">
            <a:extLst>
              <a:ext uri="{FF2B5EF4-FFF2-40B4-BE49-F238E27FC236}">
                <a16:creationId xmlns:a16="http://schemas.microsoft.com/office/drawing/2014/main" id="{37EBAFA8-E6E8-40A3-9410-AAE9045D6293}"/>
              </a:ext>
            </a:extLst>
          </p:cNvPr>
          <p:cNvSpPr>
            <a:spLocks noGrp="1"/>
          </p:cNvSpPr>
          <p:nvPr/>
        </p:nvSpPr>
        <p:spPr>
          <a:xfrm>
            <a:off x="3615446" y="4445519"/>
            <a:ext cx="45341" cy="45341"/>
          </a:xfrm>
          <a:prstGeom prst="ellipse">
            <a:avLst/>
          </a:prstGeom>
          <a:solidFill>
            <a:srgbClr val="B08A60">
              <a:alpha val="40000"/>
            </a:srgbClr>
          </a:solidFill>
          <a:ln w="0">
            <a:noFill/>
            <a:prstDash val="solid"/>
          </a:ln>
        </p:spPr>
      </p:sp>
      <p:sp>
        <p:nvSpPr>
          <p:cNvPr id="1844" name="a_full_bar_ellipse_1843">
            <a:extLst>
              <a:ext uri="{FF2B5EF4-FFF2-40B4-BE49-F238E27FC236}">
                <a16:creationId xmlns:a16="http://schemas.microsoft.com/office/drawing/2014/main" id="{D6D42C25-B0BE-4B03-9E13-9DCF60F044C5}"/>
              </a:ext>
            </a:extLst>
          </p:cNvPr>
          <p:cNvSpPr>
            <a:spLocks noGrp="1"/>
          </p:cNvSpPr>
          <p:nvPr/>
        </p:nvSpPr>
        <p:spPr>
          <a:xfrm>
            <a:off x="3777552" y="2937356"/>
            <a:ext cx="45341" cy="45341"/>
          </a:xfrm>
          <a:prstGeom prst="ellipse">
            <a:avLst/>
          </a:prstGeom>
          <a:solidFill>
            <a:srgbClr val="B08A60">
              <a:alpha val="40000"/>
            </a:srgbClr>
          </a:solidFill>
          <a:ln w="0">
            <a:noFill/>
            <a:prstDash val="solid"/>
          </a:ln>
        </p:spPr>
      </p:sp>
      <p:sp>
        <p:nvSpPr>
          <p:cNvPr id="1845" name="a_full_bar_ellipse_1844">
            <a:extLst>
              <a:ext uri="{FF2B5EF4-FFF2-40B4-BE49-F238E27FC236}">
                <a16:creationId xmlns:a16="http://schemas.microsoft.com/office/drawing/2014/main" id="{11D29B06-D28E-4690-B503-CD750026B4D3}"/>
              </a:ext>
            </a:extLst>
          </p:cNvPr>
          <p:cNvSpPr>
            <a:spLocks noGrp="1"/>
          </p:cNvSpPr>
          <p:nvPr/>
        </p:nvSpPr>
        <p:spPr>
          <a:xfrm>
            <a:off x="3742106" y="4457382"/>
            <a:ext cx="45341" cy="45341"/>
          </a:xfrm>
          <a:prstGeom prst="ellipse">
            <a:avLst/>
          </a:prstGeom>
          <a:solidFill>
            <a:srgbClr val="B08A60">
              <a:alpha val="40000"/>
            </a:srgbClr>
          </a:solidFill>
          <a:ln w="0">
            <a:noFill/>
            <a:prstDash val="solid"/>
          </a:ln>
        </p:spPr>
      </p:sp>
      <p:sp>
        <p:nvSpPr>
          <p:cNvPr id="1846" name="a_full_bar_ellipse_1845">
            <a:extLst>
              <a:ext uri="{FF2B5EF4-FFF2-40B4-BE49-F238E27FC236}">
                <a16:creationId xmlns:a16="http://schemas.microsoft.com/office/drawing/2014/main" id="{1A1C5532-C008-4354-99AD-2EA925FF5206}"/>
              </a:ext>
            </a:extLst>
          </p:cNvPr>
          <p:cNvSpPr>
            <a:spLocks noGrp="1"/>
          </p:cNvSpPr>
          <p:nvPr/>
        </p:nvSpPr>
        <p:spPr>
          <a:xfrm>
            <a:off x="3649298" y="3241362"/>
            <a:ext cx="45341" cy="45341"/>
          </a:xfrm>
          <a:prstGeom prst="ellipse">
            <a:avLst/>
          </a:prstGeom>
          <a:solidFill>
            <a:srgbClr val="B08A60">
              <a:alpha val="40000"/>
            </a:srgbClr>
          </a:solidFill>
          <a:ln w="0">
            <a:noFill/>
            <a:prstDash val="solid"/>
          </a:ln>
        </p:spPr>
      </p:sp>
      <p:sp>
        <p:nvSpPr>
          <p:cNvPr id="1847" name="a_full_bar_ellipse_1846">
            <a:extLst>
              <a:ext uri="{FF2B5EF4-FFF2-40B4-BE49-F238E27FC236}">
                <a16:creationId xmlns:a16="http://schemas.microsoft.com/office/drawing/2014/main" id="{C6FF2C05-F33B-4C17-8052-E3D9E2C1FAEC}"/>
              </a:ext>
            </a:extLst>
          </p:cNvPr>
          <p:cNvSpPr>
            <a:spLocks noGrp="1"/>
          </p:cNvSpPr>
          <p:nvPr/>
        </p:nvSpPr>
        <p:spPr>
          <a:xfrm>
            <a:off x="3649733" y="3241362"/>
            <a:ext cx="45341" cy="45341"/>
          </a:xfrm>
          <a:prstGeom prst="ellipse">
            <a:avLst/>
          </a:prstGeom>
          <a:solidFill>
            <a:srgbClr val="B08A60">
              <a:alpha val="40000"/>
            </a:srgbClr>
          </a:solidFill>
          <a:ln w="0">
            <a:noFill/>
            <a:prstDash val="solid"/>
          </a:ln>
        </p:spPr>
      </p:sp>
      <p:sp>
        <p:nvSpPr>
          <p:cNvPr id="1848" name="a_full_bar_ellipse_1847">
            <a:extLst>
              <a:ext uri="{FF2B5EF4-FFF2-40B4-BE49-F238E27FC236}">
                <a16:creationId xmlns:a16="http://schemas.microsoft.com/office/drawing/2014/main" id="{BFE3DB47-4DCD-4D33-988C-3A2AE81A44C3}"/>
              </a:ext>
            </a:extLst>
          </p:cNvPr>
          <p:cNvSpPr>
            <a:spLocks noGrp="1"/>
          </p:cNvSpPr>
          <p:nvPr/>
        </p:nvSpPr>
        <p:spPr>
          <a:xfrm>
            <a:off x="3695546" y="4083222"/>
            <a:ext cx="45341" cy="45341"/>
          </a:xfrm>
          <a:prstGeom prst="ellipse">
            <a:avLst/>
          </a:prstGeom>
          <a:solidFill>
            <a:srgbClr val="B08A60">
              <a:alpha val="40000"/>
            </a:srgbClr>
          </a:solidFill>
          <a:ln w="0">
            <a:noFill/>
            <a:prstDash val="solid"/>
          </a:ln>
        </p:spPr>
      </p:sp>
      <p:sp>
        <p:nvSpPr>
          <p:cNvPr id="1849" name="a_full_bar_ellipse_1848">
            <a:extLst>
              <a:ext uri="{FF2B5EF4-FFF2-40B4-BE49-F238E27FC236}">
                <a16:creationId xmlns:a16="http://schemas.microsoft.com/office/drawing/2014/main" id="{6C320168-CFDB-4208-B342-911BC8AC398B}"/>
              </a:ext>
            </a:extLst>
          </p:cNvPr>
          <p:cNvSpPr>
            <a:spLocks noGrp="1"/>
          </p:cNvSpPr>
          <p:nvPr/>
        </p:nvSpPr>
        <p:spPr>
          <a:xfrm>
            <a:off x="3782369" y="3762513"/>
            <a:ext cx="45341" cy="45341"/>
          </a:xfrm>
          <a:prstGeom prst="ellipse">
            <a:avLst/>
          </a:prstGeom>
          <a:solidFill>
            <a:srgbClr val="B08A60">
              <a:alpha val="40000"/>
            </a:srgbClr>
          </a:solidFill>
          <a:ln w="0">
            <a:noFill/>
            <a:prstDash val="solid"/>
          </a:ln>
        </p:spPr>
      </p:sp>
      <p:sp>
        <p:nvSpPr>
          <p:cNvPr id="1850" name="a_full_bar_ellipse_1849">
            <a:extLst>
              <a:ext uri="{FF2B5EF4-FFF2-40B4-BE49-F238E27FC236}">
                <a16:creationId xmlns:a16="http://schemas.microsoft.com/office/drawing/2014/main" id="{771EF68A-D9F7-4234-8BEE-A3FE650AD455}"/>
              </a:ext>
            </a:extLst>
          </p:cNvPr>
          <p:cNvSpPr>
            <a:spLocks noGrp="1"/>
          </p:cNvSpPr>
          <p:nvPr/>
        </p:nvSpPr>
        <p:spPr>
          <a:xfrm>
            <a:off x="3799273" y="2025341"/>
            <a:ext cx="45341" cy="45341"/>
          </a:xfrm>
          <a:prstGeom prst="ellipse">
            <a:avLst/>
          </a:prstGeom>
          <a:solidFill>
            <a:srgbClr val="B08A60">
              <a:alpha val="40000"/>
            </a:srgbClr>
          </a:solidFill>
          <a:ln w="0">
            <a:noFill/>
            <a:prstDash val="solid"/>
          </a:ln>
        </p:spPr>
      </p:sp>
      <p:sp>
        <p:nvSpPr>
          <p:cNvPr id="1851" name="a_full_bar_ellipse_1850">
            <a:extLst>
              <a:ext uri="{FF2B5EF4-FFF2-40B4-BE49-F238E27FC236}">
                <a16:creationId xmlns:a16="http://schemas.microsoft.com/office/drawing/2014/main" id="{CCD4F95F-60B7-4363-B0E9-730B9C76BC48}"/>
              </a:ext>
            </a:extLst>
          </p:cNvPr>
          <p:cNvSpPr>
            <a:spLocks noGrp="1"/>
          </p:cNvSpPr>
          <p:nvPr/>
        </p:nvSpPr>
        <p:spPr>
          <a:xfrm>
            <a:off x="3605899" y="4457382"/>
            <a:ext cx="45341" cy="45341"/>
          </a:xfrm>
          <a:prstGeom prst="ellipse">
            <a:avLst/>
          </a:prstGeom>
          <a:solidFill>
            <a:srgbClr val="B08A60">
              <a:alpha val="40000"/>
            </a:srgbClr>
          </a:solidFill>
          <a:ln w="0">
            <a:noFill/>
            <a:prstDash val="solid"/>
          </a:ln>
        </p:spPr>
      </p:sp>
      <p:sp>
        <p:nvSpPr>
          <p:cNvPr id="1852" name="a_full_bar_ellipse_1851">
            <a:extLst>
              <a:ext uri="{FF2B5EF4-FFF2-40B4-BE49-F238E27FC236}">
                <a16:creationId xmlns:a16="http://schemas.microsoft.com/office/drawing/2014/main" id="{04B00796-C535-4154-A693-4AA5F273E00E}"/>
              </a:ext>
            </a:extLst>
          </p:cNvPr>
          <p:cNvSpPr>
            <a:spLocks noGrp="1"/>
          </p:cNvSpPr>
          <p:nvPr/>
        </p:nvSpPr>
        <p:spPr>
          <a:xfrm>
            <a:off x="3683898" y="3901143"/>
            <a:ext cx="45341" cy="45341"/>
          </a:xfrm>
          <a:prstGeom prst="ellipse">
            <a:avLst/>
          </a:prstGeom>
          <a:solidFill>
            <a:srgbClr val="B08A60">
              <a:alpha val="40000"/>
            </a:srgbClr>
          </a:solidFill>
          <a:ln w="0">
            <a:noFill/>
            <a:prstDash val="solid"/>
          </a:ln>
        </p:spPr>
      </p:sp>
      <p:sp>
        <p:nvSpPr>
          <p:cNvPr id="1853" name="a_full_bar_ellipse_1852">
            <a:extLst>
              <a:ext uri="{FF2B5EF4-FFF2-40B4-BE49-F238E27FC236}">
                <a16:creationId xmlns:a16="http://schemas.microsoft.com/office/drawing/2014/main" id="{5AC27DD1-DA8F-46F4-AD1E-7953CCA8B96A}"/>
              </a:ext>
            </a:extLst>
          </p:cNvPr>
          <p:cNvSpPr>
            <a:spLocks noGrp="1"/>
          </p:cNvSpPr>
          <p:nvPr/>
        </p:nvSpPr>
        <p:spPr>
          <a:xfrm>
            <a:off x="3723769" y="4457382"/>
            <a:ext cx="45341" cy="45341"/>
          </a:xfrm>
          <a:prstGeom prst="ellipse">
            <a:avLst/>
          </a:prstGeom>
          <a:solidFill>
            <a:srgbClr val="B08A60">
              <a:alpha val="40000"/>
            </a:srgbClr>
          </a:solidFill>
          <a:ln w="0">
            <a:noFill/>
            <a:prstDash val="solid"/>
          </a:ln>
        </p:spPr>
      </p:sp>
      <p:sp>
        <p:nvSpPr>
          <p:cNvPr id="1854" name="a_full_bar_ellipse_1853">
            <a:extLst>
              <a:ext uri="{FF2B5EF4-FFF2-40B4-BE49-F238E27FC236}">
                <a16:creationId xmlns:a16="http://schemas.microsoft.com/office/drawing/2014/main" id="{F948B30F-306E-4F57-9D1F-6375E2491D04}"/>
              </a:ext>
            </a:extLst>
          </p:cNvPr>
          <p:cNvSpPr>
            <a:spLocks noGrp="1"/>
          </p:cNvSpPr>
          <p:nvPr/>
        </p:nvSpPr>
        <p:spPr>
          <a:xfrm>
            <a:off x="3682639" y="3849372"/>
            <a:ext cx="45341" cy="45341"/>
          </a:xfrm>
          <a:prstGeom prst="ellipse">
            <a:avLst/>
          </a:prstGeom>
          <a:solidFill>
            <a:srgbClr val="B08A60">
              <a:alpha val="40000"/>
            </a:srgbClr>
          </a:solidFill>
          <a:ln w="0">
            <a:noFill/>
            <a:prstDash val="solid"/>
          </a:ln>
        </p:spPr>
      </p:sp>
      <p:sp>
        <p:nvSpPr>
          <p:cNvPr id="1855" name="a_full_bar_ellipse_1854">
            <a:extLst>
              <a:ext uri="{FF2B5EF4-FFF2-40B4-BE49-F238E27FC236}">
                <a16:creationId xmlns:a16="http://schemas.microsoft.com/office/drawing/2014/main" id="{10D07728-77E3-4B91-855F-2FC33A1E8192}"/>
              </a:ext>
            </a:extLst>
          </p:cNvPr>
          <p:cNvSpPr>
            <a:spLocks noGrp="1"/>
          </p:cNvSpPr>
          <p:nvPr/>
        </p:nvSpPr>
        <p:spPr>
          <a:xfrm>
            <a:off x="3700461" y="3241362"/>
            <a:ext cx="45341" cy="45341"/>
          </a:xfrm>
          <a:prstGeom prst="ellipse">
            <a:avLst/>
          </a:prstGeom>
          <a:solidFill>
            <a:srgbClr val="B08A60">
              <a:alpha val="40000"/>
            </a:srgbClr>
          </a:solidFill>
          <a:ln w="0">
            <a:noFill/>
            <a:prstDash val="solid"/>
          </a:ln>
        </p:spPr>
      </p:sp>
      <p:sp>
        <p:nvSpPr>
          <p:cNvPr id="1856" name="a_full_bar_ellipse_1855">
            <a:extLst>
              <a:ext uri="{FF2B5EF4-FFF2-40B4-BE49-F238E27FC236}">
                <a16:creationId xmlns:a16="http://schemas.microsoft.com/office/drawing/2014/main" id="{86A9FEE7-E81C-45CA-A106-C8AEDD224EA1}"/>
              </a:ext>
            </a:extLst>
          </p:cNvPr>
          <p:cNvSpPr>
            <a:spLocks noGrp="1"/>
          </p:cNvSpPr>
          <p:nvPr/>
        </p:nvSpPr>
        <p:spPr>
          <a:xfrm>
            <a:off x="3753808" y="4457382"/>
            <a:ext cx="45341" cy="45341"/>
          </a:xfrm>
          <a:prstGeom prst="ellipse">
            <a:avLst/>
          </a:prstGeom>
          <a:solidFill>
            <a:srgbClr val="B08A60">
              <a:alpha val="40000"/>
            </a:srgbClr>
          </a:solidFill>
          <a:ln w="0">
            <a:noFill/>
            <a:prstDash val="solid"/>
          </a:ln>
        </p:spPr>
      </p:sp>
      <p:sp>
        <p:nvSpPr>
          <p:cNvPr id="1857" name="a_full_bar_ellipse_1856">
            <a:extLst>
              <a:ext uri="{FF2B5EF4-FFF2-40B4-BE49-F238E27FC236}">
                <a16:creationId xmlns:a16="http://schemas.microsoft.com/office/drawing/2014/main" id="{ACF398BA-9268-4BCD-9744-187CEAF01F78}"/>
              </a:ext>
            </a:extLst>
          </p:cNvPr>
          <p:cNvSpPr>
            <a:spLocks noGrp="1"/>
          </p:cNvSpPr>
          <p:nvPr/>
        </p:nvSpPr>
        <p:spPr>
          <a:xfrm>
            <a:off x="3762089" y="4457382"/>
            <a:ext cx="45341" cy="45341"/>
          </a:xfrm>
          <a:prstGeom prst="ellipse">
            <a:avLst/>
          </a:prstGeom>
          <a:solidFill>
            <a:srgbClr val="B08A60">
              <a:alpha val="40000"/>
            </a:srgbClr>
          </a:solidFill>
          <a:ln w="0">
            <a:noFill/>
            <a:prstDash val="solid"/>
          </a:ln>
        </p:spPr>
      </p:sp>
      <p:sp>
        <p:nvSpPr>
          <p:cNvPr id="1858" name="a_full_bar_ellipse_1857">
            <a:extLst>
              <a:ext uri="{FF2B5EF4-FFF2-40B4-BE49-F238E27FC236}">
                <a16:creationId xmlns:a16="http://schemas.microsoft.com/office/drawing/2014/main" id="{1BAAECD7-355F-47C1-A696-38462482609D}"/>
              </a:ext>
            </a:extLst>
          </p:cNvPr>
          <p:cNvSpPr>
            <a:spLocks noGrp="1"/>
          </p:cNvSpPr>
          <p:nvPr/>
        </p:nvSpPr>
        <p:spPr>
          <a:xfrm>
            <a:off x="3668247" y="2025341"/>
            <a:ext cx="45341" cy="45341"/>
          </a:xfrm>
          <a:prstGeom prst="ellipse">
            <a:avLst/>
          </a:prstGeom>
          <a:solidFill>
            <a:srgbClr val="B08A60">
              <a:alpha val="40000"/>
            </a:srgbClr>
          </a:solidFill>
          <a:ln w="0">
            <a:noFill/>
            <a:prstDash val="solid"/>
          </a:ln>
        </p:spPr>
      </p:sp>
      <p:sp>
        <p:nvSpPr>
          <p:cNvPr id="1859" name="a_full_bar_ellipse_1858">
            <a:extLst>
              <a:ext uri="{FF2B5EF4-FFF2-40B4-BE49-F238E27FC236}">
                <a16:creationId xmlns:a16="http://schemas.microsoft.com/office/drawing/2014/main" id="{D11F67D8-9EEF-429F-A278-C18CF98EA2F2}"/>
              </a:ext>
            </a:extLst>
          </p:cNvPr>
          <p:cNvSpPr>
            <a:spLocks noGrp="1"/>
          </p:cNvSpPr>
          <p:nvPr/>
        </p:nvSpPr>
        <p:spPr>
          <a:xfrm>
            <a:off x="3593752" y="3054281"/>
            <a:ext cx="45341" cy="45341"/>
          </a:xfrm>
          <a:prstGeom prst="ellipse">
            <a:avLst/>
          </a:prstGeom>
          <a:solidFill>
            <a:srgbClr val="B08A60">
              <a:alpha val="40000"/>
            </a:srgbClr>
          </a:solidFill>
          <a:ln w="0">
            <a:noFill/>
            <a:prstDash val="solid"/>
          </a:ln>
        </p:spPr>
      </p:sp>
      <p:sp>
        <p:nvSpPr>
          <p:cNvPr id="1860" name="a_full_bar_ellipse_1859">
            <a:extLst>
              <a:ext uri="{FF2B5EF4-FFF2-40B4-BE49-F238E27FC236}">
                <a16:creationId xmlns:a16="http://schemas.microsoft.com/office/drawing/2014/main" id="{10ABCA26-141E-4BFC-A84D-27F81C0AF80E}"/>
              </a:ext>
            </a:extLst>
          </p:cNvPr>
          <p:cNvSpPr>
            <a:spLocks noGrp="1"/>
          </p:cNvSpPr>
          <p:nvPr/>
        </p:nvSpPr>
        <p:spPr>
          <a:xfrm>
            <a:off x="3612911" y="2329346"/>
            <a:ext cx="45341" cy="45341"/>
          </a:xfrm>
          <a:prstGeom prst="ellipse">
            <a:avLst/>
          </a:prstGeom>
          <a:solidFill>
            <a:srgbClr val="B08A60">
              <a:alpha val="40000"/>
            </a:srgbClr>
          </a:solidFill>
          <a:ln w="0">
            <a:noFill/>
            <a:prstDash val="solid"/>
          </a:ln>
        </p:spPr>
      </p:sp>
      <p:sp>
        <p:nvSpPr>
          <p:cNvPr id="1861" name="a_full_bar_ellipse_1860">
            <a:extLst>
              <a:ext uri="{FF2B5EF4-FFF2-40B4-BE49-F238E27FC236}">
                <a16:creationId xmlns:a16="http://schemas.microsoft.com/office/drawing/2014/main" id="{4673C22E-5AC1-4B00-B148-F3806251DACE}"/>
              </a:ext>
            </a:extLst>
          </p:cNvPr>
          <p:cNvSpPr>
            <a:spLocks noGrp="1"/>
          </p:cNvSpPr>
          <p:nvPr/>
        </p:nvSpPr>
        <p:spPr>
          <a:xfrm>
            <a:off x="3748279" y="4052042"/>
            <a:ext cx="45341" cy="45341"/>
          </a:xfrm>
          <a:prstGeom prst="ellipse">
            <a:avLst/>
          </a:prstGeom>
          <a:solidFill>
            <a:srgbClr val="B08A60">
              <a:alpha val="40000"/>
            </a:srgbClr>
          </a:solidFill>
          <a:ln w="0">
            <a:noFill/>
            <a:prstDash val="solid"/>
          </a:ln>
        </p:spPr>
      </p:sp>
      <p:sp>
        <p:nvSpPr>
          <p:cNvPr id="1862" name="a_full_bar_ellipse_1861">
            <a:extLst>
              <a:ext uri="{FF2B5EF4-FFF2-40B4-BE49-F238E27FC236}">
                <a16:creationId xmlns:a16="http://schemas.microsoft.com/office/drawing/2014/main" id="{48351022-5B23-49A5-B111-489F30AEABAD}"/>
              </a:ext>
            </a:extLst>
          </p:cNvPr>
          <p:cNvSpPr>
            <a:spLocks noGrp="1"/>
          </p:cNvSpPr>
          <p:nvPr/>
        </p:nvSpPr>
        <p:spPr>
          <a:xfrm>
            <a:off x="3723426" y="3847924"/>
            <a:ext cx="45341" cy="45341"/>
          </a:xfrm>
          <a:prstGeom prst="ellipse">
            <a:avLst/>
          </a:prstGeom>
          <a:solidFill>
            <a:srgbClr val="B08A60">
              <a:alpha val="40000"/>
            </a:srgbClr>
          </a:solidFill>
          <a:ln w="0">
            <a:noFill/>
            <a:prstDash val="solid"/>
          </a:ln>
        </p:spPr>
      </p:sp>
      <p:sp>
        <p:nvSpPr>
          <p:cNvPr id="1863" name="a_full_bar_ellipse_1862">
            <a:extLst>
              <a:ext uri="{FF2B5EF4-FFF2-40B4-BE49-F238E27FC236}">
                <a16:creationId xmlns:a16="http://schemas.microsoft.com/office/drawing/2014/main" id="{C662CA36-3F68-43FB-A270-6B8338DEA47F}"/>
              </a:ext>
            </a:extLst>
          </p:cNvPr>
          <p:cNvSpPr>
            <a:spLocks noGrp="1"/>
          </p:cNvSpPr>
          <p:nvPr/>
        </p:nvSpPr>
        <p:spPr>
          <a:xfrm>
            <a:off x="3716874" y="2025341"/>
            <a:ext cx="45341" cy="45341"/>
          </a:xfrm>
          <a:prstGeom prst="ellipse">
            <a:avLst/>
          </a:prstGeom>
          <a:solidFill>
            <a:srgbClr val="B08A60">
              <a:alpha val="40000"/>
            </a:srgbClr>
          </a:solidFill>
          <a:ln w="0">
            <a:noFill/>
            <a:prstDash val="solid"/>
          </a:ln>
        </p:spPr>
      </p:sp>
      <p:sp>
        <p:nvSpPr>
          <p:cNvPr id="1864" name="a_full_bar_ellipse_1863">
            <a:extLst>
              <a:ext uri="{FF2B5EF4-FFF2-40B4-BE49-F238E27FC236}">
                <a16:creationId xmlns:a16="http://schemas.microsoft.com/office/drawing/2014/main" id="{47C98EE4-3678-4B93-B044-224FDC534EFD}"/>
              </a:ext>
            </a:extLst>
          </p:cNvPr>
          <p:cNvSpPr>
            <a:spLocks noGrp="1"/>
          </p:cNvSpPr>
          <p:nvPr/>
        </p:nvSpPr>
        <p:spPr>
          <a:xfrm>
            <a:off x="3609030" y="3557189"/>
            <a:ext cx="45341" cy="45341"/>
          </a:xfrm>
          <a:prstGeom prst="ellipse">
            <a:avLst/>
          </a:prstGeom>
          <a:solidFill>
            <a:srgbClr val="B08A60">
              <a:alpha val="40000"/>
            </a:srgbClr>
          </a:solidFill>
          <a:ln w="0">
            <a:noFill/>
            <a:prstDash val="solid"/>
          </a:ln>
        </p:spPr>
      </p:sp>
      <p:sp>
        <p:nvSpPr>
          <p:cNvPr id="1865" name="a_full_bar_ellipse_1864">
            <a:extLst>
              <a:ext uri="{FF2B5EF4-FFF2-40B4-BE49-F238E27FC236}">
                <a16:creationId xmlns:a16="http://schemas.microsoft.com/office/drawing/2014/main" id="{5F901B9C-6754-4AF4-8DA8-BF438942F9B0}"/>
              </a:ext>
            </a:extLst>
          </p:cNvPr>
          <p:cNvSpPr>
            <a:spLocks noGrp="1"/>
          </p:cNvSpPr>
          <p:nvPr/>
        </p:nvSpPr>
        <p:spPr>
          <a:xfrm>
            <a:off x="3608054" y="4457382"/>
            <a:ext cx="45341" cy="45341"/>
          </a:xfrm>
          <a:prstGeom prst="ellipse">
            <a:avLst/>
          </a:prstGeom>
          <a:solidFill>
            <a:srgbClr val="B08A60">
              <a:alpha val="40000"/>
            </a:srgbClr>
          </a:solidFill>
          <a:ln w="0">
            <a:noFill/>
            <a:prstDash val="solid"/>
          </a:ln>
        </p:spPr>
      </p:sp>
      <p:sp>
        <p:nvSpPr>
          <p:cNvPr id="1866" name="a_full_bar_ellipse_1865">
            <a:extLst>
              <a:ext uri="{FF2B5EF4-FFF2-40B4-BE49-F238E27FC236}">
                <a16:creationId xmlns:a16="http://schemas.microsoft.com/office/drawing/2014/main" id="{8017024E-BE28-43AA-8D95-DB6FB755623B}"/>
              </a:ext>
            </a:extLst>
          </p:cNvPr>
          <p:cNvSpPr>
            <a:spLocks noGrp="1"/>
          </p:cNvSpPr>
          <p:nvPr/>
        </p:nvSpPr>
        <p:spPr>
          <a:xfrm>
            <a:off x="3731030" y="2025341"/>
            <a:ext cx="45341" cy="45341"/>
          </a:xfrm>
          <a:prstGeom prst="ellipse">
            <a:avLst/>
          </a:prstGeom>
          <a:solidFill>
            <a:srgbClr val="B08A60">
              <a:alpha val="40000"/>
            </a:srgbClr>
          </a:solidFill>
          <a:ln w="0">
            <a:noFill/>
            <a:prstDash val="solid"/>
          </a:ln>
        </p:spPr>
      </p:sp>
      <p:sp>
        <p:nvSpPr>
          <p:cNvPr id="1867" name="a_full_bar_ellipse_1866">
            <a:extLst>
              <a:ext uri="{FF2B5EF4-FFF2-40B4-BE49-F238E27FC236}">
                <a16:creationId xmlns:a16="http://schemas.microsoft.com/office/drawing/2014/main" id="{2FEEFC88-0B0A-46A2-BEE2-DC0D2FA3695C}"/>
              </a:ext>
            </a:extLst>
          </p:cNvPr>
          <p:cNvSpPr>
            <a:spLocks noGrp="1"/>
          </p:cNvSpPr>
          <p:nvPr/>
        </p:nvSpPr>
        <p:spPr>
          <a:xfrm>
            <a:off x="3610044" y="3748037"/>
            <a:ext cx="45341" cy="45341"/>
          </a:xfrm>
          <a:prstGeom prst="ellipse">
            <a:avLst/>
          </a:prstGeom>
          <a:solidFill>
            <a:srgbClr val="B08A60">
              <a:alpha val="40000"/>
            </a:srgbClr>
          </a:solidFill>
          <a:ln w="0">
            <a:noFill/>
            <a:prstDash val="solid"/>
          </a:ln>
        </p:spPr>
      </p:sp>
      <p:sp>
        <p:nvSpPr>
          <p:cNvPr id="1868" name="a_full_bar_ellipse_1867">
            <a:extLst>
              <a:ext uri="{FF2B5EF4-FFF2-40B4-BE49-F238E27FC236}">
                <a16:creationId xmlns:a16="http://schemas.microsoft.com/office/drawing/2014/main" id="{217D2278-C720-4A76-B4FB-2C44C850300E}"/>
              </a:ext>
            </a:extLst>
          </p:cNvPr>
          <p:cNvSpPr>
            <a:spLocks noGrp="1"/>
          </p:cNvSpPr>
          <p:nvPr/>
        </p:nvSpPr>
        <p:spPr>
          <a:xfrm>
            <a:off x="3750567" y="4457382"/>
            <a:ext cx="45341" cy="45341"/>
          </a:xfrm>
          <a:prstGeom prst="ellipse">
            <a:avLst/>
          </a:prstGeom>
          <a:solidFill>
            <a:srgbClr val="B08A60">
              <a:alpha val="40000"/>
            </a:srgbClr>
          </a:solidFill>
          <a:ln w="0">
            <a:noFill/>
            <a:prstDash val="solid"/>
          </a:ln>
        </p:spPr>
      </p:sp>
      <p:sp>
        <p:nvSpPr>
          <p:cNvPr id="1869" name="a_full_bar_ellipse_1868">
            <a:extLst>
              <a:ext uri="{FF2B5EF4-FFF2-40B4-BE49-F238E27FC236}">
                <a16:creationId xmlns:a16="http://schemas.microsoft.com/office/drawing/2014/main" id="{CCAD0D0A-7BD0-494A-9FC6-223831BF4424}"/>
              </a:ext>
            </a:extLst>
          </p:cNvPr>
          <p:cNvSpPr>
            <a:spLocks noGrp="1"/>
          </p:cNvSpPr>
          <p:nvPr/>
        </p:nvSpPr>
        <p:spPr>
          <a:xfrm>
            <a:off x="3730944" y="3362964"/>
            <a:ext cx="45341" cy="45341"/>
          </a:xfrm>
          <a:prstGeom prst="ellipse">
            <a:avLst/>
          </a:prstGeom>
          <a:solidFill>
            <a:srgbClr val="B08A60">
              <a:alpha val="40000"/>
            </a:srgbClr>
          </a:solidFill>
          <a:ln w="0">
            <a:noFill/>
            <a:prstDash val="solid"/>
          </a:ln>
        </p:spPr>
      </p:sp>
      <p:sp>
        <p:nvSpPr>
          <p:cNvPr id="1870" name="a_full_bar_ellipse_1869">
            <a:extLst>
              <a:ext uri="{FF2B5EF4-FFF2-40B4-BE49-F238E27FC236}">
                <a16:creationId xmlns:a16="http://schemas.microsoft.com/office/drawing/2014/main" id="{FDEE53E2-3CF9-46F0-A573-8C2E171FAF9D}"/>
              </a:ext>
            </a:extLst>
          </p:cNvPr>
          <p:cNvSpPr>
            <a:spLocks noGrp="1"/>
          </p:cNvSpPr>
          <p:nvPr/>
        </p:nvSpPr>
        <p:spPr>
          <a:xfrm>
            <a:off x="3616411" y="2633351"/>
            <a:ext cx="45341" cy="45341"/>
          </a:xfrm>
          <a:prstGeom prst="ellipse">
            <a:avLst/>
          </a:prstGeom>
          <a:solidFill>
            <a:srgbClr val="B08A60">
              <a:alpha val="40000"/>
            </a:srgbClr>
          </a:solidFill>
          <a:ln w="0">
            <a:noFill/>
            <a:prstDash val="solid"/>
          </a:ln>
        </p:spPr>
      </p:sp>
      <p:sp>
        <p:nvSpPr>
          <p:cNvPr id="1871" name="a_full_bar_ellipse_1870">
            <a:extLst>
              <a:ext uri="{FF2B5EF4-FFF2-40B4-BE49-F238E27FC236}">
                <a16:creationId xmlns:a16="http://schemas.microsoft.com/office/drawing/2014/main" id="{3CA5A002-5AB9-4502-B97F-0FC7325DDFF2}"/>
              </a:ext>
            </a:extLst>
          </p:cNvPr>
          <p:cNvSpPr>
            <a:spLocks noGrp="1"/>
          </p:cNvSpPr>
          <p:nvPr/>
        </p:nvSpPr>
        <p:spPr>
          <a:xfrm>
            <a:off x="3633395" y="3917773"/>
            <a:ext cx="45341" cy="45341"/>
          </a:xfrm>
          <a:prstGeom prst="ellipse">
            <a:avLst/>
          </a:prstGeom>
          <a:solidFill>
            <a:srgbClr val="B08A60">
              <a:alpha val="40000"/>
            </a:srgbClr>
          </a:solidFill>
          <a:ln w="0">
            <a:noFill/>
            <a:prstDash val="solid"/>
          </a:ln>
        </p:spPr>
      </p:sp>
      <p:sp>
        <p:nvSpPr>
          <p:cNvPr id="1872" name="a_full_bar_ellipse_1871">
            <a:extLst>
              <a:ext uri="{FF2B5EF4-FFF2-40B4-BE49-F238E27FC236}">
                <a16:creationId xmlns:a16="http://schemas.microsoft.com/office/drawing/2014/main" id="{B134C73D-B10E-4172-B9D1-B59C8F10687B}"/>
              </a:ext>
            </a:extLst>
          </p:cNvPr>
          <p:cNvSpPr>
            <a:spLocks noGrp="1"/>
          </p:cNvSpPr>
          <p:nvPr/>
        </p:nvSpPr>
        <p:spPr>
          <a:xfrm>
            <a:off x="3739061" y="4457382"/>
            <a:ext cx="45341" cy="45341"/>
          </a:xfrm>
          <a:prstGeom prst="ellipse">
            <a:avLst/>
          </a:prstGeom>
          <a:solidFill>
            <a:srgbClr val="B08A60">
              <a:alpha val="40000"/>
            </a:srgbClr>
          </a:solidFill>
          <a:ln w="0">
            <a:noFill/>
            <a:prstDash val="solid"/>
          </a:ln>
        </p:spPr>
      </p:sp>
      <p:sp>
        <p:nvSpPr>
          <p:cNvPr id="1873" name="a_full_bar_ellipse_1872">
            <a:extLst>
              <a:ext uri="{FF2B5EF4-FFF2-40B4-BE49-F238E27FC236}">
                <a16:creationId xmlns:a16="http://schemas.microsoft.com/office/drawing/2014/main" id="{248A4410-ACF1-438A-BEDE-FEF32C9DB235}"/>
              </a:ext>
            </a:extLst>
          </p:cNvPr>
          <p:cNvSpPr>
            <a:spLocks noGrp="1"/>
          </p:cNvSpPr>
          <p:nvPr/>
        </p:nvSpPr>
        <p:spPr>
          <a:xfrm>
            <a:off x="3677786" y="3572227"/>
            <a:ext cx="45341" cy="45341"/>
          </a:xfrm>
          <a:prstGeom prst="ellipse">
            <a:avLst/>
          </a:prstGeom>
          <a:solidFill>
            <a:srgbClr val="B08A60">
              <a:alpha val="40000"/>
            </a:srgbClr>
          </a:solidFill>
          <a:ln w="0">
            <a:noFill/>
            <a:prstDash val="solid"/>
          </a:ln>
        </p:spPr>
      </p:sp>
      <p:sp>
        <p:nvSpPr>
          <p:cNvPr id="1874" name="a_full_bar_ellipse_1873">
            <a:extLst>
              <a:ext uri="{FF2B5EF4-FFF2-40B4-BE49-F238E27FC236}">
                <a16:creationId xmlns:a16="http://schemas.microsoft.com/office/drawing/2014/main" id="{3DA363F9-11C0-456E-AFE8-65F44E02ACF2}"/>
              </a:ext>
            </a:extLst>
          </p:cNvPr>
          <p:cNvSpPr>
            <a:spLocks noGrp="1"/>
          </p:cNvSpPr>
          <p:nvPr/>
        </p:nvSpPr>
        <p:spPr>
          <a:xfrm>
            <a:off x="3646926" y="4023356"/>
            <a:ext cx="45341" cy="45341"/>
          </a:xfrm>
          <a:prstGeom prst="ellipse">
            <a:avLst/>
          </a:prstGeom>
          <a:solidFill>
            <a:srgbClr val="B08A60">
              <a:alpha val="40000"/>
            </a:srgbClr>
          </a:solidFill>
          <a:ln w="0">
            <a:noFill/>
            <a:prstDash val="solid"/>
          </a:ln>
        </p:spPr>
      </p:sp>
      <p:sp>
        <p:nvSpPr>
          <p:cNvPr id="1875" name="a_full_bar_ellipse_1874">
            <a:extLst>
              <a:ext uri="{FF2B5EF4-FFF2-40B4-BE49-F238E27FC236}">
                <a16:creationId xmlns:a16="http://schemas.microsoft.com/office/drawing/2014/main" id="{7C437A85-F89F-42B3-855B-B75A8C2AFBE4}"/>
              </a:ext>
            </a:extLst>
          </p:cNvPr>
          <p:cNvSpPr>
            <a:spLocks noGrp="1"/>
          </p:cNvSpPr>
          <p:nvPr/>
        </p:nvSpPr>
        <p:spPr>
          <a:xfrm>
            <a:off x="3690706" y="3949742"/>
            <a:ext cx="45341" cy="45341"/>
          </a:xfrm>
          <a:prstGeom prst="ellipse">
            <a:avLst/>
          </a:prstGeom>
          <a:solidFill>
            <a:srgbClr val="B08A60">
              <a:alpha val="40000"/>
            </a:srgbClr>
          </a:solidFill>
          <a:ln w="0">
            <a:noFill/>
            <a:prstDash val="solid"/>
          </a:ln>
        </p:spPr>
      </p:sp>
      <p:sp>
        <p:nvSpPr>
          <p:cNvPr id="1876" name="a_full_bar_ellipse_1875">
            <a:extLst>
              <a:ext uri="{FF2B5EF4-FFF2-40B4-BE49-F238E27FC236}">
                <a16:creationId xmlns:a16="http://schemas.microsoft.com/office/drawing/2014/main" id="{E43B38CB-3B4F-4050-A416-9D32D9DE09EE}"/>
              </a:ext>
            </a:extLst>
          </p:cNvPr>
          <p:cNvSpPr>
            <a:spLocks noGrp="1"/>
          </p:cNvSpPr>
          <p:nvPr/>
        </p:nvSpPr>
        <p:spPr>
          <a:xfrm>
            <a:off x="3606374" y="3236053"/>
            <a:ext cx="45341" cy="45341"/>
          </a:xfrm>
          <a:prstGeom prst="ellipse">
            <a:avLst/>
          </a:prstGeom>
          <a:solidFill>
            <a:srgbClr val="B08A60">
              <a:alpha val="40000"/>
            </a:srgbClr>
          </a:solidFill>
          <a:ln w="0">
            <a:noFill/>
            <a:prstDash val="solid"/>
          </a:ln>
        </p:spPr>
      </p:sp>
      <p:sp>
        <p:nvSpPr>
          <p:cNvPr id="1877" name="a_full_bar_ellipse_1876">
            <a:extLst>
              <a:ext uri="{FF2B5EF4-FFF2-40B4-BE49-F238E27FC236}">
                <a16:creationId xmlns:a16="http://schemas.microsoft.com/office/drawing/2014/main" id="{E0EAACF0-5E8C-4D80-95E6-0534DEF46B9B}"/>
              </a:ext>
            </a:extLst>
          </p:cNvPr>
          <p:cNvSpPr>
            <a:spLocks noGrp="1"/>
          </p:cNvSpPr>
          <p:nvPr/>
        </p:nvSpPr>
        <p:spPr>
          <a:xfrm>
            <a:off x="3711964" y="3762513"/>
            <a:ext cx="45341" cy="45341"/>
          </a:xfrm>
          <a:prstGeom prst="ellipse">
            <a:avLst/>
          </a:prstGeom>
          <a:solidFill>
            <a:srgbClr val="B08A60">
              <a:alpha val="40000"/>
            </a:srgbClr>
          </a:solidFill>
          <a:ln w="0">
            <a:noFill/>
            <a:prstDash val="solid"/>
          </a:ln>
        </p:spPr>
      </p:sp>
      <p:sp>
        <p:nvSpPr>
          <p:cNvPr id="1878" name="a_full_bar_ellipse_1877">
            <a:extLst>
              <a:ext uri="{FF2B5EF4-FFF2-40B4-BE49-F238E27FC236}">
                <a16:creationId xmlns:a16="http://schemas.microsoft.com/office/drawing/2014/main" id="{2FEC8F2F-2CF4-4991-BA7F-F8B943575668}"/>
              </a:ext>
            </a:extLst>
          </p:cNvPr>
          <p:cNvSpPr>
            <a:spLocks noGrp="1"/>
          </p:cNvSpPr>
          <p:nvPr/>
        </p:nvSpPr>
        <p:spPr>
          <a:xfrm>
            <a:off x="3622988" y="2633351"/>
            <a:ext cx="45341" cy="45341"/>
          </a:xfrm>
          <a:prstGeom prst="ellipse">
            <a:avLst/>
          </a:prstGeom>
          <a:solidFill>
            <a:srgbClr val="B08A60">
              <a:alpha val="40000"/>
            </a:srgbClr>
          </a:solidFill>
          <a:ln w="0">
            <a:noFill/>
            <a:prstDash val="solid"/>
          </a:ln>
        </p:spPr>
      </p:sp>
      <p:sp>
        <p:nvSpPr>
          <p:cNvPr id="1879" name="a_full_bar_ellipse_1878">
            <a:extLst>
              <a:ext uri="{FF2B5EF4-FFF2-40B4-BE49-F238E27FC236}">
                <a16:creationId xmlns:a16="http://schemas.microsoft.com/office/drawing/2014/main" id="{8592D871-7AF9-48B7-A45A-2500AEF413E3}"/>
              </a:ext>
            </a:extLst>
          </p:cNvPr>
          <p:cNvSpPr>
            <a:spLocks noGrp="1"/>
          </p:cNvSpPr>
          <p:nvPr/>
        </p:nvSpPr>
        <p:spPr>
          <a:xfrm>
            <a:off x="3666344" y="4281028"/>
            <a:ext cx="45341" cy="45341"/>
          </a:xfrm>
          <a:prstGeom prst="ellipse">
            <a:avLst/>
          </a:prstGeom>
          <a:solidFill>
            <a:srgbClr val="B08A60">
              <a:alpha val="40000"/>
            </a:srgbClr>
          </a:solidFill>
          <a:ln w="0">
            <a:noFill/>
            <a:prstDash val="solid"/>
          </a:ln>
        </p:spPr>
      </p:sp>
      <p:sp>
        <p:nvSpPr>
          <p:cNvPr id="1880" name="a_full_bar_ellipse_1879">
            <a:extLst>
              <a:ext uri="{FF2B5EF4-FFF2-40B4-BE49-F238E27FC236}">
                <a16:creationId xmlns:a16="http://schemas.microsoft.com/office/drawing/2014/main" id="{75D89605-4319-4787-BECB-49136C22B7F1}"/>
              </a:ext>
            </a:extLst>
          </p:cNvPr>
          <p:cNvSpPr>
            <a:spLocks noGrp="1"/>
          </p:cNvSpPr>
          <p:nvPr/>
        </p:nvSpPr>
        <p:spPr>
          <a:xfrm>
            <a:off x="3695919" y="2836021"/>
            <a:ext cx="45341" cy="45341"/>
          </a:xfrm>
          <a:prstGeom prst="ellipse">
            <a:avLst/>
          </a:prstGeom>
          <a:solidFill>
            <a:srgbClr val="B08A60">
              <a:alpha val="40000"/>
            </a:srgbClr>
          </a:solidFill>
          <a:ln w="0">
            <a:noFill/>
            <a:prstDash val="solid"/>
          </a:ln>
        </p:spPr>
      </p:sp>
      <p:sp>
        <p:nvSpPr>
          <p:cNvPr id="1881" name="a_full_bar_ellipse_1880">
            <a:extLst>
              <a:ext uri="{FF2B5EF4-FFF2-40B4-BE49-F238E27FC236}">
                <a16:creationId xmlns:a16="http://schemas.microsoft.com/office/drawing/2014/main" id="{8AAE19D7-9B05-4FD5-B897-BDCD3220DBA5}"/>
              </a:ext>
            </a:extLst>
          </p:cNvPr>
          <p:cNvSpPr>
            <a:spLocks noGrp="1"/>
          </p:cNvSpPr>
          <p:nvPr/>
        </p:nvSpPr>
        <p:spPr>
          <a:xfrm>
            <a:off x="3795508" y="2025341"/>
            <a:ext cx="45341" cy="45341"/>
          </a:xfrm>
          <a:prstGeom prst="ellipse">
            <a:avLst/>
          </a:prstGeom>
          <a:solidFill>
            <a:srgbClr val="B08A60">
              <a:alpha val="40000"/>
            </a:srgbClr>
          </a:solidFill>
          <a:ln w="0">
            <a:noFill/>
            <a:prstDash val="solid"/>
          </a:ln>
        </p:spPr>
      </p:sp>
      <p:sp>
        <p:nvSpPr>
          <p:cNvPr id="1882" name="a_full_bar_ellipse_1881">
            <a:extLst>
              <a:ext uri="{FF2B5EF4-FFF2-40B4-BE49-F238E27FC236}">
                <a16:creationId xmlns:a16="http://schemas.microsoft.com/office/drawing/2014/main" id="{F3B6A70E-3151-4E5B-9320-55D86A2908C0}"/>
              </a:ext>
            </a:extLst>
          </p:cNvPr>
          <p:cNvSpPr>
            <a:spLocks noGrp="1"/>
          </p:cNvSpPr>
          <p:nvPr/>
        </p:nvSpPr>
        <p:spPr>
          <a:xfrm>
            <a:off x="3607085" y="4457382"/>
            <a:ext cx="45341" cy="45341"/>
          </a:xfrm>
          <a:prstGeom prst="ellipse">
            <a:avLst/>
          </a:prstGeom>
          <a:solidFill>
            <a:srgbClr val="B08A60">
              <a:alpha val="40000"/>
            </a:srgbClr>
          </a:solidFill>
          <a:ln w="0">
            <a:noFill/>
            <a:prstDash val="solid"/>
          </a:ln>
        </p:spPr>
      </p:sp>
      <p:sp>
        <p:nvSpPr>
          <p:cNvPr id="1883" name="a_full_bar_ellipse_1882">
            <a:extLst>
              <a:ext uri="{FF2B5EF4-FFF2-40B4-BE49-F238E27FC236}">
                <a16:creationId xmlns:a16="http://schemas.microsoft.com/office/drawing/2014/main" id="{75C66CFA-F8DF-4D91-891C-49C2F30B837B}"/>
              </a:ext>
            </a:extLst>
          </p:cNvPr>
          <p:cNvSpPr>
            <a:spLocks noGrp="1"/>
          </p:cNvSpPr>
          <p:nvPr/>
        </p:nvSpPr>
        <p:spPr>
          <a:xfrm>
            <a:off x="3724474" y="3241362"/>
            <a:ext cx="45341" cy="45341"/>
          </a:xfrm>
          <a:prstGeom prst="ellipse">
            <a:avLst/>
          </a:prstGeom>
          <a:solidFill>
            <a:srgbClr val="B08A60">
              <a:alpha val="40000"/>
            </a:srgbClr>
          </a:solidFill>
          <a:ln w="0">
            <a:noFill/>
            <a:prstDash val="solid"/>
          </a:ln>
        </p:spPr>
      </p:sp>
      <p:sp>
        <p:nvSpPr>
          <p:cNvPr id="1884" name="a_full_bar_ellipse_1883">
            <a:extLst>
              <a:ext uri="{FF2B5EF4-FFF2-40B4-BE49-F238E27FC236}">
                <a16:creationId xmlns:a16="http://schemas.microsoft.com/office/drawing/2014/main" id="{27BFECA7-A85A-45AA-9B19-7605D797F39E}"/>
              </a:ext>
            </a:extLst>
          </p:cNvPr>
          <p:cNvSpPr>
            <a:spLocks noGrp="1"/>
          </p:cNvSpPr>
          <p:nvPr/>
        </p:nvSpPr>
        <p:spPr>
          <a:xfrm>
            <a:off x="3666613" y="4457382"/>
            <a:ext cx="45341" cy="45341"/>
          </a:xfrm>
          <a:prstGeom prst="ellipse">
            <a:avLst/>
          </a:prstGeom>
          <a:solidFill>
            <a:srgbClr val="B08A60">
              <a:alpha val="40000"/>
            </a:srgbClr>
          </a:solidFill>
          <a:ln w="0">
            <a:noFill/>
            <a:prstDash val="solid"/>
          </a:ln>
        </p:spPr>
      </p:sp>
      <p:sp>
        <p:nvSpPr>
          <p:cNvPr id="1885" name="a_full_bar_ellipse_1884">
            <a:extLst>
              <a:ext uri="{FF2B5EF4-FFF2-40B4-BE49-F238E27FC236}">
                <a16:creationId xmlns:a16="http://schemas.microsoft.com/office/drawing/2014/main" id="{959E3AD8-DEAE-44B6-A812-03B95FE12766}"/>
              </a:ext>
            </a:extLst>
          </p:cNvPr>
          <p:cNvSpPr>
            <a:spLocks noGrp="1"/>
          </p:cNvSpPr>
          <p:nvPr/>
        </p:nvSpPr>
        <p:spPr>
          <a:xfrm>
            <a:off x="3727237" y="4457382"/>
            <a:ext cx="45341" cy="45341"/>
          </a:xfrm>
          <a:prstGeom prst="ellipse">
            <a:avLst/>
          </a:prstGeom>
          <a:solidFill>
            <a:srgbClr val="B08A60">
              <a:alpha val="40000"/>
            </a:srgbClr>
          </a:solidFill>
          <a:ln w="0">
            <a:noFill/>
            <a:prstDash val="solid"/>
          </a:ln>
        </p:spPr>
      </p:sp>
      <p:sp>
        <p:nvSpPr>
          <p:cNvPr id="1886" name="a_full_bar_ellipse_1885">
            <a:extLst>
              <a:ext uri="{FF2B5EF4-FFF2-40B4-BE49-F238E27FC236}">
                <a16:creationId xmlns:a16="http://schemas.microsoft.com/office/drawing/2014/main" id="{0BADA2C9-959D-438B-9EFD-50BF210E1C01}"/>
              </a:ext>
            </a:extLst>
          </p:cNvPr>
          <p:cNvSpPr>
            <a:spLocks noGrp="1"/>
          </p:cNvSpPr>
          <p:nvPr/>
        </p:nvSpPr>
        <p:spPr>
          <a:xfrm>
            <a:off x="3724415" y="4457382"/>
            <a:ext cx="45341" cy="45341"/>
          </a:xfrm>
          <a:prstGeom prst="ellipse">
            <a:avLst/>
          </a:prstGeom>
          <a:solidFill>
            <a:srgbClr val="B08A60">
              <a:alpha val="40000"/>
            </a:srgbClr>
          </a:solidFill>
          <a:ln w="0">
            <a:noFill/>
            <a:prstDash val="solid"/>
          </a:ln>
        </p:spPr>
      </p:sp>
      <p:sp>
        <p:nvSpPr>
          <p:cNvPr id="1887" name="a_full_bar_ellipse_1886">
            <a:extLst>
              <a:ext uri="{FF2B5EF4-FFF2-40B4-BE49-F238E27FC236}">
                <a16:creationId xmlns:a16="http://schemas.microsoft.com/office/drawing/2014/main" id="{088C231D-2E51-49C5-A298-C4780D68A6A0}"/>
              </a:ext>
            </a:extLst>
          </p:cNvPr>
          <p:cNvSpPr>
            <a:spLocks noGrp="1"/>
          </p:cNvSpPr>
          <p:nvPr/>
        </p:nvSpPr>
        <p:spPr>
          <a:xfrm>
            <a:off x="3601965" y="4109948"/>
            <a:ext cx="45341" cy="45341"/>
          </a:xfrm>
          <a:prstGeom prst="ellipse">
            <a:avLst/>
          </a:prstGeom>
          <a:solidFill>
            <a:srgbClr val="B08A60">
              <a:alpha val="40000"/>
            </a:srgbClr>
          </a:solidFill>
          <a:ln w="0">
            <a:noFill/>
            <a:prstDash val="solid"/>
          </a:ln>
        </p:spPr>
      </p:sp>
      <p:sp>
        <p:nvSpPr>
          <p:cNvPr id="1888" name="a_full_bar_ellipse_1887">
            <a:extLst>
              <a:ext uri="{FF2B5EF4-FFF2-40B4-BE49-F238E27FC236}">
                <a16:creationId xmlns:a16="http://schemas.microsoft.com/office/drawing/2014/main" id="{6038FAC5-86C4-4EA6-A630-2038AD57C617}"/>
              </a:ext>
            </a:extLst>
          </p:cNvPr>
          <p:cNvSpPr>
            <a:spLocks noGrp="1"/>
          </p:cNvSpPr>
          <p:nvPr/>
        </p:nvSpPr>
        <p:spPr>
          <a:xfrm>
            <a:off x="3597888" y="4457382"/>
            <a:ext cx="45341" cy="45341"/>
          </a:xfrm>
          <a:prstGeom prst="ellipse">
            <a:avLst/>
          </a:prstGeom>
          <a:solidFill>
            <a:srgbClr val="B08A60">
              <a:alpha val="40000"/>
            </a:srgbClr>
          </a:solidFill>
          <a:ln w="0">
            <a:noFill/>
            <a:prstDash val="solid"/>
          </a:ln>
        </p:spPr>
      </p:sp>
      <p:sp>
        <p:nvSpPr>
          <p:cNvPr id="1889" name="a_full_bar_ellipse_1888">
            <a:extLst>
              <a:ext uri="{FF2B5EF4-FFF2-40B4-BE49-F238E27FC236}">
                <a16:creationId xmlns:a16="http://schemas.microsoft.com/office/drawing/2014/main" id="{1487E18B-9934-4C2F-827D-6B8F1A18048A}"/>
              </a:ext>
            </a:extLst>
          </p:cNvPr>
          <p:cNvSpPr>
            <a:spLocks noGrp="1"/>
          </p:cNvSpPr>
          <p:nvPr/>
        </p:nvSpPr>
        <p:spPr>
          <a:xfrm>
            <a:off x="3786403" y="2372775"/>
            <a:ext cx="45341" cy="45341"/>
          </a:xfrm>
          <a:prstGeom prst="ellipse">
            <a:avLst/>
          </a:prstGeom>
          <a:solidFill>
            <a:srgbClr val="B08A60">
              <a:alpha val="40000"/>
            </a:srgbClr>
          </a:solidFill>
          <a:ln w="0">
            <a:noFill/>
            <a:prstDash val="solid"/>
          </a:ln>
        </p:spPr>
      </p:sp>
      <p:sp>
        <p:nvSpPr>
          <p:cNvPr id="1890" name="a_full_bar_ellipse_1889">
            <a:extLst>
              <a:ext uri="{FF2B5EF4-FFF2-40B4-BE49-F238E27FC236}">
                <a16:creationId xmlns:a16="http://schemas.microsoft.com/office/drawing/2014/main" id="{71E315D7-B026-47BD-98E5-4679A2F3E59E}"/>
              </a:ext>
            </a:extLst>
          </p:cNvPr>
          <p:cNvSpPr>
            <a:spLocks noGrp="1"/>
          </p:cNvSpPr>
          <p:nvPr/>
        </p:nvSpPr>
        <p:spPr>
          <a:xfrm>
            <a:off x="3715730" y="4052042"/>
            <a:ext cx="45341" cy="45341"/>
          </a:xfrm>
          <a:prstGeom prst="ellipse">
            <a:avLst/>
          </a:prstGeom>
          <a:solidFill>
            <a:srgbClr val="B08A60">
              <a:alpha val="40000"/>
            </a:srgbClr>
          </a:solidFill>
          <a:ln w="0">
            <a:noFill/>
            <a:prstDash val="solid"/>
          </a:ln>
        </p:spPr>
      </p:sp>
      <p:sp>
        <p:nvSpPr>
          <p:cNvPr id="1891" name="a_full_bar_ellipse_1890">
            <a:extLst>
              <a:ext uri="{FF2B5EF4-FFF2-40B4-BE49-F238E27FC236}">
                <a16:creationId xmlns:a16="http://schemas.microsoft.com/office/drawing/2014/main" id="{038754F8-E4C2-46D0-B197-D82B26E3F92B}"/>
              </a:ext>
            </a:extLst>
          </p:cNvPr>
          <p:cNvSpPr>
            <a:spLocks noGrp="1"/>
          </p:cNvSpPr>
          <p:nvPr/>
        </p:nvSpPr>
        <p:spPr>
          <a:xfrm>
            <a:off x="3640825" y="3241362"/>
            <a:ext cx="45341" cy="45341"/>
          </a:xfrm>
          <a:prstGeom prst="ellipse">
            <a:avLst/>
          </a:prstGeom>
          <a:solidFill>
            <a:srgbClr val="B08A60">
              <a:alpha val="40000"/>
            </a:srgbClr>
          </a:solidFill>
          <a:ln w="0">
            <a:noFill/>
            <a:prstDash val="solid"/>
          </a:ln>
        </p:spPr>
      </p:sp>
      <p:sp>
        <p:nvSpPr>
          <p:cNvPr id="1892" name="a_full_bar_ellipse_1891">
            <a:extLst>
              <a:ext uri="{FF2B5EF4-FFF2-40B4-BE49-F238E27FC236}">
                <a16:creationId xmlns:a16="http://schemas.microsoft.com/office/drawing/2014/main" id="{EBBE2324-7FA5-45B7-8C22-9DACB80F1DE5}"/>
              </a:ext>
            </a:extLst>
          </p:cNvPr>
          <p:cNvSpPr>
            <a:spLocks noGrp="1"/>
          </p:cNvSpPr>
          <p:nvPr/>
        </p:nvSpPr>
        <p:spPr>
          <a:xfrm>
            <a:off x="3669571" y="2298945"/>
            <a:ext cx="45341" cy="45341"/>
          </a:xfrm>
          <a:prstGeom prst="ellipse">
            <a:avLst/>
          </a:prstGeom>
          <a:solidFill>
            <a:srgbClr val="B08A60">
              <a:alpha val="40000"/>
            </a:srgbClr>
          </a:solidFill>
          <a:ln w="0">
            <a:noFill/>
            <a:prstDash val="solid"/>
          </a:ln>
        </p:spPr>
      </p:sp>
      <p:sp>
        <p:nvSpPr>
          <p:cNvPr id="1893" name="a_full_bar_ellipse_1892">
            <a:extLst>
              <a:ext uri="{FF2B5EF4-FFF2-40B4-BE49-F238E27FC236}">
                <a16:creationId xmlns:a16="http://schemas.microsoft.com/office/drawing/2014/main" id="{036D7630-F3D8-4724-B4EB-206C6DCBBD85}"/>
              </a:ext>
            </a:extLst>
          </p:cNvPr>
          <p:cNvSpPr>
            <a:spLocks noGrp="1"/>
          </p:cNvSpPr>
          <p:nvPr/>
        </p:nvSpPr>
        <p:spPr>
          <a:xfrm>
            <a:off x="3594896" y="3646702"/>
            <a:ext cx="45341" cy="45341"/>
          </a:xfrm>
          <a:prstGeom prst="ellipse">
            <a:avLst/>
          </a:prstGeom>
          <a:solidFill>
            <a:srgbClr val="B08A60">
              <a:alpha val="40000"/>
            </a:srgbClr>
          </a:solidFill>
          <a:ln w="0">
            <a:noFill/>
            <a:prstDash val="solid"/>
          </a:ln>
        </p:spPr>
      </p:sp>
      <p:sp>
        <p:nvSpPr>
          <p:cNvPr id="1894" name="a_full_bar_ellipse_1893">
            <a:extLst>
              <a:ext uri="{FF2B5EF4-FFF2-40B4-BE49-F238E27FC236}">
                <a16:creationId xmlns:a16="http://schemas.microsoft.com/office/drawing/2014/main" id="{1C2D413E-CA76-47CC-93A9-987A8368EDE5}"/>
              </a:ext>
            </a:extLst>
          </p:cNvPr>
          <p:cNvSpPr>
            <a:spLocks noGrp="1"/>
          </p:cNvSpPr>
          <p:nvPr/>
        </p:nvSpPr>
        <p:spPr>
          <a:xfrm>
            <a:off x="3629281" y="3241362"/>
            <a:ext cx="45341" cy="45341"/>
          </a:xfrm>
          <a:prstGeom prst="ellipse">
            <a:avLst/>
          </a:prstGeom>
          <a:solidFill>
            <a:srgbClr val="B08A60">
              <a:alpha val="40000"/>
            </a:srgbClr>
          </a:solidFill>
          <a:ln w="0">
            <a:noFill/>
            <a:prstDash val="solid"/>
          </a:ln>
        </p:spPr>
      </p:sp>
      <p:sp>
        <p:nvSpPr>
          <p:cNvPr id="1895" name="a_full_bar_ellipse_1894">
            <a:extLst>
              <a:ext uri="{FF2B5EF4-FFF2-40B4-BE49-F238E27FC236}">
                <a16:creationId xmlns:a16="http://schemas.microsoft.com/office/drawing/2014/main" id="{DB0FBCB0-8353-4419-9D7F-EBE5ACA980A3}"/>
              </a:ext>
            </a:extLst>
          </p:cNvPr>
          <p:cNvSpPr>
            <a:spLocks noGrp="1"/>
          </p:cNvSpPr>
          <p:nvPr/>
        </p:nvSpPr>
        <p:spPr>
          <a:xfrm>
            <a:off x="3788801" y="3946654"/>
            <a:ext cx="45341" cy="45341"/>
          </a:xfrm>
          <a:prstGeom prst="ellipse">
            <a:avLst/>
          </a:prstGeom>
          <a:solidFill>
            <a:srgbClr val="B08A60">
              <a:alpha val="40000"/>
            </a:srgbClr>
          </a:solidFill>
          <a:ln w="0">
            <a:noFill/>
            <a:prstDash val="solid"/>
          </a:ln>
        </p:spPr>
      </p:sp>
      <p:sp>
        <p:nvSpPr>
          <p:cNvPr id="1896" name="a_full_bar_ellipse_1895">
            <a:extLst>
              <a:ext uri="{FF2B5EF4-FFF2-40B4-BE49-F238E27FC236}">
                <a16:creationId xmlns:a16="http://schemas.microsoft.com/office/drawing/2014/main" id="{7D3D41A5-C290-46F2-BB86-0F917A8CB7DB}"/>
              </a:ext>
            </a:extLst>
          </p:cNvPr>
          <p:cNvSpPr>
            <a:spLocks noGrp="1"/>
          </p:cNvSpPr>
          <p:nvPr/>
        </p:nvSpPr>
        <p:spPr>
          <a:xfrm>
            <a:off x="3649553" y="2864974"/>
            <a:ext cx="45341" cy="45341"/>
          </a:xfrm>
          <a:prstGeom prst="ellipse">
            <a:avLst/>
          </a:prstGeom>
          <a:solidFill>
            <a:srgbClr val="B08A60">
              <a:alpha val="40000"/>
            </a:srgbClr>
          </a:solidFill>
          <a:ln w="0">
            <a:noFill/>
            <a:prstDash val="solid"/>
          </a:ln>
        </p:spPr>
      </p:sp>
      <p:sp>
        <p:nvSpPr>
          <p:cNvPr id="1897" name="a_full_bar_ellipse_1896">
            <a:extLst>
              <a:ext uri="{FF2B5EF4-FFF2-40B4-BE49-F238E27FC236}">
                <a16:creationId xmlns:a16="http://schemas.microsoft.com/office/drawing/2014/main" id="{F5DCF5EA-BF40-42E4-BF2F-B9B4CC715699}"/>
              </a:ext>
            </a:extLst>
          </p:cNvPr>
          <p:cNvSpPr>
            <a:spLocks noGrp="1"/>
          </p:cNvSpPr>
          <p:nvPr/>
        </p:nvSpPr>
        <p:spPr>
          <a:xfrm>
            <a:off x="3782840" y="4457382"/>
            <a:ext cx="45341" cy="45341"/>
          </a:xfrm>
          <a:prstGeom prst="ellipse">
            <a:avLst/>
          </a:prstGeom>
          <a:solidFill>
            <a:srgbClr val="B08A60">
              <a:alpha val="40000"/>
            </a:srgbClr>
          </a:solidFill>
          <a:ln w="0">
            <a:noFill/>
            <a:prstDash val="solid"/>
          </a:ln>
        </p:spPr>
      </p:sp>
      <p:sp>
        <p:nvSpPr>
          <p:cNvPr id="1898" name="a_full_bar_ellipse_1897">
            <a:extLst>
              <a:ext uri="{FF2B5EF4-FFF2-40B4-BE49-F238E27FC236}">
                <a16:creationId xmlns:a16="http://schemas.microsoft.com/office/drawing/2014/main" id="{1C74ECAA-0773-4EB2-A6DD-297D1955B4D7}"/>
              </a:ext>
            </a:extLst>
          </p:cNvPr>
          <p:cNvSpPr>
            <a:spLocks noGrp="1"/>
          </p:cNvSpPr>
          <p:nvPr/>
        </p:nvSpPr>
        <p:spPr>
          <a:xfrm>
            <a:off x="3802035" y="4052042"/>
            <a:ext cx="45341" cy="45341"/>
          </a:xfrm>
          <a:prstGeom prst="ellipse">
            <a:avLst/>
          </a:prstGeom>
          <a:solidFill>
            <a:srgbClr val="B08A60">
              <a:alpha val="40000"/>
            </a:srgbClr>
          </a:solidFill>
          <a:ln w="0">
            <a:noFill/>
            <a:prstDash val="solid"/>
          </a:ln>
        </p:spPr>
      </p:sp>
      <p:sp>
        <p:nvSpPr>
          <p:cNvPr id="1899" name="a_full_bar_ellipse_1898">
            <a:extLst>
              <a:ext uri="{FF2B5EF4-FFF2-40B4-BE49-F238E27FC236}">
                <a16:creationId xmlns:a16="http://schemas.microsoft.com/office/drawing/2014/main" id="{28881675-0044-4D18-B18A-64899D053CBC}"/>
              </a:ext>
            </a:extLst>
          </p:cNvPr>
          <p:cNvSpPr>
            <a:spLocks noGrp="1"/>
          </p:cNvSpPr>
          <p:nvPr/>
        </p:nvSpPr>
        <p:spPr>
          <a:xfrm>
            <a:off x="3741770" y="2836021"/>
            <a:ext cx="45341" cy="45341"/>
          </a:xfrm>
          <a:prstGeom prst="ellipse">
            <a:avLst/>
          </a:prstGeom>
          <a:solidFill>
            <a:srgbClr val="B08A60">
              <a:alpha val="40000"/>
            </a:srgbClr>
          </a:solidFill>
          <a:ln w="0">
            <a:noFill/>
            <a:prstDash val="solid"/>
          </a:ln>
        </p:spPr>
      </p:sp>
      <p:sp>
        <p:nvSpPr>
          <p:cNvPr id="1900" name="a_full_bar_ellipse_1899">
            <a:extLst>
              <a:ext uri="{FF2B5EF4-FFF2-40B4-BE49-F238E27FC236}">
                <a16:creationId xmlns:a16="http://schemas.microsoft.com/office/drawing/2014/main" id="{52A51C3D-0FAB-497A-9DAB-C9D0153B7F27}"/>
              </a:ext>
            </a:extLst>
          </p:cNvPr>
          <p:cNvSpPr>
            <a:spLocks noGrp="1"/>
          </p:cNvSpPr>
          <p:nvPr/>
        </p:nvSpPr>
        <p:spPr>
          <a:xfrm>
            <a:off x="3680837" y="3688523"/>
            <a:ext cx="45341" cy="45341"/>
          </a:xfrm>
          <a:prstGeom prst="ellipse">
            <a:avLst/>
          </a:prstGeom>
          <a:solidFill>
            <a:srgbClr val="B08A60">
              <a:alpha val="40000"/>
            </a:srgbClr>
          </a:solidFill>
          <a:ln w="0">
            <a:noFill/>
            <a:prstDash val="solid"/>
          </a:ln>
        </p:spPr>
      </p:sp>
      <p:sp>
        <p:nvSpPr>
          <p:cNvPr id="1901" name="a_full_bar_ellipse_1900">
            <a:extLst>
              <a:ext uri="{FF2B5EF4-FFF2-40B4-BE49-F238E27FC236}">
                <a16:creationId xmlns:a16="http://schemas.microsoft.com/office/drawing/2014/main" id="{4A61B314-1776-401C-98C9-2C053C50262A}"/>
              </a:ext>
            </a:extLst>
          </p:cNvPr>
          <p:cNvSpPr>
            <a:spLocks noGrp="1"/>
          </p:cNvSpPr>
          <p:nvPr/>
        </p:nvSpPr>
        <p:spPr>
          <a:xfrm>
            <a:off x="3796842" y="3241362"/>
            <a:ext cx="45341" cy="45341"/>
          </a:xfrm>
          <a:prstGeom prst="ellipse">
            <a:avLst/>
          </a:prstGeom>
          <a:solidFill>
            <a:srgbClr val="B08A60">
              <a:alpha val="40000"/>
            </a:srgbClr>
          </a:solidFill>
          <a:ln w="0">
            <a:noFill/>
            <a:prstDash val="solid"/>
          </a:ln>
        </p:spPr>
      </p:sp>
      <p:sp>
        <p:nvSpPr>
          <p:cNvPr id="1902" name="a_full_bar_ellipse_1901">
            <a:extLst>
              <a:ext uri="{FF2B5EF4-FFF2-40B4-BE49-F238E27FC236}">
                <a16:creationId xmlns:a16="http://schemas.microsoft.com/office/drawing/2014/main" id="{995A22F4-9A83-445C-B0C0-B61713BF1FDC}"/>
              </a:ext>
            </a:extLst>
          </p:cNvPr>
          <p:cNvSpPr>
            <a:spLocks noGrp="1"/>
          </p:cNvSpPr>
          <p:nvPr/>
        </p:nvSpPr>
        <p:spPr>
          <a:xfrm>
            <a:off x="3679149" y="3849372"/>
            <a:ext cx="45341" cy="45341"/>
          </a:xfrm>
          <a:prstGeom prst="ellipse">
            <a:avLst/>
          </a:prstGeom>
          <a:solidFill>
            <a:srgbClr val="B08A60">
              <a:alpha val="40000"/>
            </a:srgbClr>
          </a:solidFill>
          <a:ln w="0">
            <a:noFill/>
            <a:prstDash val="solid"/>
          </a:ln>
        </p:spPr>
      </p:sp>
      <p:sp>
        <p:nvSpPr>
          <p:cNvPr id="1903" name="a_full_bar_ellipse_1902">
            <a:extLst>
              <a:ext uri="{FF2B5EF4-FFF2-40B4-BE49-F238E27FC236}">
                <a16:creationId xmlns:a16="http://schemas.microsoft.com/office/drawing/2014/main" id="{34990A46-5D96-488A-872F-A3F8D0315926}"/>
              </a:ext>
            </a:extLst>
          </p:cNvPr>
          <p:cNvSpPr>
            <a:spLocks noGrp="1"/>
          </p:cNvSpPr>
          <p:nvPr/>
        </p:nvSpPr>
        <p:spPr>
          <a:xfrm>
            <a:off x="3625431" y="2025341"/>
            <a:ext cx="45341" cy="45341"/>
          </a:xfrm>
          <a:prstGeom prst="ellipse">
            <a:avLst/>
          </a:prstGeom>
          <a:solidFill>
            <a:srgbClr val="B08A60">
              <a:alpha val="40000"/>
            </a:srgbClr>
          </a:solidFill>
          <a:ln w="0">
            <a:noFill/>
            <a:prstDash val="solid"/>
          </a:ln>
        </p:spPr>
      </p:sp>
      <p:sp>
        <p:nvSpPr>
          <p:cNvPr id="1904" name="a_full_bar_ellipse_1903">
            <a:extLst>
              <a:ext uri="{FF2B5EF4-FFF2-40B4-BE49-F238E27FC236}">
                <a16:creationId xmlns:a16="http://schemas.microsoft.com/office/drawing/2014/main" id="{607D8A7F-8917-4ABC-90E0-7FB8673C7407}"/>
              </a:ext>
            </a:extLst>
          </p:cNvPr>
          <p:cNvSpPr>
            <a:spLocks noGrp="1"/>
          </p:cNvSpPr>
          <p:nvPr/>
        </p:nvSpPr>
        <p:spPr>
          <a:xfrm>
            <a:off x="3643335" y="2025341"/>
            <a:ext cx="45341" cy="45341"/>
          </a:xfrm>
          <a:prstGeom prst="ellipse">
            <a:avLst/>
          </a:prstGeom>
          <a:solidFill>
            <a:srgbClr val="B08A60">
              <a:alpha val="40000"/>
            </a:srgbClr>
          </a:solidFill>
          <a:ln w="0">
            <a:noFill/>
            <a:prstDash val="solid"/>
          </a:ln>
        </p:spPr>
      </p:sp>
      <p:sp>
        <p:nvSpPr>
          <p:cNvPr id="1905" name="a_full_bar_ellipse_1904">
            <a:extLst>
              <a:ext uri="{FF2B5EF4-FFF2-40B4-BE49-F238E27FC236}">
                <a16:creationId xmlns:a16="http://schemas.microsoft.com/office/drawing/2014/main" id="{B07D5AAF-FC20-428D-8A30-988B28E0F045}"/>
              </a:ext>
            </a:extLst>
          </p:cNvPr>
          <p:cNvSpPr>
            <a:spLocks noGrp="1"/>
          </p:cNvSpPr>
          <p:nvPr/>
        </p:nvSpPr>
        <p:spPr>
          <a:xfrm>
            <a:off x="3610422" y="2025341"/>
            <a:ext cx="45341" cy="45341"/>
          </a:xfrm>
          <a:prstGeom prst="ellipse">
            <a:avLst/>
          </a:prstGeom>
          <a:solidFill>
            <a:srgbClr val="B08A60">
              <a:alpha val="40000"/>
            </a:srgbClr>
          </a:solidFill>
          <a:ln w="0">
            <a:noFill/>
            <a:prstDash val="solid"/>
          </a:ln>
        </p:spPr>
      </p:sp>
      <p:sp>
        <p:nvSpPr>
          <p:cNvPr id="1906" name="a_full_bar_ellipse_1905">
            <a:extLst>
              <a:ext uri="{FF2B5EF4-FFF2-40B4-BE49-F238E27FC236}">
                <a16:creationId xmlns:a16="http://schemas.microsoft.com/office/drawing/2014/main" id="{E00F41D9-D1DE-400B-8DCB-342371CF471D}"/>
              </a:ext>
            </a:extLst>
          </p:cNvPr>
          <p:cNvSpPr>
            <a:spLocks noGrp="1"/>
          </p:cNvSpPr>
          <p:nvPr/>
        </p:nvSpPr>
        <p:spPr>
          <a:xfrm>
            <a:off x="3757681" y="4396581"/>
            <a:ext cx="45341" cy="45341"/>
          </a:xfrm>
          <a:prstGeom prst="ellipse">
            <a:avLst/>
          </a:prstGeom>
          <a:solidFill>
            <a:srgbClr val="B08A60">
              <a:alpha val="40000"/>
            </a:srgbClr>
          </a:solidFill>
          <a:ln w="0">
            <a:noFill/>
            <a:prstDash val="solid"/>
          </a:ln>
        </p:spPr>
      </p:sp>
      <p:sp>
        <p:nvSpPr>
          <p:cNvPr id="1907" name="a_full_bar_ellipse_1906">
            <a:extLst>
              <a:ext uri="{FF2B5EF4-FFF2-40B4-BE49-F238E27FC236}">
                <a16:creationId xmlns:a16="http://schemas.microsoft.com/office/drawing/2014/main" id="{A7B8E7C3-D091-4A07-8E96-2546CD46343F}"/>
              </a:ext>
            </a:extLst>
          </p:cNvPr>
          <p:cNvSpPr>
            <a:spLocks noGrp="1"/>
          </p:cNvSpPr>
          <p:nvPr/>
        </p:nvSpPr>
        <p:spPr>
          <a:xfrm>
            <a:off x="3700199" y="4457382"/>
            <a:ext cx="45341" cy="45341"/>
          </a:xfrm>
          <a:prstGeom prst="ellipse">
            <a:avLst/>
          </a:prstGeom>
          <a:solidFill>
            <a:srgbClr val="B08A60">
              <a:alpha val="40000"/>
            </a:srgbClr>
          </a:solidFill>
          <a:ln w="0">
            <a:noFill/>
            <a:prstDash val="solid"/>
          </a:ln>
        </p:spPr>
      </p:sp>
      <p:sp>
        <p:nvSpPr>
          <p:cNvPr id="1908" name="a_full_bar_ellipse_1907">
            <a:extLst>
              <a:ext uri="{FF2B5EF4-FFF2-40B4-BE49-F238E27FC236}">
                <a16:creationId xmlns:a16="http://schemas.microsoft.com/office/drawing/2014/main" id="{24108240-E90E-4A17-8DED-D2448FC438B5}"/>
              </a:ext>
            </a:extLst>
          </p:cNvPr>
          <p:cNvSpPr>
            <a:spLocks noGrp="1"/>
          </p:cNvSpPr>
          <p:nvPr/>
        </p:nvSpPr>
        <p:spPr>
          <a:xfrm>
            <a:off x="3689671" y="2025341"/>
            <a:ext cx="45341" cy="45341"/>
          </a:xfrm>
          <a:prstGeom prst="ellipse">
            <a:avLst/>
          </a:prstGeom>
          <a:solidFill>
            <a:srgbClr val="B08A60">
              <a:alpha val="40000"/>
            </a:srgbClr>
          </a:solidFill>
          <a:ln w="0">
            <a:noFill/>
            <a:prstDash val="solid"/>
          </a:ln>
        </p:spPr>
      </p:sp>
      <p:sp>
        <p:nvSpPr>
          <p:cNvPr id="1909" name="a_full_bar_ellipse_1908">
            <a:extLst>
              <a:ext uri="{FF2B5EF4-FFF2-40B4-BE49-F238E27FC236}">
                <a16:creationId xmlns:a16="http://schemas.microsoft.com/office/drawing/2014/main" id="{C0EEF595-56C8-438E-9DC4-A47B4E548945}"/>
              </a:ext>
            </a:extLst>
          </p:cNvPr>
          <p:cNvSpPr>
            <a:spLocks noGrp="1"/>
          </p:cNvSpPr>
          <p:nvPr/>
        </p:nvSpPr>
        <p:spPr>
          <a:xfrm>
            <a:off x="3694336" y="4457382"/>
            <a:ext cx="45341" cy="45341"/>
          </a:xfrm>
          <a:prstGeom prst="ellipse">
            <a:avLst/>
          </a:prstGeom>
          <a:solidFill>
            <a:srgbClr val="B08A60">
              <a:alpha val="40000"/>
            </a:srgbClr>
          </a:solidFill>
          <a:ln w="0">
            <a:noFill/>
            <a:prstDash val="solid"/>
          </a:ln>
        </p:spPr>
      </p:sp>
      <p:sp>
        <p:nvSpPr>
          <p:cNvPr id="1910" name="a_full_bar_ellipse_1909">
            <a:extLst>
              <a:ext uri="{FF2B5EF4-FFF2-40B4-BE49-F238E27FC236}">
                <a16:creationId xmlns:a16="http://schemas.microsoft.com/office/drawing/2014/main" id="{41DA217A-9CA7-4F87-8C59-679292F36694}"/>
              </a:ext>
            </a:extLst>
          </p:cNvPr>
          <p:cNvSpPr>
            <a:spLocks noGrp="1"/>
          </p:cNvSpPr>
          <p:nvPr/>
        </p:nvSpPr>
        <p:spPr>
          <a:xfrm>
            <a:off x="3755889" y="2274143"/>
            <a:ext cx="45341" cy="45341"/>
          </a:xfrm>
          <a:prstGeom prst="ellipse">
            <a:avLst/>
          </a:prstGeom>
          <a:solidFill>
            <a:srgbClr val="B08A60">
              <a:alpha val="40000"/>
            </a:srgbClr>
          </a:solidFill>
          <a:ln w="0">
            <a:noFill/>
            <a:prstDash val="solid"/>
          </a:ln>
        </p:spPr>
      </p:sp>
      <p:sp>
        <p:nvSpPr>
          <p:cNvPr id="1911" name="a_full_bar_ellipse_1910">
            <a:extLst>
              <a:ext uri="{FF2B5EF4-FFF2-40B4-BE49-F238E27FC236}">
                <a16:creationId xmlns:a16="http://schemas.microsoft.com/office/drawing/2014/main" id="{54FA6D2E-BAC6-469D-B76F-EA2DC7806AE4}"/>
              </a:ext>
            </a:extLst>
          </p:cNvPr>
          <p:cNvSpPr>
            <a:spLocks noGrp="1"/>
          </p:cNvSpPr>
          <p:nvPr/>
        </p:nvSpPr>
        <p:spPr>
          <a:xfrm>
            <a:off x="3769013" y="3241362"/>
            <a:ext cx="45341" cy="45341"/>
          </a:xfrm>
          <a:prstGeom prst="ellipse">
            <a:avLst/>
          </a:prstGeom>
          <a:solidFill>
            <a:srgbClr val="B08A60">
              <a:alpha val="40000"/>
            </a:srgbClr>
          </a:solidFill>
          <a:ln w="0">
            <a:noFill/>
            <a:prstDash val="solid"/>
          </a:ln>
        </p:spPr>
      </p:sp>
      <p:sp>
        <p:nvSpPr>
          <p:cNvPr id="1912" name="a_full_bar_ellipse_1911">
            <a:extLst>
              <a:ext uri="{FF2B5EF4-FFF2-40B4-BE49-F238E27FC236}">
                <a16:creationId xmlns:a16="http://schemas.microsoft.com/office/drawing/2014/main" id="{03335FE0-8327-4CE1-B5A4-7BC830B3ACA0}"/>
              </a:ext>
            </a:extLst>
          </p:cNvPr>
          <p:cNvSpPr>
            <a:spLocks noGrp="1"/>
          </p:cNvSpPr>
          <p:nvPr/>
        </p:nvSpPr>
        <p:spPr>
          <a:xfrm>
            <a:off x="3697199" y="4052042"/>
            <a:ext cx="45341" cy="45341"/>
          </a:xfrm>
          <a:prstGeom prst="ellipse">
            <a:avLst/>
          </a:prstGeom>
          <a:solidFill>
            <a:srgbClr val="B08A60">
              <a:alpha val="40000"/>
            </a:srgbClr>
          </a:solidFill>
          <a:ln w="0">
            <a:noFill/>
            <a:prstDash val="solid"/>
          </a:ln>
        </p:spPr>
      </p:sp>
      <p:sp>
        <p:nvSpPr>
          <p:cNvPr id="1913" name="a_full_bar_ellipse_1912">
            <a:extLst>
              <a:ext uri="{FF2B5EF4-FFF2-40B4-BE49-F238E27FC236}">
                <a16:creationId xmlns:a16="http://schemas.microsoft.com/office/drawing/2014/main" id="{4395FF25-CA7E-4583-9950-725E51339927}"/>
              </a:ext>
            </a:extLst>
          </p:cNvPr>
          <p:cNvSpPr>
            <a:spLocks noGrp="1"/>
          </p:cNvSpPr>
          <p:nvPr/>
        </p:nvSpPr>
        <p:spPr>
          <a:xfrm>
            <a:off x="3692062" y="2025341"/>
            <a:ext cx="45341" cy="45341"/>
          </a:xfrm>
          <a:prstGeom prst="ellipse">
            <a:avLst/>
          </a:prstGeom>
          <a:solidFill>
            <a:srgbClr val="B08A60">
              <a:alpha val="40000"/>
            </a:srgbClr>
          </a:solidFill>
          <a:ln w="0">
            <a:noFill/>
            <a:prstDash val="solid"/>
          </a:ln>
        </p:spPr>
      </p:sp>
      <p:sp>
        <p:nvSpPr>
          <p:cNvPr id="1914" name="a_full_bar_ellipse_1913">
            <a:extLst>
              <a:ext uri="{FF2B5EF4-FFF2-40B4-BE49-F238E27FC236}">
                <a16:creationId xmlns:a16="http://schemas.microsoft.com/office/drawing/2014/main" id="{DDEDC2AA-3993-4B59-81C8-484A6411C276}"/>
              </a:ext>
            </a:extLst>
          </p:cNvPr>
          <p:cNvSpPr>
            <a:spLocks noGrp="1"/>
          </p:cNvSpPr>
          <p:nvPr/>
        </p:nvSpPr>
        <p:spPr>
          <a:xfrm>
            <a:off x="3632924" y="2228011"/>
            <a:ext cx="45341" cy="45341"/>
          </a:xfrm>
          <a:prstGeom prst="ellipse">
            <a:avLst/>
          </a:prstGeom>
          <a:solidFill>
            <a:srgbClr val="B08A60">
              <a:alpha val="40000"/>
            </a:srgbClr>
          </a:solidFill>
          <a:ln w="0">
            <a:noFill/>
            <a:prstDash val="solid"/>
          </a:ln>
        </p:spPr>
      </p:sp>
      <p:sp>
        <p:nvSpPr>
          <p:cNvPr id="1915" name="a_full_bar_ellipse_1914">
            <a:extLst>
              <a:ext uri="{FF2B5EF4-FFF2-40B4-BE49-F238E27FC236}">
                <a16:creationId xmlns:a16="http://schemas.microsoft.com/office/drawing/2014/main" id="{196E6FE0-D6FA-4CFB-9D9A-B235D29A834C}"/>
              </a:ext>
            </a:extLst>
          </p:cNvPr>
          <p:cNvSpPr>
            <a:spLocks noGrp="1"/>
          </p:cNvSpPr>
          <p:nvPr/>
        </p:nvSpPr>
        <p:spPr>
          <a:xfrm>
            <a:off x="3659249" y="4457382"/>
            <a:ext cx="45341" cy="45341"/>
          </a:xfrm>
          <a:prstGeom prst="ellipse">
            <a:avLst/>
          </a:prstGeom>
          <a:solidFill>
            <a:srgbClr val="B08A60">
              <a:alpha val="40000"/>
            </a:srgbClr>
          </a:solidFill>
          <a:ln w="0">
            <a:noFill/>
            <a:prstDash val="solid"/>
          </a:ln>
        </p:spPr>
      </p:sp>
      <p:sp>
        <p:nvSpPr>
          <p:cNvPr id="1916" name="a_full_bar_ellipse_1915">
            <a:extLst>
              <a:ext uri="{FF2B5EF4-FFF2-40B4-BE49-F238E27FC236}">
                <a16:creationId xmlns:a16="http://schemas.microsoft.com/office/drawing/2014/main" id="{AD03ECEB-D65F-4F5C-99C8-3BCE5BB9137D}"/>
              </a:ext>
            </a:extLst>
          </p:cNvPr>
          <p:cNvSpPr>
            <a:spLocks noGrp="1"/>
          </p:cNvSpPr>
          <p:nvPr/>
        </p:nvSpPr>
        <p:spPr>
          <a:xfrm>
            <a:off x="3729508" y="4457382"/>
            <a:ext cx="45341" cy="45341"/>
          </a:xfrm>
          <a:prstGeom prst="ellipse">
            <a:avLst/>
          </a:prstGeom>
          <a:solidFill>
            <a:srgbClr val="B08A60">
              <a:alpha val="40000"/>
            </a:srgbClr>
          </a:solidFill>
          <a:ln w="0">
            <a:noFill/>
            <a:prstDash val="solid"/>
          </a:ln>
        </p:spPr>
      </p:sp>
      <p:sp>
        <p:nvSpPr>
          <p:cNvPr id="1917" name="a_full_bar_ellipse_1916">
            <a:extLst>
              <a:ext uri="{FF2B5EF4-FFF2-40B4-BE49-F238E27FC236}">
                <a16:creationId xmlns:a16="http://schemas.microsoft.com/office/drawing/2014/main" id="{6468B377-4B27-4897-82CC-C52962C03F5B}"/>
              </a:ext>
            </a:extLst>
          </p:cNvPr>
          <p:cNvSpPr>
            <a:spLocks noGrp="1"/>
          </p:cNvSpPr>
          <p:nvPr/>
        </p:nvSpPr>
        <p:spPr>
          <a:xfrm>
            <a:off x="3765494" y="3241362"/>
            <a:ext cx="45341" cy="45341"/>
          </a:xfrm>
          <a:prstGeom prst="ellipse">
            <a:avLst/>
          </a:prstGeom>
          <a:solidFill>
            <a:srgbClr val="B08A60">
              <a:alpha val="40000"/>
            </a:srgbClr>
          </a:solidFill>
          <a:ln w="0">
            <a:noFill/>
            <a:prstDash val="solid"/>
          </a:ln>
        </p:spPr>
      </p:sp>
      <p:sp>
        <p:nvSpPr>
          <p:cNvPr id="1918" name="a_full_bar_ellipse_1917">
            <a:extLst>
              <a:ext uri="{FF2B5EF4-FFF2-40B4-BE49-F238E27FC236}">
                <a16:creationId xmlns:a16="http://schemas.microsoft.com/office/drawing/2014/main" id="{B522002B-623E-4FFF-A924-F6805A17421C}"/>
              </a:ext>
            </a:extLst>
          </p:cNvPr>
          <p:cNvSpPr>
            <a:spLocks noGrp="1"/>
          </p:cNvSpPr>
          <p:nvPr/>
        </p:nvSpPr>
        <p:spPr>
          <a:xfrm>
            <a:off x="3635840" y="3849372"/>
            <a:ext cx="45341" cy="45341"/>
          </a:xfrm>
          <a:prstGeom prst="ellipse">
            <a:avLst/>
          </a:prstGeom>
          <a:solidFill>
            <a:srgbClr val="B08A60">
              <a:alpha val="40000"/>
            </a:srgbClr>
          </a:solidFill>
          <a:ln w="0">
            <a:noFill/>
            <a:prstDash val="solid"/>
          </a:ln>
        </p:spPr>
      </p:sp>
      <p:sp>
        <p:nvSpPr>
          <p:cNvPr id="1919" name="a_full_bar_ellipse_1918">
            <a:extLst>
              <a:ext uri="{FF2B5EF4-FFF2-40B4-BE49-F238E27FC236}">
                <a16:creationId xmlns:a16="http://schemas.microsoft.com/office/drawing/2014/main" id="{E28A6D43-67CC-4391-939C-730E903AEED6}"/>
              </a:ext>
            </a:extLst>
          </p:cNvPr>
          <p:cNvSpPr>
            <a:spLocks noGrp="1"/>
          </p:cNvSpPr>
          <p:nvPr/>
        </p:nvSpPr>
        <p:spPr>
          <a:xfrm>
            <a:off x="3626128" y="4109948"/>
            <a:ext cx="45341" cy="45341"/>
          </a:xfrm>
          <a:prstGeom prst="ellipse">
            <a:avLst/>
          </a:prstGeom>
          <a:solidFill>
            <a:srgbClr val="B08A60">
              <a:alpha val="40000"/>
            </a:srgbClr>
          </a:solidFill>
          <a:ln w="0">
            <a:noFill/>
            <a:prstDash val="solid"/>
          </a:ln>
        </p:spPr>
      </p:sp>
      <p:sp>
        <p:nvSpPr>
          <p:cNvPr id="1920" name="a_full_bar_ellipse_1919">
            <a:extLst>
              <a:ext uri="{FF2B5EF4-FFF2-40B4-BE49-F238E27FC236}">
                <a16:creationId xmlns:a16="http://schemas.microsoft.com/office/drawing/2014/main" id="{2743A341-B5CE-40E6-B21F-971A52EDEF5D}"/>
              </a:ext>
            </a:extLst>
          </p:cNvPr>
          <p:cNvSpPr>
            <a:spLocks noGrp="1"/>
          </p:cNvSpPr>
          <p:nvPr/>
        </p:nvSpPr>
        <p:spPr>
          <a:xfrm>
            <a:off x="3692131" y="3386515"/>
            <a:ext cx="45341" cy="45341"/>
          </a:xfrm>
          <a:prstGeom prst="ellipse">
            <a:avLst/>
          </a:prstGeom>
          <a:solidFill>
            <a:srgbClr val="B08A60">
              <a:alpha val="40000"/>
            </a:srgbClr>
          </a:solidFill>
          <a:ln w="0">
            <a:noFill/>
            <a:prstDash val="solid"/>
          </a:ln>
        </p:spPr>
      </p:sp>
      <p:sp>
        <p:nvSpPr>
          <p:cNvPr id="1921" name="a_full_bar_ellipse_1920">
            <a:extLst>
              <a:ext uri="{FF2B5EF4-FFF2-40B4-BE49-F238E27FC236}">
                <a16:creationId xmlns:a16="http://schemas.microsoft.com/office/drawing/2014/main" id="{5253272A-DF99-4BD0-A262-85CE1F26CAC5}"/>
              </a:ext>
            </a:extLst>
          </p:cNvPr>
          <p:cNvSpPr>
            <a:spLocks noGrp="1"/>
          </p:cNvSpPr>
          <p:nvPr/>
        </p:nvSpPr>
        <p:spPr>
          <a:xfrm>
            <a:off x="3657479" y="2836021"/>
            <a:ext cx="45341" cy="45341"/>
          </a:xfrm>
          <a:prstGeom prst="ellipse">
            <a:avLst/>
          </a:prstGeom>
          <a:solidFill>
            <a:srgbClr val="B08A60">
              <a:alpha val="40000"/>
            </a:srgbClr>
          </a:solidFill>
          <a:ln w="0">
            <a:noFill/>
            <a:prstDash val="solid"/>
          </a:ln>
        </p:spPr>
      </p:sp>
      <p:sp>
        <p:nvSpPr>
          <p:cNvPr id="1922" name="a_full_bar_ellipse_1921">
            <a:extLst>
              <a:ext uri="{FF2B5EF4-FFF2-40B4-BE49-F238E27FC236}">
                <a16:creationId xmlns:a16="http://schemas.microsoft.com/office/drawing/2014/main" id="{3DCAB214-475E-4F6B-9C19-33844EEC0C3A}"/>
              </a:ext>
            </a:extLst>
          </p:cNvPr>
          <p:cNvSpPr>
            <a:spLocks noGrp="1"/>
          </p:cNvSpPr>
          <p:nvPr/>
        </p:nvSpPr>
        <p:spPr>
          <a:xfrm>
            <a:off x="3648328" y="3106248"/>
            <a:ext cx="45341" cy="45341"/>
          </a:xfrm>
          <a:prstGeom prst="ellipse">
            <a:avLst/>
          </a:prstGeom>
          <a:solidFill>
            <a:srgbClr val="B08A60">
              <a:alpha val="40000"/>
            </a:srgbClr>
          </a:solidFill>
          <a:ln w="0">
            <a:noFill/>
            <a:prstDash val="solid"/>
          </a:ln>
        </p:spPr>
      </p:sp>
      <p:sp>
        <p:nvSpPr>
          <p:cNvPr id="1923" name="a_full_bar_ellipse_1922">
            <a:extLst>
              <a:ext uri="{FF2B5EF4-FFF2-40B4-BE49-F238E27FC236}">
                <a16:creationId xmlns:a16="http://schemas.microsoft.com/office/drawing/2014/main" id="{4AC0FCEC-8D00-4387-BCE4-38DFB388F5D1}"/>
              </a:ext>
            </a:extLst>
          </p:cNvPr>
          <p:cNvSpPr>
            <a:spLocks noGrp="1"/>
          </p:cNvSpPr>
          <p:nvPr/>
        </p:nvSpPr>
        <p:spPr>
          <a:xfrm>
            <a:off x="3714440" y="4457382"/>
            <a:ext cx="45341" cy="45341"/>
          </a:xfrm>
          <a:prstGeom prst="ellipse">
            <a:avLst/>
          </a:prstGeom>
          <a:solidFill>
            <a:srgbClr val="B08A60">
              <a:alpha val="40000"/>
            </a:srgbClr>
          </a:solidFill>
          <a:ln w="0">
            <a:noFill/>
            <a:prstDash val="solid"/>
          </a:ln>
        </p:spPr>
      </p:sp>
      <p:sp>
        <p:nvSpPr>
          <p:cNvPr id="1924" name="a_full_bar_ellipse_1923">
            <a:extLst>
              <a:ext uri="{FF2B5EF4-FFF2-40B4-BE49-F238E27FC236}">
                <a16:creationId xmlns:a16="http://schemas.microsoft.com/office/drawing/2014/main" id="{01D3049F-692C-4AA7-A7F1-3D1CA1094C8E}"/>
              </a:ext>
            </a:extLst>
          </p:cNvPr>
          <p:cNvSpPr>
            <a:spLocks noGrp="1"/>
          </p:cNvSpPr>
          <p:nvPr/>
        </p:nvSpPr>
        <p:spPr>
          <a:xfrm>
            <a:off x="3607801" y="3849372"/>
            <a:ext cx="45341" cy="45341"/>
          </a:xfrm>
          <a:prstGeom prst="ellipse">
            <a:avLst/>
          </a:prstGeom>
          <a:solidFill>
            <a:srgbClr val="B08A60">
              <a:alpha val="40000"/>
            </a:srgbClr>
          </a:solidFill>
          <a:ln w="0">
            <a:noFill/>
            <a:prstDash val="solid"/>
          </a:ln>
        </p:spPr>
      </p:sp>
      <p:sp>
        <p:nvSpPr>
          <p:cNvPr id="1925" name="a_full_bar_ellipse_1924">
            <a:extLst>
              <a:ext uri="{FF2B5EF4-FFF2-40B4-BE49-F238E27FC236}">
                <a16:creationId xmlns:a16="http://schemas.microsoft.com/office/drawing/2014/main" id="{9A7C29DA-8B4A-4E54-A5A3-3570AFC18CAB}"/>
              </a:ext>
            </a:extLst>
          </p:cNvPr>
          <p:cNvSpPr>
            <a:spLocks noGrp="1"/>
          </p:cNvSpPr>
          <p:nvPr/>
        </p:nvSpPr>
        <p:spPr>
          <a:xfrm>
            <a:off x="3801957" y="2312618"/>
            <a:ext cx="45341" cy="45341"/>
          </a:xfrm>
          <a:prstGeom prst="ellipse">
            <a:avLst/>
          </a:prstGeom>
          <a:solidFill>
            <a:srgbClr val="B08A60">
              <a:alpha val="40000"/>
            </a:srgbClr>
          </a:solidFill>
          <a:ln w="0">
            <a:noFill/>
            <a:prstDash val="solid"/>
          </a:ln>
        </p:spPr>
      </p:sp>
      <p:sp>
        <p:nvSpPr>
          <p:cNvPr id="1926" name="a_full_bar_ellipse_1925">
            <a:extLst>
              <a:ext uri="{FF2B5EF4-FFF2-40B4-BE49-F238E27FC236}">
                <a16:creationId xmlns:a16="http://schemas.microsoft.com/office/drawing/2014/main" id="{92990E46-C072-4746-B142-991F2E9D59AD}"/>
              </a:ext>
            </a:extLst>
          </p:cNvPr>
          <p:cNvSpPr>
            <a:spLocks noGrp="1"/>
          </p:cNvSpPr>
          <p:nvPr/>
        </p:nvSpPr>
        <p:spPr>
          <a:xfrm>
            <a:off x="3782168" y="2025341"/>
            <a:ext cx="45341" cy="45341"/>
          </a:xfrm>
          <a:prstGeom prst="ellipse">
            <a:avLst/>
          </a:prstGeom>
          <a:solidFill>
            <a:srgbClr val="B08A60">
              <a:alpha val="40000"/>
            </a:srgbClr>
          </a:solidFill>
          <a:ln w="0">
            <a:noFill/>
            <a:prstDash val="solid"/>
          </a:ln>
        </p:spPr>
      </p:sp>
      <p:sp>
        <p:nvSpPr>
          <p:cNvPr id="1927" name="a_full_bar_ellipse_1926">
            <a:extLst>
              <a:ext uri="{FF2B5EF4-FFF2-40B4-BE49-F238E27FC236}">
                <a16:creationId xmlns:a16="http://schemas.microsoft.com/office/drawing/2014/main" id="{80010F70-88E4-4036-8C96-E0AE8F30F9EB}"/>
              </a:ext>
            </a:extLst>
          </p:cNvPr>
          <p:cNvSpPr>
            <a:spLocks noGrp="1"/>
          </p:cNvSpPr>
          <p:nvPr/>
        </p:nvSpPr>
        <p:spPr>
          <a:xfrm>
            <a:off x="3793569" y="2511749"/>
            <a:ext cx="45341" cy="45341"/>
          </a:xfrm>
          <a:prstGeom prst="ellipse">
            <a:avLst/>
          </a:prstGeom>
          <a:solidFill>
            <a:srgbClr val="B08A60">
              <a:alpha val="40000"/>
            </a:srgbClr>
          </a:solidFill>
          <a:ln w="0">
            <a:noFill/>
            <a:prstDash val="solid"/>
          </a:ln>
        </p:spPr>
      </p:sp>
      <p:sp>
        <p:nvSpPr>
          <p:cNvPr id="1928" name="a_full_bar_ellipse_1927">
            <a:extLst>
              <a:ext uri="{FF2B5EF4-FFF2-40B4-BE49-F238E27FC236}">
                <a16:creationId xmlns:a16="http://schemas.microsoft.com/office/drawing/2014/main" id="{EAC19440-E8EC-481F-9C5C-6C6378DD9BEF}"/>
              </a:ext>
            </a:extLst>
          </p:cNvPr>
          <p:cNvSpPr>
            <a:spLocks noGrp="1"/>
          </p:cNvSpPr>
          <p:nvPr/>
        </p:nvSpPr>
        <p:spPr>
          <a:xfrm>
            <a:off x="3663849" y="3814063"/>
            <a:ext cx="45341" cy="45341"/>
          </a:xfrm>
          <a:prstGeom prst="ellipse">
            <a:avLst/>
          </a:prstGeom>
          <a:solidFill>
            <a:srgbClr val="B08A60">
              <a:alpha val="40000"/>
            </a:srgbClr>
          </a:solidFill>
          <a:ln w="0">
            <a:noFill/>
            <a:prstDash val="solid"/>
          </a:ln>
        </p:spPr>
      </p:sp>
      <p:sp>
        <p:nvSpPr>
          <p:cNvPr id="1929" name="a_full_bar_ellipse_1928">
            <a:extLst>
              <a:ext uri="{FF2B5EF4-FFF2-40B4-BE49-F238E27FC236}">
                <a16:creationId xmlns:a16="http://schemas.microsoft.com/office/drawing/2014/main" id="{BD92016B-7AD6-498D-A3E8-D91A89572C18}"/>
              </a:ext>
            </a:extLst>
          </p:cNvPr>
          <p:cNvSpPr>
            <a:spLocks noGrp="1"/>
          </p:cNvSpPr>
          <p:nvPr/>
        </p:nvSpPr>
        <p:spPr>
          <a:xfrm>
            <a:off x="3791697" y="2633351"/>
            <a:ext cx="45341" cy="45341"/>
          </a:xfrm>
          <a:prstGeom prst="ellipse">
            <a:avLst/>
          </a:prstGeom>
          <a:solidFill>
            <a:srgbClr val="B08A60">
              <a:alpha val="40000"/>
            </a:srgbClr>
          </a:solidFill>
          <a:ln w="0">
            <a:noFill/>
            <a:prstDash val="solid"/>
          </a:ln>
        </p:spPr>
      </p:sp>
      <p:sp>
        <p:nvSpPr>
          <p:cNvPr id="1930" name="a_full_bar_ellipse_1929">
            <a:extLst>
              <a:ext uri="{FF2B5EF4-FFF2-40B4-BE49-F238E27FC236}">
                <a16:creationId xmlns:a16="http://schemas.microsoft.com/office/drawing/2014/main" id="{67D217E9-1A33-4BBA-8007-7D27EE9A316E}"/>
              </a:ext>
            </a:extLst>
          </p:cNvPr>
          <p:cNvSpPr>
            <a:spLocks noGrp="1"/>
          </p:cNvSpPr>
          <p:nvPr/>
        </p:nvSpPr>
        <p:spPr>
          <a:xfrm>
            <a:off x="3741335" y="4457382"/>
            <a:ext cx="45341" cy="45341"/>
          </a:xfrm>
          <a:prstGeom prst="ellipse">
            <a:avLst/>
          </a:prstGeom>
          <a:solidFill>
            <a:srgbClr val="B08A60">
              <a:alpha val="40000"/>
            </a:srgbClr>
          </a:solidFill>
          <a:ln w="0">
            <a:noFill/>
            <a:prstDash val="solid"/>
          </a:ln>
        </p:spPr>
      </p:sp>
      <p:sp>
        <p:nvSpPr>
          <p:cNvPr id="1931" name="a_full_bar_ellipse_1930">
            <a:extLst>
              <a:ext uri="{FF2B5EF4-FFF2-40B4-BE49-F238E27FC236}">
                <a16:creationId xmlns:a16="http://schemas.microsoft.com/office/drawing/2014/main" id="{3FDA9C14-CA65-4D02-8E8B-AB93D59C9147}"/>
              </a:ext>
            </a:extLst>
          </p:cNvPr>
          <p:cNvSpPr>
            <a:spLocks noGrp="1"/>
          </p:cNvSpPr>
          <p:nvPr/>
        </p:nvSpPr>
        <p:spPr>
          <a:xfrm>
            <a:off x="3606496" y="4457382"/>
            <a:ext cx="45341" cy="45341"/>
          </a:xfrm>
          <a:prstGeom prst="ellipse">
            <a:avLst/>
          </a:prstGeom>
          <a:solidFill>
            <a:srgbClr val="B08A60">
              <a:alpha val="40000"/>
            </a:srgbClr>
          </a:solidFill>
          <a:ln w="0">
            <a:noFill/>
            <a:prstDash val="solid"/>
          </a:ln>
        </p:spPr>
      </p:sp>
      <p:sp>
        <p:nvSpPr>
          <p:cNvPr id="1932" name="a_full_bar_ellipse_1931">
            <a:extLst>
              <a:ext uri="{FF2B5EF4-FFF2-40B4-BE49-F238E27FC236}">
                <a16:creationId xmlns:a16="http://schemas.microsoft.com/office/drawing/2014/main" id="{B9BB6BE3-BCDB-41F7-A7D1-6E20B724A9B7}"/>
              </a:ext>
            </a:extLst>
          </p:cNvPr>
          <p:cNvSpPr>
            <a:spLocks noGrp="1"/>
          </p:cNvSpPr>
          <p:nvPr/>
        </p:nvSpPr>
        <p:spPr>
          <a:xfrm>
            <a:off x="3615923" y="3241362"/>
            <a:ext cx="45341" cy="45341"/>
          </a:xfrm>
          <a:prstGeom prst="ellipse">
            <a:avLst/>
          </a:prstGeom>
          <a:solidFill>
            <a:srgbClr val="B08A60">
              <a:alpha val="40000"/>
            </a:srgbClr>
          </a:solidFill>
          <a:ln w="0">
            <a:noFill/>
            <a:prstDash val="solid"/>
          </a:ln>
        </p:spPr>
      </p:sp>
      <p:sp>
        <p:nvSpPr>
          <p:cNvPr id="1933" name="a_full_bar_ellipse_1932">
            <a:extLst>
              <a:ext uri="{FF2B5EF4-FFF2-40B4-BE49-F238E27FC236}">
                <a16:creationId xmlns:a16="http://schemas.microsoft.com/office/drawing/2014/main" id="{EF1A8769-6783-422B-8A9B-3C4FB14B9F55}"/>
              </a:ext>
            </a:extLst>
          </p:cNvPr>
          <p:cNvSpPr>
            <a:spLocks noGrp="1"/>
          </p:cNvSpPr>
          <p:nvPr/>
        </p:nvSpPr>
        <p:spPr>
          <a:xfrm>
            <a:off x="3779505" y="4125315"/>
            <a:ext cx="45341" cy="45341"/>
          </a:xfrm>
          <a:prstGeom prst="ellipse">
            <a:avLst/>
          </a:prstGeom>
          <a:solidFill>
            <a:srgbClr val="B08A60">
              <a:alpha val="40000"/>
            </a:srgbClr>
          </a:solidFill>
          <a:ln w="0">
            <a:noFill/>
            <a:prstDash val="solid"/>
          </a:ln>
        </p:spPr>
      </p:sp>
      <p:sp>
        <p:nvSpPr>
          <p:cNvPr id="1934" name="a_full_bar_ellipse_1933">
            <a:extLst>
              <a:ext uri="{FF2B5EF4-FFF2-40B4-BE49-F238E27FC236}">
                <a16:creationId xmlns:a16="http://schemas.microsoft.com/office/drawing/2014/main" id="{2330D415-49D1-4BD1-9397-E2999A1E5BDB}"/>
              </a:ext>
            </a:extLst>
          </p:cNvPr>
          <p:cNvSpPr>
            <a:spLocks noGrp="1"/>
          </p:cNvSpPr>
          <p:nvPr/>
        </p:nvSpPr>
        <p:spPr>
          <a:xfrm>
            <a:off x="3660459" y="2430681"/>
            <a:ext cx="45341" cy="45341"/>
          </a:xfrm>
          <a:prstGeom prst="ellipse">
            <a:avLst/>
          </a:prstGeom>
          <a:solidFill>
            <a:srgbClr val="B08A60">
              <a:alpha val="40000"/>
            </a:srgbClr>
          </a:solidFill>
          <a:ln w="0">
            <a:noFill/>
            <a:prstDash val="solid"/>
          </a:ln>
        </p:spPr>
      </p:sp>
      <p:sp>
        <p:nvSpPr>
          <p:cNvPr id="1935" name="a_full_bar_ellipse_1934">
            <a:extLst>
              <a:ext uri="{FF2B5EF4-FFF2-40B4-BE49-F238E27FC236}">
                <a16:creationId xmlns:a16="http://schemas.microsoft.com/office/drawing/2014/main" id="{02F72C1D-F14C-42E8-B145-A540971FE8AC}"/>
              </a:ext>
            </a:extLst>
          </p:cNvPr>
          <p:cNvSpPr>
            <a:spLocks noGrp="1"/>
          </p:cNvSpPr>
          <p:nvPr/>
        </p:nvSpPr>
        <p:spPr>
          <a:xfrm>
            <a:off x="3781137" y="2836021"/>
            <a:ext cx="45341" cy="45341"/>
          </a:xfrm>
          <a:prstGeom prst="ellipse">
            <a:avLst/>
          </a:prstGeom>
          <a:solidFill>
            <a:srgbClr val="B08A60">
              <a:alpha val="40000"/>
            </a:srgbClr>
          </a:solidFill>
          <a:ln w="0">
            <a:noFill/>
            <a:prstDash val="solid"/>
          </a:ln>
        </p:spPr>
      </p:sp>
      <p:sp>
        <p:nvSpPr>
          <p:cNvPr id="1936" name="a_full_bar_ellipse_1935">
            <a:extLst>
              <a:ext uri="{FF2B5EF4-FFF2-40B4-BE49-F238E27FC236}">
                <a16:creationId xmlns:a16="http://schemas.microsoft.com/office/drawing/2014/main" id="{B662F9CA-025C-453B-AB12-5D8FF9D3C75D}"/>
              </a:ext>
            </a:extLst>
          </p:cNvPr>
          <p:cNvSpPr>
            <a:spLocks noGrp="1"/>
          </p:cNvSpPr>
          <p:nvPr/>
        </p:nvSpPr>
        <p:spPr>
          <a:xfrm>
            <a:off x="3665867" y="3849372"/>
            <a:ext cx="45341" cy="45341"/>
          </a:xfrm>
          <a:prstGeom prst="ellipse">
            <a:avLst/>
          </a:prstGeom>
          <a:solidFill>
            <a:srgbClr val="B08A60">
              <a:alpha val="40000"/>
            </a:srgbClr>
          </a:solidFill>
          <a:ln w="0">
            <a:noFill/>
            <a:prstDash val="solid"/>
          </a:ln>
        </p:spPr>
      </p:sp>
      <p:sp>
        <p:nvSpPr>
          <p:cNvPr id="1937" name="a_full_bar_ellipse_1936">
            <a:extLst>
              <a:ext uri="{FF2B5EF4-FFF2-40B4-BE49-F238E27FC236}">
                <a16:creationId xmlns:a16="http://schemas.microsoft.com/office/drawing/2014/main" id="{EF88AA9D-9F9C-471C-9C48-CBD08BF2398E}"/>
              </a:ext>
            </a:extLst>
          </p:cNvPr>
          <p:cNvSpPr>
            <a:spLocks noGrp="1"/>
          </p:cNvSpPr>
          <p:nvPr/>
        </p:nvSpPr>
        <p:spPr>
          <a:xfrm>
            <a:off x="3652059" y="3385925"/>
            <a:ext cx="45341" cy="45341"/>
          </a:xfrm>
          <a:prstGeom prst="ellipse">
            <a:avLst/>
          </a:prstGeom>
          <a:solidFill>
            <a:srgbClr val="B08A60">
              <a:alpha val="40000"/>
            </a:srgbClr>
          </a:solidFill>
          <a:ln w="0">
            <a:noFill/>
            <a:prstDash val="solid"/>
          </a:ln>
        </p:spPr>
      </p:sp>
      <p:sp>
        <p:nvSpPr>
          <p:cNvPr id="1938" name="a_full_bar_ellipse_1937">
            <a:extLst>
              <a:ext uri="{FF2B5EF4-FFF2-40B4-BE49-F238E27FC236}">
                <a16:creationId xmlns:a16="http://schemas.microsoft.com/office/drawing/2014/main" id="{1A7B2139-5238-4F0A-948C-FA85D3421542}"/>
              </a:ext>
            </a:extLst>
          </p:cNvPr>
          <p:cNvSpPr>
            <a:spLocks noGrp="1"/>
          </p:cNvSpPr>
          <p:nvPr/>
        </p:nvSpPr>
        <p:spPr>
          <a:xfrm>
            <a:off x="3733334" y="2025341"/>
            <a:ext cx="45341" cy="45341"/>
          </a:xfrm>
          <a:prstGeom prst="ellipse">
            <a:avLst/>
          </a:prstGeom>
          <a:solidFill>
            <a:srgbClr val="B08A60">
              <a:alpha val="40000"/>
            </a:srgbClr>
          </a:solidFill>
          <a:ln w="0">
            <a:noFill/>
            <a:prstDash val="solid"/>
          </a:ln>
        </p:spPr>
      </p:sp>
      <p:sp>
        <p:nvSpPr>
          <p:cNvPr id="1939" name="a_full_bar_ellipse_1938">
            <a:extLst>
              <a:ext uri="{FF2B5EF4-FFF2-40B4-BE49-F238E27FC236}">
                <a16:creationId xmlns:a16="http://schemas.microsoft.com/office/drawing/2014/main" id="{AB9627CA-F979-4372-BAE9-C23F789F712E}"/>
              </a:ext>
            </a:extLst>
          </p:cNvPr>
          <p:cNvSpPr>
            <a:spLocks noGrp="1"/>
          </p:cNvSpPr>
          <p:nvPr/>
        </p:nvSpPr>
        <p:spPr>
          <a:xfrm>
            <a:off x="3687699" y="4457382"/>
            <a:ext cx="45341" cy="45341"/>
          </a:xfrm>
          <a:prstGeom prst="ellipse">
            <a:avLst/>
          </a:prstGeom>
          <a:solidFill>
            <a:srgbClr val="B08A60">
              <a:alpha val="40000"/>
            </a:srgbClr>
          </a:solidFill>
          <a:ln w="0">
            <a:noFill/>
            <a:prstDash val="solid"/>
          </a:ln>
        </p:spPr>
      </p:sp>
      <p:sp>
        <p:nvSpPr>
          <p:cNvPr id="1940" name="a_full_bar_ellipse_1939">
            <a:extLst>
              <a:ext uri="{FF2B5EF4-FFF2-40B4-BE49-F238E27FC236}">
                <a16:creationId xmlns:a16="http://schemas.microsoft.com/office/drawing/2014/main" id="{FB070E53-FEB2-461D-A07C-F89573DDAD8A}"/>
              </a:ext>
            </a:extLst>
          </p:cNvPr>
          <p:cNvSpPr>
            <a:spLocks noGrp="1"/>
          </p:cNvSpPr>
          <p:nvPr/>
        </p:nvSpPr>
        <p:spPr>
          <a:xfrm>
            <a:off x="3725147" y="3241362"/>
            <a:ext cx="45341" cy="45341"/>
          </a:xfrm>
          <a:prstGeom prst="ellipse">
            <a:avLst/>
          </a:prstGeom>
          <a:solidFill>
            <a:srgbClr val="B08A60">
              <a:alpha val="40000"/>
            </a:srgbClr>
          </a:solidFill>
          <a:ln w="0">
            <a:noFill/>
            <a:prstDash val="solid"/>
          </a:ln>
        </p:spPr>
      </p:sp>
      <p:sp>
        <p:nvSpPr>
          <p:cNvPr id="1941" name="a_full_bar_ellipse_1940">
            <a:extLst>
              <a:ext uri="{FF2B5EF4-FFF2-40B4-BE49-F238E27FC236}">
                <a16:creationId xmlns:a16="http://schemas.microsoft.com/office/drawing/2014/main" id="{CFC7B3EE-45EA-421C-8F73-720AB786DE0B}"/>
              </a:ext>
            </a:extLst>
          </p:cNvPr>
          <p:cNvSpPr>
            <a:spLocks noGrp="1"/>
          </p:cNvSpPr>
          <p:nvPr/>
        </p:nvSpPr>
        <p:spPr>
          <a:xfrm>
            <a:off x="3779951" y="4457382"/>
            <a:ext cx="45341" cy="45341"/>
          </a:xfrm>
          <a:prstGeom prst="ellipse">
            <a:avLst/>
          </a:prstGeom>
          <a:solidFill>
            <a:srgbClr val="B08A60">
              <a:alpha val="40000"/>
            </a:srgbClr>
          </a:solidFill>
          <a:ln w="0">
            <a:noFill/>
            <a:prstDash val="solid"/>
          </a:ln>
        </p:spPr>
      </p:sp>
      <p:sp>
        <p:nvSpPr>
          <p:cNvPr id="1942" name="a_full_bar_ellipse_1941">
            <a:extLst>
              <a:ext uri="{FF2B5EF4-FFF2-40B4-BE49-F238E27FC236}">
                <a16:creationId xmlns:a16="http://schemas.microsoft.com/office/drawing/2014/main" id="{EA9C20BB-3087-480C-82BC-6D362A373D5D}"/>
              </a:ext>
            </a:extLst>
          </p:cNvPr>
          <p:cNvSpPr>
            <a:spLocks noGrp="1"/>
          </p:cNvSpPr>
          <p:nvPr/>
        </p:nvSpPr>
        <p:spPr>
          <a:xfrm>
            <a:off x="3737618" y="3581632"/>
            <a:ext cx="45341" cy="45341"/>
          </a:xfrm>
          <a:prstGeom prst="ellipse">
            <a:avLst/>
          </a:prstGeom>
          <a:solidFill>
            <a:srgbClr val="B08A60">
              <a:alpha val="40000"/>
            </a:srgbClr>
          </a:solidFill>
          <a:ln w="0">
            <a:noFill/>
            <a:prstDash val="solid"/>
          </a:ln>
        </p:spPr>
      </p:sp>
      <p:sp>
        <p:nvSpPr>
          <p:cNvPr id="1943" name="a_full_bar_ellipse_1942">
            <a:extLst>
              <a:ext uri="{FF2B5EF4-FFF2-40B4-BE49-F238E27FC236}">
                <a16:creationId xmlns:a16="http://schemas.microsoft.com/office/drawing/2014/main" id="{41823AAE-7066-4481-8E08-EF96B6D2E26D}"/>
              </a:ext>
            </a:extLst>
          </p:cNvPr>
          <p:cNvSpPr>
            <a:spLocks noGrp="1"/>
          </p:cNvSpPr>
          <p:nvPr/>
        </p:nvSpPr>
        <p:spPr>
          <a:xfrm>
            <a:off x="3647224" y="2275301"/>
            <a:ext cx="45341" cy="45341"/>
          </a:xfrm>
          <a:prstGeom prst="ellipse">
            <a:avLst/>
          </a:prstGeom>
          <a:solidFill>
            <a:srgbClr val="B08A60">
              <a:alpha val="40000"/>
            </a:srgbClr>
          </a:solidFill>
          <a:ln w="0">
            <a:noFill/>
            <a:prstDash val="solid"/>
          </a:ln>
        </p:spPr>
      </p:sp>
      <p:sp>
        <p:nvSpPr>
          <p:cNvPr id="1944" name="a_full_bar_ellipse_1943">
            <a:extLst>
              <a:ext uri="{FF2B5EF4-FFF2-40B4-BE49-F238E27FC236}">
                <a16:creationId xmlns:a16="http://schemas.microsoft.com/office/drawing/2014/main" id="{E2BCC44F-7D1A-4130-AAFF-41B6A34F8F80}"/>
              </a:ext>
            </a:extLst>
          </p:cNvPr>
          <p:cNvSpPr>
            <a:spLocks noGrp="1"/>
          </p:cNvSpPr>
          <p:nvPr/>
        </p:nvSpPr>
        <p:spPr>
          <a:xfrm>
            <a:off x="3763382" y="3797377"/>
            <a:ext cx="45341" cy="45341"/>
          </a:xfrm>
          <a:prstGeom prst="ellipse">
            <a:avLst/>
          </a:prstGeom>
          <a:solidFill>
            <a:srgbClr val="B08A60">
              <a:alpha val="40000"/>
            </a:srgbClr>
          </a:solidFill>
          <a:ln w="0">
            <a:noFill/>
            <a:prstDash val="solid"/>
          </a:ln>
        </p:spPr>
      </p:sp>
      <p:sp>
        <p:nvSpPr>
          <p:cNvPr id="1945" name="a_full_bar_ellipse_1944">
            <a:extLst>
              <a:ext uri="{FF2B5EF4-FFF2-40B4-BE49-F238E27FC236}">
                <a16:creationId xmlns:a16="http://schemas.microsoft.com/office/drawing/2014/main" id="{582B1C0A-0D30-41CD-9023-0B63D6C9E2A0}"/>
              </a:ext>
            </a:extLst>
          </p:cNvPr>
          <p:cNvSpPr>
            <a:spLocks noGrp="1"/>
          </p:cNvSpPr>
          <p:nvPr/>
        </p:nvSpPr>
        <p:spPr>
          <a:xfrm>
            <a:off x="3734208" y="4457382"/>
            <a:ext cx="45341" cy="45341"/>
          </a:xfrm>
          <a:prstGeom prst="ellipse">
            <a:avLst/>
          </a:prstGeom>
          <a:solidFill>
            <a:srgbClr val="B08A60">
              <a:alpha val="40000"/>
            </a:srgbClr>
          </a:solidFill>
          <a:ln w="0">
            <a:noFill/>
            <a:prstDash val="solid"/>
          </a:ln>
        </p:spPr>
      </p:sp>
      <p:sp>
        <p:nvSpPr>
          <p:cNvPr id="1946" name="a_full_bar_ellipse_1945">
            <a:extLst>
              <a:ext uri="{FF2B5EF4-FFF2-40B4-BE49-F238E27FC236}">
                <a16:creationId xmlns:a16="http://schemas.microsoft.com/office/drawing/2014/main" id="{26B903A0-C1F8-4D4B-AE2C-2ADE1F918D0F}"/>
              </a:ext>
            </a:extLst>
          </p:cNvPr>
          <p:cNvSpPr>
            <a:spLocks noGrp="1"/>
          </p:cNvSpPr>
          <p:nvPr/>
        </p:nvSpPr>
        <p:spPr>
          <a:xfrm>
            <a:off x="3654614" y="4457382"/>
            <a:ext cx="45341" cy="45341"/>
          </a:xfrm>
          <a:prstGeom prst="ellipse">
            <a:avLst/>
          </a:prstGeom>
          <a:solidFill>
            <a:srgbClr val="B08A60">
              <a:alpha val="40000"/>
            </a:srgbClr>
          </a:solidFill>
          <a:ln w="0">
            <a:noFill/>
            <a:prstDash val="solid"/>
          </a:ln>
        </p:spPr>
      </p:sp>
      <p:sp>
        <p:nvSpPr>
          <p:cNvPr id="1947" name="a_full_bar_ellipse_1946">
            <a:extLst>
              <a:ext uri="{FF2B5EF4-FFF2-40B4-BE49-F238E27FC236}">
                <a16:creationId xmlns:a16="http://schemas.microsoft.com/office/drawing/2014/main" id="{B5399EE0-BD23-4969-91BF-FCAB10B9DBB7}"/>
              </a:ext>
            </a:extLst>
          </p:cNvPr>
          <p:cNvSpPr>
            <a:spLocks noGrp="1"/>
          </p:cNvSpPr>
          <p:nvPr/>
        </p:nvSpPr>
        <p:spPr>
          <a:xfrm>
            <a:off x="3707318" y="3646702"/>
            <a:ext cx="45341" cy="45341"/>
          </a:xfrm>
          <a:prstGeom prst="ellipse">
            <a:avLst/>
          </a:prstGeom>
          <a:solidFill>
            <a:srgbClr val="B08A60">
              <a:alpha val="40000"/>
            </a:srgbClr>
          </a:solidFill>
          <a:ln w="0">
            <a:noFill/>
            <a:prstDash val="solid"/>
          </a:ln>
        </p:spPr>
      </p:sp>
      <p:sp>
        <p:nvSpPr>
          <p:cNvPr id="1948" name="a_full_bar_ellipse_1947">
            <a:extLst>
              <a:ext uri="{FF2B5EF4-FFF2-40B4-BE49-F238E27FC236}">
                <a16:creationId xmlns:a16="http://schemas.microsoft.com/office/drawing/2014/main" id="{76E08181-57DE-4E7F-88E2-A332D7A4C191}"/>
              </a:ext>
            </a:extLst>
          </p:cNvPr>
          <p:cNvSpPr>
            <a:spLocks noGrp="1"/>
          </p:cNvSpPr>
          <p:nvPr/>
        </p:nvSpPr>
        <p:spPr>
          <a:xfrm>
            <a:off x="3651808" y="4457382"/>
            <a:ext cx="45341" cy="45341"/>
          </a:xfrm>
          <a:prstGeom prst="ellipse">
            <a:avLst/>
          </a:prstGeom>
          <a:solidFill>
            <a:srgbClr val="B08A60">
              <a:alpha val="40000"/>
            </a:srgbClr>
          </a:solidFill>
          <a:ln w="0">
            <a:noFill/>
            <a:prstDash val="solid"/>
          </a:ln>
        </p:spPr>
      </p:sp>
      <p:sp>
        <p:nvSpPr>
          <p:cNvPr id="1949" name="a_full_bar_ellipse_1948">
            <a:extLst>
              <a:ext uri="{FF2B5EF4-FFF2-40B4-BE49-F238E27FC236}">
                <a16:creationId xmlns:a16="http://schemas.microsoft.com/office/drawing/2014/main" id="{B55710B8-F397-43C9-BD95-C5CCE10A3453}"/>
              </a:ext>
            </a:extLst>
          </p:cNvPr>
          <p:cNvSpPr>
            <a:spLocks noGrp="1"/>
          </p:cNvSpPr>
          <p:nvPr/>
        </p:nvSpPr>
        <p:spPr>
          <a:xfrm>
            <a:off x="3795552" y="2025341"/>
            <a:ext cx="45341" cy="45341"/>
          </a:xfrm>
          <a:prstGeom prst="ellipse">
            <a:avLst/>
          </a:prstGeom>
          <a:solidFill>
            <a:srgbClr val="B08A60">
              <a:alpha val="40000"/>
            </a:srgbClr>
          </a:solidFill>
          <a:ln w="0">
            <a:noFill/>
            <a:prstDash val="solid"/>
          </a:ln>
        </p:spPr>
      </p:sp>
      <p:sp>
        <p:nvSpPr>
          <p:cNvPr id="1950" name="a_full_bar_ellipse_1949">
            <a:extLst>
              <a:ext uri="{FF2B5EF4-FFF2-40B4-BE49-F238E27FC236}">
                <a16:creationId xmlns:a16="http://schemas.microsoft.com/office/drawing/2014/main" id="{0F08CECD-75F5-436C-B3B5-DF0BF20A7130}"/>
              </a:ext>
            </a:extLst>
          </p:cNvPr>
          <p:cNvSpPr>
            <a:spLocks noGrp="1"/>
          </p:cNvSpPr>
          <p:nvPr/>
        </p:nvSpPr>
        <p:spPr>
          <a:xfrm>
            <a:off x="3718110" y="3241362"/>
            <a:ext cx="45341" cy="45341"/>
          </a:xfrm>
          <a:prstGeom prst="ellipse">
            <a:avLst/>
          </a:prstGeom>
          <a:solidFill>
            <a:srgbClr val="B08A60">
              <a:alpha val="40000"/>
            </a:srgbClr>
          </a:solidFill>
          <a:ln w="0">
            <a:noFill/>
            <a:prstDash val="solid"/>
          </a:ln>
        </p:spPr>
      </p:sp>
      <p:sp>
        <p:nvSpPr>
          <p:cNvPr id="1951" name="a_full_bar_ellipse_1950">
            <a:extLst>
              <a:ext uri="{FF2B5EF4-FFF2-40B4-BE49-F238E27FC236}">
                <a16:creationId xmlns:a16="http://schemas.microsoft.com/office/drawing/2014/main" id="{9B3111B7-36B0-464A-B467-CC1364FA0DD2}"/>
              </a:ext>
            </a:extLst>
          </p:cNvPr>
          <p:cNvSpPr>
            <a:spLocks noGrp="1"/>
          </p:cNvSpPr>
          <p:nvPr/>
        </p:nvSpPr>
        <p:spPr>
          <a:xfrm>
            <a:off x="3659188" y="3934645"/>
            <a:ext cx="45341" cy="45341"/>
          </a:xfrm>
          <a:prstGeom prst="ellipse">
            <a:avLst/>
          </a:prstGeom>
          <a:solidFill>
            <a:srgbClr val="B08A60">
              <a:alpha val="40000"/>
            </a:srgbClr>
          </a:solidFill>
          <a:ln w="0">
            <a:noFill/>
            <a:prstDash val="solid"/>
          </a:ln>
        </p:spPr>
      </p:sp>
      <p:sp>
        <p:nvSpPr>
          <p:cNvPr id="1952" name="a_full_bar_ellipse_1951">
            <a:extLst>
              <a:ext uri="{FF2B5EF4-FFF2-40B4-BE49-F238E27FC236}">
                <a16:creationId xmlns:a16="http://schemas.microsoft.com/office/drawing/2014/main" id="{FF5272F6-AF2B-4F4E-BC10-2DA6C4E3035E}"/>
              </a:ext>
            </a:extLst>
          </p:cNvPr>
          <p:cNvSpPr>
            <a:spLocks noGrp="1"/>
          </p:cNvSpPr>
          <p:nvPr/>
        </p:nvSpPr>
        <p:spPr>
          <a:xfrm>
            <a:off x="3759741" y="3241362"/>
            <a:ext cx="45341" cy="45341"/>
          </a:xfrm>
          <a:prstGeom prst="ellipse">
            <a:avLst/>
          </a:prstGeom>
          <a:solidFill>
            <a:srgbClr val="B08A60">
              <a:alpha val="40000"/>
            </a:srgbClr>
          </a:solidFill>
          <a:ln w="0">
            <a:noFill/>
            <a:prstDash val="solid"/>
          </a:ln>
        </p:spPr>
      </p:sp>
      <p:sp>
        <p:nvSpPr>
          <p:cNvPr id="1953" name="a_full_bar_ellipse_1952">
            <a:extLst>
              <a:ext uri="{FF2B5EF4-FFF2-40B4-BE49-F238E27FC236}">
                <a16:creationId xmlns:a16="http://schemas.microsoft.com/office/drawing/2014/main" id="{05F2405B-13CA-4E2D-B6FA-784D84AE6546}"/>
              </a:ext>
            </a:extLst>
          </p:cNvPr>
          <p:cNvSpPr>
            <a:spLocks noGrp="1"/>
          </p:cNvSpPr>
          <p:nvPr/>
        </p:nvSpPr>
        <p:spPr>
          <a:xfrm>
            <a:off x="3683151" y="2025341"/>
            <a:ext cx="45341" cy="45341"/>
          </a:xfrm>
          <a:prstGeom prst="ellipse">
            <a:avLst/>
          </a:prstGeom>
          <a:solidFill>
            <a:srgbClr val="B08A60">
              <a:alpha val="40000"/>
            </a:srgbClr>
          </a:solidFill>
          <a:ln w="0">
            <a:noFill/>
            <a:prstDash val="solid"/>
          </a:ln>
        </p:spPr>
      </p:sp>
      <p:sp>
        <p:nvSpPr>
          <p:cNvPr id="1954" name="a_full_bar_ellipse_1953">
            <a:extLst>
              <a:ext uri="{FF2B5EF4-FFF2-40B4-BE49-F238E27FC236}">
                <a16:creationId xmlns:a16="http://schemas.microsoft.com/office/drawing/2014/main" id="{C8B0FF10-9774-41C2-B3DF-823AC1E35572}"/>
              </a:ext>
            </a:extLst>
          </p:cNvPr>
          <p:cNvSpPr>
            <a:spLocks noGrp="1"/>
          </p:cNvSpPr>
          <p:nvPr/>
        </p:nvSpPr>
        <p:spPr>
          <a:xfrm>
            <a:off x="3798037" y="3241362"/>
            <a:ext cx="45341" cy="45341"/>
          </a:xfrm>
          <a:prstGeom prst="ellipse">
            <a:avLst/>
          </a:prstGeom>
          <a:solidFill>
            <a:srgbClr val="B08A60">
              <a:alpha val="40000"/>
            </a:srgbClr>
          </a:solidFill>
          <a:ln w="0">
            <a:noFill/>
            <a:prstDash val="solid"/>
          </a:ln>
        </p:spPr>
      </p:sp>
      <p:sp>
        <p:nvSpPr>
          <p:cNvPr id="1955" name="a_full_bar_ellipse_1954">
            <a:extLst>
              <a:ext uri="{FF2B5EF4-FFF2-40B4-BE49-F238E27FC236}">
                <a16:creationId xmlns:a16="http://schemas.microsoft.com/office/drawing/2014/main" id="{770D3F7A-E7B4-49AD-BB9D-C569F72E4108}"/>
              </a:ext>
            </a:extLst>
          </p:cNvPr>
          <p:cNvSpPr>
            <a:spLocks noGrp="1"/>
          </p:cNvSpPr>
          <p:nvPr/>
        </p:nvSpPr>
        <p:spPr>
          <a:xfrm>
            <a:off x="3725995" y="4131421"/>
            <a:ext cx="45341" cy="45341"/>
          </a:xfrm>
          <a:prstGeom prst="ellipse">
            <a:avLst/>
          </a:prstGeom>
          <a:solidFill>
            <a:srgbClr val="B08A60">
              <a:alpha val="40000"/>
            </a:srgbClr>
          </a:solidFill>
          <a:ln w="0">
            <a:noFill/>
            <a:prstDash val="solid"/>
          </a:ln>
        </p:spPr>
      </p:sp>
      <p:sp>
        <p:nvSpPr>
          <p:cNvPr id="1956" name="a_full_bar_ellipse_1955">
            <a:extLst>
              <a:ext uri="{FF2B5EF4-FFF2-40B4-BE49-F238E27FC236}">
                <a16:creationId xmlns:a16="http://schemas.microsoft.com/office/drawing/2014/main" id="{40F53AAB-E9E0-4409-839E-E009181EFB73}"/>
              </a:ext>
            </a:extLst>
          </p:cNvPr>
          <p:cNvSpPr>
            <a:spLocks noGrp="1"/>
          </p:cNvSpPr>
          <p:nvPr/>
        </p:nvSpPr>
        <p:spPr>
          <a:xfrm>
            <a:off x="3674416" y="2025341"/>
            <a:ext cx="45341" cy="45341"/>
          </a:xfrm>
          <a:prstGeom prst="ellipse">
            <a:avLst/>
          </a:prstGeom>
          <a:solidFill>
            <a:srgbClr val="B08A60">
              <a:alpha val="40000"/>
            </a:srgbClr>
          </a:solidFill>
          <a:ln w="0">
            <a:noFill/>
            <a:prstDash val="solid"/>
          </a:ln>
        </p:spPr>
      </p:sp>
      <p:sp>
        <p:nvSpPr>
          <p:cNvPr id="1957" name="a_full_bar_ellipse_1956">
            <a:extLst>
              <a:ext uri="{FF2B5EF4-FFF2-40B4-BE49-F238E27FC236}">
                <a16:creationId xmlns:a16="http://schemas.microsoft.com/office/drawing/2014/main" id="{E3EA49D3-C721-4543-8647-F42AC9F3BF8F}"/>
              </a:ext>
            </a:extLst>
          </p:cNvPr>
          <p:cNvSpPr>
            <a:spLocks noGrp="1"/>
          </p:cNvSpPr>
          <p:nvPr/>
        </p:nvSpPr>
        <p:spPr>
          <a:xfrm>
            <a:off x="3648107" y="3477810"/>
            <a:ext cx="45341" cy="45341"/>
          </a:xfrm>
          <a:prstGeom prst="ellipse">
            <a:avLst/>
          </a:prstGeom>
          <a:solidFill>
            <a:srgbClr val="B08A60">
              <a:alpha val="40000"/>
            </a:srgbClr>
          </a:solidFill>
          <a:ln w="0">
            <a:noFill/>
            <a:prstDash val="solid"/>
          </a:ln>
        </p:spPr>
      </p:sp>
      <p:sp>
        <p:nvSpPr>
          <p:cNvPr id="1958" name="a_full_bar_ellipse_1957">
            <a:extLst>
              <a:ext uri="{FF2B5EF4-FFF2-40B4-BE49-F238E27FC236}">
                <a16:creationId xmlns:a16="http://schemas.microsoft.com/office/drawing/2014/main" id="{C6DED604-AA34-4537-9978-F0046E629E33}"/>
              </a:ext>
            </a:extLst>
          </p:cNvPr>
          <p:cNvSpPr>
            <a:spLocks noGrp="1"/>
          </p:cNvSpPr>
          <p:nvPr/>
        </p:nvSpPr>
        <p:spPr>
          <a:xfrm>
            <a:off x="3726662" y="2836021"/>
            <a:ext cx="45341" cy="45341"/>
          </a:xfrm>
          <a:prstGeom prst="ellipse">
            <a:avLst/>
          </a:prstGeom>
          <a:solidFill>
            <a:srgbClr val="B08A60">
              <a:alpha val="40000"/>
            </a:srgbClr>
          </a:solidFill>
          <a:ln w="0">
            <a:noFill/>
            <a:prstDash val="solid"/>
          </a:ln>
        </p:spPr>
      </p:sp>
      <p:sp>
        <p:nvSpPr>
          <p:cNvPr id="1959" name="a_full_bar_ellipse_1958">
            <a:extLst>
              <a:ext uri="{FF2B5EF4-FFF2-40B4-BE49-F238E27FC236}">
                <a16:creationId xmlns:a16="http://schemas.microsoft.com/office/drawing/2014/main" id="{F820AD12-5EC6-4250-AC16-3D96F7CC521C}"/>
              </a:ext>
            </a:extLst>
          </p:cNvPr>
          <p:cNvSpPr>
            <a:spLocks noGrp="1"/>
          </p:cNvSpPr>
          <p:nvPr/>
        </p:nvSpPr>
        <p:spPr>
          <a:xfrm>
            <a:off x="3709850" y="4457382"/>
            <a:ext cx="45341" cy="45341"/>
          </a:xfrm>
          <a:prstGeom prst="ellipse">
            <a:avLst/>
          </a:prstGeom>
          <a:solidFill>
            <a:srgbClr val="B08A60">
              <a:alpha val="40000"/>
            </a:srgbClr>
          </a:solidFill>
          <a:ln w="0">
            <a:noFill/>
            <a:prstDash val="solid"/>
          </a:ln>
        </p:spPr>
      </p:sp>
      <p:sp>
        <p:nvSpPr>
          <p:cNvPr id="1960" name="a_full_bar_ellipse_1959">
            <a:extLst>
              <a:ext uri="{FF2B5EF4-FFF2-40B4-BE49-F238E27FC236}">
                <a16:creationId xmlns:a16="http://schemas.microsoft.com/office/drawing/2014/main" id="{B8A48212-F3D3-4FC3-AB0D-10F86E5FCE6D}"/>
              </a:ext>
            </a:extLst>
          </p:cNvPr>
          <p:cNvSpPr>
            <a:spLocks noGrp="1"/>
          </p:cNvSpPr>
          <p:nvPr/>
        </p:nvSpPr>
        <p:spPr>
          <a:xfrm>
            <a:off x="3621628" y="2430681"/>
            <a:ext cx="45341" cy="45341"/>
          </a:xfrm>
          <a:prstGeom prst="ellipse">
            <a:avLst/>
          </a:prstGeom>
          <a:solidFill>
            <a:srgbClr val="B08A60">
              <a:alpha val="40000"/>
            </a:srgbClr>
          </a:solidFill>
          <a:ln w="0">
            <a:noFill/>
            <a:prstDash val="solid"/>
          </a:ln>
        </p:spPr>
      </p:sp>
      <p:sp>
        <p:nvSpPr>
          <p:cNvPr id="1961" name="a_full_bar_ellipse_1960">
            <a:extLst>
              <a:ext uri="{FF2B5EF4-FFF2-40B4-BE49-F238E27FC236}">
                <a16:creationId xmlns:a16="http://schemas.microsoft.com/office/drawing/2014/main" id="{58A12CD7-1DC9-4302-8577-734C1750E0FD}"/>
              </a:ext>
            </a:extLst>
          </p:cNvPr>
          <p:cNvSpPr>
            <a:spLocks noGrp="1"/>
          </p:cNvSpPr>
          <p:nvPr/>
        </p:nvSpPr>
        <p:spPr>
          <a:xfrm>
            <a:off x="3649647" y="2836021"/>
            <a:ext cx="45341" cy="45341"/>
          </a:xfrm>
          <a:prstGeom prst="ellipse">
            <a:avLst/>
          </a:prstGeom>
          <a:solidFill>
            <a:srgbClr val="B08A60">
              <a:alpha val="40000"/>
            </a:srgbClr>
          </a:solidFill>
          <a:ln w="0">
            <a:noFill/>
            <a:prstDash val="solid"/>
          </a:ln>
        </p:spPr>
      </p:sp>
      <p:sp>
        <p:nvSpPr>
          <p:cNvPr id="1962" name="a_full_bar_ellipse_1961">
            <a:extLst>
              <a:ext uri="{FF2B5EF4-FFF2-40B4-BE49-F238E27FC236}">
                <a16:creationId xmlns:a16="http://schemas.microsoft.com/office/drawing/2014/main" id="{ED41893F-73FA-4438-8043-B99F5E21A835}"/>
              </a:ext>
            </a:extLst>
          </p:cNvPr>
          <p:cNvSpPr>
            <a:spLocks noGrp="1"/>
          </p:cNvSpPr>
          <p:nvPr/>
        </p:nvSpPr>
        <p:spPr>
          <a:xfrm>
            <a:off x="3740227" y="4457382"/>
            <a:ext cx="45341" cy="45341"/>
          </a:xfrm>
          <a:prstGeom prst="ellipse">
            <a:avLst/>
          </a:prstGeom>
          <a:solidFill>
            <a:srgbClr val="B08A60">
              <a:alpha val="40000"/>
            </a:srgbClr>
          </a:solidFill>
          <a:ln w="0">
            <a:noFill/>
            <a:prstDash val="solid"/>
          </a:ln>
        </p:spPr>
      </p:sp>
      <p:sp>
        <p:nvSpPr>
          <p:cNvPr id="1963" name="a_full_bar_ellipse_1962">
            <a:extLst>
              <a:ext uri="{FF2B5EF4-FFF2-40B4-BE49-F238E27FC236}">
                <a16:creationId xmlns:a16="http://schemas.microsoft.com/office/drawing/2014/main" id="{6769A446-CFF1-46C0-9C07-36FF7DB8BEB7}"/>
              </a:ext>
            </a:extLst>
          </p:cNvPr>
          <p:cNvSpPr>
            <a:spLocks noGrp="1"/>
          </p:cNvSpPr>
          <p:nvPr/>
        </p:nvSpPr>
        <p:spPr>
          <a:xfrm>
            <a:off x="3744926" y="3854358"/>
            <a:ext cx="45341" cy="45341"/>
          </a:xfrm>
          <a:prstGeom prst="ellipse">
            <a:avLst/>
          </a:prstGeom>
          <a:solidFill>
            <a:srgbClr val="B08A60">
              <a:alpha val="40000"/>
            </a:srgbClr>
          </a:solidFill>
          <a:ln w="0">
            <a:noFill/>
            <a:prstDash val="solid"/>
          </a:ln>
        </p:spPr>
      </p:sp>
      <p:sp>
        <p:nvSpPr>
          <p:cNvPr id="1964" name="a_full_bar_ellipse_1963">
            <a:extLst>
              <a:ext uri="{FF2B5EF4-FFF2-40B4-BE49-F238E27FC236}">
                <a16:creationId xmlns:a16="http://schemas.microsoft.com/office/drawing/2014/main" id="{1A2A0105-63E2-4006-9AE5-FF2CC206F6C5}"/>
              </a:ext>
            </a:extLst>
          </p:cNvPr>
          <p:cNvSpPr>
            <a:spLocks noGrp="1"/>
          </p:cNvSpPr>
          <p:nvPr/>
        </p:nvSpPr>
        <p:spPr>
          <a:xfrm>
            <a:off x="3735392" y="4457382"/>
            <a:ext cx="45341" cy="45341"/>
          </a:xfrm>
          <a:prstGeom prst="ellipse">
            <a:avLst/>
          </a:prstGeom>
          <a:solidFill>
            <a:srgbClr val="B08A60">
              <a:alpha val="40000"/>
            </a:srgbClr>
          </a:solidFill>
          <a:ln w="0">
            <a:noFill/>
            <a:prstDash val="solid"/>
          </a:ln>
        </p:spPr>
      </p:sp>
      <p:sp>
        <p:nvSpPr>
          <p:cNvPr id="1965" name="a_full_bar_ellipse_1964">
            <a:extLst>
              <a:ext uri="{FF2B5EF4-FFF2-40B4-BE49-F238E27FC236}">
                <a16:creationId xmlns:a16="http://schemas.microsoft.com/office/drawing/2014/main" id="{E603604A-6DF7-420E-8A26-2D803A7F1F8F}"/>
              </a:ext>
            </a:extLst>
          </p:cNvPr>
          <p:cNvSpPr>
            <a:spLocks noGrp="1"/>
          </p:cNvSpPr>
          <p:nvPr/>
        </p:nvSpPr>
        <p:spPr>
          <a:xfrm>
            <a:off x="3636535" y="4335780"/>
            <a:ext cx="45341" cy="45341"/>
          </a:xfrm>
          <a:prstGeom prst="ellipse">
            <a:avLst/>
          </a:prstGeom>
          <a:solidFill>
            <a:srgbClr val="B08A60">
              <a:alpha val="40000"/>
            </a:srgbClr>
          </a:solidFill>
          <a:ln w="0">
            <a:noFill/>
            <a:prstDash val="solid"/>
          </a:ln>
        </p:spPr>
      </p:sp>
      <p:sp>
        <p:nvSpPr>
          <p:cNvPr id="1966" name="a_full_bar_ellipse_1965">
            <a:extLst>
              <a:ext uri="{FF2B5EF4-FFF2-40B4-BE49-F238E27FC236}">
                <a16:creationId xmlns:a16="http://schemas.microsoft.com/office/drawing/2014/main" id="{5D222232-77E5-4D1E-AE0E-B7B3760F9EB6}"/>
              </a:ext>
            </a:extLst>
          </p:cNvPr>
          <p:cNvSpPr>
            <a:spLocks noGrp="1"/>
          </p:cNvSpPr>
          <p:nvPr/>
        </p:nvSpPr>
        <p:spPr>
          <a:xfrm>
            <a:off x="3683361" y="4311074"/>
            <a:ext cx="45341" cy="45341"/>
          </a:xfrm>
          <a:prstGeom prst="ellipse">
            <a:avLst/>
          </a:prstGeom>
          <a:solidFill>
            <a:srgbClr val="B08A60">
              <a:alpha val="40000"/>
            </a:srgbClr>
          </a:solidFill>
          <a:ln w="0">
            <a:noFill/>
            <a:prstDash val="solid"/>
          </a:ln>
        </p:spPr>
      </p:sp>
      <p:sp>
        <p:nvSpPr>
          <p:cNvPr id="1967" name="a_full_bar_ellipse_1966">
            <a:extLst>
              <a:ext uri="{FF2B5EF4-FFF2-40B4-BE49-F238E27FC236}">
                <a16:creationId xmlns:a16="http://schemas.microsoft.com/office/drawing/2014/main" id="{BEFC1945-E691-48F3-AF3F-00D141E3E387}"/>
              </a:ext>
            </a:extLst>
          </p:cNvPr>
          <p:cNvSpPr>
            <a:spLocks noGrp="1"/>
          </p:cNvSpPr>
          <p:nvPr/>
        </p:nvSpPr>
        <p:spPr>
          <a:xfrm>
            <a:off x="3604656" y="3171969"/>
            <a:ext cx="45341" cy="45341"/>
          </a:xfrm>
          <a:prstGeom prst="ellipse">
            <a:avLst/>
          </a:prstGeom>
          <a:solidFill>
            <a:srgbClr val="B08A60">
              <a:alpha val="40000"/>
            </a:srgbClr>
          </a:solidFill>
          <a:ln w="0">
            <a:noFill/>
            <a:prstDash val="solid"/>
          </a:ln>
        </p:spPr>
      </p:sp>
      <p:sp>
        <p:nvSpPr>
          <p:cNvPr id="1968" name="a_full_bar_ellipse_1967">
            <a:extLst>
              <a:ext uri="{FF2B5EF4-FFF2-40B4-BE49-F238E27FC236}">
                <a16:creationId xmlns:a16="http://schemas.microsoft.com/office/drawing/2014/main" id="{64F8C2EE-2036-41F0-851B-286CC9CF2133}"/>
              </a:ext>
            </a:extLst>
          </p:cNvPr>
          <p:cNvSpPr>
            <a:spLocks noGrp="1"/>
          </p:cNvSpPr>
          <p:nvPr/>
        </p:nvSpPr>
        <p:spPr>
          <a:xfrm>
            <a:off x="3658990" y="4457382"/>
            <a:ext cx="45341" cy="45341"/>
          </a:xfrm>
          <a:prstGeom prst="ellipse">
            <a:avLst/>
          </a:prstGeom>
          <a:solidFill>
            <a:srgbClr val="B08A60">
              <a:alpha val="40000"/>
            </a:srgbClr>
          </a:solidFill>
          <a:ln w="0">
            <a:noFill/>
            <a:prstDash val="solid"/>
          </a:ln>
        </p:spPr>
      </p:sp>
      <p:sp>
        <p:nvSpPr>
          <p:cNvPr id="1969" name="a_full_bar_ellipse_1968">
            <a:extLst>
              <a:ext uri="{FF2B5EF4-FFF2-40B4-BE49-F238E27FC236}">
                <a16:creationId xmlns:a16="http://schemas.microsoft.com/office/drawing/2014/main" id="{95A6256B-0A41-4C4A-BECE-9C93FF3892D4}"/>
              </a:ext>
            </a:extLst>
          </p:cNvPr>
          <p:cNvSpPr>
            <a:spLocks noGrp="1"/>
          </p:cNvSpPr>
          <p:nvPr/>
        </p:nvSpPr>
        <p:spPr>
          <a:xfrm>
            <a:off x="3596229" y="2025341"/>
            <a:ext cx="45341" cy="45341"/>
          </a:xfrm>
          <a:prstGeom prst="ellipse">
            <a:avLst/>
          </a:prstGeom>
          <a:solidFill>
            <a:srgbClr val="B08A60">
              <a:alpha val="40000"/>
            </a:srgbClr>
          </a:solidFill>
          <a:ln w="0">
            <a:noFill/>
            <a:prstDash val="solid"/>
          </a:ln>
        </p:spPr>
      </p:sp>
      <p:sp>
        <p:nvSpPr>
          <p:cNvPr id="1970" name="a_full_bar_ellipse_1969">
            <a:extLst>
              <a:ext uri="{FF2B5EF4-FFF2-40B4-BE49-F238E27FC236}">
                <a16:creationId xmlns:a16="http://schemas.microsoft.com/office/drawing/2014/main" id="{E7A113B8-3C73-4188-B2A5-C38188A8E69A}"/>
              </a:ext>
            </a:extLst>
          </p:cNvPr>
          <p:cNvSpPr>
            <a:spLocks noGrp="1"/>
          </p:cNvSpPr>
          <p:nvPr/>
        </p:nvSpPr>
        <p:spPr>
          <a:xfrm>
            <a:off x="3667281" y="2129636"/>
            <a:ext cx="45341" cy="45341"/>
          </a:xfrm>
          <a:prstGeom prst="ellipse">
            <a:avLst/>
          </a:prstGeom>
          <a:solidFill>
            <a:srgbClr val="B08A60">
              <a:alpha val="40000"/>
            </a:srgbClr>
          </a:solidFill>
          <a:ln w="0">
            <a:noFill/>
            <a:prstDash val="solid"/>
          </a:ln>
        </p:spPr>
      </p:sp>
      <p:sp>
        <p:nvSpPr>
          <p:cNvPr id="1971" name="a_full_bar_ellipse_1970">
            <a:extLst>
              <a:ext uri="{FF2B5EF4-FFF2-40B4-BE49-F238E27FC236}">
                <a16:creationId xmlns:a16="http://schemas.microsoft.com/office/drawing/2014/main" id="{53A87132-316D-407C-95C4-B81462C91B23}"/>
              </a:ext>
            </a:extLst>
          </p:cNvPr>
          <p:cNvSpPr>
            <a:spLocks noGrp="1"/>
          </p:cNvSpPr>
          <p:nvPr/>
        </p:nvSpPr>
        <p:spPr>
          <a:xfrm>
            <a:off x="3795854" y="2836021"/>
            <a:ext cx="45341" cy="45341"/>
          </a:xfrm>
          <a:prstGeom prst="ellipse">
            <a:avLst/>
          </a:prstGeom>
          <a:solidFill>
            <a:srgbClr val="B08A60">
              <a:alpha val="40000"/>
            </a:srgbClr>
          </a:solidFill>
          <a:ln w="0">
            <a:noFill/>
            <a:prstDash val="solid"/>
          </a:ln>
        </p:spPr>
      </p:sp>
      <p:sp>
        <p:nvSpPr>
          <p:cNvPr id="1972" name="a_full_bar_ellipse_1971">
            <a:extLst>
              <a:ext uri="{FF2B5EF4-FFF2-40B4-BE49-F238E27FC236}">
                <a16:creationId xmlns:a16="http://schemas.microsoft.com/office/drawing/2014/main" id="{C934A081-51AC-4BE3-9818-98E6423D9A73}"/>
              </a:ext>
            </a:extLst>
          </p:cNvPr>
          <p:cNvSpPr>
            <a:spLocks noGrp="1"/>
          </p:cNvSpPr>
          <p:nvPr/>
        </p:nvSpPr>
        <p:spPr>
          <a:xfrm>
            <a:off x="3786388" y="2025341"/>
            <a:ext cx="45341" cy="45341"/>
          </a:xfrm>
          <a:prstGeom prst="ellipse">
            <a:avLst/>
          </a:prstGeom>
          <a:solidFill>
            <a:srgbClr val="B08A60">
              <a:alpha val="40000"/>
            </a:srgbClr>
          </a:solidFill>
          <a:ln w="0">
            <a:noFill/>
            <a:prstDash val="solid"/>
          </a:ln>
        </p:spPr>
      </p:sp>
      <p:sp>
        <p:nvSpPr>
          <p:cNvPr id="1973" name="a_full_bar_ellipse_1972">
            <a:extLst>
              <a:ext uri="{FF2B5EF4-FFF2-40B4-BE49-F238E27FC236}">
                <a16:creationId xmlns:a16="http://schemas.microsoft.com/office/drawing/2014/main" id="{C655D32D-866D-4239-9C9C-50C64D0E195F}"/>
              </a:ext>
            </a:extLst>
          </p:cNvPr>
          <p:cNvSpPr>
            <a:spLocks noGrp="1"/>
          </p:cNvSpPr>
          <p:nvPr/>
        </p:nvSpPr>
        <p:spPr>
          <a:xfrm>
            <a:off x="3771093" y="4457382"/>
            <a:ext cx="45341" cy="45341"/>
          </a:xfrm>
          <a:prstGeom prst="ellipse">
            <a:avLst/>
          </a:prstGeom>
          <a:solidFill>
            <a:srgbClr val="B08A60">
              <a:alpha val="40000"/>
            </a:srgbClr>
          </a:solidFill>
          <a:ln w="0">
            <a:noFill/>
            <a:prstDash val="solid"/>
          </a:ln>
        </p:spPr>
      </p:sp>
      <p:sp>
        <p:nvSpPr>
          <p:cNvPr id="1974" name="a_full_bar_ellipse_1973">
            <a:extLst>
              <a:ext uri="{FF2B5EF4-FFF2-40B4-BE49-F238E27FC236}">
                <a16:creationId xmlns:a16="http://schemas.microsoft.com/office/drawing/2014/main" id="{AF39DC66-12D5-476F-B462-6DB3EE0C8BFA}"/>
              </a:ext>
            </a:extLst>
          </p:cNvPr>
          <p:cNvSpPr>
            <a:spLocks noGrp="1"/>
          </p:cNvSpPr>
          <p:nvPr/>
        </p:nvSpPr>
        <p:spPr>
          <a:xfrm>
            <a:off x="3760488" y="2739556"/>
            <a:ext cx="45341" cy="45341"/>
          </a:xfrm>
          <a:prstGeom prst="ellipse">
            <a:avLst/>
          </a:prstGeom>
          <a:solidFill>
            <a:srgbClr val="B08A60">
              <a:alpha val="40000"/>
            </a:srgbClr>
          </a:solidFill>
          <a:ln w="0">
            <a:noFill/>
            <a:prstDash val="solid"/>
          </a:ln>
        </p:spPr>
      </p:sp>
      <p:sp>
        <p:nvSpPr>
          <p:cNvPr id="1975" name="a_full_bar_ellipse_1974">
            <a:extLst>
              <a:ext uri="{FF2B5EF4-FFF2-40B4-BE49-F238E27FC236}">
                <a16:creationId xmlns:a16="http://schemas.microsoft.com/office/drawing/2014/main" id="{34AFEEA3-FBE3-403E-B981-A436B5C5C30D}"/>
              </a:ext>
            </a:extLst>
          </p:cNvPr>
          <p:cNvSpPr>
            <a:spLocks noGrp="1"/>
          </p:cNvSpPr>
          <p:nvPr/>
        </p:nvSpPr>
        <p:spPr>
          <a:xfrm>
            <a:off x="3667818" y="4022767"/>
            <a:ext cx="45341" cy="45341"/>
          </a:xfrm>
          <a:prstGeom prst="ellipse">
            <a:avLst/>
          </a:prstGeom>
          <a:solidFill>
            <a:srgbClr val="B08A60">
              <a:alpha val="40000"/>
            </a:srgbClr>
          </a:solidFill>
          <a:ln w="0">
            <a:noFill/>
            <a:prstDash val="solid"/>
          </a:ln>
        </p:spPr>
      </p:sp>
      <p:sp>
        <p:nvSpPr>
          <p:cNvPr id="1976" name="a_full_bar_ellipse_1975">
            <a:extLst>
              <a:ext uri="{FF2B5EF4-FFF2-40B4-BE49-F238E27FC236}">
                <a16:creationId xmlns:a16="http://schemas.microsoft.com/office/drawing/2014/main" id="{6AF5DCFF-4E46-40C6-964F-4A3FF477E493}"/>
              </a:ext>
            </a:extLst>
          </p:cNvPr>
          <p:cNvSpPr>
            <a:spLocks noGrp="1"/>
          </p:cNvSpPr>
          <p:nvPr/>
        </p:nvSpPr>
        <p:spPr>
          <a:xfrm>
            <a:off x="3673852" y="3444032"/>
            <a:ext cx="45341" cy="45341"/>
          </a:xfrm>
          <a:prstGeom prst="ellipse">
            <a:avLst/>
          </a:prstGeom>
          <a:solidFill>
            <a:srgbClr val="B08A60">
              <a:alpha val="40000"/>
            </a:srgbClr>
          </a:solidFill>
          <a:ln w="0">
            <a:noFill/>
            <a:prstDash val="solid"/>
          </a:ln>
        </p:spPr>
      </p:sp>
      <p:sp>
        <p:nvSpPr>
          <p:cNvPr id="1977" name="a_full_bar_ellipse_1976">
            <a:extLst>
              <a:ext uri="{FF2B5EF4-FFF2-40B4-BE49-F238E27FC236}">
                <a16:creationId xmlns:a16="http://schemas.microsoft.com/office/drawing/2014/main" id="{C226648C-B294-475A-A5FB-086EF019C08F}"/>
              </a:ext>
            </a:extLst>
          </p:cNvPr>
          <p:cNvSpPr>
            <a:spLocks noGrp="1"/>
          </p:cNvSpPr>
          <p:nvPr/>
        </p:nvSpPr>
        <p:spPr>
          <a:xfrm>
            <a:off x="3742697" y="2025341"/>
            <a:ext cx="45341" cy="45341"/>
          </a:xfrm>
          <a:prstGeom prst="ellipse">
            <a:avLst/>
          </a:prstGeom>
          <a:solidFill>
            <a:srgbClr val="B08A60">
              <a:alpha val="40000"/>
            </a:srgbClr>
          </a:solidFill>
          <a:ln w="0">
            <a:noFill/>
            <a:prstDash val="solid"/>
          </a:ln>
        </p:spPr>
      </p:sp>
      <p:sp>
        <p:nvSpPr>
          <p:cNvPr id="1978" name="a_full_bar_ellipse_1977">
            <a:extLst>
              <a:ext uri="{FF2B5EF4-FFF2-40B4-BE49-F238E27FC236}">
                <a16:creationId xmlns:a16="http://schemas.microsoft.com/office/drawing/2014/main" id="{DF16564F-822E-416F-9D63-0BC862F24333}"/>
              </a:ext>
            </a:extLst>
          </p:cNvPr>
          <p:cNvSpPr>
            <a:spLocks noGrp="1"/>
          </p:cNvSpPr>
          <p:nvPr/>
        </p:nvSpPr>
        <p:spPr>
          <a:xfrm>
            <a:off x="3692648" y="3241362"/>
            <a:ext cx="45341" cy="45341"/>
          </a:xfrm>
          <a:prstGeom prst="ellipse">
            <a:avLst/>
          </a:prstGeom>
          <a:solidFill>
            <a:srgbClr val="B08A60">
              <a:alpha val="40000"/>
            </a:srgbClr>
          </a:solidFill>
          <a:ln w="0">
            <a:noFill/>
            <a:prstDash val="solid"/>
          </a:ln>
        </p:spPr>
      </p:sp>
      <p:sp>
        <p:nvSpPr>
          <p:cNvPr id="1979" name="a_full_bar_ellipse_1978">
            <a:extLst>
              <a:ext uri="{FF2B5EF4-FFF2-40B4-BE49-F238E27FC236}">
                <a16:creationId xmlns:a16="http://schemas.microsoft.com/office/drawing/2014/main" id="{B4D7D8B8-F109-4C71-AD85-264E615E4F91}"/>
              </a:ext>
            </a:extLst>
          </p:cNvPr>
          <p:cNvSpPr>
            <a:spLocks noGrp="1"/>
          </p:cNvSpPr>
          <p:nvPr/>
        </p:nvSpPr>
        <p:spPr>
          <a:xfrm>
            <a:off x="3792432" y="4457382"/>
            <a:ext cx="45341" cy="45341"/>
          </a:xfrm>
          <a:prstGeom prst="ellipse">
            <a:avLst/>
          </a:prstGeom>
          <a:solidFill>
            <a:srgbClr val="B08A60">
              <a:alpha val="40000"/>
            </a:srgbClr>
          </a:solidFill>
          <a:ln w="0">
            <a:noFill/>
            <a:prstDash val="solid"/>
          </a:ln>
        </p:spPr>
      </p:sp>
      <p:sp>
        <p:nvSpPr>
          <p:cNvPr id="1980" name="a_full_bar_ellipse_1979">
            <a:extLst>
              <a:ext uri="{FF2B5EF4-FFF2-40B4-BE49-F238E27FC236}">
                <a16:creationId xmlns:a16="http://schemas.microsoft.com/office/drawing/2014/main" id="{7E751768-33F8-4AF5-8074-A793444F062B}"/>
              </a:ext>
            </a:extLst>
          </p:cNvPr>
          <p:cNvSpPr>
            <a:spLocks noGrp="1"/>
          </p:cNvSpPr>
          <p:nvPr/>
        </p:nvSpPr>
        <p:spPr>
          <a:xfrm>
            <a:off x="3620924" y="2511749"/>
            <a:ext cx="45341" cy="45341"/>
          </a:xfrm>
          <a:prstGeom prst="ellipse">
            <a:avLst/>
          </a:prstGeom>
          <a:solidFill>
            <a:srgbClr val="B08A60">
              <a:alpha val="40000"/>
            </a:srgbClr>
          </a:solidFill>
          <a:ln w="0">
            <a:noFill/>
            <a:prstDash val="solid"/>
          </a:ln>
        </p:spPr>
      </p:sp>
      <p:sp>
        <p:nvSpPr>
          <p:cNvPr id="1981" name="a_full_bar_ellipse_1980">
            <a:extLst>
              <a:ext uri="{FF2B5EF4-FFF2-40B4-BE49-F238E27FC236}">
                <a16:creationId xmlns:a16="http://schemas.microsoft.com/office/drawing/2014/main" id="{86EF0A40-D478-42D3-A4FD-4B0A9F5C9F9E}"/>
              </a:ext>
            </a:extLst>
          </p:cNvPr>
          <p:cNvSpPr>
            <a:spLocks noGrp="1"/>
          </p:cNvSpPr>
          <p:nvPr/>
        </p:nvSpPr>
        <p:spPr>
          <a:xfrm>
            <a:off x="3656410" y="2025341"/>
            <a:ext cx="45341" cy="45341"/>
          </a:xfrm>
          <a:prstGeom prst="ellipse">
            <a:avLst/>
          </a:prstGeom>
          <a:solidFill>
            <a:srgbClr val="B08A60">
              <a:alpha val="40000"/>
            </a:srgbClr>
          </a:solidFill>
          <a:ln w="0">
            <a:noFill/>
            <a:prstDash val="solid"/>
          </a:ln>
        </p:spPr>
      </p:sp>
      <p:sp>
        <p:nvSpPr>
          <p:cNvPr id="1982" name="a_full_bar_ellipse_1981">
            <a:extLst>
              <a:ext uri="{FF2B5EF4-FFF2-40B4-BE49-F238E27FC236}">
                <a16:creationId xmlns:a16="http://schemas.microsoft.com/office/drawing/2014/main" id="{66046C8E-648E-4046-810E-F487EF5A7F35}"/>
              </a:ext>
            </a:extLst>
          </p:cNvPr>
          <p:cNvSpPr>
            <a:spLocks noGrp="1"/>
          </p:cNvSpPr>
          <p:nvPr/>
        </p:nvSpPr>
        <p:spPr>
          <a:xfrm>
            <a:off x="3616791" y="2609031"/>
            <a:ext cx="45341" cy="45341"/>
          </a:xfrm>
          <a:prstGeom prst="ellipse">
            <a:avLst/>
          </a:prstGeom>
          <a:solidFill>
            <a:srgbClr val="B08A60">
              <a:alpha val="40000"/>
            </a:srgbClr>
          </a:solidFill>
          <a:ln w="0">
            <a:noFill/>
            <a:prstDash val="solid"/>
          </a:ln>
        </p:spPr>
      </p:sp>
      <p:sp>
        <p:nvSpPr>
          <p:cNvPr id="1983" name="a_full_bar_ellipse_1982">
            <a:extLst>
              <a:ext uri="{FF2B5EF4-FFF2-40B4-BE49-F238E27FC236}">
                <a16:creationId xmlns:a16="http://schemas.microsoft.com/office/drawing/2014/main" id="{2EDA1EE3-4B20-4E06-A342-EED219FE134E}"/>
              </a:ext>
            </a:extLst>
          </p:cNvPr>
          <p:cNvSpPr>
            <a:spLocks noGrp="1"/>
          </p:cNvSpPr>
          <p:nvPr/>
        </p:nvSpPr>
        <p:spPr>
          <a:xfrm>
            <a:off x="3643031" y="2836021"/>
            <a:ext cx="45341" cy="45341"/>
          </a:xfrm>
          <a:prstGeom prst="ellipse">
            <a:avLst/>
          </a:prstGeom>
          <a:solidFill>
            <a:srgbClr val="B08A60">
              <a:alpha val="40000"/>
            </a:srgbClr>
          </a:solidFill>
          <a:ln w="0">
            <a:noFill/>
            <a:prstDash val="solid"/>
          </a:ln>
        </p:spPr>
      </p:sp>
      <p:sp>
        <p:nvSpPr>
          <p:cNvPr id="1984" name="a_full_bar_ellipse_1983">
            <a:extLst>
              <a:ext uri="{FF2B5EF4-FFF2-40B4-BE49-F238E27FC236}">
                <a16:creationId xmlns:a16="http://schemas.microsoft.com/office/drawing/2014/main" id="{521D6803-B32B-4685-A746-3C1E70A5AB40}"/>
              </a:ext>
            </a:extLst>
          </p:cNvPr>
          <p:cNvSpPr>
            <a:spLocks noGrp="1"/>
          </p:cNvSpPr>
          <p:nvPr/>
        </p:nvSpPr>
        <p:spPr>
          <a:xfrm>
            <a:off x="3640855" y="2025341"/>
            <a:ext cx="45341" cy="45341"/>
          </a:xfrm>
          <a:prstGeom prst="ellipse">
            <a:avLst/>
          </a:prstGeom>
          <a:solidFill>
            <a:srgbClr val="B08A60">
              <a:alpha val="40000"/>
            </a:srgbClr>
          </a:solidFill>
          <a:ln w="0">
            <a:noFill/>
            <a:prstDash val="solid"/>
          </a:ln>
        </p:spPr>
      </p:sp>
      <p:sp>
        <p:nvSpPr>
          <p:cNvPr id="1985" name="a_full_bar_ellipse_1984">
            <a:extLst>
              <a:ext uri="{FF2B5EF4-FFF2-40B4-BE49-F238E27FC236}">
                <a16:creationId xmlns:a16="http://schemas.microsoft.com/office/drawing/2014/main" id="{5FD5FA7B-FC83-4F93-B7DE-8E9F785F67AD}"/>
              </a:ext>
            </a:extLst>
          </p:cNvPr>
          <p:cNvSpPr>
            <a:spLocks noGrp="1"/>
          </p:cNvSpPr>
          <p:nvPr/>
        </p:nvSpPr>
        <p:spPr>
          <a:xfrm>
            <a:off x="3677846" y="2025341"/>
            <a:ext cx="45341" cy="45341"/>
          </a:xfrm>
          <a:prstGeom prst="ellipse">
            <a:avLst/>
          </a:prstGeom>
          <a:solidFill>
            <a:srgbClr val="B08A60">
              <a:alpha val="40000"/>
            </a:srgbClr>
          </a:solidFill>
          <a:ln w="0">
            <a:noFill/>
            <a:prstDash val="solid"/>
          </a:ln>
        </p:spPr>
      </p:sp>
      <p:sp>
        <p:nvSpPr>
          <p:cNvPr id="1986" name="a_full_bar_ellipse_1985">
            <a:extLst>
              <a:ext uri="{FF2B5EF4-FFF2-40B4-BE49-F238E27FC236}">
                <a16:creationId xmlns:a16="http://schemas.microsoft.com/office/drawing/2014/main" id="{1BBD7D31-C91B-4FDE-BD15-7370A2BD501F}"/>
              </a:ext>
            </a:extLst>
          </p:cNvPr>
          <p:cNvSpPr>
            <a:spLocks noGrp="1"/>
          </p:cNvSpPr>
          <p:nvPr/>
        </p:nvSpPr>
        <p:spPr>
          <a:xfrm>
            <a:off x="3619729" y="3439896"/>
            <a:ext cx="45341" cy="45341"/>
          </a:xfrm>
          <a:prstGeom prst="ellipse">
            <a:avLst/>
          </a:prstGeom>
          <a:solidFill>
            <a:srgbClr val="B08A60">
              <a:alpha val="40000"/>
            </a:srgbClr>
          </a:solidFill>
          <a:ln w="0">
            <a:noFill/>
            <a:prstDash val="solid"/>
          </a:ln>
        </p:spPr>
      </p:sp>
      <p:sp>
        <p:nvSpPr>
          <p:cNvPr id="1987" name="a_full_bar_ellipse_1986">
            <a:extLst>
              <a:ext uri="{FF2B5EF4-FFF2-40B4-BE49-F238E27FC236}">
                <a16:creationId xmlns:a16="http://schemas.microsoft.com/office/drawing/2014/main" id="{A26302F3-9BDA-4A99-B241-6C8FE9F8B9C2}"/>
              </a:ext>
            </a:extLst>
          </p:cNvPr>
          <p:cNvSpPr>
            <a:spLocks noGrp="1"/>
          </p:cNvSpPr>
          <p:nvPr/>
        </p:nvSpPr>
        <p:spPr>
          <a:xfrm>
            <a:off x="3730709" y="3355519"/>
            <a:ext cx="45341" cy="45341"/>
          </a:xfrm>
          <a:prstGeom prst="ellipse">
            <a:avLst/>
          </a:prstGeom>
          <a:solidFill>
            <a:srgbClr val="B08A60">
              <a:alpha val="40000"/>
            </a:srgbClr>
          </a:solidFill>
          <a:ln w="0">
            <a:noFill/>
            <a:prstDash val="solid"/>
          </a:ln>
        </p:spPr>
      </p:sp>
      <p:sp>
        <p:nvSpPr>
          <p:cNvPr id="1988" name="a_full_bar_ellipse_1987">
            <a:extLst>
              <a:ext uri="{FF2B5EF4-FFF2-40B4-BE49-F238E27FC236}">
                <a16:creationId xmlns:a16="http://schemas.microsoft.com/office/drawing/2014/main" id="{5CE0FA26-0FB7-47E8-AA53-4A941BD863A8}"/>
              </a:ext>
            </a:extLst>
          </p:cNvPr>
          <p:cNvSpPr>
            <a:spLocks noGrp="1"/>
          </p:cNvSpPr>
          <p:nvPr/>
        </p:nvSpPr>
        <p:spPr>
          <a:xfrm>
            <a:off x="3763035" y="4457382"/>
            <a:ext cx="45341" cy="45341"/>
          </a:xfrm>
          <a:prstGeom prst="ellipse">
            <a:avLst/>
          </a:prstGeom>
          <a:solidFill>
            <a:srgbClr val="B08A60">
              <a:alpha val="40000"/>
            </a:srgbClr>
          </a:solidFill>
          <a:ln w="0">
            <a:noFill/>
            <a:prstDash val="solid"/>
          </a:ln>
        </p:spPr>
      </p:sp>
      <p:sp>
        <p:nvSpPr>
          <p:cNvPr id="1989" name="a_full_bar_ellipse_1988">
            <a:extLst>
              <a:ext uri="{FF2B5EF4-FFF2-40B4-BE49-F238E27FC236}">
                <a16:creationId xmlns:a16="http://schemas.microsoft.com/office/drawing/2014/main" id="{E7760D45-7F29-4D9E-A691-006EDC2AE9DA}"/>
              </a:ext>
            </a:extLst>
          </p:cNvPr>
          <p:cNvSpPr>
            <a:spLocks noGrp="1"/>
          </p:cNvSpPr>
          <p:nvPr/>
        </p:nvSpPr>
        <p:spPr>
          <a:xfrm>
            <a:off x="3661994" y="3433519"/>
            <a:ext cx="45341" cy="45341"/>
          </a:xfrm>
          <a:prstGeom prst="ellipse">
            <a:avLst/>
          </a:prstGeom>
          <a:solidFill>
            <a:srgbClr val="B08A60">
              <a:alpha val="40000"/>
            </a:srgbClr>
          </a:solidFill>
          <a:ln w="0">
            <a:noFill/>
            <a:prstDash val="solid"/>
          </a:ln>
        </p:spPr>
      </p:sp>
      <p:sp>
        <p:nvSpPr>
          <p:cNvPr id="1990" name="a_full_bar_ellipse_1989">
            <a:extLst>
              <a:ext uri="{FF2B5EF4-FFF2-40B4-BE49-F238E27FC236}">
                <a16:creationId xmlns:a16="http://schemas.microsoft.com/office/drawing/2014/main" id="{11656A7E-4781-43FA-993A-9E2999F598F7}"/>
              </a:ext>
            </a:extLst>
          </p:cNvPr>
          <p:cNvSpPr>
            <a:spLocks noGrp="1"/>
          </p:cNvSpPr>
          <p:nvPr/>
        </p:nvSpPr>
        <p:spPr>
          <a:xfrm>
            <a:off x="3759938" y="3484566"/>
            <a:ext cx="45341" cy="45341"/>
          </a:xfrm>
          <a:prstGeom prst="ellipse">
            <a:avLst/>
          </a:prstGeom>
          <a:solidFill>
            <a:srgbClr val="B08A60">
              <a:alpha val="40000"/>
            </a:srgbClr>
          </a:solidFill>
          <a:ln w="0">
            <a:noFill/>
            <a:prstDash val="solid"/>
          </a:ln>
        </p:spPr>
      </p:sp>
      <p:sp>
        <p:nvSpPr>
          <p:cNvPr id="1991" name="a_full_bar_ellipse_1990">
            <a:extLst>
              <a:ext uri="{FF2B5EF4-FFF2-40B4-BE49-F238E27FC236}">
                <a16:creationId xmlns:a16="http://schemas.microsoft.com/office/drawing/2014/main" id="{FED7F5BC-8BFE-4FC1-871B-2BAAA8B6D1BD}"/>
              </a:ext>
            </a:extLst>
          </p:cNvPr>
          <p:cNvSpPr>
            <a:spLocks noGrp="1"/>
          </p:cNvSpPr>
          <p:nvPr/>
        </p:nvSpPr>
        <p:spPr>
          <a:xfrm>
            <a:off x="3795050" y="2025341"/>
            <a:ext cx="45341" cy="45341"/>
          </a:xfrm>
          <a:prstGeom prst="ellipse">
            <a:avLst/>
          </a:prstGeom>
          <a:solidFill>
            <a:srgbClr val="B08A60">
              <a:alpha val="40000"/>
            </a:srgbClr>
          </a:solidFill>
          <a:ln w="0">
            <a:noFill/>
            <a:prstDash val="solid"/>
          </a:ln>
        </p:spPr>
      </p:sp>
      <p:sp>
        <p:nvSpPr>
          <p:cNvPr id="1992" name="a_full_bar_ellipse_1991">
            <a:extLst>
              <a:ext uri="{FF2B5EF4-FFF2-40B4-BE49-F238E27FC236}">
                <a16:creationId xmlns:a16="http://schemas.microsoft.com/office/drawing/2014/main" id="{727CF892-26AB-43FE-A803-1D4C3A8BCA1D}"/>
              </a:ext>
            </a:extLst>
          </p:cNvPr>
          <p:cNvSpPr>
            <a:spLocks noGrp="1"/>
          </p:cNvSpPr>
          <p:nvPr/>
        </p:nvSpPr>
        <p:spPr>
          <a:xfrm>
            <a:off x="3618051" y="4178726"/>
            <a:ext cx="45341" cy="45341"/>
          </a:xfrm>
          <a:prstGeom prst="ellipse">
            <a:avLst/>
          </a:prstGeom>
          <a:solidFill>
            <a:srgbClr val="B08A60">
              <a:alpha val="40000"/>
            </a:srgbClr>
          </a:solidFill>
          <a:ln w="0">
            <a:noFill/>
            <a:prstDash val="solid"/>
          </a:ln>
        </p:spPr>
      </p:sp>
      <p:sp>
        <p:nvSpPr>
          <p:cNvPr id="1993" name="a_full_bar_ellipse_1992">
            <a:extLst>
              <a:ext uri="{FF2B5EF4-FFF2-40B4-BE49-F238E27FC236}">
                <a16:creationId xmlns:a16="http://schemas.microsoft.com/office/drawing/2014/main" id="{3C4E6EDC-DD3B-4A6B-BEAF-37C72C7DC454}"/>
              </a:ext>
            </a:extLst>
          </p:cNvPr>
          <p:cNvSpPr>
            <a:spLocks noGrp="1"/>
          </p:cNvSpPr>
          <p:nvPr/>
        </p:nvSpPr>
        <p:spPr>
          <a:xfrm>
            <a:off x="3724786" y="4341571"/>
            <a:ext cx="45341" cy="45341"/>
          </a:xfrm>
          <a:prstGeom prst="ellipse">
            <a:avLst/>
          </a:prstGeom>
          <a:solidFill>
            <a:srgbClr val="B08A60">
              <a:alpha val="40000"/>
            </a:srgbClr>
          </a:solidFill>
          <a:ln w="0">
            <a:noFill/>
            <a:prstDash val="solid"/>
          </a:ln>
        </p:spPr>
      </p:sp>
      <p:sp>
        <p:nvSpPr>
          <p:cNvPr id="1994" name="a_full_bar_ellipse_1993">
            <a:extLst>
              <a:ext uri="{FF2B5EF4-FFF2-40B4-BE49-F238E27FC236}">
                <a16:creationId xmlns:a16="http://schemas.microsoft.com/office/drawing/2014/main" id="{AAE50D48-1325-4F87-8B64-8E354680B5B2}"/>
              </a:ext>
            </a:extLst>
          </p:cNvPr>
          <p:cNvSpPr>
            <a:spLocks noGrp="1"/>
          </p:cNvSpPr>
          <p:nvPr/>
        </p:nvSpPr>
        <p:spPr>
          <a:xfrm>
            <a:off x="3655618" y="2083246"/>
            <a:ext cx="45341" cy="45341"/>
          </a:xfrm>
          <a:prstGeom prst="ellipse">
            <a:avLst/>
          </a:prstGeom>
          <a:solidFill>
            <a:srgbClr val="B08A60">
              <a:alpha val="40000"/>
            </a:srgbClr>
          </a:solidFill>
          <a:ln w="0">
            <a:noFill/>
            <a:prstDash val="solid"/>
          </a:ln>
        </p:spPr>
      </p:sp>
      <p:sp>
        <p:nvSpPr>
          <p:cNvPr id="1995" name="a_full_bar_ellipse_1994">
            <a:extLst>
              <a:ext uri="{FF2B5EF4-FFF2-40B4-BE49-F238E27FC236}">
                <a16:creationId xmlns:a16="http://schemas.microsoft.com/office/drawing/2014/main" id="{6324FDDD-279F-426F-9A9B-258B6472B376}"/>
              </a:ext>
            </a:extLst>
          </p:cNvPr>
          <p:cNvSpPr>
            <a:spLocks noGrp="1"/>
          </p:cNvSpPr>
          <p:nvPr/>
        </p:nvSpPr>
        <p:spPr>
          <a:xfrm>
            <a:off x="3669263" y="3849372"/>
            <a:ext cx="45341" cy="45341"/>
          </a:xfrm>
          <a:prstGeom prst="ellipse">
            <a:avLst/>
          </a:prstGeom>
          <a:solidFill>
            <a:srgbClr val="B08A60">
              <a:alpha val="40000"/>
            </a:srgbClr>
          </a:solidFill>
          <a:ln w="0">
            <a:noFill/>
            <a:prstDash val="solid"/>
          </a:ln>
        </p:spPr>
      </p:sp>
      <p:sp>
        <p:nvSpPr>
          <p:cNvPr id="1996" name="a_full_bar_ellipse_1995">
            <a:extLst>
              <a:ext uri="{FF2B5EF4-FFF2-40B4-BE49-F238E27FC236}">
                <a16:creationId xmlns:a16="http://schemas.microsoft.com/office/drawing/2014/main" id="{795A829B-8F54-4A35-9160-C41A25C2B9D7}"/>
              </a:ext>
            </a:extLst>
          </p:cNvPr>
          <p:cNvSpPr>
            <a:spLocks noGrp="1"/>
          </p:cNvSpPr>
          <p:nvPr/>
        </p:nvSpPr>
        <p:spPr>
          <a:xfrm>
            <a:off x="3606508" y="4457382"/>
            <a:ext cx="45341" cy="45341"/>
          </a:xfrm>
          <a:prstGeom prst="ellipse">
            <a:avLst/>
          </a:prstGeom>
          <a:solidFill>
            <a:srgbClr val="B08A60">
              <a:alpha val="40000"/>
            </a:srgbClr>
          </a:solidFill>
          <a:ln w="0">
            <a:noFill/>
            <a:prstDash val="solid"/>
          </a:ln>
        </p:spPr>
      </p:sp>
      <p:sp>
        <p:nvSpPr>
          <p:cNvPr id="1997" name="a_full_bar_ellipse_1996">
            <a:extLst>
              <a:ext uri="{FF2B5EF4-FFF2-40B4-BE49-F238E27FC236}">
                <a16:creationId xmlns:a16="http://schemas.microsoft.com/office/drawing/2014/main" id="{E3A100A1-A268-49ED-9AEB-392470198785}"/>
              </a:ext>
            </a:extLst>
          </p:cNvPr>
          <p:cNvSpPr>
            <a:spLocks noGrp="1"/>
          </p:cNvSpPr>
          <p:nvPr/>
        </p:nvSpPr>
        <p:spPr>
          <a:xfrm>
            <a:off x="3605131" y="4429157"/>
            <a:ext cx="45341" cy="45341"/>
          </a:xfrm>
          <a:prstGeom prst="ellipse">
            <a:avLst/>
          </a:prstGeom>
          <a:solidFill>
            <a:srgbClr val="B08A60">
              <a:alpha val="40000"/>
            </a:srgbClr>
          </a:solidFill>
          <a:ln w="0">
            <a:noFill/>
            <a:prstDash val="solid"/>
          </a:ln>
        </p:spPr>
      </p:sp>
      <p:sp>
        <p:nvSpPr>
          <p:cNvPr id="1998" name="a_full_bar_ellipse_1997">
            <a:extLst>
              <a:ext uri="{FF2B5EF4-FFF2-40B4-BE49-F238E27FC236}">
                <a16:creationId xmlns:a16="http://schemas.microsoft.com/office/drawing/2014/main" id="{759CC7F2-2522-4DCE-A7C7-0C31C4619770}"/>
              </a:ext>
            </a:extLst>
          </p:cNvPr>
          <p:cNvSpPr>
            <a:spLocks noGrp="1"/>
          </p:cNvSpPr>
          <p:nvPr/>
        </p:nvSpPr>
        <p:spPr>
          <a:xfrm>
            <a:off x="3622446" y="4457382"/>
            <a:ext cx="45341" cy="45341"/>
          </a:xfrm>
          <a:prstGeom prst="ellipse">
            <a:avLst/>
          </a:prstGeom>
          <a:solidFill>
            <a:srgbClr val="B08A60">
              <a:alpha val="40000"/>
            </a:srgbClr>
          </a:solidFill>
          <a:ln w="0">
            <a:noFill/>
            <a:prstDash val="solid"/>
          </a:ln>
        </p:spPr>
      </p:sp>
      <p:sp>
        <p:nvSpPr>
          <p:cNvPr id="1999" name="a_full_bar_ellipse_1998">
            <a:extLst>
              <a:ext uri="{FF2B5EF4-FFF2-40B4-BE49-F238E27FC236}">
                <a16:creationId xmlns:a16="http://schemas.microsoft.com/office/drawing/2014/main" id="{EC8ED450-4302-4753-B65A-56F0643C28B2}"/>
              </a:ext>
            </a:extLst>
          </p:cNvPr>
          <p:cNvSpPr>
            <a:spLocks noGrp="1"/>
          </p:cNvSpPr>
          <p:nvPr/>
        </p:nvSpPr>
        <p:spPr>
          <a:xfrm>
            <a:off x="3654359" y="4457382"/>
            <a:ext cx="45341" cy="45341"/>
          </a:xfrm>
          <a:prstGeom prst="ellipse">
            <a:avLst/>
          </a:prstGeom>
          <a:solidFill>
            <a:srgbClr val="B08A60">
              <a:alpha val="40000"/>
            </a:srgbClr>
          </a:solidFill>
          <a:ln w="0">
            <a:noFill/>
            <a:prstDash val="solid"/>
          </a:ln>
        </p:spPr>
      </p:sp>
      <p:sp>
        <p:nvSpPr>
          <p:cNvPr id="2000" name="a_full_bar_ellipse_1999">
            <a:extLst>
              <a:ext uri="{FF2B5EF4-FFF2-40B4-BE49-F238E27FC236}">
                <a16:creationId xmlns:a16="http://schemas.microsoft.com/office/drawing/2014/main" id="{180A30CF-469D-482F-A5E4-79C36FB61EFF}"/>
              </a:ext>
            </a:extLst>
          </p:cNvPr>
          <p:cNvSpPr>
            <a:spLocks noGrp="1"/>
          </p:cNvSpPr>
          <p:nvPr/>
        </p:nvSpPr>
        <p:spPr>
          <a:xfrm>
            <a:off x="5126946" y="4457382"/>
            <a:ext cx="45341" cy="45341"/>
          </a:xfrm>
          <a:prstGeom prst="ellipse">
            <a:avLst/>
          </a:prstGeom>
          <a:solidFill>
            <a:srgbClr val="B08A60">
              <a:alpha val="40000"/>
            </a:srgbClr>
          </a:solidFill>
          <a:ln w="0">
            <a:noFill/>
            <a:prstDash val="solid"/>
          </a:ln>
        </p:spPr>
      </p:sp>
      <p:sp>
        <p:nvSpPr>
          <p:cNvPr id="2001" name="a_full_bar_ellipse_2000">
            <a:extLst>
              <a:ext uri="{FF2B5EF4-FFF2-40B4-BE49-F238E27FC236}">
                <a16:creationId xmlns:a16="http://schemas.microsoft.com/office/drawing/2014/main" id="{09A697F8-E083-4E6A-B8F9-6E653E6AA7C5}"/>
              </a:ext>
            </a:extLst>
          </p:cNvPr>
          <p:cNvSpPr>
            <a:spLocks noGrp="1"/>
          </p:cNvSpPr>
          <p:nvPr/>
        </p:nvSpPr>
        <p:spPr>
          <a:xfrm>
            <a:off x="5181566" y="4457382"/>
            <a:ext cx="45341" cy="45341"/>
          </a:xfrm>
          <a:prstGeom prst="ellipse">
            <a:avLst/>
          </a:prstGeom>
          <a:solidFill>
            <a:srgbClr val="B08A60">
              <a:alpha val="40000"/>
            </a:srgbClr>
          </a:solidFill>
          <a:ln w="0">
            <a:noFill/>
            <a:prstDash val="solid"/>
          </a:ln>
        </p:spPr>
      </p:sp>
      <p:sp>
        <p:nvSpPr>
          <p:cNvPr id="2002" name="a_full_bar_ellipse_2001">
            <a:extLst>
              <a:ext uri="{FF2B5EF4-FFF2-40B4-BE49-F238E27FC236}">
                <a16:creationId xmlns:a16="http://schemas.microsoft.com/office/drawing/2014/main" id="{12061729-EB94-4948-8462-0FDE9996B74C}"/>
              </a:ext>
            </a:extLst>
          </p:cNvPr>
          <p:cNvSpPr>
            <a:spLocks noGrp="1"/>
          </p:cNvSpPr>
          <p:nvPr/>
        </p:nvSpPr>
        <p:spPr>
          <a:xfrm>
            <a:off x="5150758" y="2025341"/>
            <a:ext cx="45341" cy="45341"/>
          </a:xfrm>
          <a:prstGeom prst="ellipse">
            <a:avLst/>
          </a:prstGeom>
          <a:solidFill>
            <a:srgbClr val="B08A60">
              <a:alpha val="40000"/>
            </a:srgbClr>
          </a:solidFill>
          <a:ln w="0">
            <a:noFill/>
            <a:prstDash val="solid"/>
          </a:ln>
        </p:spPr>
      </p:sp>
      <p:sp>
        <p:nvSpPr>
          <p:cNvPr id="2003" name="a_full_bar_ellipse_2002">
            <a:extLst>
              <a:ext uri="{FF2B5EF4-FFF2-40B4-BE49-F238E27FC236}">
                <a16:creationId xmlns:a16="http://schemas.microsoft.com/office/drawing/2014/main" id="{14CAE4CC-EBEE-4D24-AE3A-0351DEF308D3}"/>
              </a:ext>
            </a:extLst>
          </p:cNvPr>
          <p:cNvSpPr>
            <a:spLocks noGrp="1"/>
          </p:cNvSpPr>
          <p:nvPr/>
        </p:nvSpPr>
        <p:spPr>
          <a:xfrm>
            <a:off x="5252483" y="4457382"/>
            <a:ext cx="45341" cy="45341"/>
          </a:xfrm>
          <a:prstGeom prst="ellipse">
            <a:avLst/>
          </a:prstGeom>
          <a:solidFill>
            <a:srgbClr val="B08A60">
              <a:alpha val="40000"/>
            </a:srgbClr>
          </a:solidFill>
          <a:ln w="0">
            <a:noFill/>
            <a:prstDash val="solid"/>
          </a:ln>
        </p:spPr>
      </p:sp>
      <p:sp>
        <p:nvSpPr>
          <p:cNvPr id="2004" name="a_full_bar_ellipse_2003">
            <a:extLst>
              <a:ext uri="{FF2B5EF4-FFF2-40B4-BE49-F238E27FC236}">
                <a16:creationId xmlns:a16="http://schemas.microsoft.com/office/drawing/2014/main" id="{F7E3C469-0662-4FCE-B83E-59D939CEC1F3}"/>
              </a:ext>
            </a:extLst>
          </p:cNvPr>
          <p:cNvSpPr>
            <a:spLocks noGrp="1"/>
          </p:cNvSpPr>
          <p:nvPr/>
        </p:nvSpPr>
        <p:spPr>
          <a:xfrm>
            <a:off x="5135464" y="3049358"/>
            <a:ext cx="45341" cy="45341"/>
          </a:xfrm>
          <a:prstGeom prst="ellipse">
            <a:avLst/>
          </a:prstGeom>
          <a:solidFill>
            <a:srgbClr val="B08A60">
              <a:alpha val="40000"/>
            </a:srgbClr>
          </a:solidFill>
          <a:ln w="0">
            <a:noFill/>
            <a:prstDash val="solid"/>
          </a:ln>
        </p:spPr>
      </p:sp>
      <p:sp>
        <p:nvSpPr>
          <p:cNvPr id="2005" name="a_full_bar_ellipse_2004">
            <a:extLst>
              <a:ext uri="{FF2B5EF4-FFF2-40B4-BE49-F238E27FC236}">
                <a16:creationId xmlns:a16="http://schemas.microsoft.com/office/drawing/2014/main" id="{4232BD2A-6BFF-4B99-ABD3-2DFEFE004184}"/>
              </a:ext>
            </a:extLst>
          </p:cNvPr>
          <p:cNvSpPr>
            <a:spLocks noGrp="1"/>
          </p:cNvSpPr>
          <p:nvPr/>
        </p:nvSpPr>
        <p:spPr>
          <a:xfrm>
            <a:off x="5255778" y="4457382"/>
            <a:ext cx="45341" cy="45341"/>
          </a:xfrm>
          <a:prstGeom prst="ellipse">
            <a:avLst/>
          </a:prstGeom>
          <a:solidFill>
            <a:srgbClr val="B08A60">
              <a:alpha val="40000"/>
            </a:srgbClr>
          </a:solidFill>
          <a:ln w="0">
            <a:noFill/>
            <a:prstDash val="solid"/>
          </a:ln>
        </p:spPr>
      </p:sp>
      <p:sp>
        <p:nvSpPr>
          <p:cNvPr id="2006" name="a_full_bar_ellipse_2005">
            <a:extLst>
              <a:ext uri="{FF2B5EF4-FFF2-40B4-BE49-F238E27FC236}">
                <a16:creationId xmlns:a16="http://schemas.microsoft.com/office/drawing/2014/main" id="{0DDC3870-5F23-4E49-A4ED-C8C4A97FF296}"/>
              </a:ext>
            </a:extLst>
          </p:cNvPr>
          <p:cNvSpPr>
            <a:spLocks noGrp="1"/>
          </p:cNvSpPr>
          <p:nvPr/>
        </p:nvSpPr>
        <p:spPr>
          <a:xfrm>
            <a:off x="5105542" y="2025341"/>
            <a:ext cx="45341" cy="45341"/>
          </a:xfrm>
          <a:prstGeom prst="ellipse">
            <a:avLst/>
          </a:prstGeom>
          <a:solidFill>
            <a:srgbClr val="B08A60">
              <a:alpha val="40000"/>
            </a:srgbClr>
          </a:solidFill>
          <a:ln w="0">
            <a:noFill/>
            <a:prstDash val="solid"/>
          </a:ln>
        </p:spPr>
      </p:sp>
      <p:sp>
        <p:nvSpPr>
          <p:cNvPr id="2007" name="a_full_bar_ellipse_2006">
            <a:extLst>
              <a:ext uri="{FF2B5EF4-FFF2-40B4-BE49-F238E27FC236}">
                <a16:creationId xmlns:a16="http://schemas.microsoft.com/office/drawing/2014/main" id="{35DCAE3E-B0A2-4282-AFB6-E8DF1189F834}"/>
              </a:ext>
            </a:extLst>
          </p:cNvPr>
          <p:cNvSpPr>
            <a:spLocks noGrp="1"/>
          </p:cNvSpPr>
          <p:nvPr/>
        </p:nvSpPr>
        <p:spPr>
          <a:xfrm>
            <a:off x="5235837" y="2025341"/>
            <a:ext cx="45341" cy="45341"/>
          </a:xfrm>
          <a:prstGeom prst="ellipse">
            <a:avLst/>
          </a:prstGeom>
          <a:solidFill>
            <a:srgbClr val="B08A60">
              <a:alpha val="40000"/>
            </a:srgbClr>
          </a:solidFill>
          <a:ln w="0">
            <a:noFill/>
            <a:prstDash val="solid"/>
          </a:ln>
        </p:spPr>
      </p:sp>
      <p:sp>
        <p:nvSpPr>
          <p:cNvPr id="2008" name="a_full_bar_ellipse_2007">
            <a:extLst>
              <a:ext uri="{FF2B5EF4-FFF2-40B4-BE49-F238E27FC236}">
                <a16:creationId xmlns:a16="http://schemas.microsoft.com/office/drawing/2014/main" id="{41F2C45E-14D9-4ABD-9C09-28E92A212361}"/>
              </a:ext>
            </a:extLst>
          </p:cNvPr>
          <p:cNvSpPr>
            <a:spLocks noGrp="1"/>
          </p:cNvSpPr>
          <p:nvPr/>
        </p:nvSpPr>
        <p:spPr>
          <a:xfrm>
            <a:off x="5291147" y="4035828"/>
            <a:ext cx="45341" cy="45341"/>
          </a:xfrm>
          <a:prstGeom prst="ellipse">
            <a:avLst/>
          </a:prstGeom>
          <a:solidFill>
            <a:srgbClr val="B08A60">
              <a:alpha val="40000"/>
            </a:srgbClr>
          </a:solidFill>
          <a:ln w="0">
            <a:noFill/>
            <a:prstDash val="solid"/>
          </a:ln>
        </p:spPr>
      </p:sp>
      <p:sp>
        <p:nvSpPr>
          <p:cNvPr id="2009" name="a_full_bar_ellipse_2008">
            <a:extLst>
              <a:ext uri="{FF2B5EF4-FFF2-40B4-BE49-F238E27FC236}">
                <a16:creationId xmlns:a16="http://schemas.microsoft.com/office/drawing/2014/main" id="{5E182F4B-AB13-4EFC-91E6-9A6A3AA9B6CF}"/>
              </a:ext>
            </a:extLst>
          </p:cNvPr>
          <p:cNvSpPr>
            <a:spLocks noGrp="1"/>
          </p:cNvSpPr>
          <p:nvPr/>
        </p:nvSpPr>
        <p:spPr>
          <a:xfrm>
            <a:off x="5178505" y="2025341"/>
            <a:ext cx="45341" cy="45341"/>
          </a:xfrm>
          <a:prstGeom prst="ellipse">
            <a:avLst/>
          </a:prstGeom>
          <a:solidFill>
            <a:srgbClr val="B08A60">
              <a:alpha val="40000"/>
            </a:srgbClr>
          </a:solidFill>
          <a:ln w="0">
            <a:noFill/>
            <a:prstDash val="solid"/>
          </a:ln>
        </p:spPr>
      </p:sp>
      <p:sp>
        <p:nvSpPr>
          <p:cNvPr id="2010" name="a_full_bar_ellipse_2009">
            <a:extLst>
              <a:ext uri="{FF2B5EF4-FFF2-40B4-BE49-F238E27FC236}">
                <a16:creationId xmlns:a16="http://schemas.microsoft.com/office/drawing/2014/main" id="{0B942FCE-2101-42E5-BDAB-C3F40A0589BE}"/>
              </a:ext>
            </a:extLst>
          </p:cNvPr>
          <p:cNvSpPr>
            <a:spLocks noGrp="1"/>
          </p:cNvSpPr>
          <p:nvPr/>
        </p:nvSpPr>
        <p:spPr>
          <a:xfrm>
            <a:off x="5203636" y="4457382"/>
            <a:ext cx="45341" cy="45341"/>
          </a:xfrm>
          <a:prstGeom prst="ellipse">
            <a:avLst/>
          </a:prstGeom>
          <a:solidFill>
            <a:srgbClr val="B08A60">
              <a:alpha val="40000"/>
            </a:srgbClr>
          </a:solidFill>
          <a:ln w="0">
            <a:noFill/>
            <a:prstDash val="solid"/>
          </a:ln>
        </p:spPr>
      </p:sp>
      <p:sp>
        <p:nvSpPr>
          <p:cNvPr id="2011" name="a_full_bar_ellipse_2010">
            <a:extLst>
              <a:ext uri="{FF2B5EF4-FFF2-40B4-BE49-F238E27FC236}">
                <a16:creationId xmlns:a16="http://schemas.microsoft.com/office/drawing/2014/main" id="{969E0F01-BD1C-4914-953E-2AF79FBE1D3B}"/>
              </a:ext>
            </a:extLst>
          </p:cNvPr>
          <p:cNvSpPr>
            <a:spLocks noGrp="1"/>
          </p:cNvSpPr>
          <p:nvPr/>
        </p:nvSpPr>
        <p:spPr>
          <a:xfrm>
            <a:off x="5200281" y="2468320"/>
            <a:ext cx="45341" cy="45341"/>
          </a:xfrm>
          <a:prstGeom prst="ellipse">
            <a:avLst/>
          </a:prstGeom>
          <a:solidFill>
            <a:srgbClr val="B08A60">
              <a:alpha val="40000"/>
            </a:srgbClr>
          </a:solidFill>
          <a:ln w="0">
            <a:noFill/>
            <a:prstDash val="solid"/>
          </a:ln>
        </p:spPr>
      </p:sp>
      <p:sp>
        <p:nvSpPr>
          <p:cNvPr id="2012" name="a_full_bar_ellipse_2011">
            <a:extLst>
              <a:ext uri="{FF2B5EF4-FFF2-40B4-BE49-F238E27FC236}">
                <a16:creationId xmlns:a16="http://schemas.microsoft.com/office/drawing/2014/main" id="{075B7724-2CE8-4192-B987-3ED6DCD08EA4}"/>
              </a:ext>
            </a:extLst>
          </p:cNvPr>
          <p:cNvSpPr>
            <a:spLocks noGrp="1"/>
          </p:cNvSpPr>
          <p:nvPr/>
        </p:nvSpPr>
        <p:spPr>
          <a:xfrm>
            <a:off x="5252210" y="2788539"/>
            <a:ext cx="45341" cy="45341"/>
          </a:xfrm>
          <a:prstGeom prst="ellipse">
            <a:avLst/>
          </a:prstGeom>
          <a:solidFill>
            <a:srgbClr val="B08A60">
              <a:alpha val="40000"/>
            </a:srgbClr>
          </a:solidFill>
          <a:ln w="0">
            <a:noFill/>
            <a:prstDash val="solid"/>
          </a:ln>
        </p:spPr>
      </p:sp>
      <p:sp>
        <p:nvSpPr>
          <p:cNvPr id="2013" name="a_full_bar_ellipse_2012">
            <a:extLst>
              <a:ext uri="{FF2B5EF4-FFF2-40B4-BE49-F238E27FC236}">
                <a16:creationId xmlns:a16="http://schemas.microsoft.com/office/drawing/2014/main" id="{9CE096D2-E987-4E63-859F-BC57E2EBDB7D}"/>
              </a:ext>
            </a:extLst>
          </p:cNvPr>
          <p:cNvSpPr>
            <a:spLocks noGrp="1"/>
          </p:cNvSpPr>
          <p:nvPr/>
        </p:nvSpPr>
        <p:spPr>
          <a:xfrm>
            <a:off x="5168143" y="3722703"/>
            <a:ext cx="45341" cy="45341"/>
          </a:xfrm>
          <a:prstGeom prst="ellipse">
            <a:avLst/>
          </a:prstGeom>
          <a:solidFill>
            <a:srgbClr val="B08A60">
              <a:alpha val="40000"/>
            </a:srgbClr>
          </a:solidFill>
          <a:ln w="0">
            <a:noFill/>
            <a:prstDash val="solid"/>
          </a:ln>
        </p:spPr>
      </p:sp>
      <p:sp>
        <p:nvSpPr>
          <p:cNvPr id="2014" name="a_full_bar_ellipse_2013">
            <a:extLst>
              <a:ext uri="{FF2B5EF4-FFF2-40B4-BE49-F238E27FC236}">
                <a16:creationId xmlns:a16="http://schemas.microsoft.com/office/drawing/2014/main" id="{4C22FA56-CDA5-46B7-8CF7-BF659F495AED}"/>
              </a:ext>
            </a:extLst>
          </p:cNvPr>
          <p:cNvSpPr>
            <a:spLocks noGrp="1"/>
          </p:cNvSpPr>
          <p:nvPr/>
        </p:nvSpPr>
        <p:spPr>
          <a:xfrm>
            <a:off x="5179419" y="4254712"/>
            <a:ext cx="45341" cy="45341"/>
          </a:xfrm>
          <a:prstGeom prst="ellipse">
            <a:avLst/>
          </a:prstGeom>
          <a:solidFill>
            <a:srgbClr val="B08A60">
              <a:alpha val="40000"/>
            </a:srgbClr>
          </a:solidFill>
          <a:ln w="0">
            <a:noFill/>
            <a:prstDash val="solid"/>
          </a:ln>
        </p:spPr>
      </p:sp>
      <p:sp>
        <p:nvSpPr>
          <p:cNvPr id="2015" name="a_full_bar_ellipse_2014">
            <a:extLst>
              <a:ext uri="{FF2B5EF4-FFF2-40B4-BE49-F238E27FC236}">
                <a16:creationId xmlns:a16="http://schemas.microsoft.com/office/drawing/2014/main" id="{DC3F1F9F-803C-40B2-B2C1-A7778044DE72}"/>
              </a:ext>
            </a:extLst>
          </p:cNvPr>
          <p:cNvSpPr>
            <a:spLocks noGrp="1"/>
          </p:cNvSpPr>
          <p:nvPr/>
        </p:nvSpPr>
        <p:spPr>
          <a:xfrm>
            <a:off x="5246540" y="3241362"/>
            <a:ext cx="45341" cy="45341"/>
          </a:xfrm>
          <a:prstGeom prst="ellipse">
            <a:avLst/>
          </a:prstGeom>
          <a:solidFill>
            <a:srgbClr val="B08A60">
              <a:alpha val="40000"/>
            </a:srgbClr>
          </a:solidFill>
          <a:ln w="0">
            <a:noFill/>
            <a:prstDash val="solid"/>
          </a:ln>
        </p:spPr>
      </p:sp>
      <p:sp>
        <p:nvSpPr>
          <p:cNvPr id="2016" name="a_full_bar_ellipse_2015">
            <a:extLst>
              <a:ext uri="{FF2B5EF4-FFF2-40B4-BE49-F238E27FC236}">
                <a16:creationId xmlns:a16="http://schemas.microsoft.com/office/drawing/2014/main" id="{7D3313A3-560E-45C6-B17A-73EB2F2959CC}"/>
              </a:ext>
            </a:extLst>
          </p:cNvPr>
          <p:cNvSpPr>
            <a:spLocks noGrp="1"/>
          </p:cNvSpPr>
          <p:nvPr/>
        </p:nvSpPr>
        <p:spPr>
          <a:xfrm>
            <a:off x="5246158" y="4457382"/>
            <a:ext cx="45341" cy="45341"/>
          </a:xfrm>
          <a:prstGeom prst="ellipse">
            <a:avLst/>
          </a:prstGeom>
          <a:solidFill>
            <a:srgbClr val="B08A60">
              <a:alpha val="40000"/>
            </a:srgbClr>
          </a:solidFill>
          <a:ln w="0">
            <a:noFill/>
            <a:prstDash val="solid"/>
          </a:ln>
        </p:spPr>
      </p:sp>
      <p:sp>
        <p:nvSpPr>
          <p:cNvPr id="2017" name="a_full_bar_ellipse_2016">
            <a:extLst>
              <a:ext uri="{FF2B5EF4-FFF2-40B4-BE49-F238E27FC236}">
                <a16:creationId xmlns:a16="http://schemas.microsoft.com/office/drawing/2014/main" id="{461710A2-85E0-4B2D-A85C-800194D2668E}"/>
              </a:ext>
            </a:extLst>
          </p:cNvPr>
          <p:cNvSpPr>
            <a:spLocks noGrp="1"/>
          </p:cNvSpPr>
          <p:nvPr/>
        </p:nvSpPr>
        <p:spPr>
          <a:xfrm>
            <a:off x="5276368" y="3241362"/>
            <a:ext cx="45341" cy="45341"/>
          </a:xfrm>
          <a:prstGeom prst="ellipse">
            <a:avLst/>
          </a:prstGeom>
          <a:solidFill>
            <a:srgbClr val="B08A60">
              <a:alpha val="40000"/>
            </a:srgbClr>
          </a:solidFill>
          <a:ln w="0">
            <a:noFill/>
            <a:prstDash val="solid"/>
          </a:ln>
        </p:spPr>
      </p:sp>
      <p:sp>
        <p:nvSpPr>
          <p:cNvPr id="2018" name="a_full_bar_ellipse_2017">
            <a:extLst>
              <a:ext uri="{FF2B5EF4-FFF2-40B4-BE49-F238E27FC236}">
                <a16:creationId xmlns:a16="http://schemas.microsoft.com/office/drawing/2014/main" id="{56B1AAC5-6CC5-4878-BC69-DD7B87D27DAA}"/>
              </a:ext>
            </a:extLst>
          </p:cNvPr>
          <p:cNvSpPr>
            <a:spLocks noGrp="1"/>
          </p:cNvSpPr>
          <p:nvPr/>
        </p:nvSpPr>
        <p:spPr>
          <a:xfrm>
            <a:off x="5155915" y="2153767"/>
            <a:ext cx="45341" cy="45341"/>
          </a:xfrm>
          <a:prstGeom prst="ellipse">
            <a:avLst/>
          </a:prstGeom>
          <a:solidFill>
            <a:srgbClr val="B08A60">
              <a:alpha val="40000"/>
            </a:srgbClr>
          </a:solidFill>
          <a:ln w="0">
            <a:noFill/>
            <a:prstDash val="solid"/>
          </a:ln>
        </p:spPr>
      </p:sp>
      <p:sp>
        <p:nvSpPr>
          <p:cNvPr id="2019" name="a_full_bar_ellipse_2018">
            <a:extLst>
              <a:ext uri="{FF2B5EF4-FFF2-40B4-BE49-F238E27FC236}">
                <a16:creationId xmlns:a16="http://schemas.microsoft.com/office/drawing/2014/main" id="{814DA91A-EC13-44DB-B90E-5700D34E047F}"/>
              </a:ext>
            </a:extLst>
          </p:cNvPr>
          <p:cNvSpPr>
            <a:spLocks noGrp="1"/>
          </p:cNvSpPr>
          <p:nvPr/>
        </p:nvSpPr>
        <p:spPr>
          <a:xfrm>
            <a:off x="5236606" y="3849372"/>
            <a:ext cx="45341" cy="45341"/>
          </a:xfrm>
          <a:prstGeom prst="ellipse">
            <a:avLst/>
          </a:prstGeom>
          <a:solidFill>
            <a:srgbClr val="B08A60">
              <a:alpha val="40000"/>
            </a:srgbClr>
          </a:solidFill>
          <a:ln w="0">
            <a:noFill/>
            <a:prstDash val="solid"/>
          </a:ln>
        </p:spPr>
      </p:sp>
      <p:sp>
        <p:nvSpPr>
          <p:cNvPr id="2020" name="a_full_bar_ellipse_2019">
            <a:extLst>
              <a:ext uri="{FF2B5EF4-FFF2-40B4-BE49-F238E27FC236}">
                <a16:creationId xmlns:a16="http://schemas.microsoft.com/office/drawing/2014/main" id="{0A0E457F-C0A3-4362-B4BA-AA0B609FF16B}"/>
              </a:ext>
            </a:extLst>
          </p:cNvPr>
          <p:cNvSpPr>
            <a:spLocks noGrp="1"/>
          </p:cNvSpPr>
          <p:nvPr/>
        </p:nvSpPr>
        <p:spPr>
          <a:xfrm>
            <a:off x="5300378" y="4423604"/>
            <a:ext cx="45341" cy="45341"/>
          </a:xfrm>
          <a:prstGeom prst="ellipse">
            <a:avLst/>
          </a:prstGeom>
          <a:solidFill>
            <a:srgbClr val="B08A60">
              <a:alpha val="40000"/>
            </a:srgbClr>
          </a:solidFill>
          <a:ln w="0">
            <a:noFill/>
            <a:prstDash val="solid"/>
          </a:ln>
        </p:spPr>
      </p:sp>
      <p:sp>
        <p:nvSpPr>
          <p:cNvPr id="2021" name="a_full_bar_ellipse_2020">
            <a:extLst>
              <a:ext uri="{FF2B5EF4-FFF2-40B4-BE49-F238E27FC236}">
                <a16:creationId xmlns:a16="http://schemas.microsoft.com/office/drawing/2014/main" id="{5150C1D0-0A20-4464-A111-8EF68859AC89}"/>
              </a:ext>
            </a:extLst>
          </p:cNvPr>
          <p:cNvSpPr>
            <a:spLocks noGrp="1"/>
          </p:cNvSpPr>
          <p:nvPr/>
        </p:nvSpPr>
        <p:spPr>
          <a:xfrm>
            <a:off x="5163307" y="3849372"/>
            <a:ext cx="45341" cy="45341"/>
          </a:xfrm>
          <a:prstGeom prst="ellipse">
            <a:avLst/>
          </a:prstGeom>
          <a:solidFill>
            <a:srgbClr val="B08A60">
              <a:alpha val="40000"/>
            </a:srgbClr>
          </a:solidFill>
          <a:ln w="0">
            <a:noFill/>
            <a:prstDash val="solid"/>
          </a:ln>
        </p:spPr>
      </p:sp>
      <p:sp>
        <p:nvSpPr>
          <p:cNvPr id="2022" name="a_full_bar_ellipse_2021">
            <a:extLst>
              <a:ext uri="{FF2B5EF4-FFF2-40B4-BE49-F238E27FC236}">
                <a16:creationId xmlns:a16="http://schemas.microsoft.com/office/drawing/2014/main" id="{5E9161D6-5879-4CD2-8D88-BFEF7366EFD0}"/>
              </a:ext>
            </a:extLst>
          </p:cNvPr>
          <p:cNvSpPr>
            <a:spLocks noGrp="1"/>
          </p:cNvSpPr>
          <p:nvPr/>
        </p:nvSpPr>
        <p:spPr>
          <a:xfrm>
            <a:off x="5099811" y="4457382"/>
            <a:ext cx="45341" cy="45341"/>
          </a:xfrm>
          <a:prstGeom prst="ellipse">
            <a:avLst/>
          </a:prstGeom>
          <a:solidFill>
            <a:srgbClr val="B08A60">
              <a:alpha val="40000"/>
            </a:srgbClr>
          </a:solidFill>
          <a:ln w="0">
            <a:noFill/>
            <a:prstDash val="solid"/>
          </a:ln>
        </p:spPr>
      </p:sp>
      <p:sp>
        <p:nvSpPr>
          <p:cNvPr id="2023" name="a_full_bar_ellipse_2022">
            <a:extLst>
              <a:ext uri="{FF2B5EF4-FFF2-40B4-BE49-F238E27FC236}">
                <a16:creationId xmlns:a16="http://schemas.microsoft.com/office/drawing/2014/main" id="{A4E72F25-642E-45F7-A9ED-2392C40A881E}"/>
              </a:ext>
            </a:extLst>
          </p:cNvPr>
          <p:cNvSpPr>
            <a:spLocks noGrp="1"/>
          </p:cNvSpPr>
          <p:nvPr/>
        </p:nvSpPr>
        <p:spPr>
          <a:xfrm>
            <a:off x="5121022" y="2937356"/>
            <a:ext cx="45341" cy="45341"/>
          </a:xfrm>
          <a:prstGeom prst="ellipse">
            <a:avLst/>
          </a:prstGeom>
          <a:solidFill>
            <a:srgbClr val="B08A60">
              <a:alpha val="40000"/>
            </a:srgbClr>
          </a:solidFill>
          <a:ln w="0">
            <a:noFill/>
            <a:prstDash val="solid"/>
          </a:ln>
        </p:spPr>
      </p:sp>
      <p:sp>
        <p:nvSpPr>
          <p:cNvPr id="2024" name="a_full_bar_ellipse_2023">
            <a:extLst>
              <a:ext uri="{FF2B5EF4-FFF2-40B4-BE49-F238E27FC236}">
                <a16:creationId xmlns:a16="http://schemas.microsoft.com/office/drawing/2014/main" id="{F16448FD-FD5F-41DE-B2F8-B58124F285BE}"/>
              </a:ext>
            </a:extLst>
          </p:cNvPr>
          <p:cNvSpPr>
            <a:spLocks noGrp="1"/>
          </p:cNvSpPr>
          <p:nvPr/>
        </p:nvSpPr>
        <p:spPr>
          <a:xfrm>
            <a:off x="5130947" y="4457382"/>
            <a:ext cx="45341" cy="45341"/>
          </a:xfrm>
          <a:prstGeom prst="ellipse">
            <a:avLst/>
          </a:prstGeom>
          <a:solidFill>
            <a:srgbClr val="B08A60">
              <a:alpha val="40000"/>
            </a:srgbClr>
          </a:solidFill>
          <a:ln w="0">
            <a:noFill/>
            <a:prstDash val="solid"/>
          </a:ln>
        </p:spPr>
      </p:sp>
      <p:sp>
        <p:nvSpPr>
          <p:cNvPr id="2025" name="a_full_bar_ellipse_2024">
            <a:extLst>
              <a:ext uri="{FF2B5EF4-FFF2-40B4-BE49-F238E27FC236}">
                <a16:creationId xmlns:a16="http://schemas.microsoft.com/office/drawing/2014/main" id="{236291CC-973D-484A-ACEA-E59EF76161F2}"/>
              </a:ext>
            </a:extLst>
          </p:cNvPr>
          <p:cNvSpPr>
            <a:spLocks noGrp="1"/>
          </p:cNvSpPr>
          <p:nvPr/>
        </p:nvSpPr>
        <p:spPr>
          <a:xfrm>
            <a:off x="5294912" y="4457382"/>
            <a:ext cx="45341" cy="45341"/>
          </a:xfrm>
          <a:prstGeom prst="ellipse">
            <a:avLst/>
          </a:prstGeom>
          <a:solidFill>
            <a:srgbClr val="B08A60">
              <a:alpha val="40000"/>
            </a:srgbClr>
          </a:solidFill>
          <a:ln w="0">
            <a:noFill/>
            <a:prstDash val="solid"/>
          </a:ln>
        </p:spPr>
      </p:sp>
      <p:sp>
        <p:nvSpPr>
          <p:cNvPr id="2026" name="a_full_bar_ellipse_2025">
            <a:extLst>
              <a:ext uri="{FF2B5EF4-FFF2-40B4-BE49-F238E27FC236}">
                <a16:creationId xmlns:a16="http://schemas.microsoft.com/office/drawing/2014/main" id="{561E935F-D4F9-4EFE-8843-E9E6334F950F}"/>
              </a:ext>
            </a:extLst>
          </p:cNvPr>
          <p:cNvSpPr>
            <a:spLocks noGrp="1"/>
          </p:cNvSpPr>
          <p:nvPr/>
        </p:nvSpPr>
        <p:spPr>
          <a:xfrm>
            <a:off x="5187058" y="4254712"/>
            <a:ext cx="45341" cy="45341"/>
          </a:xfrm>
          <a:prstGeom prst="ellipse">
            <a:avLst/>
          </a:prstGeom>
          <a:solidFill>
            <a:srgbClr val="B08A60">
              <a:alpha val="40000"/>
            </a:srgbClr>
          </a:solidFill>
          <a:ln w="0">
            <a:noFill/>
            <a:prstDash val="solid"/>
          </a:ln>
        </p:spPr>
      </p:sp>
      <p:sp>
        <p:nvSpPr>
          <p:cNvPr id="2027" name="a_full_bar_ellipse_2026">
            <a:extLst>
              <a:ext uri="{FF2B5EF4-FFF2-40B4-BE49-F238E27FC236}">
                <a16:creationId xmlns:a16="http://schemas.microsoft.com/office/drawing/2014/main" id="{7CCB6FE9-EC15-4413-9D2C-4C9AE883D93D}"/>
              </a:ext>
            </a:extLst>
          </p:cNvPr>
          <p:cNvSpPr>
            <a:spLocks noGrp="1"/>
          </p:cNvSpPr>
          <p:nvPr/>
        </p:nvSpPr>
        <p:spPr>
          <a:xfrm>
            <a:off x="5212819" y="4457382"/>
            <a:ext cx="45341" cy="45341"/>
          </a:xfrm>
          <a:prstGeom prst="ellipse">
            <a:avLst/>
          </a:prstGeom>
          <a:solidFill>
            <a:srgbClr val="B08A60">
              <a:alpha val="40000"/>
            </a:srgbClr>
          </a:solidFill>
          <a:ln w="0">
            <a:noFill/>
            <a:prstDash val="solid"/>
          </a:ln>
        </p:spPr>
      </p:sp>
      <p:sp>
        <p:nvSpPr>
          <p:cNvPr id="2028" name="a_full_bar_ellipse_2027">
            <a:extLst>
              <a:ext uri="{FF2B5EF4-FFF2-40B4-BE49-F238E27FC236}">
                <a16:creationId xmlns:a16="http://schemas.microsoft.com/office/drawing/2014/main" id="{EB49648E-EB82-40DD-921F-11645957180F}"/>
              </a:ext>
            </a:extLst>
          </p:cNvPr>
          <p:cNvSpPr>
            <a:spLocks noGrp="1"/>
          </p:cNvSpPr>
          <p:nvPr/>
        </p:nvSpPr>
        <p:spPr>
          <a:xfrm>
            <a:off x="5162314" y="4109948"/>
            <a:ext cx="45341" cy="45341"/>
          </a:xfrm>
          <a:prstGeom prst="ellipse">
            <a:avLst/>
          </a:prstGeom>
          <a:solidFill>
            <a:srgbClr val="B08A60">
              <a:alpha val="40000"/>
            </a:srgbClr>
          </a:solidFill>
          <a:ln w="0">
            <a:noFill/>
            <a:prstDash val="solid"/>
          </a:ln>
        </p:spPr>
      </p:sp>
      <p:sp>
        <p:nvSpPr>
          <p:cNvPr id="2029" name="a_full_bar_ellipse_2028">
            <a:extLst>
              <a:ext uri="{FF2B5EF4-FFF2-40B4-BE49-F238E27FC236}">
                <a16:creationId xmlns:a16="http://schemas.microsoft.com/office/drawing/2014/main" id="{71E26133-A5C4-4451-B211-10B6A6B50562}"/>
              </a:ext>
            </a:extLst>
          </p:cNvPr>
          <p:cNvSpPr>
            <a:spLocks noGrp="1"/>
          </p:cNvSpPr>
          <p:nvPr/>
        </p:nvSpPr>
        <p:spPr>
          <a:xfrm>
            <a:off x="5205934" y="2025341"/>
            <a:ext cx="45341" cy="45341"/>
          </a:xfrm>
          <a:prstGeom prst="ellipse">
            <a:avLst/>
          </a:prstGeom>
          <a:solidFill>
            <a:srgbClr val="B08A60">
              <a:alpha val="40000"/>
            </a:srgbClr>
          </a:solidFill>
          <a:ln w="0">
            <a:noFill/>
            <a:prstDash val="solid"/>
          </a:ln>
        </p:spPr>
      </p:sp>
      <p:sp>
        <p:nvSpPr>
          <p:cNvPr id="2030" name="a_full_bar_ellipse_2029">
            <a:extLst>
              <a:ext uri="{FF2B5EF4-FFF2-40B4-BE49-F238E27FC236}">
                <a16:creationId xmlns:a16="http://schemas.microsoft.com/office/drawing/2014/main" id="{163902BE-B9B6-4D1F-828C-9CD8818DEC9D}"/>
              </a:ext>
            </a:extLst>
          </p:cNvPr>
          <p:cNvSpPr>
            <a:spLocks noGrp="1"/>
          </p:cNvSpPr>
          <p:nvPr/>
        </p:nvSpPr>
        <p:spPr>
          <a:xfrm>
            <a:off x="5302858" y="4457382"/>
            <a:ext cx="45341" cy="45341"/>
          </a:xfrm>
          <a:prstGeom prst="ellipse">
            <a:avLst/>
          </a:prstGeom>
          <a:solidFill>
            <a:srgbClr val="B08A60">
              <a:alpha val="40000"/>
            </a:srgbClr>
          </a:solidFill>
          <a:ln w="0">
            <a:noFill/>
            <a:prstDash val="solid"/>
          </a:ln>
        </p:spPr>
      </p:sp>
      <p:sp>
        <p:nvSpPr>
          <p:cNvPr id="2031" name="a_full_bar_ellipse_2030">
            <a:extLst>
              <a:ext uri="{FF2B5EF4-FFF2-40B4-BE49-F238E27FC236}">
                <a16:creationId xmlns:a16="http://schemas.microsoft.com/office/drawing/2014/main" id="{01851F7C-E4CC-4249-9A19-5CB8B91EB70C}"/>
              </a:ext>
            </a:extLst>
          </p:cNvPr>
          <p:cNvSpPr>
            <a:spLocks noGrp="1"/>
          </p:cNvSpPr>
          <p:nvPr/>
        </p:nvSpPr>
        <p:spPr>
          <a:xfrm>
            <a:off x="5298584" y="4408694"/>
            <a:ext cx="45341" cy="45341"/>
          </a:xfrm>
          <a:prstGeom prst="ellipse">
            <a:avLst/>
          </a:prstGeom>
          <a:solidFill>
            <a:srgbClr val="B08A60">
              <a:alpha val="40000"/>
            </a:srgbClr>
          </a:solidFill>
          <a:ln w="0">
            <a:noFill/>
            <a:prstDash val="solid"/>
          </a:ln>
        </p:spPr>
      </p:sp>
      <p:sp>
        <p:nvSpPr>
          <p:cNvPr id="2032" name="a_full_bar_ellipse_2031">
            <a:extLst>
              <a:ext uri="{FF2B5EF4-FFF2-40B4-BE49-F238E27FC236}">
                <a16:creationId xmlns:a16="http://schemas.microsoft.com/office/drawing/2014/main" id="{141ED629-6E28-48D9-9045-C86AEE5205FC}"/>
              </a:ext>
            </a:extLst>
          </p:cNvPr>
          <p:cNvSpPr>
            <a:spLocks noGrp="1"/>
          </p:cNvSpPr>
          <p:nvPr/>
        </p:nvSpPr>
        <p:spPr>
          <a:xfrm>
            <a:off x="5254579" y="4457382"/>
            <a:ext cx="45341" cy="45341"/>
          </a:xfrm>
          <a:prstGeom prst="ellipse">
            <a:avLst/>
          </a:prstGeom>
          <a:solidFill>
            <a:srgbClr val="B08A60">
              <a:alpha val="40000"/>
            </a:srgbClr>
          </a:solidFill>
          <a:ln w="0">
            <a:noFill/>
            <a:prstDash val="solid"/>
          </a:ln>
        </p:spPr>
      </p:sp>
      <p:sp>
        <p:nvSpPr>
          <p:cNvPr id="2033" name="a_full_bar_ellipse_2032">
            <a:extLst>
              <a:ext uri="{FF2B5EF4-FFF2-40B4-BE49-F238E27FC236}">
                <a16:creationId xmlns:a16="http://schemas.microsoft.com/office/drawing/2014/main" id="{CEB893A1-FF32-4CC6-98F7-7C1EDCB6BA0F}"/>
              </a:ext>
            </a:extLst>
          </p:cNvPr>
          <p:cNvSpPr>
            <a:spLocks noGrp="1"/>
          </p:cNvSpPr>
          <p:nvPr/>
        </p:nvSpPr>
        <p:spPr>
          <a:xfrm>
            <a:off x="5179391" y="3849372"/>
            <a:ext cx="45341" cy="45341"/>
          </a:xfrm>
          <a:prstGeom prst="ellipse">
            <a:avLst/>
          </a:prstGeom>
          <a:solidFill>
            <a:srgbClr val="B08A60">
              <a:alpha val="40000"/>
            </a:srgbClr>
          </a:solidFill>
          <a:ln w="0">
            <a:noFill/>
            <a:prstDash val="solid"/>
          </a:ln>
        </p:spPr>
      </p:sp>
      <p:sp>
        <p:nvSpPr>
          <p:cNvPr id="2034" name="a_full_bar_ellipse_2033">
            <a:extLst>
              <a:ext uri="{FF2B5EF4-FFF2-40B4-BE49-F238E27FC236}">
                <a16:creationId xmlns:a16="http://schemas.microsoft.com/office/drawing/2014/main" id="{23D6CADD-FFE1-46FD-BE31-712178439154}"/>
              </a:ext>
            </a:extLst>
          </p:cNvPr>
          <p:cNvSpPr>
            <a:spLocks noGrp="1"/>
          </p:cNvSpPr>
          <p:nvPr/>
        </p:nvSpPr>
        <p:spPr>
          <a:xfrm>
            <a:off x="5249086" y="4457382"/>
            <a:ext cx="45341" cy="45341"/>
          </a:xfrm>
          <a:prstGeom prst="ellipse">
            <a:avLst/>
          </a:prstGeom>
          <a:solidFill>
            <a:srgbClr val="B08A60">
              <a:alpha val="40000"/>
            </a:srgbClr>
          </a:solidFill>
          <a:ln w="0">
            <a:noFill/>
            <a:prstDash val="solid"/>
          </a:ln>
        </p:spPr>
      </p:sp>
      <p:sp>
        <p:nvSpPr>
          <p:cNvPr id="2035" name="a_full_bar_ellipse_2034">
            <a:extLst>
              <a:ext uri="{FF2B5EF4-FFF2-40B4-BE49-F238E27FC236}">
                <a16:creationId xmlns:a16="http://schemas.microsoft.com/office/drawing/2014/main" id="{A57EA99B-B02D-4459-AA3D-80241253515D}"/>
              </a:ext>
            </a:extLst>
          </p:cNvPr>
          <p:cNvSpPr>
            <a:spLocks noGrp="1"/>
          </p:cNvSpPr>
          <p:nvPr/>
        </p:nvSpPr>
        <p:spPr>
          <a:xfrm>
            <a:off x="5150804" y="4457382"/>
            <a:ext cx="45341" cy="45341"/>
          </a:xfrm>
          <a:prstGeom prst="ellipse">
            <a:avLst/>
          </a:prstGeom>
          <a:solidFill>
            <a:srgbClr val="B08A60">
              <a:alpha val="40000"/>
            </a:srgbClr>
          </a:solidFill>
          <a:ln w="0">
            <a:noFill/>
            <a:prstDash val="solid"/>
          </a:ln>
        </p:spPr>
      </p:sp>
      <p:sp>
        <p:nvSpPr>
          <p:cNvPr id="2036" name="a_full_bar_ellipse_2035">
            <a:extLst>
              <a:ext uri="{FF2B5EF4-FFF2-40B4-BE49-F238E27FC236}">
                <a16:creationId xmlns:a16="http://schemas.microsoft.com/office/drawing/2014/main" id="{58F72A01-BF04-4C1E-8FBD-8072F78BA1B6}"/>
              </a:ext>
            </a:extLst>
          </p:cNvPr>
          <p:cNvSpPr>
            <a:spLocks noGrp="1"/>
          </p:cNvSpPr>
          <p:nvPr/>
        </p:nvSpPr>
        <p:spPr>
          <a:xfrm>
            <a:off x="5109019" y="4457382"/>
            <a:ext cx="45341" cy="45341"/>
          </a:xfrm>
          <a:prstGeom prst="ellipse">
            <a:avLst/>
          </a:prstGeom>
          <a:solidFill>
            <a:srgbClr val="B08A60">
              <a:alpha val="40000"/>
            </a:srgbClr>
          </a:solidFill>
          <a:ln w="0">
            <a:noFill/>
            <a:prstDash val="solid"/>
          </a:ln>
        </p:spPr>
      </p:sp>
      <p:sp>
        <p:nvSpPr>
          <p:cNvPr id="2037" name="a_full_bar_ellipse_2036">
            <a:extLst>
              <a:ext uri="{FF2B5EF4-FFF2-40B4-BE49-F238E27FC236}">
                <a16:creationId xmlns:a16="http://schemas.microsoft.com/office/drawing/2014/main" id="{AE086751-9EDF-49CC-B32E-183BDAF99F7F}"/>
              </a:ext>
            </a:extLst>
          </p:cNvPr>
          <p:cNvSpPr>
            <a:spLocks noGrp="1"/>
          </p:cNvSpPr>
          <p:nvPr/>
        </p:nvSpPr>
        <p:spPr>
          <a:xfrm>
            <a:off x="5300648" y="2025341"/>
            <a:ext cx="45341" cy="45341"/>
          </a:xfrm>
          <a:prstGeom prst="ellipse">
            <a:avLst/>
          </a:prstGeom>
          <a:solidFill>
            <a:srgbClr val="B08A60">
              <a:alpha val="40000"/>
            </a:srgbClr>
          </a:solidFill>
          <a:ln w="0">
            <a:noFill/>
            <a:prstDash val="solid"/>
          </a:ln>
        </p:spPr>
      </p:sp>
      <p:sp>
        <p:nvSpPr>
          <p:cNvPr id="2038" name="a_full_bar_ellipse_2037">
            <a:extLst>
              <a:ext uri="{FF2B5EF4-FFF2-40B4-BE49-F238E27FC236}">
                <a16:creationId xmlns:a16="http://schemas.microsoft.com/office/drawing/2014/main" id="{654447F9-1F8F-42E7-8669-AC249AFD3955}"/>
              </a:ext>
            </a:extLst>
          </p:cNvPr>
          <p:cNvSpPr>
            <a:spLocks noGrp="1"/>
          </p:cNvSpPr>
          <p:nvPr/>
        </p:nvSpPr>
        <p:spPr>
          <a:xfrm>
            <a:off x="5244576" y="3241362"/>
            <a:ext cx="45341" cy="45341"/>
          </a:xfrm>
          <a:prstGeom prst="ellipse">
            <a:avLst/>
          </a:prstGeom>
          <a:solidFill>
            <a:srgbClr val="B08A60">
              <a:alpha val="40000"/>
            </a:srgbClr>
          </a:solidFill>
          <a:ln w="0">
            <a:noFill/>
            <a:prstDash val="solid"/>
          </a:ln>
        </p:spPr>
      </p:sp>
      <p:sp>
        <p:nvSpPr>
          <p:cNvPr id="2039" name="a_full_bar_ellipse_2038">
            <a:extLst>
              <a:ext uri="{FF2B5EF4-FFF2-40B4-BE49-F238E27FC236}">
                <a16:creationId xmlns:a16="http://schemas.microsoft.com/office/drawing/2014/main" id="{056C4CDC-0F98-4413-A55E-49916A93B7DE}"/>
              </a:ext>
            </a:extLst>
          </p:cNvPr>
          <p:cNvSpPr>
            <a:spLocks noGrp="1"/>
          </p:cNvSpPr>
          <p:nvPr/>
        </p:nvSpPr>
        <p:spPr>
          <a:xfrm>
            <a:off x="5198860" y="2329346"/>
            <a:ext cx="45341" cy="45341"/>
          </a:xfrm>
          <a:prstGeom prst="ellipse">
            <a:avLst/>
          </a:prstGeom>
          <a:solidFill>
            <a:srgbClr val="B08A60">
              <a:alpha val="40000"/>
            </a:srgbClr>
          </a:solidFill>
          <a:ln w="0">
            <a:noFill/>
            <a:prstDash val="solid"/>
          </a:ln>
        </p:spPr>
      </p:sp>
      <p:sp>
        <p:nvSpPr>
          <p:cNvPr id="2040" name="a_full_bar_ellipse_2039">
            <a:extLst>
              <a:ext uri="{FF2B5EF4-FFF2-40B4-BE49-F238E27FC236}">
                <a16:creationId xmlns:a16="http://schemas.microsoft.com/office/drawing/2014/main" id="{7F48287F-502F-46FA-9703-96C897F19918}"/>
              </a:ext>
            </a:extLst>
          </p:cNvPr>
          <p:cNvSpPr>
            <a:spLocks noGrp="1"/>
          </p:cNvSpPr>
          <p:nvPr/>
        </p:nvSpPr>
        <p:spPr>
          <a:xfrm>
            <a:off x="5294468" y="4457382"/>
            <a:ext cx="45341" cy="45341"/>
          </a:xfrm>
          <a:prstGeom prst="ellipse">
            <a:avLst/>
          </a:prstGeom>
          <a:solidFill>
            <a:srgbClr val="B08A60">
              <a:alpha val="40000"/>
            </a:srgbClr>
          </a:solidFill>
          <a:ln w="0">
            <a:noFill/>
            <a:prstDash val="solid"/>
          </a:ln>
        </p:spPr>
      </p:sp>
      <p:sp>
        <p:nvSpPr>
          <p:cNvPr id="2041" name="a_full_bar_ellipse_2040">
            <a:extLst>
              <a:ext uri="{FF2B5EF4-FFF2-40B4-BE49-F238E27FC236}">
                <a16:creationId xmlns:a16="http://schemas.microsoft.com/office/drawing/2014/main" id="{601F1C73-ECFC-4245-B54E-FFDC238264F2}"/>
              </a:ext>
            </a:extLst>
          </p:cNvPr>
          <p:cNvSpPr>
            <a:spLocks noGrp="1"/>
          </p:cNvSpPr>
          <p:nvPr/>
        </p:nvSpPr>
        <p:spPr>
          <a:xfrm>
            <a:off x="5290392" y="3847924"/>
            <a:ext cx="45341" cy="45341"/>
          </a:xfrm>
          <a:prstGeom prst="ellipse">
            <a:avLst/>
          </a:prstGeom>
          <a:solidFill>
            <a:srgbClr val="B08A60">
              <a:alpha val="40000"/>
            </a:srgbClr>
          </a:solidFill>
          <a:ln w="0">
            <a:noFill/>
            <a:prstDash val="solid"/>
          </a:ln>
        </p:spPr>
      </p:sp>
      <p:sp>
        <p:nvSpPr>
          <p:cNvPr id="2042" name="a_full_bar_ellipse_2041">
            <a:extLst>
              <a:ext uri="{FF2B5EF4-FFF2-40B4-BE49-F238E27FC236}">
                <a16:creationId xmlns:a16="http://schemas.microsoft.com/office/drawing/2014/main" id="{70893803-B387-43F6-BC5D-DC6EA29EAE26}"/>
              </a:ext>
            </a:extLst>
          </p:cNvPr>
          <p:cNvSpPr>
            <a:spLocks noGrp="1"/>
          </p:cNvSpPr>
          <p:nvPr/>
        </p:nvSpPr>
        <p:spPr>
          <a:xfrm>
            <a:off x="5303767" y="4457382"/>
            <a:ext cx="45341" cy="45341"/>
          </a:xfrm>
          <a:prstGeom prst="ellipse">
            <a:avLst/>
          </a:prstGeom>
          <a:solidFill>
            <a:srgbClr val="B08A60">
              <a:alpha val="40000"/>
            </a:srgbClr>
          </a:solidFill>
          <a:ln w="0">
            <a:noFill/>
            <a:prstDash val="solid"/>
          </a:ln>
        </p:spPr>
      </p:sp>
      <p:sp>
        <p:nvSpPr>
          <p:cNvPr id="2043" name="a_full_bar_ellipse_2042">
            <a:extLst>
              <a:ext uri="{FF2B5EF4-FFF2-40B4-BE49-F238E27FC236}">
                <a16:creationId xmlns:a16="http://schemas.microsoft.com/office/drawing/2014/main" id="{B8665146-D9D9-4749-945D-7EF1AA1D8007}"/>
              </a:ext>
            </a:extLst>
          </p:cNvPr>
          <p:cNvSpPr>
            <a:spLocks noGrp="1"/>
          </p:cNvSpPr>
          <p:nvPr/>
        </p:nvSpPr>
        <p:spPr>
          <a:xfrm>
            <a:off x="5143525" y="4457382"/>
            <a:ext cx="45341" cy="45341"/>
          </a:xfrm>
          <a:prstGeom prst="ellipse">
            <a:avLst/>
          </a:prstGeom>
          <a:solidFill>
            <a:srgbClr val="B08A60">
              <a:alpha val="40000"/>
            </a:srgbClr>
          </a:solidFill>
          <a:ln w="0">
            <a:noFill/>
            <a:prstDash val="solid"/>
          </a:ln>
        </p:spPr>
      </p:sp>
      <p:sp>
        <p:nvSpPr>
          <p:cNvPr id="2044" name="a_full_bar_ellipse_2043">
            <a:extLst>
              <a:ext uri="{FF2B5EF4-FFF2-40B4-BE49-F238E27FC236}">
                <a16:creationId xmlns:a16="http://schemas.microsoft.com/office/drawing/2014/main" id="{E0193F27-3BB1-4D9E-9CC0-22899C19B703}"/>
              </a:ext>
            </a:extLst>
          </p:cNvPr>
          <p:cNvSpPr>
            <a:spLocks noGrp="1"/>
          </p:cNvSpPr>
          <p:nvPr/>
        </p:nvSpPr>
        <p:spPr>
          <a:xfrm>
            <a:off x="5298925" y="4457382"/>
            <a:ext cx="45341" cy="45341"/>
          </a:xfrm>
          <a:prstGeom prst="ellipse">
            <a:avLst/>
          </a:prstGeom>
          <a:solidFill>
            <a:srgbClr val="B08A60">
              <a:alpha val="40000"/>
            </a:srgbClr>
          </a:solidFill>
          <a:ln w="0">
            <a:noFill/>
            <a:prstDash val="solid"/>
          </a:ln>
        </p:spPr>
      </p:sp>
      <p:sp>
        <p:nvSpPr>
          <p:cNvPr id="2045" name="a_full_bar_ellipse_2044">
            <a:extLst>
              <a:ext uri="{FF2B5EF4-FFF2-40B4-BE49-F238E27FC236}">
                <a16:creationId xmlns:a16="http://schemas.microsoft.com/office/drawing/2014/main" id="{51843414-11FE-4689-92DD-56827A3C89A9}"/>
              </a:ext>
            </a:extLst>
          </p:cNvPr>
          <p:cNvSpPr>
            <a:spLocks noGrp="1"/>
          </p:cNvSpPr>
          <p:nvPr/>
        </p:nvSpPr>
        <p:spPr>
          <a:xfrm>
            <a:off x="5205993" y="3646702"/>
            <a:ext cx="45341" cy="45341"/>
          </a:xfrm>
          <a:prstGeom prst="ellipse">
            <a:avLst/>
          </a:prstGeom>
          <a:solidFill>
            <a:srgbClr val="B08A60">
              <a:alpha val="40000"/>
            </a:srgbClr>
          </a:solidFill>
          <a:ln w="0">
            <a:noFill/>
            <a:prstDash val="solid"/>
          </a:ln>
        </p:spPr>
      </p:sp>
      <p:sp>
        <p:nvSpPr>
          <p:cNvPr id="2046" name="a_full_bar_ellipse_2045">
            <a:extLst>
              <a:ext uri="{FF2B5EF4-FFF2-40B4-BE49-F238E27FC236}">
                <a16:creationId xmlns:a16="http://schemas.microsoft.com/office/drawing/2014/main" id="{84AF8C92-8D2C-4C02-B5E0-6F724634DC09}"/>
              </a:ext>
            </a:extLst>
          </p:cNvPr>
          <p:cNvSpPr>
            <a:spLocks noGrp="1"/>
          </p:cNvSpPr>
          <p:nvPr/>
        </p:nvSpPr>
        <p:spPr>
          <a:xfrm>
            <a:off x="5258163" y="3748037"/>
            <a:ext cx="45341" cy="45341"/>
          </a:xfrm>
          <a:prstGeom prst="ellipse">
            <a:avLst/>
          </a:prstGeom>
          <a:solidFill>
            <a:srgbClr val="B08A60">
              <a:alpha val="40000"/>
            </a:srgbClr>
          </a:solidFill>
          <a:ln w="0">
            <a:noFill/>
            <a:prstDash val="solid"/>
          </a:ln>
        </p:spPr>
      </p:sp>
      <p:sp>
        <p:nvSpPr>
          <p:cNvPr id="2047" name="a_full_bar_ellipse_2046">
            <a:extLst>
              <a:ext uri="{FF2B5EF4-FFF2-40B4-BE49-F238E27FC236}">
                <a16:creationId xmlns:a16="http://schemas.microsoft.com/office/drawing/2014/main" id="{1510B94B-9F5A-41B8-8DA7-544AC3890473}"/>
              </a:ext>
            </a:extLst>
          </p:cNvPr>
          <p:cNvSpPr>
            <a:spLocks noGrp="1"/>
          </p:cNvSpPr>
          <p:nvPr/>
        </p:nvSpPr>
        <p:spPr>
          <a:xfrm>
            <a:off x="5264187" y="4457382"/>
            <a:ext cx="45341" cy="45341"/>
          </a:xfrm>
          <a:prstGeom prst="ellipse">
            <a:avLst/>
          </a:prstGeom>
          <a:solidFill>
            <a:srgbClr val="B08A60">
              <a:alpha val="40000"/>
            </a:srgbClr>
          </a:solidFill>
          <a:ln w="0">
            <a:noFill/>
            <a:prstDash val="solid"/>
          </a:ln>
        </p:spPr>
      </p:sp>
      <p:sp>
        <p:nvSpPr>
          <p:cNvPr id="2048" name="a_full_bar_ellipse_2047">
            <a:extLst>
              <a:ext uri="{FF2B5EF4-FFF2-40B4-BE49-F238E27FC236}">
                <a16:creationId xmlns:a16="http://schemas.microsoft.com/office/drawing/2014/main" id="{32719C98-9818-473D-A601-A4398612E9BC}"/>
              </a:ext>
            </a:extLst>
          </p:cNvPr>
          <p:cNvSpPr>
            <a:spLocks noGrp="1"/>
          </p:cNvSpPr>
          <p:nvPr/>
        </p:nvSpPr>
        <p:spPr>
          <a:xfrm>
            <a:off x="5186414" y="3849372"/>
            <a:ext cx="45341" cy="45341"/>
          </a:xfrm>
          <a:prstGeom prst="ellipse">
            <a:avLst/>
          </a:prstGeom>
          <a:solidFill>
            <a:srgbClr val="B08A60">
              <a:alpha val="40000"/>
            </a:srgbClr>
          </a:solidFill>
          <a:ln w="0">
            <a:noFill/>
            <a:prstDash val="solid"/>
          </a:ln>
        </p:spPr>
      </p:sp>
      <p:sp>
        <p:nvSpPr>
          <p:cNvPr id="2049" name="a_full_bar_ellipse_2048">
            <a:extLst>
              <a:ext uri="{FF2B5EF4-FFF2-40B4-BE49-F238E27FC236}">
                <a16:creationId xmlns:a16="http://schemas.microsoft.com/office/drawing/2014/main" id="{A27BA38A-A660-4D1C-A2D0-BFBF10A06F56}"/>
              </a:ext>
            </a:extLst>
          </p:cNvPr>
          <p:cNvSpPr>
            <a:spLocks noGrp="1"/>
          </p:cNvSpPr>
          <p:nvPr/>
        </p:nvSpPr>
        <p:spPr>
          <a:xfrm>
            <a:off x="5170153" y="4031775"/>
            <a:ext cx="45341" cy="45341"/>
          </a:xfrm>
          <a:prstGeom prst="ellipse">
            <a:avLst/>
          </a:prstGeom>
          <a:solidFill>
            <a:srgbClr val="B08A60">
              <a:alpha val="40000"/>
            </a:srgbClr>
          </a:solidFill>
          <a:ln w="0">
            <a:noFill/>
            <a:prstDash val="solid"/>
          </a:ln>
        </p:spPr>
      </p:sp>
      <p:sp>
        <p:nvSpPr>
          <p:cNvPr id="2050" name="a_full_bar_ellipse_2049">
            <a:extLst>
              <a:ext uri="{FF2B5EF4-FFF2-40B4-BE49-F238E27FC236}">
                <a16:creationId xmlns:a16="http://schemas.microsoft.com/office/drawing/2014/main" id="{9166C6EE-A36F-4CC7-B15B-D8C184696509}"/>
              </a:ext>
            </a:extLst>
          </p:cNvPr>
          <p:cNvSpPr>
            <a:spLocks noGrp="1"/>
          </p:cNvSpPr>
          <p:nvPr/>
        </p:nvSpPr>
        <p:spPr>
          <a:xfrm>
            <a:off x="5235118" y="4358581"/>
            <a:ext cx="45341" cy="45341"/>
          </a:xfrm>
          <a:prstGeom prst="ellipse">
            <a:avLst/>
          </a:prstGeom>
          <a:solidFill>
            <a:srgbClr val="B08A60">
              <a:alpha val="40000"/>
            </a:srgbClr>
          </a:solidFill>
          <a:ln w="0">
            <a:noFill/>
            <a:prstDash val="solid"/>
          </a:ln>
        </p:spPr>
      </p:sp>
      <p:sp>
        <p:nvSpPr>
          <p:cNvPr id="2051" name="a_full_bar_ellipse_2050">
            <a:extLst>
              <a:ext uri="{FF2B5EF4-FFF2-40B4-BE49-F238E27FC236}">
                <a16:creationId xmlns:a16="http://schemas.microsoft.com/office/drawing/2014/main" id="{3518F516-8A62-4270-AA56-0246A1DC4350}"/>
              </a:ext>
            </a:extLst>
          </p:cNvPr>
          <p:cNvSpPr>
            <a:spLocks noGrp="1"/>
          </p:cNvSpPr>
          <p:nvPr/>
        </p:nvSpPr>
        <p:spPr>
          <a:xfrm>
            <a:off x="5190683" y="4457382"/>
            <a:ext cx="45341" cy="45341"/>
          </a:xfrm>
          <a:prstGeom prst="ellipse">
            <a:avLst/>
          </a:prstGeom>
          <a:solidFill>
            <a:srgbClr val="B08A60">
              <a:alpha val="40000"/>
            </a:srgbClr>
          </a:solidFill>
          <a:ln w="0">
            <a:noFill/>
            <a:prstDash val="solid"/>
          </a:ln>
        </p:spPr>
      </p:sp>
      <p:sp>
        <p:nvSpPr>
          <p:cNvPr id="2052" name="a_full_bar_ellipse_2051">
            <a:extLst>
              <a:ext uri="{FF2B5EF4-FFF2-40B4-BE49-F238E27FC236}">
                <a16:creationId xmlns:a16="http://schemas.microsoft.com/office/drawing/2014/main" id="{E37A4A74-3889-4F19-B903-D62F9E606C43}"/>
              </a:ext>
            </a:extLst>
          </p:cNvPr>
          <p:cNvSpPr>
            <a:spLocks noGrp="1"/>
          </p:cNvSpPr>
          <p:nvPr/>
        </p:nvSpPr>
        <p:spPr>
          <a:xfrm>
            <a:off x="5155681" y="4448441"/>
            <a:ext cx="45341" cy="45341"/>
          </a:xfrm>
          <a:prstGeom prst="ellipse">
            <a:avLst/>
          </a:prstGeom>
          <a:solidFill>
            <a:srgbClr val="B08A60">
              <a:alpha val="40000"/>
            </a:srgbClr>
          </a:solidFill>
          <a:ln w="0">
            <a:noFill/>
            <a:prstDash val="solid"/>
          </a:ln>
        </p:spPr>
      </p:sp>
      <p:sp>
        <p:nvSpPr>
          <p:cNvPr id="2053" name="a_full_bar_ellipse_2052">
            <a:extLst>
              <a:ext uri="{FF2B5EF4-FFF2-40B4-BE49-F238E27FC236}">
                <a16:creationId xmlns:a16="http://schemas.microsoft.com/office/drawing/2014/main" id="{B71D6233-00BD-45EC-B247-E3B53721383D}"/>
              </a:ext>
            </a:extLst>
          </p:cNvPr>
          <p:cNvSpPr>
            <a:spLocks noGrp="1"/>
          </p:cNvSpPr>
          <p:nvPr/>
        </p:nvSpPr>
        <p:spPr>
          <a:xfrm>
            <a:off x="5222394" y="4300314"/>
            <a:ext cx="45341" cy="45341"/>
          </a:xfrm>
          <a:prstGeom prst="ellipse">
            <a:avLst/>
          </a:prstGeom>
          <a:solidFill>
            <a:srgbClr val="B08A60">
              <a:alpha val="40000"/>
            </a:srgbClr>
          </a:solidFill>
          <a:ln w="0">
            <a:noFill/>
            <a:prstDash val="solid"/>
          </a:ln>
        </p:spPr>
      </p:sp>
      <p:sp>
        <p:nvSpPr>
          <p:cNvPr id="2054" name="a_full_bar_ellipse_2053">
            <a:extLst>
              <a:ext uri="{FF2B5EF4-FFF2-40B4-BE49-F238E27FC236}">
                <a16:creationId xmlns:a16="http://schemas.microsoft.com/office/drawing/2014/main" id="{01B63302-A17D-471C-A814-98C4E0A9D7CC}"/>
              </a:ext>
            </a:extLst>
          </p:cNvPr>
          <p:cNvSpPr>
            <a:spLocks noGrp="1"/>
          </p:cNvSpPr>
          <p:nvPr/>
        </p:nvSpPr>
        <p:spPr>
          <a:xfrm>
            <a:off x="5168330" y="4457382"/>
            <a:ext cx="45341" cy="45341"/>
          </a:xfrm>
          <a:prstGeom prst="ellipse">
            <a:avLst/>
          </a:prstGeom>
          <a:solidFill>
            <a:srgbClr val="B08A60">
              <a:alpha val="40000"/>
            </a:srgbClr>
          </a:solidFill>
          <a:ln w="0">
            <a:noFill/>
            <a:prstDash val="solid"/>
          </a:ln>
        </p:spPr>
      </p:sp>
      <p:sp>
        <p:nvSpPr>
          <p:cNvPr id="2055" name="a_full_bar_ellipse_2054">
            <a:extLst>
              <a:ext uri="{FF2B5EF4-FFF2-40B4-BE49-F238E27FC236}">
                <a16:creationId xmlns:a16="http://schemas.microsoft.com/office/drawing/2014/main" id="{C105CD68-6AAC-4619-92D0-F60EAE373E4B}"/>
              </a:ext>
            </a:extLst>
          </p:cNvPr>
          <p:cNvSpPr>
            <a:spLocks noGrp="1"/>
          </p:cNvSpPr>
          <p:nvPr/>
        </p:nvSpPr>
        <p:spPr>
          <a:xfrm>
            <a:off x="5218837" y="4265972"/>
            <a:ext cx="45341" cy="45341"/>
          </a:xfrm>
          <a:prstGeom prst="ellipse">
            <a:avLst/>
          </a:prstGeom>
          <a:solidFill>
            <a:srgbClr val="B08A60">
              <a:alpha val="40000"/>
            </a:srgbClr>
          </a:solidFill>
          <a:ln w="0">
            <a:noFill/>
            <a:prstDash val="solid"/>
          </a:ln>
        </p:spPr>
      </p:sp>
      <p:sp>
        <p:nvSpPr>
          <p:cNvPr id="2056" name="a_full_bar_ellipse_2055">
            <a:extLst>
              <a:ext uri="{FF2B5EF4-FFF2-40B4-BE49-F238E27FC236}">
                <a16:creationId xmlns:a16="http://schemas.microsoft.com/office/drawing/2014/main" id="{4FFEFBAC-BF61-4D66-B9C3-15F27A8FD190}"/>
              </a:ext>
            </a:extLst>
          </p:cNvPr>
          <p:cNvSpPr>
            <a:spLocks noGrp="1"/>
          </p:cNvSpPr>
          <p:nvPr/>
        </p:nvSpPr>
        <p:spPr>
          <a:xfrm>
            <a:off x="5263121" y="4109948"/>
            <a:ext cx="45341" cy="45341"/>
          </a:xfrm>
          <a:prstGeom prst="ellipse">
            <a:avLst/>
          </a:prstGeom>
          <a:solidFill>
            <a:srgbClr val="B08A60">
              <a:alpha val="40000"/>
            </a:srgbClr>
          </a:solidFill>
          <a:ln w="0">
            <a:noFill/>
            <a:prstDash val="solid"/>
          </a:ln>
        </p:spPr>
      </p:sp>
      <p:sp>
        <p:nvSpPr>
          <p:cNvPr id="2057" name="a_full_bar_ellipse_2056">
            <a:extLst>
              <a:ext uri="{FF2B5EF4-FFF2-40B4-BE49-F238E27FC236}">
                <a16:creationId xmlns:a16="http://schemas.microsoft.com/office/drawing/2014/main" id="{F004A1D8-A799-4FDB-8D58-47FB6E0EB451}"/>
              </a:ext>
            </a:extLst>
          </p:cNvPr>
          <p:cNvSpPr>
            <a:spLocks noGrp="1"/>
          </p:cNvSpPr>
          <p:nvPr/>
        </p:nvSpPr>
        <p:spPr>
          <a:xfrm>
            <a:off x="5121454" y="2633351"/>
            <a:ext cx="45341" cy="45341"/>
          </a:xfrm>
          <a:prstGeom prst="ellipse">
            <a:avLst/>
          </a:prstGeom>
          <a:solidFill>
            <a:srgbClr val="B08A60">
              <a:alpha val="40000"/>
            </a:srgbClr>
          </a:solidFill>
          <a:ln w="0">
            <a:noFill/>
            <a:prstDash val="solid"/>
          </a:ln>
        </p:spPr>
      </p:sp>
      <p:sp>
        <p:nvSpPr>
          <p:cNvPr id="2058" name="a_full_bar_ellipse_2057">
            <a:extLst>
              <a:ext uri="{FF2B5EF4-FFF2-40B4-BE49-F238E27FC236}">
                <a16:creationId xmlns:a16="http://schemas.microsoft.com/office/drawing/2014/main" id="{555848D4-8E97-4592-BE97-DB34864AA6A9}"/>
              </a:ext>
            </a:extLst>
          </p:cNvPr>
          <p:cNvSpPr>
            <a:spLocks noGrp="1"/>
          </p:cNvSpPr>
          <p:nvPr/>
        </p:nvSpPr>
        <p:spPr>
          <a:xfrm>
            <a:off x="5278629" y="4341274"/>
            <a:ext cx="45341" cy="45341"/>
          </a:xfrm>
          <a:prstGeom prst="ellipse">
            <a:avLst/>
          </a:prstGeom>
          <a:solidFill>
            <a:srgbClr val="B08A60">
              <a:alpha val="40000"/>
            </a:srgbClr>
          </a:solidFill>
          <a:ln w="0">
            <a:noFill/>
            <a:prstDash val="solid"/>
          </a:ln>
        </p:spPr>
      </p:sp>
      <p:sp>
        <p:nvSpPr>
          <p:cNvPr id="2059" name="a_full_bar_ellipse_2058">
            <a:extLst>
              <a:ext uri="{FF2B5EF4-FFF2-40B4-BE49-F238E27FC236}">
                <a16:creationId xmlns:a16="http://schemas.microsoft.com/office/drawing/2014/main" id="{341F5A66-8BBC-4C9B-9ADB-F27BC9C509E3}"/>
              </a:ext>
            </a:extLst>
          </p:cNvPr>
          <p:cNvSpPr>
            <a:spLocks noGrp="1"/>
          </p:cNvSpPr>
          <p:nvPr/>
        </p:nvSpPr>
        <p:spPr>
          <a:xfrm>
            <a:off x="5151830" y="3646702"/>
            <a:ext cx="45341" cy="45341"/>
          </a:xfrm>
          <a:prstGeom prst="ellipse">
            <a:avLst/>
          </a:prstGeom>
          <a:solidFill>
            <a:srgbClr val="B08A60">
              <a:alpha val="40000"/>
            </a:srgbClr>
          </a:solidFill>
          <a:ln w="0">
            <a:noFill/>
            <a:prstDash val="solid"/>
          </a:ln>
        </p:spPr>
      </p:sp>
      <p:sp>
        <p:nvSpPr>
          <p:cNvPr id="2060" name="a_full_bar_ellipse_2059">
            <a:extLst>
              <a:ext uri="{FF2B5EF4-FFF2-40B4-BE49-F238E27FC236}">
                <a16:creationId xmlns:a16="http://schemas.microsoft.com/office/drawing/2014/main" id="{D0459BD0-0DC0-40E9-AADD-7E786F461CD6}"/>
              </a:ext>
            </a:extLst>
          </p:cNvPr>
          <p:cNvSpPr>
            <a:spLocks noGrp="1"/>
          </p:cNvSpPr>
          <p:nvPr/>
        </p:nvSpPr>
        <p:spPr>
          <a:xfrm>
            <a:off x="5185794" y="2025341"/>
            <a:ext cx="45341" cy="45341"/>
          </a:xfrm>
          <a:prstGeom prst="ellipse">
            <a:avLst/>
          </a:prstGeom>
          <a:solidFill>
            <a:srgbClr val="B08A60">
              <a:alpha val="40000"/>
            </a:srgbClr>
          </a:solidFill>
          <a:ln w="0">
            <a:noFill/>
            <a:prstDash val="solid"/>
          </a:ln>
        </p:spPr>
      </p:sp>
      <p:sp>
        <p:nvSpPr>
          <p:cNvPr id="2061" name="a_full_bar_ellipse_2060">
            <a:extLst>
              <a:ext uri="{FF2B5EF4-FFF2-40B4-BE49-F238E27FC236}">
                <a16:creationId xmlns:a16="http://schemas.microsoft.com/office/drawing/2014/main" id="{A8212932-8F51-45CC-9135-59BC86AB16A6}"/>
              </a:ext>
            </a:extLst>
          </p:cNvPr>
          <p:cNvSpPr>
            <a:spLocks noGrp="1"/>
          </p:cNvSpPr>
          <p:nvPr/>
        </p:nvSpPr>
        <p:spPr>
          <a:xfrm>
            <a:off x="5224488" y="4457382"/>
            <a:ext cx="45341" cy="45341"/>
          </a:xfrm>
          <a:prstGeom prst="ellipse">
            <a:avLst/>
          </a:prstGeom>
          <a:solidFill>
            <a:srgbClr val="B08A60">
              <a:alpha val="40000"/>
            </a:srgbClr>
          </a:solidFill>
          <a:ln w="0">
            <a:noFill/>
            <a:prstDash val="solid"/>
          </a:ln>
        </p:spPr>
      </p:sp>
      <p:sp>
        <p:nvSpPr>
          <p:cNvPr id="2062" name="a_full_bar_ellipse_2061">
            <a:extLst>
              <a:ext uri="{FF2B5EF4-FFF2-40B4-BE49-F238E27FC236}">
                <a16:creationId xmlns:a16="http://schemas.microsoft.com/office/drawing/2014/main" id="{D50130B6-3123-49B1-836A-5DD90253E073}"/>
              </a:ext>
            </a:extLst>
          </p:cNvPr>
          <p:cNvSpPr>
            <a:spLocks noGrp="1"/>
          </p:cNvSpPr>
          <p:nvPr/>
        </p:nvSpPr>
        <p:spPr>
          <a:xfrm>
            <a:off x="5165785" y="4457382"/>
            <a:ext cx="45341" cy="45341"/>
          </a:xfrm>
          <a:prstGeom prst="ellipse">
            <a:avLst/>
          </a:prstGeom>
          <a:solidFill>
            <a:srgbClr val="B08A60">
              <a:alpha val="40000"/>
            </a:srgbClr>
          </a:solidFill>
          <a:ln w="0">
            <a:noFill/>
            <a:prstDash val="solid"/>
          </a:ln>
        </p:spPr>
      </p:sp>
      <p:sp>
        <p:nvSpPr>
          <p:cNvPr id="2063" name="a_full_bar_ellipse_2062">
            <a:extLst>
              <a:ext uri="{FF2B5EF4-FFF2-40B4-BE49-F238E27FC236}">
                <a16:creationId xmlns:a16="http://schemas.microsoft.com/office/drawing/2014/main" id="{FDAC8267-C9FE-4E58-B5EB-4B62E4C8E707}"/>
              </a:ext>
            </a:extLst>
          </p:cNvPr>
          <p:cNvSpPr>
            <a:spLocks noGrp="1"/>
          </p:cNvSpPr>
          <p:nvPr/>
        </p:nvSpPr>
        <p:spPr>
          <a:xfrm>
            <a:off x="5273651" y="4457382"/>
            <a:ext cx="45341" cy="45341"/>
          </a:xfrm>
          <a:prstGeom prst="ellipse">
            <a:avLst/>
          </a:prstGeom>
          <a:solidFill>
            <a:srgbClr val="B08A60">
              <a:alpha val="40000"/>
            </a:srgbClr>
          </a:solidFill>
          <a:ln w="0">
            <a:noFill/>
            <a:prstDash val="solid"/>
          </a:ln>
        </p:spPr>
      </p:sp>
      <p:sp>
        <p:nvSpPr>
          <p:cNvPr id="2064" name="a_full_bar_ellipse_2063">
            <a:extLst>
              <a:ext uri="{FF2B5EF4-FFF2-40B4-BE49-F238E27FC236}">
                <a16:creationId xmlns:a16="http://schemas.microsoft.com/office/drawing/2014/main" id="{63DDF19F-F88C-4E0D-A77B-602B41D6B699}"/>
              </a:ext>
            </a:extLst>
          </p:cNvPr>
          <p:cNvSpPr>
            <a:spLocks noGrp="1"/>
          </p:cNvSpPr>
          <p:nvPr/>
        </p:nvSpPr>
        <p:spPr>
          <a:xfrm>
            <a:off x="5222737" y="4457382"/>
            <a:ext cx="45341" cy="45341"/>
          </a:xfrm>
          <a:prstGeom prst="ellipse">
            <a:avLst/>
          </a:prstGeom>
          <a:solidFill>
            <a:srgbClr val="B08A60">
              <a:alpha val="40000"/>
            </a:srgbClr>
          </a:solidFill>
          <a:ln w="0">
            <a:noFill/>
            <a:prstDash val="solid"/>
          </a:ln>
        </p:spPr>
      </p:sp>
      <p:sp>
        <p:nvSpPr>
          <p:cNvPr id="2065" name="a_full_bar_ellipse_2064">
            <a:extLst>
              <a:ext uri="{FF2B5EF4-FFF2-40B4-BE49-F238E27FC236}">
                <a16:creationId xmlns:a16="http://schemas.microsoft.com/office/drawing/2014/main" id="{DD87337F-B33D-4B48-BB33-EAC6D86F7E0D}"/>
              </a:ext>
            </a:extLst>
          </p:cNvPr>
          <p:cNvSpPr>
            <a:spLocks noGrp="1"/>
          </p:cNvSpPr>
          <p:nvPr/>
        </p:nvSpPr>
        <p:spPr>
          <a:xfrm>
            <a:off x="5271931" y="4457382"/>
            <a:ext cx="45341" cy="45341"/>
          </a:xfrm>
          <a:prstGeom prst="ellipse">
            <a:avLst/>
          </a:prstGeom>
          <a:solidFill>
            <a:srgbClr val="B08A60">
              <a:alpha val="40000"/>
            </a:srgbClr>
          </a:solidFill>
          <a:ln w="0">
            <a:noFill/>
            <a:prstDash val="solid"/>
          </a:ln>
        </p:spPr>
      </p:sp>
      <p:sp>
        <p:nvSpPr>
          <p:cNvPr id="2066" name="a_full_bar_ellipse_2065">
            <a:extLst>
              <a:ext uri="{FF2B5EF4-FFF2-40B4-BE49-F238E27FC236}">
                <a16:creationId xmlns:a16="http://schemas.microsoft.com/office/drawing/2014/main" id="{547B198B-18E9-448B-9C5B-DA31E6DC0B3D}"/>
              </a:ext>
            </a:extLst>
          </p:cNvPr>
          <p:cNvSpPr>
            <a:spLocks noGrp="1"/>
          </p:cNvSpPr>
          <p:nvPr/>
        </p:nvSpPr>
        <p:spPr>
          <a:xfrm>
            <a:off x="5124096" y="4457382"/>
            <a:ext cx="45341" cy="45341"/>
          </a:xfrm>
          <a:prstGeom prst="ellipse">
            <a:avLst/>
          </a:prstGeom>
          <a:solidFill>
            <a:srgbClr val="B08A60">
              <a:alpha val="40000"/>
            </a:srgbClr>
          </a:solidFill>
          <a:ln w="0">
            <a:noFill/>
            <a:prstDash val="solid"/>
          </a:ln>
        </p:spPr>
      </p:sp>
      <p:sp>
        <p:nvSpPr>
          <p:cNvPr id="2067" name="a_full_bar_ellipse_2066">
            <a:extLst>
              <a:ext uri="{FF2B5EF4-FFF2-40B4-BE49-F238E27FC236}">
                <a16:creationId xmlns:a16="http://schemas.microsoft.com/office/drawing/2014/main" id="{FFE9DDCA-12C1-453F-8B5C-5D90B35F824A}"/>
              </a:ext>
            </a:extLst>
          </p:cNvPr>
          <p:cNvSpPr>
            <a:spLocks noGrp="1"/>
          </p:cNvSpPr>
          <p:nvPr/>
        </p:nvSpPr>
        <p:spPr>
          <a:xfrm>
            <a:off x="5299719" y="4457382"/>
            <a:ext cx="45341" cy="45341"/>
          </a:xfrm>
          <a:prstGeom prst="ellipse">
            <a:avLst/>
          </a:prstGeom>
          <a:solidFill>
            <a:srgbClr val="B08A60">
              <a:alpha val="40000"/>
            </a:srgbClr>
          </a:solidFill>
          <a:ln w="0">
            <a:noFill/>
            <a:prstDash val="solid"/>
          </a:ln>
        </p:spPr>
      </p:sp>
      <p:sp>
        <p:nvSpPr>
          <p:cNvPr id="2068" name="a_full_bar_ellipse_2067">
            <a:extLst>
              <a:ext uri="{FF2B5EF4-FFF2-40B4-BE49-F238E27FC236}">
                <a16:creationId xmlns:a16="http://schemas.microsoft.com/office/drawing/2014/main" id="{2EA0E802-4080-4D39-B232-1D9688F1465C}"/>
              </a:ext>
            </a:extLst>
          </p:cNvPr>
          <p:cNvSpPr>
            <a:spLocks noGrp="1"/>
          </p:cNvSpPr>
          <p:nvPr/>
        </p:nvSpPr>
        <p:spPr>
          <a:xfrm>
            <a:off x="5181464" y="4331920"/>
            <a:ext cx="45341" cy="45341"/>
          </a:xfrm>
          <a:prstGeom prst="ellipse">
            <a:avLst/>
          </a:prstGeom>
          <a:solidFill>
            <a:srgbClr val="B08A60">
              <a:alpha val="40000"/>
            </a:srgbClr>
          </a:solidFill>
          <a:ln w="0">
            <a:noFill/>
            <a:prstDash val="solid"/>
          </a:ln>
        </p:spPr>
      </p:sp>
      <p:sp>
        <p:nvSpPr>
          <p:cNvPr id="2069" name="a_full_bar_ellipse_2068">
            <a:extLst>
              <a:ext uri="{FF2B5EF4-FFF2-40B4-BE49-F238E27FC236}">
                <a16:creationId xmlns:a16="http://schemas.microsoft.com/office/drawing/2014/main" id="{088C157A-244C-4017-9503-6359983B1903}"/>
              </a:ext>
            </a:extLst>
          </p:cNvPr>
          <p:cNvSpPr>
            <a:spLocks noGrp="1"/>
          </p:cNvSpPr>
          <p:nvPr/>
        </p:nvSpPr>
        <p:spPr>
          <a:xfrm>
            <a:off x="5112807" y="4457382"/>
            <a:ext cx="45341" cy="45341"/>
          </a:xfrm>
          <a:prstGeom prst="ellipse">
            <a:avLst/>
          </a:prstGeom>
          <a:solidFill>
            <a:srgbClr val="B08A60">
              <a:alpha val="40000"/>
            </a:srgbClr>
          </a:solidFill>
          <a:ln w="0">
            <a:noFill/>
            <a:prstDash val="solid"/>
          </a:ln>
        </p:spPr>
      </p:sp>
      <p:sp>
        <p:nvSpPr>
          <p:cNvPr id="2070" name="a_full_bar_ellipse_2069">
            <a:extLst>
              <a:ext uri="{FF2B5EF4-FFF2-40B4-BE49-F238E27FC236}">
                <a16:creationId xmlns:a16="http://schemas.microsoft.com/office/drawing/2014/main" id="{8E5E67CB-48A1-4D03-89FC-60D1760F7208}"/>
              </a:ext>
            </a:extLst>
          </p:cNvPr>
          <p:cNvSpPr>
            <a:spLocks noGrp="1"/>
          </p:cNvSpPr>
          <p:nvPr/>
        </p:nvSpPr>
        <p:spPr>
          <a:xfrm>
            <a:off x="5306739" y="3241362"/>
            <a:ext cx="45341" cy="45341"/>
          </a:xfrm>
          <a:prstGeom prst="ellipse">
            <a:avLst/>
          </a:prstGeom>
          <a:solidFill>
            <a:srgbClr val="B08A60">
              <a:alpha val="40000"/>
            </a:srgbClr>
          </a:solidFill>
          <a:ln w="0">
            <a:noFill/>
            <a:prstDash val="solid"/>
          </a:ln>
        </p:spPr>
      </p:sp>
      <p:sp>
        <p:nvSpPr>
          <p:cNvPr id="2071" name="a_full_bar_ellipse_2070">
            <a:extLst>
              <a:ext uri="{FF2B5EF4-FFF2-40B4-BE49-F238E27FC236}">
                <a16:creationId xmlns:a16="http://schemas.microsoft.com/office/drawing/2014/main" id="{0BE10C95-B3F6-40EA-8395-F4E943F84CC0}"/>
              </a:ext>
            </a:extLst>
          </p:cNvPr>
          <p:cNvSpPr>
            <a:spLocks noGrp="1"/>
          </p:cNvSpPr>
          <p:nvPr/>
        </p:nvSpPr>
        <p:spPr>
          <a:xfrm>
            <a:off x="5277808" y="3545367"/>
            <a:ext cx="45341" cy="45341"/>
          </a:xfrm>
          <a:prstGeom prst="ellipse">
            <a:avLst/>
          </a:prstGeom>
          <a:solidFill>
            <a:srgbClr val="B08A60">
              <a:alpha val="40000"/>
            </a:srgbClr>
          </a:solidFill>
          <a:ln w="0">
            <a:noFill/>
            <a:prstDash val="solid"/>
          </a:ln>
        </p:spPr>
      </p:sp>
      <p:sp>
        <p:nvSpPr>
          <p:cNvPr id="2072" name="a_full_bar_ellipse_2071">
            <a:extLst>
              <a:ext uri="{FF2B5EF4-FFF2-40B4-BE49-F238E27FC236}">
                <a16:creationId xmlns:a16="http://schemas.microsoft.com/office/drawing/2014/main" id="{4F722599-6CF6-465D-A1C9-EDF4C7E36FFB}"/>
              </a:ext>
            </a:extLst>
          </p:cNvPr>
          <p:cNvSpPr>
            <a:spLocks noGrp="1"/>
          </p:cNvSpPr>
          <p:nvPr/>
        </p:nvSpPr>
        <p:spPr>
          <a:xfrm>
            <a:off x="5263317" y="4457382"/>
            <a:ext cx="45341" cy="45341"/>
          </a:xfrm>
          <a:prstGeom prst="ellipse">
            <a:avLst/>
          </a:prstGeom>
          <a:solidFill>
            <a:srgbClr val="B08A60">
              <a:alpha val="40000"/>
            </a:srgbClr>
          </a:solidFill>
          <a:ln w="0">
            <a:noFill/>
            <a:prstDash val="solid"/>
          </a:ln>
        </p:spPr>
      </p:sp>
      <p:sp>
        <p:nvSpPr>
          <p:cNvPr id="2073" name="a_full_bar_ellipse_2072">
            <a:extLst>
              <a:ext uri="{FF2B5EF4-FFF2-40B4-BE49-F238E27FC236}">
                <a16:creationId xmlns:a16="http://schemas.microsoft.com/office/drawing/2014/main" id="{7AD06B1A-2ED0-467F-B31D-F938BA4E9AF3}"/>
              </a:ext>
            </a:extLst>
          </p:cNvPr>
          <p:cNvSpPr>
            <a:spLocks noGrp="1"/>
          </p:cNvSpPr>
          <p:nvPr/>
        </p:nvSpPr>
        <p:spPr>
          <a:xfrm>
            <a:off x="5191685" y="4457382"/>
            <a:ext cx="45341" cy="45341"/>
          </a:xfrm>
          <a:prstGeom prst="ellipse">
            <a:avLst/>
          </a:prstGeom>
          <a:solidFill>
            <a:srgbClr val="B08A60">
              <a:alpha val="40000"/>
            </a:srgbClr>
          </a:solidFill>
          <a:ln w="0">
            <a:noFill/>
            <a:prstDash val="solid"/>
          </a:ln>
        </p:spPr>
      </p:sp>
      <p:sp>
        <p:nvSpPr>
          <p:cNvPr id="2074" name="a_full_bar_ellipse_2073">
            <a:extLst>
              <a:ext uri="{FF2B5EF4-FFF2-40B4-BE49-F238E27FC236}">
                <a16:creationId xmlns:a16="http://schemas.microsoft.com/office/drawing/2014/main" id="{48924453-98C6-47E8-BC61-E446B25A84A3}"/>
              </a:ext>
            </a:extLst>
          </p:cNvPr>
          <p:cNvSpPr>
            <a:spLocks noGrp="1"/>
          </p:cNvSpPr>
          <p:nvPr/>
        </p:nvSpPr>
        <p:spPr>
          <a:xfrm>
            <a:off x="5162188" y="4457382"/>
            <a:ext cx="45341" cy="45341"/>
          </a:xfrm>
          <a:prstGeom prst="ellipse">
            <a:avLst/>
          </a:prstGeom>
          <a:solidFill>
            <a:srgbClr val="B08A60">
              <a:alpha val="40000"/>
            </a:srgbClr>
          </a:solidFill>
          <a:ln w="0">
            <a:noFill/>
            <a:prstDash val="solid"/>
          </a:ln>
        </p:spPr>
      </p:sp>
      <p:sp>
        <p:nvSpPr>
          <p:cNvPr id="2075" name="a_full_bar_ellipse_2074">
            <a:extLst>
              <a:ext uri="{FF2B5EF4-FFF2-40B4-BE49-F238E27FC236}">
                <a16:creationId xmlns:a16="http://schemas.microsoft.com/office/drawing/2014/main" id="{7D4E7357-6BD0-44D7-A15F-53B9C6A37D97}"/>
              </a:ext>
            </a:extLst>
          </p:cNvPr>
          <p:cNvSpPr>
            <a:spLocks noGrp="1"/>
          </p:cNvSpPr>
          <p:nvPr/>
        </p:nvSpPr>
        <p:spPr>
          <a:xfrm>
            <a:off x="5253752" y="3492286"/>
            <a:ext cx="45341" cy="45341"/>
          </a:xfrm>
          <a:prstGeom prst="ellipse">
            <a:avLst/>
          </a:prstGeom>
          <a:solidFill>
            <a:srgbClr val="B08A60">
              <a:alpha val="40000"/>
            </a:srgbClr>
          </a:solidFill>
          <a:ln w="0">
            <a:noFill/>
            <a:prstDash val="solid"/>
          </a:ln>
        </p:spPr>
      </p:sp>
      <p:sp>
        <p:nvSpPr>
          <p:cNvPr id="2076" name="a_full_bar_ellipse_2075">
            <a:extLst>
              <a:ext uri="{FF2B5EF4-FFF2-40B4-BE49-F238E27FC236}">
                <a16:creationId xmlns:a16="http://schemas.microsoft.com/office/drawing/2014/main" id="{E43FEE95-5555-45E3-ADBB-351A25C3426A}"/>
              </a:ext>
            </a:extLst>
          </p:cNvPr>
          <p:cNvSpPr>
            <a:spLocks noGrp="1"/>
          </p:cNvSpPr>
          <p:nvPr/>
        </p:nvSpPr>
        <p:spPr>
          <a:xfrm>
            <a:off x="5291998" y="4457382"/>
            <a:ext cx="45341" cy="45341"/>
          </a:xfrm>
          <a:prstGeom prst="ellipse">
            <a:avLst/>
          </a:prstGeom>
          <a:solidFill>
            <a:srgbClr val="B08A60">
              <a:alpha val="40000"/>
            </a:srgbClr>
          </a:solidFill>
          <a:ln w="0">
            <a:noFill/>
            <a:prstDash val="solid"/>
          </a:ln>
        </p:spPr>
      </p:sp>
      <p:sp>
        <p:nvSpPr>
          <p:cNvPr id="2077" name="a_full_bar_ellipse_2076">
            <a:extLst>
              <a:ext uri="{FF2B5EF4-FFF2-40B4-BE49-F238E27FC236}">
                <a16:creationId xmlns:a16="http://schemas.microsoft.com/office/drawing/2014/main" id="{90E685D8-2288-4C88-96FA-15C8A6CEC6AC}"/>
              </a:ext>
            </a:extLst>
          </p:cNvPr>
          <p:cNvSpPr>
            <a:spLocks noGrp="1"/>
          </p:cNvSpPr>
          <p:nvPr/>
        </p:nvSpPr>
        <p:spPr>
          <a:xfrm>
            <a:off x="5288804" y="4052042"/>
            <a:ext cx="45341" cy="45341"/>
          </a:xfrm>
          <a:prstGeom prst="ellipse">
            <a:avLst/>
          </a:prstGeom>
          <a:solidFill>
            <a:srgbClr val="B08A60">
              <a:alpha val="40000"/>
            </a:srgbClr>
          </a:solidFill>
          <a:ln w="0">
            <a:noFill/>
            <a:prstDash val="solid"/>
          </a:ln>
        </p:spPr>
      </p:sp>
      <p:sp>
        <p:nvSpPr>
          <p:cNvPr id="2078" name="a_full_bar_ellipse_2077">
            <a:extLst>
              <a:ext uri="{FF2B5EF4-FFF2-40B4-BE49-F238E27FC236}">
                <a16:creationId xmlns:a16="http://schemas.microsoft.com/office/drawing/2014/main" id="{0E426923-3F78-46EA-ACBE-B81839555E47}"/>
              </a:ext>
            </a:extLst>
          </p:cNvPr>
          <p:cNvSpPr>
            <a:spLocks noGrp="1"/>
          </p:cNvSpPr>
          <p:nvPr/>
        </p:nvSpPr>
        <p:spPr>
          <a:xfrm>
            <a:off x="5138474" y="4457382"/>
            <a:ext cx="45341" cy="45341"/>
          </a:xfrm>
          <a:prstGeom prst="ellipse">
            <a:avLst/>
          </a:prstGeom>
          <a:solidFill>
            <a:srgbClr val="B08A60">
              <a:alpha val="40000"/>
            </a:srgbClr>
          </a:solidFill>
          <a:ln w="0">
            <a:noFill/>
            <a:prstDash val="solid"/>
          </a:ln>
        </p:spPr>
      </p:sp>
      <p:sp>
        <p:nvSpPr>
          <p:cNvPr id="2079" name="a_full_bar_ellipse_2078">
            <a:extLst>
              <a:ext uri="{FF2B5EF4-FFF2-40B4-BE49-F238E27FC236}">
                <a16:creationId xmlns:a16="http://schemas.microsoft.com/office/drawing/2014/main" id="{D1B3E2D7-239F-4A06-9256-AF7623A527B6}"/>
              </a:ext>
            </a:extLst>
          </p:cNvPr>
          <p:cNvSpPr>
            <a:spLocks noGrp="1"/>
          </p:cNvSpPr>
          <p:nvPr/>
        </p:nvSpPr>
        <p:spPr>
          <a:xfrm>
            <a:off x="5184426" y="4457382"/>
            <a:ext cx="45341" cy="45341"/>
          </a:xfrm>
          <a:prstGeom prst="ellipse">
            <a:avLst/>
          </a:prstGeom>
          <a:solidFill>
            <a:srgbClr val="B08A60">
              <a:alpha val="40000"/>
            </a:srgbClr>
          </a:solidFill>
          <a:ln w="0">
            <a:noFill/>
            <a:prstDash val="solid"/>
          </a:ln>
        </p:spPr>
      </p:sp>
      <p:sp>
        <p:nvSpPr>
          <p:cNvPr id="2080" name="a_full_bar_ellipse_2079">
            <a:extLst>
              <a:ext uri="{FF2B5EF4-FFF2-40B4-BE49-F238E27FC236}">
                <a16:creationId xmlns:a16="http://schemas.microsoft.com/office/drawing/2014/main" id="{3A64A244-AE83-4BEB-BF79-1A77A1254CFF}"/>
              </a:ext>
            </a:extLst>
          </p:cNvPr>
          <p:cNvSpPr>
            <a:spLocks noGrp="1"/>
          </p:cNvSpPr>
          <p:nvPr/>
        </p:nvSpPr>
        <p:spPr>
          <a:xfrm>
            <a:off x="5204925" y="3241362"/>
            <a:ext cx="45341" cy="45341"/>
          </a:xfrm>
          <a:prstGeom prst="ellipse">
            <a:avLst/>
          </a:prstGeom>
          <a:solidFill>
            <a:srgbClr val="B08A60">
              <a:alpha val="40000"/>
            </a:srgbClr>
          </a:solidFill>
          <a:ln w="0">
            <a:noFill/>
            <a:prstDash val="solid"/>
          </a:ln>
        </p:spPr>
      </p:sp>
      <p:sp>
        <p:nvSpPr>
          <p:cNvPr id="2081" name="a_full_bar_ellipse_2080">
            <a:extLst>
              <a:ext uri="{FF2B5EF4-FFF2-40B4-BE49-F238E27FC236}">
                <a16:creationId xmlns:a16="http://schemas.microsoft.com/office/drawing/2014/main" id="{5440A672-FB16-46B5-A644-D6986B89A2F6}"/>
              </a:ext>
            </a:extLst>
          </p:cNvPr>
          <p:cNvSpPr>
            <a:spLocks noGrp="1"/>
          </p:cNvSpPr>
          <p:nvPr/>
        </p:nvSpPr>
        <p:spPr>
          <a:xfrm>
            <a:off x="5131377" y="3849372"/>
            <a:ext cx="45341" cy="45341"/>
          </a:xfrm>
          <a:prstGeom prst="ellipse">
            <a:avLst/>
          </a:prstGeom>
          <a:solidFill>
            <a:srgbClr val="B08A60">
              <a:alpha val="40000"/>
            </a:srgbClr>
          </a:solidFill>
          <a:ln w="0">
            <a:noFill/>
            <a:prstDash val="solid"/>
          </a:ln>
        </p:spPr>
      </p:sp>
      <p:sp>
        <p:nvSpPr>
          <p:cNvPr id="2082" name="a_full_bar_ellipse_2081">
            <a:extLst>
              <a:ext uri="{FF2B5EF4-FFF2-40B4-BE49-F238E27FC236}">
                <a16:creationId xmlns:a16="http://schemas.microsoft.com/office/drawing/2014/main" id="{D516E6F9-0F49-403E-9CE9-0BE16D181944}"/>
              </a:ext>
            </a:extLst>
          </p:cNvPr>
          <p:cNvSpPr>
            <a:spLocks noGrp="1"/>
          </p:cNvSpPr>
          <p:nvPr/>
        </p:nvSpPr>
        <p:spPr>
          <a:xfrm>
            <a:off x="5203154" y="2549801"/>
            <a:ext cx="45341" cy="45341"/>
          </a:xfrm>
          <a:prstGeom prst="ellipse">
            <a:avLst/>
          </a:prstGeom>
          <a:solidFill>
            <a:srgbClr val="B08A60">
              <a:alpha val="40000"/>
            </a:srgbClr>
          </a:solidFill>
          <a:ln w="0">
            <a:noFill/>
            <a:prstDash val="solid"/>
          </a:ln>
        </p:spPr>
      </p:sp>
      <p:sp>
        <p:nvSpPr>
          <p:cNvPr id="2083" name="a_full_bar_ellipse_2082">
            <a:extLst>
              <a:ext uri="{FF2B5EF4-FFF2-40B4-BE49-F238E27FC236}">
                <a16:creationId xmlns:a16="http://schemas.microsoft.com/office/drawing/2014/main" id="{D8AAAF87-0848-4000-9721-598A6CAE1C35}"/>
              </a:ext>
            </a:extLst>
          </p:cNvPr>
          <p:cNvSpPr>
            <a:spLocks noGrp="1"/>
          </p:cNvSpPr>
          <p:nvPr/>
        </p:nvSpPr>
        <p:spPr>
          <a:xfrm>
            <a:off x="5116048" y="2025341"/>
            <a:ext cx="45341" cy="45341"/>
          </a:xfrm>
          <a:prstGeom prst="ellipse">
            <a:avLst/>
          </a:prstGeom>
          <a:solidFill>
            <a:srgbClr val="B08A60">
              <a:alpha val="40000"/>
            </a:srgbClr>
          </a:solidFill>
          <a:ln w="0">
            <a:noFill/>
            <a:prstDash val="solid"/>
          </a:ln>
        </p:spPr>
      </p:sp>
      <p:sp>
        <p:nvSpPr>
          <p:cNvPr id="2084" name="a_full_bar_ellipse_2083">
            <a:extLst>
              <a:ext uri="{FF2B5EF4-FFF2-40B4-BE49-F238E27FC236}">
                <a16:creationId xmlns:a16="http://schemas.microsoft.com/office/drawing/2014/main" id="{A119AF83-6CD4-4EF2-AE71-2008EAD98C00}"/>
              </a:ext>
            </a:extLst>
          </p:cNvPr>
          <p:cNvSpPr>
            <a:spLocks noGrp="1"/>
          </p:cNvSpPr>
          <p:nvPr/>
        </p:nvSpPr>
        <p:spPr>
          <a:xfrm>
            <a:off x="5271196" y="2025341"/>
            <a:ext cx="45341" cy="45341"/>
          </a:xfrm>
          <a:prstGeom prst="ellipse">
            <a:avLst/>
          </a:prstGeom>
          <a:solidFill>
            <a:srgbClr val="B08A60">
              <a:alpha val="40000"/>
            </a:srgbClr>
          </a:solidFill>
          <a:ln w="0">
            <a:noFill/>
            <a:prstDash val="solid"/>
          </a:ln>
        </p:spPr>
      </p:sp>
      <p:sp>
        <p:nvSpPr>
          <p:cNvPr id="2085" name="a_full_bar_ellipse_2084">
            <a:extLst>
              <a:ext uri="{FF2B5EF4-FFF2-40B4-BE49-F238E27FC236}">
                <a16:creationId xmlns:a16="http://schemas.microsoft.com/office/drawing/2014/main" id="{9E646D70-1A11-489A-89BD-ED98BDC59AA2}"/>
              </a:ext>
            </a:extLst>
          </p:cNvPr>
          <p:cNvSpPr>
            <a:spLocks noGrp="1"/>
          </p:cNvSpPr>
          <p:nvPr/>
        </p:nvSpPr>
        <p:spPr>
          <a:xfrm>
            <a:off x="5117206" y="4396581"/>
            <a:ext cx="45341" cy="45341"/>
          </a:xfrm>
          <a:prstGeom prst="ellipse">
            <a:avLst/>
          </a:prstGeom>
          <a:solidFill>
            <a:srgbClr val="B08A60">
              <a:alpha val="40000"/>
            </a:srgbClr>
          </a:solidFill>
          <a:ln w="0">
            <a:noFill/>
            <a:prstDash val="solid"/>
          </a:ln>
        </p:spPr>
      </p:sp>
      <p:sp>
        <p:nvSpPr>
          <p:cNvPr id="2086" name="a_full_bar_ellipse_2085">
            <a:extLst>
              <a:ext uri="{FF2B5EF4-FFF2-40B4-BE49-F238E27FC236}">
                <a16:creationId xmlns:a16="http://schemas.microsoft.com/office/drawing/2014/main" id="{925B43FD-03DE-4EB3-8173-B467EC021D49}"/>
              </a:ext>
            </a:extLst>
          </p:cNvPr>
          <p:cNvSpPr>
            <a:spLocks noGrp="1"/>
          </p:cNvSpPr>
          <p:nvPr/>
        </p:nvSpPr>
        <p:spPr>
          <a:xfrm>
            <a:off x="5204283" y="4457382"/>
            <a:ext cx="45341" cy="45341"/>
          </a:xfrm>
          <a:prstGeom prst="ellipse">
            <a:avLst/>
          </a:prstGeom>
          <a:solidFill>
            <a:srgbClr val="B08A60">
              <a:alpha val="40000"/>
            </a:srgbClr>
          </a:solidFill>
          <a:ln w="0">
            <a:noFill/>
            <a:prstDash val="solid"/>
          </a:ln>
        </p:spPr>
      </p:sp>
      <p:sp>
        <p:nvSpPr>
          <p:cNvPr id="2087" name="a_full_bar_ellipse_2086">
            <a:extLst>
              <a:ext uri="{FF2B5EF4-FFF2-40B4-BE49-F238E27FC236}">
                <a16:creationId xmlns:a16="http://schemas.microsoft.com/office/drawing/2014/main" id="{5F28443C-389A-4A86-83F1-6FAD9A879161}"/>
              </a:ext>
            </a:extLst>
          </p:cNvPr>
          <p:cNvSpPr>
            <a:spLocks noGrp="1"/>
          </p:cNvSpPr>
          <p:nvPr/>
        </p:nvSpPr>
        <p:spPr>
          <a:xfrm>
            <a:off x="5121075" y="2025341"/>
            <a:ext cx="45341" cy="45341"/>
          </a:xfrm>
          <a:prstGeom prst="ellipse">
            <a:avLst/>
          </a:prstGeom>
          <a:solidFill>
            <a:srgbClr val="B08A60">
              <a:alpha val="40000"/>
            </a:srgbClr>
          </a:solidFill>
          <a:ln w="0">
            <a:noFill/>
            <a:prstDash val="solid"/>
          </a:ln>
        </p:spPr>
      </p:sp>
      <p:sp>
        <p:nvSpPr>
          <p:cNvPr id="2088" name="a_full_bar_ellipse_2087">
            <a:extLst>
              <a:ext uri="{FF2B5EF4-FFF2-40B4-BE49-F238E27FC236}">
                <a16:creationId xmlns:a16="http://schemas.microsoft.com/office/drawing/2014/main" id="{D9981DB6-5ADF-4807-A258-70A4E8A3AF0E}"/>
              </a:ext>
            </a:extLst>
          </p:cNvPr>
          <p:cNvSpPr>
            <a:spLocks noGrp="1"/>
          </p:cNvSpPr>
          <p:nvPr/>
        </p:nvSpPr>
        <p:spPr>
          <a:xfrm>
            <a:off x="5189080" y="4457382"/>
            <a:ext cx="45341" cy="45341"/>
          </a:xfrm>
          <a:prstGeom prst="ellipse">
            <a:avLst/>
          </a:prstGeom>
          <a:solidFill>
            <a:srgbClr val="B08A60">
              <a:alpha val="40000"/>
            </a:srgbClr>
          </a:solidFill>
          <a:ln w="0">
            <a:noFill/>
            <a:prstDash val="solid"/>
          </a:ln>
        </p:spPr>
      </p:sp>
      <p:sp>
        <p:nvSpPr>
          <p:cNvPr id="2089" name="a_full_bar_ellipse_2088">
            <a:extLst>
              <a:ext uri="{FF2B5EF4-FFF2-40B4-BE49-F238E27FC236}">
                <a16:creationId xmlns:a16="http://schemas.microsoft.com/office/drawing/2014/main" id="{BC0D43E3-B439-4A50-AC2E-6C0991F15B5A}"/>
              </a:ext>
            </a:extLst>
          </p:cNvPr>
          <p:cNvSpPr>
            <a:spLocks noGrp="1"/>
          </p:cNvSpPr>
          <p:nvPr/>
        </p:nvSpPr>
        <p:spPr>
          <a:xfrm>
            <a:off x="5128631" y="2274143"/>
            <a:ext cx="45341" cy="45341"/>
          </a:xfrm>
          <a:prstGeom prst="ellipse">
            <a:avLst/>
          </a:prstGeom>
          <a:solidFill>
            <a:srgbClr val="B08A60">
              <a:alpha val="40000"/>
            </a:srgbClr>
          </a:solidFill>
          <a:ln w="0">
            <a:noFill/>
            <a:prstDash val="solid"/>
          </a:ln>
        </p:spPr>
      </p:sp>
      <p:sp>
        <p:nvSpPr>
          <p:cNvPr id="2090" name="a_full_bar_ellipse_2089">
            <a:extLst>
              <a:ext uri="{FF2B5EF4-FFF2-40B4-BE49-F238E27FC236}">
                <a16:creationId xmlns:a16="http://schemas.microsoft.com/office/drawing/2014/main" id="{A1E967EF-BF33-4C3A-8990-784FD02E255C}"/>
              </a:ext>
            </a:extLst>
          </p:cNvPr>
          <p:cNvSpPr>
            <a:spLocks noGrp="1"/>
          </p:cNvSpPr>
          <p:nvPr/>
        </p:nvSpPr>
        <p:spPr>
          <a:xfrm>
            <a:off x="5208958" y="3862883"/>
            <a:ext cx="45341" cy="45341"/>
          </a:xfrm>
          <a:prstGeom prst="ellipse">
            <a:avLst/>
          </a:prstGeom>
          <a:solidFill>
            <a:srgbClr val="B08A60">
              <a:alpha val="40000"/>
            </a:srgbClr>
          </a:solidFill>
          <a:ln w="0">
            <a:noFill/>
            <a:prstDash val="solid"/>
          </a:ln>
        </p:spPr>
      </p:sp>
      <p:sp>
        <p:nvSpPr>
          <p:cNvPr id="2091" name="a_full_bar_ellipse_2090">
            <a:extLst>
              <a:ext uri="{FF2B5EF4-FFF2-40B4-BE49-F238E27FC236}">
                <a16:creationId xmlns:a16="http://schemas.microsoft.com/office/drawing/2014/main" id="{7068FC4C-04AD-44B7-993B-506AAEA426F2}"/>
              </a:ext>
            </a:extLst>
          </p:cNvPr>
          <p:cNvSpPr>
            <a:spLocks noGrp="1"/>
          </p:cNvSpPr>
          <p:nvPr/>
        </p:nvSpPr>
        <p:spPr>
          <a:xfrm>
            <a:off x="5115900" y="4407841"/>
            <a:ext cx="45341" cy="45341"/>
          </a:xfrm>
          <a:prstGeom prst="ellipse">
            <a:avLst/>
          </a:prstGeom>
          <a:solidFill>
            <a:srgbClr val="B08A60">
              <a:alpha val="40000"/>
            </a:srgbClr>
          </a:solidFill>
          <a:ln w="0">
            <a:noFill/>
            <a:prstDash val="solid"/>
          </a:ln>
        </p:spPr>
      </p:sp>
      <p:sp>
        <p:nvSpPr>
          <p:cNvPr id="2092" name="a_full_bar_ellipse_2091">
            <a:extLst>
              <a:ext uri="{FF2B5EF4-FFF2-40B4-BE49-F238E27FC236}">
                <a16:creationId xmlns:a16="http://schemas.microsoft.com/office/drawing/2014/main" id="{3AA196B6-F377-44C9-8725-414BF141FE4B}"/>
              </a:ext>
            </a:extLst>
          </p:cNvPr>
          <p:cNvSpPr>
            <a:spLocks noGrp="1"/>
          </p:cNvSpPr>
          <p:nvPr/>
        </p:nvSpPr>
        <p:spPr>
          <a:xfrm>
            <a:off x="5190295" y="2025341"/>
            <a:ext cx="45341" cy="45341"/>
          </a:xfrm>
          <a:prstGeom prst="ellipse">
            <a:avLst/>
          </a:prstGeom>
          <a:solidFill>
            <a:srgbClr val="B08A60">
              <a:alpha val="40000"/>
            </a:srgbClr>
          </a:solidFill>
          <a:ln w="0">
            <a:noFill/>
            <a:prstDash val="solid"/>
          </a:ln>
        </p:spPr>
      </p:sp>
      <p:sp>
        <p:nvSpPr>
          <p:cNvPr id="2093" name="a_full_bar_ellipse_2092">
            <a:extLst>
              <a:ext uri="{FF2B5EF4-FFF2-40B4-BE49-F238E27FC236}">
                <a16:creationId xmlns:a16="http://schemas.microsoft.com/office/drawing/2014/main" id="{0BDD52A2-7AA3-44D4-9EB8-529ABF023586}"/>
              </a:ext>
            </a:extLst>
          </p:cNvPr>
          <p:cNvSpPr>
            <a:spLocks noGrp="1"/>
          </p:cNvSpPr>
          <p:nvPr/>
        </p:nvSpPr>
        <p:spPr>
          <a:xfrm>
            <a:off x="5293940" y="4457382"/>
            <a:ext cx="45341" cy="45341"/>
          </a:xfrm>
          <a:prstGeom prst="ellipse">
            <a:avLst/>
          </a:prstGeom>
          <a:solidFill>
            <a:srgbClr val="B08A60">
              <a:alpha val="40000"/>
            </a:srgbClr>
          </a:solidFill>
          <a:ln w="0">
            <a:noFill/>
            <a:prstDash val="solid"/>
          </a:ln>
        </p:spPr>
      </p:sp>
      <p:sp>
        <p:nvSpPr>
          <p:cNvPr id="2094" name="a_full_bar_ellipse_2093">
            <a:extLst>
              <a:ext uri="{FF2B5EF4-FFF2-40B4-BE49-F238E27FC236}">
                <a16:creationId xmlns:a16="http://schemas.microsoft.com/office/drawing/2014/main" id="{7D286C44-CCAE-46B0-B29D-9C9EE4DBE21F}"/>
              </a:ext>
            </a:extLst>
          </p:cNvPr>
          <p:cNvSpPr>
            <a:spLocks noGrp="1"/>
          </p:cNvSpPr>
          <p:nvPr/>
        </p:nvSpPr>
        <p:spPr>
          <a:xfrm>
            <a:off x="5253638" y="4457382"/>
            <a:ext cx="45341" cy="45341"/>
          </a:xfrm>
          <a:prstGeom prst="ellipse">
            <a:avLst/>
          </a:prstGeom>
          <a:solidFill>
            <a:srgbClr val="B08A60">
              <a:alpha val="40000"/>
            </a:srgbClr>
          </a:solidFill>
          <a:ln w="0">
            <a:noFill/>
            <a:prstDash val="solid"/>
          </a:ln>
        </p:spPr>
      </p:sp>
      <p:sp>
        <p:nvSpPr>
          <p:cNvPr id="2095" name="a_full_bar_ellipse_2094">
            <a:extLst>
              <a:ext uri="{FF2B5EF4-FFF2-40B4-BE49-F238E27FC236}">
                <a16:creationId xmlns:a16="http://schemas.microsoft.com/office/drawing/2014/main" id="{F30674CB-1D10-4C64-A130-596E7A6C48E8}"/>
              </a:ext>
            </a:extLst>
          </p:cNvPr>
          <p:cNvSpPr>
            <a:spLocks noGrp="1"/>
          </p:cNvSpPr>
          <p:nvPr/>
        </p:nvSpPr>
        <p:spPr>
          <a:xfrm>
            <a:off x="5160701" y="4457382"/>
            <a:ext cx="45341" cy="45341"/>
          </a:xfrm>
          <a:prstGeom prst="ellipse">
            <a:avLst/>
          </a:prstGeom>
          <a:solidFill>
            <a:srgbClr val="B08A60">
              <a:alpha val="40000"/>
            </a:srgbClr>
          </a:solidFill>
          <a:ln w="0">
            <a:noFill/>
            <a:prstDash val="solid"/>
          </a:ln>
        </p:spPr>
      </p:sp>
      <p:sp>
        <p:nvSpPr>
          <p:cNvPr id="2096" name="a_full_bar_ellipse_2095">
            <a:extLst>
              <a:ext uri="{FF2B5EF4-FFF2-40B4-BE49-F238E27FC236}">
                <a16:creationId xmlns:a16="http://schemas.microsoft.com/office/drawing/2014/main" id="{5CAC07E7-489D-4CED-A26F-5CF5E5CA4E0F}"/>
              </a:ext>
            </a:extLst>
          </p:cNvPr>
          <p:cNvSpPr>
            <a:spLocks noGrp="1"/>
          </p:cNvSpPr>
          <p:nvPr/>
        </p:nvSpPr>
        <p:spPr>
          <a:xfrm>
            <a:off x="5120092" y="4457382"/>
            <a:ext cx="45341" cy="45341"/>
          </a:xfrm>
          <a:prstGeom prst="ellipse">
            <a:avLst/>
          </a:prstGeom>
          <a:solidFill>
            <a:srgbClr val="B08A60">
              <a:alpha val="40000"/>
            </a:srgbClr>
          </a:solidFill>
          <a:ln w="0">
            <a:noFill/>
            <a:prstDash val="solid"/>
          </a:ln>
        </p:spPr>
      </p:sp>
      <p:sp>
        <p:nvSpPr>
          <p:cNvPr id="2097" name="a_full_bar_ellipse_2096">
            <a:extLst>
              <a:ext uri="{FF2B5EF4-FFF2-40B4-BE49-F238E27FC236}">
                <a16:creationId xmlns:a16="http://schemas.microsoft.com/office/drawing/2014/main" id="{69849984-B2C5-45CA-B627-29ABF04D04E3}"/>
              </a:ext>
            </a:extLst>
          </p:cNvPr>
          <p:cNvSpPr>
            <a:spLocks noGrp="1"/>
          </p:cNvSpPr>
          <p:nvPr/>
        </p:nvSpPr>
        <p:spPr>
          <a:xfrm>
            <a:off x="5195098" y="3849372"/>
            <a:ext cx="45341" cy="45341"/>
          </a:xfrm>
          <a:prstGeom prst="ellipse">
            <a:avLst/>
          </a:prstGeom>
          <a:solidFill>
            <a:srgbClr val="B08A60">
              <a:alpha val="40000"/>
            </a:srgbClr>
          </a:solidFill>
          <a:ln w="0">
            <a:noFill/>
            <a:prstDash val="solid"/>
          </a:ln>
        </p:spPr>
      </p:sp>
      <p:sp>
        <p:nvSpPr>
          <p:cNvPr id="2098" name="a_full_bar_ellipse_2097">
            <a:extLst>
              <a:ext uri="{FF2B5EF4-FFF2-40B4-BE49-F238E27FC236}">
                <a16:creationId xmlns:a16="http://schemas.microsoft.com/office/drawing/2014/main" id="{929C86C1-D3F7-4522-9A73-19D3179657FC}"/>
              </a:ext>
            </a:extLst>
          </p:cNvPr>
          <p:cNvSpPr>
            <a:spLocks noGrp="1"/>
          </p:cNvSpPr>
          <p:nvPr/>
        </p:nvSpPr>
        <p:spPr>
          <a:xfrm>
            <a:off x="5182238" y="4109948"/>
            <a:ext cx="45341" cy="45341"/>
          </a:xfrm>
          <a:prstGeom prst="ellipse">
            <a:avLst/>
          </a:prstGeom>
          <a:solidFill>
            <a:srgbClr val="B08A60">
              <a:alpha val="40000"/>
            </a:srgbClr>
          </a:solidFill>
          <a:ln w="0">
            <a:noFill/>
            <a:prstDash val="solid"/>
          </a:ln>
        </p:spPr>
      </p:sp>
      <p:sp>
        <p:nvSpPr>
          <p:cNvPr id="2099" name="a_full_bar_ellipse_2098">
            <a:extLst>
              <a:ext uri="{FF2B5EF4-FFF2-40B4-BE49-F238E27FC236}">
                <a16:creationId xmlns:a16="http://schemas.microsoft.com/office/drawing/2014/main" id="{9A12DF3C-91B1-4B6B-A088-5830E6B84F98}"/>
              </a:ext>
            </a:extLst>
          </p:cNvPr>
          <p:cNvSpPr>
            <a:spLocks noGrp="1"/>
          </p:cNvSpPr>
          <p:nvPr/>
        </p:nvSpPr>
        <p:spPr>
          <a:xfrm>
            <a:off x="5188996" y="4173561"/>
            <a:ext cx="45341" cy="45341"/>
          </a:xfrm>
          <a:prstGeom prst="ellipse">
            <a:avLst/>
          </a:prstGeom>
          <a:solidFill>
            <a:srgbClr val="B08A60">
              <a:alpha val="40000"/>
            </a:srgbClr>
          </a:solidFill>
          <a:ln w="0">
            <a:noFill/>
            <a:prstDash val="solid"/>
          </a:ln>
        </p:spPr>
      </p:sp>
      <p:sp>
        <p:nvSpPr>
          <p:cNvPr id="2100" name="a_full_bar_ellipse_2099">
            <a:extLst>
              <a:ext uri="{FF2B5EF4-FFF2-40B4-BE49-F238E27FC236}">
                <a16:creationId xmlns:a16="http://schemas.microsoft.com/office/drawing/2014/main" id="{32F79D22-2A0D-40D0-B385-D69B0168534C}"/>
              </a:ext>
            </a:extLst>
          </p:cNvPr>
          <p:cNvSpPr>
            <a:spLocks noGrp="1"/>
          </p:cNvSpPr>
          <p:nvPr/>
        </p:nvSpPr>
        <p:spPr>
          <a:xfrm>
            <a:off x="5271212" y="3205331"/>
            <a:ext cx="45341" cy="45341"/>
          </a:xfrm>
          <a:prstGeom prst="ellipse">
            <a:avLst/>
          </a:prstGeom>
          <a:solidFill>
            <a:srgbClr val="B08A60">
              <a:alpha val="40000"/>
            </a:srgbClr>
          </a:solidFill>
          <a:ln w="0">
            <a:noFill/>
            <a:prstDash val="solid"/>
          </a:ln>
        </p:spPr>
      </p:sp>
      <p:sp>
        <p:nvSpPr>
          <p:cNvPr id="2101" name="a_full_bar_ellipse_2100">
            <a:extLst>
              <a:ext uri="{FF2B5EF4-FFF2-40B4-BE49-F238E27FC236}">
                <a16:creationId xmlns:a16="http://schemas.microsoft.com/office/drawing/2014/main" id="{EE4DAA97-A588-4B9D-8B41-E49F84217AF1}"/>
              </a:ext>
            </a:extLst>
          </p:cNvPr>
          <p:cNvSpPr>
            <a:spLocks noGrp="1"/>
          </p:cNvSpPr>
          <p:nvPr/>
        </p:nvSpPr>
        <p:spPr>
          <a:xfrm>
            <a:off x="5146897" y="4457382"/>
            <a:ext cx="45341" cy="45341"/>
          </a:xfrm>
          <a:prstGeom prst="ellipse">
            <a:avLst/>
          </a:prstGeom>
          <a:solidFill>
            <a:srgbClr val="B08A60">
              <a:alpha val="40000"/>
            </a:srgbClr>
          </a:solidFill>
          <a:ln w="0">
            <a:noFill/>
            <a:prstDash val="solid"/>
          </a:ln>
        </p:spPr>
      </p:sp>
      <p:sp>
        <p:nvSpPr>
          <p:cNvPr id="2102" name="a_full_bar_ellipse_2101">
            <a:extLst>
              <a:ext uri="{FF2B5EF4-FFF2-40B4-BE49-F238E27FC236}">
                <a16:creationId xmlns:a16="http://schemas.microsoft.com/office/drawing/2014/main" id="{F62EE84C-6B03-4EB2-9E1D-1DB8CC25DF0F}"/>
              </a:ext>
            </a:extLst>
          </p:cNvPr>
          <p:cNvSpPr>
            <a:spLocks noGrp="1"/>
          </p:cNvSpPr>
          <p:nvPr/>
        </p:nvSpPr>
        <p:spPr>
          <a:xfrm>
            <a:off x="5117016" y="4457382"/>
            <a:ext cx="45341" cy="45341"/>
          </a:xfrm>
          <a:prstGeom prst="ellipse">
            <a:avLst/>
          </a:prstGeom>
          <a:solidFill>
            <a:srgbClr val="B08A60">
              <a:alpha val="40000"/>
            </a:srgbClr>
          </a:solidFill>
          <a:ln w="0">
            <a:noFill/>
            <a:prstDash val="solid"/>
          </a:ln>
        </p:spPr>
      </p:sp>
      <p:sp>
        <p:nvSpPr>
          <p:cNvPr id="2103" name="a_full_bar_ellipse_2102">
            <a:extLst>
              <a:ext uri="{FF2B5EF4-FFF2-40B4-BE49-F238E27FC236}">
                <a16:creationId xmlns:a16="http://schemas.microsoft.com/office/drawing/2014/main" id="{340CAD21-4647-4B97-85F9-E506F3926610}"/>
              </a:ext>
            </a:extLst>
          </p:cNvPr>
          <p:cNvSpPr>
            <a:spLocks noGrp="1"/>
          </p:cNvSpPr>
          <p:nvPr/>
        </p:nvSpPr>
        <p:spPr>
          <a:xfrm>
            <a:off x="5196851" y="3849372"/>
            <a:ext cx="45341" cy="45341"/>
          </a:xfrm>
          <a:prstGeom prst="ellipse">
            <a:avLst/>
          </a:prstGeom>
          <a:solidFill>
            <a:srgbClr val="B08A60">
              <a:alpha val="40000"/>
            </a:srgbClr>
          </a:solidFill>
          <a:ln w="0">
            <a:noFill/>
            <a:prstDash val="solid"/>
          </a:ln>
        </p:spPr>
      </p:sp>
      <p:sp>
        <p:nvSpPr>
          <p:cNvPr id="2104" name="a_full_bar_ellipse_2103">
            <a:extLst>
              <a:ext uri="{FF2B5EF4-FFF2-40B4-BE49-F238E27FC236}">
                <a16:creationId xmlns:a16="http://schemas.microsoft.com/office/drawing/2014/main" id="{13C715C6-C0EE-47A3-8080-C9D99A10C379}"/>
              </a:ext>
            </a:extLst>
          </p:cNvPr>
          <p:cNvSpPr>
            <a:spLocks noGrp="1"/>
          </p:cNvSpPr>
          <p:nvPr/>
        </p:nvSpPr>
        <p:spPr>
          <a:xfrm>
            <a:off x="5265893" y="4166130"/>
            <a:ext cx="45341" cy="45341"/>
          </a:xfrm>
          <a:prstGeom prst="ellipse">
            <a:avLst/>
          </a:prstGeom>
          <a:solidFill>
            <a:srgbClr val="B08A60">
              <a:alpha val="40000"/>
            </a:srgbClr>
          </a:solidFill>
          <a:ln w="0">
            <a:noFill/>
            <a:prstDash val="solid"/>
          </a:ln>
        </p:spPr>
      </p:sp>
      <p:sp>
        <p:nvSpPr>
          <p:cNvPr id="2105" name="a_full_bar_ellipse_2104">
            <a:extLst>
              <a:ext uri="{FF2B5EF4-FFF2-40B4-BE49-F238E27FC236}">
                <a16:creationId xmlns:a16="http://schemas.microsoft.com/office/drawing/2014/main" id="{BCAD85B5-A651-4825-B13B-952B7656C71E}"/>
              </a:ext>
            </a:extLst>
          </p:cNvPr>
          <p:cNvSpPr>
            <a:spLocks noGrp="1"/>
          </p:cNvSpPr>
          <p:nvPr/>
        </p:nvSpPr>
        <p:spPr>
          <a:xfrm>
            <a:off x="5131649" y="2025341"/>
            <a:ext cx="45341" cy="45341"/>
          </a:xfrm>
          <a:prstGeom prst="ellipse">
            <a:avLst/>
          </a:prstGeom>
          <a:solidFill>
            <a:srgbClr val="B08A60">
              <a:alpha val="40000"/>
            </a:srgbClr>
          </a:solidFill>
          <a:ln w="0">
            <a:noFill/>
            <a:prstDash val="solid"/>
          </a:ln>
        </p:spPr>
      </p:sp>
      <p:sp>
        <p:nvSpPr>
          <p:cNvPr id="2106" name="a_full_bar_ellipse_2105">
            <a:extLst>
              <a:ext uri="{FF2B5EF4-FFF2-40B4-BE49-F238E27FC236}">
                <a16:creationId xmlns:a16="http://schemas.microsoft.com/office/drawing/2014/main" id="{AB3B0510-C791-4924-AF59-CB7948132B1D}"/>
              </a:ext>
            </a:extLst>
          </p:cNvPr>
          <p:cNvSpPr>
            <a:spLocks noGrp="1"/>
          </p:cNvSpPr>
          <p:nvPr/>
        </p:nvSpPr>
        <p:spPr>
          <a:xfrm>
            <a:off x="5140976" y="2998157"/>
            <a:ext cx="45341" cy="45341"/>
          </a:xfrm>
          <a:prstGeom prst="ellipse">
            <a:avLst/>
          </a:prstGeom>
          <a:solidFill>
            <a:srgbClr val="B08A60">
              <a:alpha val="40000"/>
            </a:srgbClr>
          </a:solidFill>
          <a:ln w="0">
            <a:noFill/>
            <a:prstDash val="solid"/>
          </a:ln>
        </p:spPr>
      </p:sp>
      <p:sp>
        <p:nvSpPr>
          <p:cNvPr id="2107" name="a_full_bar_ellipse_2106">
            <a:extLst>
              <a:ext uri="{FF2B5EF4-FFF2-40B4-BE49-F238E27FC236}">
                <a16:creationId xmlns:a16="http://schemas.microsoft.com/office/drawing/2014/main" id="{17CE07D7-4E65-47CB-97F0-69DB6EB3F2D8}"/>
              </a:ext>
            </a:extLst>
          </p:cNvPr>
          <p:cNvSpPr>
            <a:spLocks noGrp="1"/>
          </p:cNvSpPr>
          <p:nvPr/>
        </p:nvSpPr>
        <p:spPr>
          <a:xfrm>
            <a:off x="5247805" y="4025230"/>
            <a:ext cx="45341" cy="45341"/>
          </a:xfrm>
          <a:prstGeom prst="ellipse">
            <a:avLst/>
          </a:prstGeom>
          <a:solidFill>
            <a:srgbClr val="B08A60">
              <a:alpha val="40000"/>
            </a:srgbClr>
          </a:solidFill>
          <a:ln w="0">
            <a:noFill/>
            <a:prstDash val="solid"/>
          </a:ln>
        </p:spPr>
      </p:sp>
      <p:sp>
        <p:nvSpPr>
          <p:cNvPr id="2108" name="a_full_bar_ellipse_2107">
            <a:extLst>
              <a:ext uri="{FF2B5EF4-FFF2-40B4-BE49-F238E27FC236}">
                <a16:creationId xmlns:a16="http://schemas.microsoft.com/office/drawing/2014/main" id="{E61B02F2-F980-42D9-A7D1-A4F23530B33E}"/>
              </a:ext>
            </a:extLst>
          </p:cNvPr>
          <p:cNvSpPr>
            <a:spLocks noGrp="1"/>
          </p:cNvSpPr>
          <p:nvPr/>
        </p:nvSpPr>
        <p:spPr>
          <a:xfrm>
            <a:off x="5187127" y="4457382"/>
            <a:ext cx="45341" cy="45341"/>
          </a:xfrm>
          <a:prstGeom prst="ellipse">
            <a:avLst/>
          </a:prstGeom>
          <a:solidFill>
            <a:srgbClr val="B08A60">
              <a:alpha val="40000"/>
            </a:srgbClr>
          </a:solidFill>
          <a:ln w="0">
            <a:noFill/>
            <a:prstDash val="solid"/>
          </a:ln>
        </p:spPr>
      </p:sp>
      <p:sp>
        <p:nvSpPr>
          <p:cNvPr id="2109" name="a_full_bar_ellipse_2108">
            <a:extLst>
              <a:ext uri="{FF2B5EF4-FFF2-40B4-BE49-F238E27FC236}">
                <a16:creationId xmlns:a16="http://schemas.microsoft.com/office/drawing/2014/main" id="{4E798830-A864-490A-8613-11185EB37D15}"/>
              </a:ext>
            </a:extLst>
          </p:cNvPr>
          <p:cNvSpPr>
            <a:spLocks noGrp="1"/>
          </p:cNvSpPr>
          <p:nvPr/>
        </p:nvSpPr>
        <p:spPr>
          <a:xfrm>
            <a:off x="5285144" y="4457382"/>
            <a:ext cx="45341" cy="45341"/>
          </a:xfrm>
          <a:prstGeom prst="ellipse">
            <a:avLst/>
          </a:prstGeom>
          <a:solidFill>
            <a:srgbClr val="B08A60">
              <a:alpha val="40000"/>
            </a:srgbClr>
          </a:solidFill>
          <a:ln w="0">
            <a:noFill/>
            <a:prstDash val="solid"/>
          </a:ln>
        </p:spPr>
      </p:sp>
      <p:sp>
        <p:nvSpPr>
          <p:cNvPr id="2110" name="a_full_bar_ellipse_2109">
            <a:extLst>
              <a:ext uri="{FF2B5EF4-FFF2-40B4-BE49-F238E27FC236}">
                <a16:creationId xmlns:a16="http://schemas.microsoft.com/office/drawing/2014/main" id="{CD3D1A98-F69B-40E5-948E-A4A7441240E8}"/>
              </a:ext>
            </a:extLst>
          </p:cNvPr>
          <p:cNvSpPr>
            <a:spLocks noGrp="1"/>
          </p:cNvSpPr>
          <p:nvPr/>
        </p:nvSpPr>
        <p:spPr>
          <a:xfrm>
            <a:off x="5190169" y="4457382"/>
            <a:ext cx="45341" cy="45341"/>
          </a:xfrm>
          <a:prstGeom prst="ellipse">
            <a:avLst/>
          </a:prstGeom>
          <a:solidFill>
            <a:srgbClr val="B08A60">
              <a:alpha val="40000"/>
            </a:srgbClr>
          </a:solidFill>
          <a:ln w="0">
            <a:noFill/>
            <a:prstDash val="solid"/>
          </a:ln>
        </p:spPr>
      </p:sp>
      <p:sp>
        <p:nvSpPr>
          <p:cNvPr id="2111" name="a_full_bar_ellipse_2110">
            <a:extLst>
              <a:ext uri="{FF2B5EF4-FFF2-40B4-BE49-F238E27FC236}">
                <a16:creationId xmlns:a16="http://schemas.microsoft.com/office/drawing/2014/main" id="{409522EE-16E2-45DD-B2A6-B3045051015F}"/>
              </a:ext>
            </a:extLst>
          </p:cNvPr>
          <p:cNvSpPr>
            <a:spLocks noGrp="1"/>
          </p:cNvSpPr>
          <p:nvPr/>
        </p:nvSpPr>
        <p:spPr>
          <a:xfrm>
            <a:off x="5228621" y="4457382"/>
            <a:ext cx="45341" cy="45341"/>
          </a:xfrm>
          <a:prstGeom prst="ellipse">
            <a:avLst/>
          </a:prstGeom>
          <a:solidFill>
            <a:srgbClr val="B08A60">
              <a:alpha val="40000"/>
            </a:srgbClr>
          </a:solidFill>
          <a:ln w="0">
            <a:noFill/>
            <a:prstDash val="solid"/>
          </a:ln>
        </p:spPr>
      </p:sp>
      <p:sp>
        <p:nvSpPr>
          <p:cNvPr id="2112" name="a_full_bar_ellipse_2111">
            <a:extLst>
              <a:ext uri="{FF2B5EF4-FFF2-40B4-BE49-F238E27FC236}">
                <a16:creationId xmlns:a16="http://schemas.microsoft.com/office/drawing/2014/main" id="{F723B265-6261-4A83-BE0C-D70A3A19B4BD}"/>
              </a:ext>
            </a:extLst>
          </p:cNvPr>
          <p:cNvSpPr>
            <a:spLocks noGrp="1"/>
          </p:cNvSpPr>
          <p:nvPr/>
        </p:nvSpPr>
        <p:spPr>
          <a:xfrm>
            <a:off x="5112275" y="4457382"/>
            <a:ext cx="45341" cy="45341"/>
          </a:xfrm>
          <a:prstGeom prst="ellipse">
            <a:avLst/>
          </a:prstGeom>
          <a:solidFill>
            <a:srgbClr val="B08A60">
              <a:alpha val="40000"/>
            </a:srgbClr>
          </a:solidFill>
          <a:ln w="0">
            <a:noFill/>
            <a:prstDash val="solid"/>
          </a:ln>
        </p:spPr>
      </p:sp>
      <p:sp>
        <p:nvSpPr>
          <p:cNvPr id="2113" name="a_full_bar_ellipse_2112">
            <a:extLst>
              <a:ext uri="{FF2B5EF4-FFF2-40B4-BE49-F238E27FC236}">
                <a16:creationId xmlns:a16="http://schemas.microsoft.com/office/drawing/2014/main" id="{E8CE7C73-E5EF-4241-BF63-183FB7B90287}"/>
              </a:ext>
            </a:extLst>
          </p:cNvPr>
          <p:cNvSpPr>
            <a:spLocks noGrp="1"/>
          </p:cNvSpPr>
          <p:nvPr/>
        </p:nvSpPr>
        <p:spPr>
          <a:xfrm>
            <a:off x="5193859" y="3741281"/>
            <a:ext cx="45341" cy="45341"/>
          </a:xfrm>
          <a:prstGeom prst="ellipse">
            <a:avLst/>
          </a:prstGeom>
          <a:solidFill>
            <a:srgbClr val="B08A60">
              <a:alpha val="40000"/>
            </a:srgbClr>
          </a:solidFill>
          <a:ln w="0">
            <a:noFill/>
            <a:prstDash val="solid"/>
          </a:ln>
        </p:spPr>
      </p:sp>
      <p:sp>
        <p:nvSpPr>
          <p:cNvPr id="2114" name="a_full_bar_ellipse_2113">
            <a:extLst>
              <a:ext uri="{FF2B5EF4-FFF2-40B4-BE49-F238E27FC236}">
                <a16:creationId xmlns:a16="http://schemas.microsoft.com/office/drawing/2014/main" id="{19B145BC-7CAD-48C1-B49D-B32680AD9130}"/>
              </a:ext>
            </a:extLst>
          </p:cNvPr>
          <p:cNvSpPr>
            <a:spLocks noGrp="1"/>
          </p:cNvSpPr>
          <p:nvPr/>
        </p:nvSpPr>
        <p:spPr>
          <a:xfrm>
            <a:off x="5255585" y="3646702"/>
            <a:ext cx="45341" cy="45341"/>
          </a:xfrm>
          <a:prstGeom prst="ellipse">
            <a:avLst/>
          </a:prstGeom>
          <a:solidFill>
            <a:srgbClr val="B08A60">
              <a:alpha val="40000"/>
            </a:srgbClr>
          </a:solidFill>
          <a:ln w="0">
            <a:noFill/>
            <a:prstDash val="solid"/>
          </a:ln>
        </p:spPr>
      </p:sp>
      <p:sp>
        <p:nvSpPr>
          <p:cNvPr id="2115" name="a_full_bar_ellipse_2114">
            <a:extLst>
              <a:ext uri="{FF2B5EF4-FFF2-40B4-BE49-F238E27FC236}">
                <a16:creationId xmlns:a16="http://schemas.microsoft.com/office/drawing/2014/main" id="{361724C5-C41F-40D7-88D6-2C101F46C486}"/>
              </a:ext>
            </a:extLst>
          </p:cNvPr>
          <p:cNvSpPr>
            <a:spLocks noGrp="1"/>
          </p:cNvSpPr>
          <p:nvPr/>
        </p:nvSpPr>
        <p:spPr>
          <a:xfrm>
            <a:off x="5285911" y="3849372"/>
            <a:ext cx="45341" cy="45341"/>
          </a:xfrm>
          <a:prstGeom prst="ellipse">
            <a:avLst/>
          </a:prstGeom>
          <a:solidFill>
            <a:srgbClr val="B08A60">
              <a:alpha val="40000"/>
            </a:srgbClr>
          </a:solidFill>
          <a:ln w="0">
            <a:noFill/>
            <a:prstDash val="solid"/>
          </a:ln>
        </p:spPr>
      </p:sp>
      <p:sp>
        <p:nvSpPr>
          <p:cNvPr id="2116" name="a_full_bar_ellipse_2115">
            <a:extLst>
              <a:ext uri="{FF2B5EF4-FFF2-40B4-BE49-F238E27FC236}">
                <a16:creationId xmlns:a16="http://schemas.microsoft.com/office/drawing/2014/main" id="{28058CEC-A31E-4104-B546-9C083F25BC03}"/>
              </a:ext>
            </a:extLst>
          </p:cNvPr>
          <p:cNvSpPr>
            <a:spLocks noGrp="1"/>
          </p:cNvSpPr>
          <p:nvPr/>
        </p:nvSpPr>
        <p:spPr>
          <a:xfrm>
            <a:off x="5304265" y="4237300"/>
            <a:ext cx="45341" cy="45341"/>
          </a:xfrm>
          <a:prstGeom prst="ellipse">
            <a:avLst/>
          </a:prstGeom>
          <a:solidFill>
            <a:srgbClr val="B08A60">
              <a:alpha val="40000"/>
            </a:srgbClr>
          </a:solidFill>
          <a:ln w="0">
            <a:noFill/>
            <a:prstDash val="solid"/>
          </a:ln>
        </p:spPr>
      </p:sp>
      <p:sp>
        <p:nvSpPr>
          <p:cNvPr id="2117" name="a_full_bar_ellipse_2116">
            <a:extLst>
              <a:ext uri="{FF2B5EF4-FFF2-40B4-BE49-F238E27FC236}">
                <a16:creationId xmlns:a16="http://schemas.microsoft.com/office/drawing/2014/main" id="{B644787F-476E-453B-9022-8D059A710E15}"/>
              </a:ext>
            </a:extLst>
          </p:cNvPr>
          <p:cNvSpPr>
            <a:spLocks noGrp="1"/>
          </p:cNvSpPr>
          <p:nvPr/>
        </p:nvSpPr>
        <p:spPr>
          <a:xfrm>
            <a:off x="5132308" y="4457382"/>
            <a:ext cx="45341" cy="45341"/>
          </a:xfrm>
          <a:prstGeom prst="ellipse">
            <a:avLst/>
          </a:prstGeom>
          <a:solidFill>
            <a:srgbClr val="B08A60">
              <a:alpha val="40000"/>
            </a:srgbClr>
          </a:solidFill>
          <a:ln w="0">
            <a:noFill/>
            <a:prstDash val="solid"/>
          </a:ln>
        </p:spPr>
      </p:sp>
      <p:sp>
        <p:nvSpPr>
          <p:cNvPr id="2118" name="a_full_bar_ellipse_2117">
            <a:extLst>
              <a:ext uri="{FF2B5EF4-FFF2-40B4-BE49-F238E27FC236}">
                <a16:creationId xmlns:a16="http://schemas.microsoft.com/office/drawing/2014/main" id="{0AA0D2F7-8B33-4021-81EE-457AE99EB676}"/>
              </a:ext>
            </a:extLst>
          </p:cNvPr>
          <p:cNvSpPr>
            <a:spLocks noGrp="1"/>
          </p:cNvSpPr>
          <p:nvPr/>
        </p:nvSpPr>
        <p:spPr>
          <a:xfrm>
            <a:off x="5281518" y="4457382"/>
            <a:ext cx="45341" cy="45341"/>
          </a:xfrm>
          <a:prstGeom prst="ellipse">
            <a:avLst/>
          </a:prstGeom>
          <a:solidFill>
            <a:srgbClr val="B08A60">
              <a:alpha val="40000"/>
            </a:srgbClr>
          </a:solidFill>
          <a:ln w="0">
            <a:noFill/>
            <a:prstDash val="solid"/>
          </a:ln>
        </p:spPr>
      </p:sp>
      <p:sp>
        <p:nvSpPr>
          <p:cNvPr id="2119" name="a_full_bar_ellipse_2118">
            <a:extLst>
              <a:ext uri="{FF2B5EF4-FFF2-40B4-BE49-F238E27FC236}">
                <a16:creationId xmlns:a16="http://schemas.microsoft.com/office/drawing/2014/main" id="{847E483B-F314-4CC6-83EF-BD6B9455B9CF}"/>
              </a:ext>
            </a:extLst>
          </p:cNvPr>
          <p:cNvSpPr>
            <a:spLocks noGrp="1"/>
          </p:cNvSpPr>
          <p:nvPr/>
        </p:nvSpPr>
        <p:spPr>
          <a:xfrm>
            <a:off x="5244329" y="3241362"/>
            <a:ext cx="45341" cy="45341"/>
          </a:xfrm>
          <a:prstGeom prst="ellipse">
            <a:avLst/>
          </a:prstGeom>
          <a:solidFill>
            <a:srgbClr val="B08A60">
              <a:alpha val="40000"/>
            </a:srgbClr>
          </a:solidFill>
          <a:ln w="0">
            <a:noFill/>
            <a:prstDash val="solid"/>
          </a:ln>
        </p:spPr>
      </p:sp>
      <p:sp>
        <p:nvSpPr>
          <p:cNvPr id="2120" name="a_full_bar_ellipse_2119">
            <a:extLst>
              <a:ext uri="{FF2B5EF4-FFF2-40B4-BE49-F238E27FC236}">
                <a16:creationId xmlns:a16="http://schemas.microsoft.com/office/drawing/2014/main" id="{BAB934AB-F503-4C7E-9B79-25908665627A}"/>
              </a:ext>
            </a:extLst>
          </p:cNvPr>
          <p:cNvSpPr>
            <a:spLocks noGrp="1"/>
          </p:cNvSpPr>
          <p:nvPr/>
        </p:nvSpPr>
        <p:spPr>
          <a:xfrm>
            <a:off x="5127991" y="4457382"/>
            <a:ext cx="45341" cy="45341"/>
          </a:xfrm>
          <a:prstGeom prst="ellipse">
            <a:avLst/>
          </a:prstGeom>
          <a:solidFill>
            <a:srgbClr val="B08A60">
              <a:alpha val="40000"/>
            </a:srgbClr>
          </a:solidFill>
          <a:ln w="0">
            <a:noFill/>
            <a:prstDash val="solid"/>
          </a:ln>
        </p:spPr>
      </p:sp>
      <p:sp>
        <p:nvSpPr>
          <p:cNvPr id="2121" name="a_full_bar_ellipse_2120">
            <a:extLst>
              <a:ext uri="{FF2B5EF4-FFF2-40B4-BE49-F238E27FC236}">
                <a16:creationId xmlns:a16="http://schemas.microsoft.com/office/drawing/2014/main" id="{3DCD4E3C-EC89-4C69-BD9A-911759E5B1D7}"/>
              </a:ext>
            </a:extLst>
          </p:cNvPr>
          <p:cNvSpPr>
            <a:spLocks noGrp="1"/>
          </p:cNvSpPr>
          <p:nvPr/>
        </p:nvSpPr>
        <p:spPr>
          <a:xfrm>
            <a:off x="5100190" y="4456599"/>
            <a:ext cx="45341" cy="45341"/>
          </a:xfrm>
          <a:prstGeom prst="ellipse">
            <a:avLst/>
          </a:prstGeom>
          <a:solidFill>
            <a:srgbClr val="B08A60">
              <a:alpha val="40000"/>
            </a:srgbClr>
          </a:solidFill>
          <a:ln w="0">
            <a:noFill/>
            <a:prstDash val="solid"/>
          </a:ln>
        </p:spPr>
      </p:sp>
      <p:sp>
        <p:nvSpPr>
          <p:cNvPr id="2122" name="a_full_bar_ellipse_2121">
            <a:extLst>
              <a:ext uri="{FF2B5EF4-FFF2-40B4-BE49-F238E27FC236}">
                <a16:creationId xmlns:a16="http://schemas.microsoft.com/office/drawing/2014/main" id="{E614A5B8-6C8D-410B-BB3E-2684373EC33F}"/>
              </a:ext>
            </a:extLst>
          </p:cNvPr>
          <p:cNvSpPr>
            <a:spLocks noGrp="1"/>
          </p:cNvSpPr>
          <p:nvPr/>
        </p:nvSpPr>
        <p:spPr>
          <a:xfrm>
            <a:off x="5251114" y="4288491"/>
            <a:ext cx="45341" cy="45341"/>
          </a:xfrm>
          <a:prstGeom prst="ellipse">
            <a:avLst/>
          </a:prstGeom>
          <a:solidFill>
            <a:srgbClr val="B08A60">
              <a:alpha val="40000"/>
            </a:srgbClr>
          </a:solidFill>
          <a:ln w="0">
            <a:noFill/>
            <a:prstDash val="solid"/>
          </a:ln>
        </p:spPr>
      </p:sp>
      <p:sp>
        <p:nvSpPr>
          <p:cNvPr id="2123" name="a_full_bar_ellipse_2122">
            <a:extLst>
              <a:ext uri="{FF2B5EF4-FFF2-40B4-BE49-F238E27FC236}">
                <a16:creationId xmlns:a16="http://schemas.microsoft.com/office/drawing/2014/main" id="{2A4CB8B0-3688-4435-88F9-56FB9529F0C8}"/>
              </a:ext>
            </a:extLst>
          </p:cNvPr>
          <p:cNvSpPr>
            <a:spLocks noGrp="1"/>
          </p:cNvSpPr>
          <p:nvPr/>
        </p:nvSpPr>
        <p:spPr>
          <a:xfrm>
            <a:off x="5279176" y="4239512"/>
            <a:ext cx="45341" cy="45341"/>
          </a:xfrm>
          <a:prstGeom prst="ellipse">
            <a:avLst/>
          </a:prstGeom>
          <a:solidFill>
            <a:srgbClr val="B08A60">
              <a:alpha val="40000"/>
            </a:srgbClr>
          </a:solidFill>
          <a:ln w="0">
            <a:noFill/>
            <a:prstDash val="solid"/>
          </a:ln>
        </p:spPr>
      </p:sp>
      <p:sp>
        <p:nvSpPr>
          <p:cNvPr id="2124" name="a_full_bar_ellipse_2123">
            <a:extLst>
              <a:ext uri="{FF2B5EF4-FFF2-40B4-BE49-F238E27FC236}">
                <a16:creationId xmlns:a16="http://schemas.microsoft.com/office/drawing/2014/main" id="{52434A04-CB8D-444C-8EFA-3A28AB388A98}"/>
              </a:ext>
            </a:extLst>
          </p:cNvPr>
          <p:cNvSpPr>
            <a:spLocks noGrp="1"/>
          </p:cNvSpPr>
          <p:nvPr/>
        </p:nvSpPr>
        <p:spPr>
          <a:xfrm>
            <a:off x="5123070" y="4457382"/>
            <a:ext cx="45341" cy="45341"/>
          </a:xfrm>
          <a:prstGeom prst="ellipse">
            <a:avLst/>
          </a:prstGeom>
          <a:solidFill>
            <a:srgbClr val="B08A60">
              <a:alpha val="40000"/>
            </a:srgbClr>
          </a:solidFill>
          <a:ln w="0">
            <a:noFill/>
            <a:prstDash val="solid"/>
          </a:ln>
        </p:spPr>
      </p:sp>
      <p:sp>
        <p:nvSpPr>
          <p:cNvPr id="2125" name="a_full_bar_ellipse_2124">
            <a:extLst>
              <a:ext uri="{FF2B5EF4-FFF2-40B4-BE49-F238E27FC236}">
                <a16:creationId xmlns:a16="http://schemas.microsoft.com/office/drawing/2014/main" id="{5D8D803E-60F9-4D86-B8F4-B6BC260ECEE3}"/>
              </a:ext>
            </a:extLst>
          </p:cNvPr>
          <p:cNvSpPr>
            <a:spLocks noGrp="1"/>
          </p:cNvSpPr>
          <p:nvPr/>
        </p:nvSpPr>
        <p:spPr>
          <a:xfrm>
            <a:off x="5299871" y="4457382"/>
            <a:ext cx="45341" cy="45341"/>
          </a:xfrm>
          <a:prstGeom prst="ellipse">
            <a:avLst/>
          </a:prstGeom>
          <a:solidFill>
            <a:srgbClr val="B08A60">
              <a:alpha val="40000"/>
            </a:srgbClr>
          </a:solidFill>
          <a:ln w="0">
            <a:noFill/>
            <a:prstDash val="solid"/>
          </a:ln>
        </p:spPr>
      </p:sp>
      <p:sp>
        <p:nvSpPr>
          <p:cNvPr id="2126" name="a_full_bar_ellipse_2125">
            <a:extLst>
              <a:ext uri="{FF2B5EF4-FFF2-40B4-BE49-F238E27FC236}">
                <a16:creationId xmlns:a16="http://schemas.microsoft.com/office/drawing/2014/main" id="{08776BD6-6753-459E-9FC9-5CCBEDD9C787}"/>
              </a:ext>
            </a:extLst>
          </p:cNvPr>
          <p:cNvSpPr>
            <a:spLocks noGrp="1"/>
          </p:cNvSpPr>
          <p:nvPr/>
        </p:nvSpPr>
        <p:spPr>
          <a:xfrm>
            <a:off x="5178186" y="4052042"/>
            <a:ext cx="45341" cy="45341"/>
          </a:xfrm>
          <a:prstGeom prst="ellipse">
            <a:avLst/>
          </a:prstGeom>
          <a:solidFill>
            <a:srgbClr val="B08A60">
              <a:alpha val="40000"/>
            </a:srgbClr>
          </a:solidFill>
          <a:ln w="0">
            <a:noFill/>
            <a:prstDash val="solid"/>
          </a:ln>
        </p:spPr>
      </p:sp>
      <p:sp>
        <p:nvSpPr>
          <p:cNvPr id="2127" name="a_full_bar_ellipse_2126">
            <a:extLst>
              <a:ext uri="{FF2B5EF4-FFF2-40B4-BE49-F238E27FC236}">
                <a16:creationId xmlns:a16="http://schemas.microsoft.com/office/drawing/2014/main" id="{EB09D588-3137-4F0A-B11E-28615BE9A8B9}"/>
              </a:ext>
            </a:extLst>
          </p:cNvPr>
          <p:cNvSpPr>
            <a:spLocks noGrp="1"/>
          </p:cNvSpPr>
          <p:nvPr/>
        </p:nvSpPr>
        <p:spPr>
          <a:xfrm>
            <a:off x="5163619" y="4457382"/>
            <a:ext cx="45341" cy="45341"/>
          </a:xfrm>
          <a:prstGeom prst="ellipse">
            <a:avLst/>
          </a:prstGeom>
          <a:solidFill>
            <a:srgbClr val="B08A60">
              <a:alpha val="40000"/>
            </a:srgbClr>
          </a:solidFill>
          <a:ln w="0">
            <a:noFill/>
            <a:prstDash val="solid"/>
          </a:ln>
        </p:spPr>
      </p:sp>
      <p:sp>
        <p:nvSpPr>
          <p:cNvPr id="2128" name="a_full_bar_ellipse_2127">
            <a:extLst>
              <a:ext uri="{FF2B5EF4-FFF2-40B4-BE49-F238E27FC236}">
                <a16:creationId xmlns:a16="http://schemas.microsoft.com/office/drawing/2014/main" id="{ABB872D1-A8C4-4803-BCA9-55E4773163F8}"/>
              </a:ext>
            </a:extLst>
          </p:cNvPr>
          <p:cNvSpPr>
            <a:spLocks noGrp="1"/>
          </p:cNvSpPr>
          <p:nvPr/>
        </p:nvSpPr>
        <p:spPr>
          <a:xfrm>
            <a:off x="5145867" y="2025341"/>
            <a:ext cx="45341" cy="45341"/>
          </a:xfrm>
          <a:prstGeom prst="ellipse">
            <a:avLst/>
          </a:prstGeom>
          <a:solidFill>
            <a:srgbClr val="B08A60">
              <a:alpha val="40000"/>
            </a:srgbClr>
          </a:solidFill>
          <a:ln w="0">
            <a:noFill/>
            <a:prstDash val="solid"/>
          </a:ln>
        </p:spPr>
      </p:sp>
      <p:sp>
        <p:nvSpPr>
          <p:cNvPr id="2129" name="a_full_bar_ellipse_2128">
            <a:extLst>
              <a:ext uri="{FF2B5EF4-FFF2-40B4-BE49-F238E27FC236}">
                <a16:creationId xmlns:a16="http://schemas.microsoft.com/office/drawing/2014/main" id="{1B269D6E-6BC9-4DAF-B91A-63085034ADEC}"/>
              </a:ext>
            </a:extLst>
          </p:cNvPr>
          <p:cNvSpPr>
            <a:spLocks noGrp="1"/>
          </p:cNvSpPr>
          <p:nvPr/>
        </p:nvSpPr>
        <p:spPr>
          <a:xfrm>
            <a:off x="5226783" y="3241362"/>
            <a:ext cx="45341" cy="45341"/>
          </a:xfrm>
          <a:prstGeom prst="ellipse">
            <a:avLst/>
          </a:prstGeom>
          <a:solidFill>
            <a:srgbClr val="B08A60">
              <a:alpha val="40000"/>
            </a:srgbClr>
          </a:solidFill>
          <a:ln w="0">
            <a:noFill/>
            <a:prstDash val="solid"/>
          </a:ln>
        </p:spPr>
      </p:sp>
      <p:sp>
        <p:nvSpPr>
          <p:cNvPr id="2130" name="a_full_bar_ellipse_2129">
            <a:extLst>
              <a:ext uri="{FF2B5EF4-FFF2-40B4-BE49-F238E27FC236}">
                <a16:creationId xmlns:a16="http://schemas.microsoft.com/office/drawing/2014/main" id="{D442E7E4-9F3F-45F8-A0D7-A6475606BEC7}"/>
              </a:ext>
            </a:extLst>
          </p:cNvPr>
          <p:cNvSpPr>
            <a:spLocks noGrp="1"/>
          </p:cNvSpPr>
          <p:nvPr/>
        </p:nvSpPr>
        <p:spPr>
          <a:xfrm>
            <a:off x="5132853" y="4345707"/>
            <a:ext cx="45341" cy="45341"/>
          </a:xfrm>
          <a:prstGeom prst="ellipse">
            <a:avLst/>
          </a:prstGeom>
          <a:solidFill>
            <a:srgbClr val="B08A60">
              <a:alpha val="40000"/>
            </a:srgbClr>
          </a:solidFill>
          <a:ln w="0">
            <a:noFill/>
            <a:prstDash val="solid"/>
          </a:ln>
        </p:spPr>
      </p:sp>
      <p:sp>
        <p:nvSpPr>
          <p:cNvPr id="2131" name="a_full_bar_ellipse_2130">
            <a:extLst>
              <a:ext uri="{FF2B5EF4-FFF2-40B4-BE49-F238E27FC236}">
                <a16:creationId xmlns:a16="http://schemas.microsoft.com/office/drawing/2014/main" id="{A3A51512-A2D2-4966-8D7E-F75A2E9C7294}"/>
              </a:ext>
            </a:extLst>
          </p:cNvPr>
          <p:cNvSpPr>
            <a:spLocks noGrp="1"/>
          </p:cNvSpPr>
          <p:nvPr/>
        </p:nvSpPr>
        <p:spPr>
          <a:xfrm>
            <a:off x="5121257" y="3241362"/>
            <a:ext cx="45341" cy="45341"/>
          </a:xfrm>
          <a:prstGeom prst="ellipse">
            <a:avLst/>
          </a:prstGeom>
          <a:solidFill>
            <a:srgbClr val="B08A60">
              <a:alpha val="40000"/>
            </a:srgbClr>
          </a:solidFill>
          <a:ln w="0">
            <a:noFill/>
            <a:prstDash val="solid"/>
          </a:ln>
        </p:spPr>
      </p:sp>
      <p:sp>
        <p:nvSpPr>
          <p:cNvPr id="2132" name="a_full_bar_ellipse_2131">
            <a:extLst>
              <a:ext uri="{FF2B5EF4-FFF2-40B4-BE49-F238E27FC236}">
                <a16:creationId xmlns:a16="http://schemas.microsoft.com/office/drawing/2014/main" id="{F931E1E3-ACE1-4B76-80FD-FDD1DC86877C}"/>
              </a:ext>
            </a:extLst>
          </p:cNvPr>
          <p:cNvSpPr>
            <a:spLocks noGrp="1"/>
          </p:cNvSpPr>
          <p:nvPr/>
        </p:nvSpPr>
        <p:spPr>
          <a:xfrm>
            <a:off x="5283164" y="4457382"/>
            <a:ext cx="45341" cy="45341"/>
          </a:xfrm>
          <a:prstGeom prst="ellipse">
            <a:avLst/>
          </a:prstGeom>
          <a:solidFill>
            <a:srgbClr val="B08A60">
              <a:alpha val="40000"/>
            </a:srgbClr>
          </a:solidFill>
          <a:ln w="0">
            <a:noFill/>
            <a:prstDash val="solid"/>
          </a:ln>
        </p:spPr>
      </p:sp>
      <p:sp>
        <p:nvSpPr>
          <p:cNvPr id="2133" name="a_full_bar_ellipse_2132">
            <a:extLst>
              <a:ext uri="{FF2B5EF4-FFF2-40B4-BE49-F238E27FC236}">
                <a16:creationId xmlns:a16="http://schemas.microsoft.com/office/drawing/2014/main" id="{C3E0AC78-0908-4C0A-B04D-626251C4697D}"/>
              </a:ext>
            </a:extLst>
          </p:cNvPr>
          <p:cNvSpPr>
            <a:spLocks noGrp="1"/>
          </p:cNvSpPr>
          <p:nvPr/>
        </p:nvSpPr>
        <p:spPr>
          <a:xfrm>
            <a:off x="5202641" y="3241362"/>
            <a:ext cx="45341" cy="45341"/>
          </a:xfrm>
          <a:prstGeom prst="ellipse">
            <a:avLst/>
          </a:prstGeom>
          <a:solidFill>
            <a:srgbClr val="B08A60">
              <a:alpha val="40000"/>
            </a:srgbClr>
          </a:solidFill>
          <a:ln w="0">
            <a:noFill/>
            <a:prstDash val="solid"/>
          </a:ln>
        </p:spPr>
      </p:sp>
      <p:sp>
        <p:nvSpPr>
          <p:cNvPr id="2134" name="a_full_bar_ellipse_2133">
            <a:extLst>
              <a:ext uri="{FF2B5EF4-FFF2-40B4-BE49-F238E27FC236}">
                <a16:creationId xmlns:a16="http://schemas.microsoft.com/office/drawing/2014/main" id="{26AC5771-5BE4-4101-8990-79BA958B98E7}"/>
              </a:ext>
            </a:extLst>
          </p:cNvPr>
          <p:cNvSpPr>
            <a:spLocks noGrp="1"/>
          </p:cNvSpPr>
          <p:nvPr/>
        </p:nvSpPr>
        <p:spPr>
          <a:xfrm>
            <a:off x="5250010" y="4315513"/>
            <a:ext cx="45341" cy="45341"/>
          </a:xfrm>
          <a:prstGeom prst="ellipse">
            <a:avLst/>
          </a:prstGeom>
          <a:solidFill>
            <a:srgbClr val="B08A60">
              <a:alpha val="40000"/>
            </a:srgbClr>
          </a:solidFill>
          <a:ln w="0">
            <a:noFill/>
            <a:prstDash val="solid"/>
          </a:ln>
        </p:spPr>
      </p:sp>
      <p:sp>
        <p:nvSpPr>
          <p:cNvPr id="2135" name="a_full_bar_ellipse_2134">
            <a:extLst>
              <a:ext uri="{FF2B5EF4-FFF2-40B4-BE49-F238E27FC236}">
                <a16:creationId xmlns:a16="http://schemas.microsoft.com/office/drawing/2014/main" id="{26280A6E-2269-4329-8A74-B8B95510C75F}"/>
              </a:ext>
            </a:extLst>
          </p:cNvPr>
          <p:cNvSpPr>
            <a:spLocks noGrp="1"/>
          </p:cNvSpPr>
          <p:nvPr/>
        </p:nvSpPr>
        <p:spPr>
          <a:xfrm>
            <a:off x="5131245" y="2025341"/>
            <a:ext cx="45341" cy="45341"/>
          </a:xfrm>
          <a:prstGeom prst="ellipse">
            <a:avLst/>
          </a:prstGeom>
          <a:solidFill>
            <a:srgbClr val="B08A60">
              <a:alpha val="40000"/>
            </a:srgbClr>
          </a:solidFill>
          <a:ln w="0">
            <a:noFill/>
            <a:prstDash val="solid"/>
          </a:ln>
        </p:spPr>
      </p:sp>
      <p:sp>
        <p:nvSpPr>
          <p:cNvPr id="2136" name="a_full_bar_ellipse_2135">
            <a:extLst>
              <a:ext uri="{FF2B5EF4-FFF2-40B4-BE49-F238E27FC236}">
                <a16:creationId xmlns:a16="http://schemas.microsoft.com/office/drawing/2014/main" id="{027F0EDC-72D0-49CB-AAFA-3347A79055A7}"/>
              </a:ext>
            </a:extLst>
          </p:cNvPr>
          <p:cNvSpPr>
            <a:spLocks noGrp="1"/>
          </p:cNvSpPr>
          <p:nvPr/>
        </p:nvSpPr>
        <p:spPr>
          <a:xfrm>
            <a:off x="5252378" y="3477810"/>
            <a:ext cx="45341" cy="45341"/>
          </a:xfrm>
          <a:prstGeom prst="ellipse">
            <a:avLst/>
          </a:prstGeom>
          <a:solidFill>
            <a:srgbClr val="B08A60">
              <a:alpha val="40000"/>
            </a:srgbClr>
          </a:solidFill>
          <a:ln w="0">
            <a:noFill/>
            <a:prstDash val="solid"/>
          </a:ln>
        </p:spPr>
      </p:sp>
      <p:sp>
        <p:nvSpPr>
          <p:cNvPr id="2137" name="a_full_bar_ellipse_2136">
            <a:extLst>
              <a:ext uri="{FF2B5EF4-FFF2-40B4-BE49-F238E27FC236}">
                <a16:creationId xmlns:a16="http://schemas.microsoft.com/office/drawing/2014/main" id="{22D436F7-CC7A-4DF9-991F-E329B82FF136}"/>
              </a:ext>
            </a:extLst>
          </p:cNvPr>
          <p:cNvSpPr>
            <a:spLocks noGrp="1"/>
          </p:cNvSpPr>
          <p:nvPr/>
        </p:nvSpPr>
        <p:spPr>
          <a:xfrm>
            <a:off x="5113320" y="3646702"/>
            <a:ext cx="45341" cy="45341"/>
          </a:xfrm>
          <a:prstGeom prst="ellipse">
            <a:avLst/>
          </a:prstGeom>
          <a:solidFill>
            <a:srgbClr val="B08A60">
              <a:alpha val="40000"/>
            </a:srgbClr>
          </a:solidFill>
          <a:ln w="0">
            <a:noFill/>
            <a:prstDash val="solid"/>
          </a:ln>
        </p:spPr>
      </p:sp>
      <p:sp>
        <p:nvSpPr>
          <p:cNvPr id="2138" name="a_full_bar_ellipse_2137">
            <a:extLst>
              <a:ext uri="{FF2B5EF4-FFF2-40B4-BE49-F238E27FC236}">
                <a16:creationId xmlns:a16="http://schemas.microsoft.com/office/drawing/2014/main" id="{7C09B49D-3A61-40DE-9CC5-C405D48FE175}"/>
              </a:ext>
            </a:extLst>
          </p:cNvPr>
          <p:cNvSpPr>
            <a:spLocks noGrp="1"/>
          </p:cNvSpPr>
          <p:nvPr/>
        </p:nvSpPr>
        <p:spPr>
          <a:xfrm>
            <a:off x="5264507" y="4457382"/>
            <a:ext cx="45341" cy="45341"/>
          </a:xfrm>
          <a:prstGeom prst="ellipse">
            <a:avLst/>
          </a:prstGeom>
          <a:solidFill>
            <a:srgbClr val="B08A60">
              <a:alpha val="40000"/>
            </a:srgbClr>
          </a:solidFill>
          <a:ln w="0">
            <a:noFill/>
            <a:prstDash val="solid"/>
          </a:ln>
        </p:spPr>
      </p:sp>
      <p:sp>
        <p:nvSpPr>
          <p:cNvPr id="2139" name="a_full_bar_ellipse_2138">
            <a:extLst>
              <a:ext uri="{FF2B5EF4-FFF2-40B4-BE49-F238E27FC236}">
                <a16:creationId xmlns:a16="http://schemas.microsoft.com/office/drawing/2014/main" id="{8A0FB92B-0CF7-4F6A-9158-11CB5BA15196}"/>
              </a:ext>
            </a:extLst>
          </p:cNvPr>
          <p:cNvSpPr>
            <a:spLocks noGrp="1"/>
          </p:cNvSpPr>
          <p:nvPr/>
        </p:nvSpPr>
        <p:spPr>
          <a:xfrm>
            <a:off x="5141395" y="4457382"/>
            <a:ext cx="45341" cy="45341"/>
          </a:xfrm>
          <a:prstGeom prst="ellipse">
            <a:avLst/>
          </a:prstGeom>
          <a:solidFill>
            <a:srgbClr val="B08A60">
              <a:alpha val="40000"/>
            </a:srgbClr>
          </a:solidFill>
          <a:ln w="0">
            <a:noFill/>
            <a:prstDash val="solid"/>
          </a:ln>
        </p:spPr>
      </p:sp>
      <p:sp>
        <p:nvSpPr>
          <p:cNvPr id="2140" name="a_full_bar_ellipse_2139">
            <a:extLst>
              <a:ext uri="{FF2B5EF4-FFF2-40B4-BE49-F238E27FC236}">
                <a16:creationId xmlns:a16="http://schemas.microsoft.com/office/drawing/2014/main" id="{7B5DDA58-E915-41DB-AAC9-0299B20B56FD}"/>
              </a:ext>
            </a:extLst>
          </p:cNvPr>
          <p:cNvSpPr>
            <a:spLocks noGrp="1"/>
          </p:cNvSpPr>
          <p:nvPr/>
        </p:nvSpPr>
        <p:spPr>
          <a:xfrm>
            <a:off x="5272408" y="4146621"/>
            <a:ext cx="45341" cy="45341"/>
          </a:xfrm>
          <a:prstGeom prst="ellipse">
            <a:avLst/>
          </a:prstGeom>
          <a:solidFill>
            <a:srgbClr val="B08A60">
              <a:alpha val="40000"/>
            </a:srgbClr>
          </a:solidFill>
          <a:ln w="0">
            <a:noFill/>
            <a:prstDash val="solid"/>
          </a:ln>
        </p:spPr>
      </p:sp>
      <p:sp>
        <p:nvSpPr>
          <p:cNvPr id="2141" name="a_full_bar_ellipse_2140">
            <a:extLst>
              <a:ext uri="{FF2B5EF4-FFF2-40B4-BE49-F238E27FC236}">
                <a16:creationId xmlns:a16="http://schemas.microsoft.com/office/drawing/2014/main" id="{BEB74A4F-9779-4A24-A0BA-75A0B647B550}"/>
              </a:ext>
            </a:extLst>
          </p:cNvPr>
          <p:cNvSpPr>
            <a:spLocks noGrp="1"/>
          </p:cNvSpPr>
          <p:nvPr/>
        </p:nvSpPr>
        <p:spPr>
          <a:xfrm>
            <a:off x="5142436" y="4457382"/>
            <a:ext cx="45341" cy="45341"/>
          </a:xfrm>
          <a:prstGeom prst="ellipse">
            <a:avLst/>
          </a:prstGeom>
          <a:solidFill>
            <a:srgbClr val="B08A60">
              <a:alpha val="40000"/>
            </a:srgbClr>
          </a:solidFill>
          <a:ln w="0">
            <a:noFill/>
            <a:prstDash val="solid"/>
          </a:ln>
        </p:spPr>
      </p:sp>
      <p:sp>
        <p:nvSpPr>
          <p:cNvPr id="2142" name="a_full_bar_ellipse_2141">
            <a:extLst>
              <a:ext uri="{FF2B5EF4-FFF2-40B4-BE49-F238E27FC236}">
                <a16:creationId xmlns:a16="http://schemas.microsoft.com/office/drawing/2014/main" id="{3983654B-FB6E-4881-A3DA-19B0850969C5}"/>
              </a:ext>
            </a:extLst>
          </p:cNvPr>
          <p:cNvSpPr>
            <a:spLocks noGrp="1"/>
          </p:cNvSpPr>
          <p:nvPr/>
        </p:nvSpPr>
        <p:spPr>
          <a:xfrm>
            <a:off x="5188389" y="3944434"/>
            <a:ext cx="45341" cy="45341"/>
          </a:xfrm>
          <a:prstGeom prst="ellipse">
            <a:avLst/>
          </a:prstGeom>
          <a:solidFill>
            <a:srgbClr val="B08A60">
              <a:alpha val="40000"/>
            </a:srgbClr>
          </a:solidFill>
          <a:ln w="0">
            <a:noFill/>
            <a:prstDash val="solid"/>
          </a:ln>
        </p:spPr>
      </p:sp>
      <p:sp>
        <p:nvSpPr>
          <p:cNvPr id="2143" name="a_full_bar_ellipse_2142">
            <a:extLst>
              <a:ext uri="{FF2B5EF4-FFF2-40B4-BE49-F238E27FC236}">
                <a16:creationId xmlns:a16="http://schemas.microsoft.com/office/drawing/2014/main" id="{4CAC577A-A7FA-4077-8835-10AC9B9BE43C}"/>
              </a:ext>
            </a:extLst>
          </p:cNvPr>
          <p:cNvSpPr>
            <a:spLocks noGrp="1"/>
          </p:cNvSpPr>
          <p:nvPr/>
        </p:nvSpPr>
        <p:spPr>
          <a:xfrm>
            <a:off x="5190535" y="4457382"/>
            <a:ext cx="45341" cy="45341"/>
          </a:xfrm>
          <a:prstGeom prst="ellipse">
            <a:avLst/>
          </a:prstGeom>
          <a:solidFill>
            <a:srgbClr val="B08A60">
              <a:alpha val="40000"/>
            </a:srgbClr>
          </a:solidFill>
          <a:ln w="0">
            <a:noFill/>
            <a:prstDash val="solid"/>
          </a:ln>
        </p:spPr>
      </p:sp>
      <p:sp>
        <p:nvSpPr>
          <p:cNvPr id="2144" name="a_full_bar_ellipse_2143">
            <a:extLst>
              <a:ext uri="{FF2B5EF4-FFF2-40B4-BE49-F238E27FC236}">
                <a16:creationId xmlns:a16="http://schemas.microsoft.com/office/drawing/2014/main" id="{9E8096BA-63AD-4A8D-894B-93A89B630EB1}"/>
              </a:ext>
            </a:extLst>
          </p:cNvPr>
          <p:cNvSpPr>
            <a:spLocks noGrp="1"/>
          </p:cNvSpPr>
          <p:nvPr/>
        </p:nvSpPr>
        <p:spPr>
          <a:xfrm>
            <a:off x="5104377" y="4335780"/>
            <a:ext cx="45341" cy="45341"/>
          </a:xfrm>
          <a:prstGeom prst="ellipse">
            <a:avLst/>
          </a:prstGeom>
          <a:solidFill>
            <a:srgbClr val="B08A60">
              <a:alpha val="40000"/>
            </a:srgbClr>
          </a:solidFill>
          <a:ln w="0">
            <a:noFill/>
            <a:prstDash val="solid"/>
          </a:ln>
        </p:spPr>
      </p:sp>
      <p:sp>
        <p:nvSpPr>
          <p:cNvPr id="2145" name="a_full_bar_ellipse_2144">
            <a:extLst>
              <a:ext uri="{FF2B5EF4-FFF2-40B4-BE49-F238E27FC236}">
                <a16:creationId xmlns:a16="http://schemas.microsoft.com/office/drawing/2014/main" id="{880C34BC-33CC-47D3-ADFA-CCC6A48F9B44}"/>
              </a:ext>
            </a:extLst>
          </p:cNvPr>
          <p:cNvSpPr>
            <a:spLocks noGrp="1"/>
          </p:cNvSpPr>
          <p:nvPr/>
        </p:nvSpPr>
        <p:spPr>
          <a:xfrm>
            <a:off x="5113116" y="4441169"/>
            <a:ext cx="45341" cy="45341"/>
          </a:xfrm>
          <a:prstGeom prst="ellipse">
            <a:avLst/>
          </a:prstGeom>
          <a:solidFill>
            <a:srgbClr val="B08A60">
              <a:alpha val="40000"/>
            </a:srgbClr>
          </a:solidFill>
          <a:ln w="0">
            <a:noFill/>
            <a:prstDash val="solid"/>
          </a:ln>
        </p:spPr>
      </p:sp>
      <p:sp>
        <p:nvSpPr>
          <p:cNvPr id="2146" name="a_full_bar_ellipse_2145">
            <a:extLst>
              <a:ext uri="{FF2B5EF4-FFF2-40B4-BE49-F238E27FC236}">
                <a16:creationId xmlns:a16="http://schemas.microsoft.com/office/drawing/2014/main" id="{8677EE1E-3708-45BF-8C65-743ADE0D4828}"/>
              </a:ext>
            </a:extLst>
          </p:cNvPr>
          <p:cNvSpPr>
            <a:spLocks noGrp="1"/>
          </p:cNvSpPr>
          <p:nvPr/>
        </p:nvSpPr>
        <p:spPr>
          <a:xfrm>
            <a:off x="5181307" y="3295085"/>
            <a:ext cx="45341" cy="45341"/>
          </a:xfrm>
          <a:prstGeom prst="ellipse">
            <a:avLst/>
          </a:prstGeom>
          <a:solidFill>
            <a:srgbClr val="B08A60">
              <a:alpha val="40000"/>
            </a:srgbClr>
          </a:solidFill>
          <a:ln w="0">
            <a:noFill/>
            <a:prstDash val="solid"/>
          </a:ln>
        </p:spPr>
      </p:sp>
      <p:sp>
        <p:nvSpPr>
          <p:cNvPr id="2147" name="a_full_bar_ellipse_2146">
            <a:extLst>
              <a:ext uri="{FF2B5EF4-FFF2-40B4-BE49-F238E27FC236}">
                <a16:creationId xmlns:a16="http://schemas.microsoft.com/office/drawing/2014/main" id="{E1AF1308-8640-4998-8694-1D43F75B54D0}"/>
              </a:ext>
            </a:extLst>
          </p:cNvPr>
          <p:cNvSpPr>
            <a:spLocks noGrp="1"/>
          </p:cNvSpPr>
          <p:nvPr/>
        </p:nvSpPr>
        <p:spPr>
          <a:xfrm>
            <a:off x="5167677" y="4457382"/>
            <a:ext cx="45341" cy="45341"/>
          </a:xfrm>
          <a:prstGeom prst="ellipse">
            <a:avLst/>
          </a:prstGeom>
          <a:solidFill>
            <a:srgbClr val="B08A60">
              <a:alpha val="40000"/>
            </a:srgbClr>
          </a:solidFill>
          <a:ln w="0">
            <a:noFill/>
            <a:prstDash val="solid"/>
          </a:ln>
        </p:spPr>
      </p:sp>
      <p:sp>
        <p:nvSpPr>
          <p:cNvPr id="2148" name="a_full_bar_ellipse_2147">
            <a:extLst>
              <a:ext uri="{FF2B5EF4-FFF2-40B4-BE49-F238E27FC236}">
                <a16:creationId xmlns:a16="http://schemas.microsoft.com/office/drawing/2014/main" id="{F678246C-D2C3-4E35-AFB2-E510368AB8DB}"/>
              </a:ext>
            </a:extLst>
          </p:cNvPr>
          <p:cNvSpPr>
            <a:spLocks noGrp="1"/>
          </p:cNvSpPr>
          <p:nvPr/>
        </p:nvSpPr>
        <p:spPr>
          <a:xfrm>
            <a:off x="5152139" y="2306111"/>
            <a:ext cx="45341" cy="45341"/>
          </a:xfrm>
          <a:prstGeom prst="ellipse">
            <a:avLst/>
          </a:prstGeom>
          <a:solidFill>
            <a:srgbClr val="B08A60">
              <a:alpha val="40000"/>
            </a:srgbClr>
          </a:solidFill>
          <a:ln w="0">
            <a:noFill/>
            <a:prstDash val="solid"/>
          </a:ln>
        </p:spPr>
      </p:sp>
      <p:sp>
        <p:nvSpPr>
          <p:cNvPr id="2149" name="a_full_bar_ellipse_2148">
            <a:extLst>
              <a:ext uri="{FF2B5EF4-FFF2-40B4-BE49-F238E27FC236}">
                <a16:creationId xmlns:a16="http://schemas.microsoft.com/office/drawing/2014/main" id="{C3081F26-6898-4EB5-AF10-57BFBC70FCA0}"/>
              </a:ext>
            </a:extLst>
          </p:cNvPr>
          <p:cNvSpPr>
            <a:spLocks noGrp="1"/>
          </p:cNvSpPr>
          <p:nvPr/>
        </p:nvSpPr>
        <p:spPr>
          <a:xfrm>
            <a:off x="5219162" y="2129636"/>
            <a:ext cx="45341" cy="45341"/>
          </a:xfrm>
          <a:prstGeom prst="ellipse">
            <a:avLst/>
          </a:prstGeom>
          <a:solidFill>
            <a:srgbClr val="B08A60">
              <a:alpha val="40000"/>
            </a:srgbClr>
          </a:solidFill>
          <a:ln w="0">
            <a:noFill/>
            <a:prstDash val="solid"/>
          </a:ln>
        </p:spPr>
      </p:sp>
      <p:sp>
        <p:nvSpPr>
          <p:cNvPr id="2150" name="a_full_bar_ellipse_2149">
            <a:extLst>
              <a:ext uri="{FF2B5EF4-FFF2-40B4-BE49-F238E27FC236}">
                <a16:creationId xmlns:a16="http://schemas.microsoft.com/office/drawing/2014/main" id="{10F35806-3D0F-4117-9673-AC5DEEFD0007}"/>
              </a:ext>
            </a:extLst>
          </p:cNvPr>
          <p:cNvSpPr>
            <a:spLocks noGrp="1"/>
          </p:cNvSpPr>
          <p:nvPr/>
        </p:nvSpPr>
        <p:spPr>
          <a:xfrm>
            <a:off x="5143154" y="2836021"/>
            <a:ext cx="45341" cy="45341"/>
          </a:xfrm>
          <a:prstGeom prst="ellipse">
            <a:avLst/>
          </a:prstGeom>
          <a:solidFill>
            <a:srgbClr val="B08A60">
              <a:alpha val="40000"/>
            </a:srgbClr>
          </a:solidFill>
          <a:ln w="0">
            <a:noFill/>
            <a:prstDash val="solid"/>
          </a:ln>
        </p:spPr>
      </p:sp>
      <p:sp>
        <p:nvSpPr>
          <p:cNvPr id="2151" name="a_full_bar_ellipse_2150">
            <a:extLst>
              <a:ext uri="{FF2B5EF4-FFF2-40B4-BE49-F238E27FC236}">
                <a16:creationId xmlns:a16="http://schemas.microsoft.com/office/drawing/2014/main" id="{B8322428-0564-43F9-BFD6-D356B96DE8BE}"/>
              </a:ext>
            </a:extLst>
          </p:cNvPr>
          <p:cNvSpPr>
            <a:spLocks noGrp="1"/>
          </p:cNvSpPr>
          <p:nvPr/>
        </p:nvSpPr>
        <p:spPr>
          <a:xfrm>
            <a:off x="5186701" y="2025341"/>
            <a:ext cx="45341" cy="45341"/>
          </a:xfrm>
          <a:prstGeom prst="ellipse">
            <a:avLst/>
          </a:prstGeom>
          <a:solidFill>
            <a:srgbClr val="B08A60">
              <a:alpha val="40000"/>
            </a:srgbClr>
          </a:solidFill>
          <a:ln w="0">
            <a:noFill/>
            <a:prstDash val="solid"/>
          </a:ln>
        </p:spPr>
      </p:sp>
      <p:sp>
        <p:nvSpPr>
          <p:cNvPr id="2152" name="a_full_bar_ellipse_2151">
            <a:extLst>
              <a:ext uri="{FF2B5EF4-FFF2-40B4-BE49-F238E27FC236}">
                <a16:creationId xmlns:a16="http://schemas.microsoft.com/office/drawing/2014/main" id="{AFC72F2D-CBE4-4D3A-8F9F-1B689235DBB0}"/>
              </a:ext>
            </a:extLst>
          </p:cNvPr>
          <p:cNvSpPr>
            <a:spLocks noGrp="1"/>
          </p:cNvSpPr>
          <p:nvPr/>
        </p:nvSpPr>
        <p:spPr>
          <a:xfrm>
            <a:off x="5246178" y="4457382"/>
            <a:ext cx="45341" cy="45341"/>
          </a:xfrm>
          <a:prstGeom prst="ellipse">
            <a:avLst/>
          </a:prstGeom>
          <a:solidFill>
            <a:srgbClr val="B08A60">
              <a:alpha val="40000"/>
            </a:srgbClr>
          </a:solidFill>
          <a:ln w="0">
            <a:noFill/>
            <a:prstDash val="solid"/>
          </a:ln>
        </p:spPr>
      </p:sp>
      <p:sp>
        <p:nvSpPr>
          <p:cNvPr id="2153" name="a_full_bar_ellipse_2152">
            <a:extLst>
              <a:ext uri="{FF2B5EF4-FFF2-40B4-BE49-F238E27FC236}">
                <a16:creationId xmlns:a16="http://schemas.microsoft.com/office/drawing/2014/main" id="{8C566156-6D27-4BA1-A581-1BFE0FB145A9}"/>
              </a:ext>
            </a:extLst>
          </p:cNvPr>
          <p:cNvSpPr>
            <a:spLocks noGrp="1"/>
          </p:cNvSpPr>
          <p:nvPr/>
        </p:nvSpPr>
        <p:spPr>
          <a:xfrm>
            <a:off x="5135901" y="3239980"/>
            <a:ext cx="45341" cy="45341"/>
          </a:xfrm>
          <a:prstGeom prst="ellipse">
            <a:avLst/>
          </a:prstGeom>
          <a:solidFill>
            <a:srgbClr val="B08A60">
              <a:alpha val="40000"/>
            </a:srgbClr>
          </a:solidFill>
          <a:ln w="0">
            <a:noFill/>
            <a:prstDash val="solid"/>
          </a:ln>
        </p:spPr>
      </p:sp>
      <p:sp>
        <p:nvSpPr>
          <p:cNvPr id="2154" name="a_full_bar_ellipse_2153">
            <a:extLst>
              <a:ext uri="{FF2B5EF4-FFF2-40B4-BE49-F238E27FC236}">
                <a16:creationId xmlns:a16="http://schemas.microsoft.com/office/drawing/2014/main" id="{5261A7F1-807D-49DB-8396-935C2B67E07A}"/>
              </a:ext>
            </a:extLst>
          </p:cNvPr>
          <p:cNvSpPr>
            <a:spLocks noGrp="1"/>
          </p:cNvSpPr>
          <p:nvPr/>
        </p:nvSpPr>
        <p:spPr>
          <a:xfrm>
            <a:off x="5221783" y="4412344"/>
            <a:ext cx="45341" cy="45341"/>
          </a:xfrm>
          <a:prstGeom prst="ellipse">
            <a:avLst/>
          </a:prstGeom>
          <a:solidFill>
            <a:srgbClr val="B08A60">
              <a:alpha val="40000"/>
            </a:srgbClr>
          </a:solidFill>
          <a:ln w="0">
            <a:noFill/>
            <a:prstDash val="solid"/>
          </a:ln>
        </p:spPr>
      </p:sp>
      <p:sp>
        <p:nvSpPr>
          <p:cNvPr id="2155" name="a_full_bar_ellipse_2154">
            <a:extLst>
              <a:ext uri="{FF2B5EF4-FFF2-40B4-BE49-F238E27FC236}">
                <a16:creationId xmlns:a16="http://schemas.microsoft.com/office/drawing/2014/main" id="{0F04B0D4-6603-46B0-B46B-C592816D121F}"/>
              </a:ext>
            </a:extLst>
          </p:cNvPr>
          <p:cNvSpPr>
            <a:spLocks noGrp="1"/>
          </p:cNvSpPr>
          <p:nvPr/>
        </p:nvSpPr>
        <p:spPr>
          <a:xfrm>
            <a:off x="5148965" y="4457382"/>
            <a:ext cx="45341" cy="45341"/>
          </a:xfrm>
          <a:prstGeom prst="ellipse">
            <a:avLst/>
          </a:prstGeom>
          <a:solidFill>
            <a:srgbClr val="B08A60">
              <a:alpha val="40000"/>
            </a:srgbClr>
          </a:solidFill>
          <a:ln w="0">
            <a:noFill/>
            <a:prstDash val="solid"/>
          </a:ln>
        </p:spPr>
      </p:sp>
      <p:sp>
        <p:nvSpPr>
          <p:cNvPr id="2156" name="a_full_bar_ellipse_2155">
            <a:extLst>
              <a:ext uri="{FF2B5EF4-FFF2-40B4-BE49-F238E27FC236}">
                <a16:creationId xmlns:a16="http://schemas.microsoft.com/office/drawing/2014/main" id="{B1D8C193-04A2-40BF-964A-F62B4162F23B}"/>
              </a:ext>
            </a:extLst>
          </p:cNvPr>
          <p:cNvSpPr>
            <a:spLocks noGrp="1"/>
          </p:cNvSpPr>
          <p:nvPr/>
        </p:nvSpPr>
        <p:spPr>
          <a:xfrm>
            <a:off x="5184294" y="2025341"/>
            <a:ext cx="45341" cy="45341"/>
          </a:xfrm>
          <a:prstGeom prst="ellipse">
            <a:avLst/>
          </a:prstGeom>
          <a:solidFill>
            <a:srgbClr val="B08A60">
              <a:alpha val="40000"/>
            </a:srgbClr>
          </a:solidFill>
          <a:ln w="0">
            <a:noFill/>
            <a:prstDash val="solid"/>
          </a:ln>
        </p:spPr>
      </p:sp>
      <p:sp>
        <p:nvSpPr>
          <p:cNvPr id="2157" name="a_full_bar_ellipse_2156">
            <a:extLst>
              <a:ext uri="{FF2B5EF4-FFF2-40B4-BE49-F238E27FC236}">
                <a16:creationId xmlns:a16="http://schemas.microsoft.com/office/drawing/2014/main" id="{2F246E0B-0078-437D-9D82-E908D1E21EC5}"/>
              </a:ext>
            </a:extLst>
          </p:cNvPr>
          <p:cNvSpPr>
            <a:spLocks noGrp="1"/>
          </p:cNvSpPr>
          <p:nvPr/>
        </p:nvSpPr>
        <p:spPr>
          <a:xfrm>
            <a:off x="5265463" y="3241362"/>
            <a:ext cx="45341" cy="45341"/>
          </a:xfrm>
          <a:prstGeom prst="ellipse">
            <a:avLst/>
          </a:prstGeom>
          <a:solidFill>
            <a:srgbClr val="B08A60">
              <a:alpha val="40000"/>
            </a:srgbClr>
          </a:solidFill>
          <a:ln w="0">
            <a:noFill/>
            <a:prstDash val="solid"/>
          </a:ln>
        </p:spPr>
      </p:sp>
      <p:sp>
        <p:nvSpPr>
          <p:cNvPr id="2158" name="a_full_bar_ellipse_2157">
            <a:extLst>
              <a:ext uri="{FF2B5EF4-FFF2-40B4-BE49-F238E27FC236}">
                <a16:creationId xmlns:a16="http://schemas.microsoft.com/office/drawing/2014/main" id="{F1FCF75D-B8D2-454E-8CC2-970A68D4BCB0}"/>
              </a:ext>
            </a:extLst>
          </p:cNvPr>
          <p:cNvSpPr>
            <a:spLocks noGrp="1"/>
          </p:cNvSpPr>
          <p:nvPr/>
        </p:nvSpPr>
        <p:spPr>
          <a:xfrm>
            <a:off x="5263052" y="4457382"/>
            <a:ext cx="45341" cy="45341"/>
          </a:xfrm>
          <a:prstGeom prst="ellipse">
            <a:avLst/>
          </a:prstGeom>
          <a:solidFill>
            <a:srgbClr val="B08A60">
              <a:alpha val="40000"/>
            </a:srgbClr>
          </a:solidFill>
          <a:ln w="0">
            <a:noFill/>
            <a:prstDash val="solid"/>
          </a:ln>
        </p:spPr>
      </p:sp>
      <p:sp>
        <p:nvSpPr>
          <p:cNvPr id="2159" name="a_full_bar_ellipse_2158">
            <a:extLst>
              <a:ext uri="{FF2B5EF4-FFF2-40B4-BE49-F238E27FC236}">
                <a16:creationId xmlns:a16="http://schemas.microsoft.com/office/drawing/2014/main" id="{76FDB4CD-8FC5-4CC9-BC76-C269D210BDCF}"/>
              </a:ext>
            </a:extLst>
          </p:cNvPr>
          <p:cNvSpPr>
            <a:spLocks noGrp="1"/>
          </p:cNvSpPr>
          <p:nvPr/>
        </p:nvSpPr>
        <p:spPr>
          <a:xfrm>
            <a:off x="5246536" y="3119759"/>
            <a:ext cx="45341" cy="45341"/>
          </a:xfrm>
          <a:prstGeom prst="ellipse">
            <a:avLst/>
          </a:prstGeom>
          <a:solidFill>
            <a:srgbClr val="B08A60">
              <a:alpha val="40000"/>
            </a:srgbClr>
          </a:solidFill>
          <a:ln w="0">
            <a:noFill/>
            <a:prstDash val="solid"/>
          </a:ln>
        </p:spPr>
      </p:sp>
      <p:sp>
        <p:nvSpPr>
          <p:cNvPr id="2160" name="a_full_bar_ellipse_2159">
            <a:extLst>
              <a:ext uri="{FF2B5EF4-FFF2-40B4-BE49-F238E27FC236}">
                <a16:creationId xmlns:a16="http://schemas.microsoft.com/office/drawing/2014/main" id="{2A245216-A185-4744-B0B2-53C7390798B6}"/>
              </a:ext>
            </a:extLst>
          </p:cNvPr>
          <p:cNvSpPr>
            <a:spLocks noGrp="1"/>
          </p:cNvSpPr>
          <p:nvPr/>
        </p:nvSpPr>
        <p:spPr>
          <a:xfrm>
            <a:off x="5173205" y="2025341"/>
            <a:ext cx="45341" cy="45341"/>
          </a:xfrm>
          <a:prstGeom prst="ellipse">
            <a:avLst/>
          </a:prstGeom>
          <a:solidFill>
            <a:srgbClr val="B08A60">
              <a:alpha val="40000"/>
            </a:srgbClr>
          </a:solidFill>
          <a:ln w="0">
            <a:noFill/>
            <a:prstDash val="solid"/>
          </a:ln>
        </p:spPr>
      </p:sp>
      <p:sp>
        <p:nvSpPr>
          <p:cNvPr id="2161" name="a_full_bar_ellipse_2160">
            <a:extLst>
              <a:ext uri="{FF2B5EF4-FFF2-40B4-BE49-F238E27FC236}">
                <a16:creationId xmlns:a16="http://schemas.microsoft.com/office/drawing/2014/main" id="{2EE29164-E4D1-4AD9-8E9D-F533FE775F79}"/>
              </a:ext>
            </a:extLst>
          </p:cNvPr>
          <p:cNvSpPr>
            <a:spLocks noGrp="1"/>
          </p:cNvSpPr>
          <p:nvPr/>
        </p:nvSpPr>
        <p:spPr>
          <a:xfrm>
            <a:off x="5126476" y="3970974"/>
            <a:ext cx="45341" cy="45341"/>
          </a:xfrm>
          <a:prstGeom prst="ellipse">
            <a:avLst/>
          </a:prstGeom>
          <a:solidFill>
            <a:srgbClr val="B08A60">
              <a:alpha val="40000"/>
            </a:srgbClr>
          </a:solidFill>
          <a:ln w="0">
            <a:noFill/>
            <a:prstDash val="solid"/>
          </a:ln>
        </p:spPr>
      </p:sp>
      <p:sp>
        <p:nvSpPr>
          <p:cNvPr id="2162" name="a_full_bar_ellipse_2161">
            <a:extLst>
              <a:ext uri="{FF2B5EF4-FFF2-40B4-BE49-F238E27FC236}">
                <a16:creationId xmlns:a16="http://schemas.microsoft.com/office/drawing/2014/main" id="{D95415AF-4645-4E61-9EA7-699D282609DA}"/>
              </a:ext>
            </a:extLst>
          </p:cNvPr>
          <p:cNvSpPr>
            <a:spLocks noGrp="1"/>
          </p:cNvSpPr>
          <p:nvPr/>
        </p:nvSpPr>
        <p:spPr>
          <a:xfrm>
            <a:off x="5225043" y="4457382"/>
            <a:ext cx="45341" cy="45341"/>
          </a:xfrm>
          <a:prstGeom prst="ellipse">
            <a:avLst/>
          </a:prstGeom>
          <a:solidFill>
            <a:srgbClr val="B08A60">
              <a:alpha val="40000"/>
            </a:srgbClr>
          </a:solidFill>
          <a:ln w="0">
            <a:noFill/>
            <a:prstDash val="solid"/>
          </a:ln>
        </p:spPr>
      </p:sp>
      <p:sp>
        <p:nvSpPr>
          <p:cNvPr id="2163" name="a_full_bar_ellipse_2162">
            <a:extLst>
              <a:ext uri="{FF2B5EF4-FFF2-40B4-BE49-F238E27FC236}">
                <a16:creationId xmlns:a16="http://schemas.microsoft.com/office/drawing/2014/main" id="{9CB38E97-1B62-4596-B0EC-2CEDFFD38A60}"/>
              </a:ext>
            </a:extLst>
          </p:cNvPr>
          <p:cNvSpPr>
            <a:spLocks noGrp="1"/>
          </p:cNvSpPr>
          <p:nvPr/>
        </p:nvSpPr>
        <p:spPr>
          <a:xfrm>
            <a:off x="5190319" y="2025341"/>
            <a:ext cx="45341" cy="45341"/>
          </a:xfrm>
          <a:prstGeom prst="ellipse">
            <a:avLst/>
          </a:prstGeom>
          <a:solidFill>
            <a:srgbClr val="B08A60">
              <a:alpha val="40000"/>
            </a:srgbClr>
          </a:solidFill>
          <a:ln w="0">
            <a:noFill/>
            <a:prstDash val="solid"/>
          </a:ln>
        </p:spPr>
      </p:sp>
      <p:sp>
        <p:nvSpPr>
          <p:cNvPr id="2164" name="a_full_bar_ellipse_2163">
            <a:extLst>
              <a:ext uri="{FF2B5EF4-FFF2-40B4-BE49-F238E27FC236}">
                <a16:creationId xmlns:a16="http://schemas.microsoft.com/office/drawing/2014/main" id="{849F6330-4DA9-41F7-8B16-89C13F52FCEE}"/>
              </a:ext>
            </a:extLst>
          </p:cNvPr>
          <p:cNvSpPr>
            <a:spLocks noGrp="1"/>
          </p:cNvSpPr>
          <p:nvPr/>
        </p:nvSpPr>
        <p:spPr>
          <a:xfrm>
            <a:off x="5225514" y="4457382"/>
            <a:ext cx="45341" cy="45341"/>
          </a:xfrm>
          <a:prstGeom prst="ellipse">
            <a:avLst/>
          </a:prstGeom>
          <a:solidFill>
            <a:srgbClr val="B08A60">
              <a:alpha val="40000"/>
            </a:srgbClr>
          </a:solidFill>
          <a:ln w="0">
            <a:noFill/>
            <a:prstDash val="solid"/>
          </a:ln>
        </p:spPr>
      </p:sp>
      <p:sp>
        <p:nvSpPr>
          <p:cNvPr id="2165" name="a_full_bar_ellipse_2164">
            <a:extLst>
              <a:ext uri="{FF2B5EF4-FFF2-40B4-BE49-F238E27FC236}">
                <a16:creationId xmlns:a16="http://schemas.microsoft.com/office/drawing/2014/main" id="{F8FF4F3B-0ADC-4EBD-BC82-D457FD701146}"/>
              </a:ext>
            </a:extLst>
          </p:cNvPr>
          <p:cNvSpPr>
            <a:spLocks noGrp="1"/>
          </p:cNvSpPr>
          <p:nvPr/>
        </p:nvSpPr>
        <p:spPr>
          <a:xfrm>
            <a:off x="5117175" y="3439896"/>
            <a:ext cx="45341" cy="45341"/>
          </a:xfrm>
          <a:prstGeom prst="ellipse">
            <a:avLst/>
          </a:prstGeom>
          <a:solidFill>
            <a:srgbClr val="B08A60">
              <a:alpha val="40000"/>
            </a:srgbClr>
          </a:solidFill>
          <a:ln w="0">
            <a:noFill/>
            <a:prstDash val="solid"/>
          </a:ln>
        </p:spPr>
      </p:sp>
      <p:sp>
        <p:nvSpPr>
          <p:cNvPr id="2166" name="a_full_bar_ellipse_2165">
            <a:extLst>
              <a:ext uri="{FF2B5EF4-FFF2-40B4-BE49-F238E27FC236}">
                <a16:creationId xmlns:a16="http://schemas.microsoft.com/office/drawing/2014/main" id="{86D5785C-C8B6-4D3A-92EA-75FE6C61D648}"/>
              </a:ext>
            </a:extLst>
          </p:cNvPr>
          <p:cNvSpPr>
            <a:spLocks noGrp="1"/>
          </p:cNvSpPr>
          <p:nvPr/>
        </p:nvSpPr>
        <p:spPr>
          <a:xfrm>
            <a:off x="5111092" y="3936231"/>
            <a:ext cx="45341" cy="45341"/>
          </a:xfrm>
          <a:prstGeom prst="ellipse">
            <a:avLst/>
          </a:prstGeom>
          <a:solidFill>
            <a:srgbClr val="B08A60">
              <a:alpha val="40000"/>
            </a:srgbClr>
          </a:solidFill>
          <a:ln w="0">
            <a:noFill/>
            <a:prstDash val="solid"/>
          </a:ln>
        </p:spPr>
      </p:sp>
      <p:sp>
        <p:nvSpPr>
          <p:cNvPr id="2167" name="a_full_bar_ellipse_2166">
            <a:extLst>
              <a:ext uri="{FF2B5EF4-FFF2-40B4-BE49-F238E27FC236}">
                <a16:creationId xmlns:a16="http://schemas.microsoft.com/office/drawing/2014/main" id="{1B911C83-5977-43BE-B8F0-D7E387B553C6}"/>
              </a:ext>
            </a:extLst>
          </p:cNvPr>
          <p:cNvSpPr>
            <a:spLocks noGrp="1"/>
          </p:cNvSpPr>
          <p:nvPr/>
        </p:nvSpPr>
        <p:spPr>
          <a:xfrm>
            <a:off x="5299585" y="4457382"/>
            <a:ext cx="45341" cy="45341"/>
          </a:xfrm>
          <a:prstGeom prst="ellipse">
            <a:avLst/>
          </a:prstGeom>
          <a:solidFill>
            <a:srgbClr val="B08A60">
              <a:alpha val="40000"/>
            </a:srgbClr>
          </a:solidFill>
          <a:ln w="0">
            <a:noFill/>
            <a:prstDash val="solid"/>
          </a:ln>
        </p:spPr>
      </p:sp>
      <p:sp>
        <p:nvSpPr>
          <p:cNvPr id="2168" name="a_full_bar_ellipse_2167">
            <a:extLst>
              <a:ext uri="{FF2B5EF4-FFF2-40B4-BE49-F238E27FC236}">
                <a16:creationId xmlns:a16="http://schemas.microsoft.com/office/drawing/2014/main" id="{7308E696-454F-4E9A-B241-1D988A2291E3}"/>
              </a:ext>
            </a:extLst>
          </p:cNvPr>
          <p:cNvSpPr>
            <a:spLocks noGrp="1"/>
          </p:cNvSpPr>
          <p:nvPr/>
        </p:nvSpPr>
        <p:spPr>
          <a:xfrm>
            <a:off x="5134418" y="3569396"/>
            <a:ext cx="45341" cy="45341"/>
          </a:xfrm>
          <a:prstGeom prst="ellipse">
            <a:avLst/>
          </a:prstGeom>
          <a:solidFill>
            <a:srgbClr val="B08A60">
              <a:alpha val="40000"/>
            </a:srgbClr>
          </a:solidFill>
          <a:ln w="0">
            <a:noFill/>
            <a:prstDash val="solid"/>
          </a:ln>
        </p:spPr>
      </p:sp>
      <p:sp>
        <p:nvSpPr>
          <p:cNvPr id="2169" name="a_full_bar_ellipse_2168">
            <a:extLst>
              <a:ext uri="{FF2B5EF4-FFF2-40B4-BE49-F238E27FC236}">
                <a16:creationId xmlns:a16="http://schemas.microsoft.com/office/drawing/2014/main" id="{01AA265B-9D72-44D0-A659-3A994AA59A08}"/>
              </a:ext>
            </a:extLst>
          </p:cNvPr>
          <p:cNvSpPr>
            <a:spLocks noGrp="1"/>
          </p:cNvSpPr>
          <p:nvPr/>
        </p:nvSpPr>
        <p:spPr>
          <a:xfrm>
            <a:off x="5293612" y="3970974"/>
            <a:ext cx="45341" cy="45341"/>
          </a:xfrm>
          <a:prstGeom prst="ellipse">
            <a:avLst/>
          </a:prstGeom>
          <a:solidFill>
            <a:srgbClr val="B08A60">
              <a:alpha val="40000"/>
            </a:srgbClr>
          </a:solidFill>
          <a:ln w="0">
            <a:noFill/>
            <a:prstDash val="solid"/>
          </a:ln>
        </p:spPr>
      </p:sp>
      <p:sp>
        <p:nvSpPr>
          <p:cNvPr id="2170" name="a_full_bar_ellipse_2169">
            <a:extLst>
              <a:ext uri="{FF2B5EF4-FFF2-40B4-BE49-F238E27FC236}">
                <a16:creationId xmlns:a16="http://schemas.microsoft.com/office/drawing/2014/main" id="{2072E00B-FE5F-42FC-BB2C-9BD6159A6F3C}"/>
              </a:ext>
            </a:extLst>
          </p:cNvPr>
          <p:cNvSpPr>
            <a:spLocks noGrp="1"/>
          </p:cNvSpPr>
          <p:nvPr/>
        </p:nvSpPr>
        <p:spPr>
          <a:xfrm>
            <a:off x="5218961" y="2025341"/>
            <a:ext cx="45341" cy="45341"/>
          </a:xfrm>
          <a:prstGeom prst="ellipse">
            <a:avLst/>
          </a:prstGeom>
          <a:solidFill>
            <a:srgbClr val="B08A60">
              <a:alpha val="40000"/>
            </a:srgbClr>
          </a:solidFill>
          <a:ln w="0">
            <a:noFill/>
            <a:prstDash val="solid"/>
          </a:ln>
        </p:spPr>
      </p:sp>
      <p:sp>
        <p:nvSpPr>
          <p:cNvPr id="2171" name="a_full_bar_ellipse_2170">
            <a:extLst>
              <a:ext uri="{FF2B5EF4-FFF2-40B4-BE49-F238E27FC236}">
                <a16:creationId xmlns:a16="http://schemas.microsoft.com/office/drawing/2014/main" id="{D47111DD-E435-4E0A-9BFD-E3CA37BF69C5}"/>
              </a:ext>
            </a:extLst>
          </p:cNvPr>
          <p:cNvSpPr>
            <a:spLocks noGrp="1"/>
          </p:cNvSpPr>
          <p:nvPr/>
        </p:nvSpPr>
        <p:spPr>
          <a:xfrm>
            <a:off x="5105930" y="4301913"/>
            <a:ext cx="45341" cy="45341"/>
          </a:xfrm>
          <a:prstGeom prst="ellipse">
            <a:avLst/>
          </a:prstGeom>
          <a:solidFill>
            <a:srgbClr val="B08A60">
              <a:alpha val="40000"/>
            </a:srgbClr>
          </a:solidFill>
          <a:ln w="0">
            <a:noFill/>
            <a:prstDash val="solid"/>
          </a:ln>
        </p:spPr>
      </p:sp>
      <p:sp>
        <p:nvSpPr>
          <p:cNvPr id="2172" name="a_full_bar_ellipse_2171">
            <a:extLst>
              <a:ext uri="{FF2B5EF4-FFF2-40B4-BE49-F238E27FC236}">
                <a16:creationId xmlns:a16="http://schemas.microsoft.com/office/drawing/2014/main" id="{5E95A5EB-128F-4B8C-B175-8670921501BF}"/>
              </a:ext>
            </a:extLst>
          </p:cNvPr>
          <p:cNvSpPr>
            <a:spLocks noGrp="1"/>
          </p:cNvSpPr>
          <p:nvPr/>
        </p:nvSpPr>
        <p:spPr>
          <a:xfrm>
            <a:off x="5123930" y="4341571"/>
            <a:ext cx="45341" cy="45341"/>
          </a:xfrm>
          <a:prstGeom prst="ellipse">
            <a:avLst/>
          </a:prstGeom>
          <a:solidFill>
            <a:srgbClr val="B08A60">
              <a:alpha val="40000"/>
            </a:srgbClr>
          </a:solidFill>
          <a:ln w="0">
            <a:noFill/>
            <a:prstDash val="solid"/>
          </a:ln>
        </p:spPr>
      </p:sp>
      <p:sp>
        <p:nvSpPr>
          <p:cNvPr id="2173" name="a_full_bar_ellipse_2172">
            <a:extLst>
              <a:ext uri="{FF2B5EF4-FFF2-40B4-BE49-F238E27FC236}">
                <a16:creationId xmlns:a16="http://schemas.microsoft.com/office/drawing/2014/main" id="{85C4F48E-21A3-4CE8-8E2D-93A609122124}"/>
              </a:ext>
            </a:extLst>
          </p:cNvPr>
          <p:cNvSpPr>
            <a:spLocks noGrp="1"/>
          </p:cNvSpPr>
          <p:nvPr/>
        </p:nvSpPr>
        <p:spPr>
          <a:xfrm>
            <a:off x="5252803" y="4356047"/>
            <a:ext cx="45341" cy="45341"/>
          </a:xfrm>
          <a:prstGeom prst="ellipse">
            <a:avLst/>
          </a:prstGeom>
          <a:solidFill>
            <a:srgbClr val="B08A60">
              <a:alpha val="40000"/>
            </a:srgbClr>
          </a:solidFill>
          <a:ln w="0">
            <a:noFill/>
            <a:prstDash val="solid"/>
          </a:ln>
        </p:spPr>
      </p:sp>
      <p:sp>
        <p:nvSpPr>
          <p:cNvPr id="2174" name="a_full_bar_ellipse_2173">
            <a:extLst>
              <a:ext uri="{FF2B5EF4-FFF2-40B4-BE49-F238E27FC236}">
                <a16:creationId xmlns:a16="http://schemas.microsoft.com/office/drawing/2014/main" id="{BB544E8E-31DD-402D-BC46-202E8CA6055C}"/>
              </a:ext>
            </a:extLst>
          </p:cNvPr>
          <p:cNvSpPr>
            <a:spLocks noGrp="1"/>
          </p:cNvSpPr>
          <p:nvPr/>
        </p:nvSpPr>
        <p:spPr>
          <a:xfrm>
            <a:off x="5168687" y="3849372"/>
            <a:ext cx="45341" cy="45341"/>
          </a:xfrm>
          <a:prstGeom prst="ellipse">
            <a:avLst/>
          </a:prstGeom>
          <a:solidFill>
            <a:srgbClr val="B08A60">
              <a:alpha val="40000"/>
            </a:srgbClr>
          </a:solidFill>
          <a:ln w="0">
            <a:noFill/>
            <a:prstDash val="solid"/>
          </a:ln>
        </p:spPr>
      </p:sp>
      <p:sp>
        <p:nvSpPr>
          <p:cNvPr id="2175" name="a_full_bar_ellipse_2174">
            <a:extLst>
              <a:ext uri="{FF2B5EF4-FFF2-40B4-BE49-F238E27FC236}">
                <a16:creationId xmlns:a16="http://schemas.microsoft.com/office/drawing/2014/main" id="{CFD23B7F-5286-4223-9AD3-8029E07CB473}"/>
              </a:ext>
            </a:extLst>
          </p:cNvPr>
          <p:cNvSpPr>
            <a:spLocks noGrp="1"/>
          </p:cNvSpPr>
          <p:nvPr/>
        </p:nvSpPr>
        <p:spPr>
          <a:xfrm>
            <a:off x="5150027" y="4457382"/>
            <a:ext cx="45341" cy="45341"/>
          </a:xfrm>
          <a:prstGeom prst="ellipse">
            <a:avLst/>
          </a:prstGeom>
          <a:solidFill>
            <a:srgbClr val="B08A60">
              <a:alpha val="40000"/>
            </a:srgbClr>
          </a:solidFill>
          <a:ln w="0">
            <a:noFill/>
            <a:prstDash val="solid"/>
          </a:ln>
        </p:spPr>
      </p:sp>
      <p:sp>
        <p:nvSpPr>
          <p:cNvPr id="2176" name="a_full_bar_ellipse_2175">
            <a:extLst>
              <a:ext uri="{FF2B5EF4-FFF2-40B4-BE49-F238E27FC236}">
                <a16:creationId xmlns:a16="http://schemas.microsoft.com/office/drawing/2014/main" id="{18F0B87D-DB6E-484A-BDF8-DFBC5DEBC61C}"/>
              </a:ext>
            </a:extLst>
          </p:cNvPr>
          <p:cNvSpPr>
            <a:spLocks noGrp="1"/>
          </p:cNvSpPr>
          <p:nvPr/>
        </p:nvSpPr>
        <p:spPr>
          <a:xfrm>
            <a:off x="5105082" y="4446235"/>
            <a:ext cx="45341" cy="45341"/>
          </a:xfrm>
          <a:prstGeom prst="ellipse">
            <a:avLst/>
          </a:prstGeom>
          <a:solidFill>
            <a:srgbClr val="B08A60">
              <a:alpha val="40000"/>
            </a:srgbClr>
          </a:solidFill>
          <a:ln w="0">
            <a:noFill/>
            <a:prstDash val="solid"/>
          </a:ln>
        </p:spPr>
      </p:sp>
      <p:sp>
        <p:nvSpPr>
          <p:cNvPr id="2177" name="a_full_bar_ellipse_2176">
            <a:extLst>
              <a:ext uri="{FF2B5EF4-FFF2-40B4-BE49-F238E27FC236}">
                <a16:creationId xmlns:a16="http://schemas.microsoft.com/office/drawing/2014/main" id="{4D6E2567-B4EB-49D0-AF7D-3D2BA970060B}"/>
              </a:ext>
            </a:extLst>
          </p:cNvPr>
          <p:cNvSpPr>
            <a:spLocks noGrp="1"/>
          </p:cNvSpPr>
          <p:nvPr/>
        </p:nvSpPr>
        <p:spPr>
          <a:xfrm>
            <a:off x="5248057" y="4457382"/>
            <a:ext cx="45341" cy="45341"/>
          </a:xfrm>
          <a:prstGeom prst="ellipse">
            <a:avLst/>
          </a:prstGeom>
          <a:solidFill>
            <a:srgbClr val="B08A60">
              <a:alpha val="40000"/>
            </a:srgbClr>
          </a:solidFill>
          <a:ln w="0">
            <a:noFill/>
            <a:prstDash val="solid"/>
          </a:ln>
        </p:spPr>
      </p:sp>
      <p:sp>
        <p:nvSpPr>
          <p:cNvPr id="2178" name="a_full_bar_ellipse_2177">
            <a:extLst>
              <a:ext uri="{FF2B5EF4-FFF2-40B4-BE49-F238E27FC236}">
                <a16:creationId xmlns:a16="http://schemas.microsoft.com/office/drawing/2014/main" id="{49C5FE7D-6A4D-4E23-90C0-3EA933A62286}"/>
              </a:ext>
            </a:extLst>
          </p:cNvPr>
          <p:cNvSpPr>
            <a:spLocks noGrp="1"/>
          </p:cNvSpPr>
          <p:nvPr/>
        </p:nvSpPr>
        <p:spPr>
          <a:xfrm>
            <a:off x="5125601" y="4457382"/>
            <a:ext cx="45341" cy="45341"/>
          </a:xfrm>
          <a:prstGeom prst="ellipse">
            <a:avLst/>
          </a:prstGeom>
          <a:solidFill>
            <a:srgbClr val="B08A60">
              <a:alpha val="40000"/>
            </a:srgbClr>
          </a:solidFill>
          <a:ln w="0">
            <a:noFill/>
            <a:prstDash val="solid"/>
          </a:ln>
        </p:spPr>
      </p:sp>
      <p:sp>
        <p:nvSpPr>
          <p:cNvPr id="2179" name="a_full_bar_path_2178">
            <a:extLst>
              <a:ext uri="{FF2B5EF4-FFF2-40B4-BE49-F238E27FC236}">
                <a16:creationId xmlns:a16="http://schemas.microsoft.com/office/drawing/2014/main" id="{2673AEA3-EF92-4C61-9D05-38246816ABA8}"/>
              </a:ext>
            </a:extLst>
          </p:cNvPr>
          <p:cNvSpPr>
            <a:spLocks noGrp="1"/>
          </p:cNvSpPr>
          <p:nvPr/>
        </p:nvSpPr>
        <p:spPr>
          <a:xfrm>
            <a:off x="997560" y="1962890"/>
            <a:ext cx="191" cy="2577964"/>
          </a:xfrm>
          <a:custGeom>
            <a:avLst/>
            <a:gdLst/>
            <a:ahLst/>
            <a:cxnLst/>
            <a:rect l="0" t="0" r="0" b="0"/>
            <a:pathLst>
              <a:path w="191" h="2577964">
                <a:moveTo>
                  <a:pt x="0" y="2577964"/>
                </a:moveTo>
                <a:lnTo>
                  <a:pt x="0" y="0"/>
                </a:lnTo>
              </a:path>
            </a:pathLst>
          </a:custGeom>
          <a:noFill/>
          <a:ln w="15119">
            <a:solidFill>
              <a:srgbClr val="000000">
                <a:alpha val="100000"/>
              </a:srgbClr>
            </a:solidFill>
            <a:prstDash val="solid"/>
          </a:ln>
        </p:spPr>
      </p:sp>
      <p:sp>
        <p:nvSpPr>
          <p:cNvPr id="2180" name="a_full_bar_path_2179">
            <a:extLst>
              <a:ext uri="{FF2B5EF4-FFF2-40B4-BE49-F238E27FC236}">
                <a16:creationId xmlns:a16="http://schemas.microsoft.com/office/drawing/2014/main" id="{F2015E26-4001-44A8-9C38-2938DAF14748}"/>
              </a:ext>
            </a:extLst>
          </p:cNvPr>
          <p:cNvSpPr>
            <a:spLocks noGrp="1"/>
          </p:cNvSpPr>
          <p:nvPr/>
        </p:nvSpPr>
        <p:spPr>
          <a:xfrm>
            <a:off x="997560" y="4540854"/>
            <a:ext cx="4518360" cy="191"/>
          </a:xfrm>
          <a:custGeom>
            <a:avLst/>
            <a:gdLst/>
            <a:ahLst/>
            <a:cxnLst/>
            <a:rect l="0" t="0" r="0" b="0"/>
            <a:pathLst>
              <a:path w="4518360" h="191">
                <a:moveTo>
                  <a:pt x="0" y="0"/>
                </a:moveTo>
                <a:lnTo>
                  <a:pt x="4518360" y="0"/>
                </a:lnTo>
              </a:path>
            </a:pathLst>
          </a:custGeom>
          <a:noFill/>
          <a:ln w="15119">
            <a:solidFill>
              <a:srgbClr val="000000">
                <a:alpha val="100000"/>
              </a:srgbClr>
            </a:solidFill>
            <a:prstDash val="solid"/>
          </a:ln>
        </p:spPr>
      </p:sp>
      <p:sp>
        <p:nvSpPr>
          <p:cNvPr id="2181" name="a_full_bar_text_2180">
            <a:extLst>
              <a:ext uri="{FF2B5EF4-FFF2-40B4-BE49-F238E27FC236}">
                <a16:creationId xmlns:a16="http://schemas.microsoft.com/office/drawing/2014/main" id="{208216BD-F912-4839-970C-DA60B90C5BA0}"/>
              </a:ext>
            </a:extLst>
          </p:cNvPr>
          <p:cNvSpPr>
            <a:spLocks noGrp="1"/>
          </p:cNvSpPr>
          <p:nvPr/>
        </p:nvSpPr>
        <p:spPr>
          <a:xfrm rot="0">
            <a:off x="997560" y="1574216"/>
            <a:ext cx="1205891"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Overall scores</a:t>
            </a:r>
          </a:p>
        </p:txBody>
      </p:sp>
      <p:sp>
        <p:nvSpPr>
          <p:cNvPr id="2182" name="a_full_bar_text_2181">
            <a:extLst>
              <a:ext uri="{FF2B5EF4-FFF2-40B4-BE49-F238E27FC236}">
                <a16:creationId xmlns:a16="http://schemas.microsoft.com/office/drawing/2014/main" id="{549E9F86-D3EB-4340-998A-18493ACC055F}"/>
              </a:ext>
            </a:extLst>
          </p:cNvPr>
          <p:cNvSpPr>
            <a:spLocks noGrp="1"/>
          </p:cNvSpPr>
          <p:nvPr/>
        </p:nvSpPr>
        <p:spPr>
          <a:xfrm rot="0">
            <a:off x="509109" y="1529354"/>
            <a:ext cx="138022" cy="319819"/>
          </a:xfrm>
          <a:prstGeom prst="rect">
            <a:avLst/>
          </a:prstGeom>
          <a:noFill/>
          <a:ln w="0">
            <a:noFill/>
          </a:ln>
        </p:spPr>
        <p:txBody>
          <a:bodyPr wrap="none" lIns="0" tIns="0" rIns="0" bIns="0" anchor="ctr">
            <a:noAutofit/>
          </a:bodyPr>
          <a:lstStyle>
            <a:defPPr algn="l">
              <a:defRPr sz="2015" b="1">
                <a:solidFill>
                  <a:srgbClr val="000000"/>
                </a:solidFill>
                <a:latin typeface="Calibri"/>
                <a:ea typeface="Calibri"/>
                <a:cs typeface="Calibri"/>
              </a:defRPr>
            </a:defPPr>
          </a:lstStyle>
          <a:p>
            <a:pPr algn="l">
              <a:defRPr sz="2015" b="1">
                <a:solidFill>
                  <a:srgbClr val="000000"/>
                </a:solidFill>
                <a:latin typeface="Calibri"/>
                <a:ea typeface="Calibri"/>
                <a:cs typeface="Calibri"/>
              </a:defRPr>
            </a:pPr>
            <a:r>
              <a:rPr sz="2015" b="1">
                <a:solidFill>
                  <a:srgbClr val="000000"/>
                </a:solidFill>
                <a:latin typeface="Calibri"/>
                <a:ea typeface="Calibri"/>
                <a:cs typeface="Calibri"/>
              </a:rPr>
              <a:t>a</a:t>
            </a:r>
          </a:p>
        </p:txBody>
      </p:sp>
      <p:sp>
        <p:nvSpPr>
          <p:cNvPr id="2183" name="a_full_bar_path_2182">
            <a:extLst>
              <a:ext uri="{FF2B5EF4-FFF2-40B4-BE49-F238E27FC236}">
                <a16:creationId xmlns:a16="http://schemas.microsoft.com/office/drawing/2014/main" id="{5911D4E7-586C-4247-A558-794FFE044500}"/>
              </a:ext>
            </a:extLst>
          </p:cNvPr>
          <p:cNvSpPr>
            <a:spLocks noGrp="1"/>
          </p:cNvSpPr>
          <p:nvPr/>
        </p:nvSpPr>
        <p:spPr>
          <a:xfrm>
            <a:off x="1287488" y="2963699"/>
            <a:ext cx="191" cy="191487"/>
          </a:xfrm>
          <a:custGeom>
            <a:avLst/>
            <a:gdLst/>
            <a:ahLst/>
            <a:cxnLst/>
            <a:rect l="0" t="0" r="0" b="0"/>
            <a:pathLst>
              <a:path w="191" h="191487">
                <a:moveTo>
                  <a:pt x="0" y="191487"/>
                </a:moveTo>
                <a:lnTo>
                  <a:pt x="0" y="0"/>
                </a:lnTo>
              </a:path>
            </a:pathLst>
          </a:custGeom>
          <a:noFill/>
          <a:ln w="22097">
            <a:solidFill>
              <a:srgbClr val="007C83">
                <a:alpha val="100000"/>
              </a:srgbClr>
            </a:solidFill>
            <a:prstDash val="solid"/>
          </a:ln>
        </p:spPr>
      </p:sp>
      <p:sp>
        <p:nvSpPr>
          <p:cNvPr id="2184" name="a_full_bar_path_2183">
            <a:extLst>
              <a:ext uri="{FF2B5EF4-FFF2-40B4-BE49-F238E27FC236}">
                <a16:creationId xmlns:a16="http://schemas.microsoft.com/office/drawing/2014/main" id="{DD9CE2E5-8CA8-418C-B697-6D5AE705A1DC}"/>
              </a:ext>
            </a:extLst>
          </p:cNvPr>
          <p:cNvSpPr>
            <a:spLocks noGrp="1"/>
          </p:cNvSpPr>
          <p:nvPr/>
        </p:nvSpPr>
        <p:spPr>
          <a:xfrm>
            <a:off x="1222725" y="3155186"/>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2185" name="a_full_bar_path_2184">
            <a:extLst>
              <a:ext uri="{FF2B5EF4-FFF2-40B4-BE49-F238E27FC236}">
                <a16:creationId xmlns:a16="http://schemas.microsoft.com/office/drawing/2014/main" id="{ACBD45E5-0B4E-4333-B932-13EFF5B0D4BF}"/>
              </a:ext>
            </a:extLst>
          </p:cNvPr>
          <p:cNvSpPr>
            <a:spLocks noGrp="1"/>
          </p:cNvSpPr>
          <p:nvPr/>
        </p:nvSpPr>
        <p:spPr>
          <a:xfrm>
            <a:off x="1222725" y="2963699"/>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2186" name="a_full_bar_path_2185">
            <a:extLst>
              <a:ext uri="{FF2B5EF4-FFF2-40B4-BE49-F238E27FC236}">
                <a16:creationId xmlns:a16="http://schemas.microsoft.com/office/drawing/2014/main" id="{19101341-1ABA-44C5-8489-202AC7EDA610}"/>
              </a:ext>
            </a:extLst>
          </p:cNvPr>
          <p:cNvSpPr>
            <a:spLocks noGrp="1"/>
          </p:cNvSpPr>
          <p:nvPr/>
        </p:nvSpPr>
        <p:spPr>
          <a:xfrm>
            <a:off x="2793608" y="2753365"/>
            <a:ext cx="191" cy="230948"/>
          </a:xfrm>
          <a:custGeom>
            <a:avLst/>
            <a:gdLst/>
            <a:ahLst/>
            <a:cxnLst/>
            <a:rect l="0" t="0" r="0" b="0"/>
            <a:pathLst>
              <a:path w="191" h="230948">
                <a:moveTo>
                  <a:pt x="0" y="230948"/>
                </a:moveTo>
                <a:lnTo>
                  <a:pt x="0" y="0"/>
                </a:lnTo>
              </a:path>
            </a:pathLst>
          </a:custGeom>
          <a:noFill/>
          <a:ln w="22097">
            <a:solidFill>
              <a:srgbClr val="007C83">
                <a:alpha val="100000"/>
              </a:srgbClr>
            </a:solidFill>
            <a:prstDash val="solid"/>
          </a:ln>
        </p:spPr>
      </p:sp>
      <p:sp>
        <p:nvSpPr>
          <p:cNvPr id="2187" name="a_full_bar_path_2186">
            <a:extLst>
              <a:ext uri="{FF2B5EF4-FFF2-40B4-BE49-F238E27FC236}">
                <a16:creationId xmlns:a16="http://schemas.microsoft.com/office/drawing/2014/main" id="{1C6F282A-6F0C-49FD-B195-BD339DF6D73D}"/>
              </a:ext>
            </a:extLst>
          </p:cNvPr>
          <p:cNvSpPr>
            <a:spLocks noGrp="1"/>
          </p:cNvSpPr>
          <p:nvPr/>
        </p:nvSpPr>
        <p:spPr>
          <a:xfrm>
            <a:off x="2728845" y="2984313"/>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2188" name="a_full_bar_path_2187">
            <a:extLst>
              <a:ext uri="{FF2B5EF4-FFF2-40B4-BE49-F238E27FC236}">
                <a16:creationId xmlns:a16="http://schemas.microsoft.com/office/drawing/2014/main" id="{C839BC3C-09B4-4FC8-A7BC-05CA0903BC60}"/>
              </a:ext>
            </a:extLst>
          </p:cNvPr>
          <p:cNvSpPr>
            <a:spLocks noGrp="1"/>
          </p:cNvSpPr>
          <p:nvPr/>
        </p:nvSpPr>
        <p:spPr>
          <a:xfrm>
            <a:off x="2728845" y="2753365"/>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2189" name="a_full_bar_path_2188">
            <a:extLst>
              <a:ext uri="{FF2B5EF4-FFF2-40B4-BE49-F238E27FC236}">
                <a16:creationId xmlns:a16="http://schemas.microsoft.com/office/drawing/2014/main" id="{2F59E2A3-9C35-408D-8720-709678877B9A}"/>
              </a:ext>
            </a:extLst>
          </p:cNvPr>
          <p:cNvSpPr>
            <a:spLocks noGrp="1"/>
          </p:cNvSpPr>
          <p:nvPr/>
        </p:nvSpPr>
        <p:spPr>
          <a:xfrm>
            <a:off x="4299728" y="2988507"/>
            <a:ext cx="191" cy="271035"/>
          </a:xfrm>
          <a:custGeom>
            <a:avLst/>
            <a:gdLst/>
            <a:ahLst/>
            <a:cxnLst/>
            <a:rect l="0" t="0" r="0" b="0"/>
            <a:pathLst>
              <a:path w="191" h="271035">
                <a:moveTo>
                  <a:pt x="0" y="271035"/>
                </a:moveTo>
                <a:lnTo>
                  <a:pt x="0" y="0"/>
                </a:lnTo>
              </a:path>
            </a:pathLst>
          </a:custGeom>
          <a:noFill/>
          <a:ln w="22097">
            <a:solidFill>
              <a:srgbClr val="007C83">
                <a:alpha val="100000"/>
              </a:srgbClr>
            </a:solidFill>
            <a:prstDash val="solid"/>
          </a:ln>
        </p:spPr>
      </p:sp>
      <p:sp>
        <p:nvSpPr>
          <p:cNvPr id="2190" name="a_full_bar_path_2189">
            <a:extLst>
              <a:ext uri="{FF2B5EF4-FFF2-40B4-BE49-F238E27FC236}">
                <a16:creationId xmlns:a16="http://schemas.microsoft.com/office/drawing/2014/main" id="{A98AC554-B7CD-401B-9A5B-AA2D3C7FA5FC}"/>
              </a:ext>
            </a:extLst>
          </p:cNvPr>
          <p:cNvSpPr>
            <a:spLocks noGrp="1"/>
          </p:cNvSpPr>
          <p:nvPr/>
        </p:nvSpPr>
        <p:spPr>
          <a:xfrm>
            <a:off x="4234965" y="3259542"/>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2191" name="a_full_bar_path_2190">
            <a:extLst>
              <a:ext uri="{FF2B5EF4-FFF2-40B4-BE49-F238E27FC236}">
                <a16:creationId xmlns:a16="http://schemas.microsoft.com/office/drawing/2014/main" id="{2E1E1527-0298-47BC-859F-F5D14BF98F6F}"/>
              </a:ext>
            </a:extLst>
          </p:cNvPr>
          <p:cNvSpPr>
            <a:spLocks noGrp="1"/>
          </p:cNvSpPr>
          <p:nvPr/>
        </p:nvSpPr>
        <p:spPr>
          <a:xfrm>
            <a:off x="4234965" y="2988507"/>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2192" name="a_full_bar_path_2191">
            <a:extLst>
              <a:ext uri="{FF2B5EF4-FFF2-40B4-BE49-F238E27FC236}">
                <a16:creationId xmlns:a16="http://schemas.microsoft.com/office/drawing/2014/main" id="{4DC76C3E-8C95-4C10-A7EE-2D6EE24C9F72}"/>
              </a:ext>
            </a:extLst>
          </p:cNvPr>
          <p:cNvSpPr>
            <a:spLocks noGrp="1"/>
          </p:cNvSpPr>
          <p:nvPr/>
        </p:nvSpPr>
        <p:spPr>
          <a:xfrm>
            <a:off x="1596243" y="3220989"/>
            <a:ext cx="191" cy="201375"/>
          </a:xfrm>
          <a:custGeom>
            <a:avLst/>
            <a:gdLst/>
            <a:ahLst/>
            <a:cxnLst/>
            <a:rect l="0" t="0" r="0" b="0"/>
            <a:pathLst>
              <a:path w="191" h="201375">
                <a:moveTo>
                  <a:pt x="0" y="201375"/>
                </a:moveTo>
                <a:lnTo>
                  <a:pt x="0" y="0"/>
                </a:lnTo>
              </a:path>
            </a:pathLst>
          </a:custGeom>
          <a:noFill/>
          <a:ln w="22097">
            <a:solidFill>
              <a:srgbClr val="566AB4">
                <a:alpha val="100000"/>
              </a:srgbClr>
            </a:solidFill>
            <a:prstDash val="solid"/>
          </a:ln>
        </p:spPr>
      </p:sp>
      <p:sp>
        <p:nvSpPr>
          <p:cNvPr id="2193" name="a_full_bar_path_2192">
            <a:extLst>
              <a:ext uri="{FF2B5EF4-FFF2-40B4-BE49-F238E27FC236}">
                <a16:creationId xmlns:a16="http://schemas.microsoft.com/office/drawing/2014/main" id="{ABEF6A7D-CF3E-43F2-AC0B-005CB23FD116}"/>
              </a:ext>
            </a:extLst>
          </p:cNvPr>
          <p:cNvSpPr>
            <a:spLocks noGrp="1"/>
          </p:cNvSpPr>
          <p:nvPr/>
        </p:nvSpPr>
        <p:spPr>
          <a:xfrm>
            <a:off x="1531480" y="3422364"/>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2194" name="a_full_bar_path_2193">
            <a:extLst>
              <a:ext uri="{FF2B5EF4-FFF2-40B4-BE49-F238E27FC236}">
                <a16:creationId xmlns:a16="http://schemas.microsoft.com/office/drawing/2014/main" id="{EC837BE0-EE37-4D1E-B832-2E8A7A68F38B}"/>
              </a:ext>
            </a:extLst>
          </p:cNvPr>
          <p:cNvSpPr>
            <a:spLocks noGrp="1"/>
          </p:cNvSpPr>
          <p:nvPr/>
        </p:nvSpPr>
        <p:spPr>
          <a:xfrm>
            <a:off x="1531480" y="3220989"/>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2195" name="a_full_bar_path_2194">
            <a:extLst>
              <a:ext uri="{FF2B5EF4-FFF2-40B4-BE49-F238E27FC236}">
                <a16:creationId xmlns:a16="http://schemas.microsoft.com/office/drawing/2014/main" id="{B13C8A8F-F8F2-4EA3-90BA-B9CCFE8D00A7}"/>
              </a:ext>
            </a:extLst>
          </p:cNvPr>
          <p:cNvSpPr>
            <a:spLocks noGrp="1"/>
          </p:cNvSpPr>
          <p:nvPr/>
        </p:nvSpPr>
        <p:spPr>
          <a:xfrm>
            <a:off x="3102363" y="3047513"/>
            <a:ext cx="191" cy="235961"/>
          </a:xfrm>
          <a:custGeom>
            <a:avLst/>
            <a:gdLst/>
            <a:ahLst/>
            <a:cxnLst/>
            <a:rect l="0" t="0" r="0" b="0"/>
            <a:pathLst>
              <a:path w="191" h="235961">
                <a:moveTo>
                  <a:pt x="0" y="235961"/>
                </a:moveTo>
                <a:lnTo>
                  <a:pt x="0" y="0"/>
                </a:lnTo>
              </a:path>
            </a:pathLst>
          </a:custGeom>
          <a:noFill/>
          <a:ln w="22097">
            <a:solidFill>
              <a:srgbClr val="566AB4">
                <a:alpha val="100000"/>
              </a:srgbClr>
            </a:solidFill>
            <a:prstDash val="solid"/>
          </a:ln>
        </p:spPr>
      </p:sp>
      <p:sp>
        <p:nvSpPr>
          <p:cNvPr id="2196" name="a_full_bar_path_2195">
            <a:extLst>
              <a:ext uri="{FF2B5EF4-FFF2-40B4-BE49-F238E27FC236}">
                <a16:creationId xmlns:a16="http://schemas.microsoft.com/office/drawing/2014/main" id="{A4AACF27-91C5-439E-BF62-A6947BCBA219}"/>
              </a:ext>
            </a:extLst>
          </p:cNvPr>
          <p:cNvSpPr>
            <a:spLocks noGrp="1"/>
          </p:cNvSpPr>
          <p:nvPr/>
        </p:nvSpPr>
        <p:spPr>
          <a:xfrm>
            <a:off x="3037600" y="3283474"/>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2197" name="a_full_bar_path_2196">
            <a:extLst>
              <a:ext uri="{FF2B5EF4-FFF2-40B4-BE49-F238E27FC236}">
                <a16:creationId xmlns:a16="http://schemas.microsoft.com/office/drawing/2014/main" id="{1C17CBED-376C-4B64-9434-DCCFC33C2739}"/>
              </a:ext>
            </a:extLst>
          </p:cNvPr>
          <p:cNvSpPr>
            <a:spLocks noGrp="1"/>
          </p:cNvSpPr>
          <p:nvPr/>
        </p:nvSpPr>
        <p:spPr>
          <a:xfrm>
            <a:off x="3037600" y="3047513"/>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2198" name="a_full_bar_path_2197">
            <a:extLst>
              <a:ext uri="{FF2B5EF4-FFF2-40B4-BE49-F238E27FC236}">
                <a16:creationId xmlns:a16="http://schemas.microsoft.com/office/drawing/2014/main" id="{A606432C-2309-40E9-B337-DB300D52FA5A}"/>
              </a:ext>
            </a:extLst>
          </p:cNvPr>
          <p:cNvSpPr>
            <a:spLocks noGrp="1"/>
          </p:cNvSpPr>
          <p:nvPr/>
        </p:nvSpPr>
        <p:spPr>
          <a:xfrm>
            <a:off x="4608483" y="3264001"/>
            <a:ext cx="191" cy="256564"/>
          </a:xfrm>
          <a:custGeom>
            <a:avLst/>
            <a:gdLst/>
            <a:ahLst/>
            <a:cxnLst/>
            <a:rect l="0" t="0" r="0" b="0"/>
            <a:pathLst>
              <a:path w="191" h="256564">
                <a:moveTo>
                  <a:pt x="0" y="256564"/>
                </a:moveTo>
                <a:lnTo>
                  <a:pt x="0" y="0"/>
                </a:lnTo>
              </a:path>
            </a:pathLst>
          </a:custGeom>
          <a:noFill/>
          <a:ln w="22097">
            <a:solidFill>
              <a:srgbClr val="566AB4">
                <a:alpha val="100000"/>
              </a:srgbClr>
            </a:solidFill>
            <a:prstDash val="solid"/>
          </a:ln>
        </p:spPr>
      </p:sp>
      <p:sp>
        <p:nvSpPr>
          <p:cNvPr id="2199" name="a_full_bar_path_2198">
            <a:extLst>
              <a:ext uri="{FF2B5EF4-FFF2-40B4-BE49-F238E27FC236}">
                <a16:creationId xmlns:a16="http://schemas.microsoft.com/office/drawing/2014/main" id="{09D49465-DD3D-48F0-BA41-F56C5D2AC27E}"/>
              </a:ext>
            </a:extLst>
          </p:cNvPr>
          <p:cNvSpPr>
            <a:spLocks noGrp="1"/>
          </p:cNvSpPr>
          <p:nvPr/>
        </p:nvSpPr>
        <p:spPr>
          <a:xfrm>
            <a:off x="4543720" y="3520565"/>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2200" name="a_full_bar_path_2199">
            <a:extLst>
              <a:ext uri="{FF2B5EF4-FFF2-40B4-BE49-F238E27FC236}">
                <a16:creationId xmlns:a16="http://schemas.microsoft.com/office/drawing/2014/main" id="{64AC7599-2D02-4F99-8469-A95938DC8216}"/>
              </a:ext>
            </a:extLst>
          </p:cNvPr>
          <p:cNvSpPr>
            <a:spLocks noGrp="1"/>
          </p:cNvSpPr>
          <p:nvPr/>
        </p:nvSpPr>
        <p:spPr>
          <a:xfrm>
            <a:off x="4543720" y="3264001"/>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2201" name="a_full_bar_path_2200">
            <a:extLst>
              <a:ext uri="{FF2B5EF4-FFF2-40B4-BE49-F238E27FC236}">
                <a16:creationId xmlns:a16="http://schemas.microsoft.com/office/drawing/2014/main" id="{35EBE8B4-0A24-410E-9BCA-2803B04E1DA8}"/>
              </a:ext>
            </a:extLst>
          </p:cNvPr>
          <p:cNvSpPr>
            <a:spLocks noGrp="1"/>
          </p:cNvSpPr>
          <p:nvPr/>
        </p:nvSpPr>
        <p:spPr>
          <a:xfrm>
            <a:off x="1904997" y="3357939"/>
            <a:ext cx="191" cy="202778"/>
          </a:xfrm>
          <a:custGeom>
            <a:avLst/>
            <a:gdLst/>
            <a:ahLst/>
            <a:cxnLst/>
            <a:rect l="0" t="0" r="0" b="0"/>
            <a:pathLst>
              <a:path w="191" h="202778">
                <a:moveTo>
                  <a:pt x="0" y="202778"/>
                </a:moveTo>
                <a:lnTo>
                  <a:pt x="0" y="0"/>
                </a:lnTo>
              </a:path>
            </a:pathLst>
          </a:custGeom>
          <a:noFill/>
          <a:ln w="22097">
            <a:solidFill>
              <a:srgbClr val="7D8990">
                <a:alpha val="100000"/>
              </a:srgbClr>
            </a:solidFill>
            <a:prstDash val="solid"/>
          </a:ln>
        </p:spPr>
      </p:sp>
      <p:sp>
        <p:nvSpPr>
          <p:cNvPr id="2202" name="a_full_bar_path_2201">
            <a:extLst>
              <a:ext uri="{FF2B5EF4-FFF2-40B4-BE49-F238E27FC236}">
                <a16:creationId xmlns:a16="http://schemas.microsoft.com/office/drawing/2014/main" id="{7D130262-358E-4179-8870-F08F4DA635F8}"/>
              </a:ext>
            </a:extLst>
          </p:cNvPr>
          <p:cNvSpPr>
            <a:spLocks noGrp="1"/>
          </p:cNvSpPr>
          <p:nvPr/>
        </p:nvSpPr>
        <p:spPr>
          <a:xfrm>
            <a:off x="1840234" y="3560716"/>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2203" name="a_full_bar_path_2202">
            <a:extLst>
              <a:ext uri="{FF2B5EF4-FFF2-40B4-BE49-F238E27FC236}">
                <a16:creationId xmlns:a16="http://schemas.microsoft.com/office/drawing/2014/main" id="{95775193-CF1E-4254-86BE-B729F797FD82}"/>
              </a:ext>
            </a:extLst>
          </p:cNvPr>
          <p:cNvSpPr>
            <a:spLocks noGrp="1"/>
          </p:cNvSpPr>
          <p:nvPr/>
        </p:nvSpPr>
        <p:spPr>
          <a:xfrm>
            <a:off x="1840234" y="3357939"/>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2204" name="a_full_bar_path_2203">
            <a:extLst>
              <a:ext uri="{FF2B5EF4-FFF2-40B4-BE49-F238E27FC236}">
                <a16:creationId xmlns:a16="http://schemas.microsoft.com/office/drawing/2014/main" id="{DF93949B-C4C6-4E13-A29E-76365494B57E}"/>
              </a:ext>
            </a:extLst>
          </p:cNvPr>
          <p:cNvSpPr>
            <a:spLocks noGrp="1"/>
          </p:cNvSpPr>
          <p:nvPr/>
        </p:nvSpPr>
        <p:spPr>
          <a:xfrm>
            <a:off x="3411117" y="3092078"/>
            <a:ext cx="191" cy="259756"/>
          </a:xfrm>
          <a:custGeom>
            <a:avLst/>
            <a:gdLst/>
            <a:ahLst/>
            <a:cxnLst/>
            <a:rect l="0" t="0" r="0" b="0"/>
            <a:pathLst>
              <a:path w="191" h="259756">
                <a:moveTo>
                  <a:pt x="0" y="259756"/>
                </a:moveTo>
                <a:lnTo>
                  <a:pt x="0" y="0"/>
                </a:lnTo>
              </a:path>
            </a:pathLst>
          </a:custGeom>
          <a:noFill/>
          <a:ln w="22097">
            <a:solidFill>
              <a:srgbClr val="7D8990">
                <a:alpha val="100000"/>
              </a:srgbClr>
            </a:solidFill>
            <a:prstDash val="solid"/>
          </a:ln>
        </p:spPr>
      </p:sp>
      <p:sp>
        <p:nvSpPr>
          <p:cNvPr id="2205" name="a_full_bar_path_2204">
            <a:extLst>
              <a:ext uri="{FF2B5EF4-FFF2-40B4-BE49-F238E27FC236}">
                <a16:creationId xmlns:a16="http://schemas.microsoft.com/office/drawing/2014/main" id="{F9168FC2-C9E3-47FF-8765-C5280F943FAB}"/>
              </a:ext>
            </a:extLst>
          </p:cNvPr>
          <p:cNvSpPr>
            <a:spLocks noGrp="1"/>
          </p:cNvSpPr>
          <p:nvPr/>
        </p:nvSpPr>
        <p:spPr>
          <a:xfrm>
            <a:off x="3346354" y="3351835"/>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2206" name="a_full_bar_path_2205">
            <a:extLst>
              <a:ext uri="{FF2B5EF4-FFF2-40B4-BE49-F238E27FC236}">
                <a16:creationId xmlns:a16="http://schemas.microsoft.com/office/drawing/2014/main" id="{322C52BF-EE8F-42A8-9AB6-E171C1213AAC}"/>
              </a:ext>
            </a:extLst>
          </p:cNvPr>
          <p:cNvSpPr>
            <a:spLocks noGrp="1"/>
          </p:cNvSpPr>
          <p:nvPr/>
        </p:nvSpPr>
        <p:spPr>
          <a:xfrm>
            <a:off x="3346354" y="3092078"/>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2207" name="a_full_bar_path_2206">
            <a:extLst>
              <a:ext uri="{FF2B5EF4-FFF2-40B4-BE49-F238E27FC236}">
                <a16:creationId xmlns:a16="http://schemas.microsoft.com/office/drawing/2014/main" id="{9E921248-7DF3-43E1-9CD7-EB598F6EA7B7}"/>
              </a:ext>
            </a:extLst>
          </p:cNvPr>
          <p:cNvSpPr>
            <a:spLocks noGrp="1"/>
          </p:cNvSpPr>
          <p:nvPr/>
        </p:nvSpPr>
        <p:spPr>
          <a:xfrm>
            <a:off x="4917237" y="3579610"/>
            <a:ext cx="191" cy="260985"/>
          </a:xfrm>
          <a:custGeom>
            <a:avLst/>
            <a:gdLst/>
            <a:ahLst/>
            <a:cxnLst/>
            <a:rect l="0" t="0" r="0" b="0"/>
            <a:pathLst>
              <a:path w="191" h="260985">
                <a:moveTo>
                  <a:pt x="0" y="260985"/>
                </a:moveTo>
                <a:lnTo>
                  <a:pt x="0" y="0"/>
                </a:lnTo>
              </a:path>
            </a:pathLst>
          </a:custGeom>
          <a:noFill/>
          <a:ln w="22097">
            <a:solidFill>
              <a:srgbClr val="7D8990">
                <a:alpha val="100000"/>
              </a:srgbClr>
            </a:solidFill>
            <a:prstDash val="solid"/>
          </a:ln>
        </p:spPr>
      </p:sp>
      <p:sp>
        <p:nvSpPr>
          <p:cNvPr id="2208" name="a_full_bar_path_2207">
            <a:extLst>
              <a:ext uri="{FF2B5EF4-FFF2-40B4-BE49-F238E27FC236}">
                <a16:creationId xmlns:a16="http://schemas.microsoft.com/office/drawing/2014/main" id="{BD63C860-D255-4714-ACCA-722A60479E79}"/>
              </a:ext>
            </a:extLst>
          </p:cNvPr>
          <p:cNvSpPr>
            <a:spLocks noGrp="1"/>
          </p:cNvSpPr>
          <p:nvPr/>
        </p:nvSpPr>
        <p:spPr>
          <a:xfrm>
            <a:off x="4852474" y="3840595"/>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2209" name="a_full_bar_path_2208">
            <a:extLst>
              <a:ext uri="{FF2B5EF4-FFF2-40B4-BE49-F238E27FC236}">
                <a16:creationId xmlns:a16="http://schemas.microsoft.com/office/drawing/2014/main" id="{626B1349-7DA4-4CA7-AB50-6B293532267F}"/>
              </a:ext>
            </a:extLst>
          </p:cNvPr>
          <p:cNvSpPr>
            <a:spLocks noGrp="1"/>
          </p:cNvSpPr>
          <p:nvPr/>
        </p:nvSpPr>
        <p:spPr>
          <a:xfrm>
            <a:off x="4852474" y="3579610"/>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2210" name="a_full_bar_path_2209">
            <a:extLst>
              <a:ext uri="{FF2B5EF4-FFF2-40B4-BE49-F238E27FC236}">
                <a16:creationId xmlns:a16="http://schemas.microsoft.com/office/drawing/2014/main" id="{D95A9997-1CD3-4F5A-B5CC-F9884BE540C6}"/>
              </a:ext>
            </a:extLst>
          </p:cNvPr>
          <p:cNvSpPr>
            <a:spLocks noGrp="1"/>
          </p:cNvSpPr>
          <p:nvPr/>
        </p:nvSpPr>
        <p:spPr>
          <a:xfrm>
            <a:off x="2213752" y="3511066"/>
            <a:ext cx="191" cy="207733"/>
          </a:xfrm>
          <a:custGeom>
            <a:avLst/>
            <a:gdLst/>
            <a:ahLst/>
            <a:cxnLst/>
            <a:rect l="0" t="0" r="0" b="0"/>
            <a:pathLst>
              <a:path w="191" h="207733">
                <a:moveTo>
                  <a:pt x="0" y="207733"/>
                </a:moveTo>
                <a:lnTo>
                  <a:pt x="0" y="0"/>
                </a:lnTo>
              </a:path>
            </a:pathLst>
          </a:custGeom>
          <a:noFill/>
          <a:ln w="22097">
            <a:solidFill>
              <a:srgbClr val="B08A60">
                <a:alpha val="100000"/>
              </a:srgbClr>
            </a:solidFill>
            <a:prstDash val="solid"/>
          </a:ln>
        </p:spPr>
      </p:sp>
      <p:sp>
        <p:nvSpPr>
          <p:cNvPr id="2211" name="a_full_bar_path_2210">
            <a:extLst>
              <a:ext uri="{FF2B5EF4-FFF2-40B4-BE49-F238E27FC236}">
                <a16:creationId xmlns:a16="http://schemas.microsoft.com/office/drawing/2014/main" id="{F79831D3-4E40-402F-8D75-F586BCCE66BF}"/>
              </a:ext>
            </a:extLst>
          </p:cNvPr>
          <p:cNvSpPr>
            <a:spLocks noGrp="1"/>
          </p:cNvSpPr>
          <p:nvPr/>
        </p:nvSpPr>
        <p:spPr>
          <a:xfrm>
            <a:off x="2148989" y="3718799"/>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2212" name="a_full_bar_path_2211">
            <a:extLst>
              <a:ext uri="{FF2B5EF4-FFF2-40B4-BE49-F238E27FC236}">
                <a16:creationId xmlns:a16="http://schemas.microsoft.com/office/drawing/2014/main" id="{B8D18A43-F8BA-4097-8216-32C2110D3E39}"/>
              </a:ext>
            </a:extLst>
          </p:cNvPr>
          <p:cNvSpPr>
            <a:spLocks noGrp="1"/>
          </p:cNvSpPr>
          <p:nvPr/>
        </p:nvSpPr>
        <p:spPr>
          <a:xfrm>
            <a:off x="2148989" y="3511066"/>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2213" name="a_full_bar_path_2212">
            <a:extLst>
              <a:ext uri="{FF2B5EF4-FFF2-40B4-BE49-F238E27FC236}">
                <a16:creationId xmlns:a16="http://schemas.microsoft.com/office/drawing/2014/main" id="{5E6EB237-560D-4DA6-8D5B-EF244F31F086}"/>
              </a:ext>
            </a:extLst>
          </p:cNvPr>
          <p:cNvSpPr>
            <a:spLocks noGrp="1"/>
          </p:cNvSpPr>
          <p:nvPr/>
        </p:nvSpPr>
        <p:spPr>
          <a:xfrm>
            <a:off x="3719872" y="3278680"/>
            <a:ext cx="191" cy="260110"/>
          </a:xfrm>
          <a:custGeom>
            <a:avLst/>
            <a:gdLst/>
            <a:ahLst/>
            <a:cxnLst/>
            <a:rect l="0" t="0" r="0" b="0"/>
            <a:pathLst>
              <a:path w="191" h="260110">
                <a:moveTo>
                  <a:pt x="0" y="260110"/>
                </a:moveTo>
                <a:lnTo>
                  <a:pt x="0" y="0"/>
                </a:lnTo>
              </a:path>
            </a:pathLst>
          </a:custGeom>
          <a:noFill/>
          <a:ln w="22097">
            <a:solidFill>
              <a:srgbClr val="B08A60">
                <a:alpha val="100000"/>
              </a:srgbClr>
            </a:solidFill>
            <a:prstDash val="solid"/>
          </a:ln>
        </p:spPr>
      </p:sp>
      <p:sp>
        <p:nvSpPr>
          <p:cNvPr id="2214" name="a_full_bar_path_2213">
            <a:extLst>
              <a:ext uri="{FF2B5EF4-FFF2-40B4-BE49-F238E27FC236}">
                <a16:creationId xmlns:a16="http://schemas.microsoft.com/office/drawing/2014/main" id="{4A64338A-10BD-4B06-8718-2D65260315DD}"/>
              </a:ext>
            </a:extLst>
          </p:cNvPr>
          <p:cNvSpPr>
            <a:spLocks noGrp="1"/>
          </p:cNvSpPr>
          <p:nvPr/>
        </p:nvSpPr>
        <p:spPr>
          <a:xfrm>
            <a:off x="3655109" y="3538790"/>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2215" name="a_full_bar_path_2214">
            <a:extLst>
              <a:ext uri="{FF2B5EF4-FFF2-40B4-BE49-F238E27FC236}">
                <a16:creationId xmlns:a16="http://schemas.microsoft.com/office/drawing/2014/main" id="{160ACA1E-3574-4A2F-91EA-7EE5D6C97834}"/>
              </a:ext>
            </a:extLst>
          </p:cNvPr>
          <p:cNvSpPr>
            <a:spLocks noGrp="1"/>
          </p:cNvSpPr>
          <p:nvPr/>
        </p:nvSpPr>
        <p:spPr>
          <a:xfrm>
            <a:off x="3655109" y="3278680"/>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2216" name="a_full_bar_path_2215">
            <a:extLst>
              <a:ext uri="{FF2B5EF4-FFF2-40B4-BE49-F238E27FC236}">
                <a16:creationId xmlns:a16="http://schemas.microsoft.com/office/drawing/2014/main" id="{F24952F6-F63B-4E05-A7A2-CEE43D7C01F5}"/>
              </a:ext>
            </a:extLst>
          </p:cNvPr>
          <p:cNvSpPr>
            <a:spLocks noGrp="1"/>
          </p:cNvSpPr>
          <p:nvPr/>
        </p:nvSpPr>
        <p:spPr>
          <a:xfrm>
            <a:off x="5225992" y="3717514"/>
            <a:ext cx="191" cy="249740"/>
          </a:xfrm>
          <a:custGeom>
            <a:avLst/>
            <a:gdLst/>
            <a:ahLst/>
            <a:cxnLst/>
            <a:rect l="0" t="0" r="0" b="0"/>
            <a:pathLst>
              <a:path w="191" h="249740">
                <a:moveTo>
                  <a:pt x="0" y="249740"/>
                </a:moveTo>
                <a:lnTo>
                  <a:pt x="0" y="0"/>
                </a:lnTo>
              </a:path>
            </a:pathLst>
          </a:custGeom>
          <a:noFill/>
          <a:ln w="22097">
            <a:solidFill>
              <a:srgbClr val="B08A60">
                <a:alpha val="100000"/>
              </a:srgbClr>
            </a:solidFill>
            <a:prstDash val="solid"/>
          </a:ln>
        </p:spPr>
      </p:sp>
      <p:sp>
        <p:nvSpPr>
          <p:cNvPr id="2217" name="a_full_bar_path_2216">
            <a:extLst>
              <a:ext uri="{FF2B5EF4-FFF2-40B4-BE49-F238E27FC236}">
                <a16:creationId xmlns:a16="http://schemas.microsoft.com/office/drawing/2014/main" id="{99F45CCC-F8BA-4F5A-8AE4-ECBBF8A45238}"/>
              </a:ext>
            </a:extLst>
          </p:cNvPr>
          <p:cNvSpPr>
            <a:spLocks noGrp="1"/>
          </p:cNvSpPr>
          <p:nvPr/>
        </p:nvSpPr>
        <p:spPr>
          <a:xfrm>
            <a:off x="5161229" y="3967255"/>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2218" name="a_full_bar_path_2217">
            <a:extLst>
              <a:ext uri="{FF2B5EF4-FFF2-40B4-BE49-F238E27FC236}">
                <a16:creationId xmlns:a16="http://schemas.microsoft.com/office/drawing/2014/main" id="{BFDBF357-6DA7-4BB1-9140-6BE334460D50}"/>
              </a:ext>
            </a:extLst>
          </p:cNvPr>
          <p:cNvSpPr>
            <a:spLocks noGrp="1"/>
          </p:cNvSpPr>
          <p:nvPr/>
        </p:nvSpPr>
        <p:spPr>
          <a:xfrm>
            <a:off x="5161229" y="3717514"/>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2219" name="a_full_bar_path_2218">
            <a:extLst>
              <a:ext uri="{FF2B5EF4-FFF2-40B4-BE49-F238E27FC236}">
                <a16:creationId xmlns:a16="http://schemas.microsoft.com/office/drawing/2014/main" id="{EAC67C26-4082-4AC0-88FB-DF4C50324AB5}"/>
              </a:ext>
            </a:extLst>
          </p:cNvPr>
          <p:cNvSpPr>
            <a:spLocks noGrp="1"/>
          </p:cNvSpPr>
          <p:nvPr/>
        </p:nvSpPr>
        <p:spPr>
          <a:xfrm>
            <a:off x="1182060" y="3058529"/>
            <a:ext cx="210857" cy="191"/>
          </a:xfrm>
          <a:custGeom>
            <a:avLst/>
            <a:gdLst/>
            <a:ahLst/>
            <a:cxnLst/>
            <a:rect l="0" t="0" r="0" b="0"/>
            <a:pathLst>
              <a:path w="210857" h="191">
                <a:moveTo>
                  <a:pt x="0" y="0"/>
                </a:moveTo>
                <a:lnTo>
                  <a:pt x="210857" y="0"/>
                </a:lnTo>
              </a:path>
            </a:pathLst>
          </a:custGeom>
          <a:noFill/>
          <a:ln w="34889">
            <a:solidFill>
              <a:srgbClr val="007C83">
                <a:alpha val="100000"/>
              </a:srgbClr>
            </a:solidFill>
            <a:prstDash val="solid"/>
          </a:ln>
        </p:spPr>
      </p:sp>
      <p:sp>
        <p:nvSpPr>
          <p:cNvPr id="2220" name="a_full_bar_path_2219">
            <a:extLst>
              <a:ext uri="{FF2B5EF4-FFF2-40B4-BE49-F238E27FC236}">
                <a16:creationId xmlns:a16="http://schemas.microsoft.com/office/drawing/2014/main" id="{8CA37E90-A595-41ED-B12F-F9DF88F2CFB3}"/>
              </a:ext>
            </a:extLst>
          </p:cNvPr>
          <p:cNvSpPr>
            <a:spLocks noGrp="1"/>
          </p:cNvSpPr>
          <p:nvPr/>
        </p:nvSpPr>
        <p:spPr>
          <a:xfrm>
            <a:off x="2688180" y="2867212"/>
            <a:ext cx="210857" cy="191"/>
          </a:xfrm>
          <a:custGeom>
            <a:avLst/>
            <a:gdLst/>
            <a:ahLst/>
            <a:cxnLst/>
            <a:rect l="0" t="0" r="0" b="0"/>
            <a:pathLst>
              <a:path w="210857" h="191">
                <a:moveTo>
                  <a:pt x="0" y="0"/>
                </a:moveTo>
                <a:lnTo>
                  <a:pt x="210857" y="0"/>
                </a:lnTo>
              </a:path>
            </a:pathLst>
          </a:custGeom>
          <a:noFill/>
          <a:ln w="34889">
            <a:solidFill>
              <a:srgbClr val="007C83">
                <a:alpha val="100000"/>
              </a:srgbClr>
            </a:solidFill>
            <a:prstDash val="solid"/>
          </a:ln>
        </p:spPr>
      </p:sp>
      <p:sp>
        <p:nvSpPr>
          <p:cNvPr id="2221" name="a_full_bar_path_2220">
            <a:extLst>
              <a:ext uri="{FF2B5EF4-FFF2-40B4-BE49-F238E27FC236}">
                <a16:creationId xmlns:a16="http://schemas.microsoft.com/office/drawing/2014/main" id="{86B9934B-2723-4C7C-B5C7-2399239E36EE}"/>
              </a:ext>
            </a:extLst>
          </p:cNvPr>
          <p:cNvSpPr>
            <a:spLocks noGrp="1"/>
          </p:cNvSpPr>
          <p:nvPr/>
        </p:nvSpPr>
        <p:spPr>
          <a:xfrm>
            <a:off x="4194300" y="3124017"/>
            <a:ext cx="210857" cy="191"/>
          </a:xfrm>
          <a:custGeom>
            <a:avLst/>
            <a:gdLst/>
            <a:ahLst/>
            <a:cxnLst/>
            <a:rect l="0" t="0" r="0" b="0"/>
            <a:pathLst>
              <a:path w="210857" h="191">
                <a:moveTo>
                  <a:pt x="0" y="0"/>
                </a:moveTo>
                <a:lnTo>
                  <a:pt x="210857" y="0"/>
                </a:lnTo>
              </a:path>
            </a:pathLst>
          </a:custGeom>
          <a:noFill/>
          <a:ln w="34889">
            <a:solidFill>
              <a:srgbClr val="007C83">
                <a:alpha val="100000"/>
              </a:srgbClr>
            </a:solidFill>
            <a:prstDash val="solid"/>
          </a:ln>
        </p:spPr>
      </p:sp>
      <p:sp>
        <p:nvSpPr>
          <p:cNvPr id="2222" name="a_full_bar_path_2221">
            <a:extLst>
              <a:ext uri="{FF2B5EF4-FFF2-40B4-BE49-F238E27FC236}">
                <a16:creationId xmlns:a16="http://schemas.microsoft.com/office/drawing/2014/main" id="{BF06255E-024E-4577-8836-4F19E91CD450}"/>
              </a:ext>
            </a:extLst>
          </p:cNvPr>
          <p:cNvSpPr>
            <a:spLocks noGrp="1"/>
          </p:cNvSpPr>
          <p:nvPr/>
        </p:nvSpPr>
        <p:spPr>
          <a:xfrm>
            <a:off x="1490814" y="3320268"/>
            <a:ext cx="210857" cy="191"/>
          </a:xfrm>
          <a:custGeom>
            <a:avLst/>
            <a:gdLst/>
            <a:ahLst/>
            <a:cxnLst/>
            <a:rect l="0" t="0" r="0" b="0"/>
            <a:pathLst>
              <a:path w="210857" h="191">
                <a:moveTo>
                  <a:pt x="0" y="0"/>
                </a:moveTo>
                <a:lnTo>
                  <a:pt x="210857" y="0"/>
                </a:lnTo>
              </a:path>
            </a:pathLst>
          </a:custGeom>
          <a:noFill/>
          <a:ln w="34889">
            <a:solidFill>
              <a:srgbClr val="566AB4">
                <a:alpha val="100000"/>
              </a:srgbClr>
            </a:solidFill>
            <a:prstDash val="solid"/>
          </a:ln>
        </p:spPr>
      </p:sp>
      <p:sp>
        <p:nvSpPr>
          <p:cNvPr id="2223" name="a_full_bar_path_2222">
            <a:extLst>
              <a:ext uri="{FF2B5EF4-FFF2-40B4-BE49-F238E27FC236}">
                <a16:creationId xmlns:a16="http://schemas.microsoft.com/office/drawing/2014/main" id="{BA37A018-3EBC-46C0-8FC8-963587CF55E3}"/>
              </a:ext>
            </a:extLst>
          </p:cNvPr>
          <p:cNvSpPr>
            <a:spLocks noGrp="1"/>
          </p:cNvSpPr>
          <p:nvPr/>
        </p:nvSpPr>
        <p:spPr>
          <a:xfrm>
            <a:off x="2996934" y="3164603"/>
            <a:ext cx="210857" cy="191"/>
          </a:xfrm>
          <a:custGeom>
            <a:avLst/>
            <a:gdLst/>
            <a:ahLst/>
            <a:cxnLst/>
            <a:rect l="0" t="0" r="0" b="0"/>
            <a:pathLst>
              <a:path w="210857" h="191">
                <a:moveTo>
                  <a:pt x="0" y="0"/>
                </a:moveTo>
                <a:lnTo>
                  <a:pt x="210857" y="0"/>
                </a:lnTo>
              </a:path>
            </a:pathLst>
          </a:custGeom>
          <a:noFill/>
          <a:ln w="34889">
            <a:solidFill>
              <a:srgbClr val="566AB4">
                <a:alpha val="100000"/>
              </a:srgbClr>
            </a:solidFill>
            <a:prstDash val="solid"/>
          </a:ln>
        </p:spPr>
      </p:sp>
      <p:sp>
        <p:nvSpPr>
          <p:cNvPr id="2224" name="a_full_bar_path_2223">
            <a:extLst>
              <a:ext uri="{FF2B5EF4-FFF2-40B4-BE49-F238E27FC236}">
                <a16:creationId xmlns:a16="http://schemas.microsoft.com/office/drawing/2014/main" id="{5E375FAA-BF7F-4EA7-9D0D-8B4BD06A651A}"/>
              </a:ext>
            </a:extLst>
          </p:cNvPr>
          <p:cNvSpPr>
            <a:spLocks noGrp="1"/>
          </p:cNvSpPr>
          <p:nvPr/>
        </p:nvSpPr>
        <p:spPr>
          <a:xfrm>
            <a:off x="4503054" y="3392899"/>
            <a:ext cx="210857" cy="191"/>
          </a:xfrm>
          <a:custGeom>
            <a:avLst/>
            <a:gdLst/>
            <a:ahLst/>
            <a:cxnLst/>
            <a:rect l="0" t="0" r="0" b="0"/>
            <a:pathLst>
              <a:path w="210857" h="191">
                <a:moveTo>
                  <a:pt x="0" y="0"/>
                </a:moveTo>
                <a:lnTo>
                  <a:pt x="210857" y="0"/>
                </a:lnTo>
              </a:path>
            </a:pathLst>
          </a:custGeom>
          <a:noFill/>
          <a:ln w="34889">
            <a:solidFill>
              <a:srgbClr val="566AB4">
                <a:alpha val="100000"/>
              </a:srgbClr>
            </a:solidFill>
            <a:prstDash val="solid"/>
          </a:ln>
        </p:spPr>
      </p:sp>
      <p:sp>
        <p:nvSpPr>
          <p:cNvPr id="2225" name="a_full_bar_path_2224">
            <a:extLst>
              <a:ext uri="{FF2B5EF4-FFF2-40B4-BE49-F238E27FC236}">
                <a16:creationId xmlns:a16="http://schemas.microsoft.com/office/drawing/2014/main" id="{39D96662-8BC0-451D-BF9C-DCFE29D0E17E}"/>
              </a:ext>
            </a:extLst>
          </p:cNvPr>
          <p:cNvSpPr>
            <a:spLocks noGrp="1"/>
          </p:cNvSpPr>
          <p:nvPr/>
        </p:nvSpPr>
        <p:spPr>
          <a:xfrm>
            <a:off x="1799569" y="3460624"/>
            <a:ext cx="210857" cy="191"/>
          </a:xfrm>
          <a:custGeom>
            <a:avLst/>
            <a:gdLst/>
            <a:ahLst/>
            <a:cxnLst/>
            <a:rect l="0" t="0" r="0" b="0"/>
            <a:pathLst>
              <a:path w="210857" h="191">
                <a:moveTo>
                  <a:pt x="0" y="0"/>
                </a:moveTo>
                <a:lnTo>
                  <a:pt x="210857" y="0"/>
                </a:lnTo>
              </a:path>
            </a:pathLst>
          </a:custGeom>
          <a:noFill/>
          <a:ln w="34889">
            <a:solidFill>
              <a:srgbClr val="7D8990">
                <a:alpha val="100000"/>
              </a:srgbClr>
            </a:solidFill>
            <a:prstDash val="solid"/>
          </a:ln>
        </p:spPr>
      </p:sp>
      <p:sp>
        <p:nvSpPr>
          <p:cNvPr id="2226" name="a_full_bar_path_2225">
            <a:extLst>
              <a:ext uri="{FF2B5EF4-FFF2-40B4-BE49-F238E27FC236}">
                <a16:creationId xmlns:a16="http://schemas.microsoft.com/office/drawing/2014/main" id="{6557215C-87F4-4E67-9DFB-A5746E2055CE}"/>
              </a:ext>
            </a:extLst>
          </p:cNvPr>
          <p:cNvSpPr>
            <a:spLocks noGrp="1"/>
          </p:cNvSpPr>
          <p:nvPr/>
        </p:nvSpPr>
        <p:spPr>
          <a:xfrm>
            <a:off x="3305689" y="3222209"/>
            <a:ext cx="210857" cy="191"/>
          </a:xfrm>
          <a:custGeom>
            <a:avLst/>
            <a:gdLst/>
            <a:ahLst/>
            <a:cxnLst/>
            <a:rect l="0" t="0" r="0" b="0"/>
            <a:pathLst>
              <a:path w="210857" h="191">
                <a:moveTo>
                  <a:pt x="0" y="0"/>
                </a:moveTo>
                <a:lnTo>
                  <a:pt x="210857" y="0"/>
                </a:lnTo>
              </a:path>
            </a:pathLst>
          </a:custGeom>
          <a:noFill/>
          <a:ln w="34889">
            <a:solidFill>
              <a:srgbClr val="7D8990">
                <a:alpha val="100000"/>
              </a:srgbClr>
            </a:solidFill>
            <a:prstDash val="solid"/>
          </a:ln>
        </p:spPr>
      </p:sp>
      <p:sp>
        <p:nvSpPr>
          <p:cNvPr id="2227" name="a_full_bar_path_2226">
            <a:extLst>
              <a:ext uri="{FF2B5EF4-FFF2-40B4-BE49-F238E27FC236}">
                <a16:creationId xmlns:a16="http://schemas.microsoft.com/office/drawing/2014/main" id="{9C2E6C27-2546-492A-8992-5F5665788FEB}"/>
              </a:ext>
            </a:extLst>
          </p:cNvPr>
          <p:cNvSpPr>
            <a:spLocks noGrp="1"/>
          </p:cNvSpPr>
          <p:nvPr/>
        </p:nvSpPr>
        <p:spPr>
          <a:xfrm>
            <a:off x="4811809" y="3712924"/>
            <a:ext cx="210857" cy="191"/>
          </a:xfrm>
          <a:custGeom>
            <a:avLst/>
            <a:gdLst/>
            <a:ahLst/>
            <a:cxnLst/>
            <a:rect l="0" t="0" r="0" b="0"/>
            <a:pathLst>
              <a:path w="210857" h="191">
                <a:moveTo>
                  <a:pt x="0" y="0"/>
                </a:moveTo>
                <a:lnTo>
                  <a:pt x="210857" y="0"/>
                </a:lnTo>
              </a:path>
            </a:pathLst>
          </a:custGeom>
          <a:noFill/>
          <a:ln w="34889">
            <a:solidFill>
              <a:srgbClr val="7D8990">
                <a:alpha val="100000"/>
              </a:srgbClr>
            </a:solidFill>
            <a:prstDash val="solid"/>
          </a:ln>
        </p:spPr>
      </p:sp>
      <p:sp>
        <p:nvSpPr>
          <p:cNvPr id="2228" name="a_full_bar_path_2227">
            <a:extLst>
              <a:ext uri="{FF2B5EF4-FFF2-40B4-BE49-F238E27FC236}">
                <a16:creationId xmlns:a16="http://schemas.microsoft.com/office/drawing/2014/main" id="{ED5FC168-C1C2-4774-98F6-011793B01D48}"/>
              </a:ext>
            </a:extLst>
          </p:cNvPr>
          <p:cNvSpPr>
            <a:spLocks noGrp="1"/>
          </p:cNvSpPr>
          <p:nvPr/>
        </p:nvSpPr>
        <p:spPr>
          <a:xfrm>
            <a:off x="2108323" y="3617777"/>
            <a:ext cx="210857" cy="191"/>
          </a:xfrm>
          <a:custGeom>
            <a:avLst/>
            <a:gdLst/>
            <a:ahLst/>
            <a:cxnLst/>
            <a:rect l="0" t="0" r="0" b="0"/>
            <a:pathLst>
              <a:path w="210857" h="191">
                <a:moveTo>
                  <a:pt x="0" y="0"/>
                </a:moveTo>
                <a:lnTo>
                  <a:pt x="210857" y="0"/>
                </a:lnTo>
              </a:path>
            </a:pathLst>
          </a:custGeom>
          <a:noFill/>
          <a:ln w="34889">
            <a:solidFill>
              <a:srgbClr val="B08A60">
                <a:alpha val="100000"/>
              </a:srgbClr>
            </a:solidFill>
            <a:prstDash val="solid"/>
          </a:ln>
        </p:spPr>
      </p:sp>
      <p:sp>
        <p:nvSpPr>
          <p:cNvPr id="2229" name="a_full_bar_path_2228">
            <a:extLst>
              <a:ext uri="{FF2B5EF4-FFF2-40B4-BE49-F238E27FC236}">
                <a16:creationId xmlns:a16="http://schemas.microsoft.com/office/drawing/2014/main" id="{2F8DE221-24ED-4962-A4ED-4991656E87F9}"/>
              </a:ext>
            </a:extLst>
          </p:cNvPr>
          <p:cNvSpPr>
            <a:spLocks noGrp="1"/>
          </p:cNvSpPr>
          <p:nvPr/>
        </p:nvSpPr>
        <p:spPr>
          <a:xfrm>
            <a:off x="3614443" y="3410167"/>
            <a:ext cx="210857" cy="191"/>
          </a:xfrm>
          <a:custGeom>
            <a:avLst/>
            <a:gdLst/>
            <a:ahLst/>
            <a:cxnLst/>
            <a:rect l="0" t="0" r="0" b="0"/>
            <a:pathLst>
              <a:path w="210857" h="191">
                <a:moveTo>
                  <a:pt x="0" y="0"/>
                </a:moveTo>
                <a:lnTo>
                  <a:pt x="210857" y="0"/>
                </a:lnTo>
              </a:path>
            </a:pathLst>
          </a:custGeom>
          <a:noFill/>
          <a:ln w="34889">
            <a:solidFill>
              <a:srgbClr val="B08A60">
                <a:alpha val="100000"/>
              </a:srgbClr>
            </a:solidFill>
            <a:prstDash val="solid"/>
          </a:ln>
        </p:spPr>
      </p:sp>
      <p:sp>
        <p:nvSpPr>
          <p:cNvPr id="2230" name="a_full_bar_path_2229">
            <a:extLst>
              <a:ext uri="{FF2B5EF4-FFF2-40B4-BE49-F238E27FC236}">
                <a16:creationId xmlns:a16="http://schemas.microsoft.com/office/drawing/2014/main" id="{603B478D-E890-4DB8-9090-80EF363AAA6A}"/>
              </a:ext>
            </a:extLst>
          </p:cNvPr>
          <p:cNvSpPr>
            <a:spLocks noGrp="1"/>
          </p:cNvSpPr>
          <p:nvPr/>
        </p:nvSpPr>
        <p:spPr>
          <a:xfrm>
            <a:off x="5120563" y="3846420"/>
            <a:ext cx="210857" cy="191"/>
          </a:xfrm>
          <a:custGeom>
            <a:avLst/>
            <a:gdLst/>
            <a:ahLst/>
            <a:cxnLst/>
            <a:rect l="0" t="0" r="0" b="0"/>
            <a:pathLst>
              <a:path w="210857" h="191">
                <a:moveTo>
                  <a:pt x="0" y="0"/>
                </a:moveTo>
                <a:lnTo>
                  <a:pt x="210857" y="0"/>
                </a:lnTo>
              </a:path>
            </a:pathLst>
          </a:custGeom>
          <a:noFill/>
          <a:ln w="34889">
            <a:solidFill>
              <a:srgbClr val="B08A60">
                <a:alpha val="100000"/>
              </a:srgbClr>
            </a:solidFill>
            <a:prstDash val="solid"/>
          </a:ln>
        </p:spPr>
      </p:sp>
      <p:sp>
        <p:nvSpPr>
          <p:cNvPr id="2231" name="a_full_bar_text_2230">
            <a:extLst>
              <a:ext uri="{FF2B5EF4-FFF2-40B4-BE49-F238E27FC236}">
                <a16:creationId xmlns:a16="http://schemas.microsoft.com/office/drawing/2014/main" id="{D6580A31-9FD3-465A-AE7D-435E503F53C8}"/>
              </a:ext>
            </a:extLst>
          </p:cNvPr>
          <p:cNvSpPr>
            <a:spLocks noGrp="1"/>
          </p:cNvSpPr>
          <p:nvPr/>
        </p:nvSpPr>
        <p:spPr>
          <a:xfrm rot="0">
            <a:off x="997560" y="827586"/>
            <a:ext cx="1001789" cy="290744"/>
          </a:xfrm>
          <a:prstGeom prst="rect">
            <a:avLst/>
          </a:prstGeom>
          <a:noFill/>
          <a:ln w="0">
            <a:noFill/>
          </a:ln>
        </p:spPr>
        <p:txBody>
          <a:bodyPr wrap="none" lIns="0" tIns="0" rIns="0" bIns="0" anchor="ctr">
            <a:noAutofit/>
          </a:bodyPr>
          <a:lstStyle>
            <a:defPPr algn="l">
              <a:defRPr sz="1831" b="1">
                <a:solidFill>
                  <a:srgbClr val="000000"/>
                </a:solidFill>
                <a:latin typeface="Calibri"/>
                <a:ea typeface="Calibri"/>
                <a:cs typeface="Calibri"/>
              </a:defRPr>
            </a:defPPr>
          </a:lstStyle>
          <a:p>
            <a:pPr algn="l">
              <a:defRPr sz="1831" b="1">
                <a:solidFill>
                  <a:srgbClr val="000000"/>
                </a:solidFill>
                <a:latin typeface="Calibri"/>
                <a:ea typeface="Calibri"/>
                <a:cs typeface="Calibri"/>
              </a:defRPr>
            </a:pPr>
            <a:r>
              <a:rPr sz="1831" b="1">
                <a:solidFill>
                  <a:srgbClr val="000000"/>
                </a:solidFill>
                <a:latin typeface="Calibri"/>
                <a:ea typeface="Calibri"/>
                <a:cs typeface="Calibri"/>
              </a:rPr>
              <a:t>All ligands</a:t>
            </a:r>
          </a:p>
        </p:txBody>
      </p:sp>
      <p:sp>
        <p:nvSpPr>
          <p:cNvPr id="2232" name="a_full_bar_path_2231">
            <a:extLst>
              <a:ext uri="{FF2B5EF4-FFF2-40B4-BE49-F238E27FC236}">
                <a16:creationId xmlns:a16="http://schemas.microsoft.com/office/drawing/2014/main" id="{F3A731CC-A8A9-448B-AD33-741BDB7BDCCB}"/>
              </a:ext>
            </a:extLst>
          </p:cNvPr>
          <p:cNvSpPr>
            <a:spLocks noGrp="1"/>
          </p:cNvSpPr>
          <p:nvPr/>
        </p:nvSpPr>
        <p:spPr>
          <a:xfrm>
            <a:off x="1203337" y="5355756"/>
            <a:ext cx="197706" cy="138394"/>
          </a:xfrm>
          <a:custGeom>
            <a:pathLst>
              <a:path w="197706" h="138394">
                <a:moveTo>
                  <a:pt x="0" y="138394"/>
                </a:moveTo>
                <a:lnTo>
                  <a:pt x="197706" y="138394"/>
                </a:lnTo>
                <a:lnTo>
                  <a:pt x="197706" y="0"/>
                </a:lnTo>
                <a:lnTo>
                  <a:pt x="0" y="0"/>
                </a:lnTo>
                <a:lnTo>
                  <a:pt x="0" y="138394"/>
                </a:lnTo>
                <a:close/>
              </a:path>
            </a:pathLst>
          </a:custGeom>
          <a:solidFill>
            <a:srgbClr val="007C83">
              <a:alpha val="100000"/>
            </a:srgbClr>
          </a:solidFill>
          <a:ln w="0">
            <a:noFill/>
            <a:prstDash val="solid"/>
          </a:ln>
        </p:spPr>
      </p:sp>
      <p:sp>
        <p:nvSpPr>
          <p:cNvPr id="2233" name="a_full_bar_text_2232">
            <a:extLst>
              <a:ext uri="{FF2B5EF4-FFF2-40B4-BE49-F238E27FC236}">
                <a16:creationId xmlns:a16="http://schemas.microsoft.com/office/drawing/2014/main" id="{2CFE5C2F-BF50-44DB-8769-4CD4CDAADB86}"/>
              </a:ext>
            </a:extLst>
          </p:cNvPr>
          <p:cNvSpPr>
            <a:spLocks noGrp="1"/>
          </p:cNvSpPr>
          <p:nvPr/>
        </p:nvSpPr>
        <p:spPr>
          <a:xfrm rot="0">
            <a:off x="1490011" y="5337963"/>
            <a:ext cx="180322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(GT)</a:t>
            </a:r>
          </a:p>
        </p:txBody>
      </p:sp>
      <p:sp>
        <p:nvSpPr>
          <p:cNvPr id="2234" name="a_full_bar_path_2233">
            <a:extLst>
              <a:ext uri="{FF2B5EF4-FFF2-40B4-BE49-F238E27FC236}">
                <a16:creationId xmlns:a16="http://schemas.microsoft.com/office/drawing/2014/main" id="{4F68FF17-384F-4B4A-B81F-8AA7795BB9A6}"/>
              </a:ext>
            </a:extLst>
          </p:cNvPr>
          <p:cNvSpPr>
            <a:spLocks noGrp="1"/>
          </p:cNvSpPr>
          <p:nvPr/>
        </p:nvSpPr>
        <p:spPr>
          <a:xfrm>
            <a:off x="1203337" y="5618366"/>
            <a:ext cx="197706" cy="138394"/>
          </a:xfrm>
          <a:custGeom>
            <a:pathLst>
              <a:path w="197706" h="138394">
                <a:moveTo>
                  <a:pt x="0" y="138394"/>
                </a:moveTo>
                <a:lnTo>
                  <a:pt x="197706" y="138394"/>
                </a:lnTo>
                <a:lnTo>
                  <a:pt x="197706" y="0"/>
                </a:lnTo>
                <a:lnTo>
                  <a:pt x="0" y="0"/>
                </a:lnTo>
                <a:lnTo>
                  <a:pt x="0" y="138394"/>
                </a:lnTo>
                <a:close/>
              </a:path>
            </a:pathLst>
          </a:custGeom>
          <a:solidFill>
            <a:srgbClr val="566AB4">
              <a:alpha val="100000"/>
            </a:srgbClr>
          </a:solidFill>
          <a:ln w="0">
            <a:noFill/>
            <a:prstDash val="solid"/>
          </a:ln>
        </p:spPr>
      </p:sp>
      <p:sp>
        <p:nvSpPr>
          <p:cNvPr id="2235" name="a_full_bar_text_2234">
            <a:extLst>
              <a:ext uri="{FF2B5EF4-FFF2-40B4-BE49-F238E27FC236}">
                <a16:creationId xmlns:a16="http://schemas.microsoft.com/office/drawing/2014/main" id="{B500A204-D5C2-4F00-AB43-C788C251D33F}"/>
              </a:ext>
            </a:extLst>
          </p:cNvPr>
          <p:cNvSpPr>
            <a:spLocks noGrp="1"/>
          </p:cNvSpPr>
          <p:nvPr/>
        </p:nvSpPr>
        <p:spPr>
          <a:xfrm rot="0">
            <a:off x="1490011" y="5600572"/>
            <a:ext cx="1902294"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(CA2)</a:t>
            </a:r>
          </a:p>
        </p:txBody>
      </p:sp>
      <p:sp>
        <p:nvSpPr>
          <p:cNvPr id="2236" name="a_full_bar_path_2235">
            <a:extLst>
              <a:ext uri="{FF2B5EF4-FFF2-40B4-BE49-F238E27FC236}">
                <a16:creationId xmlns:a16="http://schemas.microsoft.com/office/drawing/2014/main" id="{B08DD11B-0B3F-418C-8364-EB4E8E8E09B6}"/>
              </a:ext>
            </a:extLst>
          </p:cNvPr>
          <p:cNvSpPr>
            <a:spLocks noGrp="1"/>
          </p:cNvSpPr>
          <p:nvPr/>
        </p:nvSpPr>
        <p:spPr>
          <a:xfrm>
            <a:off x="3578622" y="5355756"/>
            <a:ext cx="197706" cy="138394"/>
          </a:xfrm>
          <a:custGeom>
            <a:pathLst>
              <a:path w="197706" h="138394">
                <a:moveTo>
                  <a:pt x="0" y="138394"/>
                </a:moveTo>
                <a:lnTo>
                  <a:pt x="197706" y="138394"/>
                </a:lnTo>
                <a:lnTo>
                  <a:pt x="197706" y="0"/>
                </a:lnTo>
                <a:lnTo>
                  <a:pt x="0" y="0"/>
                </a:lnTo>
                <a:lnTo>
                  <a:pt x="0" y="138394"/>
                </a:lnTo>
                <a:close/>
              </a:path>
            </a:pathLst>
          </a:custGeom>
          <a:solidFill>
            <a:srgbClr val="7D8990">
              <a:alpha val="100000"/>
            </a:srgbClr>
          </a:solidFill>
          <a:ln w="0">
            <a:noFill/>
            <a:prstDash val="solid"/>
          </a:ln>
        </p:spPr>
      </p:sp>
      <p:sp>
        <p:nvSpPr>
          <p:cNvPr id="2237" name="a_full_bar_text_2236">
            <a:extLst>
              <a:ext uri="{FF2B5EF4-FFF2-40B4-BE49-F238E27FC236}">
                <a16:creationId xmlns:a16="http://schemas.microsoft.com/office/drawing/2014/main" id="{EC0C7A1F-1210-471E-B1E2-F606753F2FE5}"/>
              </a:ext>
            </a:extLst>
          </p:cNvPr>
          <p:cNvSpPr>
            <a:spLocks noGrp="1"/>
          </p:cNvSpPr>
          <p:nvPr/>
        </p:nvSpPr>
        <p:spPr>
          <a:xfrm rot="0">
            <a:off x="3865296" y="5337963"/>
            <a:ext cx="1298682"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(GT)</a:t>
            </a:r>
          </a:p>
        </p:txBody>
      </p:sp>
      <p:sp>
        <p:nvSpPr>
          <p:cNvPr id="2238" name="a_full_bar_path_2237">
            <a:extLst>
              <a:ext uri="{FF2B5EF4-FFF2-40B4-BE49-F238E27FC236}">
                <a16:creationId xmlns:a16="http://schemas.microsoft.com/office/drawing/2014/main" id="{354DAC39-764C-4896-BDD6-7898AFD805D0}"/>
              </a:ext>
            </a:extLst>
          </p:cNvPr>
          <p:cNvSpPr>
            <a:spLocks noGrp="1"/>
          </p:cNvSpPr>
          <p:nvPr/>
        </p:nvSpPr>
        <p:spPr>
          <a:xfrm>
            <a:off x="3578622" y="5618366"/>
            <a:ext cx="197706" cy="138394"/>
          </a:xfrm>
          <a:custGeom>
            <a:pathLst>
              <a:path w="197706" h="138394">
                <a:moveTo>
                  <a:pt x="0" y="138394"/>
                </a:moveTo>
                <a:lnTo>
                  <a:pt x="197706" y="138394"/>
                </a:lnTo>
                <a:lnTo>
                  <a:pt x="197706" y="0"/>
                </a:lnTo>
                <a:lnTo>
                  <a:pt x="0" y="0"/>
                </a:lnTo>
                <a:lnTo>
                  <a:pt x="0" y="138394"/>
                </a:lnTo>
                <a:close/>
              </a:path>
            </a:pathLst>
          </a:custGeom>
          <a:solidFill>
            <a:srgbClr val="B08A60">
              <a:alpha val="100000"/>
            </a:srgbClr>
          </a:solidFill>
          <a:ln w="0">
            <a:noFill/>
            <a:prstDash val="solid"/>
          </a:ln>
        </p:spPr>
      </p:sp>
      <p:sp>
        <p:nvSpPr>
          <p:cNvPr id="2239" name="a_full_bar_text_2238">
            <a:extLst>
              <a:ext uri="{FF2B5EF4-FFF2-40B4-BE49-F238E27FC236}">
                <a16:creationId xmlns:a16="http://schemas.microsoft.com/office/drawing/2014/main" id="{69B1B704-BB36-4E37-A4F4-D3C67FA3FE30}"/>
              </a:ext>
            </a:extLst>
          </p:cNvPr>
          <p:cNvSpPr>
            <a:spLocks noGrp="1"/>
          </p:cNvSpPr>
          <p:nvPr/>
        </p:nvSpPr>
        <p:spPr>
          <a:xfrm rot="0">
            <a:off x="3865296" y="5600572"/>
            <a:ext cx="139774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(CA2)</a:t>
            </a:r>
          </a:p>
        </p:txBody>
      </p:sp>
    </p:spTree>
    <p:extLst>
      <p:ext uri="{BB962C8B-B14F-4D97-AF65-F5344CB8AC3E}">
        <p14:creationId xmlns:p14="http://schemas.microsoft.com/office/powerpoint/2010/main" val="186658100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0" name="b_small_bar_path_2239">
            <a:extLst>
              <a:ext uri="{FF2B5EF4-FFF2-40B4-BE49-F238E27FC236}">
                <a16:creationId xmlns:a16="http://schemas.microsoft.com/office/drawing/2014/main" id="{4F1D8B49-B863-4895-BC6E-012BEEAC3B30}"/>
              </a:ext>
            </a:extLst>
          </p:cNvPr>
          <p:cNvSpPr>
            <a:spLocks noGrp="1"/>
          </p:cNvSpPr>
          <p:nvPr/>
        </p:nvSpPr>
        <p:spPr>
          <a:xfrm>
            <a:off x="0" y="617865"/>
            <a:ext cx="5868000" cy="5604270"/>
          </a:xfrm>
          <a:custGeom>
            <a:avLst/>
            <a:gdLst/>
            <a:ahLst/>
            <a:cxnLst/>
            <a:rect l="0" t="0" r="0" b="0"/>
            <a:pathLst>
              <a:path w="5868000" h="5604270">
                <a:moveTo>
                  <a:pt x="0" y="5604270"/>
                </a:moveTo>
                <a:lnTo>
                  <a:pt x="5868000" y="5604270"/>
                </a:lnTo>
                <a:lnTo>
                  <a:pt x="5868000" y="0"/>
                </a:lnTo>
                <a:lnTo>
                  <a:pt x="0" y="0"/>
                </a:lnTo>
                <a:lnTo>
                  <a:pt x="0" y="5604270"/>
                </a:lnTo>
                <a:close/>
              </a:path>
            </a:pathLst>
          </a:custGeom>
          <a:solidFill>
            <a:srgbClr val="FFFFFF">
              <a:alpha val="100000"/>
            </a:srgbClr>
          </a:solidFill>
          <a:ln w="0">
            <a:noFill/>
            <a:prstDash val="solid"/>
          </a:ln>
        </p:spPr>
      </p:sp>
      <p:sp>
        <p:nvSpPr>
          <p:cNvPr id="2" name="b_small_bar_path_2240">
            <a:extLst>
              <a:ext uri="{FF2B5EF4-FFF2-40B4-BE49-F238E27FC236}">
                <a16:creationId xmlns:a16="http://schemas.microsoft.com/office/drawing/2014/main" id="{0C9E477D-0383-457B-A916-50A64357872B}"/>
              </a:ext>
            </a:extLst>
          </p:cNvPr>
          <p:cNvSpPr>
            <a:spLocks noGrp="1"/>
          </p:cNvSpPr>
          <p:nvPr/>
        </p:nvSpPr>
        <p:spPr>
          <a:xfrm>
            <a:off x="997560" y="1962890"/>
            <a:ext cx="4518360" cy="2577964"/>
          </a:xfrm>
          <a:custGeom>
            <a:avLst/>
            <a:gdLst/>
            <a:ahLst/>
            <a:cxnLst/>
            <a:rect l="0" t="0" r="0" b="0"/>
            <a:pathLst>
              <a:path w="4518360" h="2577964">
                <a:moveTo>
                  <a:pt x="0" y="2577964"/>
                </a:moveTo>
                <a:lnTo>
                  <a:pt x="4518360" y="2577964"/>
                </a:lnTo>
                <a:lnTo>
                  <a:pt x="4518360" y="0"/>
                </a:lnTo>
                <a:lnTo>
                  <a:pt x="0" y="0"/>
                </a:lnTo>
                <a:lnTo>
                  <a:pt x="0" y="2577964"/>
                </a:lnTo>
                <a:close/>
              </a:path>
            </a:pathLst>
          </a:custGeom>
          <a:solidFill>
            <a:srgbClr val="FFFFFF">
              <a:alpha val="100000"/>
            </a:srgbClr>
          </a:solidFill>
          <a:ln w="0">
            <a:noFill/>
            <a:prstDash val="solid"/>
          </a:ln>
        </p:spPr>
      </p:sp>
      <p:sp>
        <p:nvSpPr>
          <p:cNvPr id="3" name="b_small_bar_text_2241">
            <a:extLst>
              <a:ext uri="{FF2B5EF4-FFF2-40B4-BE49-F238E27FC236}">
                <a16:creationId xmlns:a16="http://schemas.microsoft.com/office/drawing/2014/main" id="{48DF8B55-9693-4102-A580-458FA1547404}"/>
              </a:ext>
            </a:extLst>
          </p:cNvPr>
          <p:cNvSpPr>
            <a:spLocks noGrp="1"/>
          </p:cNvSpPr>
          <p:nvPr/>
        </p:nvSpPr>
        <p:spPr>
          <a:xfrm rot="0">
            <a:off x="1401930" y="4636712"/>
            <a:ext cx="70904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Semantic</a:t>
            </a:r>
          </a:p>
        </p:txBody>
      </p:sp>
      <p:sp>
        <p:nvSpPr>
          <p:cNvPr id="4" name="b_small_bar_text_2242">
            <a:extLst>
              <a:ext uri="{FF2B5EF4-FFF2-40B4-BE49-F238E27FC236}">
                <a16:creationId xmlns:a16="http://schemas.microsoft.com/office/drawing/2014/main" id="{2DEFC499-4213-41F9-A21D-093D4D2F9E36}"/>
              </a:ext>
            </a:extLst>
          </p:cNvPr>
          <p:cNvSpPr>
            <a:spLocks noGrp="1"/>
          </p:cNvSpPr>
          <p:nvPr/>
        </p:nvSpPr>
        <p:spPr>
          <a:xfrm rot="0">
            <a:off x="1586393" y="4821672"/>
            <a:ext cx="340241"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Dice</a:t>
            </a:r>
          </a:p>
        </p:txBody>
      </p:sp>
      <p:sp>
        <p:nvSpPr>
          <p:cNvPr id="5" name="b_small_bar_text_2243">
            <a:extLst>
              <a:ext uri="{FF2B5EF4-FFF2-40B4-BE49-F238E27FC236}">
                <a16:creationId xmlns:a16="http://schemas.microsoft.com/office/drawing/2014/main" id="{DB534CF7-1581-4ACA-8955-6AECB52E895D}"/>
              </a:ext>
            </a:extLst>
          </p:cNvPr>
          <p:cNvSpPr>
            <a:spLocks noGrp="1"/>
          </p:cNvSpPr>
          <p:nvPr/>
        </p:nvSpPr>
        <p:spPr>
          <a:xfrm rot="0">
            <a:off x="2818530" y="4636712"/>
            <a:ext cx="88786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One-to-one</a:t>
            </a:r>
          </a:p>
        </p:txBody>
      </p:sp>
      <p:sp>
        <p:nvSpPr>
          <p:cNvPr id="6" name="b_small_bar_text_2244">
            <a:extLst>
              <a:ext uri="{FF2B5EF4-FFF2-40B4-BE49-F238E27FC236}">
                <a16:creationId xmlns:a16="http://schemas.microsoft.com/office/drawing/2014/main" id="{111A7895-D63E-4434-A40D-D190CDB9B14F}"/>
              </a:ext>
            </a:extLst>
          </p:cNvPr>
          <p:cNvSpPr>
            <a:spLocks noGrp="1"/>
          </p:cNvSpPr>
          <p:nvPr/>
        </p:nvSpPr>
        <p:spPr>
          <a:xfrm rot="0">
            <a:off x="2905419" y="4821672"/>
            <a:ext cx="716999"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PRAUC₀.₃</a:t>
            </a:r>
          </a:p>
        </p:txBody>
      </p:sp>
      <p:sp>
        <p:nvSpPr>
          <p:cNvPr id="7" name="b_small_bar_text_2245">
            <a:extLst>
              <a:ext uri="{FF2B5EF4-FFF2-40B4-BE49-F238E27FC236}">
                <a16:creationId xmlns:a16="http://schemas.microsoft.com/office/drawing/2014/main" id="{0BB4232F-2193-480E-9606-306B90BB4C35}"/>
              </a:ext>
            </a:extLst>
          </p:cNvPr>
          <p:cNvSpPr>
            <a:spLocks noGrp="1"/>
          </p:cNvSpPr>
          <p:nvPr/>
        </p:nvSpPr>
        <p:spPr>
          <a:xfrm rot="0">
            <a:off x="4324650" y="4636712"/>
            <a:ext cx="88786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One-to-one</a:t>
            </a:r>
          </a:p>
        </p:txBody>
      </p:sp>
      <p:sp>
        <p:nvSpPr>
          <p:cNvPr id="8" name="b_small_bar_text_2246">
            <a:extLst>
              <a:ext uri="{FF2B5EF4-FFF2-40B4-BE49-F238E27FC236}">
                <a16:creationId xmlns:a16="http://schemas.microsoft.com/office/drawing/2014/main" id="{DBA7A081-8CE9-48E8-BBCB-7B03904373FC}"/>
              </a:ext>
            </a:extLst>
          </p:cNvPr>
          <p:cNvSpPr>
            <a:spLocks noGrp="1"/>
          </p:cNvSpPr>
          <p:nvPr/>
        </p:nvSpPr>
        <p:spPr>
          <a:xfrm rot="0">
            <a:off x="4411859" y="4821672"/>
            <a:ext cx="716441"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PRAUC₀.₅</a:t>
            </a:r>
          </a:p>
        </p:txBody>
      </p:sp>
      <p:sp>
        <p:nvSpPr>
          <p:cNvPr id="9" name="b_small_bar_path_2247">
            <a:extLst>
              <a:ext uri="{FF2B5EF4-FFF2-40B4-BE49-F238E27FC236}">
                <a16:creationId xmlns:a16="http://schemas.microsoft.com/office/drawing/2014/main" id="{84872BA1-A1EA-4415-8C8D-315CF9D3F680}"/>
              </a:ext>
            </a:extLst>
          </p:cNvPr>
          <p:cNvSpPr>
            <a:spLocks noGrp="1"/>
          </p:cNvSpPr>
          <p:nvPr/>
        </p:nvSpPr>
        <p:spPr>
          <a:xfrm>
            <a:off x="997560" y="4480053"/>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0" name="b_small_bar_path_2248">
            <a:extLst>
              <a:ext uri="{FF2B5EF4-FFF2-40B4-BE49-F238E27FC236}">
                <a16:creationId xmlns:a16="http://schemas.microsoft.com/office/drawing/2014/main" id="{BE0C2DB0-42C1-4D76-BD14-BC32A581297C}"/>
              </a:ext>
            </a:extLst>
          </p:cNvPr>
          <p:cNvSpPr>
            <a:spLocks noGrp="1"/>
          </p:cNvSpPr>
          <p:nvPr/>
        </p:nvSpPr>
        <p:spPr>
          <a:xfrm>
            <a:off x="944063" y="4480053"/>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1" name="b_small_bar_text_2249">
            <a:extLst>
              <a:ext uri="{FF2B5EF4-FFF2-40B4-BE49-F238E27FC236}">
                <a16:creationId xmlns:a16="http://schemas.microsoft.com/office/drawing/2014/main" id="{06F57B9B-4908-496E-A531-5800CFF4D9C7}"/>
              </a:ext>
            </a:extLst>
          </p:cNvPr>
          <p:cNvSpPr>
            <a:spLocks noGrp="1"/>
          </p:cNvSpPr>
          <p:nvPr/>
        </p:nvSpPr>
        <p:spPr>
          <a:xfrm rot="0">
            <a:off x="438400" y="4396333"/>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12" name="b_small_bar_path_2250">
            <a:extLst>
              <a:ext uri="{FF2B5EF4-FFF2-40B4-BE49-F238E27FC236}">
                <a16:creationId xmlns:a16="http://schemas.microsoft.com/office/drawing/2014/main" id="{79C78106-B5B9-4410-A92F-8C1C1BAAC518}"/>
              </a:ext>
            </a:extLst>
          </p:cNvPr>
          <p:cNvSpPr>
            <a:spLocks noGrp="1"/>
          </p:cNvSpPr>
          <p:nvPr/>
        </p:nvSpPr>
        <p:spPr>
          <a:xfrm>
            <a:off x="997560" y="3264032"/>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3" name="b_small_bar_path_2251">
            <a:extLst>
              <a:ext uri="{FF2B5EF4-FFF2-40B4-BE49-F238E27FC236}">
                <a16:creationId xmlns:a16="http://schemas.microsoft.com/office/drawing/2014/main" id="{95C83B71-A5B1-4589-9CB1-C144885C2CEC}"/>
              </a:ext>
            </a:extLst>
          </p:cNvPr>
          <p:cNvSpPr>
            <a:spLocks noGrp="1"/>
          </p:cNvSpPr>
          <p:nvPr/>
        </p:nvSpPr>
        <p:spPr>
          <a:xfrm>
            <a:off x="944063" y="3264032"/>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4" name="b_small_bar_text_2252">
            <a:extLst>
              <a:ext uri="{FF2B5EF4-FFF2-40B4-BE49-F238E27FC236}">
                <a16:creationId xmlns:a16="http://schemas.microsoft.com/office/drawing/2014/main" id="{C5212CA1-1A31-413E-BB38-116A556AD80E}"/>
              </a:ext>
            </a:extLst>
          </p:cNvPr>
          <p:cNvSpPr>
            <a:spLocks noGrp="1"/>
          </p:cNvSpPr>
          <p:nvPr/>
        </p:nvSpPr>
        <p:spPr>
          <a:xfrm rot="0">
            <a:off x="438400" y="318031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15" name="b_small_bar_path_2253">
            <a:extLst>
              <a:ext uri="{FF2B5EF4-FFF2-40B4-BE49-F238E27FC236}">
                <a16:creationId xmlns:a16="http://schemas.microsoft.com/office/drawing/2014/main" id="{A2AD216A-2A9F-4E4B-8F3C-E1141ECAB887}"/>
              </a:ext>
            </a:extLst>
          </p:cNvPr>
          <p:cNvSpPr>
            <a:spLocks noGrp="1"/>
          </p:cNvSpPr>
          <p:nvPr/>
        </p:nvSpPr>
        <p:spPr>
          <a:xfrm>
            <a:off x="997560" y="2048011"/>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6" name="b_small_bar_path_2254">
            <a:extLst>
              <a:ext uri="{FF2B5EF4-FFF2-40B4-BE49-F238E27FC236}">
                <a16:creationId xmlns:a16="http://schemas.microsoft.com/office/drawing/2014/main" id="{0B2F27D7-38BB-404A-A8E8-48A5A8228398}"/>
              </a:ext>
            </a:extLst>
          </p:cNvPr>
          <p:cNvSpPr>
            <a:spLocks noGrp="1"/>
          </p:cNvSpPr>
          <p:nvPr/>
        </p:nvSpPr>
        <p:spPr>
          <a:xfrm>
            <a:off x="944063" y="2048011"/>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7" name="b_small_bar_text_2255">
            <a:extLst>
              <a:ext uri="{FF2B5EF4-FFF2-40B4-BE49-F238E27FC236}">
                <a16:creationId xmlns:a16="http://schemas.microsoft.com/office/drawing/2014/main" id="{6BD54F74-5C86-4B45-AA52-C7FC63EDBD24}"/>
              </a:ext>
            </a:extLst>
          </p:cNvPr>
          <p:cNvSpPr>
            <a:spLocks noGrp="1"/>
          </p:cNvSpPr>
          <p:nvPr/>
        </p:nvSpPr>
        <p:spPr>
          <a:xfrm rot="0">
            <a:off x="438400" y="1964291"/>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18" name="b_small_bar_text_2256">
            <a:extLst>
              <a:ext uri="{FF2B5EF4-FFF2-40B4-BE49-F238E27FC236}">
                <a16:creationId xmlns:a16="http://schemas.microsoft.com/office/drawing/2014/main" id="{B33AD382-5990-4CAB-BE05-27427EB3259B}"/>
              </a:ext>
            </a:extLst>
          </p:cNvPr>
          <p:cNvSpPr>
            <a:spLocks noGrp="1"/>
          </p:cNvSpPr>
          <p:nvPr/>
        </p:nvSpPr>
        <p:spPr>
          <a:xfrm rot="-5400000">
            <a:off x="37468" y="3121037"/>
            <a:ext cx="483892"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Score</a:t>
            </a:r>
          </a:p>
        </p:txBody>
      </p:sp>
      <p:sp>
        <p:nvSpPr>
          <p:cNvPr id="19" name="b_small_bar_path_2257">
            <a:extLst>
              <a:ext uri="{FF2B5EF4-FFF2-40B4-BE49-F238E27FC236}">
                <a16:creationId xmlns:a16="http://schemas.microsoft.com/office/drawing/2014/main" id="{2471E141-BBDB-40C6-91EE-92D6242159F3}"/>
              </a:ext>
            </a:extLst>
          </p:cNvPr>
          <p:cNvSpPr>
            <a:spLocks noGrp="1"/>
          </p:cNvSpPr>
          <p:nvPr/>
        </p:nvSpPr>
        <p:spPr>
          <a:xfrm>
            <a:off x="1157811" y="3078675"/>
            <a:ext cx="259354" cy="1401378"/>
          </a:xfrm>
          <a:custGeom>
            <a:avLst/>
            <a:gdLst/>
            <a:ahLst/>
            <a:cxnLst/>
            <a:rect l="0" t="0" r="0" b="0"/>
            <a:pathLst>
              <a:path w="259354" h="1401378">
                <a:moveTo>
                  <a:pt x="0" y="1401378"/>
                </a:moveTo>
                <a:lnTo>
                  <a:pt x="259354" y="1401378"/>
                </a:lnTo>
                <a:lnTo>
                  <a:pt x="259354" y="0"/>
                </a:lnTo>
                <a:lnTo>
                  <a:pt x="0" y="0"/>
                </a:lnTo>
                <a:lnTo>
                  <a:pt x="0" y="1401378"/>
                </a:lnTo>
                <a:close/>
              </a:path>
            </a:pathLst>
          </a:custGeom>
          <a:solidFill>
            <a:srgbClr val="007C83">
              <a:alpha val="16000"/>
            </a:srgbClr>
          </a:solidFill>
          <a:ln w="15119">
            <a:solidFill>
              <a:srgbClr val="007C83">
                <a:alpha val="16000"/>
              </a:srgbClr>
            </a:solidFill>
            <a:prstDash val="solid"/>
          </a:ln>
        </p:spPr>
      </p:sp>
      <p:sp>
        <p:nvSpPr>
          <p:cNvPr id="20" name="b_small_bar_path_2258">
            <a:extLst>
              <a:ext uri="{FF2B5EF4-FFF2-40B4-BE49-F238E27FC236}">
                <a16:creationId xmlns:a16="http://schemas.microsoft.com/office/drawing/2014/main" id="{2A5D9ED5-92BC-4DF4-A9A9-ED8FBDCE83B3}"/>
              </a:ext>
            </a:extLst>
          </p:cNvPr>
          <p:cNvSpPr>
            <a:spLocks noGrp="1"/>
          </p:cNvSpPr>
          <p:nvPr/>
        </p:nvSpPr>
        <p:spPr>
          <a:xfrm>
            <a:off x="2663931" y="2774842"/>
            <a:ext cx="259354" cy="1705210"/>
          </a:xfrm>
          <a:custGeom>
            <a:avLst/>
            <a:gdLst/>
            <a:ahLst/>
            <a:cxnLst/>
            <a:rect l="0" t="0" r="0" b="0"/>
            <a:pathLst>
              <a:path w="259354" h="1705210">
                <a:moveTo>
                  <a:pt x="0" y="1705210"/>
                </a:moveTo>
                <a:lnTo>
                  <a:pt x="259354" y="1705210"/>
                </a:lnTo>
                <a:lnTo>
                  <a:pt x="259354" y="0"/>
                </a:lnTo>
                <a:lnTo>
                  <a:pt x="0" y="0"/>
                </a:lnTo>
                <a:lnTo>
                  <a:pt x="0" y="1705210"/>
                </a:lnTo>
                <a:close/>
              </a:path>
            </a:pathLst>
          </a:custGeom>
          <a:solidFill>
            <a:srgbClr val="007C83">
              <a:alpha val="16000"/>
            </a:srgbClr>
          </a:solidFill>
          <a:ln w="15119">
            <a:solidFill>
              <a:srgbClr val="007C83">
                <a:alpha val="16000"/>
              </a:srgbClr>
            </a:solidFill>
            <a:prstDash val="solid"/>
          </a:ln>
        </p:spPr>
      </p:sp>
      <p:sp>
        <p:nvSpPr>
          <p:cNvPr id="21" name="b_small_bar_path_2259">
            <a:extLst>
              <a:ext uri="{FF2B5EF4-FFF2-40B4-BE49-F238E27FC236}">
                <a16:creationId xmlns:a16="http://schemas.microsoft.com/office/drawing/2014/main" id="{C8B9A898-71BD-4BD1-A54C-2C4B4D513412}"/>
              </a:ext>
            </a:extLst>
          </p:cNvPr>
          <p:cNvSpPr>
            <a:spLocks noGrp="1"/>
          </p:cNvSpPr>
          <p:nvPr/>
        </p:nvSpPr>
        <p:spPr>
          <a:xfrm>
            <a:off x="4170051" y="3009013"/>
            <a:ext cx="259354" cy="1471040"/>
          </a:xfrm>
          <a:custGeom>
            <a:avLst/>
            <a:gdLst/>
            <a:ahLst/>
            <a:cxnLst/>
            <a:rect l="0" t="0" r="0" b="0"/>
            <a:pathLst>
              <a:path w="259354" h="1471040">
                <a:moveTo>
                  <a:pt x="0" y="1471040"/>
                </a:moveTo>
                <a:lnTo>
                  <a:pt x="259354" y="1471040"/>
                </a:lnTo>
                <a:lnTo>
                  <a:pt x="259354" y="0"/>
                </a:lnTo>
                <a:lnTo>
                  <a:pt x="0" y="0"/>
                </a:lnTo>
                <a:lnTo>
                  <a:pt x="0" y="1471040"/>
                </a:lnTo>
                <a:close/>
              </a:path>
            </a:pathLst>
          </a:custGeom>
          <a:solidFill>
            <a:srgbClr val="007C83">
              <a:alpha val="16000"/>
            </a:srgbClr>
          </a:solidFill>
          <a:ln w="15119">
            <a:solidFill>
              <a:srgbClr val="007C83">
                <a:alpha val="16000"/>
              </a:srgbClr>
            </a:solidFill>
            <a:prstDash val="solid"/>
          </a:ln>
        </p:spPr>
      </p:sp>
      <p:sp>
        <p:nvSpPr>
          <p:cNvPr id="22" name="b_small_bar_path_2260">
            <a:extLst>
              <a:ext uri="{FF2B5EF4-FFF2-40B4-BE49-F238E27FC236}">
                <a16:creationId xmlns:a16="http://schemas.microsoft.com/office/drawing/2014/main" id="{A3A6B594-7FDB-4F8E-9274-D0CF02DD2477}"/>
              </a:ext>
            </a:extLst>
          </p:cNvPr>
          <p:cNvSpPr>
            <a:spLocks noGrp="1"/>
          </p:cNvSpPr>
          <p:nvPr/>
        </p:nvSpPr>
        <p:spPr>
          <a:xfrm>
            <a:off x="1466566" y="3309016"/>
            <a:ext cx="259354" cy="1171037"/>
          </a:xfrm>
          <a:custGeom>
            <a:avLst/>
            <a:gdLst/>
            <a:ahLst/>
            <a:cxnLst/>
            <a:rect l="0" t="0" r="0" b="0"/>
            <a:pathLst>
              <a:path w="259354" h="1171037">
                <a:moveTo>
                  <a:pt x="0" y="1171037"/>
                </a:moveTo>
                <a:lnTo>
                  <a:pt x="259354" y="1171037"/>
                </a:lnTo>
                <a:lnTo>
                  <a:pt x="259354" y="0"/>
                </a:lnTo>
                <a:lnTo>
                  <a:pt x="0" y="0"/>
                </a:lnTo>
                <a:lnTo>
                  <a:pt x="0" y="1171037"/>
                </a:lnTo>
                <a:close/>
              </a:path>
            </a:pathLst>
          </a:custGeom>
          <a:solidFill>
            <a:srgbClr val="566AB4">
              <a:alpha val="16000"/>
            </a:srgbClr>
          </a:solidFill>
          <a:ln w="15119">
            <a:solidFill>
              <a:srgbClr val="566AB4">
                <a:alpha val="16000"/>
              </a:srgbClr>
            </a:solidFill>
            <a:prstDash val="solid"/>
          </a:ln>
        </p:spPr>
      </p:sp>
      <p:sp>
        <p:nvSpPr>
          <p:cNvPr id="23" name="b_small_bar_path_2261">
            <a:extLst>
              <a:ext uri="{FF2B5EF4-FFF2-40B4-BE49-F238E27FC236}">
                <a16:creationId xmlns:a16="http://schemas.microsoft.com/office/drawing/2014/main" id="{320D405F-5B4E-4ACF-A75C-32253B0C7CFA}"/>
              </a:ext>
            </a:extLst>
          </p:cNvPr>
          <p:cNvSpPr>
            <a:spLocks noGrp="1"/>
          </p:cNvSpPr>
          <p:nvPr/>
        </p:nvSpPr>
        <p:spPr>
          <a:xfrm>
            <a:off x="2972686" y="3087428"/>
            <a:ext cx="259354" cy="1392625"/>
          </a:xfrm>
          <a:custGeom>
            <a:avLst/>
            <a:gdLst/>
            <a:ahLst/>
            <a:cxnLst/>
            <a:rect l="0" t="0" r="0" b="0"/>
            <a:pathLst>
              <a:path w="259354" h="1392625">
                <a:moveTo>
                  <a:pt x="0" y="1392625"/>
                </a:moveTo>
                <a:lnTo>
                  <a:pt x="259354" y="1392625"/>
                </a:lnTo>
                <a:lnTo>
                  <a:pt x="259354" y="0"/>
                </a:lnTo>
                <a:lnTo>
                  <a:pt x="0" y="0"/>
                </a:lnTo>
                <a:lnTo>
                  <a:pt x="0" y="1392625"/>
                </a:lnTo>
                <a:close/>
              </a:path>
            </a:pathLst>
          </a:custGeom>
          <a:solidFill>
            <a:srgbClr val="566AB4">
              <a:alpha val="16000"/>
            </a:srgbClr>
          </a:solidFill>
          <a:ln w="15119">
            <a:solidFill>
              <a:srgbClr val="566AB4">
                <a:alpha val="16000"/>
              </a:srgbClr>
            </a:solidFill>
            <a:prstDash val="solid"/>
          </a:ln>
        </p:spPr>
      </p:sp>
      <p:sp>
        <p:nvSpPr>
          <p:cNvPr id="24" name="b_small_bar_path_2262">
            <a:extLst>
              <a:ext uri="{FF2B5EF4-FFF2-40B4-BE49-F238E27FC236}">
                <a16:creationId xmlns:a16="http://schemas.microsoft.com/office/drawing/2014/main" id="{FE380CAC-1654-42FA-B75C-8BDFF1A32C20}"/>
              </a:ext>
            </a:extLst>
          </p:cNvPr>
          <p:cNvSpPr>
            <a:spLocks noGrp="1"/>
          </p:cNvSpPr>
          <p:nvPr/>
        </p:nvSpPr>
        <p:spPr>
          <a:xfrm>
            <a:off x="4478806" y="3265750"/>
            <a:ext cx="259354" cy="1214303"/>
          </a:xfrm>
          <a:custGeom>
            <a:avLst/>
            <a:gdLst/>
            <a:ahLst/>
            <a:cxnLst/>
            <a:rect l="0" t="0" r="0" b="0"/>
            <a:pathLst>
              <a:path w="259354" h="1214303">
                <a:moveTo>
                  <a:pt x="0" y="1214303"/>
                </a:moveTo>
                <a:lnTo>
                  <a:pt x="259354" y="1214303"/>
                </a:lnTo>
                <a:lnTo>
                  <a:pt x="259354" y="0"/>
                </a:lnTo>
                <a:lnTo>
                  <a:pt x="0" y="0"/>
                </a:lnTo>
                <a:lnTo>
                  <a:pt x="0" y="1214303"/>
                </a:lnTo>
                <a:close/>
              </a:path>
            </a:pathLst>
          </a:custGeom>
          <a:solidFill>
            <a:srgbClr val="566AB4">
              <a:alpha val="16000"/>
            </a:srgbClr>
          </a:solidFill>
          <a:ln w="15119">
            <a:solidFill>
              <a:srgbClr val="566AB4">
                <a:alpha val="16000"/>
              </a:srgbClr>
            </a:solidFill>
            <a:prstDash val="solid"/>
          </a:ln>
        </p:spPr>
      </p:sp>
      <p:sp>
        <p:nvSpPr>
          <p:cNvPr id="25" name="b_small_bar_path_2263">
            <a:extLst>
              <a:ext uri="{FF2B5EF4-FFF2-40B4-BE49-F238E27FC236}">
                <a16:creationId xmlns:a16="http://schemas.microsoft.com/office/drawing/2014/main" id="{2C03D6DD-DE1C-413A-832B-693237BCD5FD}"/>
              </a:ext>
            </a:extLst>
          </p:cNvPr>
          <p:cNvSpPr>
            <a:spLocks noGrp="1"/>
          </p:cNvSpPr>
          <p:nvPr/>
        </p:nvSpPr>
        <p:spPr>
          <a:xfrm>
            <a:off x="1775320" y="3237088"/>
            <a:ext cx="259354" cy="1242965"/>
          </a:xfrm>
          <a:custGeom>
            <a:avLst/>
            <a:gdLst/>
            <a:ahLst/>
            <a:cxnLst/>
            <a:rect l="0" t="0" r="0" b="0"/>
            <a:pathLst>
              <a:path w="259354" h="1242965">
                <a:moveTo>
                  <a:pt x="0" y="1242965"/>
                </a:moveTo>
                <a:lnTo>
                  <a:pt x="259354" y="1242965"/>
                </a:lnTo>
                <a:lnTo>
                  <a:pt x="259354" y="0"/>
                </a:lnTo>
                <a:lnTo>
                  <a:pt x="0" y="0"/>
                </a:lnTo>
                <a:lnTo>
                  <a:pt x="0" y="1242965"/>
                </a:lnTo>
                <a:close/>
              </a:path>
            </a:pathLst>
          </a:custGeom>
          <a:solidFill>
            <a:srgbClr val="7D8990">
              <a:alpha val="16000"/>
            </a:srgbClr>
          </a:solidFill>
          <a:ln w="15119">
            <a:solidFill>
              <a:srgbClr val="7D8990">
                <a:alpha val="16000"/>
              </a:srgbClr>
            </a:solidFill>
            <a:prstDash val="solid"/>
          </a:ln>
        </p:spPr>
      </p:sp>
      <p:sp>
        <p:nvSpPr>
          <p:cNvPr id="26" name="b_small_bar_path_2264">
            <a:extLst>
              <a:ext uri="{FF2B5EF4-FFF2-40B4-BE49-F238E27FC236}">
                <a16:creationId xmlns:a16="http://schemas.microsoft.com/office/drawing/2014/main" id="{C994A0D3-8AC3-4F26-84FF-505F2A7DB461}"/>
              </a:ext>
            </a:extLst>
          </p:cNvPr>
          <p:cNvSpPr>
            <a:spLocks noGrp="1"/>
          </p:cNvSpPr>
          <p:nvPr/>
        </p:nvSpPr>
        <p:spPr>
          <a:xfrm>
            <a:off x="3281440" y="2970106"/>
            <a:ext cx="259354" cy="1509946"/>
          </a:xfrm>
          <a:custGeom>
            <a:avLst/>
            <a:gdLst/>
            <a:ahLst/>
            <a:cxnLst/>
            <a:rect l="0" t="0" r="0" b="0"/>
            <a:pathLst>
              <a:path w="259354" h="1509946">
                <a:moveTo>
                  <a:pt x="0" y="1509946"/>
                </a:moveTo>
                <a:lnTo>
                  <a:pt x="259354" y="1509946"/>
                </a:lnTo>
                <a:lnTo>
                  <a:pt x="259354" y="0"/>
                </a:lnTo>
                <a:lnTo>
                  <a:pt x="0" y="0"/>
                </a:lnTo>
                <a:lnTo>
                  <a:pt x="0" y="1509946"/>
                </a:lnTo>
                <a:close/>
              </a:path>
            </a:pathLst>
          </a:custGeom>
          <a:solidFill>
            <a:srgbClr val="7D8990">
              <a:alpha val="16000"/>
            </a:srgbClr>
          </a:solidFill>
          <a:ln w="15119">
            <a:solidFill>
              <a:srgbClr val="7D8990">
                <a:alpha val="16000"/>
              </a:srgbClr>
            </a:solidFill>
            <a:prstDash val="solid"/>
          </a:ln>
        </p:spPr>
      </p:sp>
      <p:sp>
        <p:nvSpPr>
          <p:cNvPr id="27" name="b_small_bar_path_2265">
            <a:extLst>
              <a:ext uri="{FF2B5EF4-FFF2-40B4-BE49-F238E27FC236}">
                <a16:creationId xmlns:a16="http://schemas.microsoft.com/office/drawing/2014/main" id="{DE6A9DF4-AE42-4711-A41B-6FFF45382568}"/>
              </a:ext>
            </a:extLst>
          </p:cNvPr>
          <p:cNvSpPr>
            <a:spLocks noGrp="1"/>
          </p:cNvSpPr>
          <p:nvPr/>
        </p:nvSpPr>
        <p:spPr>
          <a:xfrm>
            <a:off x="4787560" y="3168895"/>
            <a:ext cx="259354" cy="1311158"/>
          </a:xfrm>
          <a:custGeom>
            <a:avLst/>
            <a:gdLst/>
            <a:ahLst/>
            <a:cxnLst/>
            <a:rect l="0" t="0" r="0" b="0"/>
            <a:pathLst>
              <a:path w="259354" h="1311158">
                <a:moveTo>
                  <a:pt x="0" y="1311158"/>
                </a:moveTo>
                <a:lnTo>
                  <a:pt x="259354" y="1311158"/>
                </a:lnTo>
                <a:lnTo>
                  <a:pt x="259354" y="0"/>
                </a:lnTo>
                <a:lnTo>
                  <a:pt x="0" y="0"/>
                </a:lnTo>
                <a:lnTo>
                  <a:pt x="0" y="1311158"/>
                </a:lnTo>
                <a:close/>
              </a:path>
            </a:pathLst>
          </a:custGeom>
          <a:solidFill>
            <a:srgbClr val="7D8990">
              <a:alpha val="16000"/>
            </a:srgbClr>
          </a:solidFill>
          <a:ln w="15119">
            <a:solidFill>
              <a:srgbClr val="7D8990">
                <a:alpha val="16000"/>
              </a:srgbClr>
            </a:solidFill>
            <a:prstDash val="solid"/>
          </a:ln>
        </p:spPr>
      </p:sp>
      <p:sp>
        <p:nvSpPr>
          <p:cNvPr id="28" name="b_small_bar_path_2266">
            <a:extLst>
              <a:ext uri="{FF2B5EF4-FFF2-40B4-BE49-F238E27FC236}">
                <a16:creationId xmlns:a16="http://schemas.microsoft.com/office/drawing/2014/main" id="{F4A7E31B-15C1-443D-A1D2-4C2D6ECF0F5B}"/>
              </a:ext>
            </a:extLst>
          </p:cNvPr>
          <p:cNvSpPr>
            <a:spLocks noGrp="1"/>
          </p:cNvSpPr>
          <p:nvPr/>
        </p:nvSpPr>
        <p:spPr>
          <a:xfrm>
            <a:off x="2084075" y="3360903"/>
            <a:ext cx="259354" cy="1119150"/>
          </a:xfrm>
          <a:custGeom>
            <a:avLst/>
            <a:gdLst/>
            <a:ahLst/>
            <a:cxnLst/>
            <a:rect l="0" t="0" r="0" b="0"/>
            <a:pathLst>
              <a:path w="259354" h="1119150">
                <a:moveTo>
                  <a:pt x="0" y="1119150"/>
                </a:moveTo>
                <a:lnTo>
                  <a:pt x="259354" y="1119150"/>
                </a:lnTo>
                <a:lnTo>
                  <a:pt x="259354" y="0"/>
                </a:lnTo>
                <a:lnTo>
                  <a:pt x="0" y="0"/>
                </a:lnTo>
                <a:lnTo>
                  <a:pt x="0" y="1119150"/>
                </a:lnTo>
                <a:close/>
              </a:path>
            </a:pathLst>
          </a:custGeom>
          <a:solidFill>
            <a:srgbClr val="B08A60">
              <a:alpha val="16000"/>
            </a:srgbClr>
          </a:solidFill>
          <a:ln w="15119">
            <a:solidFill>
              <a:srgbClr val="B08A60">
                <a:alpha val="16000"/>
              </a:srgbClr>
            </a:solidFill>
            <a:prstDash val="solid"/>
          </a:ln>
        </p:spPr>
      </p:sp>
      <p:sp>
        <p:nvSpPr>
          <p:cNvPr id="29" name="b_small_bar_path_2267">
            <a:extLst>
              <a:ext uri="{FF2B5EF4-FFF2-40B4-BE49-F238E27FC236}">
                <a16:creationId xmlns:a16="http://schemas.microsoft.com/office/drawing/2014/main" id="{E697B966-17A6-45C6-AF7F-8B843318F896}"/>
              </a:ext>
            </a:extLst>
          </p:cNvPr>
          <p:cNvSpPr>
            <a:spLocks noGrp="1"/>
          </p:cNvSpPr>
          <p:nvPr/>
        </p:nvSpPr>
        <p:spPr>
          <a:xfrm>
            <a:off x="3590195" y="3099322"/>
            <a:ext cx="259354" cy="1380731"/>
          </a:xfrm>
          <a:custGeom>
            <a:avLst/>
            <a:gdLst/>
            <a:ahLst/>
            <a:cxnLst/>
            <a:rect l="0" t="0" r="0" b="0"/>
            <a:pathLst>
              <a:path w="259354" h="1380731">
                <a:moveTo>
                  <a:pt x="0" y="1380731"/>
                </a:moveTo>
                <a:lnTo>
                  <a:pt x="259354" y="1380731"/>
                </a:lnTo>
                <a:lnTo>
                  <a:pt x="259354" y="0"/>
                </a:lnTo>
                <a:lnTo>
                  <a:pt x="0" y="0"/>
                </a:lnTo>
                <a:lnTo>
                  <a:pt x="0" y="1380731"/>
                </a:lnTo>
                <a:close/>
              </a:path>
            </a:pathLst>
          </a:custGeom>
          <a:solidFill>
            <a:srgbClr val="B08A60">
              <a:alpha val="16000"/>
            </a:srgbClr>
          </a:solidFill>
          <a:ln w="15119">
            <a:solidFill>
              <a:srgbClr val="B08A60">
                <a:alpha val="16000"/>
              </a:srgbClr>
            </a:solidFill>
            <a:prstDash val="solid"/>
          </a:ln>
        </p:spPr>
      </p:sp>
      <p:sp>
        <p:nvSpPr>
          <p:cNvPr id="30" name="b_small_bar_path_2268">
            <a:extLst>
              <a:ext uri="{FF2B5EF4-FFF2-40B4-BE49-F238E27FC236}">
                <a16:creationId xmlns:a16="http://schemas.microsoft.com/office/drawing/2014/main" id="{859E6040-CA22-4BC3-AFF6-8A492606546B}"/>
              </a:ext>
            </a:extLst>
          </p:cNvPr>
          <p:cNvSpPr>
            <a:spLocks noGrp="1"/>
          </p:cNvSpPr>
          <p:nvPr/>
        </p:nvSpPr>
        <p:spPr>
          <a:xfrm>
            <a:off x="5096315" y="3305176"/>
            <a:ext cx="259354" cy="1174877"/>
          </a:xfrm>
          <a:custGeom>
            <a:avLst/>
            <a:gdLst/>
            <a:ahLst/>
            <a:cxnLst/>
            <a:rect l="0" t="0" r="0" b="0"/>
            <a:pathLst>
              <a:path w="259354" h="1174877">
                <a:moveTo>
                  <a:pt x="0" y="1174877"/>
                </a:moveTo>
                <a:lnTo>
                  <a:pt x="259354" y="1174877"/>
                </a:lnTo>
                <a:lnTo>
                  <a:pt x="259354" y="0"/>
                </a:lnTo>
                <a:lnTo>
                  <a:pt x="0" y="0"/>
                </a:lnTo>
                <a:lnTo>
                  <a:pt x="0" y="1174877"/>
                </a:lnTo>
                <a:close/>
              </a:path>
            </a:pathLst>
          </a:custGeom>
          <a:solidFill>
            <a:srgbClr val="B08A60">
              <a:alpha val="16000"/>
            </a:srgbClr>
          </a:solidFill>
          <a:ln w="15119">
            <a:solidFill>
              <a:srgbClr val="B08A60">
                <a:alpha val="16000"/>
              </a:srgbClr>
            </a:solidFill>
            <a:prstDash val="solid"/>
          </a:ln>
        </p:spPr>
      </p:sp>
      <p:sp>
        <p:nvSpPr>
          <p:cNvPr id="31" name="b_small_bar_ellipse_2269">
            <a:extLst>
              <a:ext uri="{FF2B5EF4-FFF2-40B4-BE49-F238E27FC236}">
                <a16:creationId xmlns:a16="http://schemas.microsoft.com/office/drawing/2014/main" id="{CD2F093B-51CB-4F34-BE18-82FF3C176ED3}"/>
              </a:ext>
            </a:extLst>
          </p:cNvPr>
          <p:cNvSpPr>
            <a:spLocks noGrp="1"/>
          </p:cNvSpPr>
          <p:nvPr/>
        </p:nvSpPr>
        <p:spPr>
          <a:xfrm>
            <a:off x="1208220" y="2403789"/>
            <a:ext cx="45341" cy="45341"/>
          </a:xfrm>
          <a:prstGeom prst="ellipse">
            <a:avLst/>
          </a:prstGeom>
          <a:solidFill>
            <a:srgbClr val="007C83">
              <a:alpha val="40000"/>
            </a:srgbClr>
          </a:solidFill>
          <a:ln w="0">
            <a:noFill/>
            <a:prstDash val="solid"/>
          </a:ln>
        </p:spPr>
      </p:sp>
      <p:sp>
        <p:nvSpPr>
          <p:cNvPr id="32" name="b_small_bar_ellipse_2270">
            <a:extLst>
              <a:ext uri="{FF2B5EF4-FFF2-40B4-BE49-F238E27FC236}">
                <a16:creationId xmlns:a16="http://schemas.microsoft.com/office/drawing/2014/main" id="{6F2AABC4-6722-41B7-A08A-467CB9DF7AD3}"/>
              </a:ext>
            </a:extLst>
          </p:cNvPr>
          <p:cNvSpPr>
            <a:spLocks noGrp="1"/>
          </p:cNvSpPr>
          <p:nvPr/>
        </p:nvSpPr>
        <p:spPr>
          <a:xfrm>
            <a:off x="1178689" y="2668713"/>
            <a:ext cx="45341" cy="45341"/>
          </a:xfrm>
          <a:prstGeom prst="ellipse">
            <a:avLst/>
          </a:prstGeom>
          <a:solidFill>
            <a:srgbClr val="007C83">
              <a:alpha val="40000"/>
            </a:srgbClr>
          </a:solidFill>
          <a:ln w="0">
            <a:noFill/>
            <a:prstDash val="solid"/>
          </a:ln>
        </p:spPr>
      </p:sp>
      <p:sp>
        <p:nvSpPr>
          <p:cNvPr id="33" name="b_small_bar_ellipse_2271">
            <a:extLst>
              <a:ext uri="{FF2B5EF4-FFF2-40B4-BE49-F238E27FC236}">
                <a16:creationId xmlns:a16="http://schemas.microsoft.com/office/drawing/2014/main" id="{23FE3B3B-AF2C-404B-B7C3-55706B84AA03}"/>
              </a:ext>
            </a:extLst>
          </p:cNvPr>
          <p:cNvSpPr>
            <a:spLocks noGrp="1"/>
          </p:cNvSpPr>
          <p:nvPr/>
        </p:nvSpPr>
        <p:spPr>
          <a:xfrm>
            <a:off x="1315345" y="2442316"/>
            <a:ext cx="45341" cy="45341"/>
          </a:xfrm>
          <a:prstGeom prst="ellipse">
            <a:avLst/>
          </a:prstGeom>
          <a:solidFill>
            <a:srgbClr val="007C83">
              <a:alpha val="40000"/>
            </a:srgbClr>
          </a:solidFill>
          <a:ln w="0">
            <a:noFill/>
            <a:prstDash val="solid"/>
          </a:ln>
        </p:spPr>
      </p:sp>
      <p:sp>
        <p:nvSpPr>
          <p:cNvPr id="34" name="b_small_bar_ellipse_2272">
            <a:extLst>
              <a:ext uri="{FF2B5EF4-FFF2-40B4-BE49-F238E27FC236}">
                <a16:creationId xmlns:a16="http://schemas.microsoft.com/office/drawing/2014/main" id="{E4E90C8F-EDC3-4CD6-A424-2C687348E35B}"/>
              </a:ext>
            </a:extLst>
          </p:cNvPr>
          <p:cNvSpPr>
            <a:spLocks noGrp="1"/>
          </p:cNvSpPr>
          <p:nvPr/>
        </p:nvSpPr>
        <p:spPr>
          <a:xfrm>
            <a:off x="1221466" y="2515242"/>
            <a:ext cx="45341" cy="45341"/>
          </a:xfrm>
          <a:prstGeom prst="ellipse">
            <a:avLst/>
          </a:prstGeom>
          <a:solidFill>
            <a:srgbClr val="007C83">
              <a:alpha val="40000"/>
            </a:srgbClr>
          </a:solidFill>
          <a:ln w="0">
            <a:noFill/>
            <a:prstDash val="solid"/>
          </a:ln>
        </p:spPr>
      </p:sp>
      <p:sp>
        <p:nvSpPr>
          <p:cNvPr id="35" name="b_small_bar_ellipse_2273">
            <a:extLst>
              <a:ext uri="{FF2B5EF4-FFF2-40B4-BE49-F238E27FC236}">
                <a16:creationId xmlns:a16="http://schemas.microsoft.com/office/drawing/2014/main" id="{4E327E7A-736E-456C-872E-41041C2B69D8}"/>
              </a:ext>
            </a:extLst>
          </p:cNvPr>
          <p:cNvSpPr>
            <a:spLocks noGrp="1"/>
          </p:cNvSpPr>
          <p:nvPr/>
        </p:nvSpPr>
        <p:spPr>
          <a:xfrm>
            <a:off x="1361111" y="3429977"/>
            <a:ext cx="45341" cy="45341"/>
          </a:xfrm>
          <a:prstGeom prst="ellipse">
            <a:avLst/>
          </a:prstGeom>
          <a:solidFill>
            <a:srgbClr val="007C83">
              <a:alpha val="40000"/>
            </a:srgbClr>
          </a:solidFill>
          <a:ln w="0">
            <a:noFill/>
            <a:prstDash val="solid"/>
          </a:ln>
        </p:spPr>
      </p:sp>
      <p:sp>
        <p:nvSpPr>
          <p:cNvPr id="36" name="b_small_bar_ellipse_2274">
            <a:extLst>
              <a:ext uri="{FF2B5EF4-FFF2-40B4-BE49-F238E27FC236}">
                <a16:creationId xmlns:a16="http://schemas.microsoft.com/office/drawing/2014/main" id="{F1627888-4448-491F-ABFA-5A76B2B987BA}"/>
              </a:ext>
            </a:extLst>
          </p:cNvPr>
          <p:cNvSpPr>
            <a:spLocks noGrp="1"/>
          </p:cNvSpPr>
          <p:nvPr/>
        </p:nvSpPr>
        <p:spPr>
          <a:xfrm>
            <a:off x="1163891" y="3479755"/>
            <a:ext cx="45341" cy="45341"/>
          </a:xfrm>
          <a:prstGeom prst="ellipse">
            <a:avLst/>
          </a:prstGeom>
          <a:solidFill>
            <a:srgbClr val="007C83">
              <a:alpha val="40000"/>
            </a:srgbClr>
          </a:solidFill>
          <a:ln w="0">
            <a:noFill/>
            <a:prstDash val="solid"/>
          </a:ln>
        </p:spPr>
      </p:sp>
      <p:sp>
        <p:nvSpPr>
          <p:cNvPr id="37" name="b_small_bar_ellipse_2275">
            <a:extLst>
              <a:ext uri="{FF2B5EF4-FFF2-40B4-BE49-F238E27FC236}">
                <a16:creationId xmlns:a16="http://schemas.microsoft.com/office/drawing/2014/main" id="{2699954F-9388-4B63-AF17-6BA7859BDC51}"/>
              </a:ext>
            </a:extLst>
          </p:cNvPr>
          <p:cNvSpPr>
            <a:spLocks noGrp="1"/>
          </p:cNvSpPr>
          <p:nvPr/>
        </p:nvSpPr>
        <p:spPr>
          <a:xfrm>
            <a:off x="1357307" y="2460837"/>
            <a:ext cx="45341" cy="45341"/>
          </a:xfrm>
          <a:prstGeom prst="ellipse">
            <a:avLst/>
          </a:prstGeom>
          <a:solidFill>
            <a:srgbClr val="007C83">
              <a:alpha val="40000"/>
            </a:srgbClr>
          </a:solidFill>
          <a:ln w="0">
            <a:noFill/>
            <a:prstDash val="solid"/>
          </a:ln>
        </p:spPr>
      </p:sp>
      <p:sp>
        <p:nvSpPr>
          <p:cNvPr id="38" name="b_small_bar_ellipse_2276">
            <a:extLst>
              <a:ext uri="{FF2B5EF4-FFF2-40B4-BE49-F238E27FC236}">
                <a16:creationId xmlns:a16="http://schemas.microsoft.com/office/drawing/2014/main" id="{52358828-09A2-4905-8BF0-149B97D6A910}"/>
              </a:ext>
            </a:extLst>
          </p:cNvPr>
          <p:cNvSpPr>
            <a:spLocks noGrp="1"/>
          </p:cNvSpPr>
          <p:nvPr/>
        </p:nvSpPr>
        <p:spPr>
          <a:xfrm>
            <a:off x="1179224" y="2753385"/>
            <a:ext cx="45341" cy="45341"/>
          </a:xfrm>
          <a:prstGeom prst="ellipse">
            <a:avLst/>
          </a:prstGeom>
          <a:solidFill>
            <a:srgbClr val="007C83">
              <a:alpha val="40000"/>
            </a:srgbClr>
          </a:solidFill>
          <a:ln w="0">
            <a:noFill/>
            <a:prstDash val="solid"/>
          </a:ln>
        </p:spPr>
      </p:sp>
      <p:sp>
        <p:nvSpPr>
          <p:cNvPr id="39" name="b_small_bar_ellipse_2277">
            <a:extLst>
              <a:ext uri="{FF2B5EF4-FFF2-40B4-BE49-F238E27FC236}">
                <a16:creationId xmlns:a16="http://schemas.microsoft.com/office/drawing/2014/main" id="{98AAFA9F-4EAD-4FB9-9481-BE4B06C3B396}"/>
              </a:ext>
            </a:extLst>
          </p:cNvPr>
          <p:cNvSpPr>
            <a:spLocks noGrp="1"/>
          </p:cNvSpPr>
          <p:nvPr/>
        </p:nvSpPr>
        <p:spPr>
          <a:xfrm>
            <a:off x="1189057" y="2682169"/>
            <a:ext cx="45341" cy="45341"/>
          </a:xfrm>
          <a:prstGeom prst="ellipse">
            <a:avLst/>
          </a:prstGeom>
          <a:solidFill>
            <a:srgbClr val="007C83">
              <a:alpha val="40000"/>
            </a:srgbClr>
          </a:solidFill>
          <a:ln w="0">
            <a:noFill/>
            <a:prstDash val="solid"/>
          </a:ln>
        </p:spPr>
      </p:sp>
      <p:sp>
        <p:nvSpPr>
          <p:cNvPr id="40" name="b_small_bar_ellipse_2278">
            <a:extLst>
              <a:ext uri="{FF2B5EF4-FFF2-40B4-BE49-F238E27FC236}">
                <a16:creationId xmlns:a16="http://schemas.microsoft.com/office/drawing/2014/main" id="{E86E03B1-0C71-4BB1-B4E2-CF218DA71391}"/>
              </a:ext>
            </a:extLst>
          </p:cNvPr>
          <p:cNvSpPr>
            <a:spLocks noGrp="1"/>
          </p:cNvSpPr>
          <p:nvPr/>
        </p:nvSpPr>
        <p:spPr>
          <a:xfrm>
            <a:off x="1283972" y="2571240"/>
            <a:ext cx="45341" cy="45341"/>
          </a:xfrm>
          <a:prstGeom prst="ellipse">
            <a:avLst/>
          </a:prstGeom>
          <a:solidFill>
            <a:srgbClr val="007C83">
              <a:alpha val="40000"/>
            </a:srgbClr>
          </a:solidFill>
          <a:ln w="0">
            <a:noFill/>
            <a:prstDash val="solid"/>
          </a:ln>
        </p:spPr>
      </p:sp>
      <p:sp>
        <p:nvSpPr>
          <p:cNvPr id="41" name="b_small_bar_ellipse_2279">
            <a:extLst>
              <a:ext uri="{FF2B5EF4-FFF2-40B4-BE49-F238E27FC236}">
                <a16:creationId xmlns:a16="http://schemas.microsoft.com/office/drawing/2014/main" id="{E9324B0F-2745-41E0-9BE0-43F1D43430D7}"/>
              </a:ext>
            </a:extLst>
          </p:cNvPr>
          <p:cNvSpPr>
            <a:spLocks noGrp="1"/>
          </p:cNvSpPr>
          <p:nvPr/>
        </p:nvSpPr>
        <p:spPr>
          <a:xfrm>
            <a:off x="1161536" y="2635026"/>
            <a:ext cx="45341" cy="45341"/>
          </a:xfrm>
          <a:prstGeom prst="ellipse">
            <a:avLst/>
          </a:prstGeom>
          <a:solidFill>
            <a:srgbClr val="007C83">
              <a:alpha val="40000"/>
            </a:srgbClr>
          </a:solidFill>
          <a:ln w="0">
            <a:noFill/>
            <a:prstDash val="solid"/>
          </a:ln>
        </p:spPr>
      </p:sp>
      <p:sp>
        <p:nvSpPr>
          <p:cNvPr id="42" name="b_small_bar_ellipse_2280">
            <a:extLst>
              <a:ext uri="{FF2B5EF4-FFF2-40B4-BE49-F238E27FC236}">
                <a16:creationId xmlns:a16="http://schemas.microsoft.com/office/drawing/2014/main" id="{BB347A92-BE5C-4584-9D45-70B54D272AF2}"/>
              </a:ext>
            </a:extLst>
          </p:cNvPr>
          <p:cNvSpPr>
            <a:spLocks noGrp="1"/>
          </p:cNvSpPr>
          <p:nvPr/>
        </p:nvSpPr>
        <p:spPr>
          <a:xfrm>
            <a:off x="1228304" y="2704985"/>
            <a:ext cx="45341" cy="45341"/>
          </a:xfrm>
          <a:prstGeom prst="ellipse">
            <a:avLst/>
          </a:prstGeom>
          <a:solidFill>
            <a:srgbClr val="007C83">
              <a:alpha val="40000"/>
            </a:srgbClr>
          </a:solidFill>
          <a:ln w="0">
            <a:noFill/>
            <a:prstDash val="solid"/>
          </a:ln>
        </p:spPr>
      </p:sp>
      <p:sp>
        <p:nvSpPr>
          <p:cNvPr id="43" name="b_small_bar_ellipse_2281">
            <a:extLst>
              <a:ext uri="{FF2B5EF4-FFF2-40B4-BE49-F238E27FC236}">
                <a16:creationId xmlns:a16="http://schemas.microsoft.com/office/drawing/2014/main" id="{AC59A0E7-9004-4914-91FD-8EB531ECA435}"/>
              </a:ext>
            </a:extLst>
          </p:cNvPr>
          <p:cNvSpPr>
            <a:spLocks noGrp="1"/>
          </p:cNvSpPr>
          <p:nvPr/>
        </p:nvSpPr>
        <p:spPr>
          <a:xfrm>
            <a:off x="1272215" y="3338732"/>
            <a:ext cx="45341" cy="45341"/>
          </a:xfrm>
          <a:prstGeom prst="ellipse">
            <a:avLst/>
          </a:prstGeom>
          <a:solidFill>
            <a:srgbClr val="007C83">
              <a:alpha val="40000"/>
            </a:srgbClr>
          </a:solidFill>
          <a:ln w="0">
            <a:noFill/>
            <a:prstDash val="solid"/>
          </a:ln>
        </p:spPr>
      </p:sp>
      <p:sp>
        <p:nvSpPr>
          <p:cNvPr id="44" name="b_small_bar_ellipse_2282">
            <a:extLst>
              <a:ext uri="{FF2B5EF4-FFF2-40B4-BE49-F238E27FC236}">
                <a16:creationId xmlns:a16="http://schemas.microsoft.com/office/drawing/2014/main" id="{4E3492A9-8506-4C38-B8B8-963E82A7FCF7}"/>
              </a:ext>
            </a:extLst>
          </p:cNvPr>
          <p:cNvSpPr>
            <a:spLocks noGrp="1"/>
          </p:cNvSpPr>
          <p:nvPr/>
        </p:nvSpPr>
        <p:spPr>
          <a:xfrm>
            <a:off x="1270145" y="2739466"/>
            <a:ext cx="45341" cy="45341"/>
          </a:xfrm>
          <a:prstGeom prst="ellipse">
            <a:avLst/>
          </a:prstGeom>
          <a:solidFill>
            <a:srgbClr val="007C83">
              <a:alpha val="40000"/>
            </a:srgbClr>
          </a:solidFill>
          <a:ln w="0">
            <a:noFill/>
            <a:prstDash val="solid"/>
          </a:ln>
        </p:spPr>
      </p:sp>
      <p:sp>
        <p:nvSpPr>
          <p:cNvPr id="45" name="b_small_bar_ellipse_2283">
            <a:extLst>
              <a:ext uri="{FF2B5EF4-FFF2-40B4-BE49-F238E27FC236}">
                <a16:creationId xmlns:a16="http://schemas.microsoft.com/office/drawing/2014/main" id="{A6A98CF2-9CFA-4CC9-B5A6-B20B80330C06}"/>
              </a:ext>
            </a:extLst>
          </p:cNvPr>
          <p:cNvSpPr>
            <a:spLocks noGrp="1"/>
          </p:cNvSpPr>
          <p:nvPr/>
        </p:nvSpPr>
        <p:spPr>
          <a:xfrm>
            <a:off x="1301082" y="2491551"/>
            <a:ext cx="45341" cy="45341"/>
          </a:xfrm>
          <a:prstGeom prst="ellipse">
            <a:avLst/>
          </a:prstGeom>
          <a:solidFill>
            <a:srgbClr val="007C83">
              <a:alpha val="40000"/>
            </a:srgbClr>
          </a:solidFill>
          <a:ln w="0">
            <a:noFill/>
            <a:prstDash val="solid"/>
          </a:ln>
        </p:spPr>
      </p:sp>
      <p:sp>
        <p:nvSpPr>
          <p:cNvPr id="46" name="b_small_bar_ellipse_2284">
            <a:extLst>
              <a:ext uri="{FF2B5EF4-FFF2-40B4-BE49-F238E27FC236}">
                <a16:creationId xmlns:a16="http://schemas.microsoft.com/office/drawing/2014/main" id="{B0F1AA21-2973-4FC9-9F76-F8C7849FD228}"/>
              </a:ext>
            </a:extLst>
          </p:cNvPr>
          <p:cNvSpPr>
            <a:spLocks noGrp="1"/>
          </p:cNvSpPr>
          <p:nvPr/>
        </p:nvSpPr>
        <p:spPr>
          <a:xfrm>
            <a:off x="1161802" y="4457382"/>
            <a:ext cx="45341" cy="45341"/>
          </a:xfrm>
          <a:prstGeom prst="ellipse">
            <a:avLst/>
          </a:prstGeom>
          <a:solidFill>
            <a:srgbClr val="007C83">
              <a:alpha val="40000"/>
            </a:srgbClr>
          </a:solidFill>
          <a:ln w="0">
            <a:noFill/>
            <a:prstDash val="solid"/>
          </a:ln>
        </p:spPr>
      </p:sp>
      <p:sp>
        <p:nvSpPr>
          <p:cNvPr id="47" name="b_small_bar_ellipse_2285">
            <a:extLst>
              <a:ext uri="{FF2B5EF4-FFF2-40B4-BE49-F238E27FC236}">
                <a16:creationId xmlns:a16="http://schemas.microsoft.com/office/drawing/2014/main" id="{1CA92B56-1379-4AF1-84A9-83B3DEBBA044}"/>
              </a:ext>
            </a:extLst>
          </p:cNvPr>
          <p:cNvSpPr>
            <a:spLocks noGrp="1"/>
          </p:cNvSpPr>
          <p:nvPr/>
        </p:nvSpPr>
        <p:spPr>
          <a:xfrm>
            <a:off x="1253702" y="2479569"/>
            <a:ext cx="45341" cy="45341"/>
          </a:xfrm>
          <a:prstGeom prst="ellipse">
            <a:avLst/>
          </a:prstGeom>
          <a:solidFill>
            <a:srgbClr val="007C83">
              <a:alpha val="40000"/>
            </a:srgbClr>
          </a:solidFill>
          <a:ln w="0">
            <a:noFill/>
            <a:prstDash val="solid"/>
          </a:ln>
        </p:spPr>
      </p:sp>
      <p:sp>
        <p:nvSpPr>
          <p:cNvPr id="48" name="b_small_bar_ellipse_2286">
            <a:extLst>
              <a:ext uri="{FF2B5EF4-FFF2-40B4-BE49-F238E27FC236}">
                <a16:creationId xmlns:a16="http://schemas.microsoft.com/office/drawing/2014/main" id="{085B3B24-726F-4202-936B-8E0B2F3B54C4}"/>
              </a:ext>
            </a:extLst>
          </p:cNvPr>
          <p:cNvSpPr>
            <a:spLocks noGrp="1"/>
          </p:cNvSpPr>
          <p:nvPr/>
        </p:nvSpPr>
        <p:spPr>
          <a:xfrm>
            <a:off x="1180891" y="2395434"/>
            <a:ext cx="45341" cy="45341"/>
          </a:xfrm>
          <a:prstGeom prst="ellipse">
            <a:avLst/>
          </a:prstGeom>
          <a:solidFill>
            <a:srgbClr val="007C83">
              <a:alpha val="40000"/>
            </a:srgbClr>
          </a:solidFill>
          <a:ln w="0">
            <a:noFill/>
            <a:prstDash val="solid"/>
          </a:ln>
        </p:spPr>
      </p:sp>
      <p:sp>
        <p:nvSpPr>
          <p:cNvPr id="49" name="b_small_bar_ellipse_2287">
            <a:extLst>
              <a:ext uri="{FF2B5EF4-FFF2-40B4-BE49-F238E27FC236}">
                <a16:creationId xmlns:a16="http://schemas.microsoft.com/office/drawing/2014/main" id="{2734A0CE-8BF8-429A-93F1-CB4A35B0F1A9}"/>
              </a:ext>
            </a:extLst>
          </p:cNvPr>
          <p:cNvSpPr>
            <a:spLocks noGrp="1"/>
          </p:cNvSpPr>
          <p:nvPr/>
        </p:nvSpPr>
        <p:spPr>
          <a:xfrm>
            <a:off x="1178904" y="2997140"/>
            <a:ext cx="45341" cy="45341"/>
          </a:xfrm>
          <a:prstGeom prst="ellipse">
            <a:avLst/>
          </a:prstGeom>
          <a:solidFill>
            <a:srgbClr val="007C83">
              <a:alpha val="40000"/>
            </a:srgbClr>
          </a:solidFill>
          <a:ln w="0">
            <a:noFill/>
            <a:prstDash val="solid"/>
          </a:ln>
        </p:spPr>
      </p:sp>
      <p:sp>
        <p:nvSpPr>
          <p:cNvPr id="50" name="b_small_bar_ellipse_2288">
            <a:extLst>
              <a:ext uri="{FF2B5EF4-FFF2-40B4-BE49-F238E27FC236}">
                <a16:creationId xmlns:a16="http://schemas.microsoft.com/office/drawing/2014/main" id="{0F811786-9E05-48AB-AB52-EA9702593B37}"/>
              </a:ext>
            </a:extLst>
          </p:cNvPr>
          <p:cNvSpPr>
            <a:spLocks noGrp="1"/>
          </p:cNvSpPr>
          <p:nvPr/>
        </p:nvSpPr>
        <p:spPr>
          <a:xfrm>
            <a:off x="1271380" y="4457382"/>
            <a:ext cx="45341" cy="45341"/>
          </a:xfrm>
          <a:prstGeom prst="ellipse">
            <a:avLst/>
          </a:prstGeom>
          <a:solidFill>
            <a:srgbClr val="007C83">
              <a:alpha val="40000"/>
            </a:srgbClr>
          </a:solidFill>
          <a:ln w="0">
            <a:noFill/>
            <a:prstDash val="solid"/>
          </a:ln>
        </p:spPr>
      </p:sp>
      <p:sp>
        <p:nvSpPr>
          <p:cNvPr id="51" name="b_small_bar_ellipse_2289">
            <a:extLst>
              <a:ext uri="{FF2B5EF4-FFF2-40B4-BE49-F238E27FC236}">
                <a16:creationId xmlns:a16="http://schemas.microsoft.com/office/drawing/2014/main" id="{100AA3EB-BD13-4A9C-AE40-96E27AD6F91D}"/>
              </a:ext>
            </a:extLst>
          </p:cNvPr>
          <p:cNvSpPr>
            <a:spLocks noGrp="1"/>
          </p:cNvSpPr>
          <p:nvPr/>
        </p:nvSpPr>
        <p:spPr>
          <a:xfrm>
            <a:off x="1185934" y="3673158"/>
            <a:ext cx="45341" cy="45341"/>
          </a:xfrm>
          <a:prstGeom prst="ellipse">
            <a:avLst/>
          </a:prstGeom>
          <a:solidFill>
            <a:srgbClr val="007C83">
              <a:alpha val="40000"/>
            </a:srgbClr>
          </a:solidFill>
          <a:ln w="0">
            <a:noFill/>
            <a:prstDash val="solid"/>
          </a:ln>
        </p:spPr>
      </p:sp>
      <p:sp>
        <p:nvSpPr>
          <p:cNvPr id="52" name="b_small_bar_ellipse_2290">
            <a:extLst>
              <a:ext uri="{FF2B5EF4-FFF2-40B4-BE49-F238E27FC236}">
                <a16:creationId xmlns:a16="http://schemas.microsoft.com/office/drawing/2014/main" id="{7276E051-E58D-4AEE-922F-B120222CFC27}"/>
              </a:ext>
            </a:extLst>
          </p:cNvPr>
          <p:cNvSpPr>
            <a:spLocks noGrp="1"/>
          </p:cNvSpPr>
          <p:nvPr/>
        </p:nvSpPr>
        <p:spPr>
          <a:xfrm>
            <a:off x="1195777" y="4457382"/>
            <a:ext cx="45341" cy="45341"/>
          </a:xfrm>
          <a:prstGeom prst="ellipse">
            <a:avLst/>
          </a:prstGeom>
          <a:solidFill>
            <a:srgbClr val="007C83">
              <a:alpha val="40000"/>
            </a:srgbClr>
          </a:solidFill>
          <a:ln w="0">
            <a:noFill/>
            <a:prstDash val="solid"/>
          </a:ln>
        </p:spPr>
      </p:sp>
      <p:sp>
        <p:nvSpPr>
          <p:cNvPr id="53" name="b_small_bar_ellipse_2291">
            <a:extLst>
              <a:ext uri="{FF2B5EF4-FFF2-40B4-BE49-F238E27FC236}">
                <a16:creationId xmlns:a16="http://schemas.microsoft.com/office/drawing/2014/main" id="{7E0511CA-124C-4117-B272-0E42E1322262}"/>
              </a:ext>
            </a:extLst>
          </p:cNvPr>
          <p:cNvSpPr>
            <a:spLocks noGrp="1"/>
          </p:cNvSpPr>
          <p:nvPr/>
        </p:nvSpPr>
        <p:spPr>
          <a:xfrm>
            <a:off x="1289522" y="2425006"/>
            <a:ext cx="45341" cy="45341"/>
          </a:xfrm>
          <a:prstGeom prst="ellipse">
            <a:avLst/>
          </a:prstGeom>
          <a:solidFill>
            <a:srgbClr val="007C83">
              <a:alpha val="40000"/>
            </a:srgbClr>
          </a:solidFill>
          <a:ln w="0">
            <a:noFill/>
            <a:prstDash val="solid"/>
          </a:ln>
        </p:spPr>
      </p:sp>
      <p:sp>
        <p:nvSpPr>
          <p:cNvPr id="54" name="b_small_bar_ellipse_2292">
            <a:extLst>
              <a:ext uri="{FF2B5EF4-FFF2-40B4-BE49-F238E27FC236}">
                <a16:creationId xmlns:a16="http://schemas.microsoft.com/office/drawing/2014/main" id="{65E119EF-EF33-4344-81D8-37C226D69A86}"/>
              </a:ext>
            </a:extLst>
          </p:cNvPr>
          <p:cNvSpPr>
            <a:spLocks noGrp="1"/>
          </p:cNvSpPr>
          <p:nvPr/>
        </p:nvSpPr>
        <p:spPr>
          <a:xfrm>
            <a:off x="1159965" y="2586026"/>
            <a:ext cx="45341" cy="45341"/>
          </a:xfrm>
          <a:prstGeom prst="ellipse">
            <a:avLst/>
          </a:prstGeom>
          <a:solidFill>
            <a:srgbClr val="007C83">
              <a:alpha val="40000"/>
            </a:srgbClr>
          </a:solidFill>
          <a:ln w="0">
            <a:noFill/>
            <a:prstDash val="solid"/>
          </a:ln>
        </p:spPr>
      </p:sp>
      <p:sp>
        <p:nvSpPr>
          <p:cNvPr id="55" name="b_small_bar_ellipse_2293">
            <a:extLst>
              <a:ext uri="{FF2B5EF4-FFF2-40B4-BE49-F238E27FC236}">
                <a16:creationId xmlns:a16="http://schemas.microsoft.com/office/drawing/2014/main" id="{BD66383F-C58F-4A61-B3A9-4A510D2FA0A9}"/>
              </a:ext>
            </a:extLst>
          </p:cNvPr>
          <p:cNvSpPr>
            <a:spLocks noGrp="1"/>
          </p:cNvSpPr>
          <p:nvPr/>
        </p:nvSpPr>
        <p:spPr>
          <a:xfrm>
            <a:off x="1266628" y="2680121"/>
            <a:ext cx="45341" cy="45341"/>
          </a:xfrm>
          <a:prstGeom prst="ellipse">
            <a:avLst/>
          </a:prstGeom>
          <a:solidFill>
            <a:srgbClr val="007C83">
              <a:alpha val="40000"/>
            </a:srgbClr>
          </a:solidFill>
          <a:ln w="0">
            <a:noFill/>
            <a:prstDash val="solid"/>
          </a:ln>
        </p:spPr>
      </p:sp>
      <p:sp>
        <p:nvSpPr>
          <p:cNvPr id="56" name="b_small_bar_ellipse_2294">
            <a:extLst>
              <a:ext uri="{FF2B5EF4-FFF2-40B4-BE49-F238E27FC236}">
                <a16:creationId xmlns:a16="http://schemas.microsoft.com/office/drawing/2014/main" id="{332204BB-C137-4E85-BB5F-76E0BFAB87CA}"/>
              </a:ext>
            </a:extLst>
          </p:cNvPr>
          <p:cNvSpPr>
            <a:spLocks noGrp="1"/>
          </p:cNvSpPr>
          <p:nvPr/>
        </p:nvSpPr>
        <p:spPr>
          <a:xfrm>
            <a:off x="1290464" y="3230929"/>
            <a:ext cx="45341" cy="45341"/>
          </a:xfrm>
          <a:prstGeom prst="ellipse">
            <a:avLst/>
          </a:prstGeom>
          <a:solidFill>
            <a:srgbClr val="007C83">
              <a:alpha val="40000"/>
            </a:srgbClr>
          </a:solidFill>
          <a:ln w="0">
            <a:noFill/>
            <a:prstDash val="solid"/>
          </a:ln>
        </p:spPr>
      </p:sp>
      <p:sp>
        <p:nvSpPr>
          <p:cNvPr id="57" name="b_small_bar_ellipse_2295">
            <a:extLst>
              <a:ext uri="{FF2B5EF4-FFF2-40B4-BE49-F238E27FC236}">
                <a16:creationId xmlns:a16="http://schemas.microsoft.com/office/drawing/2014/main" id="{890FE228-58BC-475C-B20A-21E12AB57CCD}"/>
              </a:ext>
            </a:extLst>
          </p:cNvPr>
          <p:cNvSpPr>
            <a:spLocks noGrp="1"/>
          </p:cNvSpPr>
          <p:nvPr/>
        </p:nvSpPr>
        <p:spPr>
          <a:xfrm>
            <a:off x="1166410" y="2566912"/>
            <a:ext cx="45341" cy="45341"/>
          </a:xfrm>
          <a:prstGeom prst="ellipse">
            <a:avLst/>
          </a:prstGeom>
          <a:solidFill>
            <a:srgbClr val="007C83">
              <a:alpha val="40000"/>
            </a:srgbClr>
          </a:solidFill>
          <a:ln w="0">
            <a:noFill/>
            <a:prstDash val="solid"/>
          </a:ln>
        </p:spPr>
      </p:sp>
      <p:sp>
        <p:nvSpPr>
          <p:cNvPr id="58" name="b_small_bar_ellipse_2296">
            <a:extLst>
              <a:ext uri="{FF2B5EF4-FFF2-40B4-BE49-F238E27FC236}">
                <a16:creationId xmlns:a16="http://schemas.microsoft.com/office/drawing/2014/main" id="{44370929-E3BD-464C-862F-2FEE4DAA52F6}"/>
              </a:ext>
            </a:extLst>
          </p:cNvPr>
          <p:cNvSpPr>
            <a:spLocks noGrp="1"/>
          </p:cNvSpPr>
          <p:nvPr/>
        </p:nvSpPr>
        <p:spPr>
          <a:xfrm>
            <a:off x="1176351" y="2633770"/>
            <a:ext cx="45341" cy="45341"/>
          </a:xfrm>
          <a:prstGeom prst="ellipse">
            <a:avLst/>
          </a:prstGeom>
          <a:solidFill>
            <a:srgbClr val="007C83">
              <a:alpha val="40000"/>
            </a:srgbClr>
          </a:solidFill>
          <a:ln w="0">
            <a:noFill/>
            <a:prstDash val="solid"/>
          </a:ln>
        </p:spPr>
      </p:sp>
      <p:sp>
        <p:nvSpPr>
          <p:cNvPr id="59" name="b_small_bar_ellipse_2297">
            <a:extLst>
              <a:ext uri="{FF2B5EF4-FFF2-40B4-BE49-F238E27FC236}">
                <a16:creationId xmlns:a16="http://schemas.microsoft.com/office/drawing/2014/main" id="{4AE6E907-0D0F-4664-9F5C-75BCFE340EE6}"/>
              </a:ext>
            </a:extLst>
          </p:cNvPr>
          <p:cNvSpPr>
            <a:spLocks noGrp="1"/>
          </p:cNvSpPr>
          <p:nvPr/>
        </p:nvSpPr>
        <p:spPr>
          <a:xfrm>
            <a:off x="1225475" y="2875914"/>
            <a:ext cx="45341" cy="45341"/>
          </a:xfrm>
          <a:prstGeom prst="ellipse">
            <a:avLst/>
          </a:prstGeom>
          <a:solidFill>
            <a:srgbClr val="007C83">
              <a:alpha val="40000"/>
            </a:srgbClr>
          </a:solidFill>
          <a:ln w="0">
            <a:noFill/>
            <a:prstDash val="solid"/>
          </a:ln>
        </p:spPr>
      </p:sp>
      <p:sp>
        <p:nvSpPr>
          <p:cNvPr id="60" name="b_small_bar_ellipse_2298">
            <a:extLst>
              <a:ext uri="{FF2B5EF4-FFF2-40B4-BE49-F238E27FC236}">
                <a16:creationId xmlns:a16="http://schemas.microsoft.com/office/drawing/2014/main" id="{D96E850A-7124-41D9-A47D-0CD2AD346FF1}"/>
              </a:ext>
            </a:extLst>
          </p:cNvPr>
          <p:cNvSpPr>
            <a:spLocks noGrp="1"/>
          </p:cNvSpPr>
          <p:nvPr/>
        </p:nvSpPr>
        <p:spPr>
          <a:xfrm>
            <a:off x="1210119" y="3262632"/>
            <a:ext cx="45341" cy="45341"/>
          </a:xfrm>
          <a:prstGeom prst="ellipse">
            <a:avLst/>
          </a:prstGeom>
          <a:solidFill>
            <a:srgbClr val="007C83">
              <a:alpha val="40000"/>
            </a:srgbClr>
          </a:solidFill>
          <a:ln w="0">
            <a:noFill/>
            <a:prstDash val="solid"/>
          </a:ln>
        </p:spPr>
      </p:sp>
      <p:sp>
        <p:nvSpPr>
          <p:cNvPr id="61" name="b_small_bar_ellipse_2299">
            <a:extLst>
              <a:ext uri="{FF2B5EF4-FFF2-40B4-BE49-F238E27FC236}">
                <a16:creationId xmlns:a16="http://schemas.microsoft.com/office/drawing/2014/main" id="{58E8D2E6-19A3-4985-8640-CF89E602E635}"/>
              </a:ext>
            </a:extLst>
          </p:cNvPr>
          <p:cNvSpPr>
            <a:spLocks noGrp="1"/>
          </p:cNvSpPr>
          <p:nvPr/>
        </p:nvSpPr>
        <p:spPr>
          <a:xfrm>
            <a:off x="1247552" y="3729238"/>
            <a:ext cx="45341" cy="45341"/>
          </a:xfrm>
          <a:prstGeom prst="ellipse">
            <a:avLst/>
          </a:prstGeom>
          <a:solidFill>
            <a:srgbClr val="007C83">
              <a:alpha val="40000"/>
            </a:srgbClr>
          </a:solidFill>
          <a:ln w="0">
            <a:noFill/>
            <a:prstDash val="solid"/>
          </a:ln>
        </p:spPr>
      </p:sp>
      <p:sp>
        <p:nvSpPr>
          <p:cNvPr id="62" name="b_small_bar_ellipse_2300">
            <a:extLst>
              <a:ext uri="{FF2B5EF4-FFF2-40B4-BE49-F238E27FC236}">
                <a16:creationId xmlns:a16="http://schemas.microsoft.com/office/drawing/2014/main" id="{59E24577-2655-4B30-B5CB-C6DE3B075457}"/>
              </a:ext>
            </a:extLst>
          </p:cNvPr>
          <p:cNvSpPr>
            <a:spLocks noGrp="1"/>
          </p:cNvSpPr>
          <p:nvPr/>
        </p:nvSpPr>
        <p:spPr>
          <a:xfrm>
            <a:off x="1210132" y="2341302"/>
            <a:ext cx="45341" cy="45341"/>
          </a:xfrm>
          <a:prstGeom prst="ellipse">
            <a:avLst/>
          </a:prstGeom>
          <a:solidFill>
            <a:srgbClr val="007C83">
              <a:alpha val="40000"/>
            </a:srgbClr>
          </a:solidFill>
          <a:ln w="0">
            <a:noFill/>
            <a:prstDash val="solid"/>
          </a:ln>
        </p:spPr>
      </p:sp>
      <p:sp>
        <p:nvSpPr>
          <p:cNvPr id="63" name="b_small_bar_ellipse_2301">
            <a:extLst>
              <a:ext uri="{FF2B5EF4-FFF2-40B4-BE49-F238E27FC236}">
                <a16:creationId xmlns:a16="http://schemas.microsoft.com/office/drawing/2014/main" id="{7C9E3E53-68BD-401F-AE21-51A70A110D5B}"/>
              </a:ext>
            </a:extLst>
          </p:cNvPr>
          <p:cNvSpPr>
            <a:spLocks noGrp="1"/>
          </p:cNvSpPr>
          <p:nvPr/>
        </p:nvSpPr>
        <p:spPr>
          <a:xfrm>
            <a:off x="1328088" y="2549222"/>
            <a:ext cx="45341" cy="45341"/>
          </a:xfrm>
          <a:prstGeom prst="ellipse">
            <a:avLst/>
          </a:prstGeom>
          <a:solidFill>
            <a:srgbClr val="007C83">
              <a:alpha val="40000"/>
            </a:srgbClr>
          </a:solidFill>
          <a:ln w="0">
            <a:noFill/>
            <a:prstDash val="solid"/>
          </a:ln>
        </p:spPr>
      </p:sp>
      <p:sp>
        <p:nvSpPr>
          <p:cNvPr id="64" name="b_small_bar_ellipse_2302">
            <a:extLst>
              <a:ext uri="{FF2B5EF4-FFF2-40B4-BE49-F238E27FC236}">
                <a16:creationId xmlns:a16="http://schemas.microsoft.com/office/drawing/2014/main" id="{2494CDB5-9322-4D7B-8696-F468CEBDBCB5}"/>
              </a:ext>
            </a:extLst>
          </p:cNvPr>
          <p:cNvSpPr>
            <a:spLocks noGrp="1"/>
          </p:cNvSpPr>
          <p:nvPr/>
        </p:nvSpPr>
        <p:spPr>
          <a:xfrm>
            <a:off x="1215582" y="2462043"/>
            <a:ext cx="45341" cy="45341"/>
          </a:xfrm>
          <a:prstGeom prst="ellipse">
            <a:avLst/>
          </a:prstGeom>
          <a:solidFill>
            <a:srgbClr val="007C83">
              <a:alpha val="40000"/>
            </a:srgbClr>
          </a:solidFill>
          <a:ln w="0">
            <a:noFill/>
            <a:prstDash val="solid"/>
          </a:ln>
        </p:spPr>
      </p:sp>
      <p:sp>
        <p:nvSpPr>
          <p:cNvPr id="65" name="b_small_bar_ellipse_2303">
            <a:extLst>
              <a:ext uri="{FF2B5EF4-FFF2-40B4-BE49-F238E27FC236}">
                <a16:creationId xmlns:a16="http://schemas.microsoft.com/office/drawing/2014/main" id="{525B74E4-E745-4CC7-82E4-A54D2A74EBBB}"/>
              </a:ext>
            </a:extLst>
          </p:cNvPr>
          <p:cNvSpPr>
            <a:spLocks noGrp="1"/>
          </p:cNvSpPr>
          <p:nvPr/>
        </p:nvSpPr>
        <p:spPr>
          <a:xfrm>
            <a:off x="1160566" y="2545117"/>
            <a:ext cx="45341" cy="45341"/>
          </a:xfrm>
          <a:prstGeom prst="ellipse">
            <a:avLst/>
          </a:prstGeom>
          <a:solidFill>
            <a:srgbClr val="007C83">
              <a:alpha val="40000"/>
            </a:srgbClr>
          </a:solidFill>
          <a:ln w="0">
            <a:noFill/>
            <a:prstDash val="solid"/>
          </a:ln>
        </p:spPr>
      </p:sp>
      <p:sp>
        <p:nvSpPr>
          <p:cNvPr id="66" name="b_small_bar_ellipse_2304">
            <a:extLst>
              <a:ext uri="{FF2B5EF4-FFF2-40B4-BE49-F238E27FC236}">
                <a16:creationId xmlns:a16="http://schemas.microsoft.com/office/drawing/2014/main" id="{A504FCF4-EBA3-4E62-9405-867C985711E7}"/>
              </a:ext>
            </a:extLst>
          </p:cNvPr>
          <p:cNvSpPr>
            <a:spLocks noGrp="1"/>
          </p:cNvSpPr>
          <p:nvPr/>
        </p:nvSpPr>
        <p:spPr>
          <a:xfrm>
            <a:off x="1313166" y="4457382"/>
            <a:ext cx="45341" cy="45341"/>
          </a:xfrm>
          <a:prstGeom prst="ellipse">
            <a:avLst/>
          </a:prstGeom>
          <a:solidFill>
            <a:srgbClr val="007C83">
              <a:alpha val="40000"/>
            </a:srgbClr>
          </a:solidFill>
          <a:ln w="0">
            <a:noFill/>
            <a:prstDash val="solid"/>
          </a:ln>
        </p:spPr>
      </p:sp>
      <p:sp>
        <p:nvSpPr>
          <p:cNvPr id="67" name="b_small_bar_ellipse_2305">
            <a:extLst>
              <a:ext uri="{FF2B5EF4-FFF2-40B4-BE49-F238E27FC236}">
                <a16:creationId xmlns:a16="http://schemas.microsoft.com/office/drawing/2014/main" id="{9457CBBE-D3C0-4620-84BC-AD9678985AB4}"/>
              </a:ext>
            </a:extLst>
          </p:cNvPr>
          <p:cNvSpPr>
            <a:spLocks noGrp="1"/>
          </p:cNvSpPr>
          <p:nvPr/>
        </p:nvSpPr>
        <p:spPr>
          <a:xfrm>
            <a:off x="1200959" y="2472945"/>
            <a:ext cx="45341" cy="45341"/>
          </a:xfrm>
          <a:prstGeom prst="ellipse">
            <a:avLst/>
          </a:prstGeom>
          <a:solidFill>
            <a:srgbClr val="007C83">
              <a:alpha val="40000"/>
            </a:srgbClr>
          </a:solidFill>
          <a:ln w="0">
            <a:noFill/>
            <a:prstDash val="solid"/>
          </a:ln>
        </p:spPr>
      </p:sp>
      <p:sp>
        <p:nvSpPr>
          <p:cNvPr id="68" name="b_small_bar_ellipse_2306">
            <a:extLst>
              <a:ext uri="{FF2B5EF4-FFF2-40B4-BE49-F238E27FC236}">
                <a16:creationId xmlns:a16="http://schemas.microsoft.com/office/drawing/2014/main" id="{8F8F3407-96C6-43AB-8EF5-46DB80A292C7}"/>
              </a:ext>
            </a:extLst>
          </p:cNvPr>
          <p:cNvSpPr>
            <a:spLocks noGrp="1"/>
          </p:cNvSpPr>
          <p:nvPr/>
        </p:nvSpPr>
        <p:spPr>
          <a:xfrm>
            <a:off x="1349762" y="3254223"/>
            <a:ext cx="45341" cy="45341"/>
          </a:xfrm>
          <a:prstGeom prst="ellipse">
            <a:avLst/>
          </a:prstGeom>
          <a:solidFill>
            <a:srgbClr val="007C83">
              <a:alpha val="40000"/>
            </a:srgbClr>
          </a:solidFill>
          <a:ln w="0">
            <a:noFill/>
            <a:prstDash val="solid"/>
          </a:ln>
        </p:spPr>
      </p:sp>
      <p:sp>
        <p:nvSpPr>
          <p:cNvPr id="69" name="b_small_bar_ellipse_2307">
            <a:extLst>
              <a:ext uri="{FF2B5EF4-FFF2-40B4-BE49-F238E27FC236}">
                <a16:creationId xmlns:a16="http://schemas.microsoft.com/office/drawing/2014/main" id="{66170A51-8CE4-4A60-9198-2A5DF66CB241}"/>
              </a:ext>
            </a:extLst>
          </p:cNvPr>
          <p:cNvSpPr>
            <a:spLocks noGrp="1"/>
          </p:cNvSpPr>
          <p:nvPr/>
        </p:nvSpPr>
        <p:spPr>
          <a:xfrm>
            <a:off x="1190056" y="3103943"/>
            <a:ext cx="45341" cy="45341"/>
          </a:xfrm>
          <a:prstGeom prst="ellipse">
            <a:avLst/>
          </a:prstGeom>
          <a:solidFill>
            <a:srgbClr val="007C83">
              <a:alpha val="40000"/>
            </a:srgbClr>
          </a:solidFill>
          <a:ln w="0">
            <a:noFill/>
            <a:prstDash val="solid"/>
          </a:ln>
        </p:spPr>
      </p:sp>
      <p:sp>
        <p:nvSpPr>
          <p:cNvPr id="70" name="b_small_bar_ellipse_2308">
            <a:extLst>
              <a:ext uri="{FF2B5EF4-FFF2-40B4-BE49-F238E27FC236}">
                <a16:creationId xmlns:a16="http://schemas.microsoft.com/office/drawing/2014/main" id="{1225ED56-15C9-46B6-9451-770FD8B6A506}"/>
              </a:ext>
            </a:extLst>
          </p:cNvPr>
          <p:cNvSpPr>
            <a:spLocks noGrp="1"/>
          </p:cNvSpPr>
          <p:nvPr/>
        </p:nvSpPr>
        <p:spPr>
          <a:xfrm>
            <a:off x="1164829" y="2782334"/>
            <a:ext cx="45341" cy="45341"/>
          </a:xfrm>
          <a:prstGeom prst="ellipse">
            <a:avLst/>
          </a:prstGeom>
          <a:solidFill>
            <a:srgbClr val="007C83">
              <a:alpha val="40000"/>
            </a:srgbClr>
          </a:solidFill>
          <a:ln w="0">
            <a:noFill/>
            <a:prstDash val="solid"/>
          </a:ln>
        </p:spPr>
      </p:sp>
      <p:sp>
        <p:nvSpPr>
          <p:cNvPr id="71" name="b_small_bar_ellipse_2309">
            <a:extLst>
              <a:ext uri="{FF2B5EF4-FFF2-40B4-BE49-F238E27FC236}">
                <a16:creationId xmlns:a16="http://schemas.microsoft.com/office/drawing/2014/main" id="{13B83327-E5ED-419A-9970-544537ED25C3}"/>
              </a:ext>
            </a:extLst>
          </p:cNvPr>
          <p:cNvSpPr>
            <a:spLocks noGrp="1"/>
          </p:cNvSpPr>
          <p:nvPr/>
        </p:nvSpPr>
        <p:spPr>
          <a:xfrm>
            <a:off x="1199867" y="3043224"/>
            <a:ext cx="45341" cy="45341"/>
          </a:xfrm>
          <a:prstGeom prst="ellipse">
            <a:avLst/>
          </a:prstGeom>
          <a:solidFill>
            <a:srgbClr val="007C83">
              <a:alpha val="40000"/>
            </a:srgbClr>
          </a:solidFill>
          <a:ln w="0">
            <a:noFill/>
            <a:prstDash val="solid"/>
          </a:ln>
        </p:spPr>
      </p:sp>
      <p:sp>
        <p:nvSpPr>
          <p:cNvPr id="72" name="b_small_bar_ellipse_2310">
            <a:extLst>
              <a:ext uri="{FF2B5EF4-FFF2-40B4-BE49-F238E27FC236}">
                <a16:creationId xmlns:a16="http://schemas.microsoft.com/office/drawing/2014/main" id="{EFCB5167-7C50-4A14-B4E6-4FEC5D8C7E90}"/>
              </a:ext>
            </a:extLst>
          </p:cNvPr>
          <p:cNvSpPr>
            <a:spLocks noGrp="1"/>
          </p:cNvSpPr>
          <p:nvPr/>
        </p:nvSpPr>
        <p:spPr>
          <a:xfrm>
            <a:off x="1313469" y="2518107"/>
            <a:ext cx="45341" cy="45341"/>
          </a:xfrm>
          <a:prstGeom prst="ellipse">
            <a:avLst/>
          </a:prstGeom>
          <a:solidFill>
            <a:srgbClr val="007C83">
              <a:alpha val="40000"/>
            </a:srgbClr>
          </a:solidFill>
          <a:ln w="0">
            <a:noFill/>
            <a:prstDash val="solid"/>
          </a:ln>
        </p:spPr>
      </p:sp>
      <p:sp>
        <p:nvSpPr>
          <p:cNvPr id="73" name="b_small_bar_ellipse_2311">
            <a:extLst>
              <a:ext uri="{FF2B5EF4-FFF2-40B4-BE49-F238E27FC236}">
                <a16:creationId xmlns:a16="http://schemas.microsoft.com/office/drawing/2014/main" id="{8202923F-14EB-4B3F-8753-74F255F533E6}"/>
              </a:ext>
            </a:extLst>
          </p:cNvPr>
          <p:cNvSpPr>
            <a:spLocks noGrp="1"/>
          </p:cNvSpPr>
          <p:nvPr/>
        </p:nvSpPr>
        <p:spPr>
          <a:xfrm>
            <a:off x="1360505" y="2523600"/>
            <a:ext cx="45341" cy="45341"/>
          </a:xfrm>
          <a:prstGeom prst="ellipse">
            <a:avLst/>
          </a:prstGeom>
          <a:solidFill>
            <a:srgbClr val="007C83">
              <a:alpha val="40000"/>
            </a:srgbClr>
          </a:solidFill>
          <a:ln w="0">
            <a:noFill/>
            <a:prstDash val="solid"/>
          </a:ln>
        </p:spPr>
      </p:sp>
      <p:sp>
        <p:nvSpPr>
          <p:cNvPr id="74" name="b_small_bar_ellipse_2312">
            <a:extLst>
              <a:ext uri="{FF2B5EF4-FFF2-40B4-BE49-F238E27FC236}">
                <a16:creationId xmlns:a16="http://schemas.microsoft.com/office/drawing/2014/main" id="{7EF48E90-0D94-4310-9B8B-BE3771F3A9FF}"/>
              </a:ext>
            </a:extLst>
          </p:cNvPr>
          <p:cNvSpPr>
            <a:spLocks noGrp="1"/>
          </p:cNvSpPr>
          <p:nvPr/>
        </p:nvSpPr>
        <p:spPr>
          <a:xfrm>
            <a:off x="1332647" y="3375323"/>
            <a:ext cx="45341" cy="45341"/>
          </a:xfrm>
          <a:prstGeom prst="ellipse">
            <a:avLst/>
          </a:prstGeom>
          <a:solidFill>
            <a:srgbClr val="007C83">
              <a:alpha val="40000"/>
            </a:srgbClr>
          </a:solidFill>
          <a:ln w="0">
            <a:noFill/>
            <a:prstDash val="solid"/>
          </a:ln>
        </p:spPr>
      </p:sp>
      <p:sp>
        <p:nvSpPr>
          <p:cNvPr id="75" name="b_small_bar_ellipse_2313">
            <a:extLst>
              <a:ext uri="{FF2B5EF4-FFF2-40B4-BE49-F238E27FC236}">
                <a16:creationId xmlns:a16="http://schemas.microsoft.com/office/drawing/2014/main" id="{16063BB4-A9D6-4679-BCDA-BA48C344B9EB}"/>
              </a:ext>
            </a:extLst>
          </p:cNvPr>
          <p:cNvSpPr>
            <a:spLocks noGrp="1"/>
          </p:cNvSpPr>
          <p:nvPr/>
        </p:nvSpPr>
        <p:spPr>
          <a:xfrm>
            <a:off x="1162982" y="2609856"/>
            <a:ext cx="45341" cy="45341"/>
          </a:xfrm>
          <a:prstGeom prst="ellipse">
            <a:avLst/>
          </a:prstGeom>
          <a:solidFill>
            <a:srgbClr val="007C83">
              <a:alpha val="40000"/>
            </a:srgbClr>
          </a:solidFill>
          <a:ln w="0">
            <a:noFill/>
            <a:prstDash val="solid"/>
          </a:ln>
        </p:spPr>
      </p:sp>
      <p:sp>
        <p:nvSpPr>
          <p:cNvPr id="76" name="b_small_bar_ellipse_2314">
            <a:extLst>
              <a:ext uri="{FF2B5EF4-FFF2-40B4-BE49-F238E27FC236}">
                <a16:creationId xmlns:a16="http://schemas.microsoft.com/office/drawing/2014/main" id="{21EC0754-928E-453E-93CD-9423D6EB5AC3}"/>
              </a:ext>
            </a:extLst>
          </p:cNvPr>
          <p:cNvSpPr>
            <a:spLocks noGrp="1"/>
          </p:cNvSpPr>
          <p:nvPr/>
        </p:nvSpPr>
        <p:spPr>
          <a:xfrm>
            <a:off x="1223676" y="2747960"/>
            <a:ext cx="45341" cy="45341"/>
          </a:xfrm>
          <a:prstGeom prst="ellipse">
            <a:avLst/>
          </a:prstGeom>
          <a:solidFill>
            <a:srgbClr val="007C83">
              <a:alpha val="40000"/>
            </a:srgbClr>
          </a:solidFill>
          <a:ln w="0">
            <a:noFill/>
            <a:prstDash val="solid"/>
          </a:ln>
        </p:spPr>
      </p:sp>
      <p:sp>
        <p:nvSpPr>
          <p:cNvPr id="77" name="b_small_bar_ellipse_2315">
            <a:extLst>
              <a:ext uri="{FF2B5EF4-FFF2-40B4-BE49-F238E27FC236}">
                <a16:creationId xmlns:a16="http://schemas.microsoft.com/office/drawing/2014/main" id="{D4BF47CB-E88C-48A7-A23B-1BF14A4C90E5}"/>
              </a:ext>
            </a:extLst>
          </p:cNvPr>
          <p:cNvSpPr>
            <a:spLocks noGrp="1"/>
          </p:cNvSpPr>
          <p:nvPr/>
        </p:nvSpPr>
        <p:spPr>
          <a:xfrm>
            <a:off x="1321530" y="2331414"/>
            <a:ext cx="45341" cy="45341"/>
          </a:xfrm>
          <a:prstGeom prst="ellipse">
            <a:avLst/>
          </a:prstGeom>
          <a:solidFill>
            <a:srgbClr val="007C83">
              <a:alpha val="40000"/>
            </a:srgbClr>
          </a:solidFill>
          <a:ln w="0">
            <a:noFill/>
            <a:prstDash val="solid"/>
          </a:ln>
        </p:spPr>
      </p:sp>
      <p:sp>
        <p:nvSpPr>
          <p:cNvPr id="78" name="b_small_bar_ellipse_2316">
            <a:extLst>
              <a:ext uri="{FF2B5EF4-FFF2-40B4-BE49-F238E27FC236}">
                <a16:creationId xmlns:a16="http://schemas.microsoft.com/office/drawing/2014/main" id="{E1090D0F-C961-4EEC-AD81-9980A43515F2}"/>
              </a:ext>
            </a:extLst>
          </p:cNvPr>
          <p:cNvSpPr>
            <a:spLocks noGrp="1"/>
          </p:cNvSpPr>
          <p:nvPr/>
        </p:nvSpPr>
        <p:spPr>
          <a:xfrm>
            <a:off x="1271954" y="3709662"/>
            <a:ext cx="45341" cy="45341"/>
          </a:xfrm>
          <a:prstGeom prst="ellipse">
            <a:avLst/>
          </a:prstGeom>
          <a:solidFill>
            <a:srgbClr val="007C83">
              <a:alpha val="40000"/>
            </a:srgbClr>
          </a:solidFill>
          <a:ln w="0">
            <a:noFill/>
            <a:prstDash val="solid"/>
          </a:ln>
        </p:spPr>
      </p:sp>
      <p:sp>
        <p:nvSpPr>
          <p:cNvPr id="79" name="b_small_bar_ellipse_2317">
            <a:extLst>
              <a:ext uri="{FF2B5EF4-FFF2-40B4-BE49-F238E27FC236}">
                <a16:creationId xmlns:a16="http://schemas.microsoft.com/office/drawing/2014/main" id="{E6CC181E-7C6E-4A21-8DCC-5D3961CDF5E7}"/>
              </a:ext>
            </a:extLst>
          </p:cNvPr>
          <p:cNvSpPr>
            <a:spLocks noGrp="1"/>
          </p:cNvSpPr>
          <p:nvPr/>
        </p:nvSpPr>
        <p:spPr>
          <a:xfrm>
            <a:off x="1184495" y="2390345"/>
            <a:ext cx="45341" cy="45341"/>
          </a:xfrm>
          <a:prstGeom prst="ellipse">
            <a:avLst/>
          </a:prstGeom>
          <a:solidFill>
            <a:srgbClr val="007C83">
              <a:alpha val="40000"/>
            </a:srgbClr>
          </a:solidFill>
          <a:ln w="0">
            <a:noFill/>
            <a:prstDash val="solid"/>
          </a:ln>
        </p:spPr>
      </p:sp>
      <p:sp>
        <p:nvSpPr>
          <p:cNvPr id="80" name="b_small_bar_ellipse_2318">
            <a:extLst>
              <a:ext uri="{FF2B5EF4-FFF2-40B4-BE49-F238E27FC236}">
                <a16:creationId xmlns:a16="http://schemas.microsoft.com/office/drawing/2014/main" id="{8FCE03B0-2E6F-4F89-BB1E-88F91EA48CF3}"/>
              </a:ext>
            </a:extLst>
          </p:cNvPr>
          <p:cNvSpPr>
            <a:spLocks noGrp="1"/>
          </p:cNvSpPr>
          <p:nvPr/>
        </p:nvSpPr>
        <p:spPr>
          <a:xfrm>
            <a:off x="1347115" y="4457382"/>
            <a:ext cx="45341" cy="45341"/>
          </a:xfrm>
          <a:prstGeom prst="ellipse">
            <a:avLst/>
          </a:prstGeom>
          <a:solidFill>
            <a:srgbClr val="007C83">
              <a:alpha val="40000"/>
            </a:srgbClr>
          </a:solidFill>
          <a:ln w="0">
            <a:noFill/>
            <a:prstDash val="solid"/>
          </a:ln>
        </p:spPr>
      </p:sp>
      <p:sp>
        <p:nvSpPr>
          <p:cNvPr id="81" name="b_small_bar_ellipse_2319">
            <a:extLst>
              <a:ext uri="{FF2B5EF4-FFF2-40B4-BE49-F238E27FC236}">
                <a16:creationId xmlns:a16="http://schemas.microsoft.com/office/drawing/2014/main" id="{9B650ED4-882A-4796-8CDC-9E14B9AE8F99}"/>
              </a:ext>
            </a:extLst>
          </p:cNvPr>
          <p:cNvSpPr>
            <a:spLocks noGrp="1"/>
          </p:cNvSpPr>
          <p:nvPr/>
        </p:nvSpPr>
        <p:spPr>
          <a:xfrm>
            <a:off x="1193335" y="4066131"/>
            <a:ext cx="45341" cy="45341"/>
          </a:xfrm>
          <a:prstGeom prst="ellipse">
            <a:avLst/>
          </a:prstGeom>
          <a:solidFill>
            <a:srgbClr val="007C83">
              <a:alpha val="40000"/>
            </a:srgbClr>
          </a:solidFill>
          <a:ln w="0">
            <a:noFill/>
            <a:prstDash val="solid"/>
          </a:ln>
        </p:spPr>
      </p:sp>
      <p:sp>
        <p:nvSpPr>
          <p:cNvPr id="82" name="b_small_bar_ellipse_2320">
            <a:extLst>
              <a:ext uri="{FF2B5EF4-FFF2-40B4-BE49-F238E27FC236}">
                <a16:creationId xmlns:a16="http://schemas.microsoft.com/office/drawing/2014/main" id="{B34E58BA-D1AA-4B23-915D-1FA765ECA767}"/>
              </a:ext>
            </a:extLst>
          </p:cNvPr>
          <p:cNvSpPr>
            <a:spLocks noGrp="1"/>
          </p:cNvSpPr>
          <p:nvPr/>
        </p:nvSpPr>
        <p:spPr>
          <a:xfrm>
            <a:off x="1230641" y="4457382"/>
            <a:ext cx="45341" cy="45341"/>
          </a:xfrm>
          <a:prstGeom prst="ellipse">
            <a:avLst/>
          </a:prstGeom>
          <a:solidFill>
            <a:srgbClr val="007C83">
              <a:alpha val="40000"/>
            </a:srgbClr>
          </a:solidFill>
          <a:ln w="0">
            <a:noFill/>
            <a:prstDash val="solid"/>
          </a:ln>
        </p:spPr>
      </p:sp>
      <p:sp>
        <p:nvSpPr>
          <p:cNvPr id="83" name="b_small_bar_ellipse_2321">
            <a:extLst>
              <a:ext uri="{FF2B5EF4-FFF2-40B4-BE49-F238E27FC236}">
                <a16:creationId xmlns:a16="http://schemas.microsoft.com/office/drawing/2014/main" id="{6A2D6250-3E0A-402B-B333-2CBE3E928CBA}"/>
              </a:ext>
            </a:extLst>
          </p:cNvPr>
          <p:cNvSpPr>
            <a:spLocks noGrp="1"/>
          </p:cNvSpPr>
          <p:nvPr/>
        </p:nvSpPr>
        <p:spPr>
          <a:xfrm>
            <a:off x="1325319" y="3544039"/>
            <a:ext cx="45341" cy="45341"/>
          </a:xfrm>
          <a:prstGeom prst="ellipse">
            <a:avLst/>
          </a:prstGeom>
          <a:solidFill>
            <a:srgbClr val="007C83">
              <a:alpha val="40000"/>
            </a:srgbClr>
          </a:solidFill>
          <a:ln w="0">
            <a:noFill/>
            <a:prstDash val="solid"/>
          </a:ln>
        </p:spPr>
      </p:sp>
      <p:sp>
        <p:nvSpPr>
          <p:cNvPr id="84" name="b_small_bar_ellipse_2322">
            <a:extLst>
              <a:ext uri="{FF2B5EF4-FFF2-40B4-BE49-F238E27FC236}">
                <a16:creationId xmlns:a16="http://schemas.microsoft.com/office/drawing/2014/main" id="{2517728E-2FC0-46B0-8C45-9E0DD95A37F6}"/>
              </a:ext>
            </a:extLst>
          </p:cNvPr>
          <p:cNvSpPr>
            <a:spLocks noGrp="1"/>
          </p:cNvSpPr>
          <p:nvPr/>
        </p:nvSpPr>
        <p:spPr>
          <a:xfrm>
            <a:off x="1249830" y="3854294"/>
            <a:ext cx="45341" cy="45341"/>
          </a:xfrm>
          <a:prstGeom prst="ellipse">
            <a:avLst/>
          </a:prstGeom>
          <a:solidFill>
            <a:srgbClr val="007C83">
              <a:alpha val="40000"/>
            </a:srgbClr>
          </a:solidFill>
          <a:ln w="0">
            <a:noFill/>
            <a:prstDash val="solid"/>
          </a:ln>
        </p:spPr>
      </p:sp>
      <p:sp>
        <p:nvSpPr>
          <p:cNvPr id="85" name="b_small_bar_ellipse_2323">
            <a:extLst>
              <a:ext uri="{FF2B5EF4-FFF2-40B4-BE49-F238E27FC236}">
                <a16:creationId xmlns:a16="http://schemas.microsoft.com/office/drawing/2014/main" id="{3BC3644B-375E-44E9-BB90-D4B393135D3D}"/>
              </a:ext>
            </a:extLst>
          </p:cNvPr>
          <p:cNvSpPr>
            <a:spLocks noGrp="1"/>
          </p:cNvSpPr>
          <p:nvPr/>
        </p:nvSpPr>
        <p:spPr>
          <a:xfrm>
            <a:off x="1245377" y="2423223"/>
            <a:ext cx="45341" cy="45341"/>
          </a:xfrm>
          <a:prstGeom prst="ellipse">
            <a:avLst/>
          </a:prstGeom>
          <a:solidFill>
            <a:srgbClr val="007C83">
              <a:alpha val="40000"/>
            </a:srgbClr>
          </a:solidFill>
          <a:ln w="0">
            <a:noFill/>
            <a:prstDash val="solid"/>
          </a:ln>
        </p:spPr>
      </p:sp>
      <p:sp>
        <p:nvSpPr>
          <p:cNvPr id="86" name="b_small_bar_ellipse_2324">
            <a:extLst>
              <a:ext uri="{FF2B5EF4-FFF2-40B4-BE49-F238E27FC236}">
                <a16:creationId xmlns:a16="http://schemas.microsoft.com/office/drawing/2014/main" id="{DCCA276F-09EA-44A4-BFE5-FE3DA7B00BC1}"/>
              </a:ext>
            </a:extLst>
          </p:cNvPr>
          <p:cNvSpPr>
            <a:spLocks noGrp="1"/>
          </p:cNvSpPr>
          <p:nvPr/>
        </p:nvSpPr>
        <p:spPr>
          <a:xfrm>
            <a:off x="1353747" y="2737486"/>
            <a:ext cx="45341" cy="45341"/>
          </a:xfrm>
          <a:prstGeom prst="ellipse">
            <a:avLst/>
          </a:prstGeom>
          <a:solidFill>
            <a:srgbClr val="007C83">
              <a:alpha val="40000"/>
            </a:srgbClr>
          </a:solidFill>
          <a:ln w="0">
            <a:noFill/>
            <a:prstDash val="solid"/>
          </a:ln>
        </p:spPr>
      </p:sp>
      <p:sp>
        <p:nvSpPr>
          <p:cNvPr id="87" name="b_small_bar_ellipse_2325">
            <a:extLst>
              <a:ext uri="{FF2B5EF4-FFF2-40B4-BE49-F238E27FC236}">
                <a16:creationId xmlns:a16="http://schemas.microsoft.com/office/drawing/2014/main" id="{A3D8032A-B555-4CFF-A36C-7491DEED806B}"/>
              </a:ext>
            </a:extLst>
          </p:cNvPr>
          <p:cNvSpPr>
            <a:spLocks noGrp="1"/>
          </p:cNvSpPr>
          <p:nvPr/>
        </p:nvSpPr>
        <p:spPr>
          <a:xfrm>
            <a:off x="1298665" y="3086168"/>
            <a:ext cx="45341" cy="45341"/>
          </a:xfrm>
          <a:prstGeom prst="ellipse">
            <a:avLst/>
          </a:prstGeom>
          <a:solidFill>
            <a:srgbClr val="007C83">
              <a:alpha val="40000"/>
            </a:srgbClr>
          </a:solidFill>
          <a:ln w="0">
            <a:noFill/>
            <a:prstDash val="solid"/>
          </a:ln>
        </p:spPr>
      </p:sp>
      <p:sp>
        <p:nvSpPr>
          <p:cNvPr id="88" name="b_small_bar_ellipse_2326">
            <a:extLst>
              <a:ext uri="{FF2B5EF4-FFF2-40B4-BE49-F238E27FC236}">
                <a16:creationId xmlns:a16="http://schemas.microsoft.com/office/drawing/2014/main" id="{44E43C9C-911A-4FE6-B746-D5B422A2A72E}"/>
              </a:ext>
            </a:extLst>
          </p:cNvPr>
          <p:cNvSpPr>
            <a:spLocks noGrp="1"/>
          </p:cNvSpPr>
          <p:nvPr/>
        </p:nvSpPr>
        <p:spPr>
          <a:xfrm>
            <a:off x="1368541" y="2458817"/>
            <a:ext cx="45341" cy="45341"/>
          </a:xfrm>
          <a:prstGeom prst="ellipse">
            <a:avLst/>
          </a:prstGeom>
          <a:solidFill>
            <a:srgbClr val="007C83">
              <a:alpha val="40000"/>
            </a:srgbClr>
          </a:solidFill>
          <a:ln w="0">
            <a:noFill/>
            <a:prstDash val="solid"/>
          </a:ln>
        </p:spPr>
      </p:sp>
      <p:sp>
        <p:nvSpPr>
          <p:cNvPr id="89" name="b_small_bar_ellipse_2327">
            <a:extLst>
              <a:ext uri="{FF2B5EF4-FFF2-40B4-BE49-F238E27FC236}">
                <a16:creationId xmlns:a16="http://schemas.microsoft.com/office/drawing/2014/main" id="{5FC8188D-C220-4466-8783-898952BF0432}"/>
              </a:ext>
            </a:extLst>
          </p:cNvPr>
          <p:cNvSpPr>
            <a:spLocks noGrp="1"/>
          </p:cNvSpPr>
          <p:nvPr/>
        </p:nvSpPr>
        <p:spPr>
          <a:xfrm>
            <a:off x="1283754" y="2618166"/>
            <a:ext cx="45341" cy="45341"/>
          </a:xfrm>
          <a:prstGeom prst="ellipse">
            <a:avLst/>
          </a:prstGeom>
          <a:solidFill>
            <a:srgbClr val="007C83">
              <a:alpha val="40000"/>
            </a:srgbClr>
          </a:solidFill>
          <a:ln w="0">
            <a:noFill/>
            <a:prstDash val="solid"/>
          </a:ln>
        </p:spPr>
      </p:sp>
      <p:sp>
        <p:nvSpPr>
          <p:cNvPr id="90" name="b_small_bar_ellipse_2328">
            <a:extLst>
              <a:ext uri="{FF2B5EF4-FFF2-40B4-BE49-F238E27FC236}">
                <a16:creationId xmlns:a16="http://schemas.microsoft.com/office/drawing/2014/main" id="{41C31187-E2A3-4753-86CC-A7BCE411E21C}"/>
              </a:ext>
            </a:extLst>
          </p:cNvPr>
          <p:cNvSpPr>
            <a:spLocks noGrp="1"/>
          </p:cNvSpPr>
          <p:nvPr/>
        </p:nvSpPr>
        <p:spPr>
          <a:xfrm>
            <a:off x="1285290" y="3262817"/>
            <a:ext cx="45341" cy="45341"/>
          </a:xfrm>
          <a:prstGeom prst="ellipse">
            <a:avLst/>
          </a:prstGeom>
          <a:solidFill>
            <a:srgbClr val="007C83">
              <a:alpha val="40000"/>
            </a:srgbClr>
          </a:solidFill>
          <a:ln w="0">
            <a:noFill/>
            <a:prstDash val="solid"/>
          </a:ln>
        </p:spPr>
      </p:sp>
      <p:sp>
        <p:nvSpPr>
          <p:cNvPr id="91" name="b_small_bar_ellipse_2329">
            <a:extLst>
              <a:ext uri="{FF2B5EF4-FFF2-40B4-BE49-F238E27FC236}">
                <a16:creationId xmlns:a16="http://schemas.microsoft.com/office/drawing/2014/main" id="{6DD21ADF-A50A-46E2-9F7F-E3122231277C}"/>
              </a:ext>
            </a:extLst>
          </p:cNvPr>
          <p:cNvSpPr>
            <a:spLocks noGrp="1"/>
          </p:cNvSpPr>
          <p:nvPr/>
        </p:nvSpPr>
        <p:spPr>
          <a:xfrm>
            <a:off x="1295926" y="2686725"/>
            <a:ext cx="45341" cy="45341"/>
          </a:xfrm>
          <a:prstGeom prst="ellipse">
            <a:avLst/>
          </a:prstGeom>
          <a:solidFill>
            <a:srgbClr val="007C83">
              <a:alpha val="40000"/>
            </a:srgbClr>
          </a:solidFill>
          <a:ln w="0">
            <a:noFill/>
            <a:prstDash val="solid"/>
          </a:ln>
        </p:spPr>
      </p:sp>
      <p:sp>
        <p:nvSpPr>
          <p:cNvPr id="92" name="b_small_bar_ellipse_2330">
            <a:extLst>
              <a:ext uri="{FF2B5EF4-FFF2-40B4-BE49-F238E27FC236}">
                <a16:creationId xmlns:a16="http://schemas.microsoft.com/office/drawing/2014/main" id="{EA1DEF05-1ECA-494A-B7E5-767380F65685}"/>
              </a:ext>
            </a:extLst>
          </p:cNvPr>
          <p:cNvSpPr>
            <a:spLocks noGrp="1"/>
          </p:cNvSpPr>
          <p:nvPr/>
        </p:nvSpPr>
        <p:spPr>
          <a:xfrm>
            <a:off x="1365397" y="4457382"/>
            <a:ext cx="45341" cy="45341"/>
          </a:xfrm>
          <a:prstGeom prst="ellipse">
            <a:avLst/>
          </a:prstGeom>
          <a:solidFill>
            <a:srgbClr val="007C83">
              <a:alpha val="40000"/>
            </a:srgbClr>
          </a:solidFill>
          <a:ln w="0">
            <a:noFill/>
            <a:prstDash val="solid"/>
          </a:ln>
        </p:spPr>
      </p:sp>
      <p:sp>
        <p:nvSpPr>
          <p:cNvPr id="93" name="b_small_bar_ellipse_2331">
            <a:extLst>
              <a:ext uri="{FF2B5EF4-FFF2-40B4-BE49-F238E27FC236}">
                <a16:creationId xmlns:a16="http://schemas.microsoft.com/office/drawing/2014/main" id="{55CA73DB-D799-474E-994A-50B91B29908C}"/>
              </a:ext>
            </a:extLst>
          </p:cNvPr>
          <p:cNvSpPr>
            <a:spLocks noGrp="1"/>
          </p:cNvSpPr>
          <p:nvPr/>
        </p:nvSpPr>
        <p:spPr>
          <a:xfrm>
            <a:off x="1312833" y="2628589"/>
            <a:ext cx="45341" cy="45341"/>
          </a:xfrm>
          <a:prstGeom prst="ellipse">
            <a:avLst/>
          </a:prstGeom>
          <a:solidFill>
            <a:srgbClr val="007C83">
              <a:alpha val="40000"/>
            </a:srgbClr>
          </a:solidFill>
          <a:ln w="0">
            <a:noFill/>
            <a:prstDash val="solid"/>
          </a:ln>
        </p:spPr>
      </p:sp>
      <p:sp>
        <p:nvSpPr>
          <p:cNvPr id="94" name="b_small_bar_ellipse_2332">
            <a:extLst>
              <a:ext uri="{FF2B5EF4-FFF2-40B4-BE49-F238E27FC236}">
                <a16:creationId xmlns:a16="http://schemas.microsoft.com/office/drawing/2014/main" id="{C77ED092-941C-4309-8E07-4B7B7CD2B8BA}"/>
              </a:ext>
            </a:extLst>
          </p:cNvPr>
          <p:cNvSpPr>
            <a:spLocks noGrp="1"/>
          </p:cNvSpPr>
          <p:nvPr/>
        </p:nvSpPr>
        <p:spPr>
          <a:xfrm>
            <a:off x="1173213" y="4457382"/>
            <a:ext cx="45341" cy="45341"/>
          </a:xfrm>
          <a:prstGeom prst="ellipse">
            <a:avLst/>
          </a:prstGeom>
          <a:solidFill>
            <a:srgbClr val="007C83">
              <a:alpha val="40000"/>
            </a:srgbClr>
          </a:solidFill>
          <a:ln w="0">
            <a:noFill/>
            <a:prstDash val="solid"/>
          </a:ln>
        </p:spPr>
      </p:sp>
      <p:sp>
        <p:nvSpPr>
          <p:cNvPr id="95" name="b_small_bar_ellipse_2333">
            <a:extLst>
              <a:ext uri="{FF2B5EF4-FFF2-40B4-BE49-F238E27FC236}">
                <a16:creationId xmlns:a16="http://schemas.microsoft.com/office/drawing/2014/main" id="{15C2B86C-530B-48CC-9C35-01400A63E366}"/>
              </a:ext>
            </a:extLst>
          </p:cNvPr>
          <p:cNvSpPr>
            <a:spLocks noGrp="1"/>
          </p:cNvSpPr>
          <p:nvPr/>
        </p:nvSpPr>
        <p:spPr>
          <a:xfrm>
            <a:off x="1325984" y="3278450"/>
            <a:ext cx="45341" cy="45341"/>
          </a:xfrm>
          <a:prstGeom prst="ellipse">
            <a:avLst/>
          </a:prstGeom>
          <a:solidFill>
            <a:srgbClr val="007C83">
              <a:alpha val="40000"/>
            </a:srgbClr>
          </a:solidFill>
          <a:ln w="0">
            <a:noFill/>
            <a:prstDash val="solid"/>
          </a:ln>
        </p:spPr>
      </p:sp>
      <p:sp>
        <p:nvSpPr>
          <p:cNvPr id="96" name="b_small_bar_ellipse_2334">
            <a:extLst>
              <a:ext uri="{FF2B5EF4-FFF2-40B4-BE49-F238E27FC236}">
                <a16:creationId xmlns:a16="http://schemas.microsoft.com/office/drawing/2014/main" id="{91C2EB51-140F-4119-856E-493362CE33A4}"/>
              </a:ext>
            </a:extLst>
          </p:cNvPr>
          <p:cNvSpPr>
            <a:spLocks noGrp="1"/>
          </p:cNvSpPr>
          <p:nvPr/>
        </p:nvSpPr>
        <p:spPr>
          <a:xfrm>
            <a:off x="1365654" y="2773661"/>
            <a:ext cx="45341" cy="45341"/>
          </a:xfrm>
          <a:prstGeom prst="ellipse">
            <a:avLst/>
          </a:prstGeom>
          <a:solidFill>
            <a:srgbClr val="007C83">
              <a:alpha val="40000"/>
            </a:srgbClr>
          </a:solidFill>
          <a:ln w="0">
            <a:noFill/>
            <a:prstDash val="solid"/>
          </a:ln>
        </p:spPr>
      </p:sp>
      <p:sp>
        <p:nvSpPr>
          <p:cNvPr id="97" name="b_small_bar_ellipse_2335">
            <a:extLst>
              <a:ext uri="{FF2B5EF4-FFF2-40B4-BE49-F238E27FC236}">
                <a16:creationId xmlns:a16="http://schemas.microsoft.com/office/drawing/2014/main" id="{9516D5D2-1B08-4A3D-84DE-FF7B20105E74}"/>
              </a:ext>
            </a:extLst>
          </p:cNvPr>
          <p:cNvSpPr>
            <a:spLocks noGrp="1"/>
          </p:cNvSpPr>
          <p:nvPr/>
        </p:nvSpPr>
        <p:spPr>
          <a:xfrm>
            <a:off x="1343190" y="2542653"/>
            <a:ext cx="45341" cy="45341"/>
          </a:xfrm>
          <a:prstGeom prst="ellipse">
            <a:avLst/>
          </a:prstGeom>
          <a:solidFill>
            <a:srgbClr val="007C83">
              <a:alpha val="40000"/>
            </a:srgbClr>
          </a:solidFill>
          <a:ln w="0">
            <a:noFill/>
            <a:prstDash val="solid"/>
          </a:ln>
        </p:spPr>
      </p:sp>
      <p:sp>
        <p:nvSpPr>
          <p:cNvPr id="98" name="b_small_bar_ellipse_2336">
            <a:extLst>
              <a:ext uri="{FF2B5EF4-FFF2-40B4-BE49-F238E27FC236}">
                <a16:creationId xmlns:a16="http://schemas.microsoft.com/office/drawing/2014/main" id="{5EC33EA1-75A4-4072-80C6-A4430B6D66E9}"/>
              </a:ext>
            </a:extLst>
          </p:cNvPr>
          <p:cNvSpPr>
            <a:spLocks noGrp="1"/>
          </p:cNvSpPr>
          <p:nvPr/>
        </p:nvSpPr>
        <p:spPr>
          <a:xfrm>
            <a:off x="1188956" y="3057089"/>
            <a:ext cx="45341" cy="45341"/>
          </a:xfrm>
          <a:prstGeom prst="ellipse">
            <a:avLst/>
          </a:prstGeom>
          <a:solidFill>
            <a:srgbClr val="007C83">
              <a:alpha val="40000"/>
            </a:srgbClr>
          </a:solidFill>
          <a:ln w="0">
            <a:noFill/>
            <a:prstDash val="solid"/>
          </a:ln>
        </p:spPr>
      </p:sp>
      <p:sp>
        <p:nvSpPr>
          <p:cNvPr id="99" name="b_small_bar_ellipse_2337">
            <a:extLst>
              <a:ext uri="{FF2B5EF4-FFF2-40B4-BE49-F238E27FC236}">
                <a16:creationId xmlns:a16="http://schemas.microsoft.com/office/drawing/2014/main" id="{C30ABA28-3E01-4100-924A-662F48F42387}"/>
              </a:ext>
            </a:extLst>
          </p:cNvPr>
          <p:cNvSpPr>
            <a:spLocks noGrp="1"/>
          </p:cNvSpPr>
          <p:nvPr/>
        </p:nvSpPr>
        <p:spPr>
          <a:xfrm>
            <a:off x="1272838" y="2893385"/>
            <a:ext cx="45341" cy="45341"/>
          </a:xfrm>
          <a:prstGeom prst="ellipse">
            <a:avLst/>
          </a:prstGeom>
          <a:solidFill>
            <a:srgbClr val="007C83">
              <a:alpha val="40000"/>
            </a:srgbClr>
          </a:solidFill>
          <a:ln w="0">
            <a:noFill/>
            <a:prstDash val="solid"/>
          </a:ln>
        </p:spPr>
      </p:sp>
      <p:sp>
        <p:nvSpPr>
          <p:cNvPr id="100" name="b_small_bar_ellipse_2338">
            <a:extLst>
              <a:ext uri="{FF2B5EF4-FFF2-40B4-BE49-F238E27FC236}">
                <a16:creationId xmlns:a16="http://schemas.microsoft.com/office/drawing/2014/main" id="{265F6A17-4D5A-4C6E-848F-DEA3F0ACA3F9}"/>
              </a:ext>
            </a:extLst>
          </p:cNvPr>
          <p:cNvSpPr>
            <a:spLocks noGrp="1"/>
          </p:cNvSpPr>
          <p:nvPr/>
        </p:nvSpPr>
        <p:spPr>
          <a:xfrm>
            <a:off x="1364094" y="2630462"/>
            <a:ext cx="45341" cy="45341"/>
          </a:xfrm>
          <a:prstGeom prst="ellipse">
            <a:avLst/>
          </a:prstGeom>
          <a:solidFill>
            <a:srgbClr val="007C83">
              <a:alpha val="40000"/>
            </a:srgbClr>
          </a:solidFill>
          <a:ln w="0">
            <a:noFill/>
            <a:prstDash val="solid"/>
          </a:ln>
        </p:spPr>
      </p:sp>
      <p:sp>
        <p:nvSpPr>
          <p:cNvPr id="101" name="b_small_bar_ellipse_2339">
            <a:extLst>
              <a:ext uri="{FF2B5EF4-FFF2-40B4-BE49-F238E27FC236}">
                <a16:creationId xmlns:a16="http://schemas.microsoft.com/office/drawing/2014/main" id="{3D4574BE-2585-4E1B-A95D-60EB0D8D5B07}"/>
              </a:ext>
            </a:extLst>
          </p:cNvPr>
          <p:cNvSpPr>
            <a:spLocks noGrp="1"/>
          </p:cNvSpPr>
          <p:nvPr/>
        </p:nvSpPr>
        <p:spPr>
          <a:xfrm>
            <a:off x="1313524" y="2305133"/>
            <a:ext cx="45341" cy="45341"/>
          </a:xfrm>
          <a:prstGeom prst="ellipse">
            <a:avLst/>
          </a:prstGeom>
          <a:solidFill>
            <a:srgbClr val="007C83">
              <a:alpha val="40000"/>
            </a:srgbClr>
          </a:solidFill>
          <a:ln w="0">
            <a:noFill/>
            <a:prstDash val="solid"/>
          </a:ln>
        </p:spPr>
      </p:sp>
      <p:sp>
        <p:nvSpPr>
          <p:cNvPr id="102" name="b_small_bar_ellipse_2340">
            <a:extLst>
              <a:ext uri="{FF2B5EF4-FFF2-40B4-BE49-F238E27FC236}">
                <a16:creationId xmlns:a16="http://schemas.microsoft.com/office/drawing/2014/main" id="{89EE3C42-9F14-4CD2-AD65-2B94433F380E}"/>
              </a:ext>
            </a:extLst>
          </p:cNvPr>
          <p:cNvSpPr>
            <a:spLocks noGrp="1"/>
          </p:cNvSpPr>
          <p:nvPr/>
        </p:nvSpPr>
        <p:spPr>
          <a:xfrm>
            <a:off x="1368852" y="2826180"/>
            <a:ext cx="45341" cy="45341"/>
          </a:xfrm>
          <a:prstGeom prst="ellipse">
            <a:avLst/>
          </a:prstGeom>
          <a:solidFill>
            <a:srgbClr val="007C83">
              <a:alpha val="40000"/>
            </a:srgbClr>
          </a:solidFill>
          <a:ln w="0">
            <a:noFill/>
            <a:prstDash val="solid"/>
          </a:ln>
        </p:spPr>
      </p:sp>
      <p:sp>
        <p:nvSpPr>
          <p:cNvPr id="103" name="b_small_bar_ellipse_2341">
            <a:extLst>
              <a:ext uri="{FF2B5EF4-FFF2-40B4-BE49-F238E27FC236}">
                <a16:creationId xmlns:a16="http://schemas.microsoft.com/office/drawing/2014/main" id="{2C3DC086-9050-44A9-B83C-4D090DAE264F}"/>
              </a:ext>
            </a:extLst>
          </p:cNvPr>
          <p:cNvSpPr>
            <a:spLocks noGrp="1"/>
          </p:cNvSpPr>
          <p:nvPr/>
        </p:nvSpPr>
        <p:spPr>
          <a:xfrm>
            <a:off x="1329497" y="4457382"/>
            <a:ext cx="45341" cy="45341"/>
          </a:xfrm>
          <a:prstGeom prst="ellipse">
            <a:avLst/>
          </a:prstGeom>
          <a:solidFill>
            <a:srgbClr val="007C83">
              <a:alpha val="40000"/>
            </a:srgbClr>
          </a:solidFill>
          <a:ln w="0">
            <a:noFill/>
            <a:prstDash val="solid"/>
          </a:ln>
        </p:spPr>
      </p:sp>
      <p:sp>
        <p:nvSpPr>
          <p:cNvPr id="104" name="b_small_bar_ellipse_2342">
            <a:extLst>
              <a:ext uri="{FF2B5EF4-FFF2-40B4-BE49-F238E27FC236}">
                <a16:creationId xmlns:a16="http://schemas.microsoft.com/office/drawing/2014/main" id="{B2D7A6C7-F86B-4B81-B712-2A579198B8CC}"/>
              </a:ext>
            </a:extLst>
          </p:cNvPr>
          <p:cNvSpPr>
            <a:spLocks noGrp="1"/>
          </p:cNvSpPr>
          <p:nvPr/>
        </p:nvSpPr>
        <p:spPr>
          <a:xfrm>
            <a:off x="1352563" y="2713836"/>
            <a:ext cx="45341" cy="45341"/>
          </a:xfrm>
          <a:prstGeom prst="ellipse">
            <a:avLst/>
          </a:prstGeom>
          <a:solidFill>
            <a:srgbClr val="007C83">
              <a:alpha val="40000"/>
            </a:srgbClr>
          </a:solidFill>
          <a:ln w="0">
            <a:noFill/>
            <a:prstDash val="solid"/>
          </a:ln>
        </p:spPr>
      </p:sp>
      <p:sp>
        <p:nvSpPr>
          <p:cNvPr id="105" name="b_small_bar_ellipse_2343">
            <a:extLst>
              <a:ext uri="{FF2B5EF4-FFF2-40B4-BE49-F238E27FC236}">
                <a16:creationId xmlns:a16="http://schemas.microsoft.com/office/drawing/2014/main" id="{00BDCC23-FA26-4A63-A67C-D3AA8D6DF33E}"/>
              </a:ext>
            </a:extLst>
          </p:cNvPr>
          <p:cNvSpPr>
            <a:spLocks noGrp="1"/>
          </p:cNvSpPr>
          <p:nvPr/>
        </p:nvSpPr>
        <p:spPr>
          <a:xfrm>
            <a:off x="1193779" y="3259542"/>
            <a:ext cx="45341" cy="45341"/>
          </a:xfrm>
          <a:prstGeom prst="ellipse">
            <a:avLst/>
          </a:prstGeom>
          <a:solidFill>
            <a:srgbClr val="007C83">
              <a:alpha val="40000"/>
            </a:srgbClr>
          </a:solidFill>
          <a:ln w="0">
            <a:noFill/>
            <a:prstDash val="solid"/>
          </a:ln>
        </p:spPr>
      </p:sp>
      <p:sp>
        <p:nvSpPr>
          <p:cNvPr id="106" name="b_small_bar_ellipse_2344">
            <a:extLst>
              <a:ext uri="{FF2B5EF4-FFF2-40B4-BE49-F238E27FC236}">
                <a16:creationId xmlns:a16="http://schemas.microsoft.com/office/drawing/2014/main" id="{475A6FBC-B2D7-456A-9B19-DA59ABEAB81C}"/>
              </a:ext>
            </a:extLst>
          </p:cNvPr>
          <p:cNvSpPr>
            <a:spLocks noGrp="1"/>
          </p:cNvSpPr>
          <p:nvPr/>
        </p:nvSpPr>
        <p:spPr>
          <a:xfrm>
            <a:off x="1256986" y="4263304"/>
            <a:ext cx="45341" cy="45341"/>
          </a:xfrm>
          <a:prstGeom prst="ellipse">
            <a:avLst/>
          </a:prstGeom>
          <a:solidFill>
            <a:srgbClr val="007C83">
              <a:alpha val="40000"/>
            </a:srgbClr>
          </a:solidFill>
          <a:ln w="0">
            <a:noFill/>
            <a:prstDash val="solid"/>
          </a:ln>
        </p:spPr>
      </p:sp>
      <p:sp>
        <p:nvSpPr>
          <p:cNvPr id="107" name="b_small_bar_ellipse_2345">
            <a:extLst>
              <a:ext uri="{FF2B5EF4-FFF2-40B4-BE49-F238E27FC236}">
                <a16:creationId xmlns:a16="http://schemas.microsoft.com/office/drawing/2014/main" id="{E03C42F6-BA0D-43F3-A54C-43D87452D4D6}"/>
              </a:ext>
            </a:extLst>
          </p:cNvPr>
          <p:cNvSpPr>
            <a:spLocks noGrp="1"/>
          </p:cNvSpPr>
          <p:nvPr/>
        </p:nvSpPr>
        <p:spPr>
          <a:xfrm>
            <a:off x="1275915" y="3170014"/>
            <a:ext cx="45341" cy="45341"/>
          </a:xfrm>
          <a:prstGeom prst="ellipse">
            <a:avLst/>
          </a:prstGeom>
          <a:solidFill>
            <a:srgbClr val="007C83">
              <a:alpha val="40000"/>
            </a:srgbClr>
          </a:solidFill>
          <a:ln w="0">
            <a:noFill/>
            <a:prstDash val="solid"/>
          </a:ln>
        </p:spPr>
      </p:sp>
      <p:sp>
        <p:nvSpPr>
          <p:cNvPr id="108" name="b_small_bar_ellipse_2346">
            <a:extLst>
              <a:ext uri="{FF2B5EF4-FFF2-40B4-BE49-F238E27FC236}">
                <a16:creationId xmlns:a16="http://schemas.microsoft.com/office/drawing/2014/main" id="{6D367BEA-1E47-4FB4-AB99-7690C0F7087D}"/>
              </a:ext>
            </a:extLst>
          </p:cNvPr>
          <p:cNvSpPr>
            <a:spLocks noGrp="1"/>
          </p:cNvSpPr>
          <p:nvPr/>
        </p:nvSpPr>
        <p:spPr>
          <a:xfrm>
            <a:off x="1247324" y="3562256"/>
            <a:ext cx="45341" cy="45341"/>
          </a:xfrm>
          <a:prstGeom prst="ellipse">
            <a:avLst/>
          </a:prstGeom>
          <a:solidFill>
            <a:srgbClr val="007C83">
              <a:alpha val="40000"/>
            </a:srgbClr>
          </a:solidFill>
          <a:ln w="0">
            <a:noFill/>
            <a:prstDash val="solid"/>
          </a:ln>
        </p:spPr>
      </p:sp>
      <p:sp>
        <p:nvSpPr>
          <p:cNvPr id="109" name="b_small_bar_ellipse_2347">
            <a:extLst>
              <a:ext uri="{FF2B5EF4-FFF2-40B4-BE49-F238E27FC236}">
                <a16:creationId xmlns:a16="http://schemas.microsoft.com/office/drawing/2014/main" id="{D8C151DC-4715-4C38-B4C0-3DCA8D1AA20C}"/>
              </a:ext>
            </a:extLst>
          </p:cNvPr>
          <p:cNvSpPr>
            <a:spLocks noGrp="1"/>
          </p:cNvSpPr>
          <p:nvPr/>
        </p:nvSpPr>
        <p:spPr>
          <a:xfrm>
            <a:off x="1362765" y="4161516"/>
            <a:ext cx="45341" cy="45341"/>
          </a:xfrm>
          <a:prstGeom prst="ellipse">
            <a:avLst/>
          </a:prstGeom>
          <a:solidFill>
            <a:srgbClr val="007C83">
              <a:alpha val="40000"/>
            </a:srgbClr>
          </a:solidFill>
          <a:ln w="0">
            <a:noFill/>
            <a:prstDash val="solid"/>
          </a:ln>
        </p:spPr>
      </p:sp>
      <p:sp>
        <p:nvSpPr>
          <p:cNvPr id="110" name="b_small_bar_ellipse_2348">
            <a:extLst>
              <a:ext uri="{FF2B5EF4-FFF2-40B4-BE49-F238E27FC236}">
                <a16:creationId xmlns:a16="http://schemas.microsoft.com/office/drawing/2014/main" id="{287FD008-79F0-468F-86AA-4F89DFE0B052}"/>
              </a:ext>
            </a:extLst>
          </p:cNvPr>
          <p:cNvSpPr>
            <a:spLocks noGrp="1"/>
          </p:cNvSpPr>
          <p:nvPr/>
        </p:nvSpPr>
        <p:spPr>
          <a:xfrm>
            <a:off x="1367018" y="2571477"/>
            <a:ext cx="45341" cy="45341"/>
          </a:xfrm>
          <a:prstGeom prst="ellipse">
            <a:avLst/>
          </a:prstGeom>
          <a:solidFill>
            <a:srgbClr val="007C83">
              <a:alpha val="40000"/>
            </a:srgbClr>
          </a:solidFill>
          <a:ln w="0">
            <a:noFill/>
            <a:prstDash val="solid"/>
          </a:ln>
        </p:spPr>
      </p:sp>
      <p:sp>
        <p:nvSpPr>
          <p:cNvPr id="111" name="b_small_bar_ellipse_2349">
            <a:extLst>
              <a:ext uri="{FF2B5EF4-FFF2-40B4-BE49-F238E27FC236}">
                <a16:creationId xmlns:a16="http://schemas.microsoft.com/office/drawing/2014/main" id="{1F13A990-7340-4485-B978-340F26113B22}"/>
              </a:ext>
            </a:extLst>
          </p:cNvPr>
          <p:cNvSpPr>
            <a:spLocks noGrp="1"/>
          </p:cNvSpPr>
          <p:nvPr/>
        </p:nvSpPr>
        <p:spPr>
          <a:xfrm>
            <a:off x="1352543" y="2425949"/>
            <a:ext cx="45341" cy="45341"/>
          </a:xfrm>
          <a:prstGeom prst="ellipse">
            <a:avLst/>
          </a:prstGeom>
          <a:solidFill>
            <a:srgbClr val="007C83">
              <a:alpha val="40000"/>
            </a:srgbClr>
          </a:solidFill>
          <a:ln w="0">
            <a:noFill/>
            <a:prstDash val="solid"/>
          </a:ln>
        </p:spPr>
      </p:sp>
      <p:sp>
        <p:nvSpPr>
          <p:cNvPr id="112" name="b_small_bar_ellipse_2350">
            <a:extLst>
              <a:ext uri="{FF2B5EF4-FFF2-40B4-BE49-F238E27FC236}">
                <a16:creationId xmlns:a16="http://schemas.microsoft.com/office/drawing/2014/main" id="{5639C8CA-AD9B-4E77-8A58-3E5EADA964B5}"/>
              </a:ext>
            </a:extLst>
          </p:cNvPr>
          <p:cNvSpPr>
            <a:spLocks noGrp="1"/>
          </p:cNvSpPr>
          <p:nvPr/>
        </p:nvSpPr>
        <p:spPr>
          <a:xfrm>
            <a:off x="1345633" y="2484323"/>
            <a:ext cx="45341" cy="45341"/>
          </a:xfrm>
          <a:prstGeom prst="ellipse">
            <a:avLst/>
          </a:prstGeom>
          <a:solidFill>
            <a:srgbClr val="007C83">
              <a:alpha val="40000"/>
            </a:srgbClr>
          </a:solidFill>
          <a:ln w="0">
            <a:noFill/>
            <a:prstDash val="solid"/>
          </a:ln>
        </p:spPr>
      </p:sp>
      <p:sp>
        <p:nvSpPr>
          <p:cNvPr id="113" name="b_small_bar_ellipse_2351">
            <a:extLst>
              <a:ext uri="{FF2B5EF4-FFF2-40B4-BE49-F238E27FC236}">
                <a16:creationId xmlns:a16="http://schemas.microsoft.com/office/drawing/2014/main" id="{C9226543-D64D-495A-8688-7EDCCEB296E6}"/>
              </a:ext>
            </a:extLst>
          </p:cNvPr>
          <p:cNvSpPr>
            <a:spLocks noGrp="1"/>
          </p:cNvSpPr>
          <p:nvPr/>
        </p:nvSpPr>
        <p:spPr>
          <a:xfrm>
            <a:off x="1203352" y="3328147"/>
            <a:ext cx="45341" cy="45341"/>
          </a:xfrm>
          <a:prstGeom prst="ellipse">
            <a:avLst/>
          </a:prstGeom>
          <a:solidFill>
            <a:srgbClr val="007C83">
              <a:alpha val="40000"/>
            </a:srgbClr>
          </a:solidFill>
          <a:ln w="0">
            <a:noFill/>
            <a:prstDash val="solid"/>
          </a:ln>
        </p:spPr>
      </p:sp>
      <p:sp>
        <p:nvSpPr>
          <p:cNvPr id="114" name="b_small_bar_ellipse_2352">
            <a:extLst>
              <a:ext uri="{FF2B5EF4-FFF2-40B4-BE49-F238E27FC236}">
                <a16:creationId xmlns:a16="http://schemas.microsoft.com/office/drawing/2014/main" id="{58080018-915C-451B-95E7-4BAC7D73051C}"/>
              </a:ext>
            </a:extLst>
          </p:cNvPr>
          <p:cNvSpPr>
            <a:spLocks noGrp="1"/>
          </p:cNvSpPr>
          <p:nvPr/>
        </p:nvSpPr>
        <p:spPr>
          <a:xfrm>
            <a:off x="1305798" y="3960702"/>
            <a:ext cx="45341" cy="45341"/>
          </a:xfrm>
          <a:prstGeom prst="ellipse">
            <a:avLst/>
          </a:prstGeom>
          <a:solidFill>
            <a:srgbClr val="007C83">
              <a:alpha val="40000"/>
            </a:srgbClr>
          </a:solidFill>
          <a:ln w="0">
            <a:noFill/>
            <a:prstDash val="solid"/>
          </a:ln>
        </p:spPr>
      </p:sp>
      <p:sp>
        <p:nvSpPr>
          <p:cNvPr id="115" name="b_small_bar_ellipse_2353">
            <a:extLst>
              <a:ext uri="{FF2B5EF4-FFF2-40B4-BE49-F238E27FC236}">
                <a16:creationId xmlns:a16="http://schemas.microsoft.com/office/drawing/2014/main" id="{96E5C3DA-AAA4-498B-8F93-D446E8FD7969}"/>
              </a:ext>
            </a:extLst>
          </p:cNvPr>
          <p:cNvSpPr>
            <a:spLocks noGrp="1"/>
          </p:cNvSpPr>
          <p:nvPr/>
        </p:nvSpPr>
        <p:spPr>
          <a:xfrm>
            <a:off x="1327124" y="2857422"/>
            <a:ext cx="45341" cy="45341"/>
          </a:xfrm>
          <a:prstGeom prst="ellipse">
            <a:avLst/>
          </a:prstGeom>
          <a:solidFill>
            <a:srgbClr val="007C83">
              <a:alpha val="40000"/>
            </a:srgbClr>
          </a:solidFill>
          <a:ln w="0">
            <a:noFill/>
            <a:prstDash val="solid"/>
          </a:ln>
        </p:spPr>
      </p:sp>
      <p:sp>
        <p:nvSpPr>
          <p:cNvPr id="116" name="b_small_bar_ellipse_2354">
            <a:extLst>
              <a:ext uri="{FF2B5EF4-FFF2-40B4-BE49-F238E27FC236}">
                <a16:creationId xmlns:a16="http://schemas.microsoft.com/office/drawing/2014/main" id="{6624FA43-6FE4-4B70-B46F-D9E08D48A6C9}"/>
              </a:ext>
            </a:extLst>
          </p:cNvPr>
          <p:cNvSpPr>
            <a:spLocks noGrp="1"/>
          </p:cNvSpPr>
          <p:nvPr/>
        </p:nvSpPr>
        <p:spPr>
          <a:xfrm>
            <a:off x="1195929" y="2461008"/>
            <a:ext cx="45341" cy="45341"/>
          </a:xfrm>
          <a:prstGeom prst="ellipse">
            <a:avLst/>
          </a:prstGeom>
          <a:solidFill>
            <a:srgbClr val="007C83">
              <a:alpha val="40000"/>
            </a:srgbClr>
          </a:solidFill>
          <a:ln w="0">
            <a:noFill/>
            <a:prstDash val="solid"/>
          </a:ln>
        </p:spPr>
      </p:sp>
      <p:sp>
        <p:nvSpPr>
          <p:cNvPr id="117" name="b_small_bar_ellipse_2355">
            <a:extLst>
              <a:ext uri="{FF2B5EF4-FFF2-40B4-BE49-F238E27FC236}">
                <a16:creationId xmlns:a16="http://schemas.microsoft.com/office/drawing/2014/main" id="{B73DE200-3B6D-4738-B248-5FB60822DCD0}"/>
              </a:ext>
            </a:extLst>
          </p:cNvPr>
          <p:cNvSpPr>
            <a:spLocks noGrp="1"/>
          </p:cNvSpPr>
          <p:nvPr/>
        </p:nvSpPr>
        <p:spPr>
          <a:xfrm>
            <a:off x="1238554" y="2576709"/>
            <a:ext cx="45341" cy="45341"/>
          </a:xfrm>
          <a:prstGeom prst="ellipse">
            <a:avLst/>
          </a:prstGeom>
          <a:solidFill>
            <a:srgbClr val="007C83">
              <a:alpha val="40000"/>
            </a:srgbClr>
          </a:solidFill>
          <a:ln w="0">
            <a:noFill/>
            <a:prstDash val="solid"/>
          </a:ln>
        </p:spPr>
      </p:sp>
      <p:sp>
        <p:nvSpPr>
          <p:cNvPr id="118" name="b_small_bar_ellipse_2356">
            <a:extLst>
              <a:ext uri="{FF2B5EF4-FFF2-40B4-BE49-F238E27FC236}">
                <a16:creationId xmlns:a16="http://schemas.microsoft.com/office/drawing/2014/main" id="{6B322F9C-2567-49CC-AB39-149D123400D2}"/>
              </a:ext>
            </a:extLst>
          </p:cNvPr>
          <p:cNvSpPr>
            <a:spLocks noGrp="1"/>
          </p:cNvSpPr>
          <p:nvPr/>
        </p:nvSpPr>
        <p:spPr>
          <a:xfrm>
            <a:off x="1199655" y="4457382"/>
            <a:ext cx="45341" cy="45341"/>
          </a:xfrm>
          <a:prstGeom prst="ellipse">
            <a:avLst/>
          </a:prstGeom>
          <a:solidFill>
            <a:srgbClr val="007C83">
              <a:alpha val="40000"/>
            </a:srgbClr>
          </a:solidFill>
          <a:ln w="0">
            <a:noFill/>
            <a:prstDash val="solid"/>
          </a:ln>
        </p:spPr>
      </p:sp>
      <p:sp>
        <p:nvSpPr>
          <p:cNvPr id="119" name="b_small_bar_ellipse_2357">
            <a:extLst>
              <a:ext uri="{FF2B5EF4-FFF2-40B4-BE49-F238E27FC236}">
                <a16:creationId xmlns:a16="http://schemas.microsoft.com/office/drawing/2014/main" id="{95E31B3F-E9E3-4141-83AD-5B82E97F88AC}"/>
              </a:ext>
            </a:extLst>
          </p:cNvPr>
          <p:cNvSpPr>
            <a:spLocks noGrp="1"/>
          </p:cNvSpPr>
          <p:nvPr/>
        </p:nvSpPr>
        <p:spPr>
          <a:xfrm>
            <a:off x="1321463" y="2455866"/>
            <a:ext cx="45341" cy="45341"/>
          </a:xfrm>
          <a:prstGeom prst="ellipse">
            <a:avLst/>
          </a:prstGeom>
          <a:solidFill>
            <a:srgbClr val="007C83">
              <a:alpha val="40000"/>
            </a:srgbClr>
          </a:solidFill>
          <a:ln w="0">
            <a:noFill/>
            <a:prstDash val="solid"/>
          </a:ln>
        </p:spPr>
      </p:sp>
      <p:sp>
        <p:nvSpPr>
          <p:cNvPr id="120" name="b_small_bar_ellipse_2358">
            <a:extLst>
              <a:ext uri="{FF2B5EF4-FFF2-40B4-BE49-F238E27FC236}">
                <a16:creationId xmlns:a16="http://schemas.microsoft.com/office/drawing/2014/main" id="{C78A04F9-FF15-4C62-B0AE-B63AC4237FC8}"/>
              </a:ext>
            </a:extLst>
          </p:cNvPr>
          <p:cNvSpPr>
            <a:spLocks noGrp="1"/>
          </p:cNvSpPr>
          <p:nvPr/>
        </p:nvSpPr>
        <p:spPr>
          <a:xfrm>
            <a:off x="1258587" y="2892300"/>
            <a:ext cx="45341" cy="45341"/>
          </a:xfrm>
          <a:prstGeom prst="ellipse">
            <a:avLst/>
          </a:prstGeom>
          <a:solidFill>
            <a:srgbClr val="007C83">
              <a:alpha val="40000"/>
            </a:srgbClr>
          </a:solidFill>
          <a:ln w="0">
            <a:noFill/>
            <a:prstDash val="solid"/>
          </a:ln>
        </p:spPr>
      </p:sp>
      <p:sp>
        <p:nvSpPr>
          <p:cNvPr id="121" name="b_small_bar_ellipse_2359">
            <a:extLst>
              <a:ext uri="{FF2B5EF4-FFF2-40B4-BE49-F238E27FC236}">
                <a16:creationId xmlns:a16="http://schemas.microsoft.com/office/drawing/2014/main" id="{8E402558-9C69-499C-9712-753C9C621E06}"/>
              </a:ext>
            </a:extLst>
          </p:cNvPr>
          <p:cNvSpPr>
            <a:spLocks noGrp="1"/>
          </p:cNvSpPr>
          <p:nvPr/>
        </p:nvSpPr>
        <p:spPr>
          <a:xfrm>
            <a:off x="1339575" y="2434948"/>
            <a:ext cx="45341" cy="45341"/>
          </a:xfrm>
          <a:prstGeom prst="ellipse">
            <a:avLst/>
          </a:prstGeom>
          <a:solidFill>
            <a:srgbClr val="007C83">
              <a:alpha val="40000"/>
            </a:srgbClr>
          </a:solidFill>
          <a:ln w="0">
            <a:noFill/>
            <a:prstDash val="solid"/>
          </a:ln>
        </p:spPr>
      </p:sp>
      <p:sp>
        <p:nvSpPr>
          <p:cNvPr id="122" name="b_small_bar_ellipse_2360">
            <a:extLst>
              <a:ext uri="{FF2B5EF4-FFF2-40B4-BE49-F238E27FC236}">
                <a16:creationId xmlns:a16="http://schemas.microsoft.com/office/drawing/2014/main" id="{55A3998D-7811-4A63-8CA8-72BDA92E4202}"/>
              </a:ext>
            </a:extLst>
          </p:cNvPr>
          <p:cNvSpPr>
            <a:spLocks noGrp="1"/>
          </p:cNvSpPr>
          <p:nvPr/>
        </p:nvSpPr>
        <p:spPr>
          <a:xfrm>
            <a:off x="1354692" y="2611161"/>
            <a:ext cx="45341" cy="45341"/>
          </a:xfrm>
          <a:prstGeom prst="ellipse">
            <a:avLst/>
          </a:prstGeom>
          <a:solidFill>
            <a:srgbClr val="007C83">
              <a:alpha val="40000"/>
            </a:srgbClr>
          </a:solidFill>
          <a:ln w="0">
            <a:noFill/>
            <a:prstDash val="solid"/>
          </a:ln>
        </p:spPr>
      </p:sp>
      <p:sp>
        <p:nvSpPr>
          <p:cNvPr id="123" name="b_small_bar_ellipse_2361">
            <a:extLst>
              <a:ext uri="{FF2B5EF4-FFF2-40B4-BE49-F238E27FC236}">
                <a16:creationId xmlns:a16="http://schemas.microsoft.com/office/drawing/2014/main" id="{C7E27491-0FBF-45A9-B23B-F3D1F0B8D54E}"/>
              </a:ext>
            </a:extLst>
          </p:cNvPr>
          <p:cNvSpPr>
            <a:spLocks noGrp="1"/>
          </p:cNvSpPr>
          <p:nvPr/>
        </p:nvSpPr>
        <p:spPr>
          <a:xfrm>
            <a:off x="1173902" y="2755642"/>
            <a:ext cx="45341" cy="45341"/>
          </a:xfrm>
          <a:prstGeom prst="ellipse">
            <a:avLst/>
          </a:prstGeom>
          <a:solidFill>
            <a:srgbClr val="007C83">
              <a:alpha val="40000"/>
            </a:srgbClr>
          </a:solidFill>
          <a:ln w="0">
            <a:noFill/>
            <a:prstDash val="solid"/>
          </a:ln>
        </p:spPr>
      </p:sp>
      <p:sp>
        <p:nvSpPr>
          <p:cNvPr id="124" name="b_small_bar_ellipse_2362">
            <a:extLst>
              <a:ext uri="{FF2B5EF4-FFF2-40B4-BE49-F238E27FC236}">
                <a16:creationId xmlns:a16="http://schemas.microsoft.com/office/drawing/2014/main" id="{F9FDF23A-C26B-4BB2-AD8E-1F27A6C0666E}"/>
              </a:ext>
            </a:extLst>
          </p:cNvPr>
          <p:cNvSpPr>
            <a:spLocks noGrp="1"/>
          </p:cNvSpPr>
          <p:nvPr/>
        </p:nvSpPr>
        <p:spPr>
          <a:xfrm>
            <a:off x="1363634" y="4457382"/>
            <a:ext cx="45341" cy="45341"/>
          </a:xfrm>
          <a:prstGeom prst="ellipse">
            <a:avLst/>
          </a:prstGeom>
          <a:solidFill>
            <a:srgbClr val="007C83">
              <a:alpha val="40000"/>
            </a:srgbClr>
          </a:solidFill>
          <a:ln w="0">
            <a:noFill/>
            <a:prstDash val="solid"/>
          </a:ln>
        </p:spPr>
      </p:sp>
      <p:sp>
        <p:nvSpPr>
          <p:cNvPr id="125" name="b_small_bar_ellipse_2363">
            <a:extLst>
              <a:ext uri="{FF2B5EF4-FFF2-40B4-BE49-F238E27FC236}">
                <a16:creationId xmlns:a16="http://schemas.microsoft.com/office/drawing/2014/main" id="{62D9E1FC-815B-4EBC-BE54-92F6E828B5E0}"/>
              </a:ext>
            </a:extLst>
          </p:cNvPr>
          <p:cNvSpPr>
            <a:spLocks noGrp="1"/>
          </p:cNvSpPr>
          <p:nvPr/>
        </p:nvSpPr>
        <p:spPr>
          <a:xfrm>
            <a:off x="2774926" y="2025341"/>
            <a:ext cx="45341" cy="45341"/>
          </a:xfrm>
          <a:prstGeom prst="ellipse">
            <a:avLst/>
          </a:prstGeom>
          <a:solidFill>
            <a:srgbClr val="007C83">
              <a:alpha val="40000"/>
            </a:srgbClr>
          </a:solidFill>
          <a:ln w="0">
            <a:noFill/>
            <a:prstDash val="solid"/>
          </a:ln>
        </p:spPr>
      </p:sp>
      <p:sp>
        <p:nvSpPr>
          <p:cNvPr id="126" name="b_small_bar_ellipse_2364">
            <a:extLst>
              <a:ext uri="{FF2B5EF4-FFF2-40B4-BE49-F238E27FC236}">
                <a16:creationId xmlns:a16="http://schemas.microsoft.com/office/drawing/2014/main" id="{FE14FDA1-7952-43FE-9AAC-D6FF47042C38}"/>
              </a:ext>
            </a:extLst>
          </p:cNvPr>
          <p:cNvSpPr>
            <a:spLocks noGrp="1"/>
          </p:cNvSpPr>
          <p:nvPr/>
        </p:nvSpPr>
        <p:spPr>
          <a:xfrm>
            <a:off x="2730281" y="2043765"/>
            <a:ext cx="45341" cy="45341"/>
          </a:xfrm>
          <a:prstGeom prst="ellipse">
            <a:avLst/>
          </a:prstGeom>
          <a:solidFill>
            <a:srgbClr val="007C83">
              <a:alpha val="40000"/>
            </a:srgbClr>
          </a:solidFill>
          <a:ln w="0">
            <a:noFill/>
            <a:prstDash val="solid"/>
          </a:ln>
        </p:spPr>
      </p:sp>
      <p:sp>
        <p:nvSpPr>
          <p:cNvPr id="127" name="b_small_bar_ellipse_2365">
            <a:extLst>
              <a:ext uri="{FF2B5EF4-FFF2-40B4-BE49-F238E27FC236}">
                <a16:creationId xmlns:a16="http://schemas.microsoft.com/office/drawing/2014/main" id="{9FC8A28A-0D61-440A-BA40-F3F6C9642B0D}"/>
              </a:ext>
            </a:extLst>
          </p:cNvPr>
          <p:cNvSpPr>
            <a:spLocks noGrp="1"/>
          </p:cNvSpPr>
          <p:nvPr/>
        </p:nvSpPr>
        <p:spPr>
          <a:xfrm>
            <a:off x="2861958" y="2025341"/>
            <a:ext cx="45341" cy="45341"/>
          </a:xfrm>
          <a:prstGeom prst="ellipse">
            <a:avLst/>
          </a:prstGeom>
          <a:solidFill>
            <a:srgbClr val="007C83">
              <a:alpha val="40000"/>
            </a:srgbClr>
          </a:solidFill>
          <a:ln w="0">
            <a:noFill/>
            <a:prstDash val="solid"/>
          </a:ln>
        </p:spPr>
      </p:sp>
      <p:sp>
        <p:nvSpPr>
          <p:cNvPr id="128" name="b_small_bar_ellipse_2366">
            <a:extLst>
              <a:ext uri="{FF2B5EF4-FFF2-40B4-BE49-F238E27FC236}">
                <a16:creationId xmlns:a16="http://schemas.microsoft.com/office/drawing/2014/main" id="{4F59D7C9-005D-4660-8C65-B9E445761054}"/>
              </a:ext>
            </a:extLst>
          </p:cNvPr>
          <p:cNvSpPr>
            <a:spLocks noGrp="1"/>
          </p:cNvSpPr>
          <p:nvPr/>
        </p:nvSpPr>
        <p:spPr>
          <a:xfrm>
            <a:off x="2831140" y="2025341"/>
            <a:ext cx="45341" cy="45341"/>
          </a:xfrm>
          <a:prstGeom prst="ellipse">
            <a:avLst/>
          </a:prstGeom>
          <a:solidFill>
            <a:srgbClr val="007C83">
              <a:alpha val="40000"/>
            </a:srgbClr>
          </a:solidFill>
          <a:ln w="0">
            <a:noFill/>
            <a:prstDash val="solid"/>
          </a:ln>
        </p:spPr>
      </p:sp>
      <p:sp>
        <p:nvSpPr>
          <p:cNvPr id="129" name="b_small_bar_ellipse_2367">
            <a:extLst>
              <a:ext uri="{FF2B5EF4-FFF2-40B4-BE49-F238E27FC236}">
                <a16:creationId xmlns:a16="http://schemas.microsoft.com/office/drawing/2014/main" id="{84A2FD2C-1BD1-4EF0-AE18-B40A049BC071}"/>
              </a:ext>
            </a:extLst>
          </p:cNvPr>
          <p:cNvSpPr>
            <a:spLocks noGrp="1"/>
          </p:cNvSpPr>
          <p:nvPr/>
        </p:nvSpPr>
        <p:spPr>
          <a:xfrm>
            <a:off x="2705593" y="2025341"/>
            <a:ext cx="45341" cy="45341"/>
          </a:xfrm>
          <a:prstGeom prst="ellipse">
            <a:avLst/>
          </a:prstGeom>
          <a:solidFill>
            <a:srgbClr val="007C83">
              <a:alpha val="40000"/>
            </a:srgbClr>
          </a:solidFill>
          <a:ln w="0">
            <a:noFill/>
            <a:prstDash val="solid"/>
          </a:ln>
        </p:spPr>
      </p:sp>
      <p:sp>
        <p:nvSpPr>
          <p:cNvPr id="130" name="b_small_bar_ellipse_2368">
            <a:extLst>
              <a:ext uri="{FF2B5EF4-FFF2-40B4-BE49-F238E27FC236}">
                <a16:creationId xmlns:a16="http://schemas.microsoft.com/office/drawing/2014/main" id="{238F373C-2F10-4D3E-96D6-47B5F4066BCF}"/>
              </a:ext>
            </a:extLst>
          </p:cNvPr>
          <p:cNvSpPr>
            <a:spLocks noGrp="1"/>
          </p:cNvSpPr>
          <p:nvPr/>
        </p:nvSpPr>
        <p:spPr>
          <a:xfrm>
            <a:off x="2696365" y="3095257"/>
            <a:ext cx="45341" cy="45341"/>
          </a:xfrm>
          <a:prstGeom prst="ellipse">
            <a:avLst/>
          </a:prstGeom>
          <a:solidFill>
            <a:srgbClr val="007C83">
              <a:alpha val="40000"/>
            </a:srgbClr>
          </a:solidFill>
          <a:ln w="0">
            <a:noFill/>
            <a:prstDash val="solid"/>
          </a:ln>
        </p:spPr>
      </p:sp>
      <p:sp>
        <p:nvSpPr>
          <p:cNvPr id="131" name="b_small_bar_ellipse_2369">
            <a:extLst>
              <a:ext uri="{FF2B5EF4-FFF2-40B4-BE49-F238E27FC236}">
                <a16:creationId xmlns:a16="http://schemas.microsoft.com/office/drawing/2014/main" id="{0AEA1D73-36A6-41C9-BB51-2032EC09EF33}"/>
              </a:ext>
            </a:extLst>
          </p:cNvPr>
          <p:cNvSpPr>
            <a:spLocks noGrp="1"/>
          </p:cNvSpPr>
          <p:nvPr/>
        </p:nvSpPr>
        <p:spPr>
          <a:xfrm>
            <a:off x="2757009" y="2025341"/>
            <a:ext cx="45341" cy="45341"/>
          </a:xfrm>
          <a:prstGeom prst="ellipse">
            <a:avLst/>
          </a:prstGeom>
          <a:solidFill>
            <a:srgbClr val="007C83">
              <a:alpha val="40000"/>
            </a:srgbClr>
          </a:solidFill>
          <a:ln w="0">
            <a:noFill/>
            <a:prstDash val="solid"/>
          </a:ln>
        </p:spPr>
      </p:sp>
      <p:sp>
        <p:nvSpPr>
          <p:cNvPr id="132" name="b_small_bar_ellipse_2370">
            <a:extLst>
              <a:ext uri="{FF2B5EF4-FFF2-40B4-BE49-F238E27FC236}">
                <a16:creationId xmlns:a16="http://schemas.microsoft.com/office/drawing/2014/main" id="{A53FD254-3D9D-46B8-A8CB-CEAF91267F78}"/>
              </a:ext>
            </a:extLst>
          </p:cNvPr>
          <p:cNvSpPr>
            <a:spLocks noGrp="1"/>
          </p:cNvSpPr>
          <p:nvPr/>
        </p:nvSpPr>
        <p:spPr>
          <a:xfrm>
            <a:off x="2781110" y="2025341"/>
            <a:ext cx="45341" cy="45341"/>
          </a:xfrm>
          <a:prstGeom prst="ellipse">
            <a:avLst/>
          </a:prstGeom>
          <a:solidFill>
            <a:srgbClr val="007C83">
              <a:alpha val="40000"/>
            </a:srgbClr>
          </a:solidFill>
          <a:ln w="0">
            <a:noFill/>
            <a:prstDash val="solid"/>
          </a:ln>
        </p:spPr>
      </p:sp>
      <p:sp>
        <p:nvSpPr>
          <p:cNvPr id="133" name="b_small_bar_ellipse_2371">
            <a:extLst>
              <a:ext uri="{FF2B5EF4-FFF2-40B4-BE49-F238E27FC236}">
                <a16:creationId xmlns:a16="http://schemas.microsoft.com/office/drawing/2014/main" id="{9B7BD89F-BA58-4F17-8BA1-AA5715734BB4}"/>
              </a:ext>
            </a:extLst>
          </p:cNvPr>
          <p:cNvSpPr>
            <a:spLocks noGrp="1"/>
          </p:cNvSpPr>
          <p:nvPr/>
        </p:nvSpPr>
        <p:spPr>
          <a:xfrm>
            <a:off x="2811953" y="2836021"/>
            <a:ext cx="45341" cy="45341"/>
          </a:xfrm>
          <a:prstGeom prst="ellipse">
            <a:avLst/>
          </a:prstGeom>
          <a:solidFill>
            <a:srgbClr val="007C83">
              <a:alpha val="40000"/>
            </a:srgbClr>
          </a:solidFill>
          <a:ln w="0">
            <a:noFill/>
            <a:prstDash val="solid"/>
          </a:ln>
        </p:spPr>
      </p:sp>
      <p:sp>
        <p:nvSpPr>
          <p:cNvPr id="134" name="b_small_bar_ellipse_2372">
            <a:extLst>
              <a:ext uri="{FF2B5EF4-FFF2-40B4-BE49-F238E27FC236}">
                <a16:creationId xmlns:a16="http://schemas.microsoft.com/office/drawing/2014/main" id="{B593DA2C-5E57-4D3A-BCD5-AAA87E25D62F}"/>
              </a:ext>
            </a:extLst>
          </p:cNvPr>
          <p:cNvSpPr>
            <a:spLocks noGrp="1"/>
          </p:cNvSpPr>
          <p:nvPr/>
        </p:nvSpPr>
        <p:spPr>
          <a:xfrm>
            <a:off x="2680715" y="2025341"/>
            <a:ext cx="45341" cy="45341"/>
          </a:xfrm>
          <a:prstGeom prst="ellipse">
            <a:avLst/>
          </a:prstGeom>
          <a:solidFill>
            <a:srgbClr val="007C83">
              <a:alpha val="40000"/>
            </a:srgbClr>
          </a:solidFill>
          <a:ln w="0">
            <a:noFill/>
            <a:prstDash val="solid"/>
          </a:ln>
        </p:spPr>
      </p:sp>
      <p:sp>
        <p:nvSpPr>
          <p:cNvPr id="135" name="b_small_bar_ellipse_2373">
            <a:extLst>
              <a:ext uri="{FF2B5EF4-FFF2-40B4-BE49-F238E27FC236}">
                <a16:creationId xmlns:a16="http://schemas.microsoft.com/office/drawing/2014/main" id="{75C84AEA-E844-418A-8B44-5FB8D9D7A198}"/>
              </a:ext>
            </a:extLst>
          </p:cNvPr>
          <p:cNvSpPr>
            <a:spLocks noGrp="1"/>
          </p:cNvSpPr>
          <p:nvPr/>
        </p:nvSpPr>
        <p:spPr>
          <a:xfrm>
            <a:off x="2671913" y="2025341"/>
            <a:ext cx="45341" cy="45341"/>
          </a:xfrm>
          <a:prstGeom prst="ellipse">
            <a:avLst/>
          </a:prstGeom>
          <a:solidFill>
            <a:srgbClr val="007C83">
              <a:alpha val="40000"/>
            </a:srgbClr>
          </a:solidFill>
          <a:ln w="0">
            <a:noFill/>
            <a:prstDash val="solid"/>
          </a:ln>
        </p:spPr>
      </p:sp>
      <p:sp>
        <p:nvSpPr>
          <p:cNvPr id="136" name="b_small_bar_ellipse_2374">
            <a:extLst>
              <a:ext uri="{FF2B5EF4-FFF2-40B4-BE49-F238E27FC236}">
                <a16:creationId xmlns:a16="http://schemas.microsoft.com/office/drawing/2014/main" id="{629C9262-5CA6-443E-ACD3-D5E67F1FFEE9}"/>
              </a:ext>
            </a:extLst>
          </p:cNvPr>
          <p:cNvSpPr>
            <a:spLocks noGrp="1"/>
          </p:cNvSpPr>
          <p:nvPr/>
        </p:nvSpPr>
        <p:spPr>
          <a:xfrm>
            <a:off x="2682626" y="2025341"/>
            <a:ext cx="45341" cy="45341"/>
          </a:xfrm>
          <a:prstGeom prst="ellipse">
            <a:avLst/>
          </a:prstGeom>
          <a:solidFill>
            <a:srgbClr val="007C83">
              <a:alpha val="40000"/>
            </a:srgbClr>
          </a:solidFill>
          <a:ln w="0">
            <a:noFill/>
            <a:prstDash val="solid"/>
          </a:ln>
        </p:spPr>
      </p:sp>
      <p:sp>
        <p:nvSpPr>
          <p:cNvPr id="137" name="b_small_bar_ellipse_2375">
            <a:extLst>
              <a:ext uri="{FF2B5EF4-FFF2-40B4-BE49-F238E27FC236}">
                <a16:creationId xmlns:a16="http://schemas.microsoft.com/office/drawing/2014/main" id="{C959062C-E391-42A2-9E8F-FEEBB7F56B08}"/>
              </a:ext>
            </a:extLst>
          </p:cNvPr>
          <p:cNvSpPr>
            <a:spLocks noGrp="1"/>
          </p:cNvSpPr>
          <p:nvPr/>
        </p:nvSpPr>
        <p:spPr>
          <a:xfrm>
            <a:off x="2775976" y="2971135"/>
            <a:ext cx="45341" cy="45341"/>
          </a:xfrm>
          <a:prstGeom prst="ellipse">
            <a:avLst/>
          </a:prstGeom>
          <a:solidFill>
            <a:srgbClr val="007C83">
              <a:alpha val="40000"/>
            </a:srgbClr>
          </a:solidFill>
          <a:ln w="0">
            <a:noFill/>
            <a:prstDash val="solid"/>
          </a:ln>
        </p:spPr>
      </p:sp>
      <p:sp>
        <p:nvSpPr>
          <p:cNvPr id="138" name="b_small_bar_ellipse_2376">
            <a:extLst>
              <a:ext uri="{FF2B5EF4-FFF2-40B4-BE49-F238E27FC236}">
                <a16:creationId xmlns:a16="http://schemas.microsoft.com/office/drawing/2014/main" id="{0AE84EFC-12B8-4204-B987-CEC9CC353044}"/>
              </a:ext>
            </a:extLst>
          </p:cNvPr>
          <p:cNvSpPr>
            <a:spLocks noGrp="1"/>
          </p:cNvSpPr>
          <p:nvPr/>
        </p:nvSpPr>
        <p:spPr>
          <a:xfrm>
            <a:off x="2778501" y="2025341"/>
            <a:ext cx="45341" cy="45341"/>
          </a:xfrm>
          <a:prstGeom prst="ellipse">
            <a:avLst/>
          </a:prstGeom>
          <a:solidFill>
            <a:srgbClr val="007C83">
              <a:alpha val="40000"/>
            </a:srgbClr>
          </a:solidFill>
          <a:ln w="0">
            <a:noFill/>
            <a:prstDash val="solid"/>
          </a:ln>
        </p:spPr>
      </p:sp>
      <p:sp>
        <p:nvSpPr>
          <p:cNvPr id="139" name="b_small_bar_ellipse_2377">
            <a:extLst>
              <a:ext uri="{FF2B5EF4-FFF2-40B4-BE49-F238E27FC236}">
                <a16:creationId xmlns:a16="http://schemas.microsoft.com/office/drawing/2014/main" id="{AC183235-60F8-4076-B2C0-3C3D7A303527}"/>
              </a:ext>
            </a:extLst>
          </p:cNvPr>
          <p:cNvSpPr>
            <a:spLocks noGrp="1"/>
          </p:cNvSpPr>
          <p:nvPr/>
        </p:nvSpPr>
        <p:spPr>
          <a:xfrm>
            <a:off x="2735713" y="2025341"/>
            <a:ext cx="45341" cy="45341"/>
          </a:xfrm>
          <a:prstGeom prst="ellipse">
            <a:avLst/>
          </a:prstGeom>
          <a:solidFill>
            <a:srgbClr val="007C83">
              <a:alpha val="40000"/>
            </a:srgbClr>
          </a:solidFill>
          <a:ln w="0">
            <a:noFill/>
            <a:prstDash val="solid"/>
          </a:ln>
        </p:spPr>
      </p:sp>
      <p:sp>
        <p:nvSpPr>
          <p:cNvPr id="140" name="b_small_bar_ellipse_2378">
            <a:extLst>
              <a:ext uri="{FF2B5EF4-FFF2-40B4-BE49-F238E27FC236}">
                <a16:creationId xmlns:a16="http://schemas.microsoft.com/office/drawing/2014/main" id="{532E3580-5A9D-4A1D-A338-494704125EE7}"/>
              </a:ext>
            </a:extLst>
          </p:cNvPr>
          <p:cNvSpPr>
            <a:spLocks noGrp="1"/>
          </p:cNvSpPr>
          <p:nvPr/>
        </p:nvSpPr>
        <p:spPr>
          <a:xfrm>
            <a:off x="2864277" y="4457382"/>
            <a:ext cx="45341" cy="45341"/>
          </a:xfrm>
          <a:prstGeom prst="ellipse">
            <a:avLst/>
          </a:prstGeom>
          <a:solidFill>
            <a:srgbClr val="007C83">
              <a:alpha val="40000"/>
            </a:srgbClr>
          </a:solidFill>
          <a:ln w="0">
            <a:noFill/>
            <a:prstDash val="solid"/>
          </a:ln>
        </p:spPr>
      </p:sp>
      <p:sp>
        <p:nvSpPr>
          <p:cNvPr id="141" name="b_small_bar_ellipse_2379">
            <a:extLst>
              <a:ext uri="{FF2B5EF4-FFF2-40B4-BE49-F238E27FC236}">
                <a16:creationId xmlns:a16="http://schemas.microsoft.com/office/drawing/2014/main" id="{2EF089C5-3DEA-441D-BC9C-22D1A8FC0339}"/>
              </a:ext>
            </a:extLst>
          </p:cNvPr>
          <p:cNvSpPr>
            <a:spLocks noGrp="1"/>
          </p:cNvSpPr>
          <p:nvPr/>
        </p:nvSpPr>
        <p:spPr>
          <a:xfrm>
            <a:off x="2825290" y="2836021"/>
            <a:ext cx="45341" cy="45341"/>
          </a:xfrm>
          <a:prstGeom prst="ellipse">
            <a:avLst/>
          </a:prstGeom>
          <a:solidFill>
            <a:srgbClr val="007C83">
              <a:alpha val="40000"/>
            </a:srgbClr>
          </a:solidFill>
          <a:ln w="0">
            <a:noFill/>
            <a:prstDash val="solid"/>
          </a:ln>
        </p:spPr>
      </p:sp>
      <p:sp>
        <p:nvSpPr>
          <p:cNvPr id="142" name="b_small_bar_ellipse_2380">
            <a:extLst>
              <a:ext uri="{FF2B5EF4-FFF2-40B4-BE49-F238E27FC236}">
                <a16:creationId xmlns:a16="http://schemas.microsoft.com/office/drawing/2014/main" id="{B4571300-0396-4BF7-AF1A-23C32291C644}"/>
              </a:ext>
            </a:extLst>
          </p:cNvPr>
          <p:cNvSpPr>
            <a:spLocks noGrp="1"/>
          </p:cNvSpPr>
          <p:nvPr/>
        </p:nvSpPr>
        <p:spPr>
          <a:xfrm>
            <a:off x="2844652" y="2025341"/>
            <a:ext cx="45341" cy="45341"/>
          </a:xfrm>
          <a:prstGeom prst="ellipse">
            <a:avLst/>
          </a:prstGeom>
          <a:solidFill>
            <a:srgbClr val="007C83">
              <a:alpha val="40000"/>
            </a:srgbClr>
          </a:solidFill>
          <a:ln w="0">
            <a:noFill/>
            <a:prstDash val="solid"/>
          </a:ln>
        </p:spPr>
      </p:sp>
      <p:sp>
        <p:nvSpPr>
          <p:cNvPr id="143" name="b_small_bar_ellipse_2381">
            <a:extLst>
              <a:ext uri="{FF2B5EF4-FFF2-40B4-BE49-F238E27FC236}">
                <a16:creationId xmlns:a16="http://schemas.microsoft.com/office/drawing/2014/main" id="{F97A93D8-87FD-449C-A9D2-840A2564A3D6}"/>
              </a:ext>
            </a:extLst>
          </p:cNvPr>
          <p:cNvSpPr>
            <a:spLocks noGrp="1"/>
          </p:cNvSpPr>
          <p:nvPr/>
        </p:nvSpPr>
        <p:spPr>
          <a:xfrm>
            <a:off x="2686240" y="3639064"/>
            <a:ext cx="45341" cy="45341"/>
          </a:xfrm>
          <a:prstGeom prst="ellipse">
            <a:avLst/>
          </a:prstGeom>
          <a:solidFill>
            <a:srgbClr val="007C83">
              <a:alpha val="40000"/>
            </a:srgbClr>
          </a:solidFill>
          <a:ln w="0">
            <a:noFill/>
            <a:prstDash val="solid"/>
          </a:ln>
        </p:spPr>
      </p:sp>
      <p:sp>
        <p:nvSpPr>
          <p:cNvPr id="144" name="b_small_bar_ellipse_2382">
            <a:extLst>
              <a:ext uri="{FF2B5EF4-FFF2-40B4-BE49-F238E27FC236}">
                <a16:creationId xmlns:a16="http://schemas.microsoft.com/office/drawing/2014/main" id="{85AEEB18-F4CF-41CE-9CA7-F2994EB57CF5}"/>
              </a:ext>
            </a:extLst>
          </p:cNvPr>
          <p:cNvSpPr>
            <a:spLocks noGrp="1"/>
          </p:cNvSpPr>
          <p:nvPr/>
        </p:nvSpPr>
        <p:spPr>
          <a:xfrm>
            <a:off x="2683387" y="4457382"/>
            <a:ext cx="45341" cy="45341"/>
          </a:xfrm>
          <a:prstGeom prst="ellipse">
            <a:avLst/>
          </a:prstGeom>
          <a:solidFill>
            <a:srgbClr val="007C83">
              <a:alpha val="40000"/>
            </a:srgbClr>
          </a:solidFill>
          <a:ln w="0">
            <a:noFill/>
            <a:prstDash val="solid"/>
          </a:ln>
        </p:spPr>
      </p:sp>
      <p:sp>
        <p:nvSpPr>
          <p:cNvPr id="145" name="b_small_bar_ellipse_2383">
            <a:extLst>
              <a:ext uri="{FF2B5EF4-FFF2-40B4-BE49-F238E27FC236}">
                <a16:creationId xmlns:a16="http://schemas.microsoft.com/office/drawing/2014/main" id="{0EDEB14C-107D-47FB-9483-0B54C693B75A}"/>
              </a:ext>
            </a:extLst>
          </p:cNvPr>
          <p:cNvSpPr>
            <a:spLocks noGrp="1"/>
          </p:cNvSpPr>
          <p:nvPr/>
        </p:nvSpPr>
        <p:spPr>
          <a:xfrm>
            <a:off x="2802514" y="3849372"/>
            <a:ext cx="45341" cy="45341"/>
          </a:xfrm>
          <a:prstGeom prst="ellipse">
            <a:avLst/>
          </a:prstGeom>
          <a:solidFill>
            <a:srgbClr val="007C83">
              <a:alpha val="40000"/>
            </a:srgbClr>
          </a:solidFill>
          <a:ln w="0">
            <a:noFill/>
            <a:prstDash val="solid"/>
          </a:ln>
        </p:spPr>
      </p:sp>
      <p:sp>
        <p:nvSpPr>
          <p:cNvPr id="146" name="b_small_bar_ellipse_2384">
            <a:extLst>
              <a:ext uri="{FF2B5EF4-FFF2-40B4-BE49-F238E27FC236}">
                <a16:creationId xmlns:a16="http://schemas.microsoft.com/office/drawing/2014/main" id="{5DDD4EFE-C96B-4D1B-8470-731D668D46F8}"/>
              </a:ext>
            </a:extLst>
          </p:cNvPr>
          <p:cNvSpPr>
            <a:spLocks noGrp="1"/>
          </p:cNvSpPr>
          <p:nvPr/>
        </p:nvSpPr>
        <p:spPr>
          <a:xfrm>
            <a:off x="2788137" y="4457382"/>
            <a:ext cx="45341" cy="45341"/>
          </a:xfrm>
          <a:prstGeom prst="ellipse">
            <a:avLst/>
          </a:prstGeom>
          <a:solidFill>
            <a:srgbClr val="007C83">
              <a:alpha val="40000"/>
            </a:srgbClr>
          </a:solidFill>
          <a:ln w="0">
            <a:noFill/>
            <a:prstDash val="solid"/>
          </a:ln>
        </p:spPr>
      </p:sp>
      <p:sp>
        <p:nvSpPr>
          <p:cNvPr id="147" name="b_small_bar_ellipse_2385">
            <a:extLst>
              <a:ext uri="{FF2B5EF4-FFF2-40B4-BE49-F238E27FC236}">
                <a16:creationId xmlns:a16="http://schemas.microsoft.com/office/drawing/2014/main" id="{D44B17B0-B759-4133-9EC1-7BAA606B46CA}"/>
              </a:ext>
            </a:extLst>
          </p:cNvPr>
          <p:cNvSpPr>
            <a:spLocks noGrp="1"/>
          </p:cNvSpPr>
          <p:nvPr/>
        </p:nvSpPr>
        <p:spPr>
          <a:xfrm>
            <a:off x="2765853" y="2329346"/>
            <a:ext cx="45341" cy="45341"/>
          </a:xfrm>
          <a:prstGeom prst="ellipse">
            <a:avLst/>
          </a:prstGeom>
          <a:solidFill>
            <a:srgbClr val="007C83">
              <a:alpha val="40000"/>
            </a:srgbClr>
          </a:solidFill>
          <a:ln w="0">
            <a:noFill/>
            <a:prstDash val="solid"/>
          </a:ln>
        </p:spPr>
      </p:sp>
      <p:sp>
        <p:nvSpPr>
          <p:cNvPr id="148" name="b_small_bar_ellipse_2386">
            <a:extLst>
              <a:ext uri="{FF2B5EF4-FFF2-40B4-BE49-F238E27FC236}">
                <a16:creationId xmlns:a16="http://schemas.microsoft.com/office/drawing/2014/main" id="{D63FD14B-C54C-4FE0-BF56-DDD2DB1A263C}"/>
              </a:ext>
            </a:extLst>
          </p:cNvPr>
          <p:cNvSpPr>
            <a:spLocks noGrp="1"/>
          </p:cNvSpPr>
          <p:nvPr/>
        </p:nvSpPr>
        <p:spPr>
          <a:xfrm>
            <a:off x="2869839" y="2025341"/>
            <a:ext cx="45341" cy="45341"/>
          </a:xfrm>
          <a:prstGeom prst="ellipse">
            <a:avLst/>
          </a:prstGeom>
          <a:solidFill>
            <a:srgbClr val="007C83">
              <a:alpha val="40000"/>
            </a:srgbClr>
          </a:solidFill>
          <a:ln w="0">
            <a:noFill/>
            <a:prstDash val="solid"/>
          </a:ln>
        </p:spPr>
      </p:sp>
      <p:sp>
        <p:nvSpPr>
          <p:cNvPr id="149" name="b_small_bar_ellipse_2387">
            <a:extLst>
              <a:ext uri="{FF2B5EF4-FFF2-40B4-BE49-F238E27FC236}">
                <a16:creationId xmlns:a16="http://schemas.microsoft.com/office/drawing/2014/main" id="{95BDA4A4-6109-4FE5-8346-846978C1B799}"/>
              </a:ext>
            </a:extLst>
          </p:cNvPr>
          <p:cNvSpPr>
            <a:spLocks noGrp="1"/>
          </p:cNvSpPr>
          <p:nvPr/>
        </p:nvSpPr>
        <p:spPr>
          <a:xfrm>
            <a:off x="2833727" y="2025341"/>
            <a:ext cx="45341" cy="45341"/>
          </a:xfrm>
          <a:prstGeom prst="ellipse">
            <a:avLst/>
          </a:prstGeom>
          <a:solidFill>
            <a:srgbClr val="007C83">
              <a:alpha val="40000"/>
            </a:srgbClr>
          </a:solidFill>
          <a:ln w="0">
            <a:noFill/>
            <a:prstDash val="solid"/>
          </a:ln>
        </p:spPr>
      </p:sp>
      <p:sp>
        <p:nvSpPr>
          <p:cNvPr id="150" name="b_small_bar_ellipse_2388">
            <a:extLst>
              <a:ext uri="{FF2B5EF4-FFF2-40B4-BE49-F238E27FC236}">
                <a16:creationId xmlns:a16="http://schemas.microsoft.com/office/drawing/2014/main" id="{2FAC4261-57E0-4016-BBAA-99EA3523B362}"/>
              </a:ext>
            </a:extLst>
          </p:cNvPr>
          <p:cNvSpPr>
            <a:spLocks noGrp="1"/>
          </p:cNvSpPr>
          <p:nvPr/>
        </p:nvSpPr>
        <p:spPr>
          <a:xfrm>
            <a:off x="2727973" y="2529121"/>
            <a:ext cx="45341" cy="45341"/>
          </a:xfrm>
          <a:prstGeom prst="ellipse">
            <a:avLst/>
          </a:prstGeom>
          <a:solidFill>
            <a:srgbClr val="007C83">
              <a:alpha val="40000"/>
            </a:srgbClr>
          </a:solidFill>
          <a:ln w="0">
            <a:noFill/>
            <a:prstDash val="solid"/>
          </a:ln>
        </p:spPr>
      </p:sp>
      <p:sp>
        <p:nvSpPr>
          <p:cNvPr id="151" name="b_small_bar_ellipse_2389">
            <a:extLst>
              <a:ext uri="{FF2B5EF4-FFF2-40B4-BE49-F238E27FC236}">
                <a16:creationId xmlns:a16="http://schemas.microsoft.com/office/drawing/2014/main" id="{0D35D2BC-0117-46B1-8B6B-F4444291B083}"/>
              </a:ext>
            </a:extLst>
          </p:cNvPr>
          <p:cNvSpPr>
            <a:spLocks noGrp="1"/>
          </p:cNvSpPr>
          <p:nvPr/>
        </p:nvSpPr>
        <p:spPr>
          <a:xfrm>
            <a:off x="2822818" y="2025341"/>
            <a:ext cx="45341" cy="45341"/>
          </a:xfrm>
          <a:prstGeom prst="ellipse">
            <a:avLst/>
          </a:prstGeom>
          <a:solidFill>
            <a:srgbClr val="007C83">
              <a:alpha val="40000"/>
            </a:srgbClr>
          </a:solidFill>
          <a:ln w="0">
            <a:noFill/>
            <a:prstDash val="solid"/>
          </a:ln>
        </p:spPr>
      </p:sp>
      <p:sp>
        <p:nvSpPr>
          <p:cNvPr id="152" name="b_small_bar_ellipse_2390">
            <a:extLst>
              <a:ext uri="{FF2B5EF4-FFF2-40B4-BE49-F238E27FC236}">
                <a16:creationId xmlns:a16="http://schemas.microsoft.com/office/drawing/2014/main" id="{89947C5D-BB58-413F-80FF-327F31F17475}"/>
              </a:ext>
            </a:extLst>
          </p:cNvPr>
          <p:cNvSpPr>
            <a:spLocks noGrp="1"/>
          </p:cNvSpPr>
          <p:nvPr/>
        </p:nvSpPr>
        <p:spPr>
          <a:xfrm>
            <a:off x="2711253" y="2025341"/>
            <a:ext cx="45341" cy="45341"/>
          </a:xfrm>
          <a:prstGeom prst="ellipse">
            <a:avLst/>
          </a:prstGeom>
          <a:solidFill>
            <a:srgbClr val="007C83">
              <a:alpha val="40000"/>
            </a:srgbClr>
          </a:solidFill>
          <a:ln w="0">
            <a:noFill/>
            <a:prstDash val="solid"/>
          </a:ln>
        </p:spPr>
      </p:sp>
      <p:sp>
        <p:nvSpPr>
          <p:cNvPr id="153" name="b_small_bar_ellipse_2391">
            <a:extLst>
              <a:ext uri="{FF2B5EF4-FFF2-40B4-BE49-F238E27FC236}">
                <a16:creationId xmlns:a16="http://schemas.microsoft.com/office/drawing/2014/main" id="{916673A1-3184-4781-8962-A353B6EFE9F9}"/>
              </a:ext>
            </a:extLst>
          </p:cNvPr>
          <p:cNvSpPr>
            <a:spLocks noGrp="1"/>
          </p:cNvSpPr>
          <p:nvPr/>
        </p:nvSpPr>
        <p:spPr>
          <a:xfrm>
            <a:off x="2838402" y="2025341"/>
            <a:ext cx="45341" cy="45341"/>
          </a:xfrm>
          <a:prstGeom prst="ellipse">
            <a:avLst/>
          </a:prstGeom>
          <a:solidFill>
            <a:srgbClr val="007C83">
              <a:alpha val="40000"/>
            </a:srgbClr>
          </a:solidFill>
          <a:ln w="0">
            <a:noFill/>
            <a:prstDash val="solid"/>
          </a:ln>
        </p:spPr>
      </p:sp>
      <p:sp>
        <p:nvSpPr>
          <p:cNvPr id="154" name="b_small_bar_ellipse_2392">
            <a:extLst>
              <a:ext uri="{FF2B5EF4-FFF2-40B4-BE49-F238E27FC236}">
                <a16:creationId xmlns:a16="http://schemas.microsoft.com/office/drawing/2014/main" id="{AAC7D253-1CA0-46BA-A252-0D61982576EF}"/>
              </a:ext>
            </a:extLst>
          </p:cNvPr>
          <p:cNvSpPr>
            <a:spLocks noGrp="1"/>
          </p:cNvSpPr>
          <p:nvPr/>
        </p:nvSpPr>
        <p:spPr>
          <a:xfrm>
            <a:off x="2674565" y="3386126"/>
            <a:ext cx="45341" cy="45341"/>
          </a:xfrm>
          <a:prstGeom prst="ellipse">
            <a:avLst/>
          </a:prstGeom>
          <a:solidFill>
            <a:srgbClr val="007C83">
              <a:alpha val="40000"/>
            </a:srgbClr>
          </a:solidFill>
          <a:ln w="0">
            <a:noFill/>
            <a:prstDash val="solid"/>
          </a:ln>
        </p:spPr>
      </p:sp>
      <p:sp>
        <p:nvSpPr>
          <p:cNvPr id="155" name="b_small_bar_ellipse_2393">
            <a:extLst>
              <a:ext uri="{FF2B5EF4-FFF2-40B4-BE49-F238E27FC236}">
                <a16:creationId xmlns:a16="http://schemas.microsoft.com/office/drawing/2014/main" id="{9527FC34-982E-4A53-B2ED-35D9DCFA1811}"/>
              </a:ext>
            </a:extLst>
          </p:cNvPr>
          <p:cNvSpPr>
            <a:spLocks noGrp="1"/>
          </p:cNvSpPr>
          <p:nvPr/>
        </p:nvSpPr>
        <p:spPr>
          <a:xfrm>
            <a:off x="2847832" y="3241362"/>
            <a:ext cx="45341" cy="45341"/>
          </a:xfrm>
          <a:prstGeom prst="ellipse">
            <a:avLst/>
          </a:prstGeom>
          <a:solidFill>
            <a:srgbClr val="007C83">
              <a:alpha val="40000"/>
            </a:srgbClr>
          </a:solidFill>
          <a:ln w="0">
            <a:noFill/>
            <a:prstDash val="solid"/>
          </a:ln>
        </p:spPr>
      </p:sp>
      <p:sp>
        <p:nvSpPr>
          <p:cNvPr id="156" name="b_small_bar_ellipse_2394">
            <a:extLst>
              <a:ext uri="{FF2B5EF4-FFF2-40B4-BE49-F238E27FC236}">
                <a16:creationId xmlns:a16="http://schemas.microsoft.com/office/drawing/2014/main" id="{A1624180-C5C5-468C-8C37-33B51245F1BE}"/>
              </a:ext>
            </a:extLst>
          </p:cNvPr>
          <p:cNvSpPr>
            <a:spLocks noGrp="1"/>
          </p:cNvSpPr>
          <p:nvPr/>
        </p:nvSpPr>
        <p:spPr>
          <a:xfrm>
            <a:off x="2817594" y="3241362"/>
            <a:ext cx="45341" cy="45341"/>
          </a:xfrm>
          <a:prstGeom prst="ellipse">
            <a:avLst/>
          </a:prstGeom>
          <a:solidFill>
            <a:srgbClr val="007C83">
              <a:alpha val="40000"/>
            </a:srgbClr>
          </a:solidFill>
          <a:ln w="0">
            <a:noFill/>
            <a:prstDash val="solid"/>
          </a:ln>
        </p:spPr>
      </p:sp>
      <p:sp>
        <p:nvSpPr>
          <p:cNvPr id="157" name="b_small_bar_ellipse_2395">
            <a:extLst>
              <a:ext uri="{FF2B5EF4-FFF2-40B4-BE49-F238E27FC236}">
                <a16:creationId xmlns:a16="http://schemas.microsoft.com/office/drawing/2014/main" id="{34F259DE-D08D-4872-8A13-B55D97815A3A}"/>
              </a:ext>
            </a:extLst>
          </p:cNvPr>
          <p:cNvSpPr>
            <a:spLocks noGrp="1"/>
          </p:cNvSpPr>
          <p:nvPr/>
        </p:nvSpPr>
        <p:spPr>
          <a:xfrm>
            <a:off x="2852882" y="4405784"/>
            <a:ext cx="45341" cy="45341"/>
          </a:xfrm>
          <a:prstGeom prst="ellipse">
            <a:avLst/>
          </a:prstGeom>
          <a:solidFill>
            <a:srgbClr val="007C83">
              <a:alpha val="40000"/>
            </a:srgbClr>
          </a:solidFill>
          <a:ln w="0">
            <a:noFill/>
            <a:prstDash val="solid"/>
          </a:ln>
        </p:spPr>
      </p:sp>
      <p:sp>
        <p:nvSpPr>
          <p:cNvPr id="158" name="b_small_bar_ellipse_2396">
            <a:extLst>
              <a:ext uri="{FF2B5EF4-FFF2-40B4-BE49-F238E27FC236}">
                <a16:creationId xmlns:a16="http://schemas.microsoft.com/office/drawing/2014/main" id="{D5A3645A-4EF2-47DF-8390-A4F6AFB0CC56}"/>
              </a:ext>
            </a:extLst>
          </p:cNvPr>
          <p:cNvSpPr>
            <a:spLocks noGrp="1"/>
          </p:cNvSpPr>
          <p:nvPr/>
        </p:nvSpPr>
        <p:spPr>
          <a:xfrm>
            <a:off x="2722831" y="2025341"/>
            <a:ext cx="45341" cy="45341"/>
          </a:xfrm>
          <a:prstGeom prst="ellipse">
            <a:avLst/>
          </a:prstGeom>
          <a:solidFill>
            <a:srgbClr val="007C83">
              <a:alpha val="40000"/>
            </a:srgbClr>
          </a:solidFill>
          <a:ln w="0">
            <a:noFill/>
            <a:prstDash val="solid"/>
          </a:ln>
        </p:spPr>
      </p:sp>
      <p:sp>
        <p:nvSpPr>
          <p:cNvPr id="159" name="b_small_bar_ellipse_2397">
            <a:extLst>
              <a:ext uri="{FF2B5EF4-FFF2-40B4-BE49-F238E27FC236}">
                <a16:creationId xmlns:a16="http://schemas.microsoft.com/office/drawing/2014/main" id="{A89849E5-824C-47BC-8284-86FF6DFC0CDE}"/>
              </a:ext>
            </a:extLst>
          </p:cNvPr>
          <p:cNvSpPr>
            <a:spLocks noGrp="1"/>
          </p:cNvSpPr>
          <p:nvPr/>
        </p:nvSpPr>
        <p:spPr>
          <a:xfrm>
            <a:off x="2777201" y="2025341"/>
            <a:ext cx="45341" cy="45341"/>
          </a:xfrm>
          <a:prstGeom prst="ellipse">
            <a:avLst/>
          </a:prstGeom>
          <a:solidFill>
            <a:srgbClr val="007C83">
              <a:alpha val="40000"/>
            </a:srgbClr>
          </a:solidFill>
          <a:ln w="0">
            <a:noFill/>
            <a:prstDash val="solid"/>
          </a:ln>
        </p:spPr>
      </p:sp>
      <p:sp>
        <p:nvSpPr>
          <p:cNvPr id="160" name="b_small_bar_ellipse_2398">
            <a:extLst>
              <a:ext uri="{FF2B5EF4-FFF2-40B4-BE49-F238E27FC236}">
                <a16:creationId xmlns:a16="http://schemas.microsoft.com/office/drawing/2014/main" id="{331133C1-1308-4C8B-96A6-96D578DFDC73}"/>
              </a:ext>
            </a:extLst>
          </p:cNvPr>
          <p:cNvSpPr>
            <a:spLocks noGrp="1"/>
          </p:cNvSpPr>
          <p:nvPr/>
        </p:nvSpPr>
        <p:spPr>
          <a:xfrm>
            <a:off x="2831930" y="4457382"/>
            <a:ext cx="45341" cy="45341"/>
          </a:xfrm>
          <a:prstGeom prst="ellipse">
            <a:avLst/>
          </a:prstGeom>
          <a:solidFill>
            <a:srgbClr val="007C83">
              <a:alpha val="40000"/>
            </a:srgbClr>
          </a:solidFill>
          <a:ln w="0">
            <a:noFill/>
            <a:prstDash val="solid"/>
          </a:ln>
        </p:spPr>
      </p:sp>
      <p:sp>
        <p:nvSpPr>
          <p:cNvPr id="161" name="b_small_bar_ellipse_2399">
            <a:extLst>
              <a:ext uri="{FF2B5EF4-FFF2-40B4-BE49-F238E27FC236}">
                <a16:creationId xmlns:a16="http://schemas.microsoft.com/office/drawing/2014/main" id="{2ED8B5D7-A37D-460B-A650-7A92BA3771BF}"/>
              </a:ext>
            </a:extLst>
          </p:cNvPr>
          <p:cNvSpPr>
            <a:spLocks noGrp="1"/>
          </p:cNvSpPr>
          <p:nvPr/>
        </p:nvSpPr>
        <p:spPr>
          <a:xfrm>
            <a:off x="2666609" y="2025341"/>
            <a:ext cx="45341" cy="45341"/>
          </a:xfrm>
          <a:prstGeom prst="ellipse">
            <a:avLst/>
          </a:prstGeom>
          <a:solidFill>
            <a:srgbClr val="007C83">
              <a:alpha val="40000"/>
            </a:srgbClr>
          </a:solidFill>
          <a:ln w="0">
            <a:noFill/>
            <a:prstDash val="solid"/>
          </a:ln>
        </p:spPr>
      </p:sp>
      <p:sp>
        <p:nvSpPr>
          <p:cNvPr id="162" name="b_small_bar_ellipse_2400">
            <a:extLst>
              <a:ext uri="{FF2B5EF4-FFF2-40B4-BE49-F238E27FC236}">
                <a16:creationId xmlns:a16="http://schemas.microsoft.com/office/drawing/2014/main" id="{5AA8BC26-DF63-476F-80D8-320518E7A953}"/>
              </a:ext>
            </a:extLst>
          </p:cNvPr>
          <p:cNvSpPr>
            <a:spLocks noGrp="1"/>
          </p:cNvSpPr>
          <p:nvPr/>
        </p:nvSpPr>
        <p:spPr>
          <a:xfrm>
            <a:off x="2863164" y="2498238"/>
            <a:ext cx="45341" cy="45341"/>
          </a:xfrm>
          <a:prstGeom prst="ellipse">
            <a:avLst/>
          </a:prstGeom>
          <a:solidFill>
            <a:srgbClr val="007C83">
              <a:alpha val="40000"/>
            </a:srgbClr>
          </a:solidFill>
          <a:ln w="0">
            <a:noFill/>
            <a:prstDash val="solid"/>
          </a:ln>
        </p:spPr>
      </p:sp>
      <p:sp>
        <p:nvSpPr>
          <p:cNvPr id="163" name="b_small_bar_ellipse_2401">
            <a:extLst>
              <a:ext uri="{FF2B5EF4-FFF2-40B4-BE49-F238E27FC236}">
                <a16:creationId xmlns:a16="http://schemas.microsoft.com/office/drawing/2014/main" id="{5EB93E24-A27A-47FD-8ADB-CDE00847CE4A}"/>
              </a:ext>
            </a:extLst>
          </p:cNvPr>
          <p:cNvSpPr>
            <a:spLocks noGrp="1"/>
          </p:cNvSpPr>
          <p:nvPr/>
        </p:nvSpPr>
        <p:spPr>
          <a:xfrm>
            <a:off x="2769942" y="2025341"/>
            <a:ext cx="45341" cy="45341"/>
          </a:xfrm>
          <a:prstGeom prst="ellipse">
            <a:avLst/>
          </a:prstGeom>
          <a:solidFill>
            <a:srgbClr val="007C83">
              <a:alpha val="40000"/>
            </a:srgbClr>
          </a:solidFill>
          <a:ln w="0">
            <a:noFill/>
            <a:prstDash val="solid"/>
          </a:ln>
        </p:spPr>
      </p:sp>
      <p:sp>
        <p:nvSpPr>
          <p:cNvPr id="164" name="b_small_bar_ellipse_2402">
            <a:extLst>
              <a:ext uri="{FF2B5EF4-FFF2-40B4-BE49-F238E27FC236}">
                <a16:creationId xmlns:a16="http://schemas.microsoft.com/office/drawing/2014/main" id="{F2594A8C-86BB-4B31-9DC3-9FA4874EC438}"/>
              </a:ext>
            </a:extLst>
          </p:cNvPr>
          <p:cNvSpPr>
            <a:spLocks noGrp="1"/>
          </p:cNvSpPr>
          <p:nvPr/>
        </p:nvSpPr>
        <p:spPr>
          <a:xfrm>
            <a:off x="2739675" y="2025341"/>
            <a:ext cx="45341" cy="45341"/>
          </a:xfrm>
          <a:prstGeom prst="ellipse">
            <a:avLst/>
          </a:prstGeom>
          <a:solidFill>
            <a:srgbClr val="007C83">
              <a:alpha val="40000"/>
            </a:srgbClr>
          </a:solidFill>
          <a:ln w="0">
            <a:noFill/>
            <a:prstDash val="solid"/>
          </a:ln>
        </p:spPr>
      </p:sp>
      <p:sp>
        <p:nvSpPr>
          <p:cNvPr id="165" name="b_small_bar_ellipse_2403">
            <a:extLst>
              <a:ext uri="{FF2B5EF4-FFF2-40B4-BE49-F238E27FC236}">
                <a16:creationId xmlns:a16="http://schemas.microsoft.com/office/drawing/2014/main" id="{257AF341-59AF-40C2-B590-B7C643492C04}"/>
              </a:ext>
            </a:extLst>
          </p:cNvPr>
          <p:cNvSpPr>
            <a:spLocks noGrp="1"/>
          </p:cNvSpPr>
          <p:nvPr/>
        </p:nvSpPr>
        <p:spPr>
          <a:xfrm>
            <a:off x="2685277" y="2025341"/>
            <a:ext cx="45341" cy="45341"/>
          </a:xfrm>
          <a:prstGeom prst="ellipse">
            <a:avLst/>
          </a:prstGeom>
          <a:solidFill>
            <a:srgbClr val="007C83">
              <a:alpha val="40000"/>
            </a:srgbClr>
          </a:solidFill>
          <a:ln w="0">
            <a:noFill/>
            <a:prstDash val="solid"/>
          </a:ln>
        </p:spPr>
      </p:sp>
      <p:sp>
        <p:nvSpPr>
          <p:cNvPr id="166" name="b_small_bar_ellipse_2404">
            <a:extLst>
              <a:ext uri="{FF2B5EF4-FFF2-40B4-BE49-F238E27FC236}">
                <a16:creationId xmlns:a16="http://schemas.microsoft.com/office/drawing/2014/main" id="{AC723955-3081-404F-ABFD-73CA4E4918A5}"/>
              </a:ext>
            </a:extLst>
          </p:cNvPr>
          <p:cNvSpPr>
            <a:spLocks noGrp="1"/>
          </p:cNvSpPr>
          <p:nvPr/>
        </p:nvSpPr>
        <p:spPr>
          <a:xfrm>
            <a:off x="2703861" y="2025341"/>
            <a:ext cx="45341" cy="45341"/>
          </a:xfrm>
          <a:prstGeom prst="ellipse">
            <a:avLst/>
          </a:prstGeom>
          <a:solidFill>
            <a:srgbClr val="007C83">
              <a:alpha val="40000"/>
            </a:srgbClr>
          </a:solidFill>
          <a:ln w="0">
            <a:noFill/>
            <a:prstDash val="solid"/>
          </a:ln>
        </p:spPr>
      </p:sp>
      <p:sp>
        <p:nvSpPr>
          <p:cNvPr id="167" name="b_small_bar_ellipse_2405">
            <a:extLst>
              <a:ext uri="{FF2B5EF4-FFF2-40B4-BE49-F238E27FC236}">
                <a16:creationId xmlns:a16="http://schemas.microsoft.com/office/drawing/2014/main" id="{3B30DEC0-9EF4-42E1-83F9-A2FE6D912729}"/>
              </a:ext>
            </a:extLst>
          </p:cNvPr>
          <p:cNvSpPr>
            <a:spLocks noGrp="1"/>
          </p:cNvSpPr>
          <p:nvPr/>
        </p:nvSpPr>
        <p:spPr>
          <a:xfrm>
            <a:off x="2875879" y="2025341"/>
            <a:ext cx="45341" cy="45341"/>
          </a:xfrm>
          <a:prstGeom prst="ellipse">
            <a:avLst/>
          </a:prstGeom>
          <a:solidFill>
            <a:srgbClr val="007C83">
              <a:alpha val="40000"/>
            </a:srgbClr>
          </a:solidFill>
          <a:ln w="0">
            <a:noFill/>
            <a:prstDash val="solid"/>
          </a:ln>
        </p:spPr>
      </p:sp>
      <p:sp>
        <p:nvSpPr>
          <p:cNvPr id="168" name="b_small_bar_ellipse_2406">
            <a:extLst>
              <a:ext uri="{FF2B5EF4-FFF2-40B4-BE49-F238E27FC236}">
                <a16:creationId xmlns:a16="http://schemas.microsoft.com/office/drawing/2014/main" id="{0E9040DA-F2B2-46C4-B2CA-B192B8E463D3}"/>
              </a:ext>
            </a:extLst>
          </p:cNvPr>
          <p:cNvSpPr>
            <a:spLocks noGrp="1"/>
          </p:cNvSpPr>
          <p:nvPr/>
        </p:nvSpPr>
        <p:spPr>
          <a:xfrm>
            <a:off x="2757357" y="2025341"/>
            <a:ext cx="45341" cy="45341"/>
          </a:xfrm>
          <a:prstGeom prst="ellipse">
            <a:avLst/>
          </a:prstGeom>
          <a:solidFill>
            <a:srgbClr val="007C83">
              <a:alpha val="40000"/>
            </a:srgbClr>
          </a:solidFill>
          <a:ln w="0">
            <a:noFill/>
            <a:prstDash val="solid"/>
          </a:ln>
        </p:spPr>
      </p:sp>
      <p:sp>
        <p:nvSpPr>
          <p:cNvPr id="169" name="b_small_bar_ellipse_2407">
            <a:extLst>
              <a:ext uri="{FF2B5EF4-FFF2-40B4-BE49-F238E27FC236}">
                <a16:creationId xmlns:a16="http://schemas.microsoft.com/office/drawing/2014/main" id="{5E1A24F6-AA8F-4CFE-B25A-7EFCCFB86618}"/>
              </a:ext>
            </a:extLst>
          </p:cNvPr>
          <p:cNvSpPr>
            <a:spLocks noGrp="1"/>
          </p:cNvSpPr>
          <p:nvPr/>
        </p:nvSpPr>
        <p:spPr>
          <a:xfrm>
            <a:off x="2725480" y="2720210"/>
            <a:ext cx="45341" cy="45341"/>
          </a:xfrm>
          <a:prstGeom prst="ellipse">
            <a:avLst/>
          </a:prstGeom>
          <a:solidFill>
            <a:srgbClr val="007C83">
              <a:alpha val="40000"/>
            </a:srgbClr>
          </a:solidFill>
          <a:ln w="0">
            <a:noFill/>
            <a:prstDash val="solid"/>
          </a:ln>
        </p:spPr>
      </p:sp>
      <p:sp>
        <p:nvSpPr>
          <p:cNvPr id="170" name="b_small_bar_ellipse_2408">
            <a:extLst>
              <a:ext uri="{FF2B5EF4-FFF2-40B4-BE49-F238E27FC236}">
                <a16:creationId xmlns:a16="http://schemas.microsoft.com/office/drawing/2014/main" id="{CEB5C74A-0691-4E4D-BB9E-1703A847686A}"/>
              </a:ext>
            </a:extLst>
          </p:cNvPr>
          <p:cNvSpPr>
            <a:spLocks noGrp="1"/>
          </p:cNvSpPr>
          <p:nvPr/>
        </p:nvSpPr>
        <p:spPr>
          <a:xfrm>
            <a:off x="2748873" y="2025341"/>
            <a:ext cx="45341" cy="45341"/>
          </a:xfrm>
          <a:prstGeom prst="ellipse">
            <a:avLst/>
          </a:prstGeom>
          <a:solidFill>
            <a:srgbClr val="007C83">
              <a:alpha val="40000"/>
            </a:srgbClr>
          </a:solidFill>
          <a:ln w="0">
            <a:noFill/>
            <a:prstDash val="solid"/>
          </a:ln>
        </p:spPr>
      </p:sp>
      <p:sp>
        <p:nvSpPr>
          <p:cNvPr id="171" name="b_small_bar_ellipse_2409">
            <a:extLst>
              <a:ext uri="{FF2B5EF4-FFF2-40B4-BE49-F238E27FC236}">
                <a16:creationId xmlns:a16="http://schemas.microsoft.com/office/drawing/2014/main" id="{E355BAD4-F70E-4508-B9B8-299CA46EF6FA}"/>
              </a:ext>
            </a:extLst>
          </p:cNvPr>
          <p:cNvSpPr>
            <a:spLocks noGrp="1"/>
          </p:cNvSpPr>
          <p:nvPr/>
        </p:nvSpPr>
        <p:spPr>
          <a:xfrm>
            <a:off x="2806727" y="2025341"/>
            <a:ext cx="45341" cy="45341"/>
          </a:xfrm>
          <a:prstGeom prst="ellipse">
            <a:avLst/>
          </a:prstGeom>
          <a:solidFill>
            <a:srgbClr val="007C83">
              <a:alpha val="40000"/>
            </a:srgbClr>
          </a:solidFill>
          <a:ln w="0">
            <a:noFill/>
            <a:prstDash val="solid"/>
          </a:ln>
        </p:spPr>
      </p:sp>
      <p:sp>
        <p:nvSpPr>
          <p:cNvPr id="172" name="b_small_bar_ellipse_2410">
            <a:extLst>
              <a:ext uri="{FF2B5EF4-FFF2-40B4-BE49-F238E27FC236}">
                <a16:creationId xmlns:a16="http://schemas.microsoft.com/office/drawing/2014/main" id="{A37B2A30-55A1-4AD0-862F-55D914BB200F}"/>
              </a:ext>
            </a:extLst>
          </p:cNvPr>
          <p:cNvSpPr>
            <a:spLocks noGrp="1"/>
          </p:cNvSpPr>
          <p:nvPr/>
        </p:nvSpPr>
        <p:spPr>
          <a:xfrm>
            <a:off x="2724173" y="3238906"/>
            <a:ext cx="45341" cy="45341"/>
          </a:xfrm>
          <a:prstGeom prst="ellipse">
            <a:avLst/>
          </a:prstGeom>
          <a:solidFill>
            <a:srgbClr val="007C83">
              <a:alpha val="40000"/>
            </a:srgbClr>
          </a:solidFill>
          <a:ln w="0">
            <a:noFill/>
            <a:prstDash val="solid"/>
          </a:ln>
        </p:spPr>
      </p:sp>
      <p:sp>
        <p:nvSpPr>
          <p:cNvPr id="173" name="b_small_bar_ellipse_2411">
            <a:extLst>
              <a:ext uri="{FF2B5EF4-FFF2-40B4-BE49-F238E27FC236}">
                <a16:creationId xmlns:a16="http://schemas.microsoft.com/office/drawing/2014/main" id="{2A394E47-1F05-4E3B-B223-27B1A4F0F8C1}"/>
              </a:ext>
            </a:extLst>
          </p:cNvPr>
          <p:cNvSpPr>
            <a:spLocks noGrp="1"/>
          </p:cNvSpPr>
          <p:nvPr/>
        </p:nvSpPr>
        <p:spPr>
          <a:xfrm>
            <a:off x="2796704" y="2025341"/>
            <a:ext cx="45341" cy="45341"/>
          </a:xfrm>
          <a:prstGeom prst="ellipse">
            <a:avLst/>
          </a:prstGeom>
          <a:solidFill>
            <a:srgbClr val="007C83">
              <a:alpha val="40000"/>
            </a:srgbClr>
          </a:solidFill>
          <a:ln w="0">
            <a:noFill/>
            <a:prstDash val="solid"/>
          </a:ln>
        </p:spPr>
      </p:sp>
      <p:sp>
        <p:nvSpPr>
          <p:cNvPr id="174" name="b_small_bar_ellipse_2412">
            <a:extLst>
              <a:ext uri="{FF2B5EF4-FFF2-40B4-BE49-F238E27FC236}">
                <a16:creationId xmlns:a16="http://schemas.microsoft.com/office/drawing/2014/main" id="{5550FF8F-5ACA-4266-9FEE-7B2709DE549C}"/>
              </a:ext>
            </a:extLst>
          </p:cNvPr>
          <p:cNvSpPr>
            <a:spLocks noGrp="1"/>
          </p:cNvSpPr>
          <p:nvPr/>
        </p:nvSpPr>
        <p:spPr>
          <a:xfrm>
            <a:off x="2855307" y="4457382"/>
            <a:ext cx="45341" cy="45341"/>
          </a:xfrm>
          <a:prstGeom prst="ellipse">
            <a:avLst/>
          </a:prstGeom>
          <a:solidFill>
            <a:srgbClr val="007C83">
              <a:alpha val="40000"/>
            </a:srgbClr>
          </a:solidFill>
          <a:ln w="0">
            <a:noFill/>
            <a:prstDash val="solid"/>
          </a:ln>
        </p:spPr>
      </p:sp>
      <p:sp>
        <p:nvSpPr>
          <p:cNvPr id="175" name="b_small_bar_ellipse_2413">
            <a:extLst>
              <a:ext uri="{FF2B5EF4-FFF2-40B4-BE49-F238E27FC236}">
                <a16:creationId xmlns:a16="http://schemas.microsoft.com/office/drawing/2014/main" id="{F36128F6-7E95-4AAA-A364-5DC73164C813}"/>
              </a:ext>
            </a:extLst>
          </p:cNvPr>
          <p:cNvSpPr>
            <a:spLocks noGrp="1"/>
          </p:cNvSpPr>
          <p:nvPr/>
        </p:nvSpPr>
        <p:spPr>
          <a:xfrm>
            <a:off x="2704091" y="3849372"/>
            <a:ext cx="45341" cy="45341"/>
          </a:xfrm>
          <a:prstGeom prst="ellipse">
            <a:avLst/>
          </a:prstGeom>
          <a:solidFill>
            <a:srgbClr val="007C83">
              <a:alpha val="40000"/>
            </a:srgbClr>
          </a:solidFill>
          <a:ln w="0">
            <a:noFill/>
            <a:prstDash val="solid"/>
          </a:ln>
        </p:spPr>
      </p:sp>
      <p:sp>
        <p:nvSpPr>
          <p:cNvPr id="176" name="b_small_bar_ellipse_2414">
            <a:extLst>
              <a:ext uri="{FF2B5EF4-FFF2-40B4-BE49-F238E27FC236}">
                <a16:creationId xmlns:a16="http://schemas.microsoft.com/office/drawing/2014/main" id="{617AAC43-F0F7-42FC-8D9F-1B28950913A0}"/>
              </a:ext>
            </a:extLst>
          </p:cNvPr>
          <p:cNvSpPr>
            <a:spLocks noGrp="1"/>
          </p:cNvSpPr>
          <p:nvPr/>
        </p:nvSpPr>
        <p:spPr>
          <a:xfrm>
            <a:off x="2717597" y="3511588"/>
            <a:ext cx="45341" cy="45341"/>
          </a:xfrm>
          <a:prstGeom prst="ellipse">
            <a:avLst/>
          </a:prstGeom>
          <a:solidFill>
            <a:srgbClr val="007C83">
              <a:alpha val="40000"/>
            </a:srgbClr>
          </a:solidFill>
          <a:ln w="0">
            <a:noFill/>
            <a:prstDash val="solid"/>
          </a:ln>
        </p:spPr>
      </p:sp>
      <p:sp>
        <p:nvSpPr>
          <p:cNvPr id="177" name="b_small_bar_ellipse_2415">
            <a:extLst>
              <a:ext uri="{FF2B5EF4-FFF2-40B4-BE49-F238E27FC236}">
                <a16:creationId xmlns:a16="http://schemas.microsoft.com/office/drawing/2014/main" id="{7D2A061E-9E6B-49BD-A21A-BDABA774DDA9}"/>
              </a:ext>
            </a:extLst>
          </p:cNvPr>
          <p:cNvSpPr>
            <a:spLocks noGrp="1"/>
          </p:cNvSpPr>
          <p:nvPr/>
        </p:nvSpPr>
        <p:spPr>
          <a:xfrm>
            <a:off x="2697615" y="2633351"/>
            <a:ext cx="45341" cy="45341"/>
          </a:xfrm>
          <a:prstGeom prst="ellipse">
            <a:avLst/>
          </a:prstGeom>
          <a:solidFill>
            <a:srgbClr val="007C83">
              <a:alpha val="40000"/>
            </a:srgbClr>
          </a:solidFill>
          <a:ln w="0">
            <a:noFill/>
            <a:prstDash val="solid"/>
          </a:ln>
        </p:spPr>
      </p:sp>
      <p:sp>
        <p:nvSpPr>
          <p:cNvPr id="178" name="b_small_bar_ellipse_2416">
            <a:extLst>
              <a:ext uri="{FF2B5EF4-FFF2-40B4-BE49-F238E27FC236}">
                <a16:creationId xmlns:a16="http://schemas.microsoft.com/office/drawing/2014/main" id="{FE84ED50-D178-428A-9CB2-5FF063C14CD9}"/>
              </a:ext>
            </a:extLst>
          </p:cNvPr>
          <p:cNvSpPr>
            <a:spLocks noGrp="1"/>
          </p:cNvSpPr>
          <p:nvPr/>
        </p:nvSpPr>
        <p:spPr>
          <a:xfrm>
            <a:off x="2776411" y="4109948"/>
            <a:ext cx="45341" cy="45341"/>
          </a:xfrm>
          <a:prstGeom prst="ellipse">
            <a:avLst/>
          </a:prstGeom>
          <a:solidFill>
            <a:srgbClr val="007C83">
              <a:alpha val="40000"/>
            </a:srgbClr>
          </a:solidFill>
          <a:ln w="0">
            <a:noFill/>
            <a:prstDash val="solid"/>
          </a:ln>
        </p:spPr>
      </p:sp>
      <p:sp>
        <p:nvSpPr>
          <p:cNvPr id="179" name="b_small_bar_ellipse_2417">
            <a:extLst>
              <a:ext uri="{FF2B5EF4-FFF2-40B4-BE49-F238E27FC236}">
                <a16:creationId xmlns:a16="http://schemas.microsoft.com/office/drawing/2014/main" id="{4640B03D-9676-4CB1-9158-295F487A1DAE}"/>
              </a:ext>
            </a:extLst>
          </p:cNvPr>
          <p:cNvSpPr>
            <a:spLocks noGrp="1"/>
          </p:cNvSpPr>
          <p:nvPr/>
        </p:nvSpPr>
        <p:spPr>
          <a:xfrm>
            <a:off x="2676848" y="2633351"/>
            <a:ext cx="45341" cy="45341"/>
          </a:xfrm>
          <a:prstGeom prst="ellipse">
            <a:avLst/>
          </a:prstGeom>
          <a:solidFill>
            <a:srgbClr val="007C83">
              <a:alpha val="40000"/>
            </a:srgbClr>
          </a:solidFill>
          <a:ln w="0">
            <a:noFill/>
            <a:prstDash val="solid"/>
          </a:ln>
        </p:spPr>
      </p:sp>
      <p:sp>
        <p:nvSpPr>
          <p:cNvPr id="180" name="b_small_bar_ellipse_2418">
            <a:extLst>
              <a:ext uri="{FF2B5EF4-FFF2-40B4-BE49-F238E27FC236}">
                <a16:creationId xmlns:a16="http://schemas.microsoft.com/office/drawing/2014/main" id="{2DF85A4C-AC05-4C3B-86A2-B560C85D6D1C}"/>
              </a:ext>
            </a:extLst>
          </p:cNvPr>
          <p:cNvSpPr>
            <a:spLocks noGrp="1"/>
          </p:cNvSpPr>
          <p:nvPr/>
        </p:nvSpPr>
        <p:spPr>
          <a:xfrm>
            <a:off x="2842843" y="2430681"/>
            <a:ext cx="45341" cy="45341"/>
          </a:xfrm>
          <a:prstGeom prst="ellipse">
            <a:avLst/>
          </a:prstGeom>
          <a:solidFill>
            <a:srgbClr val="007C83">
              <a:alpha val="40000"/>
            </a:srgbClr>
          </a:solidFill>
          <a:ln w="0">
            <a:noFill/>
            <a:prstDash val="solid"/>
          </a:ln>
        </p:spPr>
      </p:sp>
      <p:sp>
        <p:nvSpPr>
          <p:cNvPr id="181" name="b_small_bar_ellipse_2419">
            <a:extLst>
              <a:ext uri="{FF2B5EF4-FFF2-40B4-BE49-F238E27FC236}">
                <a16:creationId xmlns:a16="http://schemas.microsoft.com/office/drawing/2014/main" id="{D42ED110-1A27-4AF7-9BF2-AED45604E108}"/>
              </a:ext>
            </a:extLst>
          </p:cNvPr>
          <p:cNvSpPr>
            <a:spLocks noGrp="1"/>
          </p:cNvSpPr>
          <p:nvPr/>
        </p:nvSpPr>
        <p:spPr>
          <a:xfrm>
            <a:off x="2680182" y="2805621"/>
            <a:ext cx="45341" cy="45341"/>
          </a:xfrm>
          <a:prstGeom prst="ellipse">
            <a:avLst/>
          </a:prstGeom>
          <a:solidFill>
            <a:srgbClr val="007C83">
              <a:alpha val="40000"/>
            </a:srgbClr>
          </a:solidFill>
          <a:ln w="0">
            <a:noFill/>
            <a:prstDash val="solid"/>
          </a:ln>
        </p:spPr>
      </p:sp>
      <p:sp>
        <p:nvSpPr>
          <p:cNvPr id="182" name="b_small_bar_ellipse_2420">
            <a:extLst>
              <a:ext uri="{FF2B5EF4-FFF2-40B4-BE49-F238E27FC236}">
                <a16:creationId xmlns:a16="http://schemas.microsoft.com/office/drawing/2014/main" id="{F0E71E18-90E8-4E96-AFC1-1860715B7086}"/>
              </a:ext>
            </a:extLst>
          </p:cNvPr>
          <p:cNvSpPr>
            <a:spLocks noGrp="1"/>
          </p:cNvSpPr>
          <p:nvPr/>
        </p:nvSpPr>
        <p:spPr>
          <a:xfrm>
            <a:off x="2720445" y="2025341"/>
            <a:ext cx="45341" cy="45341"/>
          </a:xfrm>
          <a:prstGeom prst="ellipse">
            <a:avLst/>
          </a:prstGeom>
          <a:solidFill>
            <a:srgbClr val="007C83">
              <a:alpha val="40000"/>
            </a:srgbClr>
          </a:solidFill>
          <a:ln w="0">
            <a:noFill/>
            <a:prstDash val="solid"/>
          </a:ln>
        </p:spPr>
      </p:sp>
      <p:sp>
        <p:nvSpPr>
          <p:cNvPr id="183" name="b_small_bar_ellipse_2421">
            <a:extLst>
              <a:ext uri="{FF2B5EF4-FFF2-40B4-BE49-F238E27FC236}">
                <a16:creationId xmlns:a16="http://schemas.microsoft.com/office/drawing/2014/main" id="{BA49F2B3-D9A2-4CEF-8B96-FC58AC0A633D}"/>
              </a:ext>
            </a:extLst>
          </p:cNvPr>
          <p:cNvSpPr>
            <a:spLocks noGrp="1"/>
          </p:cNvSpPr>
          <p:nvPr/>
        </p:nvSpPr>
        <p:spPr>
          <a:xfrm>
            <a:off x="2867243" y="2025341"/>
            <a:ext cx="45341" cy="45341"/>
          </a:xfrm>
          <a:prstGeom prst="ellipse">
            <a:avLst/>
          </a:prstGeom>
          <a:solidFill>
            <a:srgbClr val="007C83">
              <a:alpha val="40000"/>
            </a:srgbClr>
          </a:solidFill>
          <a:ln w="0">
            <a:noFill/>
            <a:prstDash val="solid"/>
          </a:ln>
        </p:spPr>
      </p:sp>
      <p:sp>
        <p:nvSpPr>
          <p:cNvPr id="184" name="b_small_bar_ellipse_2422">
            <a:extLst>
              <a:ext uri="{FF2B5EF4-FFF2-40B4-BE49-F238E27FC236}">
                <a16:creationId xmlns:a16="http://schemas.microsoft.com/office/drawing/2014/main" id="{B51EC626-75A4-4A1C-AECC-CA6796BF566B}"/>
              </a:ext>
            </a:extLst>
          </p:cNvPr>
          <p:cNvSpPr>
            <a:spLocks noGrp="1"/>
          </p:cNvSpPr>
          <p:nvPr/>
        </p:nvSpPr>
        <p:spPr>
          <a:xfrm>
            <a:off x="2719404" y="2025341"/>
            <a:ext cx="45341" cy="45341"/>
          </a:xfrm>
          <a:prstGeom prst="ellipse">
            <a:avLst/>
          </a:prstGeom>
          <a:solidFill>
            <a:srgbClr val="007C83">
              <a:alpha val="40000"/>
            </a:srgbClr>
          </a:solidFill>
          <a:ln w="0">
            <a:noFill/>
            <a:prstDash val="solid"/>
          </a:ln>
        </p:spPr>
      </p:sp>
      <p:sp>
        <p:nvSpPr>
          <p:cNvPr id="185" name="b_small_bar_ellipse_2423">
            <a:extLst>
              <a:ext uri="{FF2B5EF4-FFF2-40B4-BE49-F238E27FC236}">
                <a16:creationId xmlns:a16="http://schemas.microsoft.com/office/drawing/2014/main" id="{B6926067-1417-4862-98F7-E310393919CE}"/>
              </a:ext>
            </a:extLst>
          </p:cNvPr>
          <p:cNvSpPr>
            <a:spLocks noGrp="1"/>
          </p:cNvSpPr>
          <p:nvPr/>
        </p:nvSpPr>
        <p:spPr>
          <a:xfrm>
            <a:off x="2775413" y="2633351"/>
            <a:ext cx="45341" cy="45341"/>
          </a:xfrm>
          <a:prstGeom prst="ellipse">
            <a:avLst/>
          </a:prstGeom>
          <a:solidFill>
            <a:srgbClr val="007C83">
              <a:alpha val="40000"/>
            </a:srgbClr>
          </a:solidFill>
          <a:ln w="0">
            <a:noFill/>
            <a:prstDash val="solid"/>
          </a:ln>
        </p:spPr>
      </p:sp>
      <p:sp>
        <p:nvSpPr>
          <p:cNvPr id="186" name="b_small_bar_ellipse_2424">
            <a:extLst>
              <a:ext uri="{FF2B5EF4-FFF2-40B4-BE49-F238E27FC236}">
                <a16:creationId xmlns:a16="http://schemas.microsoft.com/office/drawing/2014/main" id="{FADEACB1-174C-4F1D-BA19-D9DCCE5404E5}"/>
              </a:ext>
            </a:extLst>
          </p:cNvPr>
          <p:cNvSpPr>
            <a:spLocks noGrp="1"/>
          </p:cNvSpPr>
          <p:nvPr/>
        </p:nvSpPr>
        <p:spPr>
          <a:xfrm>
            <a:off x="2844585" y="4457382"/>
            <a:ext cx="45341" cy="45341"/>
          </a:xfrm>
          <a:prstGeom prst="ellipse">
            <a:avLst/>
          </a:prstGeom>
          <a:solidFill>
            <a:srgbClr val="007C83">
              <a:alpha val="40000"/>
            </a:srgbClr>
          </a:solidFill>
          <a:ln w="0">
            <a:noFill/>
            <a:prstDash val="solid"/>
          </a:ln>
        </p:spPr>
      </p:sp>
      <p:sp>
        <p:nvSpPr>
          <p:cNvPr id="187" name="b_small_bar_ellipse_2425">
            <a:extLst>
              <a:ext uri="{FF2B5EF4-FFF2-40B4-BE49-F238E27FC236}">
                <a16:creationId xmlns:a16="http://schemas.microsoft.com/office/drawing/2014/main" id="{23F25D8C-1345-4F03-BBB3-6C6670D2EFAF}"/>
              </a:ext>
            </a:extLst>
          </p:cNvPr>
          <p:cNvSpPr>
            <a:spLocks noGrp="1"/>
          </p:cNvSpPr>
          <p:nvPr/>
        </p:nvSpPr>
        <p:spPr>
          <a:xfrm>
            <a:off x="2688792" y="2025341"/>
            <a:ext cx="45341" cy="45341"/>
          </a:xfrm>
          <a:prstGeom prst="ellipse">
            <a:avLst/>
          </a:prstGeom>
          <a:solidFill>
            <a:srgbClr val="007C83">
              <a:alpha val="40000"/>
            </a:srgbClr>
          </a:solidFill>
          <a:ln w="0">
            <a:noFill/>
            <a:prstDash val="solid"/>
          </a:ln>
        </p:spPr>
      </p:sp>
      <p:sp>
        <p:nvSpPr>
          <p:cNvPr id="188" name="b_small_bar_ellipse_2426">
            <a:extLst>
              <a:ext uri="{FF2B5EF4-FFF2-40B4-BE49-F238E27FC236}">
                <a16:creationId xmlns:a16="http://schemas.microsoft.com/office/drawing/2014/main" id="{7BD899CF-F356-4EEE-88E2-7F6A61EC790D}"/>
              </a:ext>
            </a:extLst>
          </p:cNvPr>
          <p:cNvSpPr>
            <a:spLocks noGrp="1"/>
          </p:cNvSpPr>
          <p:nvPr/>
        </p:nvSpPr>
        <p:spPr>
          <a:xfrm>
            <a:off x="2774543" y="4457382"/>
            <a:ext cx="45341" cy="45341"/>
          </a:xfrm>
          <a:prstGeom prst="ellipse">
            <a:avLst/>
          </a:prstGeom>
          <a:solidFill>
            <a:srgbClr val="007C83">
              <a:alpha val="40000"/>
            </a:srgbClr>
          </a:solidFill>
          <a:ln w="0">
            <a:noFill/>
            <a:prstDash val="solid"/>
          </a:ln>
        </p:spPr>
      </p:sp>
      <p:sp>
        <p:nvSpPr>
          <p:cNvPr id="189" name="b_small_bar_ellipse_2427">
            <a:extLst>
              <a:ext uri="{FF2B5EF4-FFF2-40B4-BE49-F238E27FC236}">
                <a16:creationId xmlns:a16="http://schemas.microsoft.com/office/drawing/2014/main" id="{75F672FC-4E81-498E-8B50-A715950A8919}"/>
              </a:ext>
            </a:extLst>
          </p:cNvPr>
          <p:cNvSpPr>
            <a:spLocks noGrp="1"/>
          </p:cNvSpPr>
          <p:nvPr/>
        </p:nvSpPr>
        <p:spPr>
          <a:xfrm>
            <a:off x="2691653" y="4416848"/>
            <a:ext cx="45341" cy="45341"/>
          </a:xfrm>
          <a:prstGeom prst="ellipse">
            <a:avLst/>
          </a:prstGeom>
          <a:solidFill>
            <a:srgbClr val="007C83">
              <a:alpha val="40000"/>
            </a:srgbClr>
          </a:solidFill>
          <a:ln w="0">
            <a:noFill/>
            <a:prstDash val="solid"/>
          </a:ln>
        </p:spPr>
      </p:sp>
      <p:sp>
        <p:nvSpPr>
          <p:cNvPr id="190" name="b_small_bar_ellipse_2428">
            <a:extLst>
              <a:ext uri="{FF2B5EF4-FFF2-40B4-BE49-F238E27FC236}">
                <a16:creationId xmlns:a16="http://schemas.microsoft.com/office/drawing/2014/main" id="{394121F5-52A9-4339-BF95-CFB1EB8DDC9C}"/>
              </a:ext>
            </a:extLst>
          </p:cNvPr>
          <p:cNvSpPr>
            <a:spLocks noGrp="1"/>
          </p:cNvSpPr>
          <p:nvPr/>
        </p:nvSpPr>
        <p:spPr>
          <a:xfrm>
            <a:off x="2672582" y="2025341"/>
            <a:ext cx="45341" cy="45341"/>
          </a:xfrm>
          <a:prstGeom prst="ellipse">
            <a:avLst/>
          </a:prstGeom>
          <a:solidFill>
            <a:srgbClr val="007C83">
              <a:alpha val="40000"/>
            </a:srgbClr>
          </a:solidFill>
          <a:ln w="0">
            <a:noFill/>
            <a:prstDash val="solid"/>
          </a:ln>
        </p:spPr>
      </p:sp>
      <p:sp>
        <p:nvSpPr>
          <p:cNvPr id="191" name="b_small_bar_ellipse_2429">
            <a:extLst>
              <a:ext uri="{FF2B5EF4-FFF2-40B4-BE49-F238E27FC236}">
                <a16:creationId xmlns:a16="http://schemas.microsoft.com/office/drawing/2014/main" id="{6F1025FC-B037-4A58-B968-BD1362E2CEF8}"/>
              </a:ext>
            </a:extLst>
          </p:cNvPr>
          <p:cNvSpPr>
            <a:spLocks noGrp="1"/>
          </p:cNvSpPr>
          <p:nvPr/>
        </p:nvSpPr>
        <p:spPr>
          <a:xfrm>
            <a:off x="2771007" y="2025341"/>
            <a:ext cx="45341" cy="45341"/>
          </a:xfrm>
          <a:prstGeom prst="ellipse">
            <a:avLst/>
          </a:prstGeom>
          <a:solidFill>
            <a:srgbClr val="007C83">
              <a:alpha val="40000"/>
            </a:srgbClr>
          </a:solidFill>
          <a:ln w="0">
            <a:noFill/>
            <a:prstDash val="solid"/>
          </a:ln>
        </p:spPr>
      </p:sp>
      <p:sp>
        <p:nvSpPr>
          <p:cNvPr id="192" name="b_small_bar_ellipse_2430">
            <a:extLst>
              <a:ext uri="{FF2B5EF4-FFF2-40B4-BE49-F238E27FC236}">
                <a16:creationId xmlns:a16="http://schemas.microsoft.com/office/drawing/2014/main" id="{5A6042EC-19C9-4E7A-A207-16A581D917C3}"/>
              </a:ext>
            </a:extLst>
          </p:cNvPr>
          <p:cNvSpPr>
            <a:spLocks noGrp="1"/>
          </p:cNvSpPr>
          <p:nvPr/>
        </p:nvSpPr>
        <p:spPr>
          <a:xfrm>
            <a:off x="2782794" y="4318822"/>
            <a:ext cx="45341" cy="45341"/>
          </a:xfrm>
          <a:prstGeom prst="ellipse">
            <a:avLst/>
          </a:prstGeom>
          <a:solidFill>
            <a:srgbClr val="007C83">
              <a:alpha val="40000"/>
            </a:srgbClr>
          </a:solidFill>
          <a:ln w="0">
            <a:noFill/>
            <a:prstDash val="solid"/>
          </a:ln>
        </p:spPr>
      </p:sp>
      <p:sp>
        <p:nvSpPr>
          <p:cNvPr id="193" name="b_small_bar_ellipse_2431">
            <a:extLst>
              <a:ext uri="{FF2B5EF4-FFF2-40B4-BE49-F238E27FC236}">
                <a16:creationId xmlns:a16="http://schemas.microsoft.com/office/drawing/2014/main" id="{A6892628-25E2-4F1B-AD61-3A3823104148}"/>
              </a:ext>
            </a:extLst>
          </p:cNvPr>
          <p:cNvSpPr>
            <a:spLocks noGrp="1"/>
          </p:cNvSpPr>
          <p:nvPr/>
        </p:nvSpPr>
        <p:spPr>
          <a:xfrm>
            <a:off x="2694133" y="2025341"/>
            <a:ext cx="45341" cy="45341"/>
          </a:xfrm>
          <a:prstGeom prst="ellipse">
            <a:avLst/>
          </a:prstGeom>
          <a:solidFill>
            <a:srgbClr val="007C83">
              <a:alpha val="40000"/>
            </a:srgbClr>
          </a:solidFill>
          <a:ln w="0">
            <a:noFill/>
            <a:prstDash val="solid"/>
          </a:ln>
        </p:spPr>
      </p:sp>
      <p:sp>
        <p:nvSpPr>
          <p:cNvPr id="194" name="b_small_bar_ellipse_2432">
            <a:extLst>
              <a:ext uri="{FF2B5EF4-FFF2-40B4-BE49-F238E27FC236}">
                <a16:creationId xmlns:a16="http://schemas.microsoft.com/office/drawing/2014/main" id="{832FD6EC-460E-4C61-B685-981F088898E8}"/>
              </a:ext>
            </a:extLst>
          </p:cNvPr>
          <p:cNvSpPr>
            <a:spLocks noGrp="1"/>
          </p:cNvSpPr>
          <p:nvPr/>
        </p:nvSpPr>
        <p:spPr>
          <a:xfrm>
            <a:off x="2833938" y="2025341"/>
            <a:ext cx="45341" cy="45341"/>
          </a:xfrm>
          <a:prstGeom prst="ellipse">
            <a:avLst/>
          </a:prstGeom>
          <a:solidFill>
            <a:srgbClr val="007C83">
              <a:alpha val="40000"/>
            </a:srgbClr>
          </a:solidFill>
          <a:ln w="0">
            <a:noFill/>
            <a:prstDash val="solid"/>
          </a:ln>
        </p:spPr>
      </p:sp>
      <p:sp>
        <p:nvSpPr>
          <p:cNvPr id="195" name="b_small_bar_ellipse_2433">
            <a:extLst>
              <a:ext uri="{FF2B5EF4-FFF2-40B4-BE49-F238E27FC236}">
                <a16:creationId xmlns:a16="http://schemas.microsoft.com/office/drawing/2014/main" id="{12944862-2FAF-41CF-A006-95B751848EEB}"/>
              </a:ext>
            </a:extLst>
          </p:cNvPr>
          <p:cNvSpPr>
            <a:spLocks noGrp="1"/>
          </p:cNvSpPr>
          <p:nvPr/>
        </p:nvSpPr>
        <p:spPr>
          <a:xfrm>
            <a:off x="2738120" y="2025341"/>
            <a:ext cx="45341" cy="45341"/>
          </a:xfrm>
          <a:prstGeom prst="ellipse">
            <a:avLst/>
          </a:prstGeom>
          <a:solidFill>
            <a:srgbClr val="007C83">
              <a:alpha val="40000"/>
            </a:srgbClr>
          </a:solidFill>
          <a:ln w="0">
            <a:noFill/>
            <a:prstDash val="solid"/>
          </a:ln>
        </p:spPr>
      </p:sp>
      <p:sp>
        <p:nvSpPr>
          <p:cNvPr id="196" name="b_small_bar_ellipse_2434">
            <a:extLst>
              <a:ext uri="{FF2B5EF4-FFF2-40B4-BE49-F238E27FC236}">
                <a16:creationId xmlns:a16="http://schemas.microsoft.com/office/drawing/2014/main" id="{8353700E-4021-40B1-BDDC-CECC4BDA847E}"/>
              </a:ext>
            </a:extLst>
          </p:cNvPr>
          <p:cNvSpPr>
            <a:spLocks noGrp="1"/>
          </p:cNvSpPr>
          <p:nvPr/>
        </p:nvSpPr>
        <p:spPr>
          <a:xfrm>
            <a:off x="2723544" y="2025341"/>
            <a:ext cx="45341" cy="45341"/>
          </a:xfrm>
          <a:prstGeom prst="ellipse">
            <a:avLst/>
          </a:prstGeom>
          <a:solidFill>
            <a:srgbClr val="007C83">
              <a:alpha val="40000"/>
            </a:srgbClr>
          </a:solidFill>
          <a:ln w="0">
            <a:noFill/>
            <a:prstDash val="solid"/>
          </a:ln>
        </p:spPr>
      </p:sp>
      <p:sp>
        <p:nvSpPr>
          <p:cNvPr id="197" name="b_small_bar_ellipse_2435">
            <a:extLst>
              <a:ext uri="{FF2B5EF4-FFF2-40B4-BE49-F238E27FC236}">
                <a16:creationId xmlns:a16="http://schemas.microsoft.com/office/drawing/2014/main" id="{19781BF9-D82A-4A53-81ED-F7D9BF773F0F}"/>
              </a:ext>
            </a:extLst>
          </p:cNvPr>
          <p:cNvSpPr>
            <a:spLocks noGrp="1"/>
          </p:cNvSpPr>
          <p:nvPr/>
        </p:nvSpPr>
        <p:spPr>
          <a:xfrm>
            <a:off x="2840487" y="4444715"/>
            <a:ext cx="45341" cy="45341"/>
          </a:xfrm>
          <a:prstGeom prst="ellipse">
            <a:avLst/>
          </a:prstGeom>
          <a:solidFill>
            <a:srgbClr val="007C83">
              <a:alpha val="40000"/>
            </a:srgbClr>
          </a:solidFill>
          <a:ln w="0">
            <a:noFill/>
            <a:prstDash val="solid"/>
          </a:ln>
        </p:spPr>
      </p:sp>
      <p:sp>
        <p:nvSpPr>
          <p:cNvPr id="198" name="b_small_bar_ellipse_2436">
            <a:extLst>
              <a:ext uri="{FF2B5EF4-FFF2-40B4-BE49-F238E27FC236}">
                <a16:creationId xmlns:a16="http://schemas.microsoft.com/office/drawing/2014/main" id="{31D7B5C4-67EC-4DB6-B9F0-4139686ED4F0}"/>
              </a:ext>
            </a:extLst>
          </p:cNvPr>
          <p:cNvSpPr>
            <a:spLocks noGrp="1"/>
          </p:cNvSpPr>
          <p:nvPr/>
        </p:nvSpPr>
        <p:spPr>
          <a:xfrm>
            <a:off x="2727687" y="2025341"/>
            <a:ext cx="45341" cy="45341"/>
          </a:xfrm>
          <a:prstGeom prst="ellipse">
            <a:avLst/>
          </a:prstGeom>
          <a:solidFill>
            <a:srgbClr val="007C83">
              <a:alpha val="40000"/>
            </a:srgbClr>
          </a:solidFill>
          <a:ln w="0">
            <a:noFill/>
            <a:prstDash val="solid"/>
          </a:ln>
        </p:spPr>
      </p:sp>
      <p:sp>
        <p:nvSpPr>
          <p:cNvPr id="199" name="b_small_bar_ellipse_2437">
            <a:extLst>
              <a:ext uri="{FF2B5EF4-FFF2-40B4-BE49-F238E27FC236}">
                <a16:creationId xmlns:a16="http://schemas.microsoft.com/office/drawing/2014/main" id="{F900E72C-FC58-4795-9C63-4F5E37E62D11}"/>
              </a:ext>
            </a:extLst>
          </p:cNvPr>
          <p:cNvSpPr>
            <a:spLocks noGrp="1"/>
          </p:cNvSpPr>
          <p:nvPr/>
        </p:nvSpPr>
        <p:spPr>
          <a:xfrm>
            <a:off x="2678598" y="3862883"/>
            <a:ext cx="45341" cy="45341"/>
          </a:xfrm>
          <a:prstGeom prst="ellipse">
            <a:avLst/>
          </a:prstGeom>
          <a:solidFill>
            <a:srgbClr val="007C83">
              <a:alpha val="40000"/>
            </a:srgbClr>
          </a:solidFill>
          <a:ln w="0">
            <a:noFill/>
            <a:prstDash val="solid"/>
          </a:ln>
        </p:spPr>
      </p:sp>
      <p:sp>
        <p:nvSpPr>
          <p:cNvPr id="200" name="b_small_bar_ellipse_2438">
            <a:extLst>
              <a:ext uri="{FF2B5EF4-FFF2-40B4-BE49-F238E27FC236}">
                <a16:creationId xmlns:a16="http://schemas.microsoft.com/office/drawing/2014/main" id="{523A4F56-9A75-4881-A3C8-C101DE88367B}"/>
              </a:ext>
            </a:extLst>
          </p:cNvPr>
          <p:cNvSpPr>
            <a:spLocks noGrp="1"/>
          </p:cNvSpPr>
          <p:nvPr/>
        </p:nvSpPr>
        <p:spPr>
          <a:xfrm>
            <a:off x="2796242" y="3620174"/>
            <a:ext cx="45341" cy="45341"/>
          </a:xfrm>
          <a:prstGeom prst="ellipse">
            <a:avLst/>
          </a:prstGeom>
          <a:solidFill>
            <a:srgbClr val="007C83">
              <a:alpha val="40000"/>
            </a:srgbClr>
          </a:solidFill>
          <a:ln w="0">
            <a:noFill/>
            <a:prstDash val="solid"/>
          </a:ln>
        </p:spPr>
      </p:sp>
      <p:sp>
        <p:nvSpPr>
          <p:cNvPr id="201" name="b_small_bar_ellipse_2439">
            <a:extLst>
              <a:ext uri="{FF2B5EF4-FFF2-40B4-BE49-F238E27FC236}">
                <a16:creationId xmlns:a16="http://schemas.microsoft.com/office/drawing/2014/main" id="{3F70B7FE-5116-4124-B5D5-085EA266BD2F}"/>
              </a:ext>
            </a:extLst>
          </p:cNvPr>
          <p:cNvSpPr>
            <a:spLocks noGrp="1"/>
          </p:cNvSpPr>
          <p:nvPr/>
        </p:nvSpPr>
        <p:spPr>
          <a:xfrm>
            <a:off x="2707385" y="3727770"/>
            <a:ext cx="45341" cy="45341"/>
          </a:xfrm>
          <a:prstGeom prst="ellipse">
            <a:avLst/>
          </a:prstGeom>
          <a:solidFill>
            <a:srgbClr val="007C83">
              <a:alpha val="40000"/>
            </a:srgbClr>
          </a:solidFill>
          <a:ln w="0">
            <a:noFill/>
            <a:prstDash val="solid"/>
          </a:ln>
        </p:spPr>
      </p:sp>
      <p:sp>
        <p:nvSpPr>
          <p:cNvPr id="202" name="b_small_bar_ellipse_2440">
            <a:extLst>
              <a:ext uri="{FF2B5EF4-FFF2-40B4-BE49-F238E27FC236}">
                <a16:creationId xmlns:a16="http://schemas.microsoft.com/office/drawing/2014/main" id="{BB34156A-0EFE-418C-BABA-8E17F95F7AB6}"/>
              </a:ext>
            </a:extLst>
          </p:cNvPr>
          <p:cNvSpPr>
            <a:spLocks noGrp="1"/>
          </p:cNvSpPr>
          <p:nvPr/>
        </p:nvSpPr>
        <p:spPr>
          <a:xfrm>
            <a:off x="2685530" y="4457382"/>
            <a:ext cx="45341" cy="45341"/>
          </a:xfrm>
          <a:prstGeom prst="ellipse">
            <a:avLst/>
          </a:prstGeom>
          <a:solidFill>
            <a:srgbClr val="007C83">
              <a:alpha val="40000"/>
            </a:srgbClr>
          </a:solidFill>
          <a:ln w="0">
            <a:noFill/>
            <a:prstDash val="solid"/>
          </a:ln>
        </p:spPr>
      </p:sp>
      <p:sp>
        <p:nvSpPr>
          <p:cNvPr id="203" name="b_small_bar_ellipse_2441">
            <a:extLst>
              <a:ext uri="{FF2B5EF4-FFF2-40B4-BE49-F238E27FC236}">
                <a16:creationId xmlns:a16="http://schemas.microsoft.com/office/drawing/2014/main" id="{A5433CA2-2218-4844-8403-8306262C0323}"/>
              </a:ext>
            </a:extLst>
          </p:cNvPr>
          <p:cNvSpPr>
            <a:spLocks noGrp="1"/>
          </p:cNvSpPr>
          <p:nvPr/>
        </p:nvSpPr>
        <p:spPr>
          <a:xfrm>
            <a:off x="2672904" y="4457382"/>
            <a:ext cx="45341" cy="45341"/>
          </a:xfrm>
          <a:prstGeom prst="ellipse">
            <a:avLst/>
          </a:prstGeom>
          <a:solidFill>
            <a:srgbClr val="007C83">
              <a:alpha val="40000"/>
            </a:srgbClr>
          </a:solidFill>
          <a:ln w="0">
            <a:noFill/>
            <a:prstDash val="solid"/>
          </a:ln>
        </p:spPr>
      </p:sp>
      <p:sp>
        <p:nvSpPr>
          <p:cNvPr id="204" name="b_small_bar_ellipse_2442">
            <a:extLst>
              <a:ext uri="{FF2B5EF4-FFF2-40B4-BE49-F238E27FC236}">
                <a16:creationId xmlns:a16="http://schemas.microsoft.com/office/drawing/2014/main" id="{3F45CE58-1260-48B6-818A-B05EB5F9D685}"/>
              </a:ext>
            </a:extLst>
          </p:cNvPr>
          <p:cNvSpPr>
            <a:spLocks noGrp="1"/>
          </p:cNvSpPr>
          <p:nvPr/>
        </p:nvSpPr>
        <p:spPr>
          <a:xfrm>
            <a:off x="2808176" y="2025341"/>
            <a:ext cx="45341" cy="45341"/>
          </a:xfrm>
          <a:prstGeom prst="ellipse">
            <a:avLst/>
          </a:prstGeom>
          <a:solidFill>
            <a:srgbClr val="007C83">
              <a:alpha val="40000"/>
            </a:srgbClr>
          </a:solidFill>
          <a:ln w="0">
            <a:noFill/>
            <a:prstDash val="solid"/>
          </a:ln>
        </p:spPr>
      </p:sp>
      <p:sp>
        <p:nvSpPr>
          <p:cNvPr id="205" name="b_small_bar_ellipse_2443">
            <a:extLst>
              <a:ext uri="{FF2B5EF4-FFF2-40B4-BE49-F238E27FC236}">
                <a16:creationId xmlns:a16="http://schemas.microsoft.com/office/drawing/2014/main" id="{50532699-A96D-4131-8B7A-9146962B8DA9}"/>
              </a:ext>
            </a:extLst>
          </p:cNvPr>
          <p:cNvSpPr>
            <a:spLocks noGrp="1"/>
          </p:cNvSpPr>
          <p:nvPr/>
        </p:nvSpPr>
        <p:spPr>
          <a:xfrm>
            <a:off x="2686997" y="2025341"/>
            <a:ext cx="45341" cy="45341"/>
          </a:xfrm>
          <a:prstGeom prst="ellipse">
            <a:avLst/>
          </a:prstGeom>
          <a:solidFill>
            <a:srgbClr val="007C83">
              <a:alpha val="40000"/>
            </a:srgbClr>
          </a:solidFill>
          <a:ln w="0">
            <a:noFill/>
            <a:prstDash val="solid"/>
          </a:ln>
        </p:spPr>
      </p:sp>
      <p:sp>
        <p:nvSpPr>
          <p:cNvPr id="206" name="b_small_bar_ellipse_2444">
            <a:extLst>
              <a:ext uri="{FF2B5EF4-FFF2-40B4-BE49-F238E27FC236}">
                <a16:creationId xmlns:a16="http://schemas.microsoft.com/office/drawing/2014/main" id="{1350AD6C-6448-496E-933D-7B7CA35F6876}"/>
              </a:ext>
            </a:extLst>
          </p:cNvPr>
          <p:cNvSpPr>
            <a:spLocks noGrp="1"/>
          </p:cNvSpPr>
          <p:nvPr/>
        </p:nvSpPr>
        <p:spPr>
          <a:xfrm>
            <a:off x="2722161" y="2025341"/>
            <a:ext cx="45341" cy="45341"/>
          </a:xfrm>
          <a:prstGeom prst="ellipse">
            <a:avLst/>
          </a:prstGeom>
          <a:solidFill>
            <a:srgbClr val="007C83">
              <a:alpha val="40000"/>
            </a:srgbClr>
          </a:solidFill>
          <a:ln w="0">
            <a:noFill/>
            <a:prstDash val="solid"/>
          </a:ln>
        </p:spPr>
      </p:sp>
      <p:sp>
        <p:nvSpPr>
          <p:cNvPr id="207" name="b_small_bar_ellipse_2445">
            <a:extLst>
              <a:ext uri="{FF2B5EF4-FFF2-40B4-BE49-F238E27FC236}">
                <a16:creationId xmlns:a16="http://schemas.microsoft.com/office/drawing/2014/main" id="{D5973948-EBC0-4504-A761-87C360B932DC}"/>
              </a:ext>
            </a:extLst>
          </p:cNvPr>
          <p:cNvSpPr>
            <a:spLocks noGrp="1"/>
          </p:cNvSpPr>
          <p:nvPr/>
        </p:nvSpPr>
        <p:spPr>
          <a:xfrm>
            <a:off x="2735891" y="2025341"/>
            <a:ext cx="45341" cy="45341"/>
          </a:xfrm>
          <a:prstGeom prst="ellipse">
            <a:avLst/>
          </a:prstGeom>
          <a:solidFill>
            <a:srgbClr val="007C83">
              <a:alpha val="40000"/>
            </a:srgbClr>
          </a:solidFill>
          <a:ln w="0">
            <a:noFill/>
            <a:prstDash val="solid"/>
          </a:ln>
        </p:spPr>
      </p:sp>
      <p:sp>
        <p:nvSpPr>
          <p:cNvPr id="208" name="b_small_bar_ellipse_2446">
            <a:extLst>
              <a:ext uri="{FF2B5EF4-FFF2-40B4-BE49-F238E27FC236}">
                <a16:creationId xmlns:a16="http://schemas.microsoft.com/office/drawing/2014/main" id="{4D42351D-144F-420E-BF2F-E361B376D40E}"/>
              </a:ext>
            </a:extLst>
          </p:cNvPr>
          <p:cNvSpPr>
            <a:spLocks noGrp="1"/>
          </p:cNvSpPr>
          <p:nvPr/>
        </p:nvSpPr>
        <p:spPr>
          <a:xfrm>
            <a:off x="2736084" y="4008613"/>
            <a:ext cx="45341" cy="45341"/>
          </a:xfrm>
          <a:prstGeom prst="ellipse">
            <a:avLst/>
          </a:prstGeom>
          <a:solidFill>
            <a:srgbClr val="007C83">
              <a:alpha val="40000"/>
            </a:srgbClr>
          </a:solidFill>
          <a:ln w="0">
            <a:noFill/>
            <a:prstDash val="solid"/>
          </a:ln>
        </p:spPr>
      </p:sp>
      <p:sp>
        <p:nvSpPr>
          <p:cNvPr id="209" name="b_small_bar_ellipse_2447">
            <a:extLst>
              <a:ext uri="{FF2B5EF4-FFF2-40B4-BE49-F238E27FC236}">
                <a16:creationId xmlns:a16="http://schemas.microsoft.com/office/drawing/2014/main" id="{E4D810B4-6C52-41ED-AB64-975B768B6E3E}"/>
              </a:ext>
            </a:extLst>
          </p:cNvPr>
          <p:cNvSpPr>
            <a:spLocks noGrp="1"/>
          </p:cNvSpPr>
          <p:nvPr/>
        </p:nvSpPr>
        <p:spPr>
          <a:xfrm>
            <a:off x="2711754" y="2025341"/>
            <a:ext cx="45341" cy="45341"/>
          </a:xfrm>
          <a:prstGeom prst="ellipse">
            <a:avLst/>
          </a:prstGeom>
          <a:solidFill>
            <a:srgbClr val="007C83">
              <a:alpha val="40000"/>
            </a:srgbClr>
          </a:solidFill>
          <a:ln w="0">
            <a:noFill/>
            <a:prstDash val="solid"/>
          </a:ln>
        </p:spPr>
      </p:sp>
      <p:sp>
        <p:nvSpPr>
          <p:cNvPr id="210" name="b_small_bar_ellipse_2448">
            <a:extLst>
              <a:ext uri="{FF2B5EF4-FFF2-40B4-BE49-F238E27FC236}">
                <a16:creationId xmlns:a16="http://schemas.microsoft.com/office/drawing/2014/main" id="{DA8FA9C6-02BB-49A4-BFE4-02E2347085B5}"/>
              </a:ext>
            </a:extLst>
          </p:cNvPr>
          <p:cNvSpPr>
            <a:spLocks noGrp="1"/>
          </p:cNvSpPr>
          <p:nvPr/>
        </p:nvSpPr>
        <p:spPr>
          <a:xfrm>
            <a:off x="2752994" y="2836021"/>
            <a:ext cx="45341" cy="45341"/>
          </a:xfrm>
          <a:prstGeom prst="ellipse">
            <a:avLst/>
          </a:prstGeom>
          <a:solidFill>
            <a:srgbClr val="007C83">
              <a:alpha val="40000"/>
            </a:srgbClr>
          </a:solidFill>
          <a:ln w="0">
            <a:noFill/>
            <a:prstDash val="solid"/>
          </a:ln>
        </p:spPr>
      </p:sp>
      <p:sp>
        <p:nvSpPr>
          <p:cNvPr id="211" name="b_small_bar_ellipse_2449">
            <a:extLst>
              <a:ext uri="{FF2B5EF4-FFF2-40B4-BE49-F238E27FC236}">
                <a16:creationId xmlns:a16="http://schemas.microsoft.com/office/drawing/2014/main" id="{F9D62985-52CA-468E-8574-112CC9A59284}"/>
              </a:ext>
            </a:extLst>
          </p:cNvPr>
          <p:cNvSpPr>
            <a:spLocks noGrp="1"/>
          </p:cNvSpPr>
          <p:nvPr/>
        </p:nvSpPr>
        <p:spPr>
          <a:xfrm>
            <a:off x="2761734" y="3889906"/>
            <a:ext cx="45341" cy="45341"/>
          </a:xfrm>
          <a:prstGeom prst="ellipse">
            <a:avLst/>
          </a:prstGeom>
          <a:solidFill>
            <a:srgbClr val="007C83">
              <a:alpha val="40000"/>
            </a:srgbClr>
          </a:solidFill>
          <a:ln w="0">
            <a:noFill/>
            <a:prstDash val="solid"/>
          </a:ln>
        </p:spPr>
      </p:sp>
      <p:sp>
        <p:nvSpPr>
          <p:cNvPr id="212" name="b_small_bar_ellipse_2450">
            <a:extLst>
              <a:ext uri="{FF2B5EF4-FFF2-40B4-BE49-F238E27FC236}">
                <a16:creationId xmlns:a16="http://schemas.microsoft.com/office/drawing/2014/main" id="{B06B3421-C955-4FDD-AB7E-83D923B716F4}"/>
              </a:ext>
            </a:extLst>
          </p:cNvPr>
          <p:cNvSpPr>
            <a:spLocks noGrp="1"/>
          </p:cNvSpPr>
          <p:nvPr/>
        </p:nvSpPr>
        <p:spPr>
          <a:xfrm>
            <a:off x="2749431" y="4457382"/>
            <a:ext cx="45341" cy="45341"/>
          </a:xfrm>
          <a:prstGeom prst="ellipse">
            <a:avLst/>
          </a:prstGeom>
          <a:solidFill>
            <a:srgbClr val="007C83">
              <a:alpha val="40000"/>
            </a:srgbClr>
          </a:solidFill>
          <a:ln w="0">
            <a:noFill/>
            <a:prstDash val="solid"/>
          </a:ln>
        </p:spPr>
      </p:sp>
      <p:sp>
        <p:nvSpPr>
          <p:cNvPr id="213" name="b_small_bar_ellipse_2451">
            <a:extLst>
              <a:ext uri="{FF2B5EF4-FFF2-40B4-BE49-F238E27FC236}">
                <a16:creationId xmlns:a16="http://schemas.microsoft.com/office/drawing/2014/main" id="{1A13CAC7-B67E-4E9D-8E1A-74927E9B0E9B}"/>
              </a:ext>
            </a:extLst>
          </p:cNvPr>
          <p:cNvSpPr>
            <a:spLocks noGrp="1"/>
          </p:cNvSpPr>
          <p:nvPr/>
        </p:nvSpPr>
        <p:spPr>
          <a:xfrm>
            <a:off x="2677993" y="2025341"/>
            <a:ext cx="45341" cy="45341"/>
          </a:xfrm>
          <a:prstGeom prst="ellipse">
            <a:avLst/>
          </a:prstGeom>
          <a:solidFill>
            <a:srgbClr val="007C83">
              <a:alpha val="40000"/>
            </a:srgbClr>
          </a:solidFill>
          <a:ln w="0">
            <a:noFill/>
            <a:prstDash val="solid"/>
          </a:ln>
        </p:spPr>
      </p:sp>
      <p:sp>
        <p:nvSpPr>
          <p:cNvPr id="214" name="b_small_bar_ellipse_2452">
            <a:extLst>
              <a:ext uri="{FF2B5EF4-FFF2-40B4-BE49-F238E27FC236}">
                <a16:creationId xmlns:a16="http://schemas.microsoft.com/office/drawing/2014/main" id="{56F4C9BE-180F-4060-BE06-83B514C69D0B}"/>
              </a:ext>
            </a:extLst>
          </p:cNvPr>
          <p:cNvSpPr>
            <a:spLocks noGrp="1"/>
          </p:cNvSpPr>
          <p:nvPr/>
        </p:nvSpPr>
        <p:spPr>
          <a:xfrm>
            <a:off x="2726337" y="2126676"/>
            <a:ext cx="45341" cy="45341"/>
          </a:xfrm>
          <a:prstGeom prst="ellipse">
            <a:avLst/>
          </a:prstGeom>
          <a:solidFill>
            <a:srgbClr val="007C83">
              <a:alpha val="40000"/>
            </a:srgbClr>
          </a:solidFill>
          <a:ln w="0">
            <a:noFill/>
            <a:prstDash val="solid"/>
          </a:ln>
        </p:spPr>
      </p:sp>
      <p:sp>
        <p:nvSpPr>
          <p:cNvPr id="215" name="b_small_bar_ellipse_2453">
            <a:extLst>
              <a:ext uri="{FF2B5EF4-FFF2-40B4-BE49-F238E27FC236}">
                <a16:creationId xmlns:a16="http://schemas.microsoft.com/office/drawing/2014/main" id="{782996AF-7B53-41E2-AC31-FC846B397365}"/>
              </a:ext>
            </a:extLst>
          </p:cNvPr>
          <p:cNvSpPr>
            <a:spLocks noGrp="1"/>
          </p:cNvSpPr>
          <p:nvPr/>
        </p:nvSpPr>
        <p:spPr>
          <a:xfrm>
            <a:off x="2784404" y="2025341"/>
            <a:ext cx="45341" cy="45341"/>
          </a:xfrm>
          <a:prstGeom prst="ellipse">
            <a:avLst/>
          </a:prstGeom>
          <a:solidFill>
            <a:srgbClr val="007C83">
              <a:alpha val="40000"/>
            </a:srgbClr>
          </a:solidFill>
          <a:ln w="0">
            <a:noFill/>
            <a:prstDash val="solid"/>
          </a:ln>
        </p:spPr>
      </p:sp>
      <p:sp>
        <p:nvSpPr>
          <p:cNvPr id="216" name="b_small_bar_ellipse_2454">
            <a:extLst>
              <a:ext uri="{FF2B5EF4-FFF2-40B4-BE49-F238E27FC236}">
                <a16:creationId xmlns:a16="http://schemas.microsoft.com/office/drawing/2014/main" id="{D37FD75A-D71C-49EB-9E49-B8B2793C6213}"/>
              </a:ext>
            </a:extLst>
          </p:cNvPr>
          <p:cNvSpPr>
            <a:spLocks noGrp="1"/>
          </p:cNvSpPr>
          <p:nvPr/>
        </p:nvSpPr>
        <p:spPr>
          <a:xfrm>
            <a:off x="2785850" y="2025341"/>
            <a:ext cx="45341" cy="45341"/>
          </a:xfrm>
          <a:prstGeom prst="ellipse">
            <a:avLst/>
          </a:prstGeom>
          <a:solidFill>
            <a:srgbClr val="007C83">
              <a:alpha val="40000"/>
            </a:srgbClr>
          </a:solidFill>
          <a:ln w="0">
            <a:noFill/>
            <a:prstDash val="solid"/>
          </a:ln>
        </p:spPr>
      </p:sp>
      <p:sp>
        <p:nvSpPr>
          <p:cNvPr id="217" name="b_small_bar_ellipse_2455">
            <a:extLst>
              <a:ext uri="{FF2B5EF4-FFF2-40B4-BE49-F238E27FC236}">
                <a16:creationId xmlns:a16="http://schemas.microsoft.com/office/drawing/2014/main" id="{5B88E8D6-E3D4-4A10-9569-ECC8CCD1FB9B}"/>
              </a:ext>
            </a:extLst>
          </p:cNvPr>
          <p:cNvSpPr>
            <a:spLocks noGrp="1"/>
          </p:cNvSpPr>
          <p:nvPr/>
        </p:nvSpPr>
        <p:spPr>
          <a:xfrm>
            <a:off x="2713975" y="2025341"/>
            <a:ext cx="45341" cy="45341"/>
          </a:xfrm>
          <a:prstGeom prst="ellipse">
            <a:avLst/>
          </a:prstGeom>
          <a:solidFill>
            <a:srgbClr val="007C83">
              <a:alpha val="40000"/>
            </a:srgbClr>
          </a:solidFill>
          <a:ln w="0">
            <a:noFill/>
            <a:prstDash val="solid"/>
          </a:ln>
        </p:spPr>
      </p:sp>
      <p:sp>
        <p:nvSpPr>
          <p:cNvPr id="218" name="b_small_bar_ellipse_2456">
            <a:extLst>
              <a:ext uri="{FF2B5EF4-FFF2-40B4-BE49-F238E27FC236}">
                <a16:creationId xmlns:a16="http://schemas.microsoft.com/office/drawing/2014/main" id="{AAE0CE6F-7781-4E32-8949-FA8196D9E809}"/>
              </a:ext>
            </a:extLst>
          </p:cNvPr>
          <p:cNvSpPr>
            <a:spLocks noGrp="1"/>
          </p:cNvSpPr>
          <p:nvPr/>
        </p:nvSpPr>
        <p:spPr>
          <a:xfrm>
            <a:off x="2705218" y="4167854"/>
            <a:ext cx="45341" cy="45341"/>
          </a:xfrm>
          <a:prstGeom prst="ellipse">
            <a:avLst/>
          </a:prstGeom>
          <a:solidFill>
            <a:srgbClr val="007C83">
              <a:alpha val="40000"/>
            </a:srgbClr>
          </a:solidFill>
          <a:ln w="0">
            <a:noFill/>
            <a:prstDash val="solid"/>
          </a:ln>
        </p:spPr>
      </p:sp>
      <p:sp>
        <p:nvSpPr>
          <p:cNvPr id="219" name="b_small_bar_ellipse_2457">
            <a:extLst>
              <a:ext uri="{FF2B5EF4-FFF2-40B4-BE49-F238E27FC236}">
                <a16:creationId xmlns:a16="http://schemas.microsoft.com/office/drawing/2014/main" id="{B4EB7F96-C7FA-4DBE-90A2-996A8253DA58}"/>
              </a:ext>
            </a:extLst>
          </p:cNvPr>
          <p:cNvSpPr>
            <a:spLocks noGrp="1"/>
          </p:cNvSpPr>
          <p:nvPr/>
        </p:nvSpPr>
        <p:spPr>
          <a:xfrm>
            <a:off x="4250018" y="2025341"/>
            <a:ext cx="45341" cy="45341"/>
          </a:xfrm>
          <a:prstGeom prst="ellipse">
            <a:avLst/>
          </a:prstGeom>
          <a:solidFill>
            <a:srgbClr val="007C83">
              <a:alpha val="40000"/>
            </a:srgbClr>
          </a:solidFill>
          <a:ln w="0">
            <a:noFill/>
            <a:prstDash val="solid"/>
          </a:ln>
        </p:spPr>
      </p:sp>
      <p:sp>
        <p:nvSpPr>
          <p:cNvPr id="220" name="b_small_bar_ellipse_2458">
            <a:extLst>
              <a:ext uri="{FF2B5EF4-FFF2-40B4-BE49-F238E27FC236}">
                <a16:creationId xmlns:a16="http://schemas.microsoft.com/office/drawing/2014/main" id="{AA678670-BDEB-4547-B3E9-C72FF5FFF038}"/>
              </a:ext>
            </a:extLst>
          </p:cNvPr>
          <p:cNvSpPr>
            <a:spLocks noGrp="1"/>
          </p:cNvSpPr>
          <p:nvPr/>
        </p:nvSpPr>
        <p:spPr>
          <a:xfrm>
            <a:off x="4199910" y="2043765"/>
            <a:ext cx="45341" cy="45341"/>
          </a:xfrm>
          <a:prstGeom prst="ellipse">
            <a:avLst/>
          </a:prstGeom>
          <a:solidFill>
            <a:srgbClr val="007C83">
              <a:alpha val="40000"/>
            </a:srgbClr>
          </a:solidFill>
          <a:ln w="0">
            <a:noFill/>
            <a:prstDash val="solid"/>
          </a:ln>
        </p:spPr>
      </p:sp>
      <p:sp>
        <p:nvSpPr>
          <p:cNvPr id="221" name="b_small_bar_ellipse_2459">
            <a:extLst>
              <a:ext uri="{FF2B5EF4-FFF2-40B4-BE49-F238E27FC236}">
                <a16:creationId xmlns:a16="http://schemas.microsoft.com/office/drawing/2014/main" id="{F8E4DC30-D24D-4663-A0A9-389923BAAA30}"/>
              </a:ext>
            </a:extLst>
          </p:cNvPr>
          <p:cNvSpPr>
            <a:spLocks noGrp="1"/>
          </p:cNvSpPr>
          <p:nvPr/>
        </p:nvSpPr>
        <p:spPr>
          <a:xfrm>
            <a:off x="4233861" y="2025341"/>
            <a:ext cx="45341" cy="45341"/>
          </a:xfrm>
          <a:prstGeom prst="ellipse">
            <a:avLst/>
          </a:prstGeom>
          <a:solidFill>
            <a:srgbClr val="007C83">
              <a:alpha val="40000"/>
            </a:srgbClr>
          </a:solidFill>
          <a:ln w="0">
            <a:noFill/>
            <a:prstDash val="solid"/>
          </a:ln>
        </p:spPr>
      </p:sp>
      <p:sp>
        <p:nvSpPr>
          <p:cNvPr id="222" name="b_small_bar_ellipse_2460">
            <a:extLst>
              <a:ext uri="{FF2B5EF4-FFF2-40B4-BE49-F238E27FC236}">
                <a16:creationId xmlns:a16="http://schemas.microsoft.com/office/drawing/2014/main" id="{56E0104A-E1B0-4CB0-9EF6-269D10AB17EC}"/>
              </a:ext>
            </a:extLst>
          </p:cNvPr>
          <p:cNvSpPr>
            <a:spLocks noGrp="1"/>
          </p:cNvSpPr>
          <p:nvPr/>
        </p:nvSpPr>
        <p:spPr>
          <a:xfrm>
            <a:off x="4311315" y="2025341"/>
            <a:ext cx="45341" cy="45341"/>
          </a:xfrm>
          <a:prstGeom prst="ellipse">
            <a:avLst/>
          </a:prstGeom>
          <a:solidFill>
            <a:srgbClr val="007C83">
              <a:alpha val="40000"/>
            </a:srgbClr>
          </a:solidFill>
          <a:ln w="0">
            <a:noFill/>
            <a:prstDash val="solid"/>
          </a:ln>
        </p:spPr>
      </p:sp>
      <p:sp>
        <p:nvSpPr>
          <p:cNvPr id="223" name="b_small_bar_ellipse_2461">
            <a:extLst>
              <a:ext uri="{FF2B5EF4-FFF2-40B4-BE49-F238E27FC236}">
                <a16:creationId xmlns:a16="http://schemas.microsoft.com/office/drawing/2014/main" id="{1C7D92AD-B01D-4877-9DD3-D01FD19D47E1}"/>
              </a:ext>
            </a:extLst>
          </p:cNvPr>
          <p:cNvSpPr>
            <a:spLocks noGrp="1"/>
          </p:cNvSpPr>
          <p:nvPr/>
        </p:nvSpPr>
        <p:spPr>
          <a:xfrm>
            <a:off x="4303183" y="2025341"/>
            <a:ext cx="45341" cy="45341"/>
          </a:xfrm>
          <a:prstGeom prst="ellipse">
            <a:avLst/>
          </a:prstGeom>
          <a:solidFill>
            <a:srgbClr val="007C83">
              <a:alpha val="40000"/>
            </a:srgbClr>
          </a:solidFill>
          <a:ln w="0">
            <a:noFill/>
            <a:prstDash val="solid"/>
          </a:ln>
        </p:spPr>
      </p:sp>
      <p:sp>
        <p:nvSpPr>
          <p:cNvPr id="224" name="b_small_bar_ellipse_2462">
            <a:extLst>
              <a:ext uri="{FF2B5EF4-FFF2-40B4-BE49-F238E27FC236}">
                <a16:creationId xmlns:a16="http://schemas.microsoft.com/office/drawing/2014/main" id="{F024BDD0-3B60-4A66-AA12-6C810DEF20B5}"/>
              </a:ext>
            </a:extLst>
          </p:cNvPr>
          <p:cNvSpPr>
            <a:spLocks noGrp="1"/>
          </p:cNvSpPr>
          <p:nvPr/>
        </p:nvSpPr>
        <p:spPr>
          <a:xfrm>
            <a:off x="4212409" y="3114870"/>
            <a:ext cx="45341" cy="45341"/>
          </a:xfrm>
          <a:prstGeom prst="ellipse">
            <a:avLst/>
          </a:prstGeom>
          <a:solidFill>
            <a:srgbClr val="007C83">
              <a:alpha val="40000"/>
            </a:srgbClr>
          </a:solidFill>
          <a:ln w="0">
            <a:noFill/>
            <a:prstDash val="solid"/>
          </a:ln>
        </p:spPr>
      </p:sp>
      <p:sp>
        <p:nvSpPr>
          <p:cNvPr id="225" name="b_small_bar_ellipse_2463">
            <a:extLst>
              <a:ext uri="{FF2B5EF4-FFF2-40B4-BE49-F238E27FC236}">
                <a16:creationId xmlns:a16="http://schemas.microsoft.com/office/drawing/2014/main" id="{6D49B193-1182-4E06-A550-FCE4AC6A1D19}"/>
              </a:ext>
            </a:extLst>
          </p:cNvPr>
          <p:cNvSpPr>
            <a:spLocks noGrp="1"/>
          </p:cNvSpPr>
          <p:nvPr/>
        </p:nvSpPr>
        <p:spPr>
          <a:xfrm>
            <a:off x="4206762" y="2025341"/>
            <a:ext cx="45341" cy="45341"/>
          </a:xfrm>
          <a:prstGeom prst="ellipse">
            <a:avLst/>
          </a:prstGeom>
          <a:solidFill>
            <a:srgbClr val="007C83">
              <a:alpha val="40000"/>
            </a:srgbClr>
          </a:solidFill>
          <a:ln w="0">
            <a:noFill/>
            <a:prstDash val="solid"/>
          </a:ln>
        </p:spPr>
      </p:sp>
      <p:sp>
        <p:nvSpPr>
          <p:cNvPr id="226" name="b_small_bar_ellipse_2464">
            <a:extLst>
              <a:ext uri="{FF2B5EF4-FFF2-40B4-BE49-F238E27FC236}">
                <a16:creationId xmlns:a16="http://schemas.microsoft.com/office/drawing/2014/main" id="{A7A3BC1D-675E-4DD5-9459-47725F4088D0}"/>
              </a:ext>
            </a:extLst>
          </p:cNvPr>
          <p:cNvSpPr>
            <a:spLocks noGrp="1"/>
          </p:cNvSpPr>
          <p:nvPr/>
        </p:nvSpPr>
        <p:spPr>
          <a:xfrm>
            <a:off x="4281909" y="2892769"/>
            <a:ext cx="45341" cy="45341"/>
          </a:xfrm>
          <a:prstGeom prst="ellipse">
            <a:avLst/>
          </a:prstGeom>
          <a:solidFill>
            <a:srgbClr val="007C83">
              <a:alpha val="40000"/>
            </a:srgbClr>
          </a:solidFill>
          <a:ln w="0">
            <a:noFill/>
            <a:prstDash val="solid"/>
          </a:ln>
        </p:spPr>
      </p:sp>
      <p:sp>
        <p:nvSpPr>
          <p:cNvPr id="227" name="b_small_bar_ellipse_2465">
            <a:extLst>
              <a:ext uri="{FF2B5EF4-FFF2-40B4-BE49-F238E27FC236}">
                <a16:creationId xmlns:a16="http://schemas.microsoft.com/office/drawing/2014/main" id="{150DBE6D-F956-4BE2-93E8-48578BBA71B9}"/>
              </a:ext>
            </a:extLst>
          </p:cNvPr>
          <p:cNvSpPr>
            <a:spLocks noGrp="1"/>
          </p:cNvSpPr>
          <p:nvPr/>
        </p:nvSpPr>
        <p:spPr>
          <a:xfrm>
            <a:off x="4229162" y="4052042"/>
            <a:ext cx="45341" cy="45341"/>
          </a:xfrm>
          <a:prstGeom prst="ellipse">
            <a:avLst/>
          </a:prstGeom>
          <a:solidFill>
            <a:srgbClr val="007C83">
              <a:alpha val="40000"/>
            </a:srgbClr>
          </a:solidFill>
          <a:ln w="0">
            <a:noFill/>
            <a:prstDash val="solid"/>
          </a:ln>
        </p:spPr>
      </p:sp>
      <p:sp>
        <p:nvSpPr>
          <p:cNvPr id="228" name="b_small_bar_ellipse_2466">
            <a:extLst>
              <a:ext uri="{FF2B5EF4-FFF2-40B4-BE49-F238E27FC236}">
                <a16:creationId xmlns:a16="http://schemas.microsoft.com/office/drawing/2014/main" id="{52318F55-F931-4C28-9504-1870B288DCF1}"/>
              </a:ext>
            </a:extLst>
          </p:cNvPr>
          <p:cNvSpPr>
            <a:spLocks noGrp="1"/>
          </p:cNvSpPr>
          <p:nvPr/>
        </p:nvSpPr>
        <p:spPr>
          <a:xfrm>
            <a:off x="4361688" y="2025341"/>
            <a:ext cx="45341" cy="45341"/>
          </a:xfrm>
          <a:prstGeom prst="ellipse">
            <a:avLst/>
          </a:prstGeom>
          <a:solidFill>
            <a:srgbClr val="007C83">
              <a:alpha val="40000"/>
            </a:srgbClr>
          </a:solidFill>
          <a:ln w="0">
            <a:noFill/>
            <a:prstDash val="solid"/>
          </a:ln>
        </p:spPr>
      </p:sp>
      <p:sp>
        <p:nvSpPr>
          <p:cNvPr id="229" name="b_small_bar_ellipse_2467">
            <a:extLst>
              <a:ext uri="{FF2B5EF4-FFF2-40B4-BE49-F238E27FC236}">
                <a16:creationId xmlns:a16="http://schemas.microsoft.com/office/drawing/2014/main" id="{14269CC6-9DB7-4FB1-ACD5-AA67416AB54D}"/>
              </a:ext>
            </a:extLst>
          </p:cNvPr>
          <p:cNvSpPr>
            <a:spLocks noGrp="1"/>
          </p:cNvSpPr>
          <p:nvPr/>
        </p:nvSpPr>
        <p:spPr>
          <a:xfrm>
            <a:off x="4300728" y="2025341"/>
            <a:ext cx="45341" cy="45341"/>
          </a:xfrm>
          <a:prstGeom prst="ellipse">
            <a:avLst/>
          </a:prstGeom>
          <a:solidFill>
            <a:srgbClr val="007C83">
              <a:alpha val="40000"/>
            </a:srgbClr>
          </a:solidFill>
          <a:ln w="0">
            <a:noFill/>
            <a:prstDash val="solid"/>
          </a:ln>
        </p:spPr>
      </p:sp>
      <p:sp>
        <p:nvSpPr>
          <p:cNvPr id="230" name="b_small_bar_ellipse_2468">
            <a:extLst>
              <a:ext uri="{FF2B5EF4-FFF2-40B4-BE49-F238E27FC236}">
                <a16:creationId xmlns:a16="http://schemas.microsoft.com/office/drawing/2014/main" id="{C9701A37-4A82-4A98-853F-A5404ACE3D50}"/>
              </a:ext>
            </a:extLst>
          </p:cNvPr>
          <p:cNvSpPr>
            <a:spLocks noGrp="1"/>
          </p:cNvSpPr>
          <p:nvPr/>
        </p:nvSpPr>
        <p:spPr>
          <a:xfrm>
            <a:off x="4365637" y="2025341"/>
            <a:ext cx="45341" cy="45341"/>
          </a:xfrm>
          <a:prstGeom prst="ellipse">
            <a:avLst/>
          </a:prstGeom>
          <a:solidFill>
            <a:srgbClr val="007C83">
              <a:alpha val="40000"/>
            </a:srgbClr>
          </a:solidFill>
          <a:ln w="0">
            <a:noFill/>
            <a:prstDash val="solid"/>
          </a:ln>
        </p:spPr>
      </p:sp>
      <p:sp>
        <p:nvSpPr>
          <p:cNvPr id="231" name="b_small_bar_ellipse_2469">
            <a:extLst>
              <a:ext uri="{FF2B5EF4-FFF2-40B4-BE49-F238E27FC236}">
                <a16:creationId xmlns:a16="http://schemas.microsoft.com/office/drawing/2014/main" id="{E282EB1C-1133-492D-862D-626B7162453D}"/>
              </a:ext>
            </a:extLst>
          </p:cNvPr>
          <p:cNvSpPr>
            <a:spLocks noGrp="1"/>
          </p:cNvSpPr>
          <p:nvPr/>
        </p:nvSpPr>
        <p:spPr>
          <a:xfrm>
            <a:off x="4237477" y="4052042"/>
            <a:ext cx="45341" cy="45341"/>
          </a:xfrm>
          <a:prstGeom prst="ellipse">
            <a:avLst/>
          </a:prstGeom>
          <a:solidFill>
            <a:srgbClr val="007C83">
              <a:alpha val="40000"/>
            </a:srgbClr>
          </a:solidFill>
          <a:ln w="0">
            <a:noFill/>
            <a:prstDash val="solid"/>
          </a:ln>
        </p:spPr>
      </p:sp>
      <p:sp>
        <p:nvSpPr>
          <p:cNvPr id="232" name="b_small_bar_ellipse_2470">
            <a:extLst>
              <a:ext uri="{FF2B5EF4-FFF2-40B4-BE49-F238E27FC236}">
                <a16:creationId xmlns:a16="http://schemas.microsoft.com/office/drawing/2014/main" id="{E1921CD0-F2E3-4A8C-A3B7-C4E937C09B69}"/>
              </a:ext>
            </a:extLst>
          </p:cNvPr>
          <p:cNvSpPr>
            <a:spLocks noGrp="1"/>
          </p:cNvSpPr>
          <p:nvPr/>
        </p:nvSpPr>
        <p:spPr>
          <a:xfrm>
            <a:off x="4229521" y="2025341"/>
            <a:ext cx="45341" cy="45341"/>
          </a:xfrm>
          <a:prstGeom prst="ellipse">
            <a:avLst/>
          </a:prstGeom>
          <a:solidFill>
            <a:srgbClr val="007C83">
              <a:alpha val="40000"/>
            </a:srgbClr>
          </a:solidFill>
          <a:ln w="0">
            <a:noFill/>
            <a:prstDash val="solid"/>
          </a:ln>
        </p:spPr>
      </p:sp>
      <p:sp>
        <p:nvSpPr>
          <p:cNvPr id="233" name="b_small_bar_ellipse_2471">
            <a:extLst>
              <a:ext uri="{FF2B5EF4-FFF2-40B4-BE49-F238E27FC236}">
                <a16:creationId xmlns:a16="http://schemas.microsoft.com/office/drawing/2014/main" id="{71A59DB8-916F-4E5A-848D-C06F65B67BA2}"/>
              </a:ext>
            </a:extLst>
          </p:cNvPr>
          <p:cNvSpPr>
            <a:spLocks noGrp="1"/>
          </p:cNvSpPr>
          <p:nvPr/>
        </p:nvSpPr>
        <p:spPr>
          <a:xfrm>
            <a:off x="4249541" y="2025341"/>
            <a:ext cx="45341" cy="45341"/>
          </a:xfrm>
          <a:prstGeom prst="ellipse">
            <a:avLst/>
          </a:prstGeom>
          <a:solidFill>
            <a:srgbClr val="007C83">
              <a:alpha val="40000"/>
            </a:srgbClr>
          </a:solidFill>
          <a:ln w="0">
            <a:noFill/>
            <a:prstDash val="solid"/>
          </a:ln>
        </p:spPr>
      </p:sp>
      <p:sp>
        <p:nvSpPr>
          <p:cNvPr id="234" name="b_small_bar_ellipse_2472">
            <a:extLst>
              <a:ext uri="{FF2B5EF4-FFF2-40B4-BE49-F238E27FC236}">
                <a16:creationId xmlns:a16="http://schemas.microsoft.com/office/drawing/2014/main" id="{572D4C54-601E-43B7-B6EB-F2430E85CFAB}"/>
              </a:ext>
            </a:extLst>
          </p:cNvPr>
          <p:cNvSpPr>
            <a:spLocks noGrp="1"/>
          </p:cNvSpPr>
          <p:nvPr/>
        </p:nvSpPr>
        <p:spPr>
          <a:xfrm>
            <a:off x="4196215" y="4457382"/>
            <a:ext cx="45341" cy="45341"/>
          </a:xfrm>
          <a:prstGeom prst="ellipse">
            <a:avLst/>
          </a:prstGeom>
          <a:solidFill>
            <a:srgbClr val="007C83">
              <a:alpha val="40000"/>
            </a:srgbClr>
          </a:solidFill>
          <a:ln w="0">
            <a:noFill/>
            <a:prstDash val="solid"/>
          </a:ln>
        </p:spPr>
      </p:sp>
      <p:sp>
        <p:nvSpPr>
          <p:cNvPr id="235" name="b_small_bar_ellipse_2473">
            <a:extLst>
              <a:ext uri="{FF2B5EF4-FFF2-40B4-BE49-F238E27FC236}">
                <a16:creationId xmlns:a16="http://schemas.microsoft.com/office/drawing/2014/main" id="{25AEBF18-91DA-4F2B-9958-33CCAB06E40A}"/>
              </a:ext>
            </a:extLst>
          </p:cNvPr>
          <p:cNvSpPr>
            <a:spLocks noGrp="1"/>
          </p:cNvSpPr>
          <p:nvPr/>
        </p:nvSpPr>
        <p:spPr>
          <a:xfrm>
            <a:off x="4336640" y="4161098"/>
            <a:ext cx="45341" cy="45341"/>
          </a:xfrm>
          <a:prstGeom prst="ellipse">
            <a:avLst/>
          </a:prstGeom>
          <a:solidFill>
            <a:srgbClr val="007C83">
              <a:alpha val="40000"/>
            </a:srgbClr>
          </a:solidFill>
          <a:ln w="0">
            <a:noFill/>
            <a:prstDash val="solid"/>
          </a:ln>
        </p:spPr>
      </p:sp>
      <p:sp>
        <p:nvSpPr>
          <p:cNvPr id="236" name="b_small_bar_ellipse_2474">
            <a:extLst>
              <a:ext uri="{FF2B5EF4-FFF2-40B4-BE49-F238E27FC236}">
                <a16:creationId xmlns:a16="http://schemas.microsoft.com/office/drawing/2014/main" id="{34AC8408-77DE-4EAA-A881-071126BF201C}"/>
              </a:ext>
            </a:extLst>
          </p:cNvPr>
          <p:cNvSpPr>
            <a:spLocks noGrp="1"/>
          </p:cNvSpPr>
          <p:nvPr/>
        </p:nvSpPr>
        <p:spPr>
          <a:xfrm>
            <a:off x="4250262" y="2025341"/>
            <a:ext cx="45341" cy="45341"/>
          </a:xfrm>
          <a:prstGeom prst="ellipse">
            <a:avLst/>
          </a:prstGeom>
          <a:solidFill>
            <a:srgbClr val="007C83">
              <a:alpha val="40000"/>
            </a:srgbClr>
          </a:solidFill>
          <a:ln w="0">
            <a:noFill/>
            <a:prstDash val="solid"/>
          </a:ln>
        </p:spPr>
      </p:sp>
      <p:sp>
        <p:nvSpPr>
          <p:cNvPr id="237" name="b_small_bar_ellipse_2475">
            <a:extLst>
              <a:ext uri="{FF2B5EF4-FFF2-40B4-BE49-F238E27FC236}">
                <a16:creationId xmlns:a16="http://schemas.microsoft.com/office/drawing/2014/main" id="{5EDC7A32-8B78-4EF8-9ECE-1FA36E4C2BE4}"/>
              </a:ext>
            </a:extLst>
          </p:cNvPr>
          <p:cNvSpPr>
            <a:spLocks noGrp="1"/>
          </p:cNvSpPr>
          <p:nvPr/>
        </p:nvSpPr>
        <p:spPr>
          <a:xfrm>
            <a:off x="4248379" y="3823105"/>
            <a:ext cx="45341" cy="45341"/>
          </a:xfrm>
          <a:prstGeom prst="ellipse">
            <a:avLst/>
          </a:prstGeom>
          <a:solidFill>
            <a:srgbClr val="007C83">
              <a:alpha val="40000"/>
            </a:srgbClr>
          </a:solidFill>
          <a:ln w="0">
            <a:noFill/>
            <a:prstDash val="solid"/>
          </a:ln>
        </p:spPr>
      </p:sp>
      <p:sp>
        <p:nvSpPr>
          <p:cNvPr id="238" name="b_small_bar_ellipse_2476">
            <a:extLst>
              <a:ext uri="{FF2B5EF4-FFF2-40B4-BE49-F238E27FC236}">
                <a16:creationId xmlns:a16="http://schemas.microsoft.com/office/drawing/2014/main" id="{0DF73F1E-7A96-42C6-8B51-B3A97A36390C}"/>
              </a:ext>
            </a:extLst>
          </p:cNvPr>
          <p:cNvSpPr>
            <a:spLocks noGrp="1"/>
          </p:cNvSpPr>
          <p:nvPr/>
        </p:nvSpPr>
        <p:spPr>
          <a:xfrm>
            <a:off x="4225541" y="4457382"/>
            <a:ext cx="45341" cy="45341"/>
          </a:xfrm>
          <a:prstGeom prst="ellipse">
            <a:avLst/>
          </a:prstGeom>
          <a:solidFill>
            <a:srgbClr val="007C83">
              <a:alpha val="40000"/>
            </a:srgbClr>
          </a:solidFill>
          <a:ln w="0">
            <a:noFill/>
            <a:prstDash val="solid"/>
          </a:ln>
        </p:spPr>
      </p:sp>
      <p:sp>
        <p:nvSpPr>
          <p:cNvPr id="239" name="b_small_bar_ellipse_2477">
            <a:extLst>
              <a:ext uri="{FF2B5EF4-FFF2-40B4-BE49-F238E27FC236}">
                <a16:creationId xmlns:a16="http://schemas.microsoft.com/office/drawing/2014/main" id="{C3DB8812-F230-4E3E-8D17-BBE44B839193}"/>
              </a:ext>
            </a:extLst>
          </p:cNvPr>
          <p:cNvSpPr>
            <a:spLocks noGrp="1"/>
          </p:cNvSpPr>
          <p:nvPr/>
        </p:nvSpPr>
        <p:spPr>
          <a:xfrm>
            <a:off x="4173329" y="3849372"/>
            <a:ext cx="45341" cy="45341"/>
          </a:xfrm>
          <a:prstGeom prst="ellipse">
            <a:avLst/>
          </a:prstGeom>
          <a:solidFill>
            <a:srgbClr val="007C83">
              <a:alpha val="40000"/>
            </a:srgbClr>
          </a:solidFill>
          <a:ln w="0">
            <a:noFill/>
            <a:prstDash val="solid"/>
          </a:ln>
        </p:spPr>
      </p:sp>
      <p:sp>
        <p:nvSpPr>
          <p:cNvPr id="240" name="b_small_bar_ellipse_2478">
            <a:extLst>
              <a:ext uri="{FF2B5EF4-FFF2-40B4-BE49-F238E27FC236}">
                <a16:creationId xmlns:a16="http://schemas.microsoft.com/office/drawing/2014/main" id="{DE77B6EE-5396-44C2-A3DD-D33D6E8B5949}"/>
              </a:ext>
            </a:extLst>
          </p:cNvPr>
          <p:cNvSpPr>
            <a:spLocks noGrp="1"/>
          </p:cNvSpPr>
          <p:nvPr/>
        </p:nvSpPr>
        <p:spPr>
          <a:xfrm>
            <a:off x="4282911" y="4457382"/>
            <a:ext cx="45341" cy="45341"/>
          </a:xfrm>
          <a:prstGeom prst="ellipse">
            <a:avLst/>
          </a:prstGeom>
          <a:solidFill>
            <a:srgbClr val="007C83">
              <a:alpha val="40000"/>
            </a:srgbClr>
          </a:solidFill>
          <a:ln w="0">
            <a:noFill/>
            <a:prstDash val="solid"/>
          </a:ln>
        </p:spPr>
      </p:sp>
      <p:sp>
        <p:nvSpPr>
          <p:cNvPr id="241" name="b_small_bar_ellipse_2479">
            <a:extLst>
              <a:ext uri="{FF2B5EF4-FFF2-40B4-BE49-F238E27FC236}">
                <a16:creationId xmlns:a16="http://schemas.microsoft.com/office/drawing/2014/main" id="{D70A677C-5721-4505-B264-601946E17D8C}"/>
              </a:ext>
            </a:extLst>
          </p:cNvPr>
          <p:cNvSpPr>
            <a:spLocks noGrp="1"/>
          </p:cNvSpPr>
          <p:nvPr/>
        </p:nvSpPr>
        <p:spPr>
          <a:xfrm>
            <a:off x="4289835" y="2329346"/>
            <a:ext cx="45341" cy="45341"/>
          </a:xfrm>
          <a:prstGeom prst="ellipse">
            <a:avLst/>
          </a:prstGeom>
          <a:solidFill>
            <a:srgbClr val="007C83">
              <a:alpha val="40000"/>
            </a:srgbClr>
          </a:solidFill>
          <a:ln w="0">
            <a:noFill/>
            <a:prstDash val="solid"/>
          </a:ln>
        </p:spPr>
      </p:sp>
      <p:sp>
        <p:nvSpPr>
          <p:cNvPr id="242" name="b_small_bar_ellipse_2480">
            <a:extLst>
              <a:ext uri="{FF2B5EF4-FFF2-40B4-BE49-F238E27FC236}">
                <a16:creationId xmlns:a16="http://schemas.microsoft.com/office/drawing/2014/main" id="{421587E4-9144-4A3B-8DC7-FB87ACCC99EE}"/>
              </a:ext>
            </a:extLst>
          </p:cNvPr>
          <p:cNvSpPr>
            <a:spLocks noGrp="1"/>
          </p:cNvSpPr>
          <p:nvPr/>
        </p:nvSpPr>
        <p:spPr>
          <a:xfrm>
            <a:off x="4347257" y="2025341"/>
            <a:ext cx="45341" cy="45341"/>
          </a:xfrm>
          <a:prstGeom prst="ellipse">
            <a:avLst/>
          </a:prstGeom>
          <a:solidFill>
            <a:srgbClr val="007C83">
              <a:alpha val="40000"/>
            </a:srgbClr>
          </a:solidFill>
          <a:ln w="0">
            <a:noFill/>
            <a:prstDash val="solid"/>
          </a:ln>
        </p:spPr>
      </p:sp>
      <p:sp>
        <p:nvSpPr>
          <p:cNvPr id="243" name="b_small_bar_ellipse_2481">
            <a:extLst>
              <a:ext uri="{FF2B5EF4-FFF2-40B4-BE49-F238E27FC236}">
                <a16:creationId xmlns:a16="http://schemas.microsoft.com/office/drawing/2014/main" id="{EDE465FE-1194-48C3-9F62-9FB78DAA64B9}"/>
              </a:ext>
            </a:extLst>
          </p:cNvPr>
          <p:cNvSpPr>
            <a:spLocks noGrp="1"/>
          </p:cNvSpPr>
          <p:nvPr/>
        </p:nvSpPr>
        <p:spPr>
          <a:xfrm>
            <a:off x="4240672" y="2025341"/>
            <a:ext cx="45341" cy="45341"/>
          </a:xfrm>
          <a:prstGeom prst="ellipse">
            <a:avLst/>
          </a:prstGeom>
          <a:solidFill>
            <a:srgbClr val="007C83">
              <a:alpha val="40000"/>
            </a:srgbClr>
          </a:solidFill>
          <a:ln w="0">
            <a:noFill/>
            <a:prstDash val="solid"/>
          </a:ln>
        </p:spPr>
      </p:sp>
      <p:sp>
        <p:nvSpPr>
          <p:cNvPr id="244" name="b_small_bar_ellipse_2482">
            <a:extLst>
              <a:ext uri="{FF2B5EF4-FFF2-40B4-BE49-F238E27FC236}">
                <a16:creationId xmlns:a16="http://schemas.microsoft.com/office/drawing/2014/main" id="{840F3287-A492-4F5F-BB58-24B18ADD0B34}"/>
              </a:ext>
            </a:extLst>
          </p:cNvPr>
          <p:cNvSpPr>
            <a:spLocks noGrp="1"/>
          </p:cNvSpPr>
          <p:nvPr/>
        </p:nvSpPr>
        <p:spPr>
          <a:xfrm>
            <a:off x="4287414" y="2876555"/>
            <a:ext cx="45341" cy="45341"/>
          </a:xfrm>
          <a:prstGeom prst="ellipse">
            <a:avLst/>
          </a:prstGeom>
          <a:solidFill>
            <a:srgbClr val="007C83">
              <a:alpha val="40000"/>
            </a:srgbClr>
          </a:solidFill>
          <a:ln w="0">
            <a:noFill/>
            <a:prstDash val="solid"/>
          </a:ln>
        </p:spPr>
      </p:sp>
      <p:sp>
        <p:nvSpPr>
          <p:cNvPr id="245" name="b_small_bar_ellipse_2483">
            <a:extLst>
              <a:ext uri="{FF2B5EF4-FFF2-40B4-BE49-F238E27FC236}">
                <a16:creationId xmlns:a16="http://schemas.microsoft.com/office/drawing/2014/main" id="{A1948AF9-17FD-49D1-A487-D0FDEA603055}"/>
              </a:ext>
            </a:extLst>
          </p:cNvPr>
          <p:cNvSpPr>
            <a:spLocks noGrp="1"/>
          </p:cNvSpPr>
          <p:nvPr/>
        </p:nvSpPr>
        <p:spPr>
          <a:xfrm>
            <a:off x="4288314" y="2025341"/>
            <a:ext cx="45341" cy="45341"/>
          </a:xfrm>
          <a:prstGeom prst="ellipse">
            <a:avLst/>
          </a:prstGeom>
          <a:solidFill>
            <a:srgbClr val="007C83">
              <a:alpha val="40000"/>
            </a:srgbClr>
          </a:solidFill>
          <a:ln w="0">
            <a:noFill/>
            <a:prstDash val="solid"/>
          </a:ln>
        </p:spPr>
      </p:sp>
      <p:sp>
        <p:nvSpPr>
          <p:cNvPr id="246" name="b_small_bar_ellipse_2484">
            <a:extLst>
              <a:ext uri="{FF2B5EF4-FFF2-40B4-BE49-F238E27FC236}">
                <a16:creationId xmlns:a16="http://schemas.microsoft.com/office/drawing/2014/main" id="{3C7D0C55-9D99-4706-8A08-71E776F5137C}"/>
              </a:ext>
            </a:extLst>
          </p:cNvPr>
          <p:cNvSpPr>
            <a:spLocks noGrp="1"/>
          </p:cNvSpPr>
          <p:nvPr/>
        </p:nvSpPr>
        <p:spPr>
          <a:xfrm>
            <a:off x="4356940" y="2025341"/>
            <a:ext cx="45341" cy="45341"/>
          </a:xfrm>
          <a:prstGeom prst="ellipse">
            <a:avLst/>
          </a:prstGeom>
          <a:solidFill>
            <a:srgbClr val="007C83">
              <a:alpha val="40000"/>
            </a:srgbClr>
          </a:solidFill>
          <a:ln w="0">
            <a:noFill/>
            <a:prstDash val="solid"/>
          </a:ln>
        </p:spPr>
      </p:sp>
      <p:sp>
        <p:nvSpPr>
          <p:cNvPr id="247" name="b_small_bar_ellipse_2485">
            <a:extLst>
              <a:ext uri="{FF2B5EF4-FFF2-40B4-BE49-F238E27FC236}">
                <a16:creationId xmlns:a16="http://schemas.microsoft.com/office/drawing/2014/main" id="{ABC05BED-AE24-43B9-A6B7-9AFAC56C3D3F}"/>
              </a:ext>
            </a:extLst>
          </p:cNvPr>
          <p:cNvSpPr>
            <a:spLocks noGrp="1"/>
          </p:cNvSpPr>
          <p:nvPr/>
        </p:nvSpPr>
        <p:spPr>
          <a:xfrm>
            <a:off x="4363620" y="2025341"/>
            <a:ext cx="45341" cy="45341"/>
          </a:xfrm>
          <a:prstGeom prst="ellipse">
            <a:avLst/>
          </a:prstGeom>
          <a:solidFill>
            <a:srgbClr val="007C83">
              <a:alpha val="40000"/>
            </a:srgbClr>
          </a:solidFill>
          <a:ln w="0">
            <a:noFill/>
            <a:prstDash val="solid"/>
          </a:ln>
        </p:spPr>
      </p:sp>
      <p:sp>
        <p:nvSpPr>
          <p:cNvPr id="248" name="b_small_bar_ellipse_2486">
            <a:extLst>
              <a:ext uri="{FF2B5EF4-FFF2-40B4-BE49-F238E27FC236}">
                <a16:creationId xmlns:a16="http://schemas.microsoft.com/office/drawing/2014/main" id="{95BFD45B-FFDC-47B0-A205-16F3E254490D}"/>
              </a:ext>
            </a:extLst>
          </p:cNvPr>
          <p:cNvSpPr>
            <a:spLocks noGrp="1"/>
          </p:cNvSpPr>
          <p:nvPr/>
        </p:nvSpPr>
        <p:spPr>
          <a:xfrm>
            <a:off x="4266994" y="3386126"/>
            <a:ext cx="45341" cy="45341"/>
          </a:xfrm>
          <a:prstGeom prst="ellipse">
            <a:avLst/>
          </a:prstGeom>
          <a:solidFill>
            <a:srgbClr val="007C83">
              <a:alpha val="40000"/>
            </a:srgbClr>
          </a:solidFill>
          <a:ln w="0">
            <a:noFill/>
            <a:prstDash val="solid"/>
          </a:ln>
        </p:spPr>
      </p:sp>
      <p:sp>
        <p:nvSpPr>
          <p:cNvPr id="249" name="b_small_bar_ellipse_2487">
            <a:extLst>
              <a:ext uri="{FF2B5EF4-FFF2-40B4-BE49-F238E27FC236}">
                <a16:creationId xmlns:a16="http://schemas.microsoft.com/office/drawing/2014/main" id="{D3C9367D-9310-4AA4-AFEF-260F42D261E5}"/>
              </a:ext>
            </a:extLst>
          </p:cNvPr>
          <p:cNvSpPr>
            <a:spLocks noGrp="1"/>
          </p:cNvSpPr>
          <p:nvPr/>
        </p:nvSpPr>
        <p:spPr>
          <a:xfrm>
            <a:off x="4370023" y="4052042"/>
            <a:ext cx="45341" cy="45341"/>
          </a:xfrm>
          <a:prstGeom prst="ellipse">
            <a:avLst/>
          </a:prstGeom>
          <a:solidFill>
            <a:srgbClr val="007C83">
              <a:alpha val="40000"/>
            </a:srgbClr>
          </a:solidFill>
          <a:ln w="0">
            <a:noFill/>
            <a:prstDash val="solid"/>
          </a:ln>
        </p:spPr>
      </p:sp>
      <p:sp>
        <p:nvSpPr>
          <p:cNvPr id="250" name="b_small_bar_ellipse_2488">
            <a:extLst>
              <a:ext uri="{FF2B5EF4-FFF2-40B4-BE49-F238E27FC236}">
                <a16:creationId xmlns:a16="http://schemas.microsoft.com/office/drawing/2014/main" id="{FFE0EAE7-9FA6-40C1-B4BC-16960A1581EE}"/>
              </a:ext>
            </a:extLst>
          </p:cNvPr>
          <p:cNvSpPr>
            <a:spLocks noGrp="1"/>
          </p:cNvSpPr>
          <p:nvPr/>
        </p:nvSpPr>
        <p:spPr>
          <a:xfrm>
            <a:off x="4265892" y="4457382"/>
            <a:ext cx="45341" cy="45341"/>
          </a:xfrm>
          <a:prstGeom prst="ellipse">
            <a:avLst/>
          </a:prstGeom>
          <a:solidFill>
            <a:srgbClr val="007C83">
              <a:alpha val="40000"/>
            </a:srgbClr>
          </a:solidFill>
          <a:ln w="0">
            <a:noFill/>
            <a:prstDash val="solid"/>
          </a:ln>
        </p:spPr>
      </p:sp>
      <p:sp>
        <p:nvSpPr>
          <p:cNvPr id="251" name="b_small_bar_ellipse_2489">
            <a:extLst>
              <a:ext uri="{FF2B5EF4-FFF2-40B4-BE49-F238E27FC236}">
                <a16:creationId xmlns:a16="http://schemas.microsoft.com/office/drawing/2014/main" id="{9E4EEF41-2FC5-40AC-933A-BFDDA8986C11}"/>
              </a:ext>
            </a:extLst>
          </p:cNvPr>
          <p:cNvSpPr>
            <a:spLocks noGrp="1"/>
          </p:cNvSpPr>
          <p:nvPr/>
        </p:nvSpPr>
        <p:spPr>
          <a:xfrm>
            <a:off x="4178726" y="4426982"/>
            <a:ext cx="45341" cy="45341"/>
          </a:xfrm>
          <a:prstGeom prst="ellipse">
            <a:avLst/>
          </a:prstGeom>
          <a:solidFill>
            <a:srgbClr val="007C83">
              <a:alpha val="40000"/>
            </a:srgbClr>
          </a:solidFill>
          <a:ln w="0">
            <a:noFill/>
            <a:prstDash val="solid"/>
          </a:ln>
        </p:spPr>
      </p:sp>
      <p:sp>
        <p:nvSpPr>
          <p:cNvPr id="252" name="b_small_bar_ellipse_2490">
            <a:extLst>
              <a:ext uri="{FF2B5EF4-FFF2-40B4-BE49-F238E27FC236}">
                <a16:creationId xmlns:a16="http://schemas.microsoft.com/office/drawing/2014/main" id="{3B4F64B2-B5C1-41FC-AAF8-9A8D4E7D2CB4}"/>
              </a:ext>
            </a:extLst>
          </p:cNvPr>
          <p:cNvSpPr>
            <a:spLocks noGrp="1"/>
          </p:cNvSpPr>
          <p:nvPr/>
        </p:nvSpPr>
        <p:spPr>
          <a:xfrm>
            <a:off x="4203564" y="2025341"/>
            <a:ext cx="45341" cy="45341"/>
          </a:xfrm>
          <a:prstGeom prst="ellipse">
            <a:avLst/>
          </a:prstGeom>
          <a:solidFill>
            <a:srgbClr val="007C83">
              <a:alpha val="40000"/>
            </a:srgbClr>
          </a:solidFill>
          <a:ln w="0">
            <a:noFill/>
            <a:prstDash val="solid"/>
          </a:ln>
        </p:spPr>
      </p:sp>
      <p:sp>
        <p:nvSpPr>
          <p:cNvPr id="253" name="b_small_bar_ellipse_2491">
            <a:extLst>
              <a:ext uri="{FF2B5EF4-FFF2-40B4-BE49-F238E27FC236}">
                <a16:creationId xmlns:a16="http://schemas.microsoft.com/office/drawing/2014/main" id="{BB44105B-3677-4454-A209-B90CFDB5D963}"/>
              </a:ext>
            </a:extLst>
          </p:cNvPr>
          <p:cNvSpPr>
            <a:spLocks noGrp="1"/>
          </p:cNvSpPr>
          <p:nvPr/>
        </p:nvSpPr>
        <p:spPr>
          <a:xfrm>
            <a:off x="4329216" y="2025341"/>
            <a:ext cx="45341" cy="45341"/>
          </a:xfrm>
          <a:prstGeom prst="ellipse">
            <a:avLst/>
          </a:prstGeom>
          <a:solidFill>
            <a:srgbClr val="007C83">
              <a:alpha val="40000"/>
            </a:srgbClr>
          </a:solidFill>
          <a:ln w="0">
            <a:noFill/>
            <a:prstDash val="solid"/>
          </a:ln>
        </p:spPr>
      </p:sp>
      <p:sp>
        <p:nvSpPr>
          <p:cNvPr id="254" name="b_small_bar_ellipse_2492">
            <a:extLst>
              <a:ext uri="{FF2B5EF4-FFF2-40B4-BE49-F238E27FC236}">
                <a16:creationId xmlns:a16="http://schemas.microsoft.com/office/drawing/2014/main" id="{10E73ED5-B232-43C9-9062-65011E58120E}"/>
              </a:ext>
            </a:extLst>
          </p:cNvPr>
          <p:cNvSpPr>
            <a:spLocks noGrp="1"/>
          </p:cNvSpPr>
          <p:nvPr/>
        </p:nvSpPr>
        <p:spPr>
          <a:xfrm>
            <a:off x="4271875" y="4457382"/>
            <a:ext cx="45341" cy="45341"/>
          </a:xfrm>
          <a:prstGeom prst="ellipse">
            <a:avLst/>
          </a:prstGeom>
          <a:solidFill>
            <a:srgbClr val="007C83">
              <a:alpha val="40000"/>
            </a:srgbClr>
          </a:solidFill>
          <a:ln w="0">
            <a:noFill/>
            <a:prstDash val="solid"/>
          </a:ln>
        </p:spPr>
      </p:sp>
      <p:sp>
        <p:nvSpPr>
          <p:cNvPr id="255" name="b_small_bar_ellipse_2493">
            <a:extLst>
              <a:ext uri="{FF2B5EF4-FFF2-40B4-BE49-F238E27FC236}">
                <a16:creationId xmlns:a16="http://schemas.microsoft.com/office/drawing/2014/main" id="{0642F3F0-8B82-4E1F-AABA-13A95504F319}"/>
              </a:ext>
            </a:extLst>
          </p:cNvPr>
          <p:cNvSpPr>
            <a:spLocks noGrp="1"/>
          </p:cNvSpPr>
          <p:nvPr/>
        </p:nvSpPr>
        <p:spPr>
          <a:xfrm>
            <a:off x="4227682" y="2025341"/>
            <a:ext cx="45341" cy="45341"/>
          </a:xfrm>
          <a:prstGeom prst="ellipse">
            <a:avLst/>
          </a:prstGeom>
          <a:solidFill>
            <a:srgbClr val="007C83">
              <a:alpha val="40000"/>
            </a:srgbClr>
          </a:solidFill>
          <a:ln w="0">
            <a:noFill/>
            <a:prstDash val="solid"/>
          </a:ln>
        </p:spPr>
      </p:sp>
      <p:sp>
        <p:nvSpPr>
          <p:cNvPr id="256" name="b_small_bar_ellipse_2494">
            <a:extLst>
              <a:ext uri="{FF2B5EF4-FFF2-40B4-BE49-F238E27FC236}">
                <a16:creationId xmlns:a16="http://schemas.microsoft.com/office/drawing/2014/main" id="{B006B8BD-5ABB-42B6-B34A-B2EA50A56B4C}"/>
              </a:ext>
            </a:extLst>
          </p:cNvPr>
          <p:cNvSpPr>
            <a:spLocks noGrp="1"/>
          </p:cNvSpPr>
          <p:nvPr/>
        </p:nvSpPr>
        <p:spPr>
          <a:xfrm>
            <a:off x="4377204" y="2498238"/>
            <a:ext cx="45341" cy="45341"/>
          </a:xfrm>
          <a:prstGeom prst="ellipse">
            <a:avLst/>
          </a:prstGeom>
          <a:solidFill>
            <a:srgbClr val="007C83">
              <a:alpha val="40000"/>
            </a:srgbClr>
          </a:solidFill>
          <a:ln w="0">
            <a:noFill/>
            <a:prstDash val="solid"/>
          </a:ln>
        </p:spPr>
      </p:sp>
      <p:sp>
        <p:nvSpPr>
          <p:cNvPr id="257" name="b_small_bar_ellipse_2495">
            <a:extLst>
              <a:ext uri="{FF2B5EF4-FFF2-40B4-BE49-F238E27FC236}">
                <a16:creationId xmlns:a16="http://schemas.microsoft.com/office/drawing/2014/main" id="{3C01BCA0-DE37-44C3-8420-0E1236AFD2F5}"/>
              </a:ext>
            </a:extLst>
          </p:cNvPr>
          <p:cNvSpPr>
            <a:spLocks noGrp="1"/>
          </p:cNvSpPr>
          <p:nvPr/>
        </p:nvSpPr>
        <p:spPr>
          <a:xfrm>
            <a:off x="4264494" y="4457382"/>
            <a:ext cx="45341" cy="45341"/>
          </a:xfrm>
          <a:prstGeom prst="ellipse">
            <a:avLst/>
          </a:prstGeom>
          <a:solidFill>
            <a:srgbClr val="007C83">
              <a:alpha val="40000"/>
            </a:srgbClr>
          </a:solidFill>
          <a:ln w="0">
            <a:noFill/>
            <a:prstDash val="solid"/>
          </a:ln>
        </p:spPr>
      </p:sp>
      <p:sp>
        <p:nvSpPr>
          <p:cNvPr id="258" name="b_small_bar_ellipse_2496">
            <a:extLst>
              <a:ext uri="{FF2B5EF4-FFF2-40B4-BE49-F238E27FC236}">
                <a16:creationId xmlns:a16="http://schemas.microsoft.com/office/drawing/2014/main" id="{ACEEDC59-B182-45B2-8299-C6C5279BD582}"/>
              </a:ext>
            </a:extLst>
          </p:cNvPr>
          <p:cNvSpPr>
            <a:spLocks noGrp="1"/>
          </p:cNvSpPr>
          <p:nvPr/>
        </p:nvSpPr>
        <p:spPr>
          <a:xfrm>
            <a:off x="4280935" y="2025341"/>
            <a:ext cx="45341" cy="45341"/>
          </a:xfrm>
          <a:prstGeom prst="ellipse">
            <a:avLst/>
          </a:prstGeom>
          <a:solidFill>
            <a:srgbClr val="007C83">
              <a:alpha val="40000"/>
            </a:srgbClr>
          </a:solidFill>
          <a:ln w="0">
            <a:noFill/>
            <a:prstDash val="solid"/>
          </a:ln>
        </p:spPr>
      </p:sp>
      <p:sp>
        <p:nvSpPr>
          <p:cNvPr id="259" name="b_small_bar_ellipse_2497">
            <a:extLst>
              <a:ext uri="{FF2B5EF4-FFF2-40B4-BE49-F238E27FC236}">
                <a16:creationId xmlns:a16="http://schemas.microsoft.com/office/drawing/2014/main" id="{88216CDD-DA9B-4F52-BF2A-A43E539E223D}"/>
              </a:ext>
            </a:extLst>
          </p:cNvPr>
          <p:cNvSpPr>
            <a:spLocks noGrp="1"/>
          </p:cNvSpPr>
          <p:nvPr/>
        </p:nvSpPr>
        <p:spPr>
          <a:xfrm>
            <a:off x="4252552" y="2025341"/>
            <a:ext cx="45341" cy="45341"/>
          </a:xfrm>
          <a:prstGeom prst="ellipse">
            <a:avLst/>
          </a:prstGeom>
          <a:solidFill>
            <a:srgbClr val="007C83">
              <a:alpha val="40000"/>
            </a:srgbClr>
          </a:solidFill>
          <a:ln w="0">
            <a:noFill/>
            <a:prstDash val="solid"/>
          </a:ln>
        </p:spPr>
      </p:sp>
      <p:sp>
        <p:nvSpPr>
          <p:cNvPr id="260" name="b_small_bar_ellipse_2498">
            <a:extLst>
              <a:ext uri="{FF2B5EF4-FFF2-40B4-BE49-F238E27FC236}">
                <a16:creationId xmlns:a16="http://schemas.microsoft.com/office/drawing/2014/main" id="{729A86DB-9D7F-4259-B3A6-7B30411CB3AC}"/>
              </a:ext>
            </a:extLst>
          </p:cNvPr>
          <p:cNvSpPr>
            <a:spLocks noGrp="1"/>
          </p:cNvSpPr>
          <p:nvPr/>
        </p:nvSpPr>
        <p:spPr>
          <a:xfrm>
            <a:off x="4348665" y="2025341"/>
            <a:ext cx="45341" cy="45341"/>
          </a:xfrm>
          <a:prstGeom prst="ellipse">
            <a:avLst/>
          </a:prstGeom>
          <a:solidFill>
            <a:srgbClr val="007C83">
              <a:alpha val="40000"/>
            </a:srgbClr>
          </a:solidFill>
          <a:ln w="0">
            <a:noFill/>
            <a:prstDash val="solid"/>
          </a:ln>
        </p:spPr>
      </p:sp>
      <p:sp>
        <p:nvSpPr>
          <p:cNvPr id="261" name="b_small_bar_ellipse_2499">
            <a:extLst>
              <a:ext uri="{FF2B5EF4-FFF2-40B4-BE49-F238E27FC236}">
                <a16:creationId xmlns:a16="http://schemas.microsoft.com/office/drawing/2014/main" id="{0AAD779C-0C8D-4271-9AA3-9E6265D6E8F6}"/>
              </a:ext>
            </a:extLst>
          </p:cNvPr>
          <p:cNvSpPr>
            <a:spLocks noGrp="1"/>
          </p:cNvSpPr>
          <p:nvPr/>
        </p:nvSpPr>
        <p:spPr>
          <a:xfrm>
            <a:off x="4331658" y="2025341"/>
            <a:ext cx="45341" cy="45341"/>
          </a:xfrm>
          <a:prstGeom prst="ellipse">
            <a:avLst/>
          </a:prstGeom>
          <a:solidFill>
            <a:srgbClr val="007C83">
              <a:alpha val="40000"/>
            </a:srgbClr>
          </a:solidFill>
          <a:ln w="0">
            <a:noFill/>
            <a:prstDash val="solid"/>
          </a:ln>
        </p:spPr>
      </p:sp>
      <p:sp>
        <p:nvSpPr>
          <p:cNvPr id="262" name="b_small_bar_ellipse_2500">
            <a:extLst>
              <a:ext uri="{FF2B5EF4-FFF2-40B4-BE49-F238E27FC236}">
                <a16:creationId xmlns:a16="http://schemas.microsoft.com/office/drawing/2014/main" id="{83FE2B88-03A7-416B-BB63-D6D2CA5103AD}"/>
              </a:ext>
            </a:extLst>
          </p:cNvPr>
          <p:cNvSpPr>
            <a:spLocks noGrp="1"/>
          </p:cNvSpPr>
          <p:nvPr/>
        </p:nvSpPr>
        <p:spPr>
          <a:xfrm>
            <a:off x="4352120" y="3849372"/>
            <a:ext cx="45341" cy="45341"/>
          </a:xfrm>
          <a:prstGeom prst="ellipse">
            <a:avLst/>
          </a:prstGeom>
          <a:solidFill>
            <a:srgbClr val="007C83">
              <a:alpha val="40000"/>
            </a:srgbClr>
          </a:solidFill>
          <a:ln w="0">
            <a:noFill/>
            <a:prstDash val="solid"/>
          </a:ln>
        </p:spPr>
      </p:sp>
      <p:sp>
        <p:nvSpPr>
          <p:cNvPr id="263" name="b_small_bar_ellipse_2501">
            <a:extLst>
              <a:ext uri="{FF2B5EF4-FFF2-40B4-BE49-F238E27FC236}">
                <a16:creationId xmlns:a16="http://schemas.microsoft.com/office/drawing/2014/main" id="{65659A89-D0B1-4455-BD3A-B17B456D7B99}"/>
              </a:ext>
            </a:extLst>
          </p:cNvPr>
          <p:cNvSpPr>
            <a:spLocks noGrp="1"/>
          </p:cNvSpPr>
          <p:nvPr/>
        </p:nvSpPr>
        <p:spPr>
          <a:xfrm>
            <a:off x="4350068" y="4167854"/>
            <a:ext cx="45341" cy="45341"/>
          </a:xfrm>
          <a:prstGeom prst="ellipse">
            <a:avLst/>
          </a:prstGeom>
          <a:solidFill>
            <a:srgbClr val="007C83">
              <a:alpha val="40000"/>
            </a:srgbClr>
          </a:solidFill>
          <a:ln w="0">
            <a:noFill/>
            <a:prstDash val="solid"/>
          </a:ln>
        </p:spPr>
      </p:sp>
      <p:sp>
        <p:nvSpPr>
          <p:cNvPr id="264" name="b_small_bar_ellipse_2502">
            <a:extLst>
              <a:ext uri="{FF2B5EF4-FFF2-40B4-BE49-F238E27FC236}">
                <a16:creationId xmlns:a16="http://schemas.microsoft.com/office/drawing/2014/main" id="{30EA4390-199A-4578-A68F-100E87B870C3}"/>
              </a:ext>
            </a:extLst>
          </p:cNvPr>
          <p:cNvSpPr>
            <a:spLocks noGrp="1"/>
          </p:cNvSpPr>
          <p:nvPr/>
        </p:nvSpPr>
        <p:spPr>
          <a:xfrm>
            <a:off x="4175160" y="2025341"/>
            <a:ext cx="45341" cy="45341"/>
          </a:xfrm>
          <a:prstGeom prst="ellipse">
            <a:avLst/>
          </a:prstGeom>
          <a:solidFill>
            <a:srgbClr val="007C83">
              <a:alpha val="40000"/>
            </a:srgbClr>
          </a:solidFill>
          <a:ln w="0">
            <a:noFill/>
            <a:prstDash val="solid"/>
          </a:ln>
        </p:spPr>
      </p:sp>
      <p:sp>
        <p:nvSpPr>
          <p:cNvPr id="265" name="b_small_bar_ellipse_2503">
            <a:extLst>
              <a:ext uri="{FF2B5EF4-FFF2-40B4-BE49-F238E27FC236}">
                <a16:creationId xmlns:a16="http://schemas.microsoft.com/office/drawing/2014/main" id="{7DC7C748-8041-45B8-B758-BCBE4F1BF388}"/>
              </a:ext>
            </a:extLst>
          </p:cNvPr>
          <p:cNvSpPr>
            <a:spLocks noGrp="1"/>
          </p:cNvSpPr>
          <p:nvPr/>
        </p:nvSpPr>
        <p:spPr>
          <a:xfrm>
            <a:off x="4238288" y="2025341"/>
            <a:ext cx="45341" cy="45341"/>
          </a:xfrm>
          <a:prstGeom prst="ellipse">
            <a:avLst/>
          </a:prstGeom>
          <a:solidFill>
            <a:srgbClr val="007C83">
              <a:alpha val="40000"/>
            </a:srgbClr>
          </a:solidFill>
          <a:ln w="0">
            <a:noFill/>
            <a:prstDash val="solid"/>
          </a:ln>
        </p:spPr>
      </p:sp>
      <p:sp>
        <p:nvSpPr>
          <p:cNvPr id="266" name="b_small_bar_ellipse_2504">
            <a:extLst>
              <a:ext uri="{FF2B5EF4-FFF2-40B4-BE49-F238E27FC236}">
                <a16:creationId xmlns:a16="http://schemas.microsoft.com/office/drawing/2014/main" id="{807DACE5-C408-4111-BB0D-FD548ADFFC52}"/>
              </a:ext>
            </a:extLst>
          </p:cNvPr>
          <p:cNvSpPr>
            <a:spLocks noGrp="1"/>
          </p:cNvSpPr>
          <p:nvPr/>
        </p:nvSpPr>
        <p:spPr>
          <a:xfrm>
            <a:off x="4207307" y="4168988"/>
            <a:ext cx="45341" cy="45341"/>
          </a:xfrm>
          <a:prstGeom prst="ellipse">
            <a:avLst/>
          </a:prstGeom>
          <a:solidFill>
            <a:srgbClr val="007C83">
              <a:alpha val="40000"/>
            </a:srgbClr>
          </a:solidFill>
          <a:ln w="0">
            <a:noFill/>
            <a:prstDash val="solid"/>
          </a:ln>
        </p:spPr>
      </p:sp>
      <p:sp>
        <p:nvSpPr>
          <p:cNvPr id="267" name="b_small_bar_ellipse_2505">
            <a:extLst>
              <a:ext uri="{FF2B5EF4-FFF2-40B4-BE49-F238E27FC236}">
                <a16:creationId xmlns:a16="http://schemas.microsoft.com/office/drawing/2014/main" id="{4B4677A4-974A-4AC8-8A02-E10D570A5205}"/>
              </a:ext>
            </a:extLst>
          </p:cNvPr>
          <p:cNvSpPr>
            <a:spLocks noGrp="1"/>
          </p:cNvSpPr>
          <p:nvPr/>
        </p:nvSpPr>
        <p:spPr>
          <a:xfrm>
            <a:off x="4337502" y="2025341"/>
            <a:ext cx="45341" cy="45341"/>
          </a:xfrm>
          <a:prstGeom prst="ellipse">
            <a:avLst/>
          </a:prstGeom>
          <a:solidFill>
            <a:srgbClr val="007C83">
              <a:alpha val="40000"/>
            </a:srgbClr>
          </a:solidFill>
          <a:ln w="0">
            <a:noFill/>
            <a:prstDash val="solid"/>
          </a:ln>
        </p:spPr>
      </p:sp>
      <p:sp>
        <p:nvSpPr>
          <p:cNvPr id="268" name="b_small_bar_ellipse_2506">
            <a:extLst>
              <a:ext uri="{FF2B5EF4-FFF2-40B4-BE49-F238E27FC236}">
                <a16:creationId xmlns:a16="http://schemas.microsoft.com/office/drawing/2014/main" id="{EC7F57A5-3E87-4594-B88F-5F3CDD039B9C}"/>
              </a:ext>
            </a:extLst>
          </p:cNvPr>
          <p:cNvSpPr>
            <a:spLocks noGrp="1"/>
          </p:cNvSpPr>
          <p:nvPr/>
        </p:nvSpPr>
        <p:spPr>
          <a:xfrm>
            <a:off x="4263767" y="4457382"/>
            <a:ext cx="45341" cy="45341"/>
          </a:xfrm>
          <a:prstGeom prst="ellipse">
            <a:avLst/>
          </a:prstGeom>
          <a:solidFill>
            <a:srgbClr val="007C83">
              <a:alpha val="40000"/>
            </a:srgbClr>
          </a:solidFill>
          <a:ln w="0">
            <a:noFill/>
            <a:prstDash val="solid"/>
          </a:ln>
        </p:spPr>
      </p:sp>
      <p:sp>
        <p:nvSpPr>
          <p:cNvPr id="269" name="b_small_bar_ellipse_2507">
            <a:extLst>
              <a:ext uri="{FF2B5EF4-FFF2-40B4-BE49-F238E27FC236}">
                <a16:creationId xmlns:a16="http://schemas.microsoft.com/office/drawing/2014/main" id="{345482AC-916E-4AC0-8187-8A5CA72E02DE}"/>
              </a:ext>
            </a:extLst>
          </p:cNvPr>
          <p:cNvSpPr>
            <a:spLocks noGrp="1"/>
          </p:cNvSpPr>
          <p:nvPr/>
        </p:nvSpPr>
        <p:spPr>
          <a:xfrm>
            <a:off x="4210511" y="3849372"/>
            <a:ext cx="45341" cy="45341"/>
          </a:xfrm>
          <a:prstGeom prst="ellipse">
            <a:avLst/>
          </a:prstGeom>
          <a:solidFill>
            <a:srgbClr val="007C83">
              <a:alpha val="40000"/>
            </a:srgbClr>
          </a:solidFill>
          <a:ln w="0">
            <a:noFill/>
            <a:prstDash val="solid"/>
          </a:ln>
        </p:spPr>
      </p:sp>
      <p:sp>
        <p:nvSpPr>
          <p:cNvPr id="270" name="b_small_bar_ellipse_2508">
            <a:extLst>
              <a:ext uri="{FF2B5EF4-FFF2-40B4-BE49-F238E27FC236}">
                <a16:creationId xmlns:a16="http://schemas.microsoft.com/office/drawing/2014/main" id="{6B17AAAD-2C0B-46D2-977D-7B776C5DC057}"/>
              </a:ext>
            </a:extLst>
          </p:cNvPr>
          <p:cNvSpPr>
            <a:spLocks noGrp="1"/>
          </p:cNvSpPr>
          <p:nvPr/>
        </p:nvSpPr>
        <p:spPr>
          <a:xfrm>
            <a:off x="4192933" y="4187155"/>
            <a:ext cx="45341" cy="45341"/>
          </a:xfrm>
          <a:prstGeom prst="ellipse">
            <a:avLst/>
          </a:prstGeom>
          <a:solidFill>
            <a:srgbClr val="007C83">
              <a:alpha val="40000"/>
            </a:srgbClr>
          </a:solidFill>
          <a:ln w="0">
            <a:noFill/>
            <a:prstDash val="solid"/>
          </a:ln>
        </p:spPr>
      </p:sp>
      <p:sp>
        <p:nvSpPr>
          <p:cNvPr id="271" name="b_small_bar_ellipse_2509">
            <a:extLst>
              <a:ext uri="{FF2B5EF4-FFF2-40B4-BE49-F238E27FC236}">
                <a16:creationId xmlns:a16="http://schemas.microsoft.com/office/drawing/2014/main" id="{C0DE482C-94F5-4D3B-AAEE-B3F68FEAAB59}"/>
              </a:ext>
            </a:extLst>
          </p:cNvPr>
          <p:cNvSpPr>
            <a:spLocks noGrp="1"/>
          </p:cNvSpPr>
          <p:nvPr/>
        </p:nvSpPr>
        <p:spPr>
          <a:xfrm>
            <a:off x="4285805" y="3241362"/>
            <a:ext cx="45341" cy="45341"/>
          </a:xfrm>
          <a:prstGeom prst="ellipse">
            <a:avLst/>
          </a:prstGeom>
          <a:solidFill>
            <a:srgbClr val="007C83">
              <a:alpha val="40000"/>
            </a:srgbClr>
          </a:solidFill>
          <a:ln w="0">
            <a:noFill/>
            <a:prstDash val="solid"/>
          </a:ln>
        </p:spPr>
      </p:sp>
      <p:sp>
        <p:nvSpPr>
          <p:cNvPr id="272" name="b_small_bar_ellipse_2510">
            <a:extLst>
              <a:ext uri="{FF2B5EF4-FFF2-40B4-BE49-F238E27FC236}">
                <a16:creationId xmlns:a16="http://schemas.microsoft.com/office/drawing/2014/main" id="{DB82B933-1799-46F9-8AD0-1323DE1A40FC}"/>
              </a:ext>
            </a:extLst>
          </p:cNvPr>
          <p:cNvSpPr>
            <a:spLocks noGrp="1"/>
          </p:cNvSpPr>
          <p:nvPr/>
        </p:nvSpPr>
        <p:spPr>
          <a:xfrm>
            <a:off x="4290803" y="4457382"/>
            <a:ext cx="45341" cy="45341"/>
          </a:xfrm>
          <a:prstGeom prst="ellipse">
            <a:avLst/>
          </a:prstGeom>
          <a:solidFill>
            <a:srgbClr val="007C83">
              <a:alpha val="40000"/>
            </a:srgbClr>
          </a:solidFill>
          <a:ln w="0">
            <a:noFill/>
            <a:prstDash val="solid"/>
          </a:ln>
        </p:spPr>
      </p:sp>
      <p:sp>
        <p:nvSpPr>
          <p:cNvPr id="273" name="b_small_bar_ellipse_2511">
            <a:extLst>
              <a:ext uri="{FF2B5EF4-FFF2-40B4-BE49-F238E27FC236}">
                <a16:creationId xmlns:a16="http://schemas.microsoft.com/office/drawing/2014/main" id="{882055AC-6205-4D69-B177-833501861E88}"/>
              </a:ext>
            </a:extLst>
          </p:cNvPr>
          <p:cNvSpPr>
            <a:spLocks noGrp="1"/>
          </p:cNvSpPr>
          <p:nvPr/>
        </p:nvSpPr>
        <p:spPr>
          <a:xfrm>
            <a:off x="4369252" y="3378164"/>
            <a:ext cx="45341" cy="45341"/>
          </a:xfrm>
          <a:prstGeom prst="ellipse">
            <a:avLst/>
          </a:prstGeom>
          <a:solidFill>
            <a:srgbClr val="007C83">
              <a:alpha val="40000"/>
            </a:srgbClr>
          </a:solidFill>
          <a:ln w="0">
            <a:noFill/>
            <a:prstDash val="solid"/>
          </a:ln>
        </p:spPr>
      </p:sp>
      <p:sp>
        <p:nvSpPr>
          <p:cNvPr id="274" name="b_small_bar_ellipse_2512">
            <a:extLst>
              <a:ext uri="{FF2B5EF4-FFF2-40B4-BE49-F238E27FC236}">
                <a16:creationId xmlns:a16="http://schemas.microsoft.com/office/drawing/2014/main" id="{403F1090-F2B9-4CCB-BAC9-4F57F2996384}"/>
              </a:ext>
            </a:extLst>
          </p:cNvPr>
          <p:cNvSpPr>
            <a:spLocks noGrp="1"/>
          </p:cNvSpPr>
          <p:nvPr/>
        </p:nvSpPr>
        <p:spPr>
          <a:xfrm>
            <a:off x="4245721" y="2430681"/>
            <a:ext cx="45341" cy="45341"/>
          </a:xfrm>
          <a:prstGeom prst="ellipse">
            <a:avLst/>
          </a:prstGeom>
          <a:solidFill>
            <a:srgbClr val="007C83">
              <a:alpha val="40000"/>
            </a:srgbClr>
          </a:solidFill>
          <a:ln w="0">
            <a:noFill/>
            <a:prstDash val="solid"/>
          </a:ln>
        </p:spPr>
      </p:sp>
      <p:sp>
        <p:nvSpPr>
          <p:cNvPr id="275" name="b_small_bar_ellipse_2513">
            <a:extLst>
              <a:ext uri="{FF2B5EF4-FFF2-40B4-BE49-F238E27FC236}">
                <a16:creationId xmlns:a16="http://schemas.microsoft.com/office/drawing/2014/main" id="{C400BA95-5ACC-4BEF-A0A9-8A6073FEA707}"/>
              </a:ext>
            </a:extLst>
          </p:cNvPr>
          <p:cNvSpPr>
            <a:spLocks noGrp="1"/>
          </p:cNvSpPr>
          <p:nvPr/>
        </p:nvSpPr>
        <p:spPr>
          <a:xfrm>
            <a:off x="4367587" y="2805621"/>
            <a:ext cx="45341" cy="45341"/>
          </a:xfrm>
          <a:prstGeom prst="ellipse">
            <a:avLst/>
          </a:prstGeom>
          <a:solidFill>
            <a:srgbClr val="007C83">
              <a:alpha val="40000"/>
            </a:srgbClr>
          </a:solidFill>
          <a:ln w="0">
            <a:noFill/>
            <a:prstDash val="solid"/>
          </a:ln>
        </p:spPr>
      </p:sp>
      <p:sp>
        <p:nvSpPr>
          <p:cNvPr id="276" name="b_small_bar_ellipse_2514">
            <a:extLst>
              <a:ext uri="{FF2B5EF4-FFF2-40B4-BE49-F238E27FC236}">
                <a16:creationId xmlns:a16="http://schemas.microsoft.com/office/drawing/2014/main" id="{76BD46C6-7ECF-45B4-A571-760FF6E62621}"/>
              </a:ext>
            </a:extLst>
          </p:cNvPr>
          <p:cNvSpPr>
            <a:spLocks noGrp="1"/>
          </p:cNvSpPr>
          <p:nvPr/>
        </p:nvSpPr>
        <p:spPr>
          <a:xfrm>
            <a:off x="4174781" y="2025341"/>
            <a:ext cx="45341" cy="45341"/>
          </a:xfrm>
          <a:prstGeom prst="ellipse">
            <a:avLst/>
          </a:prstGeom>
          <a:solidFill>
            <a:srgbClr val="007C83">
              <a:alpha val="40000"/>
            </a:srgbClr>
          </a:solidFill>
          <a:ln w="0">
            <a:noFill/>
            <a:prstDash val="solid"/>
          </a:ln>
        </p:spPr>
      </p:sp>
      <p:sp>
        <p:nvSpPr>
          <p:cNvPr id="277" name="b_small_bar_ellipse_2515">
            <a:extLst>
              <a:ext uri="{FF2B5EF4-FFF2-40B4-BE49-F238E27FC236}">
                <a16:creationId xmlns:a16="http://schemas.microsoft.com/office/drawing/2014/main" id="{9947DFD8-DFFF-4C10-808C-E3CB9C8AF6DE}"/>
              </a:ext>
            </a:extLst>
          </p:cNvPr>
          <p:cNvSpPr>
            <a:spLocks noGrp="1"/>
          </p:cNvSpPr>
          <p:nvPr/>
        </p:nvSpPr>
        <p:spPr>
          <a:xfrm>
            <a:off x="4193536" y="2025341"/>
            <a:ext cx="45341" cy="45341"/>
          </a:xfrm>
          <a:prstGeom prst="ellipse">
            <a:avLst/>
          </a:prstGeom>
          <a:solidFill>
            <a:srgbClr val="007C83">
              <a:alpha val="40000"/>
            </a:srgbClr>
          </a:solidFill>
          <a:ln w="0">
            <a:noFill/>
            <a:prstDash val="solid"/>
          </a:ln>
        </p:spPr>
      </p:sp>
      <p:sp>
        <p:nvSpPr>
          <p:cNvPr id="278" name="b_small_bar_ellipse_2516">
            <a:extLst>
              <a:ext uri="{FF2B5EF4-FFF2-40B4-BE49-F238E27FC236}">
                <a16:creationId xmlns:a16="http://schemas.microsoft.com/office/drawing/2014/main" id="{CA393CE5-F645-4719-982F-3DC527706EB4}"/>
              </a:ext>
            </a:extLst>
          </p:cNvPr>
          <p:cNvSpPr>
            <a:spLocks noGrp="1"/>
          </p:cNvSpPr>
          <p:nvPr/>
        </p:nvSpPr>
        <p:spPr>
          <a:xfrm>
            <a:off x="4341608" y="4457382"/>
            <a:ext cx="45341" cy="45341"/>
          </a:xfrm>
          <a:prstGeom prst="ellipse">
            <a:avLst/>
          </a:prstGeom>
          <a:solidFill>
            <a:srgbClr val="007C83">
              <a:alpha val="40000"/>
            </a:srgbClr>
          </a:solidFill>
          <a:ln w="0">
            <a:noFill/>
            <a:prstDash val="solid"/>
          </a:ln>
        </p:spPr>
      </p:sp>
      <p:sp>
        <p:nvSpPr>
          <p:cNvPr id="279" name="b_small_bar_ellipse_2517">
            <a:extLst>
              <a:ext uri="{FF2B5EF4-FFF2-40B4-BE49-F238E27FC236}">
                <a16:creationId xmlns:a16="http://schemas.microsoft.com/office/drawing/2014/main" id="{B82F06F3-9FBE-4318-92A2-1F67280492D5}"/>
              </a:ext>
            </a:extLst>
          </p:cNvPr>
          <p:cNvSpPr>
            <a:spLocks noGrp="1"/>
          </p:cNvSpPr>
          <p:nvPr/>
        </p:nvSpPr>
        <p:spPr>
          <a:xfrm>
            <a:off x="4177711" y="2633351"/>
            <a:ext cx="45341" cy="45341"/>
          </a:xfrm>
          <a:prstGeom prst="ellipse">
            <a:avLst/>
          </a:prstGeom>
          <a:solidFill>
            <a:srgbClr val="007C83">
              <a:alpha val="40000"/>
            </a:srgbClr>
          </a:solidFill>
          <a:ln w="0">
            <a:noFill/>
            <a:prstDash val="solid"/>
          </a:ln>
        </p:spPr>
      </p:sp>
      <p:sp>
        <p:nvSpPr>
          <p:cNvPr id="280" name="b_small_bar_ellipse_2518">
            <a:extLst>
              <a:ext uri="{FF2B5EF4-FFF2-40B4-BE49-F238E27FC236}">
                <a16:creationId xmlns:a16="http://schemas.microsoft.com/office/drawing/2014/main" id="{7E8EE2EA-EC35-4CF1-A7CC-908AD5BB3431}"/>
              </a:ext>
            </a:extLst>
          </p:cNvPr>
          <p:cNvSpPr>
            <a:spLocks noGrp="1"/>
          </p:cNvSpPr>
          <p:nvPr/>
        </p:nvSpPr>
        <p:spPr>
          <a:xfrm>
            <a:off x="4238629" y="4457382"/>
            <a:ext cx="45341" cy="45341"/>
          </a:xfrm>
          <a:prstGeom prst="ellipse">
            <a:avLst/>
          </a:prstGeom>
          <a:solidFill>
            <a:srgbClr val="007C83">
              <a:alpha val="40000"/>
            </a:srgbClr>
          </a:solidFill>
          <a:ln w="0">
            <a:noFill/>
            <a:prstDash val="solid"/>
          </a:ln>
        </p:spPr>
      </p:sp>
      <p:sp>
        <p:nvSpPr>
          <p:cNvPr id="281" name="b_small_bar_ellipse_2519">
            <a:extLst>
              <a:ext uri="{FF2B5EF4-FFF2-40B4-BE49-F238E27FC236}">
                <a16:creationId xmlns:a16="http://schemas.microsoft.com/office/drawing/2014/main" id="{16693394-F5C2-4E3F-A40F-633A1A0A7995}"/>
              </a:ext>
            </a:extLst>
          </p:cNvPr>
          <p:cNvSpPr>
            <a:spLocks noGrp="1"/>
          </p:cNvSpPr>
          <p:nvPr/>
        </p:nvSpPr>
        <p:spPr>
          <a:xfrm>
            <a:off x="4366077" y="2025341"/>
            <a:ext cx="45341" cy="45341"/>
          </a:xfrm>
          <a:prstGeom prst="ellipse">
            <a:avLst/>
          </a:prstGeom>
          <a:solidFill>
            <a:srgbClr val="007C83">
              <a:alpha val="40000"/>
            </a:srgbClr>
          </a:solidFill>
          <a:ln w="0">
            <a:noFill/>
            <a:prstDash val="solid"/>
          </a:ln>
        </p:spPr>
      </p:sp>
      <p:sp>
        <p:nvSpPr>
          <p:cNvPr id="282" name="b_small_bar_ellipse_2520">
            <a:extLst>
              <a:ext uri="{FF2B5EF4-FFF2-40B4-BE49-F238E27FC236}">
                <a16:creationId xmlns:a16="http://schemas.microsoft.com/office/drawing/2014/main" id="{C6510659-3C22-40BB-919F-CEC429C59242}"/>
              </a:ext>
            </a:extLst>
          </p:cNvPr>
          <p:cNvSpPr>
            <a:spLocks noGrp="1"/>
          </p:cNvSpPr>
          <p:nvPr/>
        </p:nvSpPr>
        <p:spPr>
          <a:xfrm>
            <a:off x="4293200" y="4457382"/>
            <a:ext cx="45341" cy="45341"/>
          </a:xfrm>
          <a:prstGeom prst="ellipse">
            <a:avLst/>
          </a:prstGeom>
          <a:solidFill>
            <a:srgbClr val="007C83">
              <a:alpha val="40000"/>
            </a:srgbClr>
          </a:solidFill>
          <a:ln w="0">
            <a:noFill/>
            <a:prstDash val="solid"/>
          </a:ln>
        </p:spPr>
      </p:sp>
      <p:sp>
        <p:nvSpPr>
          <p:cNvPr id="283" name="b_small_bar_ellipse_2521">
            <a:extLst>
              <a:ext uri="{FF2B5EF4-FFF2-40B4-BE49-F238E27FC236}">
                <a16:creationId xmlns:a16="http://schemas.microsoft.com/office/drawing/2014/main" id="{EB29E320-F9BA-4D82-A0AE-3098A13581D0}"/>
              </a:ext>
            </a:extLst>
          </p:cNvPr>
          <p:cNvSpPr>
            <a:spLocks noGrp="1"/>
          </p:cNvSpPr>
          <p:nvPr/>
        </p:nvSpPr>
        <p:spPr>
          <a:xfrm>
            <a:off x="4256919" y="4416848"/>
            <a:ext cx="45341" cy="45341"/>
          </a:xfrm>
          <a:prstGeom prst="ellipse">
            <a:avLst/>
          </a:prstGeom>
          <a:solidFill>
            <a:srgbClr val="007C83">
              <a:alpha val="40000"/>
            </a:srgbClr>
          </a:solidFill>
          <a:ln w="0">
            <a:noFill/>
            <a:prstDash val="solid"/>
          </a:ln>
        </p:spPr>
      </p:sp>
      <p:sp>
        <p:nvSpPr>
          <p:cNvPr id="284" name="b_small_bar_ellipse_2522">
            <a:extLst>
              <a:ext uri="{FF2B5EF4-FFF2-40B4-BE49-F238E27FC236}">
                <a16:creationId xmlns:a16="http://schemas.microsoft.com/office/drawing/2014/main" id="{7083627C-74B6-4270-BA2C-7E5615757EB3}"/>
              </a:ext>
            </a:extLst>
          </p:cNvPr>
          <p:cNvSpPr>
            <a:spLocks noGrp="1"/>
          </p:cNvSpPr>
          <p:nvPr/>
        </p:nvSpPr>
        <p:spPr>
          <a:xfrm>
            <a:off x="4239894" y="2025341"/>
            <a:ext cx="45341" cy="45341"/>
          </a:xfrm>
          <a:prstGeom prst="ellipse">
            <a:avLst/>
          </a:prstGeom>
          <a:solidFill>
            <a:srgbClr val="007C83">
              <a:alpha val="40000"/>
            </a:srgbClr>
          </a:solidFill>
          <a:ln w="0">
            <a:noFill/>
            <a:prstDash val="solid"/>
          </a:ln>
        </p:spPr>
      </p:sp>
      <p:sp>
        <p:nvSpPr>
          <p:cNvPr id="285" name="b_small_bar_ellipse_2523">
            <a:extLst>
              <a:ext uri="{FF2B5EF4-FFF2-40B4-BE49-F238E27FC236}">
                <a16:creationId xmlns:a16="http://schemas.microsoft.com/office/drawing/2014/main" id="{B6755DB9-E363-41BB-A090-2352A4402590}"/>
              </a:ext>
            </a:extLst>
          </p:cNvPr>
          <p:cNvSpPr>
            <a:spLocks noGrp="1"/>
          </p:cNvSpPr>
          <p:nvPr/>
        </p:nvSpPr>
        <p:spPr>
          <a:xfrm>
            <a:off x="4274169" y="2025341"/>
            <a:ext cx="45341" cy="45341"/>
          </a:xfrm>
          <a:prstGeom prst="ellipse">
            <a:avLst/>
          </a:prstGeom>
          <a:solidFill>
            <a:srgbClr val="007C83">
              <a:alpha val="40000"/>
            </a:srgbClr>
          </a:solidFill>
          <a:ln w="0">
            <a:noFill/>
            <a:prstDash val="solid"/>
          </a:ln>
        </p:spPr>
      </p:sp>
      <p:sp>
        <p:nvSpPr>
          <p:cNvPr id="286" name="b_small_bar_ellipse_2524">
            <a:extLst>
              <a:ext uri="{FF2B5EF4-FFF2-40B4-BE49-F238E27FC236}">
                <a16:creationId xmlns:a16="http://schemas.microsoft.com/office/drawing/2014/main" id="{05B0D50B-527D-440D-BD69-6F953CB5B0C8}"/>
              </a:ext>
            </a:extLst>
          </p:cNvPr>
          <p:cNvSpPr>
            <a:spLocks noGrp="1"/>
          </p:cNvSpPr>
          <p:nvPr/>
        </p:nvSpPr>
        <p:spPr>
          <a:xfrm>
            <a:off x="4343746" y="4457382"/>
            <a:ext cx="45341" cy="45341"/>
          </a:xfrm>
          <a:prstGeom prst="ellipse">
            <a:avLst/>
          </a:prstGeom>
          <a:solidFill>
            <a:srgbClr val="007C83">
              <a:alpha val="40000"/>
            </a:srgbClr>
          </a:solidFill>
          <a:ln w="0">
            <a:noFill/>
            <a:prstDash val="solid"/>
          </a:ln>
        </p:spPr>
      </p:sp>
      <p:sp>
        <p:nvSpPr>
          <p:cNvPr id="287" name="b_small_bar_ellipse_2525">
            <a:extLst>
              <a:ext uri="{FF2B5EF4-FFF2-40B4-BE49-F238E27FC236}">
                <a16:creationId xmlns:a16="http://schemas.microsoft.com/office/drawing/2014/main" id="{287B9C6A-5B32-4356-B7ED-FBC28C356820}"/>
              </a:ext>
            </a:extLst>
          </p:cNvPr>
          <p:cNvSpPr>
            <a:spLocks noGrp="1"/>
          </p:cNvSpPr>
          <p:nvPr/>
        </p:nvSpPr>
        <p:spPr>
          <a:xfrm>
            <a:off x="4324566" y="2025341"/>
            <a:ext cx="45341" cy="45341"/>
          </a:xfrm>
          <a:prstGeom prst="ellipse">
            <a:avLst/>
          </a:prstGeom>
          <a:solidFill>
            <a:srgbClr val="007C83">
              <a:alpha val="40000"/>
            </a:srgbClr>
          </a:solidFill>
          <a:ln w="0">
            <a:noFill/>
            <a:prstDash val="solid"/>
          </a:ln>
        </p:spPr>
      </p:sp>
      <p:sp>
        <p:nvSpPr>
          <p:cNvPr id="288" name="b_small_bar_ellipse_2526">
            <a:extLst>
              <a:ext uri="{FF2B5EF4-FFF2-40B4-BE49-F238E27FC236}">
                <a16:creationId xmlns:a16="http://schemas.microsoft.com/office/drawing/2014/main" id="{4A0CF582-7E9C-4E28-870D-F55B1DAE3B78}"/>
              </a:ext>
            </a:extLst>
          </p:cNvPr>
          <p:cNvSpPr>
            <a:spLocks noGrp="1"/>
          </p:cNvSpPr>
          <p:nvPr/>
        </p:nvSpPr>
        <p:spPr>
          <a:xfrm>
            <a:off x="4374891" y="2025341"/>
            <a:ext cx="45341" cy="45341"/>
          </a:xfrm>
          <a:prstGeom prst="ellipse">
            <a:avLst/>
          </a:prstGeom>
          <a:solidFill>
            <a:srgbClr val="007C83">
              <a:alpha val="40000"/>
            </a:srgbClr>
          </a:solidFill>
          <a:ln w="0">
            <a:noFill/>
            <a:prstDash val="solid"/>
          </a:ln>
        </p:spPr>
      </p:sp>
      <p:sp>
        <p:nvSpPr>
          <p:cNvPr id="289" name="b_small_bar_ellipse_2527">
            <a:extLst>
              <a:ext uri="{FF2B5EF4-FFF2-40B4-BE49-F238E27FC236}">
                <a16:creationId xmlns:a16="http://schemas.microsoft.com/office/drawing/2014/main" id="{F4CFDBF4-C6A4-4273-BEE0-97A111A4E25B}"/>
              </a:ext>
            </a:extLst>
          </p:cNvPr>
          <p:cNvSpPr>
            <a:spLocks noGrp="1"/>
          </p:cNvSpPr>
          <p:nvPr/>
        </p:nvSpPr>
        <p:spPr>
          <a:xfrm>
            <a:off x="4207587" y="2025341"/>
            <a:ext cx="45341" cy="45341"/>
          </a:xfrm>
          <a:prstGeom prst="ellipse">
            <a:avLst/>
          </a:prstGeom>
          <a:solidFill>
            <a:srgbClr val="007C83">
              <a:alpha val="40000"/>
            </a:srgbClr>
          </a:solidFill>
          <a:ln w="0">
            <a:noFill/>
            <a:prstDash val="solid"/>
          </a:ln>
        </p:spPr>
      </p:sp>
      <p:sp>
        <p:nvSpPr>
          <p:cNvPr id="290" name="b_small_bar_ellipse_2528">
            <a:extLst>
              <a:ext uri="{FF2B5EF4-FFF2-40B4-BE49-F238E27FC236}">
                <a16:creationId xmlns:a16="http://schemas.microsoft.com/office/drawing/2014/main" id="{8968DEB2-B66D-4D51-9009-9FC659C962FE}"/>
              </a:ext>
            </a:extLst>
          </p:cNvPr>
          <p:cNvSpPr>
            <a:spLocks noGrp="1"/>
          </p:cNvSpPr>
          <p:nvPr/>
        </p:nvSpPr>
        <p:spPr>
          <a:xfrm>
            <a:off x="4211552" y="2025341"/>
            <a:ext cx="45341" cy="45341"/>
          </a:xfrm>
          <a:prstGeom prst="ellipse">
            <a:avLst/>
          </a:prstGeom>
          <a:solidFill>
            <a:srgbClr val="007C83">
              <a:alpha val="40000"/>
            </a:srgbClr>
          </a:solidFill>
          <a:ln w="0">
            <a:noFill/>
            <a:prstDash val="solid"/>
          </a:ln>
        </p:spPr>
      </p:sp>
      <p:sp>
        <p:nvSpPr>
          <p:cNvPr id="291" name="b_small_bar_ellipse_2529">
            <a:extLst>
              <a:ext uri="{FF2B5EF4-FFF2-40B4-BE49-F238E27FC236}">
                <a16:creationId xmlns:a16="http://schemas.microsoft.com/office/drawing/2014/main" id="{95EC13A5-C737-4CFA-8850-35A54005780D}"/>
              </a:ext>
            </a:extLst>
          </p:cNvPr>
          <p:cNvSpPr>
            <a:spLocks noGrp="1"/>
          </p:cNvSpPr>
          <p:nvPr/>
        </p:nvSpPr>
        <p:spPr>
          <a:xfrm>
            <a:off x="4309155" y="4444715"/>
            <a:ext cx="45341" cy="45341"/>
          </a:xfrm>
          <a:prstGeom prst="ellipse">
            <a:avLst/>
          </a:prstGeom>
          <a:solidFill>
            <a:srgbClr val="007C83">
              <a:alpha val="40000"/>
            </a:srgbClr>
          </a:solidFill>
          <a:ln w="0">
            <a:noFill/>
            <a:prstDash val="solid"/>
          </a:ln>
        </p:spPr>
      </p:sp>
      <p:sp>
        <p:nvSpPr>
          <p:cNvPr id="292" name="b_small_bar_ellipse_2530">
            <a:extLst>
              <a:ext uri="{FF2B5EF4-FFF2-40B4-BE49-F238E27FC236}">
                <a16:creationId xmlns:a16="http://schemas.microsoft.com/office/drawing/2014/main" id="{5CD54DB1-4981-4ED6-B4BE-00521654CF04}"/>
              </a:ext>
            </a:extLst>
          </p:cNvPr>
          <p:cNvSpPr>
            <a:spLocks noGrp="1"/>
          </p:cNvSpPr>
          <p:nvPr/>
        </p:nvSpPr>
        <p:spPr>
          <a:xfrm>
            <a:off x="4324961" y="2025341"/>
            <a:ext cx="45341" cy="45341"/>
          </a:xfrm>
          <a:prstGeom prst="ellipse">
            <a:avLst/>
          </a:prstGeom>
          <a:solidFill>
            <a:srgbClr val="007C83">
              <a:alpha val="40000"/>
            </a:srgbClr>
          </a:solidFill>
          <a:ln w="0">
            <a:noFill/>
            <a:prstDash val="solid"/>
          </a:ln>
        </p:spPr>
      </p:sp>
      <p:sp>
        <p:nvSpPr>
          <p:cNvPr id="293" name="b_small_bar_ellipse_2531">
            <a:extLst>
              <a:ext uri="{FF2B5EF4-FFF2-40B4-BE49-F238E27FC236}">
                <a16:creationId xmlns:a16="http://schemas.microsoft.com/office/drawing/2014/main" id="{28B4E46B-DCE7-4F4A-A74A-786BB6C23A1F}"/>
              </a:ext>
            </a:extLst>
          </p:cNvPr>
          <p:cNvSpPr>
            <a:spLocks noGrp="1"/>
          </p:cNvSpPr>
          <p:nvPr/>
        </p:nvSpPr>
        <p:spPr>
          <a:xfrm>
            <a:off x="4326368" y="4437115"/>
            <a:ext cx="45341" cy="45341"/>
          </a:xfrm>
          <a:prstGeom prst="ellipse">
            <a:avLst/>
          </a:prstGeom>
          <a:solidFill>
            <a:srgbClr val="007C83">
              <a:alpha val="40000"/>
            </a:srgbClr>
          </a:solidFill>
          <a:ln w="0">
            <a:noFill/>
            <a:prstDash val="solid"/>
          </a:ln>
        </p:spPr>
      </p:sp>
      <p:sp>
        <p:nvSpPr>
          <p:cNvPr id="294" name="b_small_bar_ellipse_2532">
            <a:extLst>
              <a:ext uri="{FF2B5EF4-FFF2-40B4-BE49-F238E27FC236}">
                <a16:creationId xmlns:a16="http://schemas.microsoft.com/office/drawing/2014/main" id="{5327696D-9928-448C-AC87-C9F6943B1A29}"/>
              </a:ext>
            </a:extLst>
          </p:cNvPr>
          <p:cNvSpPr>
            <a:spLocks noGrp="1"/>
          </p:cNvSpPr>
          <p:nvPr/>
        </p:nvSpPr>
        <p:spPr>
          <a:xfrm>
            <a:off x="4215545" y="3995745"/>
            <a:ext cx="45341" cy="45341"/>
          </a:xfrm>
          <a:prstGeom prst="ellipse">
            <a:avLst/>
          </a:prstGeom>
          <a:solidFill>
            <a:srgbClr val="007C83">
              <a:alpha val="40000"/>
            </a:srgbClr>
          </a:solidFill>
          <a:ln w="0">
            <a:noFill/>
            <a:prstDash val="solid"/>
          </a:ln>
        </p:spPr>
      </p:sp>
      <p:sp>
        <p:nvSpPr>
          <p:cNvPr id="295" name="b_small_bar_ellipse_2533">
            <a:extLst>
              <a:ext uri="{FF2B5EF4-FFF2-40B4-BE49-F238E27FC236}">
                <a16:creationId xmlns:a16="http://schemas.microsoft.com/office/drawing/2014/main" id="{D77360EE-738A-4DA5-9F01-2867640BB732}"/>
              </a:ext>
            </a:extLst>
          </p:cNvPr>
          <p:cNvSpPr>
            <a:spLocks noGrp="1"/>
          </p:cNvSpPr>
          <p:nvPr/>
        </p:nvSpPr>
        <p:spPr>
          <a:xfrm>
            <a:off x="4366712" y="4340767"/>
            <a:ext cx="45341" cy="45341"/>
          </a:xfrm>
          <a:prstGeom prst="ellipse">
            <a:avLst/>
          </a:prstGeom>
          <a:solidFill>
            <a:srgbClr val="007C83">
              <a:alpha val="40000"/>
            </a:srgbClr>
          </a:solidFill>
          <a:ln w="0">
            <a:noFill/>
            <a:prstDash val="solid"/>
          </a:ln>
        </p:spPr>
      </p:sp>
      <p:sp>
        <p:nvSpPr>
          <p:cNvPr id="296" name="b_small_bar_ellipse_2534">
            <a:extLst>
              <a:ext uri="{FF2B5EF4-FFF2-40B4-BE49-F238E27FC236}">
                <a16:creationId xmlns:a16="http://schemas.microsoft.com/office/drawing/2014/main" id="{E1570596-6537-492F-BB20-B83B0ABA6912}"/>
              </a:ext>
            </a:extLst>
          </p:cNvPr>
          <p:cNvSpPr>
            <a:spLocks noGrp="1"/>
          </p:cNvSpPr>
          <p:nvPr/>
        </p:nvSpPr>
        <p:spPr>
          <a:xfrm>
            <a:off x="4228139" y="4457382"/>
            <a:ext cx="45341" cy="45341"/>
          </a:xfrm>
          <a:prstGeom prst="ellipse">
            <a:avLst/>
          </a:prstGeom>
          <a:solidFill>
            <a:srgbClr val="007C83">
              <a:alpha val="40000"/>
            </a:srgbClr>
          </a:solidFill>
          <a:ln w="0">
            <a:noFill/>
            <a:prstDash val="solid"/>
          </a:ln>
        </p:spPr>
      </p:sp>
      <p:sp>
        <p:nvSpPr>
          <p:cNvPr id="297" name="b_small_bar_ellipse_2535">
            <a:extLst>
              <a:ext uri="{FF2B5EF4-FFF2-40B4-BE49-F238E27FC236}">
                <a16:creationId xmlns:a16="http://schemas.microsoft.com/office/drawing/2014/main" id="{5AD3A680-726F-4720-9001-DAE11E45EB95}"/>
              </a:ext>
            </a:extLst>
          </p:cNvPr>
          <p:cNvSpPr>
            <a:spLocks noGrp="1"/>
          </p:cNvSpPr>
          <p:nvPr/>
        </p:nvSpPr>
        <p:spPr>
          <a:xfrm>
            <a:off x="4278608" y="4457382"/>
            <a:ext cx="45341" cy="45341"/>
          </a:xfrm>
          <a:prstGeom prst="ellipse">
            <a:avLst/>
          </a:prstGeom>
          <a:solidFill>
            <a:srgbClr val="007C83">
              <a:alpha val="40000"/>
            </a:srgbClr>
          </a:solidFill>
          <a:ln w="0">
            <a:noFill/>
            <a:prstDash val="solid"/>
          </a:ln>
        </p:spPr>
      </p:sp>
      <p:sp>
        <p:nvSpPr>
          <p:cNvPr id="298" name="b_small_bar_ellipse_2536">
            <a:extLst>
              <a:ext uri="{FF2B5EF4-FFF2-40B4-BE49-F238E27FC236}">
                <a16:creationId xmlns:a16="http://schemas.microsoft.com/office/drawing/2014/main" id="{9BB1608D-53CB-43DF-9066-2A5A89BC665F}"/>
              </a:ext>
            </a:extLst>
          </p:cNvPr>
          <p:cNvSpPr>
            <a:spLocks noGrp="1"/>
          </p:cNvSpPr>
          <p:nvPr/>
        </p:nvSpPr>
        <p:spPr>
          <a:xfrm>
            <a:off x="4200128" y="2025341"/>
            <a:ext cx="45341" cy="45341"/>
          </a:xfrm>
          <a:prstGeom prst="ellipse">
            <a:avLst/>
          </a:prstGeom>
          <a:solidFill>
            <a:srgbClr val="007C83">
              <a:alpha val="40000"/>
            </a:srgbClr>
          </a:solidFill>
          <a:ln w="0">
            <a:noFill/>
            <a:prstDash val="solid"/>
          </a:ln>
        </p:spPr>
      </p:sp>
      <p:sp>
        <p:nvSpPr>
          <p:cNvPr id="299" name="b_small_bar_ellipse_2537">
            <a:extLst>
              <a:ext uri="{FF2B5EF4-FFF2-40B4-BE49-F238E27FC236}">
                <a16:creationId xmlns:a16="http://schemas.microsoft.com/office/drawing/2014/main" id="{1711B538-12F4-48C0-B8C1-703DCC37E8A8}"/>
              </a:ext>
            </a:extLst>
          </p:cNvPr>
          <p:cNvSpPr>
            <a:spLocks noGrp="1"/>
          </p:cNvSpPr>
          <p:nvPr/>
        </p:nvSpPr>
        <p:spPr>
          <a:xfrm>
            <a:off x="4365588" y="2025341"/>
            <a:ext cx="45341" cy="45341"/>
          </a:xfrm>
          <a:prstGeom prst="ellipse">
            <a:avLst/>
          </a:prstGeom>
          <a:solidFill>
            <a:srgbClr val="007C83">
              <a:alpha val="40000"/>
            </a:srgbClr>
          </a:solidFill>
          <a:ln w="0">
            <a:noFill/>
            <a:prstDash val="solid"/>
          </a:ln>
        </p:spPr>
      </p:sp>
      <p:sp>
        <p:nvSpPr>
          <p:cNvPr id="300" name="b_small_bar_ellipse_2538">
            <a:extLst>
              <a:ext uri="{FF2B5EF4-FFF2-40B4-BE49-F238E27FC236}">
                <a16:creationId xmlns:a16="http://schemas.microsoft.com/office/drawing/2014/main" id="{B695FD7C-5D3A-4B0A-BFD0-07AD709D16A3}"/>
              </a:ext>
            </a:extLst>
          </p:cNvPr>
          <p:cNvSpPr>
            <a:spLocks noGrp="1"/>
          </p:cNvSpPr>
          <p:nvPr/>
        </p:nvSpPr>
        <p:spPr>
          <a:xfrm>
            <a:off x="4285766" y="2025341"/>
            <a:ext cx="45341" cy="45341"/>
          </a:xfrm>
          <a:prstGeom prst="ellipse">
            <a:avLst/>
          </a:prstGeom>
          <a:solidFill>
            <a:srgbClr val="007C83">
              <a:alpha val="40000"/>
            </a:srgbClr>
          </a:solidFill>
          <a:ln w="0">
            <a:noFill/>
            <a:prstDash val="solid"/>
          </a:ln>
        </p:spPr>
      </p:sp>
      <p:sp>
        <p:nvSpPr>
          <p:cNvPr id="301" name="b_small_bar_ellipse_2539">
            <a:extLst>
              <a:ext uri="{FF2B5EF4-FFF2-40B4-BE49-F238E27FC236}">
                <a16:creationId xmlns:a16="http://schemas.microsoft.com/office/drawing/2014/main" id="{446C837B-9A3E-4DDF-8467-40217E7287ED}"/>
              </a:ext>
            </a:extLst>
          </p:cNvPr>
          <p:cNvSpPr>
            <a:spLocks noGrp="1"/>
          </p:cNvSpPr>
          <p:nvPr/>
        </p:nvSpPr>
        <p:spPr>
          <a:xfrm>
            <a:off x="4220789" y="2025341"/>
            <a:ext cx="45341" cy="45341"/>
          </a:xfrm>
          <a:prstGeom prst="ellipse">
            <a:avLst/>
          </a:prstGeom>
          <a:solidFill>
            <a:srgbClr val="007C83">
              <a:alpha val="40000"/>
            </a:srgbClr>
          </a:solidFill>
          <a:ln w="0">
            <a:noFill/>
            <a:prstDash val="solid"/>
          </a:ln>
        </p:spPr>
      </p:sp>
      <p:sp>
        <p:nvSpPr>
          <p:cNvPr id="302" name="b_small_bar_ellipse_2540">
            <a:extLst>
              <a:ext uri="{FF2B5EF4-FFF2-40B4-BE49-F238E27FC236}">
                <a16:creationId xmlns:a16="http://schemas.microsoft.com/office/drawing/2014/main" id="{9C4487A5-9024-477E-9CDC-5B3487C87D3B}"/>
              </a:ext>
            </a:extLst>
          </p:cNvPr>
          <p:cNvSpPr>
            <a:spLocks noGrp="1"/>
          </p:cNvSpPr>
          <p:nvPr/>
        </p:nvSpPr>
        <p:spPr>
          <a:xfrm>
            <a:off x="4274768" y="4457382"/>
            <a:ext cx="45341" cy="45341"/>
          </a:xfrm>
          <a:prstGeom prst="ellipse">
            <a:avLst/>
          </a:prstGeom>
          <a:solidFill>
            <a:srgbClr val="007C83">
              <a:alpha val="40000"/>
            </a:srgbClr>
          </a:solidFill>
          <a:ln w="0">
            <a:noFill/>
            <a:prstDash val="solid"/>
          </a:ln>
        </p:spPr>
      </p:sp>
      <p:sp>
        <p:nvSpPr>
          <p:cNvPr id="303" name="b_small_bar_ellipse_2541">
            <a:extLst>
              <a:ext uri="{FF2B5EF4-FFF2-40B4-BE49-F238E27FC236}">
                <a16:creationId xmlns:a16="http://schemas.microsoft.com/office/drawing/2014/main" id="{1A64DA28-CE4B-47DF-A2AF-D450DA2D3226}"/>
              </a:ext>
            </a:extLst>
          </p:cNvPr>
          <p:cNvSpPr>
            <a:spLocks noGrp="1"/>
          </p:cNvSpPr>
          <p:nvPr/>
        </p:nvSpPr>
        <p:spPr>
          <a:xfrm>
            <a:off x="4216351" y="2025341"/>
            <a:ext cx="45341" cy="45341"/>
          </a:xfrm>
          <a:prstGeom prst="ellipse">
            <a:avLst/>
          </a:prstGeom>
          <a:solidFill>
            <a:srgbClr val="007C83">
              <a:alpha val="40000"/>
            </a:srgbClr>
          </a:solidFill>
          <a:ln w="0">
            <a:noFill/>
            <a:prstDash val="solid"/>
          </a:ln>
        </p:spPr>
      </p:sp>
      <p:sp>
        <p:nvSpPr>
          <p:cNvPr id="304" name="b_small_bar_ellipse_2542">
            <a:extLst>
              <a:ext uri="{FF2B5EF4-FFF2-40B4-BE49-F238E27FC236}">
                <a16:creationId xmlns:a16="http://schemas.microsoft.com/office/drawing/2014/main" id="{D825299A-1166-4304-B76C-75864595E9B3}"/>
              </a:ext>
            </a:extLst>
          </p:cNvPr>
          <p:cNvSpPr>
            <a:spLocks noGrp="1"/>
          </p:cNvSpPr>
          <p:nvPr/>
        </p:nvSpPr>
        <p:spPr>
          <a:xfrm>
            <a:off x="4380180" y="4052042"/>
            <a:ext cx="45341" cy="45341"/>
          </a:xfrm>
          <a:prstGeom prst="ellipse">
            <a:avLst/>
          </a:prstGeom>
          <a:solidFill>
            <a:srgbClr val="007C83">
              <a:alpha val="40000"/>
            </a:srgbClr>
          </a:solidFill>
          <a:ln w="0">
            <a:noFill/>
            <a:prstDash val="solid"/>
          </a:ln>
        </p:spPr>
      </p:sp>
      <p:sp>
        <p:nvSpPr>
          <p:cNvPr id="305" name="b_small_bar_ellipse_2543">
            <a:extLst>
              <a:ext uri="{FF2B5EF4-FFF2-40B4-BE49-F238E27FC236}">
                <a16:creationId xmlns:a16="http://schemas.microsoft.com/office/drawing/2014/main" id="{47324385-765E-47F8-9274-D699FD06FD53}"/>
              </a:ext>
            </a:extLst>
          </p:cNvPr>
          <p:cNvSpPr>
            <a:spLocks noGrp="1"/>
          </p:cNvSpPr>
          <p:nvPr/>
        </p:nvSpPr>
        <p:spPr>
          <a:xfrm>
            <a:off x="4234452" y="3889906"/>
            <a:ext cx="45341" cy="45341"/>
          </a:xfrm>
          <a:prstGeom prst="ellipse">
            <a:avLst/>
          </a:prstGeom>
          <a:solidFill>
            <a:srgbClr val="007C83">
              <a:alpha val="40000"/>
            </a:srgbClr>
          </a:solidFill>
          <a:ln w="0">
            <a:noFill/>
            <a:prstDash val="solid"/>
          </a:ln>
        </p:spPr>
      </p:sp>
      <p:sp>
        <p:nvSpPr>
          <p:cNvPr id="306" name="b_small_bar_ellipse_2544">
            <a:extLst>
              <a:ext uri="{FF2B5EF4-FFF2-40B4-BE49-F238E27FC236}">
                <a16:creationId xmlns:a16="http://schemas.microsoft.com/office/drawing/2014/main" id="{80C04186-A3A9-4624-8919-CB17FB90FD49}"/>
              </a:ext>
            </a:extLst>
          </p:cNvPr>
          <p:cNvSpPr>
            <a:spLocks noGrp="1"/>
          </p:cNvSpPr>
          <p:nvPr/>
        </p:nvSpPr>
        <p:spPr>
          <a:xfrm>
            <a:off x="4219361" y="4457382"/>
            <a:ext cx="45341" cy="45341"/>
          </a:xfrm>
          <a:prstGeom prst="ellipse">
            <a:avLst/>
          </a:prstGeom>
          <a:solidFill>
            <a:srgbClr val="007C83">
              <a:alpha val="40000"/>
            </a:srgbClr>
          </a:solidFill>
          <a:ln w="0">
            <a:noFill/>
            <a:prstDash val="solid"/>
          </a:ln>
        </p:spPr>
      </p:sp>
      <p:sp>
        <p:nvSpPr>
          <p:cNvPr id="307" name="b_small_bar_ellipse_2545">
            <a:extLst>
              <a:ext uri="{FF2B5EF4-FFF2-40B4-BE49-F238E27FC236}">
                <a16:creationId xmlns:a16="http://schemas.microsoft.com/office/drawing/2014/main" id="{C415BC25-E296-470C-8410-3F4B1611250A}"/>
              </a:ext>
            </a:extLst>
          </p:cNvPr>
          <p:cNvSpPr>
            <a:spLocks noGrp="1"/>
          </p:cNvSpPr>
          <p:nvPr/>
        </p:nvSpPr>
        <p:spPr>
          <a:xfrm>
            <a:off x="4300738" y="2025341"/>
            <a:ext cx="45341" cy="45341"/>
          </a:xfrm>
          <a:prstGeom prst="ellipse">
            <a:avLst/>
          </a:prstGeom>
          <a:solidFill>
            <a:srgbClr val="007C83">
              <a:alpha val="40000"/>
            </a:srgbClr>
          </a:solidFill>
          <a:ln w="0">
            <a:noFill/>
            <a:prstDash val="solid"/>
          </a:ln>
        </p:spPr>
      </p:sp>
      <p:sp>
        <p:nvSpPr>
          <p:cNvPr id="308" name="b_small_bar_ellipse_2546">
            <a:extLst>
              <a:ext uri="{FF2B5EF4-FFF2-40B4-BE49-F238E27FC236}">
                <a16:creationId xmlns:a16="http://schemas.microsoft.com/office/drawing/2014/main" id="{73E104E2-0C5F-490B-B55D-E2B9DAD31CFB}"/>
              </a:ext>
            </a:extLst>
          </p:cNvPr>
          <p:cNvSpPr>
            <a:spLocks noGrp="1"/>
          </p:cNvSpPr>
          <p:nvPr/>
        </p:nvSpPr>
        <p:spPr>
          <a:xfrm>
            <a:off x="4280125" y="2126676"/>
            <a:ext cx="45341" cy="45341"/>
          </a:xfrm>
          <a:prstGeom prst="ellipse">
            <a:avLst/>
          </a:prstGeom>
          <a:solidFill>
            <a:srgbClr val="007C83">
              <a:alpha val="40000"/>
            </a:srgbClr>
          </a:solidFill>
          <a:ln w="0">
            <a:noFill/>
            <a:prstDash val="solid"/>
          </a:ln>
        </p:spPr>
      </p:sp>
      <p:sp>
        <p:nvSpPr>
          <p:cNvPr id="309" name="b_small_bar_ellipse_2547">
            <a:extLst>
              <a:ext uri="{FF2B5EF4-FFF2-40B4-BE49-F238E27FC236}">
                <a16:creationId xmlns:a16="http://schemas.microsoft.com/office/drawing/2014/main" id="{2B9719E9-99E8-4380-B431-714F14FACE04}"/>
              </a:ext>
            </a:extLst>
          </p:cNvPr>
          <p:cNvSpPr>
            <a:spLocks noGrp="1"/>
          </p:cNvSpPr>
          <p:nvPr/>
        </p:nvSpPr>
        <p:spPr>
          <a:xfrm>
            <a:off x="4233245" y="2025341"/>
            <a:ext cx="45341" cy="45341"/>
          </a:xfrm>
          <a:prstGeom prst="ellipse">
            <a:avLst/>
          </a:prstGeom>
          <a:solidFill>
            <a:srgbClr val="007C83">
              <a:alpha val="40000"/>
            </a:srgbClr>
          </a:solidFill>
          <a:ln w="0">
            <a:noFill/>
            <a:prstDash val="solid"/>
          </a:ln>
        </p:spPr>
      </p:sp>
      <p:sp>
        <p:nvSpPr>
          <p:cNvPr id="310" name="b_small_bar_ellipse_2548">
            <a:extLst>
              <a:ext uri="{FF2B5EF4-FFF2-40B4-BE49-F238E27FC236}">
                <a16:creationId xmlns:a16="http://schemas.microsoft.com/office/drawing/2014/main" id="{001CBF6C-787F-4FDD-8212-06FE7EBD2A25}"/>
              </a:ext>
            </a:extLst>
          </p:cNvPr>
          <p:cNvSpPr>
            <a:spLocks noGrp="1"/>
          </p:cNvSpPr>
          <p:nvPr/>
        </p:nvSpPr>
        <p:spPr>
          <a:xfrm>
            <a:off x="4378679" y="2025341"/>
            <a:ext cx="45341" cy="45341"/>
          </a:xfrm>
          <a:prstGeom prst="ellipse">
            <a:avLst/>
          </a:prstGeom>
          <a:solidFill>
            <a:srgbClr val="007C83">
              <a:alpha val="40000"/>
            </a:srgbClr>
          </a:solidFill>
          <a:ln w="0">
            <a:noFill/>
            <a:prstDash val="solid"/>
          </a:ln>
        </p:spPr>
      </p:sp>
      <p:sp>
        <p:nvSpPr>
          <p:cNvPr id="311" name="b_small_bar_ellipse_2549">
            <a:extLst>
              <a:ext uri="{FF2B5EF4-FFF2-40B4-BE49-F238E27FC236}">
                <a16:creationId xmlns:a16="http://schemas.microsoft.com/office/drawing/2014/main" id="{EE2B2B41-A31C-4B1E-9694-A948DC423FDD}"/>
              </a:ext>
            </a:extLst>
          </p:cNvPr>
          <p:cNvSpPr>
            <a:spLocks noGrp="1"/>
          </p:cNvSpPr>
          <p:nvPr/>
        </p:nvSpPr>
        <p:spPr>
          <a:xfrm>
            <a:off x="4196167" y="2025341"/>
            <a:ext cx="45341" cy="45341"/>
          </a:xfrm>
          <a:prstGeom prst="ellipse">
            <a:avLst/>
          </a:prstGeom>
          <a:solidFill>
            <a:srgbClr val="007C83">
              <a:alpha val="40000"/>
            </a:srgbClr>
          </a:solidFill>
          <a:ln w="0">
            <a:noFill/>
            <a:prstDash val="solid"/>
          </a:ln>
        </p:spPr>
      </p:sp>
      <p:sp>
        <p:nvSpPr>
          <p:cNvPr id="312" name="b_small_bar_ellipse_2550">
            <a:extLst>
              <a:ext uri="{FF2B5EF4-FFF2-40B4-BE49-F238E27FC236}">
                <a16:creationId xmlns:a16="http://schemas.microsoft.com/office/drawing/2014/main" id="{1E16443B-1E24-4FE9-867E-0AFF5CE34F9F}"/>
              </a:ext>
            </a:extLst>
          </p:cNvPr>
          <p:cNvSpPr>
            <a:spLocks noGrp="1"/>
          </p:cNvSpPr>
          <p:nvPr/>
        </p:nvSpPr>
        <p:spPr>
          <a:xfrm>
            <a:off x="4189417" y="4283665"/>
            <a:ext cx="45341" cy="45341"/>
          </a:xfrm>
          <a:prstGeom prst="ellipse">
            <a:avLst/>
          </a:prstGeom>
          <a:solidFill>
            <a:srgbClr val="007C83">
              <a:alpha val="40000"/>
            </a:srgbClr>
          </a:solidFill>
          <a:ln w="0">
            <a:noFill/>
            <a:prstDash val="solid"/>
          </a:ln>
        </p:spPr>
      </p:sp>
      <p:sp>
        <p:nvSpPr>
          <p:cNvPr id="313" name="b_small_bar_ellipse_2551">
            <a:extLst>
              <a:ext uri="{FF2B5EF4-FFF2-40B4-BE49-F238E27FC236}">
                <a16:creationId xmlns:a16="http://schemas.microsoft.com/office/drawing/2014/main" id="{1BD6299A-A5E4-4A30-9909-17286E997759}"/>
              </a:ext>
            </a:extLst>
          </p:cNvPr>
          <p:cNvSpPr>
            <a:spLocks noGrp="1"/>
          </p:cNvSpPr>
          <p:nvPr/>
        </p:nvSpPr>
        <p:spPr>
          <a:xfrm>
            <a:off x="1523738" y="2623997"/>
            <a:ext cx="45341" cy="45341"/>
          </a:xfrm>
          <a:prstGeom prst="ellipse">
            <a:avLst/>
          </a:prstGeom>
          <a:solidFill>
            <a:srgbClr val="566AB4">
              <a:alpha val="40000"/>
            </a:srgbClr>
          </a:solidFill>
          <a:ln w="0">
            <a:noFill/>
            <a:prstDash val="solid"/>
          </a:ln>
        </p:spPr>
      </p:sp>
      <p:sp>
        <p:nvSpPr>
          <p:cNvPr id="314" name="b_small_bar_ellipse_2552">
            <a:extLst>
              <a:ext uri="{FF2B5EF4-FFF2-40B4-BE49-F238E27FC236}">
                <a16:creationId xmlns:a16="http://schemas.microsoft.com/office/drawing/2014/main" id="{02F06C45-B87E-4C47-9516-E6A45CD64BF7}"/>
              </a:ext>
            </a:extLst>
          </p:cNvPr>
          <p:cNvSpPr>
            <a:spLocks noGrp="1"/>
          </p:cNvSpPr>
          <p:nvPr/>
        </p:nvSpPr>
        <p:spPr>
          <a:xfrm>
            <a:off x="1564112" y="2862024"/>
            <a:ext cx="45341" cy="45341"/>
          </a:xfrm>
          <a:prstGeom prst="ellipse">
            <a:avLst/>
          </a:prstGeom>
          <a:solidFill>
            <a:srgbClr val="566AB4">
              <a:alpha val="40000"/>
            </a:srgbClr>
          </a:solidFill>
          <a:ln w="0">
            <a:noFill/>
            <a:prstDash val="solid"/>
          </a:ln>
        </p:spPr>
      </p:sp>
      <p:sp>
        <p:nvSpPr>
          <p:cNvPr id="315" name="b_small_bar_ellipse_2553">
            <a:extLst>
              <a:ext uri="{FF2B5EF4-FFF2-40B4-BE49-F238E27FC236}">
                <a16:creationId xmlns:a16="http://schemas.microsoft.com/office/drawing/2014/main" id="{20EF1466-F7E5-4F4D-A7BB-5560AB4EB003}"/>
              </a:ext>
            </a:extLst>
          </p:cNvPr>
          <p:cNvSpPr>
            <a:spLocks noGrp="1"/>
          </p:cNvSpPr>
          <p:nvPr/>
        </p:nvSpPr>
        <p:spPr>
          <a:xfrm>
            <a:off x="1508217" y="2470156"/>
            <a:ext cx="45341" cy="45341"/>
          </a:xfrm>
          <a:prstGeom prst="ellipse">
            <a:avLst/>
          </a:prstGeom>
          <a:solidFill>
            <a:srgbClr val="566AB4">
              <a:alpha val="40000"/>
            </a:srgbClr>
          </a:solidFill>
          <a:ln w="0">
            <a:noFill/>
            <a:prstDash val="solid"/>
          </a:ln>
        </p:spPr>
      </p:sp>
      <p:sp>
        <p:nvSpPr>
          <p:cNvPr id="316" name="b_small_bar_ellipse_2554">
            <a:extLst>
              <a:ext uri="{FF2B5EF4-FFF2-40B4-BE49-F238E27FC236}">
                <a16:creationId xmlns:a16="http://schemas.microsoft.com/office/drawing/2014/main" id="{D819777A-CD96-45CE-A705-A3068B084D59}"/>
              </a:ext>
            </a:extLst>
          </p:cNvPr>
          <p:cNvSpPr>
            <a:spLocks noGrp="1"/>
          </p:cNvSpPr>
          <p:nvPr/>
        </p:nvSpPr>
        <p:spPr>
          <a:xfrm>
            <a:off x="1634275" y="2519269"/>
            <a:ext cx="45341" cy="45341"/>
          </a:xfrm>
          <a:prstGeom prst="ellipse">
            <a:avLst/>
          </a:prstGeom>
          <a:solidFill>
            <a:srgbClr val="566AB4">
              <a:alpha val="40000"/>
            </a:srgbClr>
          </a:solidFill>
          <a:ln w="0">
            <a:noFill/>
            <a:prstDash val="solid"/>
          </a:ln>
        </p:spPr>
      </p:sp>
      <p:sp>
        <p:nvSpPr>
          <p:cNvPr id="317" name="b_small_bar_ellipse_2555">
            <a:extLst>
              <a:ext uri="{FF2B5EF4-FFF2-40B4-BE49-F238E27FC236}">
                <a16:creationId xmlns:a16="http://schemas.microsoft.com/office/drawing/2014/main" id="{41FB9128-D707-4D87-BB58-D5B60EDE29E3}"/>
              </a:ext>
            </a:extLst>
          </p:cNvPr>
          <p:cNvSpPr>
            <a:spLocks noGrp="1"/>
          </p:cNvSpPr>
          <p:nvPr/>
        </p:nvSpPr>
        <p:spPr>
          <a:xfrm>
            <a:off x="1557315" y="2396938"/>
            <a:ext cx="45341" cy="45341"/>
          </a:xfrm>
          <a:prstGeom prst="ellipse">
            <a:avLst/>
          </a:prstGeom>
          <a:solidFill>
            <a:srgbClr val="566AB4">
              <a:alpha val="40000"/>
            </a:srgbClr>
          </a:solidFill>
          <a:ln w="0">
            <a:noFill/>
            <a:prstDash val="solid"/>
          </a:ln>
        </p:spPr>
      </p:sp>
      <p:sp>
        <p:nvSpPr>
          <p:cNvPr id="318" name="b_small_bar_ellipse_2556">
            <a:extLst>
              <a:ext uri="{FF2B5EF4-FFF2-40B4-BE49-F238E27FC236}">
                <a16:creationId xmlns:a16="http://schemas.microsoft.com/office/drawing/2014/main" id="{F91B4F1B-B80B-4F8E-910F-7003CB954596}"/>
              </a:ext>
            </a:extLst>
          </p:cNvPr>
          <p:cNvSpPr>
            <a:spLocks noGrp="1"/>
          </p:cNvSpPr>
          <p:nvPr/>
        </p:nvSpPr>
        <p:spPr>
          <a:xfrm>
            <a:off x="1622260" y="3403383"/>
            <a:ext cx="45341" cy="45341"/>
          </a:xfrm>
          <a:prstGeom prst="ellipse">
            <a:avLst/>
          </a:prstGeom>
          <a:solidFill>
            <a:srgbClr val="566AB4">
              <a:alpha val="40000"/>
            </a:srgbClr>
          </a:solidFill>
          <a:ln w="0">
            <a:noFill/>
            <a:prstDash val="solid"/>
          </a:ln>
        </p:spPr>
      </p:sp>
      <p:sp>
        <p:nvSpPr>
          <p:cNvPr id="319" name="b_small_bar_ellipse_2557">
            <a:extLst>
              <a:ext uri="{FF2B5EF4-FFF2-40B4-BE49-F238E27FC236}">
                <a16:creationId xmlns:a16="http://schemas.microsoft.com/office/drawing/2014/main" id="{99647B29-E979-43C2-9A2F-C0A193435A51}"/>
              </a:ext>
            </a:extLst>
          </p:cNvPr>
          <p:cNvSpPr>
            <a:spLocks noGrp="1"/>
          </p:cNvSpPr>
          <p:nvPr/>
        </p:nvSpPr>
        <p:spPr>
          <a:xfrm>
            <a:off x="1638178" y="3088212"/>
            <a:ext cx="45341" cy="45341"/>
          </a:xfrm>
          <a:prstGeom prst="ellipse">
            <a:avLst/>
          </a:prstGeom>
          <a:solidFill>
            <a:srgbClr val="566AB4">
              <a:alpha val="40000"/>
            </a:srgbClr>
          </a:solidFill>
          <a:ln w="0">
            <a:noFill/>
            <a:prstDash val="solid"/>
          </a:ln>
        </p:spPr>
      </p:sp>
      <p:sp>
        <p:nvSpPr>
          <p:cNvPr id="320" name="b_small_bar_ellipse_2558">
            <a:extLst>
              <a:ext uri="{FF2B5EF4-FFF2-40B4-BE49-F238E27FC236}">
                <a16:creationId xmlns:a16="http://schemas.microsoft.com/office/drawing/2014/main" id="{98315E13-0C87-4E43-A30E-D9C8CE5CDF8A}"/>
              </a:ext>
            </a:extLst>
          </p:cNvPr>
          <p:cNvSpPr>
            <a:spLocks noGrp="1"/>
          </p:cNvSpPr>
          <p:nvPr/>
        </p:nvSpPr>
        <p:spPr>
          <a:xfrm>
            <a:off x="1487654" y="3219928"/>
            <a:ext cx="45341" cy="45341"/>
          </a:xfrm>
          <a:prstGeom prst="ellipse">
            <a:avLst/>
          </a:prstGeom>
          <a:solidFill>
            <a:srgbClr val="566AB4">
              <a:alpha val="40000"/>
            </a:srgbClr>
          </a:solidFill>
          <a:ln w="0">
            <a:noFill/>
            <a:prstDash val="solid"/>
          </a:ln>
        </p:spPr>
      </p:sp>
      <p:sp>
        <p:nvSpPr>
          <p:cNvPr id="321" name="b_small_bar_ellipse_2559">
            <a:extLst>
              <a:ext uri="{FF2B5EF4-FFF2-40B4-BE49-F238E27FC236}">
                <a16:creationId xmlns:a16="http://schemas.microsoft.com/office/drawing/2014/main" id="{8CE5E8AD-78C1-422D-8614-831B3B7D6F58}"/>
              </a:ext>
            </a:extLst>
          </p:cNvPr>
          <p:cNvSpPr>
            <a:spLocks noGrp="1"/>
          </p:cNvSpPr>
          <p:nvPr/>
        </p:nvSpPr>
        <p:spPr>
          <a:xfrm>
            <a:off x="1676113" y="2686250"/>
            <a:ext cx="45341" cy="45341"/>
          </a:xfrm>
          <a:prstGeom prst="ellipse">
            <a:avLst/>
          </a:prstGeom>
          <a:solidFill>
            <a:srgbClr val="566AB4">
              <a:alpha val="40000"/>
            </a:srgbClr>
          </a:solidFill>
          <a:ln w="0">
            <a:noFill/>
            <a:prstDash val="solid"/>
          </a:ln>
        </p:spPr>
      </p:sp>
      <p:sp>
        <p:nvSpPr>
          <p:cNvPr id="322" name="b_small_bar_ellipse_2560">
            <a:extLst>
              <a:ext uri="{FF2B5EF4-FFF2-40B4-BE49-F238E27FC236}">
                <a16:creationId xmlns:a16="http://schemas.microsoft.com/office/drawing/2014/main" id="{D4050B60-553F-461D-A0F7-87B118B92BAE}"/>
              </a:ext>
            </a:extLst>
          </p:cNvPr>
          <p:cNvSpPr>
            <a:spLocks noGrp="1"/>
          </p:cNvSpPr>
          <p:nvPr/>
        </p:nvSpPr>
        <p:spPr>
          <a:xfrm>
            <a:off x="1567168" y="2608672"/>
            <a:ext cx="45341" cy="45341"/>
          </a:xfrm>
          <a:prstGeom prst="ellipse">
            <a:avLst/>
          </a:prstGeom>
          <a:solidFill>
            <a:srgbClr val="566AB4">
              <a:alpha val="40000"/>
            </a:srgbClr>
          </a:solidFill>
          <a:ln w="0">
            <a:noFill/>
            <a:prstDash val="solid"/>
          </a:ln>
        </p:spPr>
      </p:sp>
      <p:sp>
        <p:nvSpPr>
          <p:cNvPr id="323" name="b_small_bar_ellipse_2561">
            <a:extLst>
              <a:ext uri="{FF2B5EF4-FFF2-40B4-BE49-F238E27FC236}">
                <a16:creationId xmlns:a16="http://schemas.microsoft.com/office/drawing/2014/main" id="{C32532F3-2E65-492A-89F3-C6498DAD8DF7}"/>
              </a:ext>
            </a:extLst>
          </p:cNvPr>
          <p:cNvSpPr>
            <a:spLocks noGrp="1"/>
          </p:cNvSpPr>
          <p:nvPr/>
        </p:nvSpPr>
        <p:spPr>
          <a:xfrm>
            <a:off x="1474869" y="3257763"/>
            <a:ext cx="45341" cy="45341"/>
          </a:xfrm>
          <a:prstGeom prst="ellipse">
            <a:avLst/>
          </a:prstGeom>
          <a:solidFill>
            <a:srgbClr val="566AB4">
              <a:alpha val="40000"/>
            </a:srgbClr>
          </a:solidFill>
          <a:ln w="0">
            <a:noFill/>
            <a:prstDash val="solid"/>
          </a:ln>
        </p:spPr>
      </p:sp>
      <p:sp>
        <p:nvSpPr>
          <p:cNvPr id="324" name="b_small_bar_ellipse_2562">
            <a:extLst>
              <a:ext uri="{FF2B5EF4-FFF2-40B4-BE49-F238E27FC236}">
                <a16:creationId xmlns:a16="http://schemas.microsoft.com/office/drawing/2014/main" id="{6F22B56E-F161-4FD3-9F02-ADBE65130E52}"/>
              </a:ext>
            </a:extLst>
          </p:cNvPr>
          <p:cNvSpPr>
            <a:spLocks noGrp="1"/>
          </p:cNvSpPr>
          <p:nvPr/>
        </p:nvSpPr>
        <p:spPr>
          <a:xfrm>
            <a:off x="1572202" y="3108732"/>
            <a:ext cx="45341" cy="45341"/>
          </a:xfrm>
          <a:prstGeom prst="ellipse">
            <a:avLst/>
          </a:prstGeom>
          <a:solidFill>
            <a:srgbClr val="566AB4">
              <a:alpha val="40000"/>
            </a:srgbClr>
          </a:solidFill>
          <a:ln w="0">
            <a:noFill/>
            <a:prstDash val="solid"/>
          </a:ln>
        </p:spPr>
      </p:sp>
      <p:sp>
        <p:nvSpPr>
          <p:cNvPr id="325" name="b_small_bar_ellipse_2563">
            <a:extLst>
              <a:ext uri="{FF2B5EF4-FFF2-40B4-BE49-F238E27FC236}">
                <a16:creationId xmlns:a16="http://schemas.microsoft.com/office/drawing/2014/main" id="{5C4B641A-FFD3-4AC8-BD5C-5FEF8C9D737E}"/>
              </a:ext>
            </a:extLst>
          </p:cNvPr>
          <p:cNvSpPr>
            <a:spLocks noGrp="1"/>
          </p:cNvSpPr>
          <p:nvPr/>
        </p:nvSpPr>
        <p:spPr>
          <a:xfrm>
            <a:off x="1578652" y="3887171"/>
            <a:ext cx="45341" cy="45341"/>
          </a:xfrm>
          <a:prstGeom prst="ellipse">
            <a:avLst/>
          </a:prstGeom>
          <a:solidFill>
            <a:srgbClr val="566AB4">
              <a:alpha val="40000"/>
            </a:srgbClr>
          </a:solidFill>
          <a:ln w="0">
            <a:noFill/>
            <a:prstDash val="solid"/>
          </a:ln>
        </p:spPr>
      </p:sp>
      <p:sp>
        <p:nvSpPr>
          <p:cNvPr id="326" name="b_small_bar_ellipse_2564">
            <a:extLst>
              <a:ext uri="{FF2B5EF4-FFF2-40B4-BE49-F238E27FC236}">
                <a16:creationId xmlns:a16="http://schemas.microsoft.com/office/drawing/2014/main" id="{826605C0-D464-414D-AB23-4CB7F22F2FA4}"/>
              </a:ext>
            </a:extLst>
          </p:cNvPr>
          <p:cNvSpPr>
            <a:spLocks noGrp="1"/>
          </p:cNvSpPr>
          <p:nvPr/>
        </p:nvSpPr>
        <p:spPr>
          <a:xfrm>
            <a:off x="1491153" y="3375439"/>
            <a:ext cx="45341" cy="45341"/>
          </a:xfrm>
          <a:prstGeom prst="ellipse">
            <a:avLst/>
          </a:prstGeom>
          <a:solidFill>
            <a:srgbClr val="566AB4">
              <a:alpha val="40000"/>
            </a:srgbClr>
          </a:solidFill>
          <a:ln w="0">
            <a:noFill/>
            <a:prstDash val="solid"/>
          </a:ln>
        </p:spPr>
      </p:sp>
      <p:sp>
        <p:nvSpPr>
          <p:cNvPr id="327" name="b_small_bar_ellipse_2565">
            <a:extLst>
              <a:ext uri="{FF2B5EF4-FFF2-40B4-BE49-F238E27FC236}">
                <a16:creationId xmlns:a16="http://schemas.microsoft.com/office/drawing/2014/main" id="{91F2C434-F2F3-43B9-8B95-E450A9C506C2}"/>
              </a:ext>
            </a:extLst>
          </p:cNvPr>
          <p:cNvSpPr>
            <a:spLocks noGrp="1"/>
          </p:cNvSpPr>
          <p:nvPr/>
        </p:nvSpPr>
        <p:spPr>
          <a:xfrm>
            <a:off x="1474832" y="2492237"/>
            <a:ext cx="45341" cy="45341"/>
          </a:xfrm>
          <a:prstGeom prst="ellipse">
            <a:avLst/>
          </a:prstGeom>
          <a:solidFill>
            <a:srgbClr val="566AB4">
              <a:alpha val="40000"/>
            </a:srgbClr>
          </a:solidFill>
          <a:ln w="0">
            <a:noFill/>
            <a:prstDash val="solid"/>
          </a:ln>
        </p:spPr>
      </p:sp>
      <p:sp>
        <p:nvSpPr>
          <p:cNvPr id="328" name="b_small_bar_ellipse_2566">
            <a:extLst>
              <a:ext uri="{FF2B5EF4-FFF2-40B4-BE49-F238E27FC236}">
                <a16:creationId xmlns:a16="http://schemas.microsoft.com/office/drawing/2014/main" id="{CD637BFB-630C-4BB2-8C2D-DE6EC73141E4}"/>
              </a:ext>
            </a:extLst>
          </p:cNvPr>
          <p:cNvSpPr>
            <a:spLocks noGrp="1"/>
          </p:cNvSpPr>
          <p:nvPr/>
        </p:nvSpPr>
        <p:spPr>
          <a:xfrm>
            <a:off x="1626780" y="4457382"/>
            <a:ext cx="45341" cy="45341"/>
          </a:xfrm>
          <a:prstGeom prst="ellipse">
            <a:avLst/>
          </a:prstGeom>
          <a:solidFill>
            <a:srgbClr val="566AB4">
              <a:alpha val="40000"/>
            </a:srgbClr>
          </a:solidFill>
          <a:ln w="0">
            <a:noFill/>
            <a:prstDash val="solid"/>
          </a:ln>
        </p:spPr>
      </p:sp>
      <p:sp>
        <p:nvSpPr>
          <p:cNvPr id="329" name="b_small_bar_ellipse_2567">
            <a:extLst>
              <a:ext uri="{FF2B5EF4-FFF2-40B4-BE49-F238E27FC236}">
                <a16:creationId xmlns:a16="http://schemas.microsoft.com/office/drawing/2014/main" id="{571D194A-30C8-4BFD-A91B-2BB2F39A38CF}"/>
              </a:ext>
            </a:extLst>
          </p:cNvPr>
          <p:cNvSpPr>
            <a:spLocks noGrp="1"/>
          </p:cNvSpPr>
          <p:nvPr/>
        </p:nvSpPr>
        <p:spPr>
          <a:xfrm>
            <a:off x="1623480" y="2477989"/>
            <a:ext cx="45341" cy="45341"/>
          </a:xfrm>
          <a:prstGeom prst="ellipse">
            <a:avLst/>
          </a:prstGeom>
          <a:solidFill>
            <a:srgbClr val="566AB4">
              <a:alpha val="40000"/>
            </a:srgbClr>
          </a:solidFill>
          <a:ln w="0">
            <a:noFill/>
            <a:prstDash val="solid"/>
          </a:ln>
        </p:spPr>
      </p:sp>
      <p:sp>
        <p:nvSpPr>
          <p:cNvPr id="330" name="b_small_bar_ellipse_2568">
            <a:extLst>
              <a:ext uri="{FF2B5EF4-FFF2-40B4-BE49-F238E27FC236}">
                <a16:creationId xmlns:a16="http://schemas.microsoft.com/office/drawing/2014/main" id="{A1EDF3FB-7A43-4012-890D-CCFEC1FD16D1}"/>
              </a:ext>
            </a:extLst>
          </p:cNvPr>
          <p:cNvSpPr>
            <a:spLocks noGrp="1"/>
          </p:cNvSpPr>
          <p:nvPr/>
        </p:nvSpPr>
        <p:spPr>
          <a:xfrm>
            <a:off x="1554263" y="2403341"/>
            <a:ext cx="45341" cy="45341"/>
          </a:xfrm>
          <a:prstGeom prst="ellipse">
            <a:avLst/>
          </a:prstGeom>
          <a:solidFill>
            <a:srgbClr val="566AB4">
              <a:alpha val="40000"/>
            </a:srgbClr>
          </a:solidFill>
          <a:ln w="0">
            <a:noFill/>
            <a:prstDash val="solid"/>
          </a:ln>
        </p:spPr>
      </p:sp>
      <p:sp>
        <p:nvSpPr>
          <p:cNvPr id="331" name="b_small_bar_ellipse_2569">
            <a:extLst>
              <a:ext uri="{FF2B5EF4-FFF2-40B4-BE49-F238E27FC236}">
                <a16:creationId xmlns:a16="http://schemas.microsoft.com/office/drawing/2014/main" id="{26A8E7B4-EB8B-443C-AD12-FE87B8350EC7}"/>
              </a:ext>
            </a:extLst>
          </p:cNvPr>
          <p:cNvSpPr>
            <a:spLocks noGrp="1"/>
          </p:cNvSpPr>
          <p:nvPr/>
        </p:nvSpPr>
        <p:spPr>
          <a:xfrm>
            <a:off x="1557516" y="3228043"/>
            <a:ext cx="45341" cy="45341"/>
          </a:xfrm>
          <a:prstGeom prst="ellipse">
            <a:avLst/>
          </a:prstGeom>
          <a:solidFill>
            <a:srgbClr val="566AB4">
              <a:alpha val="40000"/>
            </a:srgbClr>
          </a:solidFill>
          <a:ln w="0">
            <a:noFill/>
            <a:prstDash val="solid"/>
          </a:ln>
        </p:spPr>
      </p:sp>
      <p:sp>
        <p:nvSpPr>
          <p:cNvPr id="332" name="b_small_bar_ellipse_2570">
            <a:extLst>
              <a:ext uri="{FF2B5EF4-FFF2-40B4-BE49-F238E27FC236}">
                <a16:creationId xmlns:a16="http://schemas.microsoft.com/office/drawing/2014/main" id="{BAAC6152-8459-4213-AF2E-103FC7B6231C}"/>
              </a:ext>
            </a:extLst>
          </p:cNvPr>
          <p:cNvSpPr>
            <a:spLocks noGrp="1"/>
          </p:cNvSpPr>
          <p:nvPr/>
        </p:nvSpPr>
        <p:spPr>
          <a:xfrm>
            <a:off x="1672161" y="4457382"/>
            <a:ext cx="45341" cy="45341"/>
          </a:xfrm>
          <a:prstGeom prst="ellipse">
            <a:avLst/>
          </a:prstGeom>
          <a:solidFill>
            <a:srgbClr val="566AB4">
              <a:alpha val="40000"/>
            </a:srgbClr>
          </a:solidFill>
          <a:ln w="0">
            <a:noFill/>
            <a:prstDash val="solid"/>
          </a:ln>
        </p:spPr>
      </p:sp>
      <p:sp>
        <p:nvSpPr>
          <p:cNvPr id="333" name="b_small_bar_ellipse_2571">
            <a:extLst>
              <a:ext uri="{FF2B5EF4-FFF2-40B4-BE49-F238E27FC236}">
                <a16:creationId xmlns:a16="http://schemas.microsoft.com/office/drawing/2014/main" id="{A85B84F6-7F8A-497A-9580-21733E087A01}"/>
              </a:ext>
            </a:extLst>
          </p:cNvPr>
          <p:cNvSpPr>
            <a:spLocks noGrp="1"/>
          </p:cNvSpPr>
          <p:nvPr/>
        </p:nvSpPr>
        <p:spPr>
          <a:xfrm>
            <a:off x="1526271" y="3380799"/>
            <a:ext cx="45341" cy="45341"/>
          </a:xfrm>
          <a:prstGeom prst="ellipse">
            <a:avLst/>
          </a:prstGeom>
          <a:solidFill>
            <a:srgbClr val="566AB4">
              <a:alpha val="40000"/>
            </a:srgbClr>
          </a:solidFill>
          <a:ln w="0">
            <a:noFill/>
            <a:prstDash val="solid"/>
          </a:ln>
        </p:spPr>
      </p:sp>
      <p:sp>
        <p:nvSpPr>
          <p:cNvPr id="334" name="b_small_bar_ellipse_2572">
            <a:extLst>
              <a:ext uri="{FF2B5EF4-FFF2-40B4-BE49-F238E27FC236}">
                <a16:creationId xmlns:a16="http://schemas.microsoft.com/office/drawing/2014/main" id="{714930A6-C16C-4A4E-81D3-25915F0EED93}"/>
              </a:ext>
            </a:extLst>
          </p:cNvPr>
          <p:cNvSpPr>
            <a:spLocks noGrp="1"/>
          </p:cNvSpPr>
          <p:nvPr/>
        </p:nvSpPr>
        <p:spPr>
          <a:xfrm>
            <a:off x="1611070" y="4457382"/>
            <a:ext cx="45341" cy="45341"/>
          </a:xfrm>
          <a:prstGeom prst="ellipse">
            <a:avLst/>
          </a:prstGeom>
          <a:solidFill>
            <a:srgbClr val="566AB4">
              <a:alpha val="40000"/>
            </a:srgbClr>
          </a:solidFill>
          <a:ln w="0">
            <a:noFill/>
            <a:prstDash val="solid"/>
          </a:ln>
        </p:spPr>
      </p:sp>
      <p:sp>
        <p:nvSpPr>
          <p:cNvPr id="335" name="b_small_bar_ellipse_2573">
            <a:extLst>
              <a:ext uri="{FF2B5EF4-FFF2-40B4-BE49-F238E27FC236}">
                <a16:creationId xmlns:a16="http://schemas.microsoft.com/office/drawing/2014/main" id="{D155F70A-4273-41E0-870E-A60C56103650}"/>
              </a:ext>
            </a:extLst>
          </p:cNvPr>
          <p:cNvSpPr>
            <a:spLocks noGrp="1"/>
          </p:cNvSpPr>
          <p:nvPr/>
        </p:nvSpPr>
        <p:spPr>
          <a:xfrm>
            <a:off x="1667646" y="2425010"/>
            <a:ext cx="45341" cy="45341"/>
          </a:xfrm>
          <a:prstGeom prst="ellipse">
            <a:avLst/>
          </a:prstGeom>
          <a:solidFill>
            <a:srgbClr val="566AB4">
              <a:alpha val="40000"/>
            </a:srgbClr>
          </a:solidFill>
          <a:ln w="0">
            <a:noFill/>
            <a:prstDash val="solid"/>
          </a:ln>
        </p:spPr>
      </p:sp>
      <p:sp>
        <p:nvSpPr>
          <p:cNvPr id="336" name="b_small_bar_ellipse_2574">
            <a:extLst>
              <a:ext uri="{FF2B5EF4-FFF2-40B4-BE49-F238E27FC236}">
                <a16:creationId xmlns:a16="http://schemas.microsoft.com/office/drawing/2014/main" id="{49736671-4229-464D-979C-571BECC42F8A}"/>
              </a:ext>
            </a:extLst>
          </p:cNvPr>
          <p:cNvSpPr>
            <a:spLocks noGrp="1"/>
          </p:cNvSpPr>
          <p:nvPr/>
        </p:nvSpPr>
        <p:spPr>
          <a:xfrm>
            <a:off x="1537435" y="2605261"/>
            <a:ext cx="45341" cy="45341"/>
          </a:xfrm>
          <a:prstGeom prst="ellipse">
            <a:avLst/>
          </a:prstGeom>
          <a:solidFill>
            <a:srgbClr val="566AB4">
              <a:alpha val="40000"/>
            </a:srgbClr>
          </a:solidFill>
          <a:ln w="0">
            <a:noFill/>
            <a:prstDash val="solid"/>
          </a:ln>
        </p:spPr>
      </p:sp>
      <p:sp>
        <p:nvSpPr>
          <p:cNvPr id="337" name="b_small_bar_ellipse_2575">
            <a:extLst>
              <a:ext uri="{FF2B5EF4-FFF2-40B4-BE49-F238E27FC236}">
                <a16:creationId xmlns:a16="http://schemas.microsoft.com/office/drawing/2014/main" id="{8B52B334-7824-404C-B3F1-2A34C986DF49}"/>
              </a:ext>
            </a:extLst>
          </p:cNvPr>
          <p:cNvSpPr>
            <a:spLocks noGrp="1"/>
          </p:cNvSpPr>
          <p:nvPr/>
        </p:nvSpPr>
        <p:spPr>
          <a:xfrm>
            <a:off x="1551158" y="2789697"/>
            <a:ext cx="45341" cy="45341"/>
          </a:xfrm>
          <a:prstGeom prst="ellipse">
            <a:avLst/>
          </a:prstGeom>
          <a:solidFill>
            <a:srgbClr val="566AB4">
              <a:alpha val="40000"/>
            </a:srgbClr>
          </a:solidFill>
          <a:ln w="0">
            <a:noFill/>
            <a:prstDash val="solid"/>
          </a:ln>
        </p:spPr>
      </p:sp>
      <p:sp>
        <p:nvSpPr>
          <p:cNvPr id="338" name="b_small_bar_ellipse_2576">
            <a:extLst>
              <a:ext uri="{FF2B5EF4-FFF2-40B4-BE49-F238E27FC236}">
                <a16:creationId xmlns:a16="http://schemas.microsoft.com/office/drawing/2014/main" id="{39D47702-0F78-414A-93C7-1EA83BD20C06}"/>
              </a:ext>
            </a:extLst>
          </p:cNvPr>
          <p:cNvSpPr>
            <a:spLocks noGrp="1"/>
          </p:cNvSpPr>
          <p:nvPr/>
        </p:nvSpPr>
        <p:spPr>
          <a:xfrm>
            <a:off x="1476430" y="3476810"/>
            <a:ext cx="45341" cy="45341"/>
          </a:xfrm>
          <a:prstGeom prst="ellipse">
            <a:avLst/>
          </a:prstGeom>
          <a:solidFill>
            <a:srgbClr val="566AB4">
              <a:alpha val="40000"/>
            </a:srgbClr>
          </a:solidFill>
          <a:ln w="0">
            <a:noFill/>
            <a:prstDash val="solid"/>
          </a:ln>
        </p:spPr>
      </p:sp>
      <p:sp>
        <p:nvSpPr>
          <p:cNvPr id="339" name="b_small_bar_ellipse_2577">
            <a:extLst>
              <a:ext uri="{FF2B5EF4-FFF2-40B4-BE49-F238E27FC236}">
                <a16:creationId xmlns:a16="http://schemas.microsoft.com/office/drawing/2014/main" id="{DFA7C5E8-8529-42A2-AAB3-597834170CB2}"/>
              </a:ext>
            </a:extLst>
          </p:cNvPr>
          <p:cNvSpPr>
            <a:spLocks noGrp="1"/>
          </p:cNvSpPr>
          <p:nvPr/>
        </p:nvSpPr>
        <p:spPr>
          <a:xfrm>
            <a:off x="1567826" y="4275000"/>
            <a:ext cx="45341" cy="45341"/>
          </a:xfrm>
          <a:prstGeom prst="ellipse">
            <a:avLst/>
          </a:prstGeom>
          <a:solidFill>
            <a:srgbClr val="566AB4">
              <a:alpha val="40000"/>
            </a:srgbClr>
          </a:solidFill>
          <a:ln w="0">
            <a:noFill/>
            <a:prstDash val="solid"/>
          </a:ln>
        </p:spPr>
      </p:sp>
      <p:sp>
        <p:nvSpPr>
          <p:cNvPr id="340" name="b_small_bar_ellipse_2578">
            <a:extLst>
              <a:ext uri="{FF2B5EF4-FFF2-40B4-BE49-F238E27FC236}">
                <a16:creationId xmlns:a16="http://schemas.microsoft.com/office/drawing/2014/main" id="{D0459747-EB59-464D-A39E-6274BD6167E5}"/>
              </a:ext>
            </a:extLst>
          </p:cNvPr>
          <p:cNvSpPr>
            <a:spLocks noGrp="1"/>
          </p:cNvSpPr>
          <p:nvPr/>
        </p:nvSpPr>
        <p:spPr>
          <a:xfrm>
            <a:off x="1664333" y="2641458"/>
            <a:ext cx="45341" cy="45341"/>
          </a:xfrm>
          <a:prstGeom prst="ellipse">
            <a:avLst/>
          </a:prstGeom>
          <a:solidFill>
            <a:srgbClr val="566AB4">
              <a:alpha val="40000"/>
            </a:srgbClr>
          </a:solidFill>
          <a:ln w="0">
            <a:noFill/>
            <a:prstDash val="solid"/>
          </a:ln>
        </p:spPr>
      </p:sp>
      <p:sp>
        <p:nvSpPr>
          <p:cNvPr id="341" name="b_small_bar_ellipse_2579">
            <a:extLst>
              <a:ext uri="{FF2B5EF4-FFF2-40B4-BE49-F238E27FC236}">
                <a16:creationId xmlns:a16="http://schemas.microsoft.com/office/drawing/2014/main" id="{60EA039E-5CFD-41A3-B673-A7C439BE8CA6}"/>
              </a:ext>
            </a:extLst>
          </p:cNvPr>
          <p:cNvSpPr>
            <a:spLocks noGrp="1"/>
          </p:cNvSpPr>
          <p:nvPr/>
        </p:nvSpPr>
        <p:spPr>
          <a:xfrm>
            <a:off x="1470444" y="4457382"/>
            <a:ext cx="45341" cy="45341"/>
          </a:xfrm>
          <a:prstGeom prst="ellipse">
            <a:avLst/>
          </a:prstGeom>
          <a:solidFill>
            <a:srgbClr val="566AB4">
              <a:alpha val="40000"/>
            </a:srgbClr>
          </a:solidFill>
          <a:ln w="0">
            <a:noFill/>
            <a:prstDash val="solid"/>
          </a:ln>
        </p:spPr>
      </p:sp>
      <p:sp>
        <p:nvSpPr>
          <p:cNvPr id="342" name="b_small_bar_ellipse_2580">
            <a:extLst>
              <a:ext uri="{FF2B5EF4-FFF2-40B4-BE49-F238E27FC236}">
                <a16:creationId xmlns:a16="http://schemas.microsoft.com/office/drawing/2014/main" id="{E8EC05D7-2927-4CFE-9A08-3B8C90023CCB}"/>
              </a:ext>
            </a:extLst>
          </p:cNvPr>
          <p:cNvSpPr>
            <a:spLocks noGrp="1"/>
          </p:cNvSpPr>
          <p:nvPr/>
        </p:nvSpPr>
        <p:spPr>
          <a:xfrm>
            <a:off x="1593947" y="3311222"/>
            <a:ext cx="45341" cy="45341"/>
          </a:xfrm>
          <a:prstGeom prst="ellipse">
            <a:avLst/>
          </a:prstGeom>
          <a:solidFill>
            <a:srgbClr val="566AB4">
              <a:alpha val="40000"/>
            </a:srgbClr>
          </a:solidFill>
          <a:ln w="0">
            <a:noFill/>
            <a:prstDash val="solid"/>
          </a:ln>
        </p:spPr>
      </p:sp>
      <p:sp>
        <p:nvSpPr>
          <p:cNvPr id="343" name="b_small_bar_ellipse_2581">
            <a:extLst>
              <a:ext uri="{FF2B5EF4-FFF2-40B4-BE49-F238E27FC236}">
                <a16:creationId xmlns:a16="http://schemas.microsoft.com/office/drawing/2014/main" id="{DC984A1B-E5CD-4726-86E7-959D993F49B0}"/>
              </a:ext>
            </a:extLst>
          </p:cNvPr>
          <p:cNvSpPr>
            <a:spLocks noGrp="1"/>
          </p:cNvSpPr>
          <p:nvPr/>
        </p:nvSpPr>
        <p:spPr>
          <a:xfrm>
            <a:off x="1674612" y="4375442"/>
            <a:ext cx="45341" cy="45341"/>
          </a:xfrm>
          <a:prstGeom prst="ellipse">
            <a:avLst/>
          </a:prstGeom>
          <a:solidFill>
            <a:srgbClr val="566AB4">
              <a:alpha val="40000"/>
            </a:srgbClr>
          </a:solidFill>
          <a:ln w="0">
            <a:noFill/>
            <a:prstDash val="solid"/>
          </a:ln>
        </p:spPr>
      </p:sp>
      <p:sp>
        <p:nvSpPr>
          <p:cNvPr id="344" name="b_small_bar_ellipse_2582">
            <a:extLst>
              <a:ext uri="{FF2B5EF4-FFF2-40B4-BE49-F238E27FC236}">
                <a16:creationId xmlns:a16="http://schemas.microsoft.com/office/drawing/2014/main" id="{0D7608BC-C60C-4ED0-898A-DB4E9360E95C}"/>
              </a:ext>
            </a:extLst>
          </p:cNvPr>
          <p:cNvSpPr>
            <a:spLocks noGrp="1"/>
          </p:cNvSpPr>
          <p:nvPr/>
        </p:nvSpPr>
        <p:spPr>
          <a:xfrm>
            <a:off x="1657975" y="2341704"/>
            <a:ext cx="45341" cy="45341"/>
          </a:xfrm>
          <a:prstGeom prst="ellipse">
            <a:avLst/>
          </a:prstGeom>
          <a:solidFill>
            <a:srgbClr val="566AB4">
              <a:alpha val="40000"/>
            </a:srgbClr>
          </a:solidFill>
          <a:ln w="0">
            <a:noFill/>
            <a:prstDash val="solid"/>
          </a:ln>
        </p:spPr>
      </p:sp>
      <p:sp>
        <p:nvSpPr>
          <p:cNvPr id="345" name="b_small_bar_ellipse_2583">
            <a:extLst>
              <a:ext uri="{FF2B5EF4-FFF2-40B4-BE49-F238E27FC236}">
                <a16:creationId xmlns:a16="http://schemas.microsoft.com/office/drawing/2014/main" id="{118C19C1-B591-486C-B5BB-F16538A261D2}"/>
              </a:ext>
            </a:extLst>
          </p:cNvPr>
          <p:cNvSpPr>
            <a:spLocks noGrp="1"/>
          </p:cNvSpPr>
          <p:nvPr/>
        </p:nvSpPr>
        <p:spPr>
          <a:xfrm>
            <a:off x="1634606" y="2619912"/>
            <a:ext cx="45341" cy="45341"/>
          </a:xfrm>
          <a:prstGeom prst="ellipse">
            <a:avLst/>
          </a:prstGeom>
          <a:solidFill>
            <a:srgbClr val="566AB4">
              <a:alpha val="40000"/>
            </a:srgbClr>
          </a:solidFill>
          <a:ln w="0">
            <a:noFill/>
            <a:prstDash val="solid"/>
          </a:ln>
        </p:spPr>
      </p:sp>
      <p:sp>
        <p:nvSpPr>
          <p:cNvPr id="346" name="b_small_bar_ellipse_2584">
            <a:extLst>
              <a:ext uri="{FF2B5EF4-FFF2-40B4-BE49-F238E27FC236}">
                <a16:creationId xmlns:a16="http://schemas.microsoft.com/office/drawing/2014/main" id="{EA870394-4A24-4F08-A471-1C3B814E460C}"/>
              </a:ext>
            </a:extLst>
          </p:cNvPr>
          <p:cNvSpPr>
            <a:spLocks noGrp="1"/>
          </p:cNvSpPr>
          <p:nvPr/>
        </p:nvSpPr>
        <p:spPr>
          <a:xfrm>
            <a:off x="1518919" y="2532718"/>
            <a:ext cx="45341" cy="45341"/>
          </a:xfrm>
          <a:prstGeom prst="ellipse">
            <a:avLst/>
          </a:prstGeom>
          <a:solidFill>
            <a:srgbClr val="566AB4">
              <a:alpha val="40000"/>
            </a:srgbClr>
          </a:solidFill>
          <a:ln w="0">
            <a:noFill/>
            <a:prstDash val="solid"/>
          </a:ln>
        </p:spPr>
      </p:sp>
      <p:sp>
        <p:nvSpPr>
          <p:cNvPr id="347" name="b_small_bar_ellipse_2585">
            <a:extLst>
              <a:ext uri="{FF2B5EF4-FFF2-40B4-BE49-F238E27FC236}">
                <a16:creationId xmlns:a16="http://schemas.microsoft.com/office/drawing/2014/main" id="{D59ED859-486B-407D-B485-CDC773CF8E74}"/>
              </a:ext>
            </a:extLst>
          </p:cNvPr>
          <p:cNvSpPr>
            <a:spLocks noGrp="1"/>
          </p:cNvSpPr>
          <p:nvPr/>
        </p:nvSpPr>
        <p:spPr>
          <a:xfrm>
            <a:off x="1664961" y="4053063"/>
            <a:ext cx="45341" cy="45341"/>
          </a:xfrm>
          <a:prstGeom prst="ellipse">
            <a:avLst/>
          </a:prstGeom>
          <a:solidFill>
            <a:srgbClr val="566AB4">
              <a:alpha val="40000"/>
            </a:srgbClr>
          </a:solidFill>
          <a:ln w="0">
            <a:noFill/>
            <a:prstDash val="solid"/>
          </a:ln>
        </p:spPr>
      </p:sp>
      <p:sp>
        <p:nvSpPr>
          <p:cNvPr id="348" name="b_small_bar_ellipse_2586">
            <a:extLst>
              <a:ext uri="{FF2B5EF4-FFF2-40B4-BE49-F238E27FC236}">
                <a16:creationId xmlns:a16="http://schemas.microsoft.com/office/drawing/2014/main" id="{F230DCDF-ABF3-4C12-A410-D31E725FE0E9}"/>
              </a:ext>
            </a:extLst>
          </p:cNvPr>
          <p:cNvSpPr>
            <a:spLocks noGrp="1"/>
          </p:cNvSpPr>
          <p:nvPr/>
        </p:nvSpPr>
        <p:spPr>
          <a:xfrm>
            <a:off x="1640726" y="4457382"/>
            <a:ext cx="45341" cy="45341"/>
          </a:xfrm>
          <a:prstGeom prst="ellipse">
            <a:avLst/>
          </a:prstGeom>
          <a:solidFill>
            <a:srgbClr val="566AB4">
              <a:alpha val="40000"/>
            </a:srgbClr>
          </a:solidFill>
          <a:ln w="0">
            <a:noFill/>
            <a:prstDash val="solid"/>
          </a:ln>
        </p:spPr>
      </p:sp>
      <p:sp>
        <p:nvSpPr>
          <p:cNvPr id="349" name="b_small_bar_ellipse_2587">
            <a:extLst>
              <a:ext uri="{FF2B5EF4-FFF2-40B4-BE49-F238E27FC236}">
                <a16:creationId xmlns:a16="http://schemas.microsoft.com/office/drawing/2014/main" id="{702AAC80-1779-4BE8-A66E-68D0321C9994}"/>
              </a:ext>
            </a:extLst>
          </p:cNvPr>
          <p:cNvSpPr>
            <a:spLocks noGrp="1"/>
          </p:cNvSpPr>
          <p:nvPr/>
        </p:nvSpPr>
        <p:spPr>
          <a:xfrm>
            <a:off x="1638062" y="2475465"/>
            <a:ext cx="45341" cy="45341"/>
          </a:xfrm>
          <a:prstGeom prst="ellipse">
            <a:avLst/>
          </a:prstGeom>
          <a:solidFill>
            <a:srgbClr val="566AB4">
              <a:alpha val="40000"/>
            </a:srgbClr>
          </a:solidFill>
          <a:ln w="0">
            <a:noFill/>
            <a:prstDash val="solid"/>
          </a:ln>
        </p:spPr>
      </p:sp>
      <p:sp>
        <p:nvSpPr>
          <p:cNvPr id="350" name="b_small_bar_ellipse_2588">
            <a:extLst>
              <a:ext uri="{FF2B5EF4-FFF2-40B4-BE49-F238E27FC236}">
                <a16:creationId xmlns:a16="http://schemas.microsoft.com/office/drawing/2014/main" id="{FB289929-18B9-4FA4-B445-EFDEA0B2D042}"/>
              </a:ext>
            </a:extLst>
          </p:cNvPr>
          <p:cNvSpPr>
            <a:spLocks noGrp="1"/>
          </p:cNvSpPr>
          <p:nvPr/>
        </p:nvSpPr>
        <p:spPr>
          <a:xfrm>
            <a:off x="1502798" y="3530064"/>
            <a:ext cx="45341" cy="45341"/>
          </a:xfrm>
          <a:prstGeom prst="ellipse">
            <a:avLst/>
          </a:prstGeom>
          <a:solidFill>
            <a:srgbClr val="566AB4">
              <a:alpha val="40000"/>
            </a:srgbClr>
          </a:solidFill>
          <a:ln w="0">
            <a:noFill/>
            <a:prstDash val="solid"/>
          </a:ln>
        </p:spPr>
      </p:sp>
      <p:sp>
        <p:nvSpPr>
          <p:cNvPr id="351" name="b_small_bar_ellipse_2589">
            <a:extLst>
              <a:ext uri="{FF2B5EF4-FFF2-40B4-BE49-F238E27FC236}">
                <a16:creationId xmlns:a16="http://schemas.microsoft.com/office/drawing/2014/main" id="{A04A4703-1E14-42C0-8ABC-E95ED6FE0997}"/>
              </a:ext>
            </a:extLst>
          </p:cNvPr>
          <p:cNvSpPr>
            <a:spLocks noGrp="1"/>
          </p:cNvSpPr>
          <p:nvPr/>
        </p:nvSpPr>
        <p:spPr>
          <a:xfrm>
            <a:off x="1570603" y="3413007"/>
            <a:ext cx="45341" cy="45341"/>
          </a:xfrm>
          <a:prstGeom prst="ellipse">
            <a:avLst/>
          </a:prstGeom>
          <a:solidFill>
            <a:srgbClr val="566AB4">
              <a:alpha val="40000"/>
            </a:srgbClr>
          </a:solidFill>
          <a:ln w="0">
            <a:noFill/>
            <a:prstDash val="solid"/>
          </a:ln>
        </p:spPr>
      </p:sp>
      <p:sp>
        <p:nvSpPr>
          <p:cNvPr id="352" name="b_small_bar_ellipse_2590">
            <a:extLst>
              <a:ext uri="{FF2B5EF4-FFF2-40B4-BE49-F238E27FC236}">
                <a16:creationId xmlns:a16="http://schemas.microsoft.com/office/drawing/2014/main" id="{4D3A25C9-0787-46EC-B8C7-B5863E8F5E20}"/>
              </a:ext>
            </a:extLst>
          </p:cNvPr>
          <p:cNvSpPr>
            <a:spLocks noGrp="1"/>
          </p:cNvSpPr>
          <p:nvPr/>
        </p:nvSpPr>
        <p:spPr>
          <a:xfrm>
            <a:off x="1650786" y="3225569"/>
            <a:ext cx="45341" cy="45341"/>
          </a:xfrm>
          <a:prstGeom prst="ellipse">
            <a:avLst/>
          </a:prstGeom>
          <a:solidFill>
            <a:srgbClr val="566AB4">
              <a:alpha val="40000"/>
            </a:srgbClr>
          </a:solidFill>
          <a:ln w="0">
            <a:noFill/>
            <a:prstDash val="solid"/>
          </a:ln>
        </p:spPr>
      </p:sp>
      <p:sp>
        <p:nvSpPr>
          <p:cNvPr id="353" name="b_small_bar_ellipse_2591">
            <a:extLst>
              <a:ext uri="{FF2B5EF4-FFF2-40B4-BE49-F238E27FC236}">
                <a16:creationId xmlns:a16="http://schemas.microsoft.com/office/drawing/2014/main" id="{825081FF-7D61-4314-8F3A-C9472DC0495E}"/>
              </a:ext>
            </a:extLst>
          </p:cNvPr>
          <p:cNvSpPr>
            <a:spLocks noGrp="1"/>
          </p:cNvSpPr>
          <p:nvPr/>
        </p:nvSpPr>
        <p:spPr>
          <a:xfrm>
            <a:off x="1493377" y="3853026"/>
            <a:ext cx="45341" cy="45341"/>
          </a:xfrm>
          <a:prstGeom prst="ellipse">
            <a:avLst/>
          </a:prstGeom>
          <a:solidFill>
            <a:srgbClr val="566AB4">
              <a:alpha val="40000"/>
            </a:srgbClr>
          </a:solidFill>
          <a:ln w="0">
            <a:noFill/>
            <a:prstDash val="solid"/>
          </a:ln>
        </p:spPr>
      </p:sp>
      <p:sp>
        <p:nvSpPr>
          <p:cNvPr id="354" name="b_small_bar_ellipse_2592">
            <a:extLst>
              <a:ext uri="{FF2B5EF4-FFF2-40B4-BE49-F238E27FC236}">
                <a16:creationId xmlns:a16="http://schemas.microsoft.com/office/drawing/2014/main" id="{516B58EA-9D9A-4DA6-8A8F-E23DB882E106}"/>
              </a:ext>
            </a:extLst>
          </p:cNvPr>
          <p:cNvSpPr>
            <a:spLocks noGrp="1"/>
          </p:cNvSpPr>
          <p:nvPr/>
        </p:nvSpPr>
        <p:spPr>
          <a:xfrm>
            <a:off x="1502184" y="2739001"/>
            <a:ext cx="45341" cy="45341"/>
          </a:xfrm>
          <a:prstGeom prst="ellipse">
            <a:avLst/>
          </a:prstGeom>
          <a:solidFill>
            <a:srgbClr val="566AB4">
              <a:alpha val="40000"/>
            </a:srgbClr>
          </a:solidFill>
          <a:ln w="0">
            <a:noFill/>
            <a:prstDash val="solid"/>
          </a:ln>
        </p:spPr>
      </p:sp>
      <p:sp>
        <p:nvSpPr>
          <p:cNvPr id="355" name="b_small_bar_ellipse_2593">
            <a:extLst>
              <a:ext uri="{FF2B5EF4-FFF2-40B4-BE49-F238E27FC236}">
                <a16:creationId xmlns:a16="http://schemas.microsoft.com/office/drawing/2014/main" id="{AB6F108B-F096-44AC-A722-287FBAF14521}"/>
              </a:ext>
            </a:extLst>
          </p:cNvPr>
          <p:cNvSpPr>
            <a:spLocks noGrp="1"/>
          </p:cNvSpPr>
          <p:nvPr/>
        </p:nvSpPr>
        <p:spPr>
          <a:xfrm>
            <a:off x="1535868" y="2526103"/>
            <a:ext cx="45341" cy="45341"/>
          </a:xfrm>
          <a:prstGeom prst="ellipse">
            <a:avLst/>
          </a:prstGeom>
          <a:solidFill>
            <a:srgbClr val="566AB4">
              <a:alpha val="40000"/>
            </a:srgbClr>
          </a:solidFill>
          <a:ln w="0">
            <a:noFill/>
            <a:prstDash val="solid"/>
          </a:ln>
        </p:spPr>
      </p:sp>
      <p:sp>
        <p:nvSpPr>
          <p:cNvPr id="356" name="b_small_bar_ellipse_2594">
            <a:extLst>
              <a:ext uri="{FF2B5EF4-FFF2-40B4-BE49-F238E27FC236}">
                <a16:creationId xmlns:a16="http://schemas.microsoft.com/office/drawing/2014/main" id="{48011EEC-C8E6-452B-8637-3E4D994EA665}"/>
              </a:ext>
            </a:extLst>
          </p:cNvPr>
          <p:cNvSpPr>
            <a:spLocks noGrp="1"/>
          </p:cNvSpPr>
          <p:nvPr/>
        </p:nvSpPr>
        <p:spPr>
          <a:xfrm>
            <a:off x="1557932" y="4457382"/>
            <a:ext cx="45341" cy="45341"/>
          </a:xfrm>
          <a:prstGeom prst="ellipse">
            <a:avLst/>
          </a:prstGeom>
          <a:solidFill>
            <a:srgbClr val="566AB4">
              <a:alpha val="40000"/>
            </a:srgbClr>
          </a:solidFill>
          <a:ln w="0">
            <a:noFill/>
            <a:prstDash val="solid"/>
          </a:ln>
        </p:spPr>
      </p:sp>
      <p:sp>
        <p:nvSpPr>
          <p:cNvPr id="357" name="b_small_bar_ellipse_2595">
            <a:extLst>
              <a:ext uri="{FF2B5EF4-FFF2-40B4-BE49-F238E27FC236}">
                <a16:creationId xmlns:a16="http://schemas.microsoft.com/office/drawing/2014/main" id="{60AA670D-03BA-4AFC-8FB6-04DF9E8623A3}"/>
              </a:ext>
            </a:extLst>
          </p:cNvPr>
          <p:cNvSpPr>
            <a:spLocks noGrp="1"/>
          </p:cNvSpPr>
          <p:nvPr/>
        </p:nvSpPr>
        <p:spPr>
          <a:xfrm>
            <a:off x="1556078" y="2620111"/>
            <a:ext cx="45341" cy="45341"/>
          </a:xfrm>
          <a:prstGeom prst="ellipse">
            <a:avLst/>
          </a:prstGeom>
          <a:solidFill>
            <a:srgbClr val="566AB4">
              <a:alpha val="40000"/>
            </a:srgbClr>
          </a:solidFill>
          <a:ln w="0">
            <a:noFill/>
            <a:prstDash val="solid"/>
          </a:ln>
        </p:spPr>
      </p:sp>
      <p:sp>
        <p:nvSpPr>
          <p:cNvPr id="358" name="b_small_bar_ellipse_2596">
            <a:extLst>
              <a:ext uri="{FF2B5EF4-FFF2-40B4-BE49-F238E27FC236}">
                <a16:creationId xmlns:a16="http://schemas.microsoft.com/office/drawing/2014/main" id="{E5807D1C-2E02-4B08-8960-C6E67C7BA8CF}"/>
              </a:ext>
            </a:extLst>
          </p:cNvPr>
          <p:cNvSpPr>
            <a:spLocks noGrp="1"/>
          </p:cNvSpPr>
          <p:nvPr/>
        </p:nvSpPr>
        <p:spPr>
          <a:xfrm>
            <a:off x="1494694" y="2750966"/>
            <a:ext cx="45341" cy="45341"/>
          </a:xfrm>
          <a:prstGeom prst="ellipse">
            <a:avLst/>
          </a:prstGeom>
          <a:solidFill>
            <a:srgbClr val="566AB4">
              <a:alpha val="40000"/>
            </a:srgbClr>
          </a:solidFill>
          <a:ln w="0">
            <a:noFill/>
            <a:prstDash val="solid"/>
          </a:ln>
        </p:spPr>
      </p:sp>
      <p:sp>
        <p:nvSpPr>
          <p:cNvPr id="359" name="b_small_bar_ellipse_2597">
            <a:extLst>
              <a:ext uri="{FF2B5EF4-FFF2-40B4-BE49-F238E27FC236}">
                <a16:creationId xmlns:a16="http://schemas.microsoft.com/office/drawing/2014/main" id="{DABAEB4C-1D59-40BF-9877-83A1553B4DF4}"/>
              </a:ext>
            </a:extLst>
          </p:cNvPr>
          <p:cNvSpPr>
            <a:spLocks noGrp="1"/>
          </p:cNvSpPr>
          <p:nvPr/>
        </p:nvSpPr>
        <p:spPr>
          <a:xfrm>
            <a:off x="1609678" y="2334104"/>
            <a:ext cx="45341" cy="45341"/>
          </a:xfrm>
          <a:prstGeom prst="ellipse">
            <a:avLst/>
          </a:prstGeom>
          <a:solidFill>
            <a:srgbClr val="566AB4">
              <a:alpha val="40000"/>
            </a:srgbClr>
          </a:solidFill>
          <a:ln w="0">
            <a:noFill/>
            <a:prstDash val="solid"/>
          </a:ln>
        </p:spPr>
      </p:sp>
      <p:sp>
        <p:nvSpPr>
          <p:cNvPr id="360" name="b_small_bar_ellipse_2598">
            <a:extLst>
              <a:ext uri="{FF2B5EF4-FFF2-40B4-BE49-F238E27FC236}">
                <a16:creationId xmlns:a16="http://schemas.microsoft.com/office/drawing/2014/main" id="{29726216-F89B-4495-AD6A-C1132626C636}"/>
              </a:ext>
            </a:extLst>
          </p:cNvPr>
          <p:cNvSpPr>
            <a:spLocks noGrp="1"/>
          </p:cNvSpPr>
          <p:nvPr/>
        </p:nvSpPr>
        <p:spPr>
          <a:xfrm>
            <a:off x="1613188" y="3776118"/>
            <a:ext cx="45341" cy="45341"/>
          </a:xfrm>
          <a:prstGeom prst="ellipse">
            <a:avLst/>
          </a:prstGeom>
          <a:solidFill>
            <a:srgbClr val="566AB4">
              <a:alpha val="40000"/>
            </a:srgbClr>
          </a:solidFill>
          <a:ln w="0">
            <a:noFill/>
            <a:prstDash val="solid"/>
          </a:ln>
        </p:spPr>
      </p:sp>
      <p:sp>
        <p:nvSpPr>
          <p:cNvPr id="361" name="b_small_bar_ellipse_2599">
            <a:extLst>
              <a:ext uri="{FF2B5EF4-FFF2-40B4-BE49-F238E27FC236}">
                <a16:creationId xmlns:a16="http://schemas.microsoft.com/office/drawing/2014/main" id="{364D9F95-7E65-4C54-989F-DD58CA53ADEF}"/>
              </a:ext>
            </a:extLst>
          </p:cNvPr>
          <p:cNvSpPr>
            <a:spLocks noGrp="1"/>
          </p:cNvSpPr>
          <p:nvPr/>
        </p:nvSpPr>
        <p:spPr>
          <a:xfrm>
            <a:off x="1597275" y="2410931"/>
            <a:ext cx="45341" cy="45341"/>
          </a:xfrm>
          <a:prstGeom prst="ellipse">
            <a:avLst/>
          </a:prstGeom>
          <a:solidFill>
            <a:srgbClr val="566AB4">
              <a:alpha val="40000"/>
            </a:srgbClr>
          </a:solidFill>
          <a:ln w="0">
            <a:noFill/>
            <a:prstDash val="solid"/>
          </a:ln>
        </p:spPr>
      </p:sp>
      <p:sp>
        <p:nvSpPr>
          <p:cNvPr id="362" name="b_small_bar_ellipse_2600">
            <a:extLst>
              <a:ext uri="{FF2B5EF4-FFF2-40B4-BE49-F238E27FC236}">
                <a16:creationId xmlns:a16="http://schemas.microsoft.com/office/drawing/2014/main" id="{861D5917-8FDA-4238-B1AB-B57FEF850794}"/>
              </a:ext>
            </a:extLst>
          </p:cNvPr>
          <p:cNvSpPr>
            <a:spLocks noGrp="1"/>
          </p:cNvSpPr>
          <p:nvPr/>
        </p:nvSpPr>
        <p:spPr>
          <a:xfrm>
            <a:off x="1534323" y="4457382"/>
            <a:ext cx="45341" cy="45341"/>
          </a:xfrm>
          <a:prstGeom prst="ellipse">
            <a:avLst/>
          </a:prstGeom>
          <a:solidFill>
            <a:srgbClr val="566AB4">
              <a:alpha val="40000"/>
            </a:srgbClr>
          </a:solidFill>
          <a:ln w="0">
            <a:noFill/>
            <a:prstDash val="solid"/>
          </a:ln>
        </p:spPr>
      </p:sp>
      <p:sp>
        <p:nvSpPr>
          <p:cNvPr id="363" name="b_small_bar_ellipse_2601">
            <a:extLst>
              <a:ext uri="{FF2B5EF4-FFF2-40B4-BE49-F238E27FC236}">
                <a16:creationId xmlns:a16="http://schemas.microsoft.com/office/drawing/2014/main" id="{8F598351-4ADE-4699-A12C-E5A0E0DDDF68}"/>
              </a:ext>
            </a:extLst>
          </p:cNvPr>
          <p:cNvSpPr>
            <a:spLocks noGrp="1"/>
          </p:cNvSpPr>
          <p:nvPr/>
        </p:nvSpPr>
        <p:spPr>
          <a:xfrm>
            <a:off x="1562708" y="4092733"/>
            <a:ext cx="45341" cy="45341"/>
          </a:xfrm>
          <a:prstGeom prst="ellipse">
            <a:avLst/>
          </a:prstGeom>
          <a:solidFill>
            <a:srgbClr val="566AB4">
              <a:alpha val="40000"/>
            </a:srgbClr>
          </a:solidFill>
          <a:ln w="0">
            <a:noFill/>
            <a:prstDash val="solid"/>
          </a:ln>
        </p:spPr>
      </p:sp>
      <p:sp>
        <p:nvSpPr>
          <p:cNvPr id="364" name="b_small_bar_ellipse_2602">
            <a:extLst>
              <a:ext uri="{FF2B5EF4-FFF2-40B4-BE49-F238E27FC236}">
                <a16:creationId xmlns:a16="http://schemas.microsoft.com/office/drawing/2014/main" id="{A80A6237-1C93-4094-BDC9-44B16A0A1D7E}"/>
              </a:ext>
            </a:extLst>
          </p:cNvPr>
          <p:cNvSpPr>
            <a:spLocks noGrp="1"/>
          </p:cNvSpPr>
          <p:nvPr/>
        </p:nvSpPr>
        <p:spPr>
          <a:xfrm>
            <a:off x="1575320" y="3522996"/>
            <a:ext cx="45341" cy="45341"/>
          </a:xfrm>
          <a:prstGeom prst="ellipse">
            <a:avLst/>
          </a:prstGeom>
          <a:solidFill>
            <a:srgbClr val="566AB4">
              <a:alpha val="40000"/>
            </a:srgbClr>
          </a:solidFill>
          <a:ln w="0">
            <a:noFill/>
            <a:prstDash val="solid"/>
          </a:ln>
        </p:spPr>
      </p:sp>
      <p:sp>
        <p:nvSpPr>
          <p:cNvPr id="365" name="b_small_bar_ellipse_2603">
            <a:extLst>
              <a:ext uri="{FF2B5EF4-FFF2-40B4-BE49-F238E27FC236}">
                <a16:creationId xmlns:a16="http://schemas.microsoft.com/office/drawing/2014/main" id="{6DB20418-474E-44DB-BF58-7E35389D334B}"/>
              </a:ext>
            </a:extLst>
          </p:cNvPr>
          <p:cNvSpPr>
            <a:spLocks noGrp="1"/>
          </p:cNvSpPr>
          <p:nvPr/>
        </p:nvSpPr>
        <p:spPr>
          <a:xfrm>
            <a:off x="1629126" y="3562171"/>
            <a:ext cx="45341" cy="45341"/>
          </a:xfrm>
          <a:prstGeom prst="ellipse">
            <a:avLst/>
          </a:prstGeom>
          <a:solidFill>
            <a:srgbClr val="566AB4">
              <a:alpha val="40000"/>
            </a:srgbClr>
          </a:solidFill>
          <a:ln w="0">
            <a:noFill/>
            <a:prstDash val="solid"/>
          </a:ln>
        </p:spPr>
      </p:sp>
      <p:sp>
        <p:nvSpPr>
          <p:cNvPr id="366" name="b_small_bar_ellipse_2604">
            <a:extLst>
              <a:ext uri="{FF2B5EF4-FFF2-40B4-BE49-F238E27FC236}">
                <a16:creationId xmlns:a16="http://schemas.microsoft.com/office/drawing/2014/main" id="{1803A8DD-9BAF-4F15-8347-D6B378B8AD3D}"/>
              </a:ext>
            </a:extLst>
          </p:cNvPr>
          <p:cNvSpPr>
            <a:spLocks noGrp="1"/>
          </p:cNvSpPr>
          <p:nvPr/>
        </p:nvSpPr>
        <p:spPr>
          <a:xfrm>
            <a:off x="1609860" y="4457382"/>
            <a:ext cx="45341" cy="45341"/>
          </a:xfrm>
          <a:prstGeom prst="ellipse">
            <a:avLst/>
          </a:prstGeom>
          <a:solidFill>
            <a:srgbClr val="566AB4">
              <a:alpha val="40000"/>
            </a:srgbClr>
          </a:solidFill>
          <a:ln w="0">
            <a:noFill/>
            <a:prstDash val="solid"/>
          </a:ln>
        </p:spPr>
      </p:sp>
      <p:sp>
        <p:nvSpPr>
          <p:cNvPr id="367" name="b_small_bar_ellipse_2605">
            <a:extLst>
              <a:ext uri="{FF2B5EF4-FFF2-40B4-BE49-F238E27FC236}">
                <a16:creationId xmlns:a16="http://schemas.microsoft.com/office/drawing/2014/main" id="{E681007B-F9BD-439F-AD33-6C73E5220DA7}"/>
              </a:ext>
            </a:extLst>
          </p:cNvPr>
          <p:cNvSpPr>
            <a:spLocks noGrp="1"/>
          </p:cNvSpPr>
          <p:nvPr/>
        </p:nvSpPr>
        <p:spPr>
          <a:xfrm>
            <a:off x="1585415" y="2440776"/>
            <a:ext cx="45341" cy="45341"/>
          </a:xfrm>
          <a:prstGeom prst="ellipse">
            <a:avLst/>
          </a:prstGeom>
          <a:solidFill>
            <a:srgbClr val="566AB4">
              <a:alpha val="40000"/>
            </a:srgbClr>
          </a:solidFill>
          <a:ln w="0">
            <a:noFill/>
            <a:prstDash val="solid"/>
          </a:ln>
        </p:spPr>
      </p:sp>
      <p:sp>
        <p:nvSpPr>
          <p:cNvPr id="368" name="b_small_bar_ellipse_2606">
            <a:extLst>
              <a:ext uri="{FF2B5EF4-FFF2-40B4-BE49-F238E27FC236}">
                <a16:creationId xmlns:a16="http://schemas.microsoft.com/office/drawing/2014/main" id="{A6FE44C5-9E6A-45A1-88FE-41E2F2BA1933}"/>
              </a:ext>
            </a:extLst>
          </p:cNvPr>
          <p:cNvSpPr>
            <a:spLocks noGrp="1"/>
          </p:cNvSpPr>
          <p:nvPr/>
        </p:nvSpPr>
        <p:spPr>
          <a:xfrm>
            <a:off x="1654977" y="4457382"/>
            <a:ext cx="45341" cy="45341"/>
          </a:xfrm>
          <a:prstGeom prst="ellipse">
            <a:avLst/>
          </a:prstGeom>
          <a:solidFill>
            <a:srgbClr val="566AB4">
              <a:alpha val="40000"/>
            </a:srgbClr>
          </a:solidFill>
          <a:ln w="0">
            <a:noFill/>
            <a:prstDash val="solid"/>
          </a:ln>
        </p:spPr>
      </p:sp>
      <p:sp>
        <p:nvSpPr>
          <p:cNvPr id="369" name="b_small_bar_ellipse_2607">
            <a:extLst>
              <a:ext uri="{FF2B5EF4-FFF2-40B4-BE49-F238E27FC236}">
                <a16:creationId xmlns:a16="http://schemas.microsoft.com/office/drawing/2014/main" id="{CBF7A122-AD72-46EF-A599-3D23CA8E5C22}"/>
              </a:ext>
            </a:extLst>
          </p:cNvPr>
          <p:cNvSpPr>
            <a:spLocks noGrp="1"/>
          </p:cNvSpPr>
          <p:nvPr/>
        </p:nvSpPr>
        <p:spPr>
          <a:xfrm>
            <a:off x="1491503" y="3762040"/>
            <a:ext cx="45341" cy="45341"/>
          </a:xfrm>
          <a:prstGeom prst="ellipse">
            <a:avLst/>
          </a:prstGeom>
          <a:solidFill>
            <a:srgbClr val="566AB4">
              <a:alpha val="40000"/>
            </a:srgbClr>
          </a:solidFill>
          <a:ln w="0">
            <a:noFill/>
            <a:prstDash val="solid"/>
          </a:ln>
        </p:spPr>
      </p:sp>
      <p:sp>
        <p:nvSpPr>
          <p:cNvPr id="370" name="b_small_bar_ellipse_2608">
            <a:extLst>
              <a:ext uri="{FF2B5EF4-FFF2-40B4-BE49-F238E27FC236}">
                <a16:creationId xmlns:a16="http://schemas.microsoft.com/office/drawing/2014/main" id="{F4D3D9A2-0DFD-432D-BAEA-50DF4C68C46A}"/>
              </a:ext>
            </a:extLst>
          </p:cNvPr>
          <p:cNvSpPr>
            <a:spLocks noGrp="1"/>
          </p:cNvSpPr>
          <p:nvPr/>
        </p:nvSpPr>
        <p:spPr>
          <a:xfrm>
            <a:off x="1605639" y="2463489"/>
            <a:ext cx="45341" cy="45341"/>
          </a:xfrm>
          <a:prstGeom prst="ellipse">
            <a:avLst/>
          </a:prstGeom>
          <a:solidFill>
            <a:srgbClr val="566AB4">
              <a:alpha val="40000"/>
            </a:srgbClr>
          </a:solidFill>
          <a:ln w="0">
            <a:noFill/>
            <a:prstDash val="solid"/>
          </a:ln>
        </p:spPr>
      </p:sp>
      <p:sp>
        <p:nvSpPr>
          <p:cNvPr id="371" name="b_small_bar_ellipse_2609">
            <a:extLst>
              <a:ext uri="{FF2B5EF4-FFF2-40B4-BE49-F238E27FC236}">
                <a16:creationId xmlns:a16="http://schemas.microsoft.com/office/drawing/2014/main" id="{09AE7F99-CB31-4673-90E6-46162FE07B28}"/>
              </a:ext>
            </a:extLst>
          </p:cNvPr>
          <p:cNvSpPr>
            <a:spLocks noGrp="1"/>
          </p:cNvSpPr>
          <p:nvPr/>
        </p:nvSpPr>
        <p:spPr>
          <a:xfrm>
            <a:off x="1554492" y="2874387"/>
            <a:ext cx="45341" cy="45341"/>
          </a:xfrm>
          <a:prstGeom prst="ellipse">
            <a:avLst/>
          </a:prstGeom>
          <a:solidFill>
            <a:srgbClr val="566AB4">
              <a:alpha val="40000"/>
            </a:srgbClr>
          </a:solidFill>
          <a:ln w="0">
            <a:noFill/>
            <a:prstDash val="solid"/>
          </a:ln>
        </p:spPr>
      </p:sp>
      <p:sp>
        <p:nvSpPr>
          <p:cNvPr id="372" name="b_small_bar_ellipse_2610">
            <a:extLst>
              <a:ext uri="{FF2B5EF4-FFF2-40B4-BE49-F238E27FC236}">
                <a16:creationId xmlns:a16="http://schemas.microsoft.com/office/drawing/2014/main" id="{AC1921A1-366B-4AAD-8AD8-CC7E5B4446A3}"/>
              </a:ext>
            </a:extLst>
          </p:cNvPr>
          <p:cNvSpPr>
            <a:spLocks noGrp="1"/>
          </p:cNvSpPr>
          <p:nvPr/>
        </p:nvSpPr>
        <p:spPr>
          <a:xfrm>
            <a:off x="1489706" y="3394602"/>
            <a:ext cx="45341" cy="45341"/>
          </a:xfrm>
          <a:prstGeom prst="ellipse">
            <a:avLst/>
          </a:prstGeom>
          <a:solidFill>
            <a:srgbClr val="566AB4">
              <a:alpha val="40000"/>
            </a:srgbClr>
          </a:solidFill>
          <a:ln w="0">
            <a:noFill/>
            <a:prstDash val="solid"/>
          </a:ln>
        </p:spPr>
      </p:sp>
      <p:sp>
        <p:nvSpPr>
          <p:cNvPr id="373" name="b_small_bar_ellipse_2611">
            <a:extLst>
              <a:ext uri="{FF2B5EF4-FFF2-40B4-BE49-F238E27FC236}">
                <a16:creationId xmlns:a16="http://schemas.microsoft.com/office/drawing/2014/main" id="{1BF44F8D-713B-4965-8650-246AAAF17C8C}"/>
              </a:ext>
            </a:extLst>
          </p:cNvPr>
          <p:cNvSpPr>
            <a:spLocks noGrp="1"/>
          </p:cNvSpPr>
          <p:nvPr/>
        </p:nvSpPr>
        <p:spPr>
          <a:xfrm>
            <a:off x="1632840" y="2687254"/>
            <a:ext cx="45341" cy="45341"/>
          </a:xfrm>
          <a:prstGeom prst="ellipse">
            <a:avLst/>
          </a:prstGeom>
          <a:solidFill>
            <a:srgbClr val="566AB4">
              <a:alpha val="40000"/>
            </a:srgbClr>
          </a:solidFill>
          <a:ln w="0">
            <a:noFill/>
            <a:prstDash val="solid"/>
          </a:ln>
        </p:spPr>
      </p:sp>
      <p:sp>
        <p:nvSpPr>
          <p:cNvPr id="374" name="b_small_bar_ellipse_2612">
            <a:extLst>
              <a:ext uri="{FF2B5EF4-FFF2-40B4-BE49-F238E27FC236}">
                <a16:creationId xmlns:a16="http://schemas.microsoft.com/office/drawing/2014/main" id="{8C2B01F3-ECF8-4151-B7B6-9311063BCDDE}"/>
              </a:ext>
            </a:extLst>
          </p:cNvPr>
          <p:cNvSpPr>
            <a:spLocks noGrp="1"/>
          </p:cNvSpPr>
          <p:nvPr/>
        </p:nvSpPr>
        <p:spPr>
          <a:xfrm>
            <a:off x="1648394" y="4457382"/>
            <a:ext cx="45341" cy="45341"/>
          </a:xfrm>
          <a:prstGeom prst="ellipse">
            <a:avLst/>
          </a:prstGeom>
          <a:solidFill>
            <a:srgbClr val="566AB4">
              <a:alpha val="40000"/>
            </a:srgbClr>
          </a:solidFill>
          <a:ln w="0">
            <a:noFill/>
            <a:prstDash val="solid"/>
          </a:ln>
        </p:spPr>
      </p:sp>
      <p:sp>
        <p:nvSpPr>
          <p:cNvPr id="375" name="b_small_bar_ellipse_2613">
            <a:extLst>
              <a:ext uri="{FF2B5EF4-FFF2-40B4-BE49-F238E27FC236}">
                <a16:creationId xmlns:a16="http://schemas.microsoft.com/office/drawing/2014/main" id="{499ADA86-EBA0-4A77-94AF-82D1BD93DD20}"/>
              </a:ext>
            </a:extLst>
          </p:cNvPr>
          <p:cNvSpPr>
            <a:spLocks noGrp="1"/>
          </p:cNvSpPr>
          <p:nvPr/>
        </p:nvSpPr>
        <p:spPr>
          <a:xfrm>
            <a:off x="1468974" y="2622121"/>
            <a:ext cx="45341" cy="45341"/>
          </a:xfrm>
          <a:prstGeom prst="ellipse">
            <a:avLst/>
          </a:prstGeom>
          <a:solidFill>
            <a:srgbClr val="566AB4">
              <a:alpha val="40000"/>
            </a:srgbClr>
          </a:solidFill>
          <a:ln w="0">
            <a:noFill/>
            <a:prstDash val="solid"/>
          </a:ln>
        </p:spPr>
      </p:sp>
      <p:sp>
        <p:nvSpPr>
          <p:cNvPr id="376" name="b_small_bar_ellipse_2614">
            <a:extLst>
              <a:ext uri="{FF2B5EF4-FFF2-40B4-BE49-F238E27FC236}">
                <a16:creationId xmlns:a16="http://schemas.microsoft.com/office/drawing/2014/main" id="{460921E5-8507-47F7-9DEF-377949F8585B}"/>
              </a:ext>
            </a:extLst>
          </p:cNvPr>
          <p:cNvSpPr>
            <a:spLocks noGrp="1"/>
          </p:cNvSpPr>
          <p:nvPr/>
        </p:nvSpPr>
        <p:spPr>
          <a:xfrm>
            <a:off x="1565355" y="4457382"/>
            <a:ext cx="45341" cy="45341"/>
          </a:xfrm>
          <a:prstGeom prst="ellipse">
            <a:avLst/>
          </a:prstGeom>
          <a:solidFill>
            <a:srgbClr val="566AB4">
              <a:alpha val="40000"/>
            </a:srgbClr>
          </a:solidFill>
          <a:ln w="0">
            <a:noFill/>
            <a:prstDash val="solid"/>
          </a:ln>
        </p:spPr>
      </p:sp>
      <p:sp>
        <p:nvSpPr>
          <p:cNvPr id="377" name="b_small_bar_ellipse_2615">
            <a:extLst>
              <a:ext uri="{FF2B5EF4-FFF2-40B4-BE49-F238E27FC236}">
                <a16:creationId xmlns:a16="http://schemas.microsoft.com/office/drawing/2014/main" id="{FCBC9069-6119-490A-9ADF-D4A8A1EA00AC}"/>
              </a:ext>
            </a:extLst>
          </p:cNvPr>
          <p:cNvSpPr>
            <a:spLocks noGrp="1"/>
          </p:cNvSpPr>
          <p:nvPr/>
        </p:nvSpPr>
        <p:spPr>
          <a:xfrm>
            <a:off x="1500956" y="4457382"/>
            <a:ext cx="45341" cy="45341"/>
          </a:xfrm>
          <a:prstGeom prst="ellipse">
            <a:avLst/>
          </a:prstGeom>
          <a:solidFill>
            <a:srgbClr val="566AB4">
              <a:alpha val="40000"/>
            </a:srgbClr>
          </a:solidFill>
          <a:ln w="0">
            <a:noFill/>
            <a:prstDash val="solid"/>
          </a:ln>
        </p:spPr>
      </p:sp>
      <p:sp>
        <p:nvSpPr>
          <p:cNvPr id="378" name="b_small_bar_ellipse_2616">
            <a:extLst>
              <a:ext uri="{FF2B5EF4-FFF2-40B4-BE49-F238E27FC236}">
                <a16:creationId xmlns:a16="http://schemas.microsoft.com/office/drawing/2014/main" id="{27CB4C00-98B5-41BB-A41A-1BA913CC787F}"/>
              </a:ext>
            </a:extLst>
          </p:cNvPr>
          <p:cNvSpPr>
            <a:spLocks noGrp="1"/>
          </p:cNvSpPr>
          <p:nvPr/>
        </p:nvSpPr>
        <p:spPr>
          <a:xfrm>
            <a:off x="1535616" y="3123939"/>
            <a:ext cx="45341" cy="45341"/>
          </a:xfrm>
          <a:prstGeom prst="ellipse">
            <a:avLst/>
          </a:prstGeom>
          <a:solidFill>
            <a:srgbClr val="566AB4">
              <a:alpha val="40000"/>
            </a:srgbClr>
          </a:solidFill>
          <a:ln w="0">
            <a:noFill/>
            <a:prstDash val="solid"/>
          </a:ln>
        </p:spPr>
      </p:sp>
      <p:sp>
        <p:nvSpPr>
          <p:cNvPr id="379" name="b_small_bar_ellipse_2617">
            <a:extLst>
              <a:ext uri="{FF2B5EF4-FFF2-40B4-BE49-F238E27FC236}">
                <a16:creationId xmlns:a16="http://schemas.microsoft.com/office/drawing/2014/main" id="{11045834-8227-4546-BE98-24A4E4884B9B}"/>
              </a:ext>
            </a:extLst>
          </p:cNvPr>
          <p:cNvSpPr>
            <a:spLocks noGrp="1"/>
          </p:cNvSpPr>
          <p:nvPr/>
        </p:nvSpPr>
        <p:spPr>
          <a:xfrm>
            <a:off x="1477869" y="2564664"/>
            <a:ext cx="45341" cy="45341"/>
          </a:xfrm>
          <a:prstGeom prst="ellipse">
            <a:avLst/>
          </a:prstGeom>
          <a:solidFill>
            <a:srgbClr val="566AB4">
              <a:alpha val="40000"/>
            </a:srgbClr>
          </a:solidFill>
          <a:ln w="0">
            <a:noFill/>
            <a:prstDash val="solid"/>
          </a:ln>
        </p:spPr>
      </p:sp>
      <p:sp>
        <p:nvSpPr>
          <p:cNvPr id="380" name="b_small_bar_ellipse_2618">
            <a:extLst>
              <a:ext uri="{FF2B5EF4-FFF2-40B4-BE49-F238E27FC236}">
                <a16:creationId xmlns:a16="http://schemas.microsoft.com/office/drawing/2014/main" id="{22860230-8706-4DE1-8A86-B1507E18228D}"/>
              </a:ext>
            </a:extLst>
          </p:cNvPr>
          <p:cNvSpPr>
            <a:spLocks noGrp="1"/>
          </p:cNvSpPr>
          <p:nvPr/>
        </p:nvSpPr>
        <p:spPr>
          <a:xfrm>
            <a:off x="1651587" y="2912646"/>
            <a:ext cx="45341" cy="45341"/>
          </a:xfrm>
          <a:prstGeom prst="ellipse">
            <a:avLst/>
          </a:prstGeom>
          <a:solidFill>
            <a:srgbClr val="566AB4">
              <a:alpha val="40000"/>
            </a:srgbClr>
          </a:solidFill>
          <a:ln w="0">
            <a:noFill/>
            <a:prstDash val="solid"/>
          </a:ln>
        </p:spPr>
      </p:sp>
      <p:sp>
        <p:nvSpPr>
          <p:cNvPr id="381" name="b_small_bar_ellipse_2619">
            <a:extLst>
              <a:ext uri="{FF2B5EF4-FFF2-40B4-BE49-F238E27FC236}">
                <a16:creationId xmlns:a16="http://schemas.microsoft.com/office/drawing/2014/main" id="{F6BE2273-6399-4ECD-9FC0-0A234C0D27B6}"/>
              </a:ext>
            </a:extLst>
          </p:cNvPr>
          <p:cNvSpPr>
            <a:spLocks noGrp="1"/>
          </p:cNvSpPr>
          <p:nvPr/>
        </p:nvSpPr>
        <p:spPr>
          <a:xfrm>
            <a:off x="1621642" y="2985734"/>
            <a:ext cx="45341" cy="45341"/>
          </a:xfrm>
          <a:prstGeom prst="ellipse">
            <a:avLst/>
          </a:prstGeom>
          <a:solidFill>
            <a:srgbClr val="566AB4">
              <a:alpha val="40000"/>
            </a:srgbClr>
          </a:solidFill>
          <a:ln w="0">
            <a:noFill/>
            <a:prstDash val="solid"/>
          </a:ln>
        </p:spPr>
      </p:sp>
      <p:sp>
        <p:nvSpPr>
          <p:cNvPr id="382" name="b_small_bar_ellipse_2620">
            <a:extLst>
              <a:ext uri="{FF2B5EF4-FFF2-40B4-BE49-F238E27FC236}">
                <a16:creationId xmlns:a16="http://schemas.microsoft.com/office/drawing/2014/main" id="{6E4EF5AB-BE9E-489D-BCB5-D676B9CA9680}"/>
              </a:ext>
            </a:extLst>
          </p:cNvPr>
          <p:cNvSpPr>
            <a:spLocks noGrp="1"/>
          </p:cNvSpPr>
          <p:nvPr/>
        </p:nvSpPr>
        <p:spPr>
          <a:xfrm>
            <a:off x="1506437" y="2627083"/>
            <a:ext cx="45341" cy="45341"/>
          </a:xfrm>
          <a:prstGeom prst="ellipse">
            <a:avLst/>
          </a:prstGeom>
          <a:solidFill>
            <a:srgbClr val="566AB4">
              <a:alpha val="40000"/>
            </a:srgbClr>
          </a:solidFill>
          <a:ln w="0">
            <a:noFill/>
            <a:prstDash val="solid"/>
          </a:ln>
        </p:spPr>
      </p:sp>
      <p:sp>
        <p:nvSpPr>
          <p:cNvPr id="383" name="b_small_bar_ellipse_2621">
            <a:extLst>
              <a:ext uri="{FF2B5EF4-FFF2-40B4-BE49-F238E27FC236}">
                <a16:creationId xmlns:a16="http://schemas.microsoft.com/office/drawing/2014/main" id="{B0A74CCF-68D0-4824-96A1-866CF4DF69CF}"/>
              </a:ext>
            </a:extLst>
          </p:cNvPr>
          <p:cNvSpPr>
            <a:spLocks noGrp="1"/>
          </p:cNvSpPr>
          <p:nvPr/>
        </p:nvSpPr>
        <p:spPr>
          <a:xfrm>
            <a:off x="1539201" y="2807305"/>
            <a:ext cx="45341" cy="45341"/>
          </a:xfrm>
          <a:prstGeom prst="ellipse">
            <a:avLst/>
          </a:prstGeom>
          <a:solidFill>
            <a:srgbClr val="566AB4">
              <a:alpha val="40000"/>
            </a:srgbClr>
          </a:solidFill>
          <a:ln w="0">
            <a:noFill/>
            <a:prstDash val="solid"/>
          </a:ln>
        </p:spPr>
      </p:sp>
      <p:sp>
        <p:nvSpPr>
          <p:cNvPr id="384" name="b_small_bar_ellipse_2622">
            <a:extLst>
              <a:ext uri="{FF2B5EF4-FFF2-40B4-BE49-F238E27FC236}">
                <a16:creationId xmlns:a16="http://schemas.microsoft.com/office/drawing/2014/main" id="{1BB0B144-E802-4E35-BD8E-4A3BCC218199}"/>
              </a:ext>
            </a:extLst>
          </p:cNvPr>
          <p:cNvSpPr>
            <a:spLocks noGrp="1"/>
          </p:cNvSpPr>
          <p:nvPr/>
        </p:nvSpPr>
        <p:spPr>
          <a:xfrm>
            <a:off x="1473046" y="2816127"/>
            <a:ext cx="45341" cy="45341"/>
          </a:xfrm>
          <a:prstGeom prst="ellipse">
            <a:avLst/>
          </a:prstGeom>
          <a:solidFill>
            <a:srgbClr val="566AB4">
              <a:alpha val="40000"/>
            </a:srgbClr>
          </a:solidFill>
          <a:ln w="0">
            <a:noFill/>
            <a:prstDash val="solid"/>
          </a:ln>
        </p:spPr>
      </p:sp>
      <p:sp>
        <p:nvSpPr>
          <p:cNvPr id="385" name="b_small_bar_ellipse_2623">
            <a:extLst>
              <a:ext uri="{FF2B5EF4-FFF2-40B4-BE49-F238E27FC236}">
                <a16:creationId xmlns:a16="http://schemas.microsoft.com/office/drawing/2014/main" id="{D756BB8C-2F6D-48AE-9245-65B803D1E2A1}"/>
              </a:ext>
            </a:extLst>
          </p:cNvPr>
          <p:cNvSpPr>
            <a:spLocks noGrp="1"/>
          </p:cNvSpPr>
          <p:nvPr/>
        </p:nvSpPr>
        <p:spPr>
          <a:xfrm>
            <a:off x="1586273" y="4457382"/>
            <a:ext cx="45341" cy="45341"/>
          </a:xfrm>
          <a:prstGeom prst="ellipse">
            <a:avLst/>
          </a:prstGeom>
          <a:solidFill>
            <a:srgbClr val="566AB4">
              <a:alpha val="40000"/>
            </a:srgbClr>
          </a:solidFill>
          <a:ln w="0">
            <a:noFill/>
            <a:prstDash val="solid"/>
          </a:ln>
        </p:spPr>
      </p:sp>
      <p:sp>
        <p:nvSpPr>
          <p:cNvPr id="386" name="b_small_bar_ellipse_2624">
            <a:extLst>
              <a:ext uri="{FF2B5EF4-FFF2-40B4-BE49-F238E27FC236}">
                <a16:creationId xmlns:a16="http://schemas.microsoft.com/office/drawing/2014/main" id="{86B50A1C-02EA-46C6-8DA4-E9988ED37BC6}"/>
              </a:ext>
            </a:extLst>
          </p:cNvPr>
          <p:cNvSpPr>
            <a:spLocks noGrp="1"/>
          </p:cNvSpPr>
          <p:nvPr/>
        </p:nvSpPr>
        <p:spPr>
          <a:xfrm>
            <a:off x="1629633" y="2741873"/>
            <a:ext cx="45341" cy="45341"/>
          </a:xfrm>
          <a:prstGeom prst="ellipse">
            <a:avLst/>
          </a:prstGeom>
          <a:solidFill>
            <a:srgbClr val="566AB4">
              <a:alpha val="40000"/>
            </a:srgbClr>
          </a:solidFill>
          <a:ln w="0">
            <a:noFill/>
            <a:prstDash val="solid"/>
          </a:ln>
        </p:spPr>
      </p:sp>
      <p:sp>
        <p:nvSpPr>
          <p:cNvPr id="387" name="b_small_bar_ellipse_2625">
            <a:extLst>
              <a:ext uri="{FF2B5EF4-FFF2-40B4-BE49-F238E27FC236}">
                <a16:creationId xmlns:a16="http://schemas.microsoft.com/office/drawing/2014/main" id="{A245172D-6897-4785-B41B-D309103707ED}"/>
              </a:ext>
            </a:extLst>
          </p:cNvPr>
          <p:cNvSpPr>
            <a:spLocks noGrp="1"/>
          </p:cNvSpPr>
          <p:nvPr/>
        </p:nvSpPr>
        <p:spPr>
          <a:xfrm>
            <a:off x="1499503" y="3155452"/>
            <a:ext cx="45341" cy="45341"/>
          </a:xfrm>
          <a:prstGeom prst="ellipse">
            <a:avLst/>
          </a:prstGeom>
          <a:solidFill>
            <a:srgbClr val="566AB4">
              <a:alpha val="40000"/>
            </a:srgbClr>
          </a:solidFill>
          <a:ln w="0">
            <a:noFill/>
            <a:prstDash val="solid"/>
          </a:ln>
        </p:spPr>
      </p:sp>
      <p:sp>
        <p:nvSpPr>
          <p:cNvPr id="388" name="b_small_bar_ellipse_2626">
            <a:extLst>
              <a:ext uri="{FF2B5EF4-FFF2-40B4-BE49-F238E27FC236}">
                <a16:creationId xmlns:a16="http://schemas.microsoft.com/office/drawing/2014/main" id="{89640460-BCC8-46F4-AA9D-FD4316016701}"/>
              </a:ext>
            </a:extLst>
          </p:cNvPr>
          <p:cNvSpPr>
            <a:spLocks noGrp="1"/>
          </p:cNvSpPr>
          <p:nvPr/>
        </p:nvSpPr>
        <p:spPr>
          <a:xfrm>
            <a:off x="1616709" y="4457382"/>
            <a:ext cx="45341" cy="45341"/>
          </a:xfrm>
          <a:prstGeom prst="ellipse">
            <a:avLst/>
          </a:prstGeom>
          <a:solidFill>
            <a:srgbClr val="566AB4">
              <a:alpha val="40000"/>
            </a:srgbClr>
          </a:solidFill>
          <a:ln w="0">
            <a:noFill/>
            <a:prstDash val="solid"/>
          </a:ln>
        </p:spPr>
      </p:sp>
      <p:sp>
        <p:nvSpPr>
          <p:cNvPr id="389" name="b_small_bar_ellipse_2627">
            <a:extLst>
              <a:ext uri="{FF2B5EF4-FFF2-40B4-BE49-F238E27FC236}">
                <a16:creationId xmlns:a16="http://schemas.microsoft.com/office/drawing/2014/main" id="{A3223961-BDFB-4AFB-BFAF-3A08923194C5}"/>
              </a:ext>
            </a:extLst>
          </p:cNvPr>
          <p:cNvSpPr>
            <a:spLocks noGrp="1"/>
          </p:cNvSpPr>
          <p:nvPr/>
        </p:nvSpPr>
        <p:spPr>
          <a:xfrm>
            <a:off x="1485443" y="4193540"/>
            <a:ext cx="45341" cy="45341"/>
          </a:xfrm>
          <a:prstGeom prst="ellipse">
            <a:avLst/>
          </a:prstGeom>
          <a:solidFill>
            <a:srgbClr val="566AB4">
              <a:alpha val="40000"/>
            </a:srgbClr>
          </a:solidFill>
          <a:ln w="0">
            <a:noFill/>
            <a:prstDash val="solid"/>
          </a:ln>
        </p:spPr>
      </p:sp>
      <p:sp>
        <p:nvSpPr>
          <p:cNvPr id="390" name="b_small_bar_ellipse_2628">
            <a:extLst>
              <a:ext uri="{FF2B5EF4-FFF2-40B4-BE49-F238E27FC236}">
                <a16:creationId xmlns:a16="http://schemas.microsoft.com/office/drawing/2014/main" id="{AA7F0A3B-F86E-4D38-B673-9B09933F7E7A}"/>
              </a:ext>
            </a:extLst>
          </p:cNvPr>
          <p:cNvSpPr>
            <a:spLocks noGrp="1"/>
          </p:cNvSpPr>
          <p:nvPr/>
        </p:nvSpPr>
        <p:spPr>
          <a:xfrm>
            <a:off x="1525470" y="4161567"/>
            <a:ext cx="45341" cy="45341"/>
          </a:xfrm>
          <a:prstGeom prst="ellipse">
            <a:avLst/>
          </a:prstGeom>
          <a:solidFill>
            <a:srgbClr val="566AB4">
              <a:alpha val="40000"/>
            </a:srgbClr>
          </a:solidFill>
          <a:ln w="0">
            <a:noFill/>
            <a:prstDash val="solid"/>
          </a:ln>
        </p:spPr>
      </p:sp>
      <p:sp>
        <p:nvSpPr>
          <p:cNvPr id="391" name="b_small_bar_ellipse_2629">
            <a:extLst>
              <a:ext uri="{FF2B5EF4-FFF2-40B4-BE49-F238E27FC236}">
                <a16:creationId xmlns:a16="http://schemas.microsoft.com/office/drawing/2014/main" id="{FCED6D52-BD8F-4EB0-9494-C9F6379768DC}"/>
              </a:ext>
            </a:extLst>
          </p:cNvPr>
          <p:cNvSpPr>
            <a:spLocks noGrp="1"/>
          </p:cNvSpPr>
          <p:nvPr/>
        </p:nvSpPr>
        <p:spPr>
          <a:xfrm>
            <a:off x="1528152" y="4141620"/>
            <a:ext cx="45341" cy="45341"/>
          </a:xfrm>
          <a:prstGeom prst="ellipse">
            <a:avLst/>
          </a:prstGeom>
          <a:solidFill>
            <a:srgbClr val="566AB4">
              <a:alpha val="40000"/>
            </a:srgbClr>
          </a:solidFill>
          <a:ln w="0">
            <a:noFill/>
            <a:prstDash val="solid"/>
          </a:ln>
        </p:spPr>
      </p:sp>
      <p:sp>
        <p:nvSpPr>
          <p:cNvPr id="392" name="b_small_bar_ellipse_2630">
            <a:extLst>
              <a:ext uri="{FF2B5EF4-FFF2-40B4-BE49-F238E27FC236}">
                <a16:creationId xmlns:a16="http://schemas.microsoft.com/office/drawing/2014/main" id="{FE610C2A-6BD0-46B3-9529-7467A71651AE}"/>
              </a:ext>
            </a:extLst>
          </p:cNvPr>
          <p:cNvSpPr>
            <a:spLocks noGrp="1"/>
          </p:cNvSpPr>
          <p:nvPr/>
        </p:nvSpPr>
        <p:spPr>
          <a:xfrm>
            <a:off x="1595441" y="2497919"/>
            <a:ext cx="45341" cy="45341"/>
          </a:xfrm>
          <a:prstGeom prst="ellipse">
            <a:avLst/>
          </a:prstGeom>
          <a:solidFill>
            <a:srgbClr val="566AB4">
              <a:alpha val="40000"/>
            </a:srgbClr>
          </a:solidFill>
          <a:ln w="0">
            <a:noFill/>
            <a:prstDash val="solid"/>
          </a:ln>
        </p:spPr>
      </p:sp>
      <p:sp>
        <p:nvSpPr>
          <p:cNvPr id="393" name="b_small_bar_ellipse_2631">
            <a:extLst>
              <a:ext uri="{FF2B5EF4-FFF2-40B4-BE49-F238E27FC236}">
                <a16:creationId xmlns:a16="http://schemas.microsoft.com/office/drawing/2014/main" id="{E5E54129-6F48-4587-8A43-DA36A294C903}"/>
              </a:ext>
            </a:extLst>
          </p:cNvPr>
          <p:cNvSpPr>
            <a:spLocks noGrp="1"/>
          </p:cNvSpPr>
          <p:nvPr/>
        </p:nvSpPr>
        <p:spPr>
          <a:xfrm>
            <a:off x="1604261" y="3789680"/>
            <a:ext cx="45341" cy="45341"/>
          </a:xfrm>
          <a:prstGeom prst="ellipse">
            <a:avLst/>
          </a:prstGeom>
          <a:solidFill>
            <a:srgbClr val="566AB4">
              <a:alpha val="40000"/>
            </a:srgbClr>
          </a:solidFill>
          <a:ln w="0">
            <a:noFill/>
            <a:prstDash val="solid"/>
          </a:ln>
        </p:spPr>
      </p:sp>
      <p:sp>
        <p:nvSpPr>
          <p:cNvPr id="394" name="b_small_bar_ellipse_2632">
            <a:extLst>
              <a:ext uri="{FF2B5EF4-FFF2-40B4-BE49-F238E27FC236}">
                <a16:creationId xmlns:a16="http://schemas.microsoft.com/office/drawing/2014/main" id="{0AB449A5-8874-4B51-A704-1A8DC969C614}"/>
              </a:ext>
            </a:extLst>
          </p:cNvPr>
          <p:cNvSpPr>
            <a:spLocks noGrp="1"/>
          </p:cNvSpPr>
          <p:nvPr/>
        </p:nvSpPr>
        <p:spPr>
          <a:xfrm>
            <a:off x="1554381" y="2616231"/>
            <a:ext cx="45341" cy="45341"/>
          </a:xfrm>
          <a:prstGeom prst="ellipse">
            <a:avLst/>
          </a:prstGeom>
          <a:solidFill>
            <a:srgbClr val="566AB4">
              <a:alpha val="40000"/>
            </a:srgbClr>
          </a:solidFill>
          <a:ln w="0">
            <a:noFill/>
            <a:prstDash val="solid"/>
          </a:ln>
        </p:spPr>
      </p:sp>
      <p:sp>
        <p:nvSpPr>
          <p:cNvPr id="395" name="b_small_bar_ellipse_2633">
            <a:extLst>
              <a:ext uri="{FF2B5EF4-FFF2-40B4-BE49-F238E27FC236}">
                <a16:creationId xmlns:a16="http://schemas.microsoft.com/office/drawing/2014/main" id="{2E00FD4D-F901-4CBC-9831-B025947793BB}"/>
              </a:ext>
            </a:extLst>
          </p:cNvPr>
          <p:cNvSpPr>
            <a:spLocks noGrp="1"/>
          </p:cNvSpPr>
          <p:nvPr/>
        </p:nvSpPr>
        <p:spPr>
          <a:xfrm>
            <a:off x="1579605" y="3480571"/>
            <a:ext cx="45341" cy="45341"/>
          </a:xfrm>
          <a:prstGeom prst="ellipse">
            <a:avLst/>
          </a:prstGeom>
          <a:solidFill>
            <a:srgbClr val="566AB4">
              <a:alpha val="40000"/>
            </a:srgbClr>
          </a:solidFill>
          <a:ln w="0">
            <a:noFill/>
            <a:prstDash val="solid"/>
          </a:ln>
        </p:spPr>
      </p:sp>
      <p:sp>
        <p:nvSpPr>
          <p:cNvPr id="396" name="b_small_bar_ellipse_2634">
            <a:extLst>
              <a:ext uri="{FF2B5EF4-FFF2-40B4-BE49-F238E27FC236}">
                <a16:creationId xmlns:a16="http://schemas.microsoft.com/office/drawing/2014/main" id="{0810EA45-679A-44BA-BA90-C3CD7F44675A}"/>
              </a:ext>
            </a:extLst>
          </p:cNvPr>
          <p:cNvSpPr>
            <a:spLocks noGrp="1"/>
          </p:cNvSpPr>
          <p:nvPr/>
        </p:nvSpPr>
        <p:spPr>
          <a:xfrm>
            <a:off x="1563953" y="3964718"/>
            <a:ext cx="45341" cy="45341"/>
          </a:xfrm>
          <a:prstGeom prst="ellipse">
            <a:avLst/>
          </a:prstGeom>
          <a:solidFill>
            <a:srgbClr val="566AB4">
              <a:alpha val="40000"/>
            </a:srgbClr>
          </a:solidFill>
          <a:ln w="0">
            <a:noFill/>
            <a:prstDash val="solid"/>
          </a:ln>
        </p:spPr>
      </p:sp>
      <p:sp>
        <p:nvSpPr>
          <p:cNvPr id="397" name="b_small_bar_ellipse_2635">
            <a:extLst>
              <a:ext uri="{FF2B5EF4-FFF2-40B4-BE49-F238E27FC236}">
                <a16:creationId xmlns:a16="http://schemas.microsoft.com/office/drawing/2014/main" id="{BBEBD848-89E4-4E67-AC13-27664734A5AE}"/>
              </a:ext>
            </a:extLst>
          </p:cNvPr>
          <p:cNvSpPr>
            <a:spLocks noGrp="1"/>
          </p:cNvSpPr>
          <p:nvPr/>
        </p:nvSpPr>
        <p:spPr>
          <a:xfrm>
            <a:off x="1552207" y="2807565"/>
            <a:ext cx="45341" cy="45341"/>
          </a:xfrm>
          <a:prstGeom prst="ellipse">
            <a:avLst/>
          </a:prstGeom>
          <a:solidFill>
            <a:srgbClr val="566AB4">
              <a:alpha val="40000"/>
            </a:srgbClr>
          </a:solidFill>
          <a:ln w="0">
            <a:noFill/>
            <a:prstDash val="solid"/>
          </a:ln>
        </p:spPr>
      </p:sp>
      <p:sp>
        <p:nvSpPr>
          <p:cNvPr id="398" name="b_small_bar_ellipse_2636">
            <a:extLst>
              <a:ext uri="{FF2B5EF4-FFF2-40B4-BE49-F238E27FC236}">
                <a16:creationId xmlns:a16="http://schemas.microsoft.com/office/drawing/2014/main" id="{C2F60F28-4A98-4610-A711-268E38AF246F}"/>
              </a:ext>
            </a:extLst>
          </p:cNvPr>
          <p:cNvSpPr>
            <a:spLocks noGrp="1"/>
          </p:cNvSpPr>
          <p:nvPr/>
        </p:nvSpPr>
        <p:spPr>
          <a:xfrm>
            <a:off x="1505493" y="2591977"/>
            <a:ext cx="45341" cy="45341"/>
          </a:xfrm>
          <a:prstGeom prst="ellipse">
            <a:avLst/>
          </a:prstGeom>
          <a:solidFill>
            <a:srgbClr val="566AB4">
              <a:alpha val="40000"/>
            </a:srgbClr>
          </a:solidFill>
          <a:ln w="0">
            <a:noFill/>
            <a:prstDash val="solid"/>
          </a:ln>
        </p:spPr>
      </p:sp>
      <p:sp>
        <p:nvSpPr>
          <p:cNvPr id="399" name="b_small_bar_ellipse_2637">
            <a:extLst>
              <a:ext uri="{FF2B5EF4-FFF2-40B4-BE49-F238E27FC236}">
                <a16:creationId xmlns:a16="http://schemas.microsoft.com/office/drawing/2014/main" id="{0CDDA190-93F7-4EE0-8E8B-7870BFC17DDE}"/>
              </a:ext>
            </a:extLst>
          </p:cNvPr>
          <p:cNvSpPr>
            <a:spLocks noGrp="1"/>
          </p:cNvSpPr>
          <p:nvPr/>
        </p:nvSpPr>
        <p:spPr>
          <a:xfrm>
            <a:off x="1484311" y="2574705"/>
            <a:ext cx="45341" cy="45341"/>
          </a:xfrm>
          <a:prstGeom prst="ellipse">
            <a:avLst/>
          </a:prstGeom>
          <a:solidFill>
            <a:srgbClr val="566AB4">
              <a:alpha val="40000"/>
            </a:srgbClr>
          </a:solidFill>
          <a:ln w="0">
            <a:noFill/>
            <a:prstDash val="solid"/>
          </a:ln>
        </p:spPr>
      </p:sp>
      <p:sp>
        <p:nvSpPr>
          <p:cNvPr id="400" name="b_small_bar_ellipse_2638">
            <a:extLst>
              <a:ext uri="{FF2B5EF4-FFF2-40B4-BE49-F238E27FC236}">
                <a16:creationId xmlns:a16="http://schemas.microsoft.com/office/drawing/2014/main" id="{AFE4CFF3-6DB4-44DA-B0C9-AB5B8F58C317}"/>
              </a:ext>
            </a:extLst>
          </p:cNvPr>
          <p:cNvSpPr>
            <a:spLocks noGrp="1"/>
          </p:cNvSpPr>
          <p:nvPr/>
        </p:nvSpPr>
        <p:spPr>
          <a:xfrm>
            <a:off x="1530913" y="4457382"/>
            <a:ext cx="45341" cy="45341"/>
          </a:xfrm>
          <a:prstGeom prst="ellipse">
            <a:avLst/>
          </a:prstGeom>
          <a:solidFill>
            <a:srgbClr val="566AB4">
              <a:alpha val="40000"/>
            </a:srgbClr>
          </a:solidFill>
          <a:ln w="0">
            <a:noFill/>
            <a:prstDash val="solid"/>
          </a:ln>
        </p:spPr>
      </p:sp>
      <p:sp>
        <p:nvSpPr>
          <p:cNvPr id="401" name="b_small_bar_ellipse_2639">
            <a:extLst>
              <a:ext uri="{FF2B5EF4-FFF2-40B4-BE49-F238E27FC236}">
                <a16:creationId xmlns:a16="http://schemas.microsoft.com/office/drawing/2014/main" id="{6F6DA280-8EB1-445C-AC1D-530108350701}"/>
              </a:ext>
            </a:extLst>
          </p:cNvPr>
          <p:cNvSpPr>
            <a:spLocks noGrp="1"/>
          </p:cNvSpPr>
          <p:nvPr/>
        </p:nvSpPr>
        <p:spPr>
          <a:xfrm>
            <a:off x="1491732" y="2502762"/>
            <a:ext cx="45341" cy="45341"/>
          </a:xfrm>
          <a:prstGeom prst="ellipse">
            <a:avLst/>
          </a:prstGeom>
          <a:solidFill>
            <a:srgbClr val="566AB4">
              <a:alpha val="40000"/>
            </a:srgbClr>
          </a:solidFill>
          <a:ln w="0">
            <a:noFill/>
            <a:prstDash val="solid"/>
          </a:ln>
        </p:spPr>
      </p:sp>
      <p:sp>
        <p:nvSpPr>
          <p:cNvPr id="402" name="b_small_bar_ellipse_2640">
            <a:extLst>
              <a:ext uri="{FF2B5EF4-FFF2-40B4-BE49-F238E27FC236}">
                <a16:creationId xmlns:a16="http://schemas.microsoft.com/office/drawing/2014/main" id="{3971FA48-B90F-4747-BF68-4998EF90ACCA}"/>
              </a:ext>
            </a:extLst>
          </p:cNvPr>
          <p:cNvSpPr>
            <a:spLocks noGrp="1"/>
          </p:cNvSpPr>
          <p:nvPr/>
        </p:nvSpPr>
        <p:spPr>
          <a:xfrm>
            <a:off x="1547849" y="2901522"/>
            <a:ext cx="45341" cy="45341"/>
          </a:xfrm>
          <a:prstGeom prst="ellipse">
            <a:avLst/>
          </a:prstGeom>
          <a:solidFill>
            <a:srgbClr val="566AB4">
              <a:alpha val="40000"/>
            </a:srgbClr>
          </a:solidFill>
          <a:ln w="0">
            <a:noFill/>
            <a:prstDash val="solid"/>
          </a:ln>
        </p:spPr>
      </p:sp>
      <p:sp>
        <p:nvSpPr>
          <p:cNvPr id="403" name="b_small_bar_ellipse_2641">
            <a:extLst>
              <a:ext uri="{FF2B5EF4-FFF2-40B4-BE49-F238E27FC236}">
                <a16:creationId xmlns:a16="http://schemas.microsoft.com/office/drawing/2014/main" id="{AE44E0E3-46EA-47FD-B0A8-5AB6FF188565}"/>
              </a:ext>
            </a:extLst>
          </p:cNvPr>
          <p:cNvSpPr>
            <a:spLocks noGrp="1"/>
          </p:cNvSpPr>
          <p:nvPr/>
        </p:nvSpPr>
        <p:spPr>
          <a:xfrm>
            <a:off x="1521564" y="2650049"/>
            <a:ext cx="45341" cy="45341"/>
          </a:xfrm>
          <a:prstGeom prst="ellipse">
            <a:avLst/>
          </a:prstGeom>
          <a:solidFill>
            <a:srgbClr val="566AB4">
              <a:alpha val="40000"/>
            </a:srgbClr>
          </a:solidFill>
          <a:ln w="0">
            <a:noFill/>
            <a:prstDash val="solid"/>
          </a:ln>
        </p:spPr>
      </p:sp>
      <p:sp>
        <p:nvSpPr>
          <p:cNvPr id="404" name="b_small_bar_ellipse_2642">
            <a:extLst>
              <a:ext uri="{FF2B5EF4-FFF2-40B4-BE49-F238E27FC236}">
                <a16:creationId xmlns:a16="http://schemas.microsoft.com/office/drawing/2014/main" id="{B7868ACC-8653-473E-80A2-0737852B3A1E}"/>
              </a:ext>
            </a:extLst>
          </p:cNvPr>
          <p:cNvSpPr>
            <a:spLocks noGrp="1"/>
          </p:cNvSpPr>
          <p:nvPr/>
        </p:nvSpPr>
        <p:spPr>
          <a:xfrm>
            <a:off x="1530318" y="3412413"/>
            <a:ext cx="45341" cy="45341"/>
          </a:xfrm>
          <a:prstGeom prst="ellipse">
            <a:avLst/>
          </a:prstGeom>
          <a:solidFill>
            <a:srgbClr val="566AB4">
              <a:alpha val="40000"/>
            </a:srgbClr>
          </a:solidFill>
          <a:ln w="0">
            <a:noFill/>
            <a:prstDash val="solid"/>
          </a:ln>
        </p:spPr>
      </p:sp>
      <p:sp>
        <p:nvSpPr>
          <p:cNvPr id="405" name="b_small_bar_ellipse_2643">
            <a:extLst>
              <a:ext uri="{FF2B5EF4-FFF2-40B4-BE49-F238E27FC236}">
                <a16:creationId xmlns:a16="http://schemas.microsoft.com/office/drawing/2014/main" id="{E613ACB8-D613-43B6-8CCE-3562EA8C4E5C}"/>
              </a:ext>
            </a:extLst>
          </p:cNvPr>
          <p:cNvSpPr>
            <a:spLocks noGrp="1"/>
          </p:cNvSpPr>
          <p:nvPr/>
        </p:nvSpPr>
        <p:spPr>
          <a:xfrm>
            <a:off x="1599542" y="3561984"/>
            <a:ext cx="45341" cy="45341"/>
          </a:xfrm>
          <a:prstGeom prst="ellipse">
            <a:avLst/>
          </a:prstGeom>
          <a:solidFill>
            <a:srgbClr val="566AB4">
              <a:alpha val="40000"/>
            </a:srgbClr>
          </a:solidFill>
          <a:ln w="0">
            <a:noFill/>
            <a:prstDash val="solid"/>
          </a:ln>
        </p:spPr>
      </p:sp>
      <p:sp>
        <p:nvSpPr>
          <p:cNvPr id="406" name="b_small_bar_ellipse_2644">
            <a:extLst>
              <a:ext uri="{FF2B5EF4-FFF2-40B4-BE49-F238E27FC236}">
                <a16:creationId xmlns:a16="http://schemas.microsoft.com/office/drawing/2014/main" id="{066A632A-BA53-4F06-AD86-F5C5F6148078}"/>
              </a:ext>
            </a:extLst>
          </p:cNvPr>
          <p:cNvSpPr>
            <a:spLocks noGrp="1"/>
          </p:cNvSpPr>
          <p:nvPr/>
        </p:nvSpPr>
        <p:spPr>
          <a:xfrm>
            <a:off x="1653188" y="4457382"/>
            <a:ext cx="45341" cy="45341"/>
          </a:xfrm>
          <a:prstGeom prst="ellipse">
            <a:avLst/>
          </a:prstGeom>
          <a:solidFill>
            <a:srgbClr val="566AB4">
              <a:alpha val="40000"/>
            </a:srgbClr>
          </a:solidFill>
          <a:ln w="0">
            <a:noFill/>
            <a:prstDash val="solid"/>
          </a:ln>
        </p:spPr>
      </p:sp>
      <p:sp>
        <p:nvSpPr>
          <p:cNvPr id="407" name="b_small_bar_ellipse_2645">
            <a:extLst>
              <a:ext uri="{FF2B5EF4-FFF2-40B4-BE49-F238E27FC236}">
                <a16:creationId xmlns:a16="http://schemas.microsoft.com/office/drawing/2014/main" id="{2A7C24C3-0CE9-420F-A558-41880EAB82B9}"/>
              </a:ext>
            </a:extLst>
          </p:cNvPr>
          <p:cNvSpPr>
            <a:spLocks noGrp="1"/>
          </p:cNvSpPr>
          <p:nvPr/>
        </p:nvSpPr>
        <p:spPr>
          <a:xfrm>
            <a:off x="2994044" y="2025341"/>
            <a:ext cx="45341" cy="45341"/>
          </a:xfrm>
          <a:prstGeom prst="ellipse">
            <a:avLst/>
          </a:prstGeom>
          <a:solidFill>
            <a:srgbClr val="566AB4">
              <a:alpha val="40000"/>
            </a:srgbClr>
          </a:solidFill>
          <a:ln w="0">
            <a:noFill/>
            <a:prstDash val="solid"/>
          </a:ln>
        </p:spPr>
      </p:sp>
      <p:sp>
        <p:nvSpPr>
          <p:cNvPr id="408" name="b_small_bar_ellipse_2646">
            <a:extLst>
              <a:ext uri="{FF2B5EF4-FFF2-40B4-BE49-F238E27FC236}">
                <a16:creationId xmlns:a16="http://schemas.microsoft.com/office/drawing/2014/main" id="{B3D8FC94-1C21-4619-8BCB-5B3D581F6CBD}"/>
              </a:ext>
            </a:extLst>
          </p:cNvPr>
          <p:cNvSpPr>
            <a:spLocks noGrp="1"/>
          </p:cNvSpPr>
          <p:nvPr/>
        </p:nvSpPr>
        <p:spPr>
          <a:xfrm>
            <a:off x="3158196" y="2063865"/>
            <a:ext cx="45341" cy="45341"/>
          </a:xfrm>
          <a:prstGeom prst="ellipse">
            <a:avLst/>
          </a:prstGeom>
          <a:solidFill>
            <a:srgbClr val="566AB4">
              <a:alpha val="40000"/>
            </a:srgbClr>
          </a:solidFill>
          <a:ln w="0">
            <a:noFill/>
            <a:prstDash val="solid"/>
          </a:ln>
        </p:spPr>
      </p:sp>
      <p:sp>
        <p:nvSpPr>
          <p:cNvPr id="409" name="b_small_bar_ellipse_2647">
            <a:extLst>
              <a:ext uri="{FF2B5EF4-FFF2-40B4-BE49-F238E27FC236}">
                <a16:creationId xmlns:a16="http://schemas.microsoft.com/office/drawing/2014/main" id="{8237898A-1E05-445B-AC11-6BCE98DB917B}"/>
              </a:ext>
            </a:extLst>
          </p:cNvPr>
          <p:cNvSpPr>
            <a:spLocks noGrp="1"/>
          </p:cNvSpPr>
          <p:nvPr/>
        </p:nvSpPr>
        <p:spPr>
          <a:xfrm>
            <a:off x="3110251" y="2025341"/>
            <a:ext cx="45341" cy="45341"/>
          </a:xfrm>
          <a:prstGeom prst="ellipse">
            <a:avLst/>
          </a:prstGeom>
          <a:solidFill>
            <a:srgbClr val="566AB4">
              <a:alpha val="40000"/>
            </a:srgbClr>
          </a:solidFill>
          <a:ln w="0">
            <a:noFill/>
            <a:prstDash val="solid"/>
          </a:ln>
        </p:spPr>
      </p:sp>
      <p:sp>
        <p:nvSpPr>
          <p:cNvPr id="410" name="b_small_bar_ellipse_2648">
            <a:extLst>
              <a:ext uri="{FF2B5EF4-FFF2-40B4-BE49-F238E27FC236}">
                <a16:creationId xmlns:a16="http://schemas.microsoft.com/office/drawing/2014/main" id="{589EED29-D20F-47BB-B7C3-74D864A26658}"/>
              </a:ext>
            </a:extLst>
          </p:cNvPr>
          <p:cNvSpPr>
            <a:spLocks noGrp="1"/>
          </p:cNvSpPr>
          <p:nvPr/>
        </p:nvSpPr>
        <p:spPr>
          <a:xfrm>
            <a:off x="3079673" y="2025341"/>
            <a:ext cx="45341" cy="45341"/>
          </a:xfrm>
          <a:prstGeom prst="ellipse">
            <a:avLst/>
          </a:prstGeom>
          <a:solidFill>
            <a:srgbClr val="566AB4">
              <a:alpha val="40000"/>
            </a:srgbClr>
          </a:solidFill>
          <a:ln w="0">
            <a:noFill/>
            <a:prstDash val="solid"/>
          </a:ln>
        </p:spPr>
      </p:sp>
      <p:sp>
        <p:nvSpPr>
          <p:cNvPr id="411" name="b_small_bar_ellipse_2649">
            <a:extLst>
              <a:ext uri="{FF2B5EF4-FFF2-40B4-BE49-F238E27FC236}">
                <a16:creationId xmlns:a16="http://schemas.microsoft.com/office/drawing/2014/main" id="{3D71D5DD-FC1B-44BC-A939-809DFD486379}"/>
              </a:ext>
            </a:extLst>
          </p:cNvPr>
          <p:cNvSpPr>
            <a:spLocks noGrp="1"/>
          </p:cNvSpPr>
          <p:nvPr/>
        </p:nvSpPr>
        <p:spPr>
          <a:xfrm>
            <a:off x="3160174" y="2025341"/>
            <a:ext cx="45341" cy="45341"/>
          </a:xfrm>
          <a:prstGeom prst="ellipse">
            <a:avLst/>
          </a:prstGeom>
          <a:solidFill>
            <a:srgbClr val="566AB4">
              <a:alpha val="40000"/>
            </a:srgbClr>
          </a:solidFill>
          <a:ln w="0">
            <a:noFill/>
            <a:prstDash val="solid"/>
          </a:ln>
        </p:spPr>
      </p:sp>
      <p:sp>
        <p:nvSpPr>
          <p:cNvPr id="412" name="b_small_bar_ellipse_2650">
            <a:extLst>
              <a:ext uri="{FF2B5EF4-FFF2-40B4-BE49-F238E27FC236}">
                <a16:creationId xmlns:a16="http://schemas.microsoft.com/office/drawing/2014/main" id="{B6854AAE-F19C-412C-A0B7-4DA77C637CD9}"/>
              </a:ext>
            </a:extLst>
          </p:cNvPr>
          <p:cNvSpPr>
            <a:spLocks noGrp="1"/>
          </p:cNvSpPr>
          <p:nvPr/>
        </p:nvSpPr>
        <p:spPr>
          <a:xfrm>
            <a:off x="3010008" y="3285425"/>
            <a:ext cx="45341" cy="45341"/>
          </a:xfrm>
          <a:prstGeom prst="ellipse">
            <a:avLst/>
          </a:prstGeom>
          <a:solidFill>
            <a:srgbClr val="566AB4">
              <a:alpha val="40000"/>
            </a:srgbClr>
          </a:solidFill>
          <a:ln w="0">
            <a:noFill/>
            <a:prstDash val="solid"/>
          </a:ln>
        </p:spPr>
      </p:sp>
      <p:sp>
        <p:nvSpPr>
          <p:cNvPr id="413" name="b_small_bar_ellipse_2651">
            <a:extLst>
              <a:ext uri="{FF2B5EF4-FFF2-40B4-BE49-F238E27FC236}">
                <a16:creationId xmlns:a16="http://schemas.microsoft.com/office/drawing/2014/main" id="{7EE7D912-6E5A-44B2-B97C-6C1EDFC0A54B}"/>
              </a:ext>
            </a:extLst>
          </p:cNvPr>
          <p:cNvSpPr>
            <a:spLocks noGrp="1"/>
          </p:cNvSpPr>
          <p:nvPr/>
        </p:nvSpPr>
        <p:spPr>
          <a:xfrm>
            <a:off x="3091753" y="2987220"/>
            <a:ext cx="45341" cy="45341"/>
          </a:xfrm>
          <a:prstGeom prst="ellipse">
            <a:avLst/>
          </a:prstGeom>
          <a:solidFill>
            <a:srgbClr val="566AB4">
              <a:alpha val="40000"/>
            </a:srgbClr>
          </a:solidFill>
          <a:ln w="0">
            <a:noFill/>
            <a:prstDash val="solid"/>
          </a:ln>
        </p:spPr>
      </p:sp>
      <p:sp>
        <p:nvSpPr>
          <p:cNvPr id="414" name="b_small_bar_ellipse_2652">
            <a:extLst>
              <a:ext uri="{FF2B5EF4-FFF2-40B4-BE49-F238E27FC236}">
                <a16:creationId xmlns:a16="http://schemas.microsoft.com/office/drawing/2014/main" id="{6D0E9666-C85F-4927-B16E-8BF87B1A7053}"/>
              </a:ext>
            </a:extLst>
          </p:cNvPr>
          <p:cNvSpPr>
            <a:spLocks noGrp="1"/>
          </p:cNvSpPr>
          <p:nvPr/>
        </p:nvSpPr>
        <p:spPr>
          <a:xfrm>
            <a:off x="2993699" y="3344539"/>
            <a:ext cx="45341" cy="45341"/>
          </a:xfrm>
          <a:prstGeom prst="ellipse">
            <a:avLst/>
          </a:prstGeom>
          <a:solidFill>
            <a:srgbClr val="566AB4">
              <a:alpha val="40000"/>
            </a:srgbClr>
          </a:solidFill>
          <a:ln w="0">
            <a:noFill/>
            <a:prstDash val="solid"/>
          </a:ln>
        </p:spPr>
      </p:sp>
      <p:sp>
        <p:nvSpPr>
          <p:cNvPr id="415" name="b_small_bar_ellipse_2653">
            <a:extLst>
              <a:ext uri="{FF2B5EF4-FFF2-40B4-BE49-F238E27FC236}">
                <a16:creationId xmlns:a16="http://schemas.microsoft.com/office/drawing/2014/main" id="{934C66F9-81C9-43FF-A200-C81A38266BE8}"/>
              </a:ext>
            </a:extLst>
          </p:cNvPr>
          <p:cNvSpPr>
            <a:spLocks noGrp="1"/>
          </p:cNvSpPr>
          <p:nvPr/>
        </p:nvSpPr>
        <p:spPr>
          <a:xfrm>
            <a:off x="3053714" y="2836021"/>
            <a:ext cx="45341" cy="45341"/>
          </a:xfrm>
          <a:prstGeom prst="ellipse">
            <a:avLst/>
          </a:prstGeom>
          <a:solidFill>
            <a:srgbClr val="566AB4">
              <a:alpha val="40000"/>
            </a:srgbClr>
          </a:solidFill>
          <a:ln w="0">
            <a:noFill/>
            <a:prstDash val="solid"/>
          </a:ln>
        </p:spPr>
      </p:sp>
      <p:sp>
        <p:nvSpPr>
          <p:cNvPr id="416" name="b_small_bar_ellipse_2654">
            <a:extLst>
              <a:ext uri="{FF2B5EF4-FFF2-40B4-BE49-F238E27FC236}">
                <a16:creationId xmlns:a16="http://schemas.microsoft.com/office/drawing/2014/main" id="{66F27AB1-6E49-4137-8128-90F6672CF26B}"/>
              </a:ext>
            </a:extLst>
          </p:cNvPr>
          <p:cNvSpPr>
            <a:spLocks noGrp="1"/>
          </p:cNvSpPr>
          <p:nvPr/>
        </p:nvSpPr>
        <p:spPr>
          <a:xfrm>
            <a:off x="3179704" y="2025341"/>
            <a:ext cx="45341" cy="45341"/>
          </a:xfrm>
          <a:prstGeom prst="ellipse">
            <a:avLst/>
          </a:prstGeom>
          <a:solidFill>
            <a:srgbClr val="566AB4">
              <a:alpha val="40000"/>
            </a:srgbClr>
          </a:solidFill>
          <a:ln w="0">
            <a:noFill/>
            <a:prstDash val="solid"/>
          </a:ln>
        </p:spPr>
      </p:sp>
      <p:sp>
        <p:nvSpPr>
          <p:cNvPr id="417" name="b_small_bar_ellipse_2655">
            <a:extLst>
              <a:ext uri="{FF2B5EF4-FFF2-40B4-BE49-F238E27FC236}">
                <a16:creationId xmlns:a16="http://schemas.microsoft.com/office/drawing/2014/main" id="{772E5D03-596C-4793-BD10-7ED4ABACDA7F}"/>
              </a:ext>
            </a:extLst>
          </p:cNvPr>
          <p:cNvSpPr>
            <a:spLocks noGrp="1"/>
          </p:cNvSpPr>
          <p:nvPr/>
        </p:nvSpPr>
        <p:spPr>
          <a:xfrm>
            <a:off x="3163206" y="2025341"/>
            <a:ext cx="45341" cy="45341"/>
          </a:xfrm>
          <a:prstGeom prst="ellipse">
            <a:avLst/>
          </a:prstGeom>
          <a:solidFill>
            <a:srgbClr val="566AB4">
              <a:alpha val="40000"/>
            </a:srgbClr>
          </a:solidFill>
          <a:ln w="0">
            <a:noFill/>
            <a:prstDash val="solid"/>
          </a:ln>
        </p:spPr>
      </p:sp>
      <p:sp>
        <p:nvSpPr>
          <p:cNvPr id="418" name="b_small_bar_ellipse_2656">
            <a:extLst>
              <a:ext uri="{FF2B5EF4-FFF2-40B4-BE49-F238E27FC236}">
                <a16:creationId xmlns:a16="http://schemas.microsoft.com/office/drawing/2014/main" id="{42AE3124-CDFE-4B8F-AA71-E8BD949A6628}"/>
              </a:ext>
            </a:extLst>
          </p:cNvPr>
          <p:cNvSpPr>
            <a:spLocks noGrp="1"/>
          </p:cNvSpPr>
          <p:nvPr/>
        </p:nvSpPr>
        <p:spPr>
          <a:xfrm>
            <a:off x="3132309" y="2126508"/>
            <a:ext cx="45341" cy="45341"/>
          </a:xfrm>
          <a:prstGeom prst="ellipse">
            <a:avLst/>
          </a:prstGeom>
          <a:solidFill>
            <a:srgbClr val="566AB4">
              <a:alpha val="40000"/>
            </a:srgbClr>
          </a:solidFill>
          <a:ln w="0">
            <a:noFill/>
            <a:prstDash val="solid"/>
          </a:ln>
        </p:spPr>
      </p:sp>
      <p:sp>
        <p:nvSpPr>
          <p:cNvPr id="419" name="b_small_bar_ellipse_2657">
            <a:extLst>
              <a:ext uri="{FF2B5EF4-FFF2-40B4-BE49-F238E27FC236}">
                <a16:creationId xmlns:a16="http://schemas.microsoft.com/office/drawing/2014/main" id="{3450A90D-A435-4411-BD96-6A5044E5AA2F}"/>
              </a:ext>
            </a:extLst>
          </p:cNvPr>
          <p:cNvSpPr>
            <a:spLocks noGrp="1"/>
          </p:cNvSpPr>
          <p:nvPr/>
        </p:nvSpPr>
        <p:spPr>
          <a:xfrm>
            <a:off x="2983330" y="3342014"/>
            <a:ext cx="45341" cy="45341"/>
          </a:xfrm>
          <a:prstGeom prst="ellipse">
            <a:avLst/>
          </a:prstGeom>
          <a:solidFill>
            <a:srgbClr val="566AB4">
              <a:alpha val="40000"/>
            </a:srgbClr>
          </a:solidFill>
          <a:ln w="0">
            <a:noFill/>
            <a:prstDash val="solid"/>
          </a:ln>
        </p:spPr>
      </p:sp>
      <p:sp>
        <p:nvSpPr>
          <p:cNvPr id="420" name="b_small_bar_ellipse_2658">
            <a:extLst>
              <a:ext uri="{FF2B5EF4-FFF2-40B4-BE49-F238E27FC236}">
                <a16:creationId xmlns:a16="http://schemas.microsoft.com/office/drawing/2014/main" id="{CF8BC566-4F85-412F-A848-CE84239EC083}"/>
              </a:ext>
            </a:extLst>
          </p:cNvPr>
          <p:cNvSpPr>
            <a:spLocks noGrp="1"/>
          </p:cNvSpPr>
          <p:nvPr/>
        </p:nvSpPr>
        <p:spPr>
          <a:xfrm>
            <a:off x="2980506" y="4052042"/>
            <a:ext cx="45341" cy="45341"/>
          </a:xfrm>
          <a:prstGeom prst="ellipse">
            <a:avLst/>
          </a:prstGeom>
          <a:solidFill>
            <a:srgbClr val="566AB4">
              <a:alpha val="40000"/>
            </a:srgbClr>
          </a:solidFill>
          <a:ln w="0">
            <a:noFill/>
            <a:prstDash val="solid"/>
          </a:ln>
        </p:spPr>
      </p:sp>
      <p:sp>
        <p:nvSpPr>
          <p:cNvPr id="421" name="b_small_bar_ellipse_2659">
            <a:extLst>
              <a:ext uri="{FF2B5EF4-FFF2-40B4-BE49-F238E27FC236}">
                <a16:creationId xmlns:a16="http://schemas.microsoft.com/office/drawing/2014/main" id="{A791950A-27BE-4D63-8943-15C4AD7696A0}"/>
              </a:ext>
            </a:extLst>
          </p:cNvPr>
          <p:cNvSpPr>
            <a:spLocks noGrp="1"/>
          </p:cNvSpPr>
          <p:nvPr/>
        </p:nvSpPr>
        <p:spPr>
          <a:xfrm>
            <a:off x="3117676" y="2025341"/>
            <a:ext cx="45341" cy="45341"/>
          </a:xfrm>
          <a:prstGeom prst="ellipse">
            <a:avLst/>
          </a:prstGeom>
          <a:solidFill>
            <a:srgbClr val="566AB4">
              <a:alpha val="40000"/>
            </a:srgbClr>
          </a:solidFill>
          <a:ln w="0">
            <a:noFill/>
            <a:prstDash val="solid"/>
          </a:ln>
        </p:spPr>
      </p:sp>
      <p:sp>
        <p:nvSpPr>
          <p:cNvPr id="422" name="b_small_bar_ellipse_2660">
            <a:extLst>
              <a:ext uri="{FF2B5EF4-FFF2-40B4-BE49-F238E27FC236}">
                <a16:creationId xmlns:a16="http://schemas.microsoft.com/office/drawing/2014/main" id="{DA4C35CA-A239-42F8-B36B-9ADB54862868}"/>
              </a:ext>
            </a:extLst>
          </p:cNvPr>
          <p:cNvSpPr>
            <a:spLocks noGrp="1"/>
          </p:cNvSpPr>
          <p:nvPr/>
        </p:nvSpPr>
        <p:spPr>
          <a:xfrm>
            <a:off x="2979696" y="4457382"/>
            <a:ext cx="45341" cy="45341"/>
          </a:xfrm>
          <a:prstGeom prst="ellipse">
            <a:avLst/>
          </a:prstGeom>
          <a:solidFill>
            <a:srgbClr val="566AB4">
              <a:alpha val="40000"/>
            </a:srgbClr>
          </a:solidFill>
          <a:ln w="0">
            <a:noFill/>
            <a:prstDash val="solid"/>
          </a:ln>
        </p:spPr>
      </p:sp>
      <p:sp>
        <p:nvSpPr>
          <p:cNvPr id="423" name="b_small_bar_ellipse_2661">
            <a:extLst>
              <a:ext uri="{FF2B5EF4-FFF2-40B4-BE49-F238E27FC236}">
                <a16:creationId xmlns:a16="http://schemas.microsoft.com/office/drawing/2014/main" id="{D92320B9-3A13-4F1E-B92A-3B285DBFEB68}"/>
              </a:ext>
            </a:extLst>
          </p:cNvPr>
          <p:cNvSpPr>
            <a:spLocks noGrp="1"/>
          </p:cNvSpPr>
          <p:nvPr/>
        </p:nvSpPr>
        <p:spPr>
          <a:xfrm>
            <a:off x="3138025" y="2836021"/>
            <a:ext cx="45341" cy="45341"/>
          </a:xfrm>
          <a:prstGeom prst="ellipse">
            <a:avLst/>
          </a:prstGeom>
          <a:solidFill>
            <a:srgbClr val="566AB4">
              <a:alpha val="40000"/>
            </a:srgbClr>
          </a:solidFill>
          <a:ln w="0">
            <a:noFill/>
            <a:prstDash val="solid"/>
          </a:ln>
        </p:spPr>
      </p:sp>
      <p:sp>
        <p:nvSpPr>
          <p:cNvPr id="424" name="b_small_bar_ellipse_2662">
            <a:extLst>
              <a:ext uri="{FF2B5EF4-FFF2-40B4-BE49-F238E27FC236}">
                <a16:creationId xmlns:a16="http://schemas.microsoft.com/office/drawing/2014/main" id="{4170119A-073C-4ED6-BE96-6C6DA1675791}"/>
              </a:ext>
            </a:extLst>
          </p:cNvPr>
          <p:cNvSpPr>
            <a:spLocks noGrp="1"/>
          </p:cNvSpPr>
          <p:nvPr/>
        </p:nvSpPr>
        <p:spPr>
          <a:xfrm>
            <a:off x="3184308" y="2025341"/>
            <a:ext cx="45341" cy="45341"/>
          </a:xfrm>
          <a:prstGeom prst="ellipse">
            <a:avLst/>
          </a:prstGeom>
          <a:solidFill>
            <a:srgbClr val="566AB4">
              <a:alpha val="40000"/>
            </a:srgbClr>
          </a:solidFill>
          <a:ln w="0">
            <a:noFill/>
            <a:prstDash val="solid"/>
          </a:ln>
        </p:spPr>
      </p:sp>
      <p:sp>
        <p:nvSpPr>
          <p:cNvPr id="425" name="b_small_bar_ellipse_2663">
            <a:extLst>
              <a:ext uri="{FF2B5EF4-FFF2-40B4-BE49-F238E27FC236}">
                <a16:creationId xmlns:a16="http://schemas.microsoft.com/office/drawing/2014/main" id="{497537AC-BE94-40DA-B031-40591F741A3D}"/>
              </a:ext>
            </a:extLst>
          </p:cNvPr>
          <p:cNvSpPr>
            <a:spLocks noGrp="1"/>
          </p:cNvSpPr>
          <p:nvPr/>
        </p:nvSpPr>
        <p:spPr>
          <a:xfrm>
            <a:off x="3164099" y="3668569"/>
            <a:ext cx="45341" cy="45341"/>
          </a:xfrm>
          <a:prstGeom prst="ellipse">
            <a:avLst/>
          </a:prstGeom>
          <a:solidFill>
            <a:srgbClr val="566AB4">
              <a:alpha val="40000"/>
            </a:srgbClr>
          </a:solidFill>
          <a:ln w="0">
            <a:noFill/>
            <a:prstDash val="solid"/>
          </a:ln>
        </p:spPr>
      </p:sp>
      <p:sp>
        <p:nvSpPr>
          <p:cNvPr id="426" name="b_small_bar_ellipse_2664">
            <a:extLst>
              <a:ext uri="{FF2B5EF4-FFF2-40B4-BE49-F238E27FC236}">
                <a16:creationId xmlns:a16="http://schemas.microsoft.com/office/drawing/2014/main" id="{A8AB581A-6959-4B71-8DA1-3CEBF5F0A57D}"/>
              </a:ext>
            </a:extLst>
          </p:cNvPr>
          <p:cNvSpPr>
            <a:spLocks noGrp="1"/>
          </p:cNvSpPr>
          <p:nvPr/>
        </p:nvSpPr>
        <p:spPr>
          <a:xfrm>
            <a:off x="3126383" y="4457382"/>
            <a:ext cx="45341" cy="45341"/>
          </a:xfrm>
          <a:prstGeom prst="ellipse">
            <a:avLst/>
          </a:prstGeom>
          <a:solidFill>
            <a:srgbClr val="566AB4">
              <a:alpha val="40000"/>
            </a:srgbClr>
          </a:solidFill>
          <a:ln w="0">
            <a:noFill/>
            <a:prstDash val="solid"/>
          </a:ln>
        </p:spPr>
      </p:sp>
      <p:sp>
        <p:nvSpPr>
          <p:cNvPr id="427" name="b_small_bar_ellipse_2665">
            <a:extLst>
              <a:ext uri="{FF2B5EF4-FFF2-40B4-BE49-F238E27FC236}">
                <a16:creationId xmlns:a16="http://schemas.microsoft.com/office/drawing/2014/main" id="{AD3A4CBF-7A7E-49C7-B698-272C8761FA77}"/>
              </a:ext>
            </a:extLst>
          </p:cNvPr>
          <p:cNvSpPr>
            <a:spLocks noGrp="1"/>
          </p:cNvSpPr>
          <p:nvPr/>
        </p:nvSpPr>
        <p:spPr>
          <a:xfrm>
            <a:off x="3150263" y="4052042"/>
            <a:ext cx="45341" cy="45341"/>
          </a:xfrm>
          <a:prstGeom prst="ellipse">
            <a:avLst/>
          </a:prstGeom>
          <a:solidFill>
            <a:srgbClr val="566AB4">
              <a:alpha val="40000"/>
            </a:srgbClr>
          </a:solidFill>
          <a:ln w="0">
            <a:noFill/>
            <a:prstDash val="solid"/>
          </a:ln>
        </p:spPr>
      </p:sp>
      <p:sp>
        <p:nvSpPr>
          <p:cNvPr id="428" name="b_small_bar_ellipse_2666">
            <a:extLst>
              <a:ext uri="{FF2B5EF4-FFF2-40B4-BE49-F238E27FC236}">
                <a16:creationId xmlns:a16="http://schemas.microsoft.com/office/drawing/2014/main" id="{6C6A9981-AAE4-46FE-9D94-8D6A749B9534}"/>
              </a:ext>
            </a:extLst>
          </p:cNvPr>
          <p:cNvSpPr>
            <a:spLocks noGrp="1"/>
          </p:cNvSpPr>
          <p:nvPr/>
        </p:nvSpPr>
        <p:spPr>
          <a:xfrm>
            <a:off x="3002269" y="4457382"/>
            <a:ext cx="45341" cy="45341"/>
          </a:xfrm>
          <a:prstGeom prst="ellipse">
            <a:avLst/>
          </a:prstGeom>
          <a:solidFill>
            <a:srgbClr val="566AB4">
              <a:alpha val="40000"/>
            </a:srgbClr>
          </a:solidFill>
          <a:ln w="0">
            <a:noFill/>
            <a:prstDash val="solid"/>
          </a:ln>
        </p:spPr>
      </p:sp>
      <p:sp>
        <p:nvSpPr>
          <p:cNvPr id="429" name="b_small_bar_ellipse_2667">
            <a:extLst>
              <a:ext uri="{FF2B5EF4-FFF2-40B4-BE49-F238E27FC236}">
                <a16:creationId xmlns:a16="http://schemas.microsoft.com/office/drawing/2014/main" id="{621DC74E-B06B-4EEA-8807-90DFCF0B902F}"/>
              </a:ext>
            </a:extLst>
          </p:cNvPr>
          <p:cNvSpPr>
            <a:spLocks noGrp="1"/>
          </p:cNvSpPr>
          <p:nvPr/>
        </p:nvSpPr>
        <p:spPr>
          <a:xfrm>
            <a:off x="3157954" y="2329346"/>
            <a:ext cx="45341" cy="45341"/>
          </a:xfrm>
          <a:prstGeom prst="ellipse">
            <a:avLst/>
          </a:prstGeom>
          <a:solidFill>
            <a:srgbClr val="566AB4">
              <a:alpha val="40000"/>
            </a:srgbClr>
          </a:solidFill>
          <a:ln w="0">
            <a:noFill/>
            <a:prstDash val="solid"/>
          </a:ln>
        </p:spPr>
      </p:sp>
      <p:sp>
        <p:nvSpPr>
          <p:cNvPr id="430" name="b_small_bar_ellipse_2668">
            <a:extLst>
              <a:ext uri="{FF2B5EF4-FFF2-40B4-BE49-F238E27FC236}">
                <a16:creationId xmlns:a16="http://schemas.microsoft.com/office/drawing/2014/main" id="{68457A59-B1E3-4BC8-9439-D50BBA19EB8B}"/>
              </a:ext>
            </a:extLst>
          </p:cNvPr>
          <p:cNvSpPr>
            <a:spLocks noGrp="1"/>
          </p:cNvSpPr>
          <p:nvPr/>
        </p:nvSpPr>
        <p:spPr>
          <a:xfrm>
            <a:off x="3129369" y="2025341"/>
            <a:ext cx="45341" cy="45341"/>
          </a:xfrm>
          <a:prstGeom prst="ellipse">
            <a:avLst/>
          </a:prstGeom>
          <a:solidFill>
            <a:srgbClr val="566AB4">
              <a:alpha val="40000"/>
            </a:srgbClr>
          </a:solidFill>
          <a:ln w="0">
            <a:noFill/>
            <a:prstDash val="solid"/>
          </a:ln>
        </p:spPr>
      </p:sp>
      <p:sp>
        <p:nvSpPr>
          <p:cNvPr id="431" name="b_small_bar_ellipse_2669">
            <a:extLst>
              <a:ext uri="{FF2B5EF4-FFF2-40B4-BE49-F238E27FC236}">
                <a16:creationId xmlns:a16="http://schemas.microsoft.com/office/drawing/2014/main" id="{24C1F8CB-8C70-437E-9645-01BDE3343F69}"/>
              </a:ext>
            </a:extLst>
          </p:cNvPr>
          <p:cNvSpPr>
            <a:spLocks noGrp="1"/>
          </p:cNvSpPr>
          <p:nvPr/>
        </p:nvSpPr>
        <p:spPr>
          <a:xfrm>
            <a:off x="3049854" y="2025341"/>
            <a:ext cx="45341" cy="45341"/>
          </a:xfrm>
          <a:prstGeom prst="ellipse">
            <a:avLst/>
          </a:prstGeom>
          <a:solidFill>
            <a:srgbClr val="566AB4">
              <a:alpha val="40000"/>
            </a:srgbClr>
          </a:solidFill>
          <a:ln w="0">
            <a:noFill/>
            <a:prstDash val="solid"/>
          </a:ln>
        </p:spPr>
      </p:sp>
      <p:sp>
        <p:nvSpPr>
          <p:cNvPr id="432" name="b_small_bar_ellipse_2670">
            <a:extLst>
              <a:ext uri="{FF2B5EF4-FFF2-40B4-BE49-F238E27FC236}">
                <a16:creationId xmlns:a16="http://schemas.microsoft.com/office/drawing/2014/main" id="{11620559-5123-40CC-8F01-A1B148678C4F}"/>
              </a:ext>
            </a:extLst>
          </p:cNvPr>
          <p:cNvSpPr>
            <a:spLocks noGrp="1"/>
          </p:cNvSpPr>
          <p:nvPr/>
        </p:nvSpPr>
        <p:spPr>
          <a:xfrm>
            <a:off x="3005452" y="3709345"/>
            <a:ext cx="45341" cy="45341"/>
          </a:xfrm>
          <a:prstGeom prst="ellipse">
            <a:avLst/>
          </a:prstGeom>
          <a:solidFill>
            <a:srgbClr val="566AB4">
              <a:alpha val="40000"/>
            </a:srgbClr>
          </a:solidFill>
          <a:ln w="0">
            <a:noFill/>
            <a:prstDash val="solid"/>
          </a:ln>
        </p:spPr>
      </p:sp>
      <p:sp>
        <p:nvSpPr>
          <p:cNvPr id="433" name="b_small_bar_ellipse_2671">
            <a:extLst>
              <a:ext uri="{FF2B5EF4-FFF2-40B4-BE49-F238E27FC236}">
                <a16:creationId xmlns:a16="http://schemas.microsoft.com/office/drawing/2014/main" id="{F9562064-4571-4818-A7D8-29FD789776FC}"/>
              </a:ext>
            </a:extLst>
          </p:cNvPr>
          <p:cNvSpPr>
            <a:spLocks noGrp="1"/>
          </p:cNvSpPr>
          <p:nvPr/>
        </p:nvSpPr>
        <p:spPr>
          <a:xfrm>
            <a:off x="3028688" y="4052042"/>
            <a:ext cx="45341" cy="45341"/>
          </a:xfrm>
          <a:prstGeom prst="ellipse">
            <a:avLst/>
          </a:prstGeom>
          <a:solidFill>
            <a:srgbClr val="566AB4">
              <a:alpha val="40000"/>
            </a:srgbClr>
          </a:solidFill>
          <a:ln w="0">
            <a:noFill/>
            <a:prstDash val="solid"/>
          </a:ln>
        </p:spPr>
      </p:sp>
      <p:sp>
        <p:nvSpPr>
          <p:cNvPr id="434" name="b_small_bar_ellipse_2672">
            <a:extLst>
              <a:ext uri="{FF2B5EF4-FFF2-40B4-BE49-F238E27FC236}">
                <a16:creationId xmlns:a16="http://schemas.microsoft.com/office/drawing/2014/main" id="{530CAC14-CD5E-4367-866C-88D6547A5E06}"/>
              </a:ext>
            </a:extLst>
          </p:cNvPr>
          <p:cNvSpPr>
            <a:spLocks noGrp="1"/>
          </p:cNvSpPr>
          <p:nvPr/>
        </p:nvSpPr>
        <p:spPr>
          <a:xfrm>
            <a:off x="3144528" y="2025341"/>
            <a:ext cx="45341" cy="45341"/>
          </a:xfrm>
          <a:prstGeom prst="ellipse">
            <a:avLst/>
          </a:prstGeom>
          <a:solidFill>
            <a:srgbClr val="566AB4">
              <a:alpha val="40000"/>
            </a:srgbClr>
          </a:solidFill>
          <a:ln w="0">
            <a:noFill/>
            <a:prstDash val="solid"/>
          </a:ln>
        </p:spPr>
      </p:sp>
      <p:sp>
        <p:nvSpPr>
          <p:cNvPr id="435" name="b_small_bar_ellipse_2673">
            <a:extLst>
              <a:ext uri="{FF2B5EF4-FFF2-40B4-BE49-F238E27FC236}">
                <a16:creationId xmlns:a16="http://schemas.microsoft.com/office/drawing/2014/main" id="{22812955-6781-4B03-8B2F-81241AAD1E86}"/>
              </a:ext>
            </a:extLst>
          </p:cNvPr>
          <p:cNvSpPr>
            <a:spLocks noGrp="1"/>
          </p:cNvSpPr>
          <p:nvPr/>
        </p:nvSpPr>
        <p:spPr>
          <a:xfrm>
            <a:off x="3159289" y="4457382"/>
            <a:ext cx="45341" cy="45341"/>
          </a:xfrm>
          <a:prstGeom prst="ellipse">
            <a:avLst/>
          </a:prstGeom>
          <a:solidFill>
            <a:srgbClr val="566AB4">
              <a:alpha val="40000"/>
            </a:srgbClr>
          </a:solidFill>
          <a:ln w="0">
            <a:noFill/>
            <a:prstDash val="solid"/>
          </a:ln>
        </p:spPr>
      </p:sp>
      <p:sp>
        <p:nvSpPr>
          <p:cNvPr id="436" name="b_small_bar_ellipse_2674">
            <a:extLst>
              <a:ext uri="{FF2B5EF4-FFF2-40B4-BE49-F238E27FC236}">
                <a16:creationId xmlns:a16="http://schemas.microsoft.com/office/drawing/2014/main" id="{C23FBF60-6536-46FE-930E-88E865600015}"/>
              </a:ext>
            </a:extLst>
          </p:cNvPr>
          <p:cNvSpPr>
            <a:spLocks noGrp="1"/>
          </p:cNvSpPr>
          <p:nvPr/>
        </p:nvSpPr>
        <p:spPr>
          <a:xfrm>
            <a:off x="3104035" y="3899732"/>
            <a:ext cx="45341" cy="45341"/>
          </a:xfrm>
          <a:prstGeom prst="ellipse">
            <a:avLst/>
          </a:prstGeom>
          <a:solidFill>
            <a:srgbClr val="566AB4">
              <a:alpha val="40000"/>
            </a:srgbClr>
          </a:solidFill>
          <a:ln w="0">
            <a:noFill/>
            <a:prstDash val="solid"/>
          </a:ln>
        </p:spPr>
      </p:sp>
      <p:sp>
        <p:nvSpPr>
          <p:cNvPr id="437" name="b_small_bar_ellipse_2675">
            <a:extLst>
              <a:ext uri="{FF2B5EF4-FFF2-40B4-BE49-F238E27FC236}">
                <a16:creationId xmlns:a16="http://schemas.microsoft.com/office/drawing/2014/main" id="{27D89B4D-4813-42A6-A698-D9B648549BF9}"/>
              </a:ext>
            </a:extLst>
          </p:cNvPr>
          <p:cNvSpPr>
            <a:spLocks noGrp="1"/>
          </p:cNvSpPr>
          <p:nvPr/>
        </p:nvSpPr>
        <p:spPr>
          <a:xfrm>
            <a:off x="3128297" y="3241362"/>
            <a:ext cx="45341" cy="45341"/>
          </a:xfrm>
          <a:prstGeom prst="ellipse">
            <a:avLst/>
          </a:prstGeom>
          <a:solidFill>
            <a:srgbClr val="566AB4">
              <a:alpha val="40000"/>
            </a:srgbClr>
          </a:solidFill>
          <a:ln w="0">
            <a:noFill/>
            <a:prstDash val="solid"/>
          </a:ln>
        </p:spPr>
      </p:sp>
      <p:sp>
        <p:nvSpPr>
          <p:cNvPr id="438" name="b_small_bar_ellipse_2676">
            <a:extLst>
              <a:ext uri="{FF2B5EF4-FFF2-40B4-BE49-F238E27FC236}">
                <a16:creationId xmlns:a16="http://schemas.microsoft.com/office/drawing/2014/main" id="{037F4B37-B6D8-41C2-8149-EBCBE6D00BC4}"/>
              </a:ext>
            </a:extLst>
          </p:cNvPr>
          <p:cNvSpPr>
            <a:spLocks noGrp="1"/>
          </p:cNvSpPr>
          <p:nvPr/>
        </p:nvSpPr>
        <p:spPr>
          <a:xfrm>
            <a:off x="3084800" y="3241362"/>
            <a:ext cx="45341" cy="45341"/>
          </a:xfrm>
          <a:prstGeom prst="ellipse">
            <a:avLst/>
          </a:prstGeom>
          <a:solidFill>
            <a:srgbClr val="566AB4">
              <a:alpha val="40000"/>
            </a:srgbClr>
          </a:solidFill>
          <a:ln w="0">
            <a:noFill/>
            <a:prstDash val="solid"/>
          </a:ln>
        </p:spPr>
      </p:sp>
      <p:sp>
        <p:nvSpPr>
          <p:cNvPr id="439" name="b_small_bar_ellipse_2677">
            <a:extLst>
              <a:ext uri="{FF2B5EF4-FFF2-40B4-BE49-F238E27FC236}">
                <a16:creationId xmlns:a16="http://schemas.microsoft.com/office/drawing/2014/main" id="{4496D5F6-B1A1-453C-96A8-7453E7F50531}"/>
              </a:ext>
            </a:extLst>
          </p:cNvPr>
          <p:cNvSpPr>
            <a:spLocks noGrp="1"/>
          </p:cNvSpPr>
          <p:nvPr/>
        </p:nvSpPr>
        <p:spPr>
          <a:xfrm>
            <a:off x="3134895" y="4417934"/>
            <a:ext cx="45341" cy="45341"/>
          </a:xfrm>
          <a:prstGeom prst="ellipse">
            <a:avLst/>
          </a:prstGeom>
          <a:solidFill>
            <a:srgbClr val="566AB4">
              <a:alpha val="40000"/>
            </a:srgbClr>
          </a:solidFill>
          <a:ln w="0">
            <a:noFill/>
            <a:prstDash val="solid"/>
          </a:ln>
        </p:spPr>
      </p:sp>
      <p:sp>
        <p:nvSpPr>
          <p:cNvPr id="440" name="b_small_bar_ellipse_2678">
            <a:extLst>
              <a:ext uri="{FF2B5EF4-FFF2-40B4-BE49-F238E27FC236}">
                <a16:creationId xmlns:a16="http://schemas.microsoft.com/office/drawing/2014/main" id="{947F2189-36CE-47D2-B762-F01120A4EB1D}"/>
              </a:ext>
            </a:extLst>
          </p:cNvPr>
          <p:cNvSpPr>
            <a:spLocks noGrp="1"/>
          </p:cNvSpPr>
          <p:nvPr/>
        </p:nvSpPr>
        <p:spPr>
          <a:xfrm>
            <a:off x="3163592" y="2025341"/>
            <a:ext cx="45341" cy="45341"/>
          </a:xfrm>
          <a:prstGeom prst="ellipse">
            <a:avLst/>
          </a:prstGeom>
          <a:solidFill>
            <a:srgbClr val="566AB4">
              <a:alpha val="40000"/>
            </a:srgbClr>
          </a:solidFill>
          <a:ln w="0">
            <a:noFill/>
            <a:prstDash val="solid"/>
          </a:ln>
        </p:spPr>
      </p:sp>
      <p:sp>
        <p:nvSpPr>
          <p:cNvPr id="441" name="b_small_bar_ellipse_2679">
            <a:extLst>
              <a:ext uri="{FF2B5EF4-FFF2-40B4-BE49-F238E27FC236}">
                <a16:creationId xmlns:a16="http://schemas.microsoft.com/office/drawing/2014/main" id="{54C3C37E-E7F8-4BDC-8753-85654BDD5C93}"/>
              </a:ext>
            </a:extLst>
          </p:cNvPr>
          <p:cNvSpPr>
            <a:spLocks noGrp="1"/>
          </p:cNvSpPr>
          <p:nvPr/>
        </p:nvSpPr>
        <p:spPr>
          <a:xfrm>
            <a:off x="3156296" y="4457382"/>
            <a:ext cx="45341" cy="45341"/>
          </a:xfrm>
          <a:prstGeom prst="ellipse">
            <a:avLst/>
          </a:prstGeom>
          <a:solidFill>
            <a:srgbClr val="566AB4">
              <a:alpha val="40000"/>
            </a:srgbClr>
          </a:solidFill>
          <a:ln w="0">
            <a:noFill/>
            <a:prstDash val="solid"/>
          </a:ln>
        </p:spPr>
      </p:sp>
      <p:sp>
        <p:nvSpPr>
          <p:cNvPr id="442" name="b_small_bar_ellipse_2680">
            <a:extLst>
              <a:ext uri="{FF2B5EF4-FFF2-40B4-BE49-F238E27FC236}">
                <a16:creationId xmlns:a16="http://schemas.microsoft.com/office/drawing/2014/main" id="{92D55525-C71D-4D3E-A69B-91F15C044A81}"/>
              </a:ext>
            </a:extLst>
          </p:cNvPr>
          <p:cNvSpPr>
            <a:spLocks noGrp="1"/>
          </p:cNvSpPr>
          <p:nvPr/>
        </p:nvSpPr>
        <p:spPr>
          <a:xfrm>
            <a:off x="3163856" y="4457382"/>
            <a:ext cx="45341" cy="45341"/>
          </a:xfrm>
          <a:prstGeom prst="ellipse">
            <a:avLst/>
          </a:prstGeom>
          <a:solidFill>
            <a:srgbClr val="566AB4">
              <a:alpha val="40000"/>
            </a:srgbClr>
          </a:solidFill>
          <a:ln w="0">
            <a:noFill/>
            <a:prstDash val="solid"/>
          </a:ln>
        </p:spPr>
      </p:sp>
      <p:sp>
        <p:nvSpPr>
          <p:cNvPr id="443" name="b_small_bar_ellipse_2681">
            <a:extLst>
              <a:ext uri="{FF2B5EF4-FFF2-40B4-BE49-F238E27FC236}">
                <a16:creationId xmlns:a16="http://schemas.microsoft.com/office/drawing/2014/main" id="{700D2D7A-578B-4FF7-8FBC-B51969A57744}"/>
              </a:ext>
            </a:extLst>
          </p:cNvPr>
          <p:cNvSpPr>
            <a:spLocks noGrp="1"/>
          </p:cNvSpPr>
          <p:nvPr/>
        </p:nvSpPr>
        <p:spPr>
          <a:xfrm>
            <a:off x="3101608" y="2025341"/>
            <a:ext cx="45341" cy="45341"/>
          </a:xfrm>
          <a:prstGeom prst="ellipse">
            <a:avLst/>
          </a:prstGeom>
          <a:solidFill>
            <a:srgbClr val="566AB4">
              <a:alpha val="40000"/>
            </a:srgbClr>
          </a:solidFill>
          <a:ln w="0">
            <a:noFill/>
            <a:prstDash val="solid"/>
          </a:ln>
        </p:spPr>
      </p:sp>
      <p:sp>
        <p:nvSpPr>
          <p:cNvPr id="444" name="b_small_bar_ellipse_2682">
            <a:extLst>
              <a:ext uri="{FF2B5EF4-FFF2-40B4-BE49-F238E27FC236}">
                <a16:creationId xmlns:a16="http://schemas.microsoft.com/office/drawing/2014/main" id="{9CA5DBC1-8387-4AAE-874E-D3576A45A452}"/>
              </a:ext>
            </a:extLst>
          </p:cNvPr>
          <p:cNvSpPr>
            <a:spLocks noGrp="1"/>
          </p:cNvSpPr>
          <p:nvPr/>
        </p:nvSpPr>
        <p:spPr>
          <a:xfrm>
            <a:off x="3126780" y="2228011"/>
            <a:ext cx="45341" cy="45341"/>
          </a:xfrm>
          <a:prstGeom prst="ellipse">
            <a:avLst/>
          </a:prstGeom>
          <a:solidFill>
            <a:srgbClr val="566AB4">
              <a:alpha val="40000"/>
            </a:srgbClr>
          </a:solidFill>
          <a:ln w="0">
            <a:noFill/>
            <a:prstDash val="solid"/>
          </a:ln>
        </p:spPr>
      </p:sp>
      <p:sp>
        <p:nvSpPr>
          <p:cNvPr id="445" name="b_small_bar_ellipse_2683">
            <a:extLst>
              <a:ext uri="{FF2B5EF4-FFF2-40B4-BE49-F238E27FC236}">
                <a16:creationId xmlns:a16="http://schemas.microsoft.com/office/drawing/2014/main" id="{327A08E9-ED51-4ED3-B39F-8AA3EE082A09}"/>
              </a:ext>
            </a:extLst>
          </p:cNvPr>
          <p:cNvSpPr>
            <a:spLocks noGrp="1"/>
          </p:cNvSpPr>
          <p:nvPr/>
        </p:nvSpPr>
        <p:spPr>
          <a:xfrm>
            <a:off x="3145483" y="2025341"/>
            <a:ext cx="45341" cy="45341"/>
          </a:xfrm>
          <a:prstGeom prst="ellipse">
            <a:avLst/>
          </a:prstGeom>
          <a:solidFill>
            <a:srgbClr val="566AB4">
              <a:alpha val="40000"/>
            </a:srgbClr>
          </a:solidFill>
          <a:ln w="0">
            <a:noFill/>
            <a:prstDash val="solid"/>
          </a:ln>
        </p:spPr>
      </p:sp>
      <p:sp>
        <p:nvSpPr>
          <p:cNvPr id="446" name="b_small_bar_ellipse_2684">
            <a:extLst>
              <a:ext uri="{FF2B5EF4-FFF2-40B4-BE49-F238E27FC236}">
                <a16:creationId xmlns:a16="http://schemas.microsoft.com/office/drawing/2014/main" id="{2BB0F843-7EA9-4C0E-89FA-7BB1CA3C0D39}"/>
              </a:ext>
            </a:extLst>
          </p:cNvPr>
          <p:cNvSpPr>
            <a:spLocks noGrp="1"/>
          </p:cNvSpPr>
          <p:nvPr/>
        </p:nvSpPr>
        <p:spPr>
          <a:xfrm>
            <a:off x="3101565" y="3241362"/>
            <a:ext cx="45341" cy="45341"/>
          </a:xfrm>
          <a:prstGeom prst="ellipse">
            <a:avLst/>
          </a:prstGeom>
          <a:solidFill>
            <a:srgbClr val="566AB4">
              <a:alpha val="40000"/>
            </a:srgbClr>
          </a:solidFill>
          <a:ln w="0">
            <a:noFill/>
            <a:prstDash val="solid"/>
          </a:ln>
        </p:spPr>
      </p:sp>
      <p:sp>
        <p:nvSpPr>
          <p:cNvPr id="447" name="b_small_bar_ellipse_2685">
            <a:extLst>
              <a:ext uri="{FF2B5EF4-FFF2-40B4-BE49-F238E27FC236}">
                <a16:creationId xmlns:a16="http://schemas.microsoft.com/office/drawing/2014/main" id="{4086B304-4973-438F-90D1-141B25B3C993}"/>
              </a:ext>
            </a:extLst>
          </p:cNvPr>
          <p:cNvSpPr>
            <a:spLocks noGrp="1"/>
          </p:cNvSpPr>
          <p:nvPr/>
        </p:nvSpPr>
        <p:spPr>
          <a:xfrm>
            <a:off x="3023891" y="3082603"/>
            <a:ext cx="45341" cy="45341"/>
          </a:xfrm>
          <a:prstGeom prst="ellipse">
            <a:avLst/>
          </a:prstGeom>
          <a:solidFill>
            <a:srgbClr val="566AB4">
              <a:alpha val="40000"/>
            </a:srgbClr>
          </a:solidFill>
          <a:ln w="0">
            <a:noFill/>
            <a:prstDash val="solid"/>
          </a:ln>
        </p:spPr>
      </p:sp>
      <p:sp>
        <p:nvSpPr>
          <p:cNvPr id="448" name="b_small_bar_ellipse_2686">
            <a:extLst>
              <a:ext uri="{FF2B5EF4-FFF2-40B4-BE49-F238E27FC236}">
                <a16:creationId xmlns:a16="http://schemas.microsoft.com/office/drawing/2014/main" id="{01A3C065-26A4-4B3A-8E2D-B7EE703A4D49}"/>
              </a:ext>
            </a:extLst>
          </p:cNvPr>
          <p:cNvSpPr>
            <a:spLocks noGrp="1"/>
          </p:cNvSpPr>
          <p:nvPr/>
        </p:nvSpPr>
        <p:spPr>
          <a:xfrm>
            <a:off x="3031938" y="2025341"/>
            <a:ext cx="45341" cy="45341"/>
          </a:xfrm>
          <a:prstGeom prst="ellipse">
            <a:avLst/>
          </a:prstGeom>
          <a:solidFill>
            <a:srgbClr val="566AB4">
              <a:alpha val="40000"/>
            </a:srgbClr>
          </a:solidFill>
          <a:ln w="0">
            <a:noFill/>
            <a:prstDash val="solid"/>
          </a:ln>
        </p:spPr>
      </p:sp>
      <p:sp>
        <p:nvSpPr>
          <p:cNvPr id="449" name="b_small_bar_ellipse_2687">
            <a:extLst>
              <a:ext uri="{FF2B5EF4-FFF2-40B4-BE49-F238E27FC236}">
                <a16:creationId xmlns:a16="http://schemas.microsoft.com/office/drawing/2014/main" id="{FF595C4C-9C91-4E04-9DAE-78A48643C54B}"/>
              </a:ext>
            </a:extLst>
          </p:cNvPr>
          <p:cNvSpPr>
            <a:spLocks noGrp="1"/>
          </p:cNvSpPr>
          <p:nvPr/>
        </p:nvSpPr>
        <p:spPr>
          <a:xfrm>
            <a:off x="2991640" y="2025341"/>
            <a:ext cx="45341" cy="45341"/>
          </a:xfrm>
          <a:prstGeom prst="ellipse">
            <a:avLst/>
          </a:prstGeom>
          <a:solidFill>
            <a:srgbClr val="566AB4">
              <a:alpha val="40000"/>
            </a:srgbClr>
          </a:solidFill>
          <a:ln w="0">
            <a:noFill/>
            <a:prstDash val="solid"/>
          </a:ln>
        </p:spPr>
      </p:sp>
      <p:sp>
        <p:nvSpPr>
          <p:cNvPr id="450" name="b_small_bar_ellipse_2688">
            <a:extLst>
              <a:ext uri="{FF2B5EF4-FFF2-40B4-BE49-F238E27FC236}">
                <a16:creationId xmlns:a16="http://schemas.microsoft.com/office/drawing/2014/main" id="{EC74BEA6-DFDF-4310-B09E-3E4E52CAE996}"/>
              </a:ext>
            </a:extLst>
          </p:cNvPr>
          <p:cNvSpPr>
            <a:spLocks noGrp="1"/>
          </p:cNvSpPr>
          <p:nvPr/>
        </p:nvSpPr>
        <p:spPr>
          <a:xfrm>
            <a:off x="2983247" y="3241362"/>
            <a:ext cx="45341" cy="45341"/>
          </a:xfrm>
          <a:prstGeom prst="ellipse">
            <a:avLst/>
          </a:prstGeom>
          <a:solidFill>
            <a:srgbClr val="566AB4">
              <a:alpha val="40000"/>
            </a:srgbClr>
          </a:solidFill>
          <a:ln w="0">
            <a:noFill/>
            <a:prstDash val="solid"/>
          </a:ln>
        </p:spPr>
      </p:sp>
      <p:sp>
        <p:nvSpPr>
          <p:cNvPr id="451" name="b_small_bar_ellipse_2689">
            <a:extLst>
              <a:ext uri="{FF2B5EF4-FFF2-40B4-BE49-F238E27FC236}">
                <a16:creationId xmlns:a16="http://schemas.microsoft.com/office/drawing/2014/main" id="{D4BAC596-1094-438F-B2EA-4CA229FBF8E8}"/>
              </a:ext>
            </a:extLst>
          </p:cNvPr>
          <p:cNvSpPr>
            <a:spLocks noGrp="1"/>
          </p:cNvSpPr>
          <p:nvPr/>
        </p:nvSpPr>
        <p:spPr>
          <a:xfrm>
            <a:off x="3157527" y="2720210"/>
            <a:ext cx="45341" cy="45341"/>
          </a:xfrm>
          <a:prstGeom prst="ellipse">
            <a:avLst/>
          </a:prstGeom>
          <a:solidFill>
            <a:srgbClr val="566AB4">
              <a:alpha val="40000"/>
            </a:srgbClr>
          </a:solidFill>
          <a:ln w="0">
            <a:noFill/>
            <a:prstDash val="solid"/>
          </a:ln>
        </p:spPr>
      </p:sp>
      <p:sp>
        <p:nvSpPr>
          <p:cNvPr id="452" name="b_small_bar_ellipse_2690">
            <a:extLst>
              <a:ext uri="{FF2B5EF4-FFF2-40B4-BE49-F238E27FC236}">
                <a16:creationId xmlns:a16="http://schemas.microsoft.com/office/drawing/2014/main" id="{BF3B197F-0CEB-42A7-97A4-2220CF6E5712}"/>
              </a:ext>
            </a:extLst>
          </p:cNvPr>
          <p:cNvSpPr>
            <a:spLocks noGrp="1"/>
          </p:cNvSpPr>
          <p:nvPr/>
        </p:nvSpPr>
        <p:spPr>
          <a:xfrm>
            <a:off x="3078610" y="2025341"/>
            <a:ext cx="45341" cy="45341"/>
          </a:xfrm>
          <a:prstGeom prst="ellipse">
            <a:avLst/>
          </a:prstGeom>
          <a:solidFill>
            <a:srgbClr val="566AB4">
              <a:alpha val="40000"/>
            </a:srgbClr>
          </a:solidFill>
          <a:ln w="0">
            <a:noFill/>
            <a:prstDash val="solid"/>
          </a:ln>
        </p:spPr>
      </p:sp>
      <p:sp>
        <p:nvSpPr>
          <p:cNvPr id="453" name="b_small_bar_ellipse_2691">
            <a:extLst>
              <a:ext uri="{FF2B5EF4-FFF2-40B4-BE49-F238E27FC236}">
                <a16:creationId xmlns:a16="http://schemas.microsoft.com/office/drawing/2014/main" id="{7D058986-4F9A-4505-9A2E-55AD4B858D3E}"/>
              </a:ext>
            </a:extLst>
          </p:cNvPr>
          <p:cNvSpPr>
            <a:spLocks noGrp="1"/>
          </p:cNvSpPr>
          <p:nvPr/>
        </p:nvSpPr>
        <p:spPr>
          <a:xfrm>
            <a:off x="3093649" y="2025341"/>
            <a:ext cx="45341" cy="45341"/>
          </a:xfrm>
          <a:prstGeom prst="ellipse">
            <a:avLst/>
          </a:prstGeom>
          <a:solidFill>
            <a:srgbClr val="566AB4">
              <a:alpha val="40000"/>
            </a:srgbClr>
          </a:solidFill>
          <a:ln w="0">
            <a:noFill/>
            <a:prstDash val="solid"/>
          </a:ln>
        </p:spPr>
      </p:sp>
      <p:sp>
        <p:nvSpPr>
          <p:cNvPr id="454" name="b_small_bar_ellipse_2692">
            <a:extLst>
              <a:ext uri="{FF2B5EF4-FFF2-40B4-BE49-F238E27FC236}">
                <a16:creationId xmlns:a16="http://schemas.microsoft.com/office/drawing/2014/main" id="{72223881-97B4-4625-8E45-6CFA48F75050}"/>
              </a:ext>
            </a:extLst>
          </p:cNvPr>
          <p:cNvSpPr>
            <a:spLocks noGrp="1"/>
          </p:cNvSpPr>
          <p:nvPr/>
        </p:nvSpPr>
        <p:spPr>
          <a:xfrm>
            <a:off x="3137290" y="3721210"/>
            <a:ext cx="45341" cy="45341"/>
          </a:xfrm>
          <a:prstGeom prst="ellipse">
            <a:avLst/>
          </a:prstGeom>
          <a:solidFill>
            <a:srgbClr val="566AB4">
              <a:alpha val="40000"/>
            </a:srgbClr>
          </a:solidFill>
          <a:ln w="0">
            <a:noFill/>
            <a:prstDash val="solid"/>
          </a:ln>
        </p:spPr>
      </p:sp>
      <p:sp>
        <p:nvSpPr>
          <p:cNvPr id="455" name="b_small_bar_ellipse_2693">
            <a:extLst>
              <a:ext uri="{FF2B5EF4-FFF2-40B4-BE49-F238E27FC236}">
                <a16:creationId xmlns:a16="http://schemas.microsoft.com/office/drawing/2014/main" id="{3488A88C-315B-40E4-956A-16AB39516325}"/>
              </a:ext>
            </a:extLst>
          </p:cNvPr>
          <p:cNvSpPr>
            <a:spLocks noGrp="1"/>
          </p:cNvSpPr>
          <p:nvPr/>
        </p:nvSpPr>
        <p:spPr>
          <a:xfrm>
            <a:off x="3092368" y="2148595"/>
            <a:ext cx="45341" cy="45341"/>
          </a:xfrm>
          <a:prstGeom prst="ellipse">
            <a:avLst/>
          </a:prstGeom>
          <a:solidFill>
            <a:srgbClr val="566AB4">
              <a:alpha val="40000"/>
            </a:srgbClr>
          </a:solidFill>
          <a:ln w="0">
            <a:noFill/>
            <a:prstDash val="solid"/>
          </a:ln>
        </p:spPr>
      </p:sp>
      <p:sp>
        <p:nvSpPr>
          <p:cNvPr id="456" name="b_small_bar_ellipse_2694">
            <a:extLst>
              <a:ext uri="{FF2B5EF4-FFF2-40B4-BE49-F238E27FC236}">
                <a16:creationId xmlns:a16="http://schemas.microsoft.com/office/drawing/2014/main" id="{4F0749C7-34D6-4AED-A7D7-742A77819797}"/>
              </a:ext>
            </a:extLst>
          </p:cNvPr>
          <p:cNvSpPr>
            <a:spLocks noGrp="1"/>
          </p:cNvSpPr>
          <p:nvPr/>
        </p:nvSpPr>
        <p:spPr>
          <a:xfrm>
            <a:off x="3056792" y="4457382"/>
            <a:ext cx="45341" cy="45341"/>
          </a:xfrm>
          <a:prstGeom prst="ellipse">
            <a:avLst/>
          </a:prstGeom>
          <a:solidFill>
            <a:srgbClr val="566AB4">
              <a:alpha val="40000"/>
            </a:srgbClr>
          </a:solidFill>
          <a:ln w="0">
            <a:noFill/>
            <a:prstDash val="solid"/>
          </a:ln>
        </p:spPr>
      </p:sp>
      <p:sp>
        <p:nvSpPr>
          <p:cNvPr id="457" name="b_small_bar_ellipse_2695">
            <a:extLst>
              <a:ext uri="{FF2B5EF4-FFF2-40B4-BE49-F238E27FC236}">
                <a16:creationId xmlns:a16="http://schemas.microsoft.com/office/drawing/2014/main" id="{E95EF01A-8DCD-46EA-BDCB-371E943CC12B}"/>
              </a:ext>
            </a:extLst>
          </p:cNvPr>
          <p:cNvSpPr>
            <a:spLocks noGrp="1"/>
          </p:cNvSpPr>
          <p:nvPr/>
        </p:nvSpPr>
        <p:spPr>
          <a:xfrm>
            <a:off x="3089250" y="3849372"/>
            <a:ext cx="45341" cy="45341"/>
          </a:xfrm>
          <a:prstGeom prst="ellipse">
            <a:avLst/>
          </a:prstGeom>
          <a:solidFill>
            <a:srgbClr val="566AB4">
              <a:alpha val="40000"/>
            </a:srgbClr>
          </a:solidFill>
          <a:ln w="0">
            <a:noFill/>
            <a:prstDash val="solid"/>
          </a:ln>
        </p:spPr>
      </p:sp>
      <p:sp>
        <p:nvSpPr>
          <p:cNvPr id="458" name="b_small_bar_ellipse_2696">
            <a:extLst>
              <a:ext uri="{FF2B5EF4-FFF2-40B4-BE49-F238E27FC236}">
                <a16:creationId xmlns:a16="http://schemas.microsoft.com/office/drawing/2014/main" id="{A2B40AA8-18C9-42DA-B261-6CCEDA910201}"/>
              </a:ext>
            </a:extLst>
          </p:cNvPr>
          <p:cNvSpPr>
            <a:spLocks noGrp="1"/>
          </p:cNvSpPr>
          <p:nvPr/>
        </p:nvSpPr>
        <p:spPr>
          <a:xfrm>
            <a:off x="2995794" y="3781815"/>
            <a:ext cx="45341" cy="45341"/>
          </a:xfrm>
          <a:prstGeom prst="ellipse">
            <a:avLst/>
          </a:prstGeom>
          <a:solidFill>
            <a:srgbClr val="566AB4">
              <a:alpha val="40000"/>
            </a:srgbClr>
          </a:solidFill>
          <a:ln w="0">
            <a:noFill/>
            <a:prstDash val="solid"/>
          </a:ln>
        </p:spPr>
      </p:sp>
      <p:sp>
        <p:nvSpPr>
          <p:cNvPr id="459" name="b_small_bar_ellipse_2697">
            <a:extLst>
              <a:ext uri="{FF2B5EF4-FFF2-40B4-BE49-F238E27FC236}">
                <a16:creationId xmlns:a16="http://schemas.microsoft.com/office/drawing/2014/main" id="{46D9D28F-69DC-4B6B-9C7F-A6E676EF8FBD}"/>
              </a:ext>
            </a:extLst>
          </p:cNvPr>
          <p:cNvSpPr>
            <a:spLocks noGrp="1"/>
          </p:cNvSpPr>
          <p:nvPr/>
        </p:nvSpPr>
        <p:spPr>
          <a:xfrm>
            <a:off x="2994328" y="3241362"/>
            <a:ext cx="45341" cy="45341"/>
          </a:xfrm>
          <a:prstGeom prst="ellipse">
            <a:avLst/>
          </a:prstGeom>
          <a:solidFill>
            <a:srgbClr val="566AB4">
              <a:alpha val="40000"/>
            </a:srgbClr>
          </a:solidFill>
          <a:ln w="0">
            <a:noFill/>
            <a:prstDash val="solid"/>
          </a:ln>
        </p:spPr>
      </p:sp>
      <p:sp>
        <p:nvSpPr>
          <p:cNvPr id="460" name="b_small_bar_ellipse_2698">
            <a:extLst>
              <a:ext uri="{FF2B5EF4-FFF2-40B4-BE49-F238E27FC236}">
                <a16:creationId xmlns:a16="http://schemas.microsoft.com/office/drawing/2014/main" id="{BFC42CC0-5059-4D68-A988-887AA67BEFBB}"/>
              </a:ext>
            </a:extLst>
          </p:cNvPr>
          <p:cNvSpPr>
            <a:spLocks noGrp="1"/>
          </p:cNvSpPr>
          <p:nvPr/>
        </p:nvSpPr>
        <p:spPr>
          <a:xfrm>
            <a:off x="3135241" y="4109948"/>
            <a:ext cx="45341" cy="45341"/>
          </a:xfrm>
          <a:prstGeom prst="ellipse">
            <a:avLst/>
          </a:prstGeom>
          <a:solidFill>
            <a:srgbClr val="566AB4">
              <a:alpha val="40000"/>
            </a:srgbClr>
          </a:solidFill>
          <a:ln w="0">
            <a:noFill/>
            <a:prstDash val="solid"/>
          </a:ln>
        </p:spPr>
      </p:sp>
      <p:sp>
        <p:nvSpPr>
          <p:cNvPr id="461" name="b_small_bar_ellipse_2699">
            <a:extLst>
              <a:ext uri="{FF2B5EF4-FFF2-40B4-BE49-F238E27FC236}">
                <a16:creationId xmlns:a16="http://schemas.microsoft.com/office/drawing/2014/main" id="{04B2E6A2-571F-457A-8557-6842746BEF02}"/>
              </a:ext>
            </a:extLst>
          </p:cNvPr>
          <p:cNvSpPr>
            <a:spLocks noGrp="1"/>
          </p:cNvSpPr>
          <p:nvPr/>
        </p:nvSpPr>
        <p:spPr>
          <a:xfrm>
            <a:off x="3012221" y="2633351"/>
            <a:ext cx="45341" cy="45341"/>
          </a:xfrm>
          <a:prstGeom prst="ellipse">
            <a:avLst/>
          </a:prstGeom>
          <a:solidFill>
            <a:srgbClr val="566AB4">
              <a:alpha val="40000"/>
            </a:srgbClr>
          </a:solidFill>
          <a:ln w="0">
            <a:noFill/>
            <a:prstDash val="solid"/>
          </a:ln>
        </p:spPr>
      </p:sp>
      <p:sp>
        <p:nvSpPr>
          <p:cNvPr id="462" name="b_small_bar_ellipse_2700">
            <a:extLst>
              <a:ext uri="{FF2B5EF4-FFF2-40B4-BE49-F238E27FC236}">
                <a16:creationId xmlns:a16="http://schemas.microsoft.com/office/drawing/2014/main" id="{F8789FA2-8FFE-44B2-AEC7-CFD6DB12A932}"/>
              </a:ext>
            </a:extLst>
          </p:cNvPr>
          <p:cNvSpPr>
            <a:spLocks noGrp="1"/>
          </p:cNvSpPr>
          <p:nvPr/>
        </p:nvSpPr>
        <p:spPr>
          <a:xfrm>
            <a:off x="3012353" y="3241362"/>
            <a:ext cx="45341" cy="45341"/>
          </a:xfrm>
          <a:prstGeom prst="ellipse">
            <a:avLst/>
          </a:prstGeom>
          <a:solidFill>
            <a:srgbClr val="566AB4">
              <a:alpha val="40000"/>
            </a:srgbClr>
          </a:solidFill>
          <a:ln w="0">
            <a:noFill/>
            <a:prstDash val="solid"/>
          </a:ln>
        </p:spPr>
      </p:sp>
      <p:sp>
        <p:nvSpPr>
          <p:cNvPr id="463" name="b_small_bar_ellipse_2701">
            <a:extLst>
              <a:ext uri="{FF2B5EF4-FFF2-40B4-BE49-F238E27FC236}">
                <a16:creationId xmlns:a16="http://schemas.microsoft.com/office/drawing/2014/main" id="{3B61FE8B-8E7B-48F1-ADDD-4DA2516B6495}"/>
              </a:ext>
            </a:extLst>
          </p:cNvPr>
          <p:cNvSpPr>
            <a:spLocks noGrp="1"/>
          </p:cNvSpPr>
          <p:nvPr/>
        </p:nvSpPr>
        <p:spPr>
          <a:xfrm>
            <a:off x="3031895" y="2805621"/>
            <a:ext cx="45341" cy="45341"/>
          </a:xfrm>
          <a:prstGeom prst="ellipse">
            <a:avLst/>
          </a:prstGeom>
          <a:solidFill>
            <a:srgbClr val="566AB4">
              <a:alpha val="40000"/>
            </a:srgbClr>
          </a:solidFill>
          <a:ln w="0">
            <a:noFill/>
            <a:prstDash val="solid"/>
          </a:ln>
        </p:spPr>
      </p:sp>
      <p:sp>
        <p:nvSpPr>
          <p:cNvPr id="464" name="b_small_bar_ellipse_2702">
            <a:extLst>
              <a:ext uri="{FF2B5EF4-FFF2-40B4-BE49-F238E27FC236}">
                <a16:creationId xmlns:a16="http://schemas.microsoft.com/office/drawing/2014/main" id="{B7315BBE-6208-451A-8090-2A05A2F08296}"/>
              </a:ext>
            </a:extLst>
          </p:cNvPr>
          <p:cNvSpPr>
            <a:spLocks noGrp="1"/>
          </p:cNvSpPr>
          <p:nvPr/>
        </p:nvSpPr>
        <p:spPr>
          <a:xfrm>
            <a:off x="3166907" y="2025341"/>
            <a:ext cx="45341" cy="45341"/>
          </a:xfrm>
          <a:prstGeom prst="ellipse">
            <a:avLst/>
          </a:prstGeom>
          <a:solidFill>
            <a:srgbClr val="566AB4">
              <a:alpha val="40000"/>
            </a:srgbClr>
          </a:solidFill>
          <a:ln w="0">
            <a:noFill/>
            <a:prstDash val="solid"/>
          </a:ln>
        </p:spPr>
      </p:sp>
      <p:sp>
        <p:nvSpPr>
          <p:cNvPr id="465" name="b_small_bar_ellipse_2703">
            <a:extLst>
              <a:ext uri="{FF2B5EF4-FFF2-40B4-BE49-F238E27FC236}">
                <a16:creationId xmlns:a16="http://schemas.microsoft.com/office/drawing/2014/main" id="{3A530A2E-6D3B-4D58-BDD3-6DAA486E537C}"/>
              </a:ext>
            </a:extLst>
          </p:cNvPr>
          <p:cNvSpPr>
            <a:spLocks noGrp="1"/>
          </p:cNvSpPr>
          <p:nvPr/>
        </p:nvSpPr>
        <p:spPr>
          <a:xfrm>
            <a:off x="3047563" y="3309520"/>
            <a:ext cx="45341" cy="45341"/>
          </a:xfrm>
          <a:prstGeom prst="ellipse">
            <a:avLst/>
          </a:prstGeom>
          <a:solidFill>
            <a:srgbClr val="566AB4">
              <a:alpha val="40000"/>
            </a:srgbClr>
          </a:solidFill>
          <a:ln w="0">
            <a:noFill/>
            <a:prstDash val="solid"/>
          </a:ln>
        </p:spPr>
      </p:sp>
      <p:sp>
        <p:nvSpPr>
          <p:cNvPr id="466" name="b_small_bar_ellipse_2704">
            <a:extLst>
              <a:ext uri="{FF2B5EF4-FFF2-40B4-BE49-F238E27FC236}">
                <a16:creationId xmlns:a16="http://schemas.microsoft.com/office/drawing/2014/main" id="{C406AC10-B8CF-4BFF-BE5A-DD6A28522039}"/>
              </a:ext>
            </a:extLst>
          </p:cNvPr>
          <p:cNvSpPr>
            <a:spLocks noGrp="1"/>
          </p:cNvSpPr>
          <p:nvPr/>
        </p:nvSpPr>
        <p:spPr>
          <a:xfrm>
            <a:off x="2998399" y="2025341"/>
            <a:ext cx="45341" cy="45341"/>
          </a:xfrm>
          <a:prstGeom prst="ellipse">
            <a:avLst/>
          </a:prstGeom>
          <a:solidFill>
            <a:srgbClr val="566AB4">
              <a:alpha val="40000"/>
            </a:srgbClr>
          </a:solidFill>
          <a:ln w="0">
            <a:noFill/>
            <a:prstDash val="solid"/>
          </a:ln>
        </p:spPr>
      </p:sp>
      <p:sp>
        <p:nvSpPr>
          <p:cNvPr id="467" name="b_small_bar_ellipse_2705">
            <a:extLst>
              <a:ext uri="{FF2B5EF4-FFF2-40B4-BE49-F238E27FC236}">
                <a16:creationId xmlns:a16="http://schemas.microsoft.com/office/drawing/2014/main" id="{A98C6831-99EA-48A2-99BB-E6E09A1B9BD5}"/>
              </a:ext>
            </a:extLst>
          </p:cNvPr>
          <p:cNvSpPr>
            <a:spLocks noGrp="1"/>
          </p:cNvSpPr>
          <p:nvPr/>
        </p:nvSpPr>
        <p:spPr>
          <a:xfrm>
            <a:off x="2987594" y="2633351"/>
            <a:ext cx="45341" cy="45341"/>
          </a:xfrm>
          <a:prstGeom prst="ellipse">
            <a:avLst/>
          </a:prstGeom>
          <a:solidFill>
            <a:srgbClr val="566AB4">
              <a:alpha val="40000"/>
            </a:srgbClr>
          </a:solidFill>
          <a:ln w="0">
            <a:noFill/>
            <a:prstDash val="solid"/>
          </a:ln>
        </p:spPr>
      </p:sp>
      <p:sp>
        <p:nvSpPr>
          <p:cNvPr id="468" name="b_small_bar_ellipse_2706">
            <a:extLst>
              <a:ext uri="{FF2B5EF4-FFF2-40B4-BE49-F238E27FC236}">
                <a16:creationId xmlns:a16="http://schemas.microsoft.com/office/drawing/2014/main" id="{1F6D0ACE-ED6E-408B-A162-8B371B59A341}"/>
              </a:ext>
            </a:extLst>
          </p:cNvPr>
          <p:cNvSpPr>
            <a:spLocks noGrp="1"/>
          </p:cNvSpPr>
          <p:nvPr/>
        </p:nvSpPr>
        <p:spPr>
          <a:xfrm>
            <a:off x="2997521" y="4457382"/>
            <a:ext cx="45341" cy="45341"/>
          </a:xfrm>
          <a:prstGeom prst="ellipse">
            <a:avLst/>
          </a:prstGeom>
          <a:solidFill>
            <a:srgbClr val="566AB4">
              <a:alpha val="40000"/>
            </a:srgbClr>
          </a:solidFill>
          <a:ln w="0">
            <a:noFill/>
            <a:prstDash val="solid"/>
          </a:ln>
        </p:spPr>
      </p:sp>
      <p:sp>
        <p:nvSpPr>
          <p:cNvPr id="469" name="b_small_bar_ellipse_2707">
            <a:extLst>
              <a:ext uri="{FF2B5EF4-FFF2-40B4-BE49-F238E27FC236}">
                <a16:creationId xmlns:a16="http://schemas.microsoft.com/office/drawing/2014/main" id="{FD323896-77DC-4640-936D-7F830C445D5F}"/>
              </a:ext>
            </a:extLst>
          </p:cNvPr>
          <p:cNvSpPr>
            <a:spLocks noGrp="1"/>
          </p:cNvSpPr>
          <p:nvPr/>
        </p:nvSpPr>
        <p:spPr>
          <a:xfrm>
            <a:off x="3163329" y="2025341"/>
            <a:ext cx="45341" cy="45341"/>
          </a:xfrm>
          <a:prstGeom prst="ellipse">
            <a:avLst/>
          </a:prstGeom>
          <a:solidFill>
            <a:srgbClr val="566AB4">
              <a:alpha val="40000"/>
            </a:srgbClr>
          </a:solidFill>
          <a:ln w="0">
            <a:noFill/>
            <a:prstDash val="solid"/>
          </a:ln>
        </p:spPr>
      </p:sp>
      <p:sp>
        <p:nvSpPr>
          <p:cNvPr id="470" name="b_small_bar_ellipse_2708">
            <a:extLst>
              <a:ext uri="{FF2B5EF4-FFF2-40B4-BE49-F238E27FC236}">
                <a16:creationId xmlns:a16="http://schemas.microsoft.com/office/drawing/2014/main" id="{0B7F509A-0F04-4BFF-B038-5D5658F32964}"/>
              </a:ext>
            </a:extLst>
          </p:cNvPr>
          <p:cNvSpPr>
            <a:spLocks noGrp="1"/>
          </p:cNvSpPr>
          <p:nvPr/>
        </p:nvSpPr>
        <p:spPr>
          <a:xfrm>
            <a:off x="3140320" y="4457382"/>
            <a:ext cx="45341" cy="45341"/>
          </a:xfrm>
          <a:prstGeom prst="ellipse">
            <a:avLst/>
          </a:prstGeom>
          <a:solidFill>
            <a:srgbClr val="566AB4">
              <a:alpha val="40000"/>
            </a:srgbClr>
          </a:solidFill>
          <a:ln w="0">
            <a:noFill/>
            <a:prstDash val="solid"/>
          </a:ln>
        </p:spPr>
      </p:sp>
      <p:sp>
        <p:nvSpPr>
          <p:cNvPr id="471" name="b_small_bar_ellipse_2709">
            <a:extLst>
              <a:ext uri="{FF2B5EF4-FFF2-40B4-BE49-F238E27FC236}">
                <a16:creationId xmlns:a16="http://schemas.microsoft.com/office/drawing/2014/main" id="{1F934393-10CD-4B65-A149-A781C1ADBE75}"/>
              </a:ext>
            </a:extLst>
          </p:cNvPr>
          <p:cNvSpPr>
            <a:spLocks noGrp="1"/>
          </p:cNvSpPr>
          <p:nvPr/>
        </p:nvSpPr>
        <p:spPr>
          <a:xfrm>
            <a:off x="3052226" y="4416848"/>
            <a:ext cx="45341" cy="45341"/>
          </a:xfrm>
          <a:prstGeom prst="ellipse">
            <a:avLst/>
          </a:prstGeom>
          <a:solidFill>
            <a:srgbClr val="566AB4">
              <a:alpha val="40000"/>
            </a:srgbClr>
          </a:solidFill>
          <a:ln w="0">
            <a:noFill/>
            <a:prstDash val="solid"/>
          </a:ln>
        </p:spPr>
      </p:sp>
      <p:sp>
        <p:nvSpPr>
          <p:cNvPr id="472" name="b_small_bar_ellipse_2710">
            <a:extLst>
              <a:ext uri="{FF2B5EF4-FFF2-40B4-BE49-F238E27FC236}">
                <a16:creationId xmlns:a16="http://schemas.microsoft.com/office/drawing/2014/main" id="{DEF75A79-C504-4A2C-9F92-4599E2C01B1A}"/>
              </a:ext>
            </a:extLst>
          </p:cNvPr>
          <p:cNvSpPr>
            <a:spLocks noGrp="1"/>
          </p:cNvSpPr>
          <p:nvPr/>
        </p:nvSpPr>
        <p:spPr>
          <a:xfrm>
            <a:off x="3144240" y="2025341"/>
            <a:ext cx="45341" cy="45341"/>
          </a:xfrm>
          <a:prstGeom prst="ellipse">
            <a:avLst/>
          </a:prstGeom>
          <a:solidFill>
            <a:srgbClr val="566AB4">
              <a:alpha val="40000"/>
            </a:srgbClr>
          </a:solidFill>
          <a:ln w="0">
            <a:noFill/>
            <a:prstDash val="solid"/>
          </a:ln>
        </p:spPr>
      </p:sp>
      <p:sp>
        <p:nvSpPr>
          <p:cNvPr id="473" name="b_small_bar_ellipse_2711">
            <a:extLst>
              <a:ext uri="{FF2B5EF4-FFF2-40B4-BE49-F238E27FC236}">
                <a16:creationId xmlns:a16="http://schemas.microsoft.com/office/drawing/2014/main" id="{14D836F8-7865-49E5-90C1-86B4C869D48D}"/>
              </a:ext>
            </a:extLst>
          </p:cNvPr>
          <p:cNvSpPr>
            <a:spLocks noGrp="1"/>
          </p:cNvSpPr>
          <p:nvPr/>
        </p:nvSpPr>
        <p:spPr>
          <a:xfrm>
            <a:off x="3090592" y="2025341"/>
            <a:ext cx="45341" cy="45341"/>
          </a:xfrm>
          <a:prstGeom prst="ellipse">
            <a:avLst/>
          </a:prstGeom>
          <a:solidFill>
            <a:srgbClr val="566AB4">
              <a:alpha val="40000"/>
            </a:srgbClr>
          </a:solidFill>
          <a:ln w="0">
            <a:noFill/>
            <a:prstDash val="solid"/>
          </a:ln>
        </p:spPr>
      </p:sp>
      <p:sp>
        <p:nvSpPr>
          <p:cNvPr id="474" name="b_small_bar_ellipse_2712">
            <a:extLst>
              <a:ext uri="{FF2B5EF4-FFF2-40B4-BE49-F238E27FC236}">
                <a16:creationId xmlns:a16="http://schemas.microsoft.com/office/drawing/2014/main" id="{E185BB7F-D8D1-4B4B-9C9A-90AD1736BCCB}"/>
              </a:ext>
            </a:extLst>
          </p:cNvPr>
          <p:cNvSpPr>
            <a:spLocks noGrp="1"/>
          </p:cNvSpPr>
          <p:nvPr/>
        </p:nvSpPr>
        <p:spPr>
          <a:xfrm>
            <a:off x="2979065" y="4442906"/>
            <a:ext cx="45341" cy="45341"/>
          </a:xfrm>
          <a:prstGeom prst="ellipse">
            <a:avLst/>
          </a:prstGeom>
          <a:solidFill>
            <a:srgbClr val="566AB4">
              <a:alpha val="40000"/>
            </a:srgbClr>
          </a:solidFill>
          <a:ln w="0">
            <a:noFill/>
            <a:prstDash val="solid"/>
          </a:ln>
        </p:spPr>
      </p:sp>
      <p:sp>
        <p:nvSpPr>
          <p:cNvPr id="475" name="b_small_bar_ellipse_2713">
            <a:extLst>
              <a:ext uri="{FF2B5EF4-FFF2-40B4-BE49-F238E27FC236}">
                <a16:creationId xmlns:a16="http://schemas.microsoft.com/office/drawing/2014/main" id="{67D33ACF-7F56-4BC2-AB1B-C99993D5E9E2}"/>
              </a:ext>
            </a:extLst>
          </p:cNvPr>
          <p:cNvSpPr>
            <a:spLocks noGrp="1"/>
          </p:cNvSpPr>
          <p:nvPr/>
        </p:nvSpPr>
        <p:spPr>
          <a:xfrm>
            <a:off x="3067657" y="3646702"/>
            <a:ext cx="45341" cy="45341"/>
          </a:xfrm>
          <a:prstGeom prst="ellipse">
            <a:avLst/>
          </a:prstGeom>
          <a:solidFill>
            <a:srgbClr val="566AB4">
              <a:alpha val="40000"/>
            </a:srgbClr>
          </a:solidFill>
          <a:ln w="0">
            <a:noFill/>
            <a:prstDash val="solid"/>
          </a:ln>
        </p:spPr>
      </p:sp>
      <p:sp>
        <p:nvSpPr>
          <p:cNvPr id="476" name="b_small_bar_ellipse_2714">
            <a:extLst>
              <a:ext uri="{FF2B5EF4-FFF2-40B4-BE49-F238E27FC236}">
                <a16:creationId xmlns:a16="http://schemas.microsoft.com/office/drawing/2014/main" id="{4476CD9C-901A-4FBA-8BF6-9E5E45B8CD3C}"/>
              </a:ext>
            </a:extLst>
          </p:cNvPr>
          <p:cNvSpPr>
            <a:spLocks noGrp="1"/>
          </p:cNvSpPr>
          <p:nvPr/>
        </p:nvSpPr>
        <p:spPr>
          <a:xfrm>
            <a:off x="3100498" y="2025341"/>
            <a:ext cx="45341" cy="45341"/>
          </a:xfrm>
          <a:prstGeom prst="ellipse">
            <a:avLst/>
          </a:prstGeom>
          <a:solidFill>
            <a:srgbClr val="566AB4">
              <a:alpha val="40000"/>
            </a:srgbClr>
          </a:solidFill>
          <a:ln w="0">
            <a:noFill/>
            <a:prstDash val="solid"/>
          </a:ln>
        </p:spPr>
      </p:sp>
      <p:sp>
        <p:nvSpPr>
          <p:cNvPr id="477" name="b_small_bar_ellipse_2715">
            <a:extLst>
              <a:ext uri="{FF2B5EF4-FFF2-40B4-BE49-F238E27FC236}">
                <a16:creationId xmlns:a16="http://schemas.microsoft.com/office/drawing/2014/main" id="{E48C80DD-B3D4-448D-B651-AFF52D8A830E}"/>
              </a:ext>
            </a:extLst>
          </p:cNvPr>
          <p:cNvSpPr>
            <a:spLocks noGrp="1"/>
          </p:cNvSpPr>
          <p:nvPr/>
        </p:nvSpPr>
        <p:spPr>
          <a:xfrm>
            <a:off x="3066952" y="2025341"/>
            <a:ext cx="45341" cy="45341"/>
          </a:xfrm>
          <a:prstGeom prst="ellipse">
            <a:avLst/>
          </a:prstGeom>
          <a:solidFill>
            <a:srgbClr val="566AB4">
              <a:alpha val="40000"/>
            </a:srgbClr>
          </a:solidFill>
          <a:ln w="0">
            <a:noFill/>
            <a:prstDash val="solid"/>
          </a:ln>
        </p:spPr>
      </p:sp>
      <p:sp>
        <p:nvSpPr>
          <p:cNvPr id="478" name="b_small_bar_ellipse_2716">
            <a:extLst>
              <a:ext uri="{FF2B5EF4-FFF2-40B4-BE49-F238E27FC236}">
                <a16:creationId xmlns:a16="http://schemas.microsoft.com/office/drawing/2014/main" id="{FA32916D-99FE-4E72-B29A-BA698985EF62}"/>
              </a:ext>
            </a:extLst>
          </p:cNvPr>
          <p:cNvSpPr>
            <a:spLocks noGrp="1"/>
          </p:cNvSpPr>
          <p:nvPr/>
        </p:nvSpPr>
        <p:spPr>
          <a:xfrm>
            <a:off x="3009990" y="2025341"/>
            <a:ext cx="45341" cy="45341"/>
          </a:xfrm>
          <a:prstGeom prst="ellipse">
            <a:avLst/>
          </a:prstGeom>
          <a:solidFill>
            <a:srgbClr val="566AB4">
              <a:alpha val="40000"/>
            </a:srgbClr>
          </a:solidFill>
          <a:ln w="0">
            <a:noFill/>
            <a:prstDash val="solid"/>
          </a:ln>
        </p:spPr>
      </p:sp>
      <p:sp>
        <p:nvSpPr>
          <p:cNvPr id="479" name="b_small_bar_ellipse_2717">
            <a:extLst>
              <a:ext uri="{FF2B5EF4-FFF2-40B4-BE49-F238E27FC236}">
                <a16:creationId xmlns:a16="http://schemas.microsoft.com/office/drawing/2014/main" id="{E61A7DE9-97A8-4124-973C-A0C271DD5B8B}"/>
              </a:ext>
            </a:extLst>
          </p:cNvPr>
          <p:cNvSpPr>
            <a:spLocks noGrp="1"/>
          </p:cNvSpPr>
          <p:nvPr/>
        </p:nvSpPr>
        <p:spPr>
          <a:xfrm>
            <a:off x="3070104" y="4457382"/>
            <a:ext cx="45341" cy="45341"/>
          </a:xfrm>
          <a:prstGeom prst="ellipse">
            <a:avLst/>
          </a:prstGeom>
          <a:solidFill>
            <a:srgbClr val="566AB4">
              <a:alpha val="40000"/>
            </a:srgbClr>
          </a:solidFill>
          <a:ln w="0">
            <a:noFill/>
            <a:prstDash val="solid"/>
          </a:ln>
        </p:spPr>
      </p:sp>
      <p:sp>
        <p:nvSpPr>
          <p:cNvPr id="480" name="b_small_bar_ellipse_2718">
            <a:extLst>
              <a:ext uri="{FF2B5EF4-FFF2-40B4-BE49-F238E27FC236}">
                <a16:creationId xmlns:a16="http://schemas.microsoft.com/office/drawing/2014/main" id="{BB6B8A18-9F6E-4897-9C58-C1016175C8A2}"/>
              </a:ext>
            </a:extLst>
          </p:cNvPr>
          <p:cNvSpPr>
            <a:spLocks noGrp="1"/>
          </p:cNvSpPr>
          <p:nvPr/>
        </p:nvSpPr>
        <p:spPr>
          <a:xfrm>
            <a:off x="3116025" y="2025341"/>
            <a:ext cx="45341" cy="45341"/>
          </a:xfrm>
          <a:prstGeom prst="ellipse">
            <a:avLst/>
          </a:prstGeom>
          <a:solidFill>
            <a:srgbClr val="566AB4">
              <a:alpha val="40000"/>
            </a:srgbClr>
          </a:solidFill>
          <a:ln w="0">
            <a:noFill/>
            <a:prstDash val="solid"/>
          </a:ln>
        </p:spPr>
      </p:sp>
      <p:sp>
        <p:nvSpPr>
          <p:cNvPr id="481" name="b_small_bar_ellipse_2719">
            <a:extLst>
              <a:ext uri="{FF2B5EF4-FFF2-40B4-BE49-F238E27FC236}">
                <a16:creationId xmlns:a16="http://schemas.microsoft.com/office/drawing/2014/main" id="{62A8C897-03EC-4E00-B37D-64D6F83B222F}"/>
              </a:ext>
            </a:extLst>
          </p:cNvPr>
          <p:cNvSpPr>
            <a:spLocks noGrp="1"/>
          </p:cNvSpPr>
          <p:nvPr/>
        </p:nvSpPr>
        <p:spPr>
          <a:xfrm>
            <a:off x="3056740" y="3784067"/>
            <a:ext cx="45341" cy="45341"/>
          </a:xfrm>
          <a:prstGeom prst="ellipse">
            <a:avLst/>
          </a:prstGeom>
          <a:solidFill>
            <a:srgbClr val="566AB4">
              <a:alpha val="40000"/>
            </a:srgbClr>
          </a:solidFill>
          <a:ln w="0">
            <a:noFill/>
            <a:prstDash val="solid"/>
          </a:ln>
        </p:spPr>
      </p:sp>
      <p:sp>
        <p:nvSpPr>
          <p:cNvPr id="482" name="b_small_bar_ellipse_2720">
            <a:extLst>
              <a:ext uri="{FF2B5EF4-FFF2-40B4-BE49-F238E27FC236}">
                <a16:creationId xmlns:a16="http://schemas.microsoft.com/office/drawing/2014/main" id="{347D139D-047A-4C36-B62E-CF5F0F62093C}"/>
              </a:ext>
            </a:extLst>
          </p:cNvPr>
          <p:cNvSpPr>
            <a:spLocks noGrp="1"/>
          </p:cNvSpPr>
          <p:nvPr/>
        </p:nvSpPr>
        <p:spPr>
          <a:xfrm>
            <a:off x="2991608" y="3617018"/>
            <a:ext cx="45341" cy="45341"/>
          </a:xfrm>
          <a:prstGeom prst="ellipse">
            <a:avLst/>
          </a:prstGeom>
          <a:solidFill>
            <a:srgbClr val="566AB4">
              <a:alpha val="40000"/>
            </a:srgbClr>
          </a:solidFill>
          <a:ln w="0">
            <a:noFill/>
            <a:prstDash val="solid"/>
          </a:ln>
        </p:spPr>
      </p:sp>
      <p:sp>
        <p:nvSpPr>
          <p:cNvPr id="483" name="b_small_bar_ellipse_2721">
            <a:extLst>
              <a:ext uri="{FF2B5EF4-FFF2-40B4-BE49-F238E27FC236}">
                <a16:creationId xmlns:a16="http://schemas.microsoft.com/office/drawing/2014/main" id="{5670F4AA-D9C7-4225-A968-B1986BA123D8}"/>
              </a:ext>
            </a:extLst>
          </p:cNvPr>
          <p:cNvSpPr>
            <a:spLocks noGrp="1"/>
          </p:cNvSpPr>
          <p:nvPr/>
        </p:nvSpPr>
        <p:spPr>
          <a:xfrm>
            <a:off x="2976343" y="4287139"/>
            <a:ext cx="45341" cy="45341"/>
          </a:xfrm>
          <a:prstGeom prst="ellipse">
            <a:avLst/>
          </a:prstGeom>
          <a:solidFill>
            <a:srgbClr val="566AB4">
              <a:alpha val="40000"/>
            </a:srgbClr>
          </a:solidFill>
          <a:ln w="0">
            <a:noFill/>
            <a:prstDash val="solid"/>
          </a:ln>
        </p:spPr>
      </p:sp>
      <p:sp>
        <p:nvSpPr>
          <p:cNvPr id="484" name="b_small_bar_ellipse_2722">
            <a:extLst>
              <a:ext uri="{FF2B5EF4-FFF2-40B4-BE49-F238E27FC236}">
                <a16:creationId xmlns:a16="http://schemas.microsoft.com/office/drawing/2014/main" id="{F2FB6E2E-C4E3-4FA2-8694-A66EB6BD9560}"/>
              </a:ext>
            </a:extLst>
          </p:cNvPr>
          <p:cNvSpPr>
            <a:spLocks noGrp="1"/>
          </p:cNvSpPr>
          <p:nvPr/>
        </p:nvSpPr>
        <p:spPr>
          <a:xfrm>
            <a:off x="2990861" y="4457382"/>
            <a:ext cx="45341" cy="45341"/>
          </a:xfrm>
          <a:prstGeom prst="ellipse">
            <a:avLst/>
          </a:prstGeom>
          <a:solidFill>
            <a:srgbClr val="566AB4">
              <a:alpha val="40000"/>
            </a:srgbClr>
          </a:solidFill>
          <a:ln w="0">
            <a:noFill/>
            <a:prstDash val="solid"/>
          </a:ln>
        </p:spPr>
      </p:sp>
      <p:sp>
        <p:nvSpPr>
          <p:cNvPr id="485" name="b_small_bar_ellipse_2723">
            <a:extLst>
              <a:ext uri="{FF2B5EF4-FFF2-40B4-BE49-F238E27FC236}">
                <a16:creationId xmlns:a16="http://schemas.microsoft.com/office/drawing/2014/main" id="{C5171E4D-E476-4945-B6B3-AF98DA6A7BDE}"/>
              </a:ext>
            </a:extLst>
          </p:cNvPr>
          <p:cNvSpPr>
            <a:spLocks noGrp="1"/>
          </p:cNvSpPr>
          <p:nvPr/>
        </p:nvSpPr>
        <p:spPr>
          <a:xfrm>
            <a:off x="3165536" y="4457382"/>
            <a:ext cx="45341" cy="45341"/>
          </a:xfrm>
          <a:prstGeom prst="ellipse">
            <a:avLst/>
          </a:prstGeom>
          <a:solidFill>
            <a:srgbClr val="566AB4">
              <a:alpha val="40000"/>
            </a:srgbClr>
          </a:solidFill>
          <a:ln w="0">
            <a:noFill/>
            <a:prstDash val="solid"/>
          </a:ln>
        </p:spPr>
      </p:sp>
      <p:sp>
        <p:nvSpPr>
          <p:cNvPr id="486" name="b_small_bar_ellipse_2724">
            <a:extLst>
              <a:ext uri="{FF2B5EF4-FFF2-40B4-BE49-F238E27FC236}">
                <a16:creationId xmlns:a16="http://schemas.microsoft.com/office/drawing/2014/main" id="{4BC654E5-772D-4828-A2BD-9E05263AEC95}"/>
              </a:ext>
            </a:extLst>
          </p:cNvPr>
          <p:cNvSpPr>
            <a:spLocks noGrp="1"/>
          </p:cNvSpPr>
          <p:nvPr/>
        </p:nvSpPr>
        <p:spPr>
          <a:xfrm>
            <a:off x="3057927" y="2025341"/>
            <a:ext cx="45341" cy="45341"/>
          </a:xfrm>
          <a:prstGeom prst="ellipse">
            <a:avLst/>
          </a:prstGeom>
          <a:solidFill>
            <a:srgbClr val="566AB4">
              <a:alpha val="40000"/>
            </a:srgbClr>
          </a:solidFill>
          <a:ln w="0">
            <a:noFill/>
            <a:prstDash val="solid"/>
          </a:ln>
        </p:spPr>
      </p:sp>
      <p:sp>
        <p:nvSpPr>
          <p:cNvPr id="487" name="b_small_bar_ellipse_2725">
            <a:extLst>
              <a:ext uri="{FF2B5EF4-FFF2-40B4-BE49-F238E27FC236}">
                <a16:creationId xmlns:a16="http://schemas.microsoft.com/office/drawing/2014/main" id="{F74B3423-B238-4CD6-936D-2C7377D7AA5C}"/>
              </a:ext>
            </a:extLst>
          </p:cNvPr>
          <p:cNvSpPr>
            <a:spLocks noGrp="1"/>
          </p:cNvSpPr>
          <p:nvPr/>
        </p:nvSpPr>
        <p:spPr>
          <a:xfrm>
            <a:off x="2982905" y="2025341"/>
            <a:ext cx="45341" cy="45341"/>
          </a:xfrm>
          <a:prstGeom prst="ellipse">
            <a:avLst/>
          </a:prstGeom>
          <a:solidFill>
            <a:srgbClr val="566AB4">
              <a:alpha val="40000"/>
            </a:srgbClr>
          </a:solidFill>
          <a:ln w="0">
            <a:noFill/>
            <a:prstDash val="solid"/>
          </a:ln>
        </p:spPr>
      </p:sp>
      <p:sp>
        <p:nvSpPr>
          <p:cNvPr id="488" name="b_small_bar_ellipse_2726">
            <a:extLst>
              <a:ext uri="{FF2B5EF4-FFF2-40B4-BE49-F238E27FC236}">
                <a16:creationId xmlns:a16="http://schemas.microsoft.com/office/drawing/2014/main" id="{39CC391B-FFF2-4070-9D2D-A8E34FA0D843}"/>
              </a:ext>
            </a:extLst>
          </p:cNvPr>
          <p:cNvSpPr>
            <a:spLocks noGrp="1"/>
          </p:cNvSpPr>
          <p:nvPr/>
        </p:nvSpPr>
        <p:spPr>
          <a:xfrm>
            <a:off x="3052176" y="2025341"/>
            <a:ext cx="45341" cy="45341"/>
          </a:xfrm>
          <a:prstGeom prst="ellipse">
            <a:avLst/>
          </a:prstGeom>
          <a:solidFill>
            <a:srgbClr val="566AB4">
              <a:alpha val="40000"/>
            </a:srgbClr>
          </a:solidFill>
          <a:ln w="0">
            <a:noFill/>
            <a:prstDash val="solid"/>
          </a:ln>
        </p:spPr>
      </p:sp>
      <p:sp>
        <p:nvSpPr>
          <p:cNvPr id="489" name="b_small_bar_ellipse_2727">
            <a:extLst>
              <a:ext uri="{FF2B5EF4-FFF2-40B4-BE49-F238E27FC236}">
                <a16:creationId xmlns:a16="http://schemas.microsoft.com/office/drawing/2014/main" id="{814B941A-5EB2-408C-BB97-3E9179413771}"/>
              </a:ext>
            </a:extLst>
          </p:cNvPr>
          <p:cNvSpPr>
            <a:spLocks noGrp="1"/>
          </p:cNvSpPr>
          <p:nvPr/>
        </p:nvSpPr>
        <p:spPr>
          <a:xfrm>
            <a:off x="3180294" y="4052042"/>
            <a:ext cx="45341" cy="45341"/>
          </a:xfrm>
          <a:prstGeom prst="ellipse">
            <a:avLst/>
          </a:prstGeom>
          <a:solidFill>
            <a:srgbClr val="566AB4">
              <a:alpha val="40000"/>
            </a:srgbClr>
          </a:solidFill>
          <a:ln w="0">
            <a:noFill/>
            <a:prstDash val="solid"/>
          </a:ln>
        </p:spPr>
      </p:sp>
      <p:sp>
        <p:nvSpPr>
          <p:cNvPr id="490" name="b_small_bar_ellipse_2728">
            <a:extLst>
              <a:ext uri="{FF2B5EF4-FFF2-40B4-BE49-F238E27FC236}">
                <a16:creationId xmlns:a16="http://schemas.microsoft.com/office/drawing/2014/main" id="{A5C2D1FC-E782-43D4-A0DD-95ABC21B4E72}"/>
              </a:ext>
            </a:extLst>
          </p:cNvPr>
          <p:cNvSpPr>
            <a:spLocks noGrp="1"/>
          </p:cNvSpPr>
          <p:nvPr/>
        </p:nvSpPr>
        <p:spPr>
          <a:xfrm>
            <a:off x="3045781" y="3943951"/>
            <a:ext cx="45341" cy="45341"/>
          </a:xfrm>
          <a:prstGeom prst="ellipse">
            <a:avLst/>
          </a:prstGeom>
          <a:solidFill>
            <a:srgbClr val="566AB4">
              <a:alpha val="40000"/>
            </a:srgbClr>
          </a:solidFill>
          <a:ln w="0">
            <a:noFill/>
            <a:prstDash val="solid"/>
          </a:ln>
        </p:spPr>
      </p:sp>
      <p:sp>
        <p:nvSpPr>
          <p:cNvPr id="491" name="b_small_bar_ellipse_2729">
            <a:extLst>
              <a:ext uri="{FF2B5EF4-FFF2-40B4-BE49-F238E27FC236}">
                <a16:creationId xmlns:a16="http://schemas.microsoft.com/office/drawing/2014/main" id="{F244FA55-9969-4AA5-A9FD-04F219D20EC8}"/>
              </a:ext>
            </a:extLst>
          </p:cNvPr>
          <p:cNvSpPr>
            <a:spLocks noGrp="1"/>
          </p:cNvSpPr>
          <p:nvPr/>
        </p:nvSpPr>
        <p:spPr>
          <a:xfrm>
            <a:off x="3015383" y="3444032"/>
            <a:ext cx="45341" cy="45341"/>
          </a:xfrm>
          <a:prstGeom prst="ellipse">
            <a:avLst/>
          </a:prstGeom>
          <a:solidFill>
            <a:srgbClr val="566AB4">
              <a:alpha val="40000"/>
            </a:srgbClr>
          </a:solidFill>
          <a:ln w="0">
            <a:noFill/>
            <a:prstDash val="solid"/>
          </a:ln>
        </p:spPr>
      </p:sp>
      <p:sp>
        <p:nvSpPr>
          <p:cNvPr id="492" name="b_small_bar_ellipse_2730">
            <a:extLst>
              <a:ext uri="{FF2B5EF4-FFF2-40B4-BE49-F238E27FC236}">
                <a16:creationId xmlns:a16="http://schemas.microsoft.com/office/drawing/2014/main" id="{97F667AB-4D15-4CB5-B96A-45C1D28F949F}"/>
              </a:ext>
            </a:extLst>
          </p:cNvPr>
          <p:cNvSpPr>
            <a:spLocks noGrp="1"/>
          </p:cNvSpPr>
          <p:nvPr/>
        </p:nvSpPr>
        <p:spPr>
          <a:xfrm>
            <a:off x="3007519" y="2836021"/>
            <a:ext cx="45341" cy="45341"/>
          </a:xfrm>
          <a:prstGeom prst="ellipse">
            <a:avLst/>
          </a:prstGeom>
          <a:solidFill>
            <a:srgbClr val="566AB4">
              <a:alpha val="40000"/>
            </a:srgbClr>
          </a:solidFill>
          <a:ln w="0">
            <a:noFill/>
            <a:prstDash val="solid"/>
          </a:ln>
        </p:spPr>
      </p:sp>
      <p:sp>
        <p:nvSpPr>
          <p:cNvPr id="493" name="b_small_bar_ellipse_2731">
            <a:extLst>
              <a:ext uri="{FF2B5EF4-FFF2-40B4-BE49-F238E27FC236}">
                <a16:creationId xmlns:a16="http://schemas.microsoft.com/office/drawing/2014/main" id="{5F1159EE-4BAB-4492-96EB-B371CC762BDE}"/>
              </a:ext>
            </a:extLst>
          </p:cNvPr>
          <p:cNvSpPr>
            <a:spLocks noGrp="1"/>
          </p:cNvSpPr>
          <p:nvPr/>
        </p:nvSpPr>
        <p:spPr>
          <a:xfrm>
            <a:off x="3040002" y="2998157"/>
            <a:ext cx="45341" cy="45341"/>
          </a:xfrm>
          <a:prstGeom prst="ellipse">
            <a:avLst/>
          </a:prstGeom>
          <a:solidFill>
            <a:srgbClr val="566AB4">
              <a:alpha val="40000"/>
            </a:srgbClr>
          </a:solidFill>
          <a:ln w="0">
            <a:noFill/>
            <a:prstDash val="solid"/>
          </a:ln>
        </p:spPr>
      </p:sp>
      <p:sp>
        <p:nvSpPr>
          <p:cNvPr id="494" name="b_small_bar_ellipse_2732">
            <a:extLst>
              <a:ext uri="{FF2B5EF4-FFF2-40B4-BE49-F238E27FC236}">
                <a16:creationId xmlns:a16="http://schemas.microsoft.com/office/drawing/2014/main" id="{9CF7D30B-B7D7-4D32-AFB2-B6AC07434F9E}"/>
              </a:ext>
            </a:extLst>
          </p:cNvPr>
          <p:cNvSpPr>
            <a:spLocks noGrp="1"/>
          </p:cNvSpPr>
          <p:nvPr/>
        </p:nvSpPr>
        <p:spPr>
          <a:xfrm>
            <a:off x="3024784" y="4457382"/>
            <a:ext cx="45341" cy="45341"/>
          </a:xfrm>
          <a:prstGeom prst="ellipse">
            <a:avLst/>
          </a:prstGeom>
          <a:solidFill>
            <a:srgbClr val="566AB4">
              <a:alpha val="40000"/>
            </a:srgbClr>
          </a:solidFill>
          <a:ln w="0">
            <a:noFill/>
            <a:prstDash val="solid"/>
          </a:ln>
        </p:spPr>
      </p:sp>
      <p:sp>
        <p:nvSpPr>
          <p:cNvPr id="495" name="b_small_bar_ellipse_2733">
            <a:extLst>
              <a:ext uri="{FF2B5EF4-FFF2-40B4-BE49-F238E27FC236}">
                <a16:creationId xmlns:a16="http://schemas.microsoft.com/office/drawing/2014/main" id="{E52AE8F4-3C22-42B8-9083-AE567C56BDC2}"/>
              </a:ext>
            </a:extLst>
          </p:cNvPr>
          <p:cNvSpPr>
            <a:spLocks noGrp="1"/>
          </p:cNvSpPr>
          <p:nvPr/>
        </p:nvSpPr>
        <p:spPr>
          <a:xfrm>
            <a:off x="3126969" y="2025341"/>
            <a:ext cx="45341" cy="45341"/>
          </a:xfrm>
          <a:prstGeom prst="ellipse">
            <a:avLst/>
          </a:prstGeom>
          <a:solidFill>
            <a:srgbClr val="566AB4">
              <a:alpha val="40000"/>
            </a:srgbClr>
          </a:solidFill>
          <a:ln w="0">
            <a:noFill/>
            <a:prstDash val="solid"/>
          </a:ln>
        </p:spPr>
      </p:sp>
      <p:sp>
        <p:nvSpPr>
          <p:cNvPr id="496" name="b_small_bar_ellipse_2734">
            <a:extLst>
              <a:ext uri="{FF2B5EF4-FFF2-40B4-BE49-F238E27FC236}">
                <a16:creationId xmlns:a16="http://schemas.microsoft.com/office/drawing/2014/main" id="{73D2D83A-80BD-4515-B451-38AF0B904DBB}"/>
              </a:ext>
            </a:extLst>
          </p:cNvPr>
          <p:cNvSpPr>
            <a:spLocks noGrp="1"/>
          </p:cNvSpPr>
          <p:nvPr/>
        </p:nvSpPr>
        <p:spPr>
          <a:xfrm>
            <a:off x="3126140" y="3012634"/>
            <a:ext cx="45341" cy="45341"/>
          </a:xfrm>
          <a:prstGeom prst="ellipse">
            <a:avLst/>
          </a:prstGeom>
          <a:solidFill>
            <a:srgbClr val="566AB4">
              <a:alpha val="40000"/>
            </a:srgbClr>
          </a:solidFill>
          <a:ln w="0">
            <a:noFill/>
            <a:prstDash val="solid"/>
          </a:ln>
        </p:spPr>
      </p:sp>
      <p:sp>
        <p:nvSpPr>
          <p:cNvPr id="497" name="b_small_bar_ellipse_2735">
            <a:extLst>
              <a:ext uri="{FF2B5EF4-FFF2-40B4-BE49-F238E27FC236}">
                <a16:creationId xmlns:a16="http://schemas.microsoft.com/office/drawing/2014/main" id="{1C0970F6-59B9-43D5-937B-F4F716E68E1B}"/>
              </a:ext>
            </a:extLst>
          </p:cNvPr>
          <p:cNvSpPr>
            <a:spLocks noGrp="1"/>
          </p:cNvSpPr>
          <p:nvPr/>
        </p:nvSpPr>
        <p:spPr>
          <a:xfrm>
            <a:off x="2983472" y="2025341"/>
            <a:ext cx="45341" cy="45341"/>
          </a:xfrm>
          <a:prstGeom prst="ellipse">
            <a:avLst/>
          </a:prstGeom>
          <a:solidFill>
            <a:srgbClr val="566AB4">
              <a:alpha val="40000"/>
            </a:srgbClr>
          </a:solidFill>
          <a:ln w="0">
            <a:noFill/>
            <a:prstDash val="solid"/>
          </a:ln>
        </p:spPr>
      </p:sp>
      <p:sp>
        <p:nvSpPr>
          <p:cNvPr id="498" name="b_small_bar_ellipse_2736">
            <a:extLst>
              <a:ext uri="{FF2B5EF4-FFF2-40B4-BE49-F238E27FC236}">
                <a16:creationId xmlns:a16="http://schemas.microsoft.com/office/drawing/2014/main" id="{3EE2BBAB-9527-420E-B20E-431FED0564A4}"/>
              </a:ext>
            </a:extLst>
          </p:cNvPr>
          <p:cNvSpPr>
            <a:spLocks noGrp="1"/>
          </p:cNvSpPr>
          <p:nvPr/>
        </p:nvSpPr>
        <p:spPr>
          <a:xfrm>
            <a:off x="3038477" y="3849372"/>
            <a:ext cx="45341" cy="45341"/>
          </a:xfrm>
          <a:prstGeom prst="ellipse">
            <a:avLst/>
          </a:prstGeom>
          <a:solidFill>
            <a:srgbClr val="566AB4">
              <a:alpha val="40000"/>
            </a:srgbClr>
          </a:solidFill>
          <a:ln w="0">
            <a:noFill/>
            <a:prstDash val="solid"/>
          </a:ln>
        </p:spPr>
      </p:sp>
      <p:sp>
        <p:nvSpPr>
          <p:cNvPr id="499" name="b_small_bar_ellipse_2737">
            <a:extLst>
              <a:ext uri="{FF2B5EF4-FFF2-40B4-BE49-F238E27FC236}">
                <a16:creationId xmlns:a16="http://schemas.microsoft.com/office/drawing/2014/main" id="{5489A5B1-1C0E-48FE-ABE1-32B7B0190173}"/>
              </a:ext>
            </a:extLst>
          </p:cNvPr>
          <p:cNvSpPr>
            <a:spLocks noGrp="1"/>
          </p:cNvSpPr>
          <p:nvPr/>
        </p:nvSpPr>
        <p:spPr>
          <a:xfrm>
            <a:off x="3015061" y="3241362"/>
            <a:ext cx="45341" cy="45341"/>
          </a:xfrm>
          <a:prstGeom prst="ellipse">
            <a:avLst/>
          </a:prstGeom>
          <a:solidFill>
            <a:srgbClr val="566AB4">
              <a:alpha val="40000"/>
            </a:srgbClr>
          </a:solidFill>
          <a:ln w="0">
            <a:noFill/>
            <a:prstDash val="solid"/>
          </a:ln>
        </p:spPr>
      </p:sp>
      <p:sp>
        <p:nvSpPr>
          <p:cNvPr id="500" name="b_small_bar_ellipse_2738">
            <a:extLst>
              <a:ext uri="{FF2B5EF4-FFF2-40B4-BE49-F238E27FC236}">
                <a16:creationId xmlns:a16="http://schemas.microsoft.com/office/drawing/2014/main" id="{13DD7102-2648-4213-B64F-0ADD2A703D2F}"/>
              </a:ext>
            </a:extLst>
          </p:cNvPr>
          <p:cNvSpPr>
            <a:spLocks noGrp="1"/>
          </p:cNvSpPr>
          <p:nvPr/>
        </p:nvSpPr>
        <p:spPr>
          <a:xfrm>
            <a:off x="3154971" y="4283665"/>
            <a:ext cx="45341" cy="45341"/>
          </a:xfrm>
          <a:prstGeom prst="ellipse">
            <a:avLst/>
          </a:prstGeom>
          <a:solidFill>
            <a:srgbClr val="566AB4">
              <a:alpha val="40000"/>
            </a:srgbClr>
          </a:solidFill>
          <a:ln w="0">
            <a:noFill/>
            <a:prstDash val="solid"/>
          </a:ln>
        </p:spPr>
      </p:sp>
      <p:sp>
        <p:nvSpPr>
          <p:cNvPr id="501" name="b_small_bar_ellipse_2739">
            <a:extLst>
              <a:ext uri="{FF2B5EF4-FFF2-40B4-BE49-F238E27FC236}">
                <a16:creationId xmlns:a16="http://schemas.microsoft.com/office/drawing/2014/main" id="{40CFE6B6-A6A7-4830-98E7-C9474146E5AB}"/>
              </a:ext>
            </a:extLst>
          </p:cNvPr>
          <p:cNvSpPr>
            <a:spLocks noGrp="1"/>
          </p:cNvSpPr>
          <p:nvPr/>
        </p:nvSpPr>
        <p:spPr>
          <a:xfrm>
            <a:off x="4600544" y="2025341"/>
            <a:ext cx="45341" cy="45341"/>
          </a:xfrm>
          <a:prstGeom prst="ellipse">
            <a:avLst/>
          </a:prstGeom>
          <a:solidFill>
            <a:srgbClr val="566AB4">
              <a:alpha val="40000"/>
            </a:srgbClr>
          </a:solidFill>
          <a:ln w="0">
            <a:noFill/>
            <a:prstDash val="solid"/>
          </a:ln>
        </p:spPr>
      </p:sp>
      <p:sp>
        <p:nvSpPr>
          <p:cNvPr id="502" name="b_small_bar_ellipse_2740">
            <a:extLst>
              <a:ext uri="{FF2B5EF4-FFF2-40B4-BE49-F238E27FC236}">
                <a16:creationId xmlns:a16="http://schemas.microsoft.com/office/drawing/2014/main" id="{8D0FEC8A-0502-4F19-A353-1387DC6E110F}"/>
              </a:ext>
            </a:extLst>
          </p:cNvPr>
          <p:cNvSpPr>
            <a:spLocks noGrp="1"/>
          </p:cNvSpPr>
          <p:nvPr/>
        </p:nvSpPr>
        <p:spPr>
          <a:xfrm>
            <a:off x="4663385" y="2063865"/>
            <a:ext cx="45341" cy="45341"/>
          </a:xfrm>
          <a:prstGeom prst="ellipse">
            <a:avLst/>
          </a:prstGeom>
          <a:solidFill>
            <a:srgbClr val="566AB4">
              <a:alpha val="40000"/>
            </a:srgbClr>
          </a:solidFill>
          <a:ln w="0">
            <a:noFill/>
            <a:prstDash val="solid"/>
          </a:ln>
        </p:spPr>
      </p:sp>
      <p:sp>
        <p:nvSpPr>
          <p:cNvPr id="503" name="b_small_bar_ellipse_2741">
            <a:extLst>
              <a:ext uri="{FF2B5EF4-FFF2-40B4-BE49-F238E27FC236}">
                <a16:creationId xmlns:a16="http://schemas.microsoft.com/office/drawing/2014/main" id="{52A643B3-EC60-4A32-92CB-6E4A52E04FFD}"/>
              </a:ext>
            </a:extLst>
          </p:cNvPr>
          <p:cNvSpPr>
            <a:spLocks noGrp="1"/>
          </p:cNvSpPr>
          <p:nvPr/>
        </p:nvSpPr>
        <p:spPr>
          <a:xfrm>
            <a:off x="4519845" y="2025341"/>
            <a:ext cx="45341" cy="45341"/>
          </a:xfrm>
          <a:prstGeom prst="ellipse">
            <a:avLst/>
          </a:prstGeom>
          <a:solidFill>
            <a:srgbClr val="566AB4">
              <a:alpha val="40000"/>
            </a:srgbClr>
          </a:solidFill>
          <a:ln w="0">
            <a:noFill/>
            <a:prstDash val="solid"/>
          </a:ln>
        </p:spPr>
      </p:sp>
      <p:sp>
        <p:nvSpPr>
          <p:cNvPr id="504" name="b_small_bar_ellipse_2742">
            <a:extLst>
              <a:ext uri="{FF2B5EF4-FFF2-40B4-BE49-F238E27FC236}">
                <a16:creationId xmlns:a16="http://schemas.microsoft.com/office/drawing/2014/main" id="{A5EE3A90-08D2-464A-9C44-D7422991998A}"/>
              </a:ext>
            </a:extLst>
          </p:cNvPr>
          <p:cNvSpPr>
            <a:spLocks noGrp="1"/>
          </p:cNvSpPr>
          <p:nvPr/>
        </p:nvSpPr>
        <p:spPr>
          <a:xfrm>
            <a:off x="4658723" y="2025341"/>
            <a:ext cx="45341" cy="45341"/>
          </a:xfrm>
          <a:prstGeom prst="ellipse">
            <a:avLst/>
          </a:prstGeom>
          <a:solidFill>
            <a:srgbClr val="566AB4">
              <a:alpha val="40000"/>
            </a:srgbClr>
          </a:solidFill>
          <a:ln w="0">
            <a:noFill/>
            <a:prstDash val="solid"/>
          </a:ln>
        </p:spPr>
      </p:sp>
      <p:sp>
        <p:nvSpPr>
          <p:cNvPr id="505" name="b_small_bar_ellipse_2743">
            <a:extLst>
              <a:ext uri="{FF2B5EF4-FFF2-40B4-BE49-F238E27FC236}">
                <a16:creationId xmlns:a16="http://schemas.microsoft.com/office/drawing/2014/main" id="{CE38D83C-DF36-49F5-8AEE-0662C8B06E96}"/>
              </a:ext>
            </a:extLst>
          </p:cNvPr>
          <p:cNvSpPr>
            <a:spLocks noGrp="1"/>
          </p:cNvSpPr>
          <p:nvPr/>
        </p:nvSpPr>
        <p:spPr>
          <a:xfrm>
            <a:off x="4582565" y="2025341"/>
            <a:ext cx="45341" cy="45341"/>
          </a:xfrm>
          <a:prstGeom prst="ellipse">
            <a:avLst/>
          </a:prstGeom>
          <a:solidFill>
            <a:srgbClr val="566AB4">
              <a:alpha val="40000"/>
            </a:srgbClr>
          </a:solidFill>
          <a:ln w="0">
            <a:noFill/>
            <a:prstDash val="solid"/>
          </a:ln>
        </p:spPr>
      </p:sp>
      <p:sp>
        <p:nvSpPr>
          <p:cNvPr id="506" name="b_small_bar_ellipse_2744">
            <a:extLst>
              <a:ext uri="{FF2B5EF4-FFF2-40B4-BE49-F238E27FC236}">
                <a16:creationId xmlns:a16="http://schemas.microsoft.com/office/drawing/2014/main" id="{D056AD2B-884F-4436-8F21-124AF63A831E}"/>
              </a:ext>
            </a:extLst>
          </p:cNvPr>
          <p:cNvSpPr>
            <a:spLocks noGrp="1"/>
          </p:cNvSpPr>
          <p:nvPr/>
        </p:nvSpPr>
        <p:spPr>
          <a:xfrm>
            <a:off x="4652679" y="3285425"/>
            <a:ext cx="45341" cy="45341"/>
          </a:xfrm>
          <a:prstGeom prst="ellipse">
            <a:avLst/>
          </a:prstGeom>
          <a:solidFill>
            <a:srgbClr val="566AB4">
              <a:alpha val="40000"/>
            </a:srgbClr>
          </a:solidFill>
          <a:ln w="0">
            <a:noFill/>
            <a:prstDash val="solid"/>
          </a:ln>
        </p:spPr>
      </p:sp>
      <p:sp>
        <p:nvSpPr>
          <p:cNvPr id="507" name="b_small_bar_ellipse_2745">
            <a:extLst>
              <a:ext uri="{FF2B5EF4-FFF2-40B4-BE49-F238E27FC236}">
                <a16:creationId xmlns:a16="http://schemas.microsoft.com/office/drawing/2014/main" id="{09E79E1F-4AC1-4E20-8E32-5F97B546842D}"/>
              </a:ext>
            </a:extLst>
          </p:cNvPr>
          <p:cNvSpPr>
            <a:spLocks noGrp="1"/>
          </p:cNvSpPr>
          <p:nvPr/>
        </p:nvSpPr>
        <p:spPr>
          <a:xfrm>
            <a:off x="4617093" y="2987220"/>
            <a:ext cx="45341" cy="45341"/>
          </a:xfrm>
          <a:prstGeom prst="ellipse">
            <a:avLst/>
          </a:prstGeom>
          <a:solidFill>
            <a:srgbClr val="566AB4">
              <a:alpha val="40000"/>
            </a:srgbClr>
          </a:solidFill>
          <a:ln w="0">
            <a:noFill/>
            <a:prstDash val="solid"/>
          </a:ln>
        </p:spPr>
      </p:sp>
      <p:sp>
        <p:nvSpPr>
          <p:cNvPr id="508" name="b_small_bar_ellipse_2746">
            <a:extLst>
              <a:ext uri="{FF2B5EF4-FFF2-40B4-BE49-F238E27FC236}">
                <a16:creationId xmlns:a16="http://schemas.microsoft.com/office/drawing/2014/main" id="{E1740C8C-7194-42CB-AFB3-7AE1AFED3388}"/>
              </a:ext>
            </a:extLst>
          </p:cNvPr>
          <p:cNvSpPr>
            <a:spLocks noGrp="1"/>
          </p:cNvSpPr>
          <p:nvPr/>
        </p:nvSpPr>
        <p:spPr>
          <a:xfrm>
            <a:off x="4626540" y="3344539"/>
            <a:ext cx="45341" cy="45341"/>
          </a:xfrm>
          <a:prstGeom prst="ellipse">
            <a:avLst/>
          </a:prstGeom>
          <a:solidFill>
            <a:srgbClr val="566AB4">
              <a:alpha val="40000"/>
            </a:srgbClr>
          </a:solidFill>
          <a:ln w="0">
            <a:noFill/>
            <a:prstDash val="solid"/>
          </a:ln>
        </p:spPr>
      </p:sp>
      <p:sp>
        <p:nvSpPr>
          <p:cNvPr id="509" name="b_small_bar_ellipse_2747">
            <a:extLst>
              <a:ext uri="{FF2B5EF4-FFF2-40B4-BE49-F238E27FC236}">
                <a16:creationId xmlns:a16="http://schemas.microsoft.com/office/drawing/2014/main" id="{788B83B9-5C0E-463A-AE52-A865708988B7}"/>
              </a:ext>
            </a:extLst>
          </p:cNvPr>
          <p:cNvSpPr>
            <a:spLocks noGrp="1"/>
          </p:cNvSpPr>
          <p:nvPr/>
        </p:nvSpPr>
        <p:spPr>
          <a:xfrm>
            <a:off x="4595928" y="3646702"/>
            <a:ext cx="45341" cy="45341"/>
          </a:xfrm>
          <a:prstGeom prst="ellipse">
            <a:avLst/>
          </a:prstGeom>
          <a:solidFill>
            <a:srgbClr val="566AB4">
              <a:alpha val="40000"/>
            </a:srgbClr>
          </a:solidFill>
          <a:ln w="0">
            <a:noFill/>
            <a:prstDash val="solid"/>
          </a:ln>
        </p:spPr>
      </p:sp>
      <p:sp>
        <p:nvSpPr>
          <p:cNvPr id="510" name="b_small_bar_ellipse_2748">
            <a:extLst>
              <a:ext uri="{FF2B5EF4-FFF2-40B4-BE49-F238E27FC236}">
                <a16:creationId xmlns:a16="http://schemas.microsoft.com/office/drawing/2014/main" id="{322DA4A0-709E-4BFC-BFA8-E60772F51C5E}"/>
              </a:ext>
            </a:extLst>
          </p:cNvPr>
          <p:cNvSpPr>
            <a:spLocks noGrp="1"/>
          </p:cNvSpPr>
          <p:nvPr/>
        </p:nvSpPr>
        <p:spPr>
          <a:xfrm>
            <a:off x="4648035" y="2025341"/>
            <a:ext cx="45341" cy="45341"/>
          </a:xfrm>
          <a:prstGeom prst="ellipse">
            <a:avLst/>
          </a:prstGeom>
          <a:solidFill>
            <a:srgbClr val="566AB4">
              <a:alpha val="40000"/>
            </a:srgbClr>
          </a:solidFill>
          <a:ln w="0">
            <a:noFill/>
            <a:prstDash val="solid"/>
          </a:ln>
        </p:spPr>
      </p:sp>
      <p:sp>
        <p:nvSpPr>
          <p:cNvPr id="511" name="b_small_bar_ellipse_2749">
            <a:extLst>
              <a:ext uri="{FF2B5EF4-FFF2-40B4-BE49-F238E27FC236}">
                <a16:creationId xmlns:a16="http://schemas.microsoft.com/office/drawing/2014/main" id="{6FC724FB-6E95-4FE7-AC74-19C9345B6CBF}"/>
              </a:ext>
            </a:extLst>
          </p:cNvPr>
          <p:cNvSpPr>
            <a:spLocks noGrp="1"/>
          </p:cNvSpPr>
          <p:nvPr/>
        </p:nvSpPr>
        <p:spPr>
          <a:xfrm>
            <a:off x="4660255" y="2025341"/>
            <a:ext cx="45341" cy="45341"/>
          </a:xfrm>
          <a:prstGeom prst="ellipse">
            <a:avLst/>
          </a:prstGeom>
          <a:solidFill>
            <a:srgbClr val="566AB4">
              <a:alpha val="40000"/>
            </a:srgbClr>
          </a:solidFill>
          <a:ln w="0">
            <a:noFill/>
            <a:prstDash val="solid"/>
          </a:ln>
        </p:spPr>
      </p:sp>
      <p:sp>
        <p:nvSpPr>
          <p:cNvPr id="512" name="b_small_bar_ellipse_2750">
            <a:extLst>
              <a:ext uri="{FF2B5EF4-FFF2-40B4-BE49-F238E27FC236}">
                <a16:creationId xmlns:a16="http://schemas.microsoft.com/office/drawing/2014/main" id="{DE6CBCB0-B836-472B-9F79-34B68A7ABBC4}"/>
              </a:ext>
            </a:extLst>
          </p:cNvPr>
          <p:cNvSpPr>
            <a:spLocks noGrp="1"/>
          </p:cNvSpPr>
          <p:nvPr/>
        </p:nvSpPr>
        <p:spPr>
          <a:xfrm>
            <a:off x="4599669" y="2126508"/>
            <a:ext cx="45341" cy="45341"/>
          </a:xfrm>
          <a:prstGeom prst="ellipse">
            <a:avLst/>
          </a:prstGeom>
          <a:solidFill>
            <a:srgbClr val="566AB4">
              <a:alpha val="40000"/>
            </a:srgbClr>
          </a:solidFill>
          <a:ln w="0">
            <a:noFill/>
            <a:prstDash val="solid"/>
          </a:ln>
        </p:spPr>
      </p:sp>
      <p:sp>
        <p:nvSpPr>
          <p:cNvPr id="513" name="b_small_bar_ellipse_2751">
            <a:extLst>
              <a:ext uri="{FF2B5EF4-FFF2-40B4-BE49-F238E27FC236}">
                <a16:creationId xmlns:a16="http://schemas.microsoft.com/office/drawing/2014/main" id="{0594CA1D-5075-43E7-B3DE-6842D8479F2B}"/>
              </a:ext>
            </a:extLst>
          </p:cNvPr>
          <p:cNvSpPr>
            <a:spLocks noGrp="1"/>
          </p:cNvSpPr>
          <p:nvPr/>
        </p:nvSpPr>
        <p:spPr>
          <a:xfrm>
            <a:off x="4670873" y="4059548"/>
            <a:ext cx="45341" cy="45341"/>
          </a:xfrm>
          <a:prstGeom prst="ellipse">
            <a:avLst/>
          </a:prstGeom>
          <a:solidFill>
            <a:srgbClr val="566AB4">
              <a:alpha val="40000"/>
            </a:srgbClr>
          </a:solidFill>
          <a:ln w="0">
            <a:noFill/>
            <a:prstDash val="solid"/>
          </a:ln>
        </p:spPr>
      </p:sp>
      <p:sp>
        <p:nvSpPr>
          <p:cNvPr id="514" name="b_small_bar_ellipse_2752">
            <a:extLst>
              <a:ext uri="{FF2B5EF4-FFF2-40B4-BE49-F238E27FC236}">
                <a16:creationId xmlns:a16="http://schemas.microsoft.com/office/drawing/2014/main" id="{8493E717-ED16-4E74-9632-7A75A973203D}"/>
              </a:ext>
            </a:extLst>
          </p:cNvPr>
          <p:cNvSpPr>
            <a:spLocks noGrp="1"/>
          </p:cNvSpPr>
          <p:nvPr/>
        </p:nvSpPr>
        <p:spPr>
          <a:xfrm>
            <a:off x="4515450" y="4457382"/>
            <a:ext cx="45341" cy="45341"/>
          </a:xfrm>
          <a:prstGeom prst="ellipse">
            <a:avLst/>
          </a:prstGeom>
          <a:solidFill>
            <a:srgbClr val="566AB4">
              <a:alpha val="40000"/>
            </a:srgbClr>
          </a:solidFill>
          <a:ln w="0">
            <a:noFill/>
            <a:prstDash val="solid"/>
          </a:ln>
        </p:spPr>
      </p:sp>
      <p:sp>
        <p:nvSpPr>
          <p:cNvPr id="515" name="b_small_bar_ellipse_2753">
            <a:extLst>
              <a:ext uri="{FF2B5EF4-FFF2-40B4-BE49-F238E27FC236}">
                <a16:creationId xmlns:a16="http://schemas.microsoft.com/office/drawing/2014/main" id="{EB65C951-C9C2-4F5A-B62F-8DB52A8C3852}"/>
              </a:ext>
            </a:extLst>
          </p:cNvPr>
          <p:cNvSpPr>
            <a:spLocks noGrp="1"/>
          </p:cNvSpPr>
          <p:nvPr/>
        </p:nvSpPr>
        <p:spPr>
          <a:xfrm>
            <a:off x="4617386" y="2025341"/>
            <a:ext cx="45341" cy="45341"/>
          </a:xfrm>
          <a:prstGeom prst="ellipse">
            <a:avLst/>
          </a:prstGeom>
          <a:solidFill>
            <a:srgbClr val="566AB4">
              <a:alpha val="40000"/>
            </a:srgbClr>
          </a:solidFill>
          <a:ln w="0">
            <a:noFill/>
            <a:prstDash val="solid"/>
          </a:ln>
        </p:spPr>
      </p:sp>
      <p:sp>
        <p:nvSpPr>
          <p:cNvPr id="516" name="b_small_bar_ellipse_2754">
            <a:extLst>
              <a:ext uri="{FF2B5EF4-FFF2-40B4-BE49-F238E27FC236}">
                <a16:creationId xmlns:a16="http://schemas.microsoft.com/office/drawing/2014/main" id="{9E48E8B9-264F-41EC-9316-973028A939A1}"/>
              </a:ext>
            </a:extLst>
          </p:cNvPr>
          <p:cNvSpPr>
            <a:spLocks noGrp="1"/>
          </p:cNvSpPr>
          <p:nvPr/>
        </p:nvSpPr>
        <p:spPr>
          <a:xfrm>
            <a:off x="4595903" y="4457382"/>
            <a:ext cx="45341" cy="45341"/>
          </a:xfrm>
          <a:prstGeom prst="ellipse">
            <a:avLst/>
          </a:prstGeom>
          <a:solidFill>
            <a:srgbClr val="566AB4">
              <a:alpha val="40000"/>
            </a:srgbClr>
          </a:solidFill>
          <a:ln w="0">
            <a:noFill/>
            <a:prstDash val="solid"/>
          </a:ln>
        </p:spPr>
      </p:sp>
      <p:sp>
        <p:nvSpPr>
          <p:cNvPr id="517" name="b_small_bar_ellipse_2755">
            <a:extLst>
              <a:ext uri="{FF2B5EF4-FFF2-40B4-BE49-F238E27FC236}">
                <a16:creationId xmlns:a16="http://schemas.microsoft.com/office/drawing/2014/main" id="{DC2CB9AC-B938-48B9-B281-BCD4CE7F2469}"/>
              </a:ext>
            </a:extLst>
          </p:cNvPr>
          <p:cNvSpPr>
            <a:spLocks noGrp="1"/>
          </p:cNvSpPr>
          <p:nvPr/>
        </p:nvSpPr>
        <p:spPr>
          <a:xfrm>
            <a:off x="4563718" y="4161098"/>
            <a:ext cx="45341" cy="45341"/>
          </a:xfrm>
          <a:prstGeom prst="ellipse">
            <a:avLst/>
          </a:prstGeom>
          <a:solidFill>
            <a:srgbClr val="566AB4">
              <a:alpha val="40000"/>
            </a:srgbClr>
          </a:solidFill>
          <a:ln w="0">
            <a:noFill/>
            <a:prstDash val="solid"/>
          </a:ln>
        </p:spPr>
      </p:sp>
      <p:sp>
        <p:nvSpPr>
          <p:cNvPr id="518" name="b_small_bar_ellipse_2756">
            <a:extLst>
              <a:ext uri="{FF2B5EF4-FFF2-40B4-BE49-F238E27FC236}">
                <a16:creationId xmlns:a16="http://schemas.microsoft.com/office/drawing/2014/main" id="{DBA4200B-9FB8-4328-A9BE-A6C2F8F6C9CD}"/>
              </a:ext>
            </a:extLst>
          </p:cNvPr>
          <p:cNvSpPr>
            <a:spLocks noGrp="1"/>
          </p:cNvSpPr>
          <p:nvPr/>
        </p:nvSpPr>
        <p:spPr>
          <a:xfrm>
            <a:off x="4603529" y="2025341"/>
            <a:ext cx="45341" cy="45341"/>
          </a:xfrm>
          <a:prstGeom prst="ellipse">
            <a:avLst/>
          </a:prstGeom>
          <a:solidFill>
            <a:srgbClr val="566AB4">
              <a:alpha val="40000"/>
            </a:srgbClr>
          </a:solidFill>
          <a:ln w="0">
            <a:noFill/>
            <a:prstDash val="solid"/>
          </a:ln>
        </p:spPr>
      </p:sp>
      <p:sp>
        <p:nvSpPr>
          <p:cNvPr id="519" name="b_small_bar_ellipse_2757">
            <a:extLst>
              <a:ext uri="{FF2B5EF4-FFF2-40B4-BE49-F238E27FC236}">
                <a16:creationId xmlns:a16="http://schemas.microsoft.com/office/drawing/2014/main" id="{9775FE7D-131A-4E11-9965-27C278C7567C}"/>
              </a:ext>
            </a:extLst>
          </p:cNvPr>
          <p:cNvSpPr>
            <a:spLocks noGrp="1"/>
          </p:cNvSpPr>
          <p:nvPr/>
        </p:nvSpPr>
        <p:spPr>
          <a:xfrm>
            <a:off x="4522303" y="3886919"/>
            <a:ext cx="45341" cy="45341"/>
          </a:xfrm>
          <a:prstGeom prst="ellipse">
            <a:avLst/>
          </a:prstGeom>
          <a:solidFill>
            <a:srgbClr val="566AB4">
              <a:alpha val="40000"/>
            </a:srgbClr>
          </a:solidFill>
          <a:ln w="0">
            <a:noFill/>
            <a:prstDash val="solid"/>
          </a:ln>
        </p:spPr>
      </p:sp>
      <p:sp>
        <p:nvSpPr>
          <p:cNvPr id="520" name="b_small_bar_ellipse_2758">
            <a:extLst>
              <a:ext uri="{FF2B5EF4-FFF2-40B4-BE49-F238E27FC236}">
                <a16:creationId xmlns:a16="http://schemas.microsoft.com/office/drawing/2014/main" id="{A66A059C-B4B4-49B8-AF74-2442CCC91659}"/>
              </a:ext>
            </a:extLst>
          </p:cNvPr>
          <p:cNvSpPr>
            <a:spLocks noGrp="1"/>
          </p:cNvSpPr>
          <p:nvPr/>
        </p:nvSpPr>
        <p:spPr>
          <a:xfrm>
            <a:off x="4661324" y="4457382"/>
            <a:ext cx="45341" cy="45341"/>
          </a:xfrm>
          <a:prstGeom prst="ellipse">
            <a:avLst/>
          </a:prstGeom>
          <a:solidFill>
            <a:srgbClr val="566AB4">
              <a:alpha val="40000"/>
            </a:srgbClr>
          </a:solidFill>
          <a:ln w="0">
            <a:noFill/>
            <a:prstDash val="solid"/>
          </a:ln>
        </p:spPr>
      </p:sp>
      <p:sp>
        <p:nvSpPr>
          <p:cNvPr id="521" name="b_small_bar_ellipse_2759">
            <a:extLst>
              <a:ext uri="{FF2B5EF4-FFF2-40B4-BE49-F238E27FC236}">
                <a16:creationId xmlns:a16="http://schemas.microsoft.com/office/drawing/2014/main" id="{C8A4AA4C-AE54-4291-8325-90303B433FC2}"/>
              </a:ext>
            </a:extLst>
          </p:cNvPr>
          <p:cNvSpPr>
            <a:spLocks noGrp="1"/>
          </p:cNvSpPr>
          <p:nvPr/>
        </p:nvSpPr>
        <p:spPr>
          <a:xfrm>
            <a:off x="4658141" y="4052042"/>
            <a:ext cx="45341" cy="45341"/>
          </a:xfrm>
          <a:prstGeom prst="ellipse">
            <a:avLst/>
          </a:prstGeom>
          <a:solidFill>
            <a:srgbClr val="566AB4">
              <a:alpha val="40000"/>
            </a:srgbClr>
          </a:solidFill>
          <a:ln w="0">
            <a:noFill/>
            <a:prstDash val="solid"/>
          </a:ln>
        </p:spPr>
      </p:sp>
      <p:sp>
        <p:nvSpPr>
          <p:cNvPr id="522" name="b_small_bar_ellipse_2760">
            <a:extLst>
              <a:ext uri="{FF2B5EF4-FFF2-40B4-BE49-F238E27FC236}">
                <a16:creationId xmlns:a16="http://schemas.microsoft.com/office/drawing/2014/main" id="{8F6C2FB3-E1A5-490B-BBA5-2DA4B886EDEC}"/>
              </a:ext>
            </a:extLst>
          </p:cNvPr>
          <p:cNvSpPr>
            <a:spLocks noGrp="1"/>
          </p:cNvSpPr>
          <p:nvPr/>
        </p:nvSpPr>
        <p:spPr>
          <a:xfrm>
            <a:off x="4508553" y="4457382"/>
            <a:ext cx="45341" cy="45341"/>
          </a:xfrm>
          <a:prstGeom prst="ellipse">
            <a:avLst/>
          </a:prstGeom>
          <a:solidFill>
            <a:srgbClr val="566AB4">
              <a:alpha val="40000"/>
            </a:srgbClr>
          </a:solidFill>
          <a:ln w="0">
            <a:noFill/>
            <a:prstDash val="solid"/>
          </a:ln>
        </p:spPr>
      </p:sp>
      <p:sp>
        <p:nvSpPr>
          <p:cNvPr id="523" name="b_small_bar_ellipse_2761">
            <a:extLst>
              <a:ext uri="{FF2B5EF4-FFF2-40B4-BE49-F238E27FC236}">
                <a16:creationId xmlns:a16="http://schemas.microsoft.com/office/drawing/2014/main" id="{3AB7A0F0-07B7-42AB-A2AF-2A3A2DF37DCA}"/>
              </a:ext>
            </a:extLst>
          </p:cNvPr>
          <p:cNvSpPr>
            <a:spLocks noGrp="1"/>
          </p:cNvSpPr>
          <p:nvPr/>
        </p:nvSpPr>
        <p:spPr>
          <a:xfrm>
            <a:off x="4684304" y="2329346"/>
            <a:ext cx="45341" cy="45341"/>
          </a:xfrm>
          <a:prstGeom prst="ellipse">
            <a:avLst/>
          </a:prstGeom>
          <a:solidFill>
            <a:srgbClr val="566AB4">
              <a:alpha val="40000"/>
            </a:srgbClr>
          </a:solidFill>
          <a:ln w="0">
            <a:noFill/>
            <a:prstDash val="solid"/>
          </a:ln>
        </p:spPr>
      </p:sp>
      <p:sp>
        <p:nvSpPr>
          <p:cNvPr id="524" name="b_small_bar_ellipse_2762">
            <a:extLst>
              <a:ext uri="{FF2B5EF4-FFF2-40B4-BE49-F238E27FC236}">
                <a16:creationId xmlns:a16="http://schemas.microsoft.com/office/drawing/2014/main" id="{80E23F7B-33C4-4239-9CD7-EEF4BFD5F653}"/>
              </a:ext>
            </a:extLst>
          </p:cNvPr>
          <p:cNvSpPr>
            <a:spLocks noGrp="1"/>
          </p:cNvSpPr>
          <p:nvPr/>
        </p:nvSpPr>
        <p:spPr>
          <a:xfrm>
            <a:off x="4661526" y="2025341"/>
            <a:ext cx="45341" cy="45341"/>
          </a:xfrm>
          <a:prstGeom prst="ellipse">
            <a:avLst/>
          </a:prstGeom>
          <a:solidFill>
            <a:srgbClr val="566AB4">
              <a:alpha val="40000"/>
            </a:srgbClr>
          </a:solidFill>
          <a:ln w="0">
            <a:noFill/>
            <a:prstDash val="solid"/>
          </a:ln>
        </p:spPr>
      </p:sp>
      <p:sp>
        <p:nvSpPr>
          <p:cNvPr id="525" name="b_small_bar_ellipse_2763">
            <a:extLst>
              <a:ext uri="{FF2B5EF4-FFF2-40B4-BE49-F238E27FC236}">
                <a16:creationId xmlns:a16="http://schemas.microsoft.com/office/drawing/2014/main" id="{B5E40276-C701-4E8D-A388-6973B41EC066}"/>
              </a:ext>
            </a:extLst>
          </p:cNvPr>
          <p:cNvSpPr>
            <a:spLocks noGrp="1"/>
          </p:cNvSpPr>
          <p:nvPr/>
        </p:nvSpPr>
        <p:spPr>
          <a:xfrm>
            <a:off x="4671064" y="2025341"/>
            <a:ext cx="45341" cy="45341"/>
          </a:xfrm>
          <a:prstGeom prst="ellipse">
            <a:avLst/>
          </a:prstGeom>
          <a:solidFill>
            <a:srgbClr val="566AB4">
              <a:alpha val="40000"/>
            </a:srgbClr>
          </a:solidFill>
          <a:ln w="0">
            <a:noFill/>
            <a:prstDash val="solid"/>
          </a:ln>
        </p:spPr>
      </p:sp>
      <p:sp>
        <p:nvSpPr>
          <p:cNvPr id="526" name="b_small_bar_ellipse_2764">
            <a:extLst>
              <a:ext uri="{FF2B5EF4-FFF2-40B4-BE49-F238E27FC236}">
                <a16:creationId xmlns:a16="http://schemas.microsoft.com/office/drawing/2014/main" id="{6C16F37C-2D93-4B23-9614-26053A49BC28}"/>
              </a:ext>
            </a:extLst>
          </p:cNvPr>
          <p:cNvSpPr>
            <a:spLocks noGrp="1"/>
          </p:cNvSpPr>
          <p:nvPr/>
        </p:nvSpPr>
        <p:spPr>
          <a:xfrm>
            <a:off x="4506759" y="3967289"/>
            <a:ext cx="45341" cy="45341"/>
          </a:xfrm>
          <a:prstGeom prst="ellipse">
            <a:avLst/>
          </a:prstGeom>
          <a:solidFill>
            <a:srgbClr val="566AB4">
              <a:alpha val="40000"/>
            </a:srgbClr>
          </a:solidFill>
          <a:ln w="0">
            <a:noFill/>
            <a:prstDash val="solid"/>
          </a:ln>
        </p:spPr>
      </p:sp>
      <p:sp>
        <p:nvSpPr>
          <p:cNvPr id="527" name="b_small_bar_ellipse_2765">
            <a:extLst>
              <a:ext uri="{FF2B5EF4-FFF2-40B4-BE49-F238E27FC236}">
                <a16:creationId xmlns:a16="http://schemas.microsoft.com/office/drawing/2014/main" id="{E0820249-89E3-44A9-9384-1721C212CCEC}"/>
              </a:ext>
            </a:extLst>
          </p:cNvPr>
          <p:cNvSpPr>
            <a:spLocks noGrp="1"/>
          </p:cNvSpPr>
          <p:nvPr/>
        </p:nvSpPr>
        <p:spPr>
          <a:xfrm>
            <a:off x="4547565" y="4052042"/>
            <a:ext cx="45341" cy="45341"/>
          </a:xfrm>
          <a:prstGeom prst="ellipse">
            <a:avLst/>
          </a:prstGeom>
          <a:solidFill>
            <a:srgbClr val="566AB4">
              <a:alpha val="40000"/>
            </a:srgbClr>
          </a:solidFill>
          <a:ln w="0">
            <a:noFill/>
            <a:prstDash val="solid"/>
          </a:ln>
        </p:spPr>
      </p:sp>
      <p:sp>
        <p:nvSpPr>
          <p:cNvPr id="528" name="b_small_bar_ellipse_2766">
            <a:extLst>
              <a:ext uri="{FF2B5EF4-FFF2-40B4-BE49-F238E27FC236}">
                <a16:creationId xmlns:a16="http://schemas.microsoft.com/office/drawing/2014/main" id="{587184DF-FF65-4C90-BDEF-5E4203843840}"/>
              </a:ext>
            </a:extLst>
          </p:cNvPr>
          <p:cNvSpPr>
            <a:spLocks noGrp="1"/>
          </p:cNvSpPr>
          <p:nvPr/>
        </p:nvSpPr>
        <p:spPr>
          <a:xfrm>
            <a:off x="4533282" y="2025341"/>
            <a:ext cx="45341" cy="45341"/>
          </a:xfrm>
          <a:prstGeom prst="ellipse">
            <a:avLst/>
          </a:prstGeom>
          <a:solidFill>
            <a:srgbClr val="566AB4">
              <a:alpha val="40000"/>
            </a:srgbClr>
          </a:solidFill>
          <a:ln w="0">
            <a:noFill/>
            <a:prstDash val="solid"/>
          </a:ln>
        </p:spPr>
      </p:sp>
      <p:sp>
        <p:nvSpPr>
          <p:cNvPr id="529" name="b_small_bar_ellipse_2767">
            <a:extLst>
              <a:ext uri="{FF2B5EF4-FFF2-40B4-BE49-F238E27FC236}">
                <a16:creationId xmlns:a16="http://schemas.microsoft.com/office/drawing/2014/main" id="{A55E2AD6-5F2C-4C5C-9BDA-FF2F8EFB445A}"/>
              </a:ext>
            </a:extLst>
          </p:cNvPr>
          <p:cNvSpPr>
            <a:spLocks noGrp="1"/>
          </p:cNvSpPr>
          <p:nvPr/>
        </p:nvSpPr>
        <p:spPr>
          <a:xfrm>
            <a:off x="4509701" y="4457382"/>
            <a:ext cx="45341" cy="45341"/>
          </a:xfrm>
          <a:prstGeom prst="ellipse">
            <a:avLst/>
          </a:prstGeom>
          <a:solidFill>
            <a:srgbClr val="566AB4">
              <a:alpha val="40000"/>
            </a:srgbClr>
          </a:solidFill>
          <a:ln w="0">
            <a:noFill/>
            <a:prstDash val="solid"/>
          </a:ln>
        </p:spPr>
      </p:sp>
      <p:sp>
        <p:nvSpPr>
          <p:cNvPr id="530" name="b_small_bar_ellipse_2768">
            <a:extLst>
              <a:ext uri="{FF2B5EF4-FFF2-40B4-BE49-F238E27FC236}">
                <a16:creationId xmlns:a16="http://schemas.microsoft.com/office/drawing/2014/main" id="{41F9E91C-195F-488C-82D2-C8B66583F24C}"/>
              </a:ext>
            </a:extLst>
          </p:cNvPr>
          <p:cNvSpPr>
            <a:spLocks noGrp="1"/>
          </p:cNvSpPr>
          <p:nvPr/>
        </p:nvSpPr>
        <p:spPr>
          <a:xfrm>
            <a:off x="4536077" y="4457382"/>
            <a:ext cx="45341" cy="45341"/>
          </a:xfrm>
          <a:prstGeom prst="ellipse">
            <a:avLst/>
          </a:prstGeom>
          <a:solidFill>
            <a:srgbClr val="566AB4">
              <a:alpha val="40000"/>
            </a:srgbClr>
          </a:solidFill>
          <a:ln w="0">
            <a:noFill/>
            <a:prstDash val="solid"/>
          </a:ln>
        </p:spPr>
      </p:sp>
      <p:sp>
        <p:nvSpPr>
          <p:cNvPr id="531" name="b_small_bar_ellipse_2769">
            <a:extLst>
              <a:ext uri="{FF2B5EF4-FFF2-40B4-BE49-F238E27FC236}">
                <a16:creationId xmlns:a16="http://schemas.microsoft.com/office/drawing/2014/main" id="{C54B5F86-3316-4A3E-8235-18906AA071F2}"/>
              </a:ext>
            </a:extLst>
          </p:cNvPr>
          <p:cNvSpPr>
            <a:spLocks noGrp="1"/>
          </p:cNvSpPr>
          <p:nvPr/>
        </p:nvSpPr>
        <p:spPr>
          <a:xfrm>
            <a:off x="4582567" y="4254712"/>
            <a:ext cx="45341" cy="45341"/>
          </a:xfrm>
          <a:prstGeom prst="ellipse">
            <a:avLst/>
          </a:prstGeom>
          <a:solidFill>
            <a:srgbClr val="566AB4">
              <a:alpha val="40000"/>
            </a:srgbClr>
          </a:solidFill>
          <a:ln w="0">
            <a:noFill/>
            <a:prstDash val="solid"/>
          </a:ln>
        </p:spPr>
      </p:sp>
      <p:sp>
        <p:nvSpPr>
          <p:cNvPr id="532" name="b_small_bar_ellipse_2770">
            <a:extLst>
              <a:ext uri="{FF2B5EF4-FFF2-40B4-BE49-F238E27FC236}">
                <a16:creationId xmlns:a16="http://schemas.microsoft.com/office/drawing/2014/main" id="{8364A775-BB37-46BD-8DFA-77899D23F391}"/>
              </a:ext>
            </a:extLst>
          </p:cNvPr>
          <p:cNvSpPr>
            <a:spLocks noGrp="1"/>
          </p:cNvSpPr>
          <p:nvPr/>
        </p:nvSpPr>
        <p:spPr>
          <a:xfrm>
            <a:off x="4667119" y="4457382"/>
            <a:ext cx="45341" cy="45341"/>
          </a:xfrm>
          <a:prstGeom prst="ellipse">
            <a:avLst/>
          </a:prstGeom>
          <a:solidFill>
            <a:srgbClr val="566AB4">
              <a:alpha val="40000"/>
            </a:srgbClr>
          </a:solidFill>
          <a:ln w="0">
            <a:noFill/>
            <a:prstDash val="solid"/>
          </a:ln>
        </p:spPr>
      </p:sp>
      <p:sp>
        <p:nvSpPr>
          <p:cNvPr id="533" name="b_small_bar_ellipse_2771">
            <a:extLst>
              <a:ext uri="{FF2B5EF4-FFF2-40B4-BE49-F238E27FC236}">
                <a16:creationId xmlns:a16="http://schemas.microsoft.com/office/drawing/2014/main" id="{320D9277-E727-426B-83AE-177E24261BB6}"/>
              </a:ext>
            </a:extLst>
          </p:cNvPr>
          <p:cNvSpPr>
            <a:spLocks noGrp="1"/>
          </p:cNvSpPr>
          <p:nvPr/>
        </p:nvSpPr>
        <p:spPr>
          <a:xfrm>
            <a:off x="4539335" y="4426982"/>
            <a:ext cx="45341" cy="45341"/>
          </a:xfrm>
          <a:prstGeom prst="ellipse">
            <a:avLst/>
          </a:prstGeom>
          <a:solidFill>
            <a:srgbClr val="566AB4">
              <a:alpha val="40000"/>
            </a:srgbClr>
          </a:solidFill>
          <a:ln w="0">
            <a:noFill/>
            <a:prstDash val="solid"/>
          </a:ln>
        </p:spPr>
      </p:sp>
      <p:sp>
        <p:nvSpPr>
          <p:cNvPr id="534" name="b_small_bar_ellipse_2772">
            <a:extLst>
              <a:ext uri="{FF2B5EF4-FFF2-40B4-BE49-F238E27FC236}">
                <a16:creationId xmlns:a16="http://schemas.microsoft.com/office/drawing/2014/main" id="{D5BA7213-8DFB-4189-8471-C914E917C8BF}"/>
              </a:ext>
            </a:extLst>
          </p:cNvPr>
          <p:cNvSpPr>
            <a:spLocks noGrp="1"/>
          </p:cNvSpPr>
          <p:nvPr/>
        </p:nvSpPr>
        <p:spPr>
          <a:xfrm>
            <a:off x="4641894" y="2025341"/>
            <a:ext cx="45341" cy="45341"/>
          </a:xfrm>
          <a:prstGeom prst="ellipse">
            <a:avLst/>
          </a:prstGeom>
          <a:solidFill>
            <a:srgbClr val="566AB4">
              <a:alpha val="40000"/>
            </a:srgbClr>
          </a:solidFill>
          <a:ln w="0">
            <a:noFill/>
            <a:prstDash val="solid"/>
          </a:ln>
        </p:spPr>
      </p:sp>
      <p:sp>
        <p:nvSpPr>
          <p:cNvPr id="535" name="b_small_bar_ellipse_2773">
            <a:extLst>
              <a:ext uri="{FF2B5EF4-FFF2-40B4-BE49-F238E27FC236}">
                <a16:creationId xmlns:a16="http://schemas.microsoft.com/office/drawing/2014/main" id="{AADB68C2-A4E8-4F23-9D89-F1AA001D3398}"/>
              </a:ext>
            </a:extLst>
          </p:cNvPr>
          <p:cNvSpPr>
            <a:spLocks noGrp="1"/>
          </p:cNvSpPr>
          <p:nvPr/>
        </p:nvSpPr>
        <p:spPr>
          <a:xfrm>
            <a:off x="4612261" y="4457382"/>
            <a:ext cx="45341" cy="45341"/>
          </a:xfrm>
          <a:prstGeom prst="ellipse">
            <a:avLst/>
          </a:prstGeom>
          <a:solidFill>
            <a:srgbClr val="566AB4">
              <a:alpha val="40000"/>
            </a:srgbClr>
          </a:solidFill>
          <a:ln w="0">
            <a:noFill/>
            <a:prstDash val="solid"/>
          </a:ln>
        </p:spPr>
      </p:sp>
      <p:sp>
        <p:nvSpPr>
          <p:cNvPr id="536" name="b_small_bar_ellipse_2774">
            <a:extLst>
              <a:ext uri="{FF2B5EF4-FFF2-40B4-BE49-F238E27FC236}">
                <a16:creationId xmlns:a16="http://schemas.microsoft.com/office/drawing/2014/main" id="{C0A4DF84-8667-462F-8FC2-C4B7BBD83C76}"/>
              </a:ext>
            </a:extLst>
          </p:cNvPr>
          <p:cNvSpPr>
            <a:spLocks noGrp="1"/>
          </p:cNvSpPr>
          <p:nvPr/>
        </p:nvSpPr>
        <p:spPr>
          <a:xfrm>
            <a:off x="4518090" y="4457382"/>
            <a:ext cx="45341" cy="45341"/>
          </a:xfrm>
          <a:prstGeom prst="ellipse">
            <a:avLst/>
          </a:prstGeom>
          <a:solidFill>
            <a:srgbClr val="566AB4">
              <a:alpha val="40000"/>
            </a:srgbClr>
          </a:solidFill>
          <a:ln w="0">
            <a:noFill/>
            <a:prstDash val="solid"/>
          </a:ln>
        </p:spPr>
      </p:sp>
      <p:sp>
        <p:nvSpPr>
          <p:cNvPr id="537" name="b_small_bar_ellipse_2775">
            <a:extLst>
              <a:ext uri="{FF2B5EF4-FFF2-40B4-BE49-F238E27FC236}">
                <a16:creationId xmlns:a16="http://schemas.microsoft.com/office/drawing/2014/main" id="{39DA870C-61D6-471C-912F-A753F0FBE24B}"/>
              </a:ext>
            </a:extLst>
          </p:cNvPr>
          <p:cNvSpPr>
            <a:spLocks noGrp="1"/>
          </p:cNvSpPr>
          <p:nvPr/>
        </p:nvSpPr>
        <p:spPr>
          <a:xfrm>
            <a:off x="4602651" y="2025341"/>
            <a:ext cx="45341" cy="45341"/>
          </a:xfrm>
          <a:prstGeom prst="ellipse">
            <a:avLst/>
          </a:prstGeom>
          <a:solidFill>
            <a:srgbClr val="566AB4">
              <a:alpha val="40000"/>
            </a:srgbClr>
          </a:solidFill>
          <a:ln w="0">
            <a:noFill/>
            <a:prstDash val="solid"/>
          </a:ln>
        </p:spPr>
      </p:sp>
      <p:sp>
        <p:nvSpPr>
          <p:cNvPr id="538" name="b_small_bar_ellipse_2776">
            <a:extLst>
              <a:ext uri="{FF2B5EF4-FFF2-40B4-BE49-F238E27FC236}">
                <a16:creationId xmlns:a16="http://schemas.microsoft.com/office/drawing/2014/main" id="{3F246114-CEDF-47C6-9F06-716F2074A1D8}"/>
              </a:ext>
            </a:extLst>
          </p:cNvPr>
          <p:cNvSpPr>
            <a:spLocks noGrp="1"/>
          </p:cNvSpPr>
          <p:nvPr/>
        </p:nvSpPr>
        <p:spPr>
          <a:xfrm>
            <a:off x="4567327" y="2228011"/>
            <a:ext cx="45341" cy="45341"/>
          </a:xfrm>
          <a:prstGeom prst="ellipse">
            <a:avLst/>
          </a:prstGeom>
          <a:solidFill>
            <a:srgbClr val="566AB4">
              <a:alpha val="40000"/>
            </a:srgbClr>
          </a:solidFill>
          <a:ln w="0">
            <a:noFill/>
            <a:prstDash val="solid"/>
          </a:ln>
        </p:spPr>
      </p:sp>
      <p:sp>
        <p:nvSpPr>
          <p:cNvPr id="539" name="b_small_bar_ellipse_2777">
            <a:extLst>
              <a:ext uri="{FF2B5EF4-FFF2-40B4-BE49-F238E27FC236}">
                <a16:creationId xmlns:a16="http://schemas.microsoft.com/office/drawing/2014/main" id="{74C62EFD-CE32-4DC0-B538-C5A0F269C928}"/>
              </a:ext>
            </a:extLst>
          </p:cNvPr>
          <p:cNvSpPr>
            <a:spLocks noGrp="1"/>
          </p:cNvSpPr>
          <p:nvPr/>
        </p:nvSpPr>
        <p:spPr>
          <a:xfrm>
            <a:off x="4585955" y="2025341"/>
            <a:ext cx="45341" cy="45341"/>
          </a:xfrm>
          <a:prstGeom prst="ellipse">
            <a:avLst/>
          </a:prstGeom>
          <a:solidFill>
            <a:srgbClr val="566AB4">
              <a:alpha val="40000"/>
            </a:srgbClr>
          </a:solidFill>
          <a:ln w="0">
            <a:noFill/>
            <a:prstDash val="solid"/>
          </a:ln>
        </p:spPr>
      </p:sp>
      <p:sp>
        <p:nvSpPr>
          <p:cNvPr id="540" name="b_small_bar_ellipse_2778">
            <a:extLst>
              <a:ext uri="{FF2B5EF4-FFF2-40B4-BE49-F238E27FC236}">
                <a16:creationId xmlns:a16="http://schemas.microsoft.com/office/drawing/2014/main" id="{423B8B56-C618-489B-8771-F417E1287AA4}"/>
              </a:ext>
            </a:extLst>
          </p:cNvPr>
          <p:cNvSpPr>
            <a:spLocks noGrp="1"/>
          </p:cNvSpPr>
          <p:nvPr/>
        </p:nvSpPr>
        <p:spPr>
          <a:xfrm>
            <a:off x="4545417" y="3241362"/>
            <a:ext cx="45341" cy="45341"/>
          </a:xfrm>
          <a:prstGeom prst="ellipse">
            <a:avLst/>
          </a:prstGeom>
          <a:solidFill>
            <a:srgbClr val="566AB4">
              <a:alpha val="40000"/>
            </a:srgbClr>
          </a:solidFill>
          <a:ln w="0">
            <a:noFill/>
            <a:prstDash val="solid"/>
          </a:ln>
        </p:spPr>
      </p:sp>
      <p:sp>
        <p:nvSpPr>
          <p:cNvPr id="541" name="b_small_bar_ellipse_2779">
            <a:extLst>
              <a:ext uri="{FF2B5EF4-FFF2-40B4-BE49-F238E27FC236}">
                <a16:creationId xmlns:a16="http://schemas.microsoft.com/office/drawing/2014/main" id="{17DF773A-E669-4981-94CA-7036F5B2A4C2}"/>
              </a:ext>
            </a:extLst>
          </p:cNvPr>
          <p:cNvSpPr>
            <a:spLocks noGrp="1"/>
          </p:cNvSpPr>
          <p:nvPr/>
        </p:nvSpPr>
        <p:spPr>
          <a:xfrm>
            <a:off x="4665435" y="4041909"/>
            <a:ext cx="45341" cy="45341"/>
          </a:xfrm>
          <a:prstGeom prst="ellipse">
            <a:avLst/>
          </a:prstGeom>
          <a:solidFill>
            <a:srgbClr val="566AB4">
              <a:alpha val="40000"/>
            </a:srgbClr>
          </a:solidFill>
          <a:ln w="0">
            <a:noFill/>
            <a:prstDash val="solid"/>
          </a:ln>
        </p:spPr>
      </p:sp>
      <p:sp>
        <p:nvSpPr>
          <p:cNvPr id="542" name="b_small_bar_ellipse_2780">
            <a:extLst>
              <a:ext uri="{FF2B5EF4-FFF2-40B4-BE49-F238E27FC236}">
                <a16:creationId xmlns:a16="http://schemas.microsoft.com/office/drawing/2014/main" id="{30281B53-805E-49CB-BE97-22E0207148E9}"/>
              </a:ext>
            </a:extLst>
          </p:cNvPr>
          <p:cNvSpPr>
            <a:spLocks noGrp="1"/>
          </p:cNvSpPr>
          <p:nvPr/>
        </p:nvSpPr>
        <p:spPr>
          <a:xfrm>
            <a:off x="4571298" y="2025341"/>
            <a:ext cx="45341" cy="45341"/>
          </a:xfrm>
          <a:prstGeom prst="ellipse">
            <a:avLst/>
          </a:prstGeom>
          <a:solidFill>
            <a:srgbClr val="566AB4">
              <a:alpha val="40000"/>
            </a:srgbClr>
          </a:solidFill>
          <a:ln w="0">
            <a:noFill/>
            <a:prstDash val="solid"/>
          </a:ln>
        </p:spPr>
      </p:sp>
      <p:sp>
        <p:nvSpPr>
          <p:cNvPr id="543" name="b_small_bar_ellipse_2781">
            <a:extLst>
              <a:ext uri="{FF2B5EF4-FFF2-40B4-BE49-F238E27FC236}">
                <a16:creationId xmlns:a16="http://schemas.microsoft.com/office/drawing/2014/main" id="{A93E973B-1863-4994-8770-2FD467D2961A}"/>
              </a:ext>
            </a:extLst>
          </p:cNvPr>
          <p:cNvSpPr>
            <a:spLocks noGrp="1"/>
          </p:cNvSpPr>
          <p:nvPr/>
        </p:nvSpPr>
        <p:spPr>
          <a:xfrm>
            <a:off x="4511297" y="2025341"/>
            <a:ext cx="45341" cy="45341"/>
          </a:xfrm>
          <a:prstGeom prst="ellipse">
            <a:avLst/>
          </a:prstGeom>
          <a:solidFill>
            <a:srgbClr val="566AB4">
              <a:alpha val="40000"/>
            </a:srgbClr>
          </a:solidFill>
          <a:ln w="0">
            <a:noFill/>
            <a:prstDash val="solid"/>
          </a:ln>
        </p:spPr>
      </p:sp>
      <p:sp>
        <p:nvSpPr>
          <p:cNvPr id="544" name="b_small_bar_ellipse_2782">
            <a:extLst>
              <a:ext uri="{FF2B5EF4-FFF2-40B4-BE49-F238E27FC236}">
                <a16:creationId xmlns:a16="http://schemas.microsoft.com/office/drawing/2014/main" id="{A78E19C6-DA99-46C5-AD78-A5A39E661665}"/>
              </a:ext>
            </a:extLst>
          </p:cNvPr>
          <p:cNvSpPr>
            <a:spLocks noGrp="1"/>
          </p:cNvSpPr>
          <p:nvPr/>
        </p:nvSpPr>
        <p:spPr>
          <a:xfrm>
            <a:off x="4560498" y="3241362"/>
            <a:ext cx="45341" cy="45341"/>
          </a:xfrm>
          <a:prstGeom prst="ellipse">
            <a:avLst/>
          </a:prstGeom>
          <a:solidFill>
            <a:srgbClr val="566AB4">
              <a:alpha val="40000"/>
            </a:srgbClr>
          </a:solidFill>
          <a:ln w="0">
            <a:noFill/>
            <a:prstDash val="solid"/>
          </a:ln>
        </p:spPr>
      </p:sp>
      <p:sp>
        <p:nvSpPr>
          <p:cNvPr id="545" name="b_small_bar_ellipse_2783">
            <a:extLst>
              <a:ext uri="{FF2B5EF4-FFF2-40B4-BE49-F238E27FC236}">
                <a16:creationId xmlns:a16="http://schemas.microsoft.com/office/drawing/2014/main" id="{26AD25B0-294E-4E20-A54A-752C3F95CF30}"/>
              </a:ext>
            </a:extLst>
          </p:cNvPr>
          <p:cNvSpPr>
            <a:spLocks noGrp="1"/>
          </p:cNvSpPr>
          <p:nvPr/>
        </p:nvSpPr>
        <p:spPr>
          <a:xfrm>
            <a:off x="4560994" y="4109948"/>
            <a:ext cx="45341" cy="45341"/>
          </a:xfrm>
          <a:prstGeom prst="ellipse">
            <a:avLst/>
          </a:prstGeom>
          <a:solidFill>
            <a:srgbClr val="566AB4">
              <a:alpha val="40000"/>
            </a:srgbClr>
          </a:solidFill>
          <a:ln w="0">
            <a:noFill/>
            <a:prstDash val="solid"/>
          </a:ln>
        </p:spPr>
      </p:sp>
      <p:sp>
        <p:nvSpPr>
          <p:cNvPr id="546" name="b_small_bar_ellipse_2784">
            <a:extLst>
              <a:ext uri="{FF2B5EF4-FFF2-40B4-BE49-F238E27FC236}">
                <a16:creationId xmlns:a16="http://schemas.microsoft.com/office/drawing/2014/main" id="{F03D9477-C878-4D21-86BF-CD1F38F669C9}"/>
              </a:ext>
            </a:extLst>
          </p:cNvPr>
          <p:cNvSpPr>
            <a:spLocks noGrp="1"/>
          </p:cNvSpPr>
          <p:nvPr/>
        </p:nvSpPr>
        <p:spPr>
          <a:xfrm>
            <a:off x="4523363" y="2025341"/>
            <a:ext cx="45341" cy="45341"/>
          </a:xfrm>
          <a:prstGeom prst="ellipse">
            <a:avLst/>
          </a:prstGeom>
          <a:solidFill>
            <a:srgbClr val="566AB4">
              <a:alpha val="40000"/>
            </a:srgbClr>
          </a:solidFill>
          <a:ln w="0">
            <a:noFill/>
            <a:prstDash val="solid"/>
          </a:ln>
        </p:spPr>
      </p:sp>
      <p:sp>
        <p:nvSpPr>
          <p:cNvPr id="547" name="b_small_bar_ellipse_2785">
            <a:extLst>
              <a:ext uri="{FF2B5EF4-FFF2-40B4-BE49-F238E27FC236}">
                <a16:creationId xmlns:a16="http://schemas.microsoft.com/office/drawing/2014/main" id="{710B55D8-7EB5-4381-8B2C-B2E16F140589}"/>
              </a:ext>
            </a:extLst>
          </p:cNvPr>
          <p:cNvSpPr>
            <a:spLocks noGrp="1"/>
          </p:cNvSpPr>
          <p:nvPr/>
        </p:nvSpPr>
        <p:spPr>
          <a:xfrm>
            <a:off x="4683939" y="2025341"/>
            <a:ext cx="45341" cy="45341"/>
          </a:xfrm>
          <a:prstGeom prst="ellipse">
            <a:avLst/>
          </a:prstGeom>
          <a:solidFill>
            <a:srgbClr val="566AB4">
              <a:alpha val="40000"/>
            </a:srgbClr>
          </a:solidFill>
          <a:ln w="0">
            <a:noFill/>
            <a:prstDash val="solid"/>
          </a:ln>
        </p:spPr>
      </p:sp>
      <p:sp>
        <p:nvSpPr>
          <p:cNvPr id="548" name="b_small_bar_ellipse_2786">
            <a:extLst>
              <a:ext uri="{FF2B5EF4-FFF2-40B4-BE49-F238E27FC236}">
                <a16:creationId xmlns:a16="http://schemas.microsoft.com/office/drawing/2014/main" id="{868BF38B-53BE-4870-98B5-C7B6AF834E7C}"/>
              </a:ext>
            </a:extLst>
          </p:cNvPr>
          <p:cNvSpPr>
            <a:spLocks noGrp="1"/>
          </p:cNvSpPr>
          <p:nvPr/>
        </p:nvSpPr>
        <p:spPr>
          <a:xfrm>
            <a:off x="4610621" y="4204065"/>
            <a:ext cx="45341" cy="45341"/>
          </a:xfrm>
          <a:prstGeom prst="ellipse">
            <a:avLst/>
          </a:prstGeom>
          <a:solidFill>
            <a:srgbClr val="566AB4">
              <a:alpha val="40000"/>
            </a:srgbClr>
          </a:solidFill>
          <a:ln w="0">
            <a:noFill/>
            <a:prstDash val="solid"/>
          </a:ln>
        </p:spPr>
      </p:sp>
      <p:sp>
        <p:nvSpPr>
          <p:cNvPr id="549" name="b_small_bar_ellipse_2787">
            <a:extLst>
              <a:ext uri="{FF2B5EF4-FFF2-40B4-BE49-F238E27FC236}">
                <a16:creationId xmlns:a16="http://schemas.microsoft.com/office/drawing/2014/main" id="{34EC2AD9-EE33-47D8-BC20-993FCD68B088}"/>
              </a:ext>
            </a:extLst>
          </p:cNvPr>
          <p:cNvSpPr>
            <a:spLocks noGrp="1"/>
          </p:cNvSpPr>
          <p:nvPr/>
        </p:nvSpPr>
        <p:spPr>
          <a:xfrm>
            <a:off x="4502175" y="2148595"/>
            <a:ext cx="45341" cy="45341"/>
          </a:xfrm>
          <a:prstGeom prst="ellipse">
            <a:avLst/>
          </a:prstGeom>
          <a:solidFill>
            <a:srgbClr val="566AB4">
              <a:alpha val="40000"/>
            </a:srgbClr>
          </a:solidFill>
          <a:ln w="0">
            <a:noFill/>
            <a:prstDash val="solid"/>
          </a:ln>
        </p:spPr>
      </p:sp>
      <p:sp>
        <p:nvSpPr>
          <p:cNvPr id="550" name="b_small_bar_ellipse_2788">
            <a:extLst>
              <a:ext uri="{FF2B5EF4-FFF2-40B4-BE49-F238E27FC236}">
                <a16:creationId xmlns:a16="http://schemas.microsoft.com/office/drawing/2014/main" id="{A75A4097-DB77-4066-BC58-0B791AA837FF}"/>
              </a:ext>
            </a:extLst>
          </p:cNvPr>
          <p:cNvSpPr>
            <a:spLocks noGrp="1"/>
          </p:cNvSpPr>
          <p:nvPr/>
        </p:nvSpPr>
        <p:spPr>
          <a:xfrm>
            <a:off x="4689789" y="4457382"/>
            <a:ext cx="45341" cy="45341"/>
          </a:xfrm>
          <a:prstGeom prst="ellipse">
            <a:avLst/>
          </a:prstGeom>
          <a:solidFill>
            <a:srgbClr val="566AB4">
              <a:alpha val="40000"/>
            </a:srgbClr>
          </a:solidFill>
          <a:ln w="0">
            <a:noFill/>
            <a:prstDash val="solid"/>
          </a:ln>
        </p:spPr>
      </p:sp>
      <p:sp>
        <p:nvSpPr>
          <p:cNvPr id="551" name="b_small_bar_ellipse_2789">
            <a:extLst>
              <a:ext uri="{FF2B5EF4-FFF2-40B4-BE49-F238E27FC236}">
                <a16:creationId xmlns:a16="http://schemas.microsoft.com/office/drawing/2014/main" id="{1A8D1AAB-D215-42F6-A747-AF3F1E1DC369}"/>
              </a:ext>
            </a:extLst>
          </p:cNvPr>
          <p:cNvSpPr>
            <a:spLocks noGrp="1"/>
          </p:cNvSpPr>
          <p:nvPr/>
        </p:nvSpPr>
        <p:spPr>
          <a:xfrm>
            <a:off x="4496271" y="3849372"/>
            <a:ext cx="45341" cy="45341"/>
          </a:xfrm>
          <a:prstGeom prst="ellipse">
            <a:avLst/>
          </a:prstGeom>
          <a:solidFill>
            <a:srgbClr val="566AB4">
              <a:alpha val="40000"/>
            </a:srgbClr>
          </a:solidFill>
          <a:ln w="0">
            <a:noFill/>
            <a:prstDash val="solid"/>
          </a:ln>
        </p:spPr>
      </p:sp>
      <p:sp>
        <p:nvSpPr>
          <p:cNvPr id="552" name="b_small_bar_ellipse_2790">
            <a:extLst>
              <a:ext uri="{FF2B5EF4-FFF2-40B4-BE49-F238E27FC236}">
                <a16:creationId xmlns:a16="http://schemas.microsoft.com/office/drawing/2014/main" id="{4DF070F9-70F4-4AC7-B807-62088CB34BA1}"/>
              </a:ext>
            </a:extLst>
          </p:cNvPr>
          <p:cNvSpPr>
            <a:spLocks noGrp="1"/>
          </p:cNvSpPr>
          <p:nvPr/>
        </p:nvSpPr>
        <p:spPr>
          <a:xfrm>
            <a:off x="4653921" y="3781815"/>
            <a:ext cx="45341" cy="45341"/>
          </a:xfrm>
          <a:prstGeom prst="ellipse">
            <a:avLst/>
          </a:prstGeom>
          <a:solidFill>
            <a:srgbClr val="566AB4">
              <a:alpha val="40000"/>
            </a:srgbClr>
          </a:solidFill>
          <a:ln w="0">
            <a:noFill/>
            <a:prstDash val="solid"/>
          </a:ln>
        </p:spPr>
      </p:sp>
      <p:sp>
        <p:nvSpPr>
          <p:cNvPr id="553" name="b_small_bar_ellipse_2791">
            <a:extLst>
              <a:ext uri="{FF2B5EF4-FFF2-40B4-BE49-F238E27FC236}">
                <a16:creationId xmlns:a16="http://schemas.microsoft.com/office/drawing/2014/main" id="{155E5E1F-FD89-4074-8669-0F465124EB01}"/>
              </a:ext>
            </a:extLst>
          </p:cNvPr>
          <p:cNvSpPr>
            <a:spLocks noGrp="1"/>
          </p:cNvSpPr>
          <p:nvPr/>
        </p:nvSpPr>
        <p:spPr>
          <a:xfrm>
            <a:off x="4544765" y="3849372"/>
            <a:ext cx="45341" cy="45341"/>
          </a:xfrm>
          <a:prstGeom prst="ellipse">
            <a:avLst/>
          </a:prstGeom>
          <a:solidFill>
            <a:srgbClr val="566AB4">
              <a:alpha val="40000"/>
            </a:srgbClr>
          </a:solidFill>
          <a:ln w="0">
            <a:noFill/>
            <a:prstDash val="solid"/>
          </a:ln>
        </p:spPr>
      </p:sp>
      <p:sp>
        <p:nvSpPr>
          <p:cNvPr id="554" name="b_small_bar_ellipse_2792">
            <a:extLst>
              <a:ext uri="{FF2B5EF4-FFF2-40B4-BE49-F238E27FC236}">
                <a16:creationId xmlns:a16="http://schemas.microsoft.com/office/drawing/2014/main" id="{C2660701-F2CB-41BB-A332-3DE36892548A}"/>
              </a:ext>
            </a:extLst>
          </p:cNvPr>
          <p:cNvSpPr>
            <a:spLocks noGrp="1"/>
          </p:cNvSpPr>
          <p:nvPr/>
        </p:nvSpPr>
        <p:spPr>
          <a:xfrm>
            <a:off x="4545678" y="4109948"/>
            <a:ext cx="45341" cy="45341"/>
          </a:xfrm>
          <a:prstGeom prst="ellipse">
            <a:avLst/>
          </a:prstGeom>
          <a:solidFill>
            <a:srgbClr val="566AB4">
              <a:alpha val="40000"/>
            </a:srgbClr>
          </a:solidFill>
          <a:ln w="0">
            <a:noFill/>
            <a:prstDash val="solid"/>
          </a:ln>
        </p:spPr>
      </p:sp>
      <p:sp>
        <p:nvSpPr>
          <p:cNvPr id="555" name="b_small_bar_ellipse_2793">
            <a:extLst>
              <a:ext uri="{FF2B5EF4-FFF2-40B4-BE49-F238E27FC236}">
                <a16:creationId xmlns:a16="http://schemas.microsoft.com/office/drawing/2014/main" id="{960B4FE9-4DC2-427F-9B09-AB9987793B09}"/>
              </a:ext>
            </a:extLst>
          </p:cNvPr>
          <p:cNvSpPr>
            <a:spLocks noGrp="1"/>
          </p:cNvSpPr>
          <p:nvPr/>
        </p:nvSpPr>
        <p:spPr>
          <a:xfrm>
            <a:off x="4660991" y="3378164"/>
            <a:ext cx="45341" cy="45341"/>
          </a:xfrm>
          <a:prstGeom prst="ellipse">
            <a:avLst/>
          </a:prstGeom>
          <a:solidFill>
            <a:srgbClr val="566AB4">
              <a:alpha val="40000"/>
            </a:srgbClr>
          </a:solidFill>
          <a:ln w="0">
            <a:noFill/>
            <a:prstDash val="solid"/>
          </a:ln>
        </p:spPr>
      </p:sp>
      <p:sp>
        <p:nvSpPr>
          <p:cNvPr id="556" name="b_small_bar_ellipse_2794">
            <a:extLst>
              <a:ext uri="{FF2B5EF4-FFF2-40B4-BE49-F238E27FC236}">
                <a16:creationId xmlns:a16="http://schemas.microsoft.com/office/drawing/2014/main" id="{45652A42-DCBD-4EB5-8E6E-8B7DC928D249}"/>
              </a:ext>
            </a:extLst>
          </p:cNvPr>
          <p:cNvSpPr>
            <a:spLocks noGrp="1"/>
          </p:cNvSpPr>
          <p:nvPr/>
        </p:nvSpPr>
        <p:spPr>
          <a:xfrm>
            <a:off x="4519338" y="3241362"/>
            <a:ext cx="45341" cy="45341"/>
          </a:xfrm>
          <a:prstGeom prst="ellipse">
            <a:avLst/>
          </a:prstGeom>
          <a:solidFill>
            <a:srgbClr val="566AB4">
              <a:alpha val="40000"/>
            </a:srgbClr>
          </a:solidFill>
          <a:ln w="0">
            <a:noFill/>
            <a:prstDash val="solid"/>
          </a:ln>
        </p:spPr>
      </p:sp>
      <p:sp>
        <p:nvSpPr>
          <p:cNvPr id="557" name="b_small_bar_ellipse_2795">
            <a:extLst>
              <a:ext uri="{FF2B5EF4-FFF2-40B4-BE49-F238E27FC236}">
                <a16:creationId xmlns:a16="http://schemas.microsoft.com/office/drawing/2014/main" id="{E7DFFE73-6E23-426F-8FA6-F41630586485}"/>
              </a:ext>
            </a:extLst>
          </p:cNvPr>
          <p:cNvSpPr>
            <a:spLocks noGrp="1"/>
          </p:cNvSpPr>
          <p:nvPr/>
        </p:nvSpPr>
        <p:spPr>
          <a:xfrm>
            <a:off x="4645846" y="2805621"/>
            <a:ext cx="45341" cy="45341"/>
          </a:xfrm>
          <a:prstGeom prst="ellipse">
            <a:avLst/>
          </a:prstGeom>
          <a:solidFill>
            <a:srgbClr val="566AB4">
              <a:alpha val="40000"/>
            </a:srgbClr>
          </a:solidFill>
          <a:ln w="0">
            <a:noFill/>
            <a:prstDash val="solid"/>
          </a:ln>
        </p:spPr>
      </p:sp>
      <p:sp>
        <p:nvSpPr>
          <p:cNvPr id="558" name="b_small_bar_ellipse_2796">
            <a:extLst>
              <a:ext uri="{FF2B5EF4-FFF2-40B4-BE49-F238E27FC236}">
                <a16:creationId xmlns:a16="http://schemas.microsoft.com/office/drawing/2014/main" id="{16C645EF-BD57-4C65-9DDB-1F962718381E}"/>
              </a:ext>
            </a:extLst>
          </p:cNvPr>
          <p:cNvSpPr>
            <a:spLocks noGrp="1"/>
          </p:cNvSpPr>
          <p:nvPr/>
        </p:nvSpPr>
        <p:spPr>
          <a:xfrm>
            <a:off x="4643804" y="2025341"/>
            <a:ext cx="45341" cy="45341"/>
          </a:xfrm>
          <a:prstGeom prst="ellipse">
            <a:avLst/>
          </a:prstGeom>
          <a:solidFill>
            <a:srgbClr val="566AB4">
              <a:alpha val="40000"/>
            </a:srgbClr>
          </a:solidFill>
          <a:ln w="0">
            <a:noFill/>
            <a:prstDash val="solid"/>
          </a:ln>
        </p:spPr>
      </p:sp>
      <p:sp>
        <p:nvSpPr>
          <p:cNvPr id="559" name="b_small_bar_ellipse_2797">
            <a:extLst>
              <a:ext uri="{FF2B5EF4-FFF2-40B4-BE49-F238E27FC236}">
                <a16:creationId xmlns:a16="http://schemas.microsoft.com/office/drawing/2014/main" id="{8BC3D8B2-B592-44C1-94CA-365C2C5E47B6}"/>
              </a:ext>
            </a:extLst>
          </p:cNvPr>
          <p:cNvSpPr>
            <a:spLocks noGrp="1"/>
          </p:cNvSpPr>
          <p:nvPr/>
        </p:nvSpPr>
        <p:spPr>
          <a:xfrm>
            <a:off x="4650157" y="3309520"/>
            <a:ext cx="45341" cy="45341"/>
          </a:xfrm>
          <a:prstGeom prst="ellipse">
            <a:avLst/>
          </a:prstGeom>
          <a:solidFill>
            <a:srgbClr val="566AB4">
              <a:alpha val="40000"/>
            </a:srgbClr>
          </a:solidFill>
          <a:ln w="0">
            <a:noFill/>
            <a:prstDash val="solid"/>
          </a:ln>
        </p:spPr>
      </p:sp>
      <p:sp>
        <p:nvSpPr>
          <p:cNvPr id="560" name="b_small_bar_ellipse_2798">
            <a:extLst>
              <a:ext uri="{FF2B5EF4-FFF2-40B4-BE49-F238E27FC236}">
                <a16:creationId xmlns:a16="http://schemas.microsoft.com/office/drawing/2014/main" id="{5B0DC496-6DB6-442D-8632-2A481E6A8665}"/>
              </a:ext>
            </a:extLst>
          </p:cNvPr>
          <p:cNvSpPr>
            <a:spLocks noGrp="1"/>
          </p:cNvSpPr>
          <p:nvPr/>
        </p:nvSpPr>
        <p:spPr>
          <a:xfrm>
            <a:off x="4505106" y="4457382"/>
            <a:ext cx="45341" cy="45341"/>
          </a:xfrm>
          <a:prstGeom prst="ellipse">
            <a:avLst/>
          </a:prstGeom>
          <a:solidFill>
            <a:srgbClr val="566AB4">
              <a:alpha val="40000"/>
            </a:srgbClr>
          </a:solidFill>
          <a:ln w="0">
            <a:noFill/>
            <a:prstDash val="solid"/>
          </a:ln>
        </p:spPr>
      </p:sp>
      <p:sp>
        <p:nvSpPr>
          <p:cNvPr id="561" name="b_small_bar_ellipse_2799">
            <a:extLst>
              <a:ext uri="{FF2B5EF4-FFF2-40B4-BE49-F238E27FC236}">
                <a16:creationId xmlns:a16="http://schemas.microsoft.com/office/drawing/2014/main" id="{2AE76979-DFE6-4B60-9B8F-F25CE443D4CB}"/>
              </a:ext>
            </a:extLst>
          </p:cNvPr>
          <p:cNvSpPr>
            <a:spLocks noGrp="1"/>
          </p:cNvSpPr>
          <p:nvPr/>
        </p:nvSpPr>
        <p:spPr>
          <a:xfrm>
            <a:off x="4538701" y="2633351"/>
            <a:ext cx="45341" cy="45341"/>
          </a:xfrm>
          <a:prstGeom prst="ellipse">
            <a:avLst/>
          </a:prstGeom>
          <a:solidFill>
            <a:srgbClr val="566AB4">
              <a:alpha val="40000"/>
            </a:srgbClr>
          </a:solidFill>
          <a:ln w="0">
            <a:noFill/>
            <a:prstDash val="solid"/>
          </a:ln>
        </p:spPr>
      </p:sp>
      <p:sp>
        <p:nvSpPr>
          <p:cNvPr id="562" name="b_small_bar_ellipse_2800">
            <a:extLst>
              <a:ext uri="{FF2B5EF4-FFF2-40B4-BE49-F238E27FC236}">
                <a16:creationId xmlns:a16="http://schemas.microsoft.com/office/drawing/2014/main" id="{5CA093E6-84FB-460B-8C90-6A0335A20699}"/>
              </a:ext>
            </a:extLst>
          </p:cNvPr>
          <p:cNvSpPr>
            <a:spLocks noGrp="1"/>
          </p:cNvSpPr>
          <p:nvPr/>
        </p:nvSpPr>
        <p:spPr>
          <a:xfrm>
            <a:off x="4567463" y="4457382"/>
            <a:ext cx="45341" cy="45341"/>
          </a:xfrm>
          <a:prstGeom prst="ellipse">
            <a:avLst/>
          </a:prstGeom>
          <a:solidFill>
            <a:srgbClr val="566AB4">
              <a:alpha val="40000"/>
            </a:srgbClr>
          </a:solidFill>
          <a:ln w="0">
            <a:noFill/>
            <a:prstDash val="solid"/>
          </a:ln>
        </p:spPr>
      </p:sp>
      <p:sp>
        <p:nvSpPr>
          <p:cNvPr id="563" name="b_small_bar_ellipse_2801">
            <a:extLst>
              <a:ext uri="{FF2B5EF4-FFF2-40B4-BE49-F238E27FC236}">
                <a16:creationId xmlns:a16="http://schemas.microsoft.com/office/drawing/2014/main" id="{52578D92-A3D8-418F-8FFF-FF1D5CBD4D14}"/>
              </a:ext>
            </a:extLst>
          </p:cNvPr>
          <p:cNvSpPr>
            <a:spLocks noGrp="1"/>
          </p:cNvSpPr>
          <p:nvPr/>
        </p:nvSpPr>
        <p:spPr>
          <a:xfrm>
            <a:off x="4662113" y="2025341"/>
            <a:ext cx="45341" cy="45341"/>
          </a:xfrm>
          <a:prstGeom prst="ellipse">
            <a:avLst/>
          </a:prstGeom>
          <a:solidFill>
            <a:srgbClr val="566AB4">
              <a:alpha val="40000"/>
            </a:srgbClr>
          </a:solidFill>
          <a:ln w="0">
            <a:noFill/>
            <a:prstDash val="solid"/>
          </a:ln>
        </p:spPr>
      </p:sp>
      <p:sp>
        <p:nvSpPr>
          <p:cNvPr id="564" name="b_small_bar_ellipse_2802">
            <a:extLst>
              <a:ext uri="{FF2B5EF4-FFF2-40B4-BE49-F238E27FC236}">
                <a16:creationId xmlns:a16="http://schemas.microsoft.com/office/drawing/2014/main" id="{DC0E8253-873E-4D7F-BE8E-E4B7F9FEF17F}"/>
              </a:ext>
            </a:extLst>
          </p:cNvPr>
          <p:cNvSpPr>
            <a:spLocks noGrp="1"/>
          </p:cNvSpPr>
          <p:nvPr/>
        </p:nvSpPr>
        <p:spPr>
          <a:xfrm>
            <a:off x="4637295" y="4457382"/>
            <a:ext cx="45341" cy="45341"/>
          </a:xfrm>
          <a:prstGeom prst="ellipse">
            <a:avLst/>
          </a:prstGeom>
          <a:solidFill>
            <a:srgbClr val="566AB4">
              <a:alpha val="40000"/>
            </a:srgbClr>
          </a:solidFill>
          <a:ln w="0">
            <a:noFill/>
            <a:prstDash val="solid"/>
          </a:ln>
        </p:spPr>
      </p:sp>
      <p:sp>
        <p:nvSpPr>
          <p:cNvPr id="565" name="b_small_bar_ellipse_2803">
            <a:extLst>
              <a:ext uri="{FF2B5EF4-FFF2-40B4-BE49-F238E27FC236}">
                <a16:creationId xmlns:a16="http://schemas.microsoft.com/office/drawing/2014/main" id="{6FF44D2B-DCC2-47A7-B438-911FB85F634D}"/>
              </a:ext>
            </a:extLst>
          </p:cNvPr>
          <p:cNvSpPr>
            <a:spLocks noGrp="1"/>
          </p:cNvSpPr>
          <p:nvPr/>
        </p:nvSpPr>
        <p:spPr>
          <a:xfrm>
            <a:off x="4604693" y="4416848"/>
            <a:ext cx="45341" cy="45341"/>
          </a:xfrm>
          <a:prstGeom prst="ellipse">
            <a:avLst/>
          </a:prstGeom>
          <a:solidFill>
            <a:srgbClr val="566AB4">
              <a:alpha val="40000"/>
            </a:srgbClr>
          </a:solidFill>
          <a:ln w="0">
            <a:noFill/>
            <a:prstDash val="solid"/>
          </a:ln>
        </p:spPr>
      </p:sp>
      <p:sp>
        <p:nvSpPr>
          <p:cNvPr id="566" name="b_small_bar_ellipse_2804">
            <a:extLst>
              <a:ext uri="{FF2B5EF4-FFF2-40B4-BE49-F238E27FC236}">
                <a16:creationId xmlns:a16="http://schemas.microsoft.com/office/drawing/2014/main" id="{B23FFB77-A931-442D-A42A-AFAD7117DFC6}"/>
              </a:ext>
            </a:extLst>
          </p:cNvPr>
          <p:cNvSpPr>
            <a:spLocks noGrp="1"/>
          </p:cNvSpPr>
          <p:nvPr/>
        </p:nvSpPr>
        <p:spPr>
          <a:xfrm>
            <a:off x="4678923" y="2025341"/>
            <a:ext cx="45341" cy="45341"/>
          </a:xfrm>
          <a:prstGeom prst="ellipse">
            <a:avLst/>
          </a:prstGeom>
          <a:solidFill>
            <a:srgbClr val="566AB4">
              <a:alpha val="40000"/>
            </a:srgbClr>
          </a:solidFill>
          <a:ln w="0">
            <a:noFill/>
            <a:prstDash val="solid"/>
          </a:ln>
        </p:spPr>
      </p:sp>
      <p:sp>
        <p:nvSpPr>
          <p:cNvPr id="567" name="b_small_bar_ellipse_2805">
            <a:extLst>
              <a:ext uri="{FF2B5EF4-FFF2-40B4-BE49-F238E27FC236}">
                <a16:creationId xmlns:a16="http://schemas.microsoft.com/office/drawing/2014/main" id="{069F13B0-6B29-4646-A388-3586D3C7D802}"/>
              </a:ext>
            </a:extLst>
          </p:cNvPr>
          <p:cNvSpPr>
            <a:spLocks noGrp="1"/>
          </p:cNvSpPr>
          <p:nvPr/>
        </p:nvSpPr>
        <p:spPr>
          <a:xfrm>
            <a:off x="4611877" y="2025341"/>
            <a:ext cx="45341" cy="45341"/>
          </a:xfrm>
          <a:prstGeom prst="ellipse">
            <a:avLst/>
          </a:prstGeom>
          <a:solidFill>
            <a:srgbClr val="566AB4">
              <a:alpha val="40000"/>
            </a:srgbClr>
          </a:solidFill>
          <a:ln w="0">
            <a:noFill/>
            <a:prstDash val="solid"/>
          </a:ln>
        </p:spPr>
      </p:sp>
      <p:sp>
        <p:nvSpPr>
          <p:cNvPr id="568" name="b_small_bar_ellipse_2806">
            <a:extLst>
              <a:ext uri="{FF2B5EF4-FFF2-40B4-BE49-F238E27FC236}">
                <a16:creationId xmlns:a16="http://schemas.microsoft.com/office/drawing/2014/main" id="{C9CD7C8A-AA26-403F-8E6B-ACA74FA8A82A}"/>
              </a:ext>
            </a:extLst>
          </p:cNvPr>
          <p:cNvSpPr>
            <a:spLocks noGrp="1"/>
          </p:cNvSpPr>
          <p:nvPr/>
        </p:nvSpPr>
        <p:spPr>
          <a:xfrm>
            <a:off x="4567299" y="4442906"/>
            <a:ext cx="45341" cy="45341"/>
          </a:xfrm>
          <a:prstGeom prst="ellipse">
            <a:avLst/>
          </a:prstGeom>
          <a:solidFill>
            <a:srgbClr val="566AB4">
              <a:alpha val="40000"/>
            </a:srgbClr>
          </a:solidFill>
          <a:ln w="0">
            <a:noFill/>
            <a:prstDash val="solid"/>
          </a:ln>
        </p:spPr>
      </p:sp>
      <p:sp>
        <p:nvSpPr>
          <p:cNvPr id="569" name="b_small_bar_ellipse_2807">
            <a:extLst>
              <a:ext uri="{FF2B5EF4-FFF2-40B4-BE49-F238E27FC236}">
                <a16:creationId xmlns:a16="http://schemas.microsoft.com/office/drawing/2014/main" id="{8CBB5DEC-7910-4BF5-8C0D-DB1DAA280103}"/>
              </a:ext>
            </a:extLst>
          </p:cNvPr>
          <p:cNvSpPr>
            <a:spLocks noGrp="1"/>
          </p:cNvSpPr>
          <p:nvPr/>
        </p:nvSpPr>
        <p:spPr>
          <a:xfrm>
            <a:off x="4684346" y="3646702"/>
            <a:ext cx="45341" cy="45341"/>
          </a:xfrm>
          <a:prstGeom prst="ellipse">
            <a:avLst/>
          </a:prstGeom>
          <a:solidFill>
            <a:srgbClr val="566AB4">
              <a:alpha val="40000"/>
            </a:srgbClr>
          </a:solidFill>
          <a:ln w="0">
            <a:noFill/>
            <a:prstDash val="solid"/>
          </a:ln>
        </p:spPr>
      </p:sp>
      <p:sp>
        <p:nvSpPr>
          <p:cNvPr id="570" name="b_small_bar_ellipse_2808">
            <a:extLst>
              <a:ext uri="{FF2B5EF4-FFF2-40B4-BE49-F238E27FC236}">
                <a16:creationId xmlns:a16="http://schemas.microsoft.com/office/drawing/2014/main" id="{2B6F34C8-21A6-408A-90E9-FB40BDA9783F}"/>
              </a:ext>
            </a:extLst>
          </p:cNvPr>
          <p:cNvSpPr>
            <a:spLocks noGrp="1"/>
          </p:cNvSpPr>
          <p:nvPr/>
        </p:nvSpPr>
        <p:spPr>
          <a:xfrm>
            <a:off x="4567217" y="2025341"/>
            <a:ext cx="45341" cy="45341"/>
          </a:xfrm>
          <a:prstGeom prst="ellipse">
            <a:avLst/>
          </a:prstGeom>
          <a:solidFill>
            <a:srgbClr val="566AB4">
              <a:alpha val="40000"/>
            </a:srgbClr>
          </a:solidFill>
          <a:ln w="0">
            <a:noFill/>
            <a:prstDash val="solid"/>
          </a:ln>
        </p:spPr>
      </p:sp>
      <p:sp>
        <p:nvSpPr>
          <p:cNvPr id="571" name="b_small_bar_ellipse_2809">
            <a:extLst>
              <a:ext uri="{FF2B5EF4-FFF2-40B4-BE49-F238E27FC236}">
                <a16:creationId xmlns:a16="http://schemas.microsoft.com/office/drawing/2014/main" id="{869A2A6A-6AEF-40A9-AFA8-52DDE42768D5}"/>
              </a:ext>
            </a:extLst>
          </p:cNvPr>
          <p:cNvSpPr>
            <a:spLocks noGrp="1"/>
          </p:cNvSpPr>
          <p:nvPr/>
        </p:nvSpPr>
        <p:spPr>
          <a:xfrm>
            <a:off x="4599769" y="2025341"/>
            <a:ext cx="45341" cy="45341"/>
          </a:xfrm>
          <a:prstGeom prst="ellipse">
            <a:avLst/>
          </a:prstGeom>
          <a:solidFill>
            <a:srgbClr val="566AB4">
              <a:alpha val="40000"/>
            </a:srgbClr>
          </a:solidFill>
          <a:ln w="0">
            <a:noFill/>
            <a:prstDash val="solid"/>
          </a:ln>
        </p:spPr>
      </p:sp>
      <p:sp>
        <p:nvSpPr>
          <p:cNvPr id="572" name="b_small_bar_ellipse_2810">
            <a:extLst>
              <a:ext uri="{FF2B5EF4-FFF2-40B4-BE49-F238E27FC236}">
                <a16:creationId xmlns:a16="http://schemas.microsoft.com/office/drawing/2014/main" id="{8853A2B8-0256-4974-9873-27DAA1EA9EF6}"/>
              </a:ext>
            </a:extLst>
          </p:cNvPr>
          <p:cNvSpPr>
            <a:spLocks noGrp="1"/>
          </p:cNvSpPr>
          <p:nvPr/>
        </p:nvSpPr>
        <p:spPr>
          <a:xfrm>
            <a:off x="4670537" y="2025341"/>
            <a:ext cx="45341" cy="45341"/>
          </a:xfrm>
          <a:prstGeom prst="ellipse">
            <a:avLst/>
          </a:prstGeom>
          <a:solidFill>
            <a:srgbClr val="566AB4">
              <a:alpha val="40000"/>
            </a:srgbClr>
          </a:solidFill>
          <a:ln w="0">
            <a:noFill/>
            <a:prstDash val="solid"/>
          </a:ln>
        </p:spPr>
      </p:sp>
      <p:sp>
        <p:nvSpPr>
          <p:cNvPr id="573" name="b_small_bar_ellipse_2811">
            <a:extLst>
              <a:ext uri="{FF2B5EF4-FFF2-40B4-BE49-F238E27FC236}">
                <a16:creationId xmlns:a16="http://schemas.microsoft.com/office/drawing/2014/main" id="{C10EE149-ED99-46EE-B8AD-4C0D321473E9}"/>
              </a:ext>
            </a:extLst>
          </p:cNvPr>
          <p:cNvSpPr>
            <a:spLocks noGrp="1"/>
          </p:cNvSpPr>
          <p:nvPr/>
        </p:nvSpPr>
        <p:spPr>
          <a:xfrm>
            <a:off x="4595830" y="4457382"/>
            <a:ext cx="45341" cy="45341"/>
          </a:xfrm>
          <a:prstGeom prst="ellipse">
            <a:avLst/>
          </a:prstGeom>
          <a:solidFill>
            <a:srgbClr val="566AB4">
              <a:alpha val="40000"/>
            </a:srgbClr>
          </a:solidFill>
          <a:ln w="0">
            <a:noFill/>
            <a:prstDash val="solid"/>
          </a:ln>
        </p:spPr>
      </p:sp>
      <p:sp>
        <p:nvSpPr>
          <p:cNvPr id="574" name="b_small_bar_ellipse_2812">
            <a:extLst>
              <a:ext uri="{FF2B5EF4-FFF2-40B4-BE49-F238E27FC236}">
                <a16:creationId xmlns:a16="http://schemas.microsoft.com/office/drawing/2014/main" id="{BE29295E-4C1F-42D0-A288-3B75FF6E2600}"/>
              </a:ext>
            </a:extLst>
          </p:cNvPr>
          <p:cNvSpPr>
            <a:spLocks noGrp="1"/>
          </p:cNvSpPr>
          <p:nvPr/>
        </p:nvSpPr>
        <p:spPr>
          <a:xfrm>
            <a:off x="4632874" y="2025341"/>
            <a:ext cx="45341" cy="45341"/>
          </a:xfrm>
          <a:prstGeom prst="ellipse">
            <a:avLst/>
          </a:prstGeom>
          <a:solidFill>
            <a:srgbClr val="566AB4">
              <a:alpha val="40000"/>
            </a:srgbClr>
          </a:solidFill>
          <a:ln w="0">
            <a:noFill/>
            <a:prstDash val="solid"/>
          </a:ln>
        </p:spPr>
      </p:sp>
      <p:sp>
        <p:nvSpPr>
          <p:cNvPr id="575" name="b_small_bar_ellipse_2813">
            <a:extLst>
              <a:ext uri="{FF2B5EF4-FFF2-40B4-BE49-F238E27FC236}">
                <a16:creationId xmlns:a16="http://schemas.microsoft.com/office/drawing/2014/main" id="{C2576C8E-79E7-42D1-8084-77E11CDAEACB}"/>
              </a:ext>
            </a:extLst>
          </p:cNvPr>
          <p:cNvSpPr>
            <a:spLocks noGrp="1"/>
          </p:cNvSpPr>
          <p:nvPr/>
        </p:nvSpPr>
        <p:spPr>
          <a:xfrm>
            <a:off x="4481785" y="4434863"/>
            <a:ext cx="45341" cy="45341"/>
          </a:xfrm>
          <a:prstGeom prst="ellipse">
            <a:avLst/>
          </a:prstGeom>
          <a:solidFill>
            <a:srgbClr val="566AB4">
              <a:alpha val="40000"/>
            </a:srgbClr>
          </a:solidFill>
          <a:ln w="0">
            <a:noFill/>
            <a:prstDash val="solid"/>
          </a:ln>
        </p:spPr>
      </p:sp>
      <p:sp>
        <p:nvSpPr>
          <p:cNvPr id="576" name="b_small_bar_ellipse_2814">
            <a:extLst>
              <a:ext uri="{FF2B5EF4-FFF2-40B4-BE49-F238E27FC236}">
                <a16:creationId xmlns:a16="http://schemas.microsoft.com/office/drawing/2014/main" id="{EAA7EC4E-398C-447F-B33B-75D597DC20F6}"/>
              </a:ext>
            </a:extLst>
          </p:cNvPr>
          <p:cNvSpPr>
            <a:spLocks noGrp="1"/>
          </p:cNvSpPr>
          <p:nvPr/>
        </p:nvSpPr>
        <p:spPr>
          <a:xfrm>
            <a:off x="4679789" y="3832483"/>
            <a:ext cx="45341" cy="45341"/>
          </a:xfrm>
          <a:prstGeom prst="ellipse">
            <a:avLst/>
          </a:prstGeom>
          <a:solidFill>
            <a:srgbClr val="566AB4">
              <a:alpha val="40000"/>
            </a:srgbClr>
          </a:solidFill>
          <a:ln w="0">
            <a:noFill/>
            <a:prstDash val="solid"/>
          </a:ln>
        </p:spPr>
      </p:sp>
      <p:sp>
        <p:nvSpPr>
          <p:cNvPr id="577" name="b_small_bar_ellipse_2815">
            <a:extLst>
              <a:ext uri="{FF2B5EF4-FFF2-40B4-BE49-F238E27FC236}">
                <a16:creationId xmlns:a16="http://schemas.microsoft.com/office/drawing/2014/main" id="{B158252C-9594-4C14-83B9-EDC336B5D4E9}"/>
              </a:ext>
            </a:extLst>
          </p:cNvPr>
          <p:cNvSpPr>
            <a:spLocks noGrp="1"/>
          </p:cNvSpPr>
          <p:nvPr/>
        </p:nvSpPr>
        <p:spPr>
          <a:xfrm>
            <a:off x="4542308" y="4414146"/>
            <a:ext cx="45341" cy="45341"/>
          </a:xfrm>
          <a:prstGeom prst="ellipse">
            <a:avLst/>
          </a:prstGeom>
          <a:solidFill>
            <a:srgbClr val="566AB4">
              <a:alpha val="40000"/>
            </a:srgbClr>
          </a:solidFill>
          <a:ln w="0">
            <a:noFill/>
            <a:prstDash val="solid"/>
          </a:ln>
        </p:spPr>
      </p:sp>
      <p:sp>
        <p:nvSpPr>
          <p:cNvPr id="578" name="b_small_bar_ellipse_2816">
            <a:extLst>
              <a:ext uri="{FF2B5EF4-FFF2-40B4-BE49-F238E27FC236}">
                <a16:creationId xmlns:a16="http://schemas.microsoft.com/office/drawing/2014/main" id="{960C4B55-18C5-414A-A9D3-A0421E707DFF}"/>
              </a:ext>
            </a:extLst>
          </p:cNvPr>
          <p:cNvSpPr>
            <a:spLocks noGrp="1"/>
          </p:cNvSpPr>
          <p:nvPr/>
        </p:nvSpPr>
        <p:spPr>
          <a:xfrm>
            <a:off x="4527457" y="4457382"/>
            <a:ext cx="45341" cy="45341"/>
          </a:xfrm>
          <a:prstGeom prst="ellipse">
            <a:avLst/>
          </a:prstGeom>
          <a:solidFill>
            <a:srgbClr val="566AB4">
              <a:alpha val="40000"/>
            </a:srgbClr>
          </a:solidFill>
          <a:ln w="0">
            <a:noFill/>
            <a:prstDash val="solid"/>
          </a:ln>
        </p:spPr>
      </p:sp>
      <p:sp>
        <p:nvSpPr>
          <p:cNvPr id="579" name="b_small_bar_ellipse_2817">
            <a:extLst>
              <a:ext uri="{FF2B5EF4-FFF2-40B4-BE49-F238E27FC236}">
                <a16:creationId xmlns:a16="http://schemas.microsoft.com/office/drawing/2014/main" id="{C6554A83-4624-4968-AC8B-4AA64BC4C864}"/>
              </a:ext>
            </a:extLst>
          </p:cNvPr>
          <p:cNvSpPr>
            <a:spLocks noGrp="1"/>
          </p:cNvSpPr>
          <p:nvPr/>
        </p:nvSpPr>
        <p:spPr>
          <a:xfrm>
            <a:off x="4648193" y="4457382"/>
            <a:ext cx="45341" cy="45341"/>
          </a:xfrm>
          <a:prstGeom prst="ellipse">
            <a:avLst/>
          </a:prstGeom>
          <a:solidFill>
            <a:srgbClr val="566AB4">
              <a:alpha val="40000"/>
            </a:srgbClr>
          </a:solidFill>
          <a:ln w="0">
            <a:noFill/>
            <a:prstDash val="solid"/>
          </a:ln>
        </p:spPr>
      </p:sp>
      <p:sp>
        <p:nvSpPr>
          <p:cNvPr id="580" name="b_small_bar_ellipse_2818">
            <a:extLst>
              <a:ext uri="{FF2B5EF4-FFF2-40B4-BE49-F238E27FC236}">
                <a16:creationId xmlns:a16="http://schemas.microsoft.com/office/drawing/2014/main" id="{2517D774-775E-4B29-99FE-BCF4D9071020}"/>
              </a:ext>
            </a:extLst>
          </p:cNvPr>
          <p:cNvSpPr>
            <a:spLocks noGrp="1"/>
          </p:cNvSpPr>
          <p:nvPr/>
        </p:nvSpPr>
        <p:spPr>
          <a:xfrm>
            <a:off x="4669640" y="2025341"/>
            <a:ext cx="45341" cy="45341"/>
          </a:xfrm>
          <a:prstGeom prst="ellipse">
            <a:avLst/>
          </a:prstGeom>
          <a:solidFill>
            <a:srgbClr val="566AB4">
              <a:alpha val="40000"/>
            </a:srgbClr>
          </a:solidFill>
          <a:ln w="0">
            <a:noFill/>
            <a:prstDash val="solid"/>
          </a:ln>
        </p:spPr>
      </p:sp>
      <p:sp>
        <p:nvSpPr>
          <p:cNvPr id="581" name="b_small_bar_ellipse_2819">
            <a:extLst>
              <a:ext uri="{FF2B5EF4-FFF2-40B4-BE49-F238E27FC236}">
                <a16:creationId xmlns:a16="http://schemas.microsoft.com/office/drawing/2014/main" id="{19BF2785-6C9C-4B28-A56F-C07FEB688F37}"/>
              </a:ext>
            </a:extLst>
          </p:cNvPr>
          <p:cNvSpPr>
            <a:spLocks noGrp="1"/>
          </p:cNvSpPr>
          <p:nvPr/>
        </p:nvSpPr>
        <p:spPr>
          <a:xfrm>
            <a:off x="4674173" y="2025341"/>
            <a:ext cx="45341" cy="45341"/>
          </a:xfrm>
          <a:prstGeom prst="ellipse">
            <a:avLst/>
          </a:prstGeom>
          <a:solidFill>
            <a:srgbClr val="566AB4">
              <a:alpha val="40000"/>
            </a:srgbClr>
          </a:solidFill>
          <a:ln w="0">
            <a:noFill/>
            <a:prstDash val="solid"/>
          </a:ln>
        </p:spPr>
      </p:sp>
      <p:sp>
        <p:nvSpPr>
          <p:cNvPr id="582" name="b_small_bar_ellipse_2820">
            <a:extLst>
              <a:ext uri="{FF2B5EF4-FFF2-40B4-BE49-F238E27FC236}">
                <a16:creationId xmlns:a16="http://schemas.microsoft.com/office/drawing/2014/main" id="{F57124E3-B9E8-4761-979A-D130BB25AACE}"/>
              </a:ext>
            </a:extLst>
          </p:cNvPr>
          <p:cNvSpPr>
            <a:spLocks noGrp="1"/>
          </p:cNvSpPr>
          <p:nvPr/>
        </p:nvSpPr>
        <p:spPr>
          <a:xfrm>
            <a:off x="4593612" y="2025341"/>
            <a:ext cx="45341" cy="45341"/>
          </a:xfrm>
          <a:prstGeom prst="ellipse">
            <a:avLst/>
          </a:prstGeom>
          <a:solidFill>
            <a:srgbClr val="566AB4">
              <a:alpha val="40000"/>
            </a:srgbClr>
          </a:solidFill>
          <a:ln w="0">
            <a:noFill/>
            <a:prstDash val="solid"/>
          </a:ln>
        </p:spPr>
      </p:sp>
      <p:sp>
        <p:nvSpPr>
          <p:cNvPr id="583" name="b_small_bar_ellipse_2821">
            <a:extLst>
              <a:ext uri="{FF2B5EF4-FFF2-40B4-BE49-F238E27FC236}">
                <a16:creationId xmlns:a16="http://schemas.microsoft.com/office/drawing/2014/main" id="{57DAEC41-E9AC-42B9-B4F1-AC0177FCC1B7}"/>
              </a:ext>
            </a:extLst>
          </p:cNvPr>
          <p:cNvSpPr>
            <a:spLocks noGrp="1"/>
          </p:cNvSpPr>
          <p:nvPr/>
        </p:nvSpPr>
        <p:spPr>
          <a:xfrm>
            <a:off x="4579078" y="4052042"/>
            <a:ext cx="45341" cy="45341"/>
          </a:xfrm>
          <a:prstGeom prst="ellipse">
            <a:avLst/>
          </a:prstGeom>
          <a:solidFill>
            <a:srgbClr val="566AB4">
              <a:alpha val="40000"/>
            </a:srgbClr>
          </a:solidFill>
          <a:ln w="0">
            <a:noFill/>
            <a:prstDash val="solid"/>
          </a:ln>
        </p:spPr>
      </p:sp>
      <p:sp>
        <p:nvSpPr>
          <p:cNvPr id="584" name="b_small_bar_ellipse_2822">
            <a:extLst>
              <a:ext uri="{FF2B5EF4-FFF2-40B4-BE49-F238E27FC236}">
                <a16:creationId xmlns:a16="http://schemas.microsoft.com/office/drawing/2014/main" id="{DEB79287-6632-4AAF-B6AC-F7922A0C73E1}"/>
              </a:ext>
            </a:extLst>
          </p:cNvPr>
          <p:cNvSpPr>
            <a:spLocks noGrp="1"/>
          </p:cNvSpPr>
          <p:nvPr/>
        </p:nvSpPr>
        <p:spPr>
          <a:xfrm>
            <a:off x="4491041" y="4457382"/>
            <a:ext cx="45341" cy="45341"/>
          </a:xfrm>
          <a:prstGeom prst="ellipse">
            <a:avLst/>
          </a:prstGeom>
          <a:solidFill>
            <a:srgbClr val="566AB4">
              <a:alpha val="40000"/>
            </a:srgbClr>
          </a:solidFill>
          <a:ln w="0">
            <a:noFill/>
            <a:prstDash val="solid"/>
          </a:ln>
        </p:spPr>
      </p:sp>
      <p:sp>
        <p:nvSpPr>
          <p:cNvPr id="585" name="b_small_bar_ellipse_2823">
            <a:extLst>
              <a:ext uri="{FF2B5EF4-FFF2-40B4-BE49-F238E27FC236}">
                <a16:creationId xmlns:a16="http://schemas.microsoft.com/office/drawing/2014/main" id="{934BF381-9244-41F0-8ADC-1CE4D4D26E42}"/>
              </a:ext>
            </a:extLst>
          </p:cNvPr>
          <p:cNvSpPr>
            <a:spLocks noGrp="1"/>
          </p:cNvSpPr>
          <p:nvPr/>
        </p:nvSpPr>
        <p:spPr>
          <a:xfrm>
            <a:off x="4637549" y="3444032"/>
            <a:ext cx="45341" cy="45341"/>
          </a:xfrm>
          <a:prstGeom prst="ellipse">
            <a:avLst/>
          </a:prstGeom>
          <a:solidFill>
            <a:srgbClr val="566AB4">
              <a:alpha val="40000"/>
            </a:srgbClr>
          </a:solidFill>
          <a:ln w="0">
            <a:noFill/>
            <a:prstDash val="solid"/>
          </a:ln>
        </p:spPr>
      </p:sp>
      <p:sp>
        <p:nvSpPr>
          <p:cNvPr id="586" name="b_small_bar_ellipse_2824">
            <a:extLst>
              <a:ext uri="{FF2B5EF4-FFF2-40B4-BE49-F238E27FC236}">
                <a16:creationId xmlns:a16="http://schemas.microsoft.com/office/drawing/2014/main" id="{AED5CCD5-E8D0-4536-B641-3EBA8360E32E}"/>
              </a:ext>
            </a:extLst>
          </p:cNvPr>
          <p:cNvSpPr>
            <a:spLocks noGrp="1"/>
          </p:cNvSpPr>
          <p:nvPr/>
        </p:nvSpPr>
        <p:spPr>
          <a:xfrm>
            <a:off x="4562784" y="4052042"/>
            <a:ext cx="45341" cy="45341"/>
          </a:xfrm>
          <a:prstGeom prst="ellipse">
            <a:avLst/>
          </a:prstGeom>
          <a:solidFill>
            <a:srgbClr val="566AB4">
              <a:alpha val="40000"/>
            </a:srgbClr>
          </a:solidFill>
          <a:ln w="0">
            <a:noFill/>
            <a:prstDash val="solid"/>
          </a:ln>
        </p:spPr>
      </p:sp>
      <p:sp>
        <p:nvSpPr>
          <p:cNvPr id="587" name="b_small_bar_ellipse_2825">
            <a:extLst>
              <a:ext uri="{FF2B5EF4-FFF2-40B4-BE49-F238E27FC236}">
                <a16:creationId xmlns:a16="http://schemas.microsoft.com/office/drawing/2014/main" id="{6823E181-A9FE-4003-AD97-E1503FEF096B}"/>
              </a:ext>
            </a:extLst>
          </p:cNvPr>
          <p:cNvSpPr>
            <a:spLocks noGrp="1"/>
          </p:cNvSpPr>
          <p:nvPr/>
        </p:nvSpPr>
        <p:spPr>
          <a:xfrm>
            <a:off x="4555498" y="3889906"/>
            <a:ext cx="45341" cy="45341"/>
          </a:xfrm>
          <a:prstGeom prst="ellipse">
            <a:avLst/>
          </a:prstGeom>
          <a:solidFill>
            <a:srgbClr val="566AB4">
              <a:alpha val="40000"/>
            </a:srgbClr>
          </a:solidFill>
          <a:ln w="0">
            <a:noFill/>
            <a:prstDash val="solid"/>
          </a:ln>
        </p:spPr>
      </p:sp>
      <p:sp>
        <p:nvSpPr>
          <p:cNvPr id="588" name="b_small_bar_ellipse_2826">
            <a:extLst>
              <a:ext uri="{FF2B5EF4-FFF2-40B4-BE49-F238E27FC236}">
                <a16:creationId xmlns:a16="http://schemas.microsoft.com/office/drawing/2014/main" id="{4D75DCD1-881C-4788-9E39-313502E75CD2}"/>
              </a:ext>
            </a:extLst>
          </p:cNvPr>
          <p:cNvSpPr>
            <a:spLocks noGrp="1"/>
          </p:cNvSpPr>
          <p:nvPr/>
        </p:nvSpPr>
        <p:spPr>
          <a:xfrm>
            <a:off x="4562788" y="4457382"/>
            <a:ext cx="45341" cy="45341"/>
          </a:xfrm>
          <a:prstGeom prst="ellipse">
            <a:avLst/>
          </a:prstGeom>
          <a:solidFill>
            <a:srgbClr val="566AB4">
              <a:alpha val="40000"/>
            </a:srgbClr>
          </a:solidFill>
          <a:ln w="0">
            <a:noFill/>
            <a:prstDash val="solid"/>
          </a:ln>
        </p:spPr>
      </p:sp>
      <p:sp>
        <p:nvSpPr>
          <p:cNvPr id="589" name="b_small_bar_ellipse_2827">
            <a:extLst>
              <a:ext uri="{FF2B5EF4-FFF2-40B4-BE49-F238E27FC236}">
                <a16:creationId xmlns:a16="http://schemas.microsoft.com/office/drawing/2014/main" id="{4ECE43E0-D22A-486A-8C12-46D4BFA84384}"/>
              </a:ext>
            </a:extLst>
          </p:cNvPr>
          <p:cNvSpPr>
            <a:spLocks noGrp="1"/>
          </p:cNvSpPr>
          <p:nvPr/>
        </p:nvSpPr>
        <p:spPr>
          <a:xfrm>
            <a:off x="4655921" y="2025341"/>
            <a:ext cx="45341" cy="45341"/>
          </a:xfrm>
          <a:prstGeom prst="ellipse">
            <a:avLst/>
          </a:prstGeom>
          <a:solidFill>
            <a:srgbClr val="566AB4">
              <a:alpha val="40000"/>
            </a:srgbClr>
          </a:solidFill>
          <a:ln w="0">
            <a:noFill/>
            <a:prstDash val="solid"/>
          </a:ln>
        </p:spPr>
      </p:sp>
      <p:sp>
        <p:nvSpPr>
          <p:cNvPr id="590" name="b_small_bar_ellipse_2828">
            <a:extLst>
              <a:ext uri="{FF2B5EF4-FFF2-40B4-BE49-F238E27FC236}">
                <a16:creationId xmlns:a16="http://schemas.microsoft.com/office/drawing/2014/main" id="{FE37AB83-0EEF-46D8-876A-B111EEBAA999}"/>
              </a:ext>
            </a:extLst>
          </p:cNvPr>
          <p:cNvSpPr>
            <a:spLocks noGrp="1"/>
          </p:cNvSpPr>
          <p:nvPr/>
        </p:nvSpPr>
        <p:spPr>
          <a:xfrm>
            <a:off x="4497918" y="3012634"/>
            <a:ext cx="45341" cy="45341"/>
          </a:xfrm>
          <a:prstGeom prst="ellipse">
            <a:avLst/>
          </a:prstGeom>
          <a:solidFill>
            <a:srgbClr val="566AB4">
              <a:alpha val="40000"/>
            </a:srgbClr>
          </a:solidFill>
          <a:ln w="0">
            <a:noFill/>
            <a:prstDash val="solid"/>
          </a:ln>
        </p:spPr>
      </p:sp>
      <p:sp>
        <p:nvSpPr>
          <p:cNvPr id="591" name="b_small_bar_ellipse_2829">
            <a:extLst>
              <a:ext uri="{FF2B5EF4-FFF2-40B4-BE49-F238E27FC236}">
                <a16:creationId xmlns:a16="http://schemas.microsoft.com/office/drawing/2014/main" id="{B67D992F-F4D6-4872-9EAF-EABAC1A74D76}"/>
              </a:ext>
            </a:extLst>
          </p:cNvPr>
          <p:cNvSpPr>
            <a:spLocks noGrp="1"/>
          </p:cNvSpPr>
          <p:nvPr/>
        </p:nvSpPr>
        <p:spPr>
          <a:xfrm>
            <a:off x="4578003" y="2025341"/>
            <a:ext cx="45341" cy="45341"/>
          </a:xfrm>
          <a:prstGeom prst="ellipse">
            <a:avLst/>
          </a:prstGeom>
          <a:solidFill>
            <a:srgbClr val="566AB4">
              <a:alpha val="40000"/>
            </a:srgbClr>
          </a:solidFill>
          <a:ln w="0">
            <a:noFill/>
            <a:prstDash val="solid"/>
          </a:ln>
        </p:spPr>
      </p:sp>
      <p:sp>
        <p:nvSpPr>
          <p:cNvPr id="592" name="b_small_bar_ellipse_2830">
            <a:extLst>
              <a:ext uri="{FF2B5EF4-FFF2-40B4-BE49-F238E27FC236}">
                <a16:creationId xmlns:a16="http://schemas.microsoft.com/office/drawing/2014/main" id="{70F2AD1C-84BE-4682-9C6F-5E7F612715F3}"/>
              </a:ext>
            </a:extLst>
          </p:cNvPr>
          <p:cNvSpPr>
            <a:spLocks noGrp="1"/>
          </p:cNvSpPr>
          <p:nvPr/>
        </p:nvSpPr>
        <p:spPr>
          <a:xfrm>
            <a:off x="4657894" y="3849372"/>
            <a:ext cx="45341" cy="45341"/>
          </a:xfrm>
          <a:prstGeom prst="ellipse">
            <a:avLst/>
          </a:prstGeom>
          <a:solidFill>
            <a:srgbClr val="566AB4">
              <a:alpha val="40000"/>
            </a:srgbClr>
          </a:solidFill>
          <a:ln w="0">
            <a:noFill/>
            <a:prstDash val="solid"/>
          </a:ln>
        </p:spPr>
      </p:sp>
      <p:sp>
        <p:nvSpPr>
          <p:cNvPr id="593" name="b_small_bar_ellipse_2831">
            <a:extLst>
              <a:ext uri="{FF2B5EF4-FFF2-40B4-BE49-F238E27FC236}">
                <a16:creationId xmlns:a16="http://schemas.microsoft.com/office/drawing/2014/main" id="{0BEDADE6-131A-4B83-B97F-722AB782A352}"/>
              </a:ext>
            </a:extLst>
          </p:cNvPr>
          <p:cNvSpPr>
            <a:spLocks noGrp="1"/>
          </p:cNvSpPr>
          <p:nvPr/>
        </p:nvSpPr>
        <p:spPr>
          <a:xfrm>
            <a:off x="4502010" y="3241362"/>
            <a:ext cx="45341" cy="45341"/>
          </a:xfrm>
          <a:prstGeom prst="ellipse">
            <a:avLst/>
          </a:prstGeom>
          <a:solidFill>
            <a:srgbClr val="566AB4">
              <a:alpha val="40000"/>
            </a:srgbClr>
          </a:solidFill>
          <a:ln w="0">
            <a:noFill/>
            <a:prstDash val="solid"/>
          </a:ln>
        </p:spPr>
      </p:sp>
      <p:sp>
        <p:nvSpPr>
          <p:cNvPr id="594" name="b_small_bar_ellipse_2832">
            <a:extLst>
              <a:ext uri="{FF2B5EF4-FFF2-40B4-BE49-F238E27FC236}">
                <a16:creationId xmlns:a16="http://schemas.microsoft.com/office/drawing/2014/main" id="{4980EF2C-5049-4BAC-96C2-D834A403D9EF}"/>
              </a:ext>
            </a:extLst>
          </p:cNvPr>
          <p:cNvSpPr>
            <a:spLocks noGrp="1"/>
          </p:cNvSpPr>
          <p:nvPr/>
        </p:nvSpPr>
        <p:spPr>
          <a:xfrm>
            <a:off x="4629005" y="4283665"/>
            <a:ext cx="45341" cy="45341"/>
          </a:xfrm>
          <a:prstGeom prst="ellipse">
            <a:avLst/>
          </a:prstGeom>
          <a:solidFill>
            <a:srgbClr val="566AB4">
              <a:alpha val="40000"/>
            </a:srgbClr>
          </a:solidFill>
          <a:ln w="0">
            <a:noFill/>
            <a:prstDash val="solid"/>
          </a:ln>
        </p:spPr>
      </p:sp>
      <p:sp>
        <p:nvSpPr>
          <p:cNvPr id="595" name="b_small_bar_ellipse_2833">
            <a:extLst>
              <a:ext uri="{FF2B5EF4-FFF2-40B4-BE49-F238E27FC236}">
                <a16:creationId xmlns:a16="http://schemas.microsoft.com/office/drawing/2014/main" id="{28B61007-E05D-4FE9-B953-FE1934FE949F}"/>
              </a:ext>
            </a:extLst>
          </p:cNvPr>
          <p:cNvSpPr>
            <a:spLocks noGrp="1"/>
          </p:cNvSpPr>
          <p:nvPr/>
        </p:nvSpPr>
        <p:spPr>
          <a:xfrm>
            <a:off x="1919615" y="2422409"/>
            <a:ext cx="45341" cy="45341"/>
          </a:xfrm>
          <a:prstGeom prst="ellipse">
            <a:avLst/>
          </a:prstGeom>
          <a:solidFill>
            <a:srgbClr val="7D8990">
              <a:alpha val="40000"/>
            </a:srgbClr>
          </a:solidFill>
          <a:ln w="0">
            <a:noFill/>
            <a:prstDash val="solid"/>
          </a:ln>
        </p:spPr>
      </p:sp>
      <p:sp>
        <p:nvSpPr>
          <p:cNvPr id="596" name="b_small_bar_ellipse_2834">
            <a:extLst>
              <a:ext uri="{FF2B5EF4-FFF2-40B4-BE49-F238E27FC236}">
                <a16:creationId xmlns:a16="http://schemas.microsoft.com/office/drawing/2014/main" id="{8ECB54F3-14C6-4082-B810-954EA1EF4E61}"/>
              </a:ext>
            </a:extLst>
          </p:cNvPr>
          <p:cNvSpPr>
            <a:spLocks noGrp="1"/>
          </p:cNvSpPr>
          <p:nvPr/>
        </p:nvSpPr>
        <p:spPr>
          <a:xfrm>
            <a:off x="1846719" y="2545903"/>
            <a:ext cx="45341" cy="45341"/>
          </a:xfrm>
          <a:prstGeom prst="ellipse">
            <a:avLst/>
          </a:prstGeom>
          <a:solidFill>
            <a:srgbClr val="7D8990">
              <a:alpha val="40000"/>
            </a:srgbClr>
          </a:solidFill>
          <a:ln w="0">
            <a:noFill/>
            <a:prstDash val="solid"/>
          </a:ln>
        </p:spPr>
      </p:sp>
      <p:sp>
        <p:nvSpPr>
          <p:cNvPr id="597" name="b_small_bar_ellipse_2835">
            <a:extLst>
              <a:ext uri="{FF2B5EF4-FFF2-40B4-BE49-F238E27FC236}">
                <a16:creationId xmlns:a16="http://schemas.microsoft.com/office/drawing/2014/main" id="{F7D6D605-5EB0-46BB-A53D-B4A2B211F0C8}"/>
              </a:ext>
            </a:extLst>
          </p:cNvPr>
          <p:cNvSpPr>
            <a:spLocks noGrp="1"/>
          </p:cNvSpPr>
          <p:nvPr/>
        </p:nvSpPr>
        <p:spPr>
          <a:xfrm>
            <a:off x="1907520" y="2422944"/>
            <a:ext cx="45341" cy="45341"/>
          </a:xfrm>
          <a:prstGeom prst="ellipse">
            <a:avLst/>
          </a:prstGeom>
          <a:solidFill>
            <a:srgbClr val="7D8990">
              <a:alpha val="40000"/>
            </a:srgbClr>
          </a:solidFill>
          <a:ln w="0">
            <a:noFill/>
            <a:prstDash val="solid"/>
          </a:ln>
        </p:spPr>
      </p:sp>
      <p:sp>
        <p:nvSpPr>
          <p:cNvPr id="598" name="b_small_bar_ellipse_2836">
            <a:extLst>
              <a:ext uri="{FF2B5EF4-FFF2-40B4-BE49-F238E27FC236}">
                <a16:creationId xmlns:a16="http://schemas.microsoft.com/office/drawing/2014/main" id="{9A7978B8-29C3-485A-BBFE-E9546446422B}"/>
              </a:ext>
            </a:extLst>
          </p:cNvPr>
          <p:cNvSpPr>
            <a:spLocks noGrp="1"/>
          </p:cNvSpPr>
          <p:nvPr/>
        </p:nvSpPr>
        <p:spPr>
          <a:xfrm>
            <a:off x="1961330" y="2483012"/>
            <a:ext cx="45341" cy="45341"/>
          </a:xfrm>
          <a:prstGeom prst="ellipse">
            <a:avLst/>
          </a:prstGeom>
          <a:solidFill>
            <a:srgbClr val="7D8990">
              <a:alpha val="40000"/>
            </a:srgbClr>
          </a:solidFill>
          <a:ln w="0">
            <a:noFill/>
            <a:prstDash val="solid"/>
          </a:ln>
        </p:spPr>
      </p:sp>
      <p:sp>
        <p:nvSpPr>
          <p:cNvPr id="599" name="b_small_bar_ellipse_2837">
            <a:extLst>
              <a:ext uri="{FF2B5EF4-FFF2-40B4-BE49-F238E27FC236}">
                <a16:creationId xmlns:a16="http://schemas.microsoft.com/office/drawing/2014/main" id="{4EA7B70E-54B2-4F88-9A88-E6E2BF89514C}"/>
              </a:ext>
            </a:extLst>
          </p:cNvPr>
          <p:cNvSpPr>
            <a:spLocks noGrp="1"/>
          </p:cNvSpPr>
          <p:nvPr/>
        </p:nvSpPr>
        <p:spPr>
          <a:xfrm>
            <a:off x="1865457" y="2480027"/>
            <a:ext cx="45341" cy="45341"/>
          </a:xfrm>
          <a:prstGeom prst="ellipse">
            <a:avLst/>
          </a:prstGeom>
          <a:solidFill>
            <a:srgbClr val="7D8990">
              <a:alpha val="40000"/>
            </a:srgbClr>
          </a:solidFill>
          <a:ln w="0">
            <a:noFill/>
            <a:prstDash val="solid"/>
          </a:ln>
        </p:spPr>
      </p:sp>
      <p:sp>
        <p:nvSpPr>
          <p:cNvPr id="600" name="b_small_bar_ellipse_2838">
            <a:extLst>
              <a:ext uri="{FF2B5EF4-FFF2-40B4-BE49-F238E27FC236}">
                <a16:creationId xmlns:a16="http://schemas.microsoft.com/office/drawing/2014/main" id="{89A179A2-8C5D-4EE5-B981-1B6526396B64}"/>
              </a:ext>
            </a:extLst>
          </p:cNvPr>
          <p:cNvSpPr>
            <a:spLocks noGrp="1"/>
          </p:cNvSpPr>
          <p:nvPr/>
        </p:nvSpPr>
        <p:spPr>
          <a:xfrm>
            <a:off x="1866716" y="3298579"/>
            <a:ext cx="45341" cy="45341"/>
          </a:xfrm>
          <a:prstGeom prst="ellipse">
            <a:avLst/>
          </a:prstGeom>
          <a:solidFill>
            <a:srgbClr val="7D8990">
              <a:alpha val="40000"/>
            </a:srgbClr>
          </a:solidFill>
          <a:ln w="0">
            <a:noFill/>
            <a:prstDash val="solid"/>
          </a:ln>
        </p:spPr>
      </p:sp>
      <p:sp>
        <p:nvSpPr>
          <p:cNvPr id="601" name="b_small_bar_ellipse_2839">
            <a:extLst>
              <a:ext uri="{FF2B5EF4-FFF2-40B4-BE49-F238E27FC236}">
                <a16:creationId xmlns:a16="http://schemas.microsoft.com/office/drawing/2014/main" id="{CD6DE6E6-A9C3-49F6-9D82-1B464D2C591B}"/>
              </a:ext>
            </a:extLst>
          </p:cNvPr>
          <p:cNvSpPr>
            <a:spLocks noGrp="1"/>
          </p:cNvSpPr>
          <p:nvPr/>
        </p:nvSpPr>
        <p:spPr>
          <a:xfrm>
            <a:off x="1848391" y="2479651"/>
            <a:ext cx="45341" cy="45341"/>
          </a:xfrm>
          <a:prstGeom prst="ellipse">
            <a:avLst/>
          </a:prstGeom>
          <a:solidFill>
            <a:srgbClr val="7D8990">
              <a:alpha val="40000"/>
            </a:srgbClr>
          </a:solidFill>
          <a:ln w="0">
            <a:noFill/>
            <a:prstDash val="solid"/>
          </a:ln>
        </p:spPr>
      </p:sp>
      <p:sp>
        <p:nvSpPr>
          <p:cNvPr id="602" name="b_small_bar_ellipse_2840">
            <a:extLst>
              <a:ext uri="{FF2B5EF4-FFF2-40B4-BE49-F238E27FC236}">
                <a16:creationId xmlns:a16="http://schemas.microsoft.com/office/drawing/2014/main" id="{9A76F16E-5CBC-42CC-B7C6-419374BDCB2F}"/>
              </a:ext>
            </a:extLst>
          </p:cNvPr>
          <p:cNvSpPr>
            <a:spLocks noGrp="1"/>
          </p:cNvSpPr>
          <p:nvPr/>
        </p:nvSpPr>
        <p:spPr>
          <a:xfrm>
            <a:off x="1796879" y="2583875"/>
            <a:ext cx="45341" cy="45341"/>
          </a:xfrm>
          <a:prstGeom prst="ellipse">
            <a:avLst/>
          </a:prstGeom>
          <a:solidFill>
            <a:srgbClr val="7D8990">
              <a:alpha val="40000"/>
            </a:srgbClr>
          </a:solidFill>
          <a:ln w="0">
            <a:noFill/>
            <a:prstDash val="solid"/>
          </a:ln>
        </p:spPr>
      </p:sp>
      <p:sp>
        <p:nvSpPr>
          <p:cNvPr id="603" name="b_small_bar_ellipse_2841">
            <a:extLst>
              <a:ext uri="{FF2B5EF4-FFF2-40B4-BE49-F238E27FC236}">
                <a16:creationId xmlns:a16="http://schemas.microsoft.com/office/drawing/2014/main" id="{89B96044-BDF7-4ACC-A593-ECC7FD92A643}"/>
              </a:ext>
            </a:extLst>
          </p:cNvPr>
          <p:cNvSpPr>
            <a:spLocks noGrp="1"/>
          </p:cNvSpPr>
          <p:nvPr/>
        </p:nvSpPr>
        <p:spPr>
          <a:xfrm>
            <a:off x="1931809" y="3576869"/>
            <a:ext cx="45341" cy="45341"/>
          </a:xfrm>
          <a:prstGeom prst="ellipse">
            <a:avLst/>
          </a:prstGeom>
          <a:solidFill>
            <a:srgbClr val="7D8990">
              <a:alpha val="40000"/>
            </a:srgbClr>
          </a:solidFill>
          <a:ln w="0">
            <a:noFill/>
            <a:prstDash val="solid"/>
          </a:ln>
        </p:spPr>
      </p:sp>
      <p:sp>
        <p:nvSpPr>
          <p:cNvPr id="604" name="b_small_bar_ellipse_2842">
            <a:extLst>
              <a:ext uri="{FF2B5EF4-FFF2-40B4-BE49-F238E27FC236}">
                <a16:creationId xmlns:a16="http://schemas.microsoft.com/office/drawing/2014/main" id="{9A1FB136-FE80-4243-BEDF-5E31588C1A00}"/>
              </a:ext>
            </a:extLst>
          </p:cNvPr>
          <p:cNvSpPr>
            <a:spLocks noGrp="1"/>
          </p:cNvSpPr>
          <p:nvPr/>
        </p:nvSpPr>
        <p:spPr>
          <a:xfrm>
            <a:off x="1895357" y="2521568"/>
            <a:ext cx="45341" cy="45341"/>
          </a:xfrm>
          <a:prstGeom prst="ellipse">
            <a:avLst/>
          </a:prstGeom>
          <a:solidFill>
            <a:srgbClr val="7D8990">
              <a:alpha val="40000"/>
            </a:srgbClr>
          </a:solidFill>
          <a:ln w="0">
            <a:noFill/>
            <a:prstDash val="solid"/>
          </a:ln>
        </p:spPr>
      </p:sp>
      <p:sp>
        <p:nvSpPr>
          <p:cNvPr id="605" name="b_small_bar_ellipse_2843">
            <a:extLst>
              <a:ext uri="{FF2B5EF4-FFF2-40B4-BE49-F238E27FC236}">
                <a16:creationId xmlns:a16="http://schemas.microsoft.com/office/drawing/2014/main" id="{32854F17-B47D-4CE5-9DE4-02F74E000FEC}"/>
              </a:ext>
            </a:extLst>
          </p:cNvPr>
          <p:cNvSpPr>
            <a:spLocks noGrp="1"/>
          </p:cNvSpPr>
          <p:nvPr/>
        </p:nvSpPr>
        <p:spPr>
          <a:xfrm>
            <a:off x="1880735" y="3342697"/>
            <a:ext cx="45341" cy="45341"/>
          </a:xfrm>
          <a:prstGeom prst="ellipse">
            <a:avLst/>
          </a:prstGeom>
          <a:solidFill>
            <a:srgbClr val="7D8990">
              <a:alpha val="40000"/>
            </a:srgbClr>
          </a:solidFill>
          <a:ln w="0">
            <a:noFill/>
            <a:prstDash val="solid"/>
          </a:ln>
        </p:spPr>
      </p:sp>
      <p:sp>
        <p:nvSpPr>
          <p:cNvPr id="606" name="b_small_bar_ellipse_2844">
            <a:extLst>
              <a:ext uri="{FF2B5EF4-FFF2-40B4-BE49-F238E27FC236}">
                <a16:creationId xmlns:a16="http://schemas.microsoft.com/office/drawing/2014/main" id="{77B6E0F6-CB2F-4CDD-B72D-230F1153F57D}"/>
              </a:ext>
            </a:extLst>
          </p:cNvPr>
          <p:cNvSpPr>
            <a:spLocks noGrp="1"/>
          </p:cNvSpPr>
          <p:nvPr/>
        </p:nvSpPr>
        <p:spPr>
          <a:xfrm>
            <a:off x="1792376" y="2608339"/>
            <a:ext cx="45341" cy="45341"/>
          </a:xfrm>
          <a:prstGeom prst="ellipse">
            <a:avLst/>
          </a:prstGeom>
          <a:solidFill>
            <a:srgbClr val="7D8990">
              <a:alpha val="40000"/>
            </a:srgbClr>
          </a:solidFill>
          <a:ln w="0">
            <a:noFill/>
            <a:prstDash val="solid"/>
          </a:ln>
        </p:spPr>
      </p:sp>
      <p:sp>
        <p:nvSpPr>
          <p:cNvPr id="607" name="b_small_bar_ellipse_2845">
            <a:extLst>
              <a:ext uri="{FF2B5EF4-FFF2-40B4-BE49-F238E27FC236}">
                <a16:creationId xmlns:a16="http://schemas.microsoft.com/office/drawing/2014/main" id="{DA8AF5BC-F0FD-4764-B0C3-8196611C1BF6}"/>
              </a:ext>
            </a:extLst>
          </p:cNvPr>
          <p:cNvSpPr>
            <a:spLocks noGrp="1"/>
          </p:cNvSpPr>
          <p:nvPr/>
        </p:nvSpPr>
        <p:spPr>
          <a:xfrm>
            <a:off x="1965791" y="3919721"/>
            <a:ext cx="45341" cy="45341"/>
          </a:xfrm>
          <a:prstGeom prst="ellipse">
            <a:avLst/>
          </a:prstGeom>
          <a:solidFill>
            <a:srgbClr val="7D8990">
              <a:alpha val="40000"/>
            </a:srgbClr>
          </a:solidFill>
          <a:ln w="0">
            <a:noFill/>
            <a:prstDash val="solid"/>
          </a:ln>
        </p:spPr>
      </p:sp>
      <p:sp>
        <p:nvSpPr>
          <p:cNvPr id="608" name="b_small_bar_ellipse_2846">
            <a:extLst>
              <a:ext uri="{FF2B5EF4-FFF2-40B4-BE49-F238E27FC236}">
                <a16:creationId xmlns:a16="http://schemas.microsoft.com/office/drawing/2014/main" id="{12A42FD0-A230-4DB1-A7F5-A33BE492B0F1}"/>
              </a:ext>
            </a:extLst>
          </p:cNvPr>
          <p:cNvSpPr>
            <a:spLocks noGrp="1"/>
          </p:cNvSpPr>
          <p:nvPr/>
        </p:nvSpPr>
        <p:spPr>
          <a:xfrm>
            <a:off x="1983684" y="2699005"/>
            <a:ext cx="45341" cy="45341"/>
          </a:xfrm>
          <a:prstGeom prst="ellipse">
            <a:avLst/>
          </a:prstGeom>
          <a:solidFill>
            <a:srgbClr val="7D8990">
              <a:alpha val="40000"/>
            </a:srgbClr>
          </a:solidFill>
          <a:ln w="0">
            <a:noFill/>
            <a:prstDash val="solid"/>
          </a:ln>
        </p:spPr>
      </p:sp>
      <p:sp>
        <p:nvSpPr>
          <p:cNvPr id="609" name="b_small_bar_ellipse_2847">
            <a:extLst>
              <a:ext uri="{FF2B5EF4-FFF2-40B4-BE49-F238E27FC236}">
                <a16:creationId xmlns:a16="http://schemas.microsoft.com/office/drawing/2014/main" id="{E20BACD2-44D6-4869-91FB-77E2C3912C82}"/>
              </a:ext>
            </a:extLst>
          </p:cNvPr>
          <p:cNvSpPr>
            <a:spLocks noGrp="1"/>
          </p:cNvSpPr>
          <p:nvPr/>
        </p:nvSpPr>
        <p:spPr>
          <a:xfrm>
            <a:off x="1809050" y="2453850"/>
            <a:ext cx="45341" cy="45341"/>
          </a:xfrm>
          <a:prstGeom prst="ellipse">
            <a:avLst/>
          </a:prstGeom>
          <a:solidFill>
            <a:srgbClr val="7D8990">
              <a:alpha val="40000"/>
            </a:srgbClr>
          </a:solidFill>
          <a:ln w="0">
            <a:noFill/>
            <a:prstDash val="solid"/>
          </a:ln>
        </p:spPr>
      </p:sp>
      <p:sp>
        <p:nvSpPr>
          <p:cNvPr id="610" name="b_small_bar_ellipse_2848">
            <a:extLst>
              <a:ext uri="{FF2B5EF4-FFF2-40B4-BE49-F238E27FC236}">
                <a16:creationId xmlns:a16="http://schemas.microsoft.com/office/drawing/2014/main" id="{37E8559B-24C4-4986-8978-F3FC7ABE9005}"/>
              </a:ext>
            </a:extLst>
          </p:cNvPr>
          <p:cNvSpPr>
            <a:spLocks noGrp="1"/>
          </p:cNvSpPr>
          <p:nvPr/>
        </p:nvSpPr>
        <p:spPr>
          <a:xfrm>
            <a:off x="1780841" y="3931535"/>
            <a:ext cx="45341" cy="45341"/>
          </a:xfrm>
          <a:prstGeom prst="ellipse">
            <a:avLst/>
          </a:prstGeom>
          <a:solidFill>
            <a:srgbClr val="7D8990">
              <a:alpha val="40000"/>
            </a:srgbClr>
          </a:solidFill>
          <a:ln w="0">
            <a:noFill/>
            <a:prstDash val="solid"/>
          </a:ln>
        </p:spPr>
      </p:sp>
      <p:sp>
        <p:nvSpPr>
          <p:cNvPr id="611" name="b_small_bar_ellipse_2849">
            <a:extLst>
              <a:ext uri="{FF2B5EF4-FFF2-40B4-BE49-F238E27FC236}">
                <a16:creationId xmlns:a16="http://schemas.microsoft.com/office/drawing/2014/main" id="{2A020F64-D212-4DE1-AA7B-7D3976953751}"/>
              </a:ext>
            </a:extLst>
          </p:cNvPr>
          <p:cNvSpPr>
            <a:spLocks noGrp="1"/>
          </p:cNvSpPr>
          <p:nvPr/>
        </p:nvSpPr>
        <p:spPr>
          <a:xfrm>
            <a:off x="1966300" y="2579751"/>
            <a:ext cx="45341" cy="45341"/>
          </a:xfrm>
          <a:prstGeom prst="ellipse">
            <a:avLst/>
          </a:prstGeom>
          <a:solidFill>
            <a:srgbClr val="7D8990">
              <a:alpha val="40000"/>
            </a:srgbClr>
          </a:solidFill>
          <a:ln w="0">
            <a:noFill/>
            <a:prstDash val="solid"/>
          </a:ln>
        </p:spPr>
      </p:sp>
      <p:sp>
        <p:nvSpPr>
          <p:cNvPr id="612" name="b_small_bar_ellipse_2850">
            <a:extLst>
              <a:ext uri="{FF2B5EF4-FFF2-40B4-BE49-F238E27FC236}">
                <a16:creationId xmlns:a16="http://schemas.microsoft.com/office/drawing/2014/main" id="{D8895781-860B-4043-B687-A26961DE4228}"/>
              </a:ext>
            </a:extLst>
          </p:cNvPr>
          <p:cNvSpPr>
            <a:spLocks noGrp="1"/>
          </p:cNvSpPr>
          <p:nvPr/>
        </p:nvSpPr>
        <p:spPr>
          <a:xfrm>
            <a:off x="1831562" y="2352588"/>
            <a:ext cx="45341" cy="45341"/>
          </a:xfrm>
          <a:prstGeom prst="ellipse">
            <a:avLst/>
          </a:prstGeom>
          <a:solidFill>
            <a:srgbClr val="7D8990">
              <a:alpha val="40000"/>
            </a:srgbClr>
          </a:solidFill>
          <a:ln w="0">
            <a:noFill/>
            <a:prstDash val="solid"/>
          </a:ln>
        </p:spPr>
      </p:sp>
      <p:sp>
        <p:nvSpPr>
          <p:cNvPr id="613" name="b_small_bar_ellipse_2851">
            <a:extLst>
              <a:ext uri="{FF2B5EF4-FFF2-40B4-BE49-F238E27FC236}">
                <a16:creationId xmlns:a16="http://schemas.microsoft.com/office/drawing/2014/main" id="{065D5AE8-5FDB-4858-B26D-62BD228FEB31}"/>
              </a:ext>
            </a:extLst>
          </p:cNvPr>
          <p:cNvSpPr>
            <a:spLocks noGrp="1"/>
          </p:cNvSpPr>
          <p:nvPr/>
        </p:nvSpPr>
        <p:spPr>
          <a:xfrm>
            <a:off x="1830045" y="3063818"/>
            <a:ext cx="45341" cy="45341"/>
          </a:xfrm>
          <a:prstGeom prst="ellipse">
            <a:avLst/>
          </a:prstGeom>
          <a:solidFill>
            <a:srgbClr val="7D8990">
              <a:alpha val="40000"/>
            </a:srgbClr>
          </a:solidFill>
          <a:ln w="0">
            <a:noFill/>
            <a:prstDash val="solid"/>
          </a:ln>
        </p:spPr>
      </p:sp>
      <p:sp>
        <p:nvSpPr>
          <p:cNvPr id="614" name="b_small_bar_ellipse_2852">
            <a:extLst>
              <a:ext uri="{FF2B5EF4-FFF2-40B4-BE49-F238E27FC236}">
                <a16:creationId xmlns:a16="http://schemas.microsoft.com/office/drawing/2014/main" id="{6F7A9638-54B3-4859-83C3-691B4D5D1780}"/>
              </a:ext>
            </a:extLst>
          </p:cNvPr>
          <p:cNvSpPr>
            <a:spLocks noGrp="1"/>
          </p:cNvSpPr>
          <p:nvPr/>
        </p:nvSpPr>
        <p:spPr>
          <a:xfrm>
            <a:off x="1901170" y="3607543"/>
            <a:ext cx="45341" cy="45341"/>
          </a:xfrm>
          <a:prstGeom prst="ellipse">
            <a:avLst/>
          </a:prstGeom>
          <a:solidFill>
            <a:srgbClr val="7D8990">
              <a:alpha val="40000"/>
            </a:srgbClr>
          </a:solidFill>
          <a:ln w="0">
            <a:noFill/>
            <a:prstDash val="solid"/>
          </a:ln>
        </p:spPr>
      </p:sp>
      <p:sp>
        <p:nvSpPr>
          <p:cNvPr id="615" name="b_small_bar_ellipse_2853">
            <a:extLst>
              <a:ext uri="{FF2B5EF4-FFF2-40B4-BE49-F238E27FC236}">
                <a16:creationId xmlns:a16="http://schemas.microsoft.com/office/drawing/2014/main" id="{17F993EC-CE5A-428A-91EB-57B7531ECA0B}"/>
              </a:ext>
            </a:extLst>
          </p:cNvPr>
          <p:cNvSpPr>
            <a:spLocks noGrp="1"/>
          </p:cNvSpPr>
          <p:nvPr/>
        </p:nvSpPr>
        <p:spPr>
          <a:xfrm>
            <a:off x="1914230" y="4081075"/>
            <a:ext cx="45341" cy="45341"/>
          </a:xfrm>
          <a:prstGeom prst="ellipse">
            <a:avLst/>
          </a:prstGeom>
          <a:solidFill>
            <a:srgbClr val="7D8990">
              <a:alpha val="40000"/>
            </a:srgbClr>
          </a:solidFill>
          <a:ln w="0">
            <a:noFill/>
            <a:prstDash val="solid"/>
          </a:ln>
        </p:spPr>
      </p:sp>
      <p:sp>
        <p:nvSpPr>
          <p:cNvPr id="616" name="b_small_bar_ellipse_2854">
            <a:extLst>
              <a:ext uri="{FF2B5EF4-FFF2-40B4-BE49-F238E27FC236}">
                <a16:creationId xmlns:a16="http://schemas.microsoft.com/office/drawing/2014/main" id="{403408AF-9363-4881-AE2C-EAE9C97E1AA6}"/>
              </a:ext>
            </a:extLst>
          </p:cNvPr>
          <p:cNvSpPr>
            <a:spLocks noGrp="1"/>
          </p:cNvSpPr>
          <p:nvPr/>
        </p:nvSpPr>
        <p:spPr>
          <a:xfrm>
            <a:off x="1987009" y="4457382"/>
            <a:ext cx="45341" cy="45341"/>
          </a:xfrm>
          <a:prstGeom prst="ellipse">
            <a:avLst/>
          </a:prstGeom>
          <a:solidFill>
            <a:srgbClr val="7D8990">
              <a:alpha val="40000"/>
            </a:srgbClr>
          </a:solidFill>
          <a:ln w="0">
            <a:noFill/>
            <a:prstDash val="solid"/>
          </a:ln>
        </p:spPr>
      </p:sp>
      <p:sp>
        <p:nvSpPr>
          <p:cNvPr id="617" name="b_small_bar_ellipse_2855">
            <a:extLst>
              <a:ext uri="{FF2B5EF4-FFF2-40B4-BE49-F238E27FC236}">
                <a16:creationId xmlns:a16="http://schemas.microsoft.com/office/drawing/2014/main" id="{1F1ED174-FF13-4C59-A889-04699BE9A39F}"/>
              </a:ext>
            </a:extLst>
          </p:cNvPr>
          <p:cNvSpPr>
            <a:spLocks noGrp="1"/>
          </p:cNvSpPr>
          <p:nvPr/>
        </p:nvSpPr>
        <p:spPr>
          <a:xfrm>
            <a:off x="1882510" y="2344098"/>
            <a:ext cx="45341" cy="45341"/>
          </a:xfrm>
          <a:prstGeom prst="ellipse">
            <a:avLst/>
          </a:prstGeom>
          <a:solidFill>
            <a:srgbClr val="7D8990">
              <a:alpha val="40000"/>
            </a:srgbClr>
          </a:solidFill>
          <a:ln w="0">
            <a:noFill/>
            <a:prstDash val="solid"/>
          </a:ln>
        </p:spPr>
      </p:sp>
      <p:sp>
        <p:nvSpPr>
          <p:cNvPr id="618" name="b_small_bar_ellipse_2856">
            <a:extLst>
              <a:ext uri="{FF2B5EF4-FFF2-40B4-BE49-F238E27FC236}">
                <a16:creationId xmlns:a16="http://schemas.microsoft.com/office/drawing/2014/main" id="{4CE6EBF4-15A0-4B0B-858C-BFD8E8564B25}"/>
              </a:ext>
            </a:extLst>
          </p:cNvPr>
          <p:cNvSpPr>
            <a:spLocks noGrp="1"/>
          </p:cNvSpPr>
          <p:nvPr/>
        </p:nvSpPr>
        <p:spPr>
          <a:xfrm>
            <a:off x="1905796" y="4153505"/>
            <a:ext cx="45341" cy="45341"/>
          </a:xfrm>
          <a:prstGeom prst="ellipse">
            <a:avLst/>
          </a:prstGeom>
          <a:solidFill>
            <a:srgbClr val="7D8990">
              <a:alpha val="40000"/>
            </a:srgbClr>
          </a:solidFill>
          <a:ln w="0">
            <a:noFill/>
            <a:prstDash val="solid"/>
          </a:ln>
        </p:spPr>
      </p:sp>
      <p:sp>
        <p:nvSpPr>
          <p:cNvPr id="619" name="b_small_bar_ellipse_2857">
            <a:extLst>
              <a:ext uri="{FF2B5EF4-FFF2-40B4-BE49-F238E27FC236}">
                <a16:creationId xmlns:a16="http://schemas.microsoft.com/office/drawing/2014/main" id="{D08B6866-2351-47F3-B537-2C126F2CD841}"/>
              </a:ext>
            </a:extLst>
          </p:cNvPr>
          <p:cNvSpPr>
            <a:spLocks noGrp="1"/>
          </p:cNvSpPr>
          <p:nvPr/>
        </p:nvSpPr>
        <p:spPr>
          <a:xfrm>
            <a:off x="1868232" y="4457382"/>
            <a:ext cx="45341" cy="45341"/>
          </a:xfrm>
          <a:prstGeom prst="ellipse">
            <a:avLst/>
          </a:prstGeom>
          <a:solidFill>
            <a:srgbClr val="7D8990">
              <a:alpha val="40000"/>
            </a:srgbClr>
          </a:solidFill>
          <a:ln w="0">
            <a:noFill/>
            <a:prstDash val="solid"/>
          </a:ln>
        </p:spPr>
      </p:sp>
      <p:sp>
        <p:nvSpPr>
          <p:cNvPr id="620" name="b_small_bar_ellipse_2858">
            <a:extLst>
              <a:ext uri="{FF2B5EF4-FFF2-40B4-BE49-F238E27FC236}">
                <a16:creationId xmlns:a16="http://schemas.microsoft.com/office/drawing/2014/main" id="{7A757711-74C5-4639-BE04-D9F4A5DF2F99}"/>
              </a:ext>
            </a:extLst>
          </p:cNvPr>
          <p:cNvSpPr>
            <a:spLocks noGrp="1"/>
          </p:cNvSpPr>
          <p:nvPr/>
        </p:nvSpPr>
        <p:spPr>
          <a:xfrm>
            <a:off x="1798418" y="3484566"/>
            <a:ext cx="45341" cy="45341"/>
          </a:xfrm>
          <a:prstGeom prst="ellipse">
            <a:avLst/>
          </a:prstGeom>
          <a:solidFill>
            <a:srgbClr val="7D8990">
              <a:alpha val="40000"/>
            </a:srgbClr>
          </a:solidFill>
          <a:ln w="0">
            <a:noFill/>
            <a:prstDash val="solid"/>
          </a:ln>
        </p:spPr>
      </p:sp>
      <p:sp>
        <p:nvSpPr>
          <p:cNvPr id="621" name="b_small_bar_ellipse_2859">
            <a:extLst>
              <a:ext uri="{FF2B5EF4-FFF2-40B4-BE49-F238E27FC236}">
                <a16:creationId xmlns:a16="http://schemas.microsoft.com/office/drawing/2014/main" id="{C137FED9-675A-4373-97EE-F40726B42DAF}"/>
              </a:ext>
            </a:extLst>
          </p:cNvPr>
          <p:cNvSpPr>
            <a:spLocks noGrp="1"/>
          </p:cNvSpPr>
          <p:nvPr/>
        </p:nvSpPr>
        <p:spPr>
          <a:xfrm>
            <a:off x="1799192" y="2580951"/>
            <a:ext cx="45341" cy="45341"/>
          </a:xfrm>
          <a:prstGeom prst="ellipse">
            <a:avLst/>
          </a:prstGeom>
          <a:solidFill>
            <a:srgbClr val="7D8990">
              <a:alpha val="40000"/>
            </a:srgbClr>
          </a:solidFill>
          <a:ln w="0">
            <a:noFill/>
            <a:prstDash val="solid"/>
          </a:ln>
        </p:spPr>
      </p:sp>
      <p:sp>
        <p:nvSpPr>
          <p:cNvPr id="622" name="b_small_bar_ellipse_2860">
            <a:extLst>
              <a:ext uri="{FF2B5EF4-FFF2-40B4-BE49-F238E27FC236}">
                <a16:creationId xmlns:a16="http://schemas.microsoft.com/office/drawing/2014/main" id="{A1F7D146-A14D-4682-9D96-023B951A5912}"/>
              </a:ext>
            </a:extLst>
          </p:cNvPr>
          <p:cNvSpPr>
            <a:spLocks noGrp="1"/>
          </p:cNvSpPr>
          <p:nvPr/>
        </p:nvSpPr>
        <p:spPr>
          <a:xfrm>
            <a:off x="1848020" y="2588263"/>
            <a:ext cx="45341" cy="45341"/>
          </a:xfrm>
          <a:prstGeom prst="ellipse">
            <a:avLst/>
          </a:prstGeom>
          <a:solidFill>
            <a:srgbClr val="7D8990">
              <a:alpha val="40000"/>
            </a:srgbClr>
          </a:solidFill>
          <a:ln w="0">
            <a:noFill/>
            <a:prstDash val="solid"/>
          </a:ln>
        </p:spPr>
      </p:sp>
      <p:sp>
        <p:nvSpPr>
          <p:cNvPr id="623" name="b_small_bar_ellipse_2861">
            <a:extLst>
              <a:ext uri="{FF2B5EF4-FFF2-40B4-BE49-F238E27FC236}">
                <a16:creationId xmlns:a16="http://schemas.microsoft.com/office/drawing/2014/main" id="{6A62284B-DBC8-439A-BC4A-76FC4C1E4BF6}"/>
              </a:ext>
            </a:extLst>
          </p:cNvPr>
          <p:cNvSpPr>
            <a:spLocks noGrp="1"/>
          </p:cNvSpPr>
          <p:nvPr/>
        </p:nvSpPr>
        <p:spPr>
          <a:xfrm>
            <a:off x="1794094" y="4457382"/>
            <a:ext cx="45341" cy="45341"/>
          </a:xfrm>
          <a:prstGeom prst="ellipse">
            <a:avLst/>
          </a:prstGeom>
          <a:solidFill>
            <a:srgbClr val="7D8990">
              <a:alpha val="40000"/>
            </a:srgbClr>
          </a:solidFill>
          <a:ln w="0">
            <a:noFill/>
            <a:prstDash val="solid"/>
          </a:ln>
        </p:spPr>
      </p:sp>
      <p:sp>
        <p:nvSpPr>
          <p:cNvPr id="624" name="b_small_bar_ellipse_2862">
            <a:extLst>
              <a:ext uri="{FF2B5EF4-FFF2-40B4-BE49-F238E27FC236}">
                <a16:creationId xmlns:a16="http://schemas.microsoft.com/office/drawing/2014/main" id="{A16ACA7A-7150-4D6F-9392-2845A96D8B5B}"/>
              </a:ext>
            </a:extLst>
          </p:cNvPr>
          <p:cNvSpPr>
            <a:spLocks noGrp="1"/>
          </p:cNvSpPr>
          <p:nvPr/>
        </p:nvSpPr>
        <p:spPr>
          <a:xfrm>
            <a:off x="1825638" y="3413758"/>
            <a:ext cx="45341" cy="45341"/>
          </a:xfrm>
          <a:prstGeom prst="ellipse">
            <a:avLst/>
          </a:prstGeom>
          <a:solidFill>
            <a:srgbClr val="7D8990">
              <a:alpha val="40000"/>
            </a:srgbClr>
          </a:solidFill>
          <a:ln w="0">
            <a:noFill/>
            <a:prstDash val="solid"/>
          </a:ln>
        </p:spPr>
      </p:sp>
      <p:sp>
        <p:nvSpPr>
          <p:cNvPr id="625" name="b_small_bar_ellipse_2863">
            <a:extLst>
              <a:ext uri="{FF2B5EF4-FFF2-40B4-BE49-F238E27FC236}">
                <a16:creationId xmlns:a16="http://schemas.microsoft.com/office/drawing/2014/main" id="{6B85CF8F-058C-4444-9BFF-A08DD4476980}"/>
              </a:ext>
            </a:extLst>
          </p:cNvPr>
          <p:cNvSpPr>
            <a:spLocks noGrp="1"/>
          </p:cNvSpPr>
          <p:nvPr/>
        </p:nvSpPr>
        <p:spPr>
          <a:xfrm>
            <a:off x="1949056" y="3678287"/>
            <a:ext cx="45341" cy="45341"/>
          </a:xfrm>
          <a:prstGeom prst="ellipse">
            <a:avLst/>
          </a:prstGeom>
          <a:solidFill>
            <a:srgbClr val="7D8990">
              <a:alpha val="40000"/>
            </a:srgbClr>
          </a:solidFill>
          <a:ln w="0">
            <a:noFill/>
            <a:prstDash val="solid"/>
          </a:ln>
        </p:spPr>
      </p:sp>
      <p:sp>
        <p:nvSpPr>
          <p:cNvPr id="626" name="b_small_bar_ellipse_2864">
            <a:extLst>
              <a:ext uri="{FF2B5EF4-FFF2-40B4-BE49-F238E27FC236}">
                <a16:creationId xmlns:a16="http://schemas.microsoft.com/office/drawing/2014/main" id="{44C53D83-73D8-4081-B9DE-EAD6B1B428B3}"/>
              </a:ext>
            </a:extLst>
          </p:cNvPr>
          <p:cNvSpPr>
            <a:spLocks noGrp="1"/>
          </p:cNvSpPr>
          <p:nvPr/>
        </p:nvSpPr>
        <p:spPr>
          <a:xfrm>
            <a:off x="1875092" y="2354515"/>
            <a:ext cx="45341" cy="45341"/>
          </a:xfrm>
          <a:prstGeom prst="ellipse">
            <a:avLst/>
          </a:prstGeom>
          <a:solidFill>
            <a:srgbClr val="7D8990">
              <a:alpha val="40000"/>
            </a:srgbClr>
          </a:solidFill>
          <a:ln w="0">
            <a:noFill/>
            <a:prstDash val="solid"/>
          </a:ln>
        </p:spPr>
      </p:sp>
      <p:sp>
        <p:nvSpPr>
          <p:cNvPr id="627" name="b_small_bar_ellipse_2865">
            <a:extLst>
              <a:ext uri="{FF2B5EF4-FFF2-40B4-BE49-F238E27FC236}">
                <a16:creationId xmlns:a16="http://schemas.microsoft.com/office/drawing/2014/main" id="{21EBBF3E-52A7-4812-9D24-B7C95EFCA86C}"/>
              </a:ext>
            </a:extLst>
          </p:cNvPr>
          <p:cNvSpPr>
            <a:spLocks noGrp="1"/>
          </p:cNvSpPr>
          <p:nvPr/>
        </p:nvSpPr>
        <p:spPr>
          <a:xfrm>
            <a:off x="1900706" y="2913842"/>
            <a:ext cx="45341" cy="45341"/>
          </a:xfrm>
          <a:prstGeom prst="ellipse">
            <a:avLst/>
          </a:prstGeom>
          <a:solidFill>
            <a:srgbClr val="7D8990">
              <a:alpha val="40000"/>
            </a:srgbClr>
          </a:solidFill>
          <a:ln w="0">
            <a:noFill/>
            <a:prstDash val="solid"/>
          </a:ln>
        </p:spPr>
      </p:sp>
      <p:sp>
        <p:nvSpPr>
          <p:cNvPr id="628" name="b_small_bar_ellipse_2866">
            <a:extLst>
              <a:ext uri="{FF2B5EF4-FFF2-40B4-BE49-F238E27FC236}">
                <a16:creationId xmlns:a16="http://schemas.microsoft.com/office/drawing/2014/main" id="{9A7F1224-6F48-44E4-A77D-94226390D98E}"/>
              </a:ext>
            </a:extLst>
          </p:cNvPr>
          <p:cNvSpPr>
            <a:spLocks noGrp="1"/>
          </p:cNvSpPr>
          <p:nvPr/>
        </p:nvSpPr>
        <p:spPr>
          <a:xfrm>
            <a:off x="1938061" y="2443405"/>
            <a:ext cx="45341" cy="45341"/>
          </a:xfrm>
          <a:prstGeom prst="ellipse">
            <a:avLst/>
          </a:prstGeom>
          <a:solidFill>
            <a:srgbClr val="7D8990">
              <a:alpha val="40000"/>
            </a:srgbClr>
          </a:solidFill>
          <a:ln w="0">
            <a:noFill/>
            <a:prstDash val="solid"/>
          </a:ln>
        </p:spPr>
      </p:sp>
      <p:sp>
        <p:nvSpPr>
          <p:cNvPr id="629" name="b_small_bar_ellipse_2867">
            <a:extLst>
              <a:ext uri="{FF2B5EF4-FFF2-40B4-BE49-F238E27FC236}">
                <a16:creationId xmlns:a16="http://schemas.microsoft.com/office/drawing/2014/main" id="{77D8BDB1-407B-4FC0-93AE-8B40524664B7}"/>
              </a:ext>
            </a:extLst>
          </p:cNvPr>
          <p:cNvSpPr>
            <a:spLocks noGrp="1"/>
          </p:cNvSpPr>
          <p:nvPr/>
        </p:nvSpPr>
        <p:spPr>
          <a:xfrm>
            <a:off x="1853159" y="4281646"/>
            <a:ext cx="45341" cy="45341"/>
          </a:xfrm>
          <a:prstGeom prst="ellipse">
            <a:avLst/>
          </a:prstGeom>
          <a:solidFill>
            <a:srgbClr val="7D8990">
              <a:alpha val="40000"/>
            </a:srgbClr>
          </a:solidFill>
          <a:ln w="0">
            <a:noFill/>
            <a:prstDash val="solid"/>
          </a:ln>
        </p:spPr>
      </p:sp>
      <p:sp>
        <p:nvSpPr>
          <p:cNvPr id="630" name="b_small_bar_ellipse_2868">
            <a:extLst>
              <a:ext uri="{FF2B5EF4-FFF2-40B4-BE49-F238E27FC236}">
                <a16:creationId xmlns:a16="http://schemas.microsoft.com/office/drawing/2014/main" id="{E1361489-B109-4339-91A2-1185A801747A}"/>
              </a:ext>
            </a:extLst>
          </p:cNvPr>
          <p:cNvSpPr>
            <a:spLocks noGrp="1"/>
          </p:cNvSpPr>
          <p:nvPr/>
        </p:nvSpPr>
        <p:spPr>
          <a:xfrm>
            <a:off x="1920545" y="4457382"/>
            <a:ext cx="45341" cy="45341"/>
          </a:xfrm>
          <a:prstGeom prst="ellipse">
            <a:avLst/>
          </a:prstGeom>
          <a:solidFill>
            <a:srgbClr val="7D8990">
              <a:alpha val="40000"/>
            </a:srgbClr>
          </a:solidFill>
          <a:ln w="0">
            <a:noFill/>
            <a:prstDash val="solid"/>
          </a:ln>
        </p:spPr>
      </p:sp>
      <p:sp>
        <p:nvSpPr>
          <p:cNvPr id="631" name="b_small_bar_ellipse_2869">
            <a:extLst>
              <a:ext uri="{FF2B5EF4-FFF2-40B4-BE49-F238E27FC236}">
                <a16:creationId xmlns:a16="http://schemas.microsoft.com/office/drawing/2014/main" id="{2B84BC8B-FF1D-4E6B-A268-5F8707BE60BA}"/>
              </a:ext>
            </a:extLst>
          </p:cNvPr>
          <p:cNvSpPr>
            <a:spLocks noGrp="1"/>
          </p:cNvSpPr>
          <p:nvPr/>
        </p:nvSpPr>
        <p:spPr>
          <a:xfrm>
            <a:off x="1920479" y="2417606"/>
            <a:ext cx="45341" cy="45341"/>
          </a:xfrm>
          <a:prstGeom prst="ellipse">
            <a:avLst/>
          </a:prstGeom>
          <a:solidFill>
            <a:srgbClr val="7D8990">
              <a:alpha val="40000"/>
            </a:srgbClr>
          </a:solidFill>
          <a:ln w="0">
            <a:noFill/>
            <a:prstDash val="solid"/>
          </a:ln>
        </p:spPr>
      </p:sp>
      <p:sp>
        <p:nvSpPr>
          <p:cNvPr id="632" name="b_small_bar_ellipse_2870">
            <a:extLst>
              <a:ext uri="{FF2B5EF4-FFF2-40B4-BE49-F238E27FC236}">
                <a16:creationId xmlns:a16="http://schemas.microsoft.com/office/drawing/2014/main" id="{618505A3-E676-4A27-9CCD-5AC74B9302E3}"/>
              </a:ext>
            </a:extLst>
          </p:cNvPr>
          <p:cNvSpPr>
            <a:spLocks noGrp="1"/>
          </p:cNvSpPr>
          <p:nvPr/>
        </p:nvSpPr>
        <p:spPr>
          <a:xfrm>
            <a:off x="1845259" y="3005888"/>
            <a:ext cx="45341" cy="45341"/>
          </a:xfrm>
          <a:prstGeom prst="ellipse">
            <a:avLst/>
          </a:prstGeom>
          <a:solidFill>
            <a:srgbClr val="7D8990">
              <a:alpha val="40000"/>
            </a:srgbClr>
          </a:solidFill>
          <a:ln w="0">
            <a:noFill/>
            <a:prstDash val="solid"/>
          </a:ln>
        </p:spPr>
      </p:sp>
      <p:sp>
        <p:nvSpPr>
          <p:cNvPr id="633" name="b_small_bar_ellipse_2871">
            <a:extLst>
              <a:ext uri="{FF2B5EF4-FFF2-40B4-BE49-F238E27FC236}">
                <a16:creationId xmlns:a16="http://schemas.microsoft.com/office/drawing/2014/main" id="{F867C070-FF05-4121-B644-1FE3766271AB}"/>
              </a:ext>
            </a:extLst>
          </p:cNvPr>
          <p:cNvSpPr>
            <a:spLocks noGrp="1"/>
          </p:cNvSpPr>
          <p:nvPr/>
        </p:nvSpPr>
        <p:spPr>
          <a:xfrm>
            <a:off x="1787099" y="3594619"/>
            <a:ext cx="45341" cy="45341"/>
          </a:xfrm>
          <a:prstGeom prst="ellipse">
            <a:avLst/>
          </a:prstGeom>
          <a:solidFill>
            <a:srgbClr val="7D8990">
              <a:alpha val="40000"/>
            </a:srgbClr>
          </a:solidFill>
          <a:ln w="0">
            <a:noFill/>
            <a:prstDash val="solid"/>
          </a:ln>
        </p:spPr>
      </p:sp>
      <p:sp>
        <p:nvSpPr>
          <p:cNvPr id="634" name="b_small_bar_ellipse_2872">
            <a:extLst>
              <a:ext uri="{FF2B5EF4-FFF2-40B4-BE49-F238E27FC236}">
                <a16:creationId xmlns:a16="http://schemas.microsoft.com/office/drawing/2014/main" id="{5CF7774E-E072-40B8-AE0E-49086D898763}"/>
              </a:ext>
            </a:extLst>
          </p:cNvPr>
          <p:cNvSpPr>
            <a:spLocks noGrp="1"/>
          </p:cNvSpPr>
          <p:nvPr/>
        </p:nvSpPr>
        <p:spPr>
          <a:xfrm>
            <a:off x="1951355" y="4448633"/>
            <a:ext cx="45341" cy="45341"/>
          </a:xfrm>
          <a:prstGeom prst="ellipse">
            <a:avLst/>
          </a:prstGeom>
          <a:solidFill>
            <a:srgbClr val="7D8990">
              <a:alpha val="40000"/>
            </a:srgbClr>
          </a:solidFill>
          <a:ln w="0">
            <a:noFill/>
            <a:prstDash val="solid"/>
          </a:ln>
        </p:spPr>
      </p:sp>
      <p:sp>
        <p:nvSpPr>
          <p:cNvPr id="635" name="b_small_bar_ellipse_2873">
            <a:extLst>
              <a:ext uri="{FF2B5EF4-FFF2-40B4-BE49-F238E27FC236}">
                <a16:creationId xmlns:a16="http://schemas.microsoft.com/office/drawing/2014/main" id="{2CD80C31-B564-405E-B49D-C95063D3D3AA}"/>
              </a:ext>
            </a:extLst>
          </p:cNvPr>
          <p:cNvSpPr>
            <a:spLocks noGrp="1"/>
          </p:cNvSpPr>
          <p:nvPr/>
        </p:nvSpPr>
        <p:spPr>
          <a:xfrm>
            <a:off x="1820796" y="2737608"/>
            <a:ext cx="45341" cy="45341"/>
          </a:xfrm>
          <a:prstGeom prst="ellipse">
            <a:avLst/>
          </a:prstGeom>
          <a:solidFill>
            <a:srgbClr val="7D8990">
              <a:alpha val="40000"/>
            </a:srgbClr>
          </a:solidFill>
          <a:ln w="0">
            <a:noFill/>
            <a:prstDash val="solid"/>
          </a:ln>
        </p:spPr>
      </p:sp>
      <p:sp>
        <p:nvSpPr>
          <p:cNvPr id="636" name="b_small_bar_ellipse_2874">
            <a:extLst>
              <a:ext uri="{FF2B5EF4-FFF2-40B4-BE49-F238E27FC236}">
                <a16:creationId xmlns:a16="http://schemas.microsoft.com/office/drawing/2014/main" id="{4B3B0417-CF16-4AB4-AE46-E35E640CBF6B}"/>
              </a:ext>
            </a:extLst>
          </p:cNvPr>
          <p:cNvSpPr>
            <a:spLocks noGrp="1"/>
          </p:cNvSpPr>
          <p:nvPr/>
        </p:nvSpPr>
        <p:spPr>
          <a:xfrm>
            <a:off x="1885492" y="2432945"/>
            <a:ext cx="45341" cy="45341"/>
          </a:xfrm>
          <a:prstGeom prst="ellipse">
            <a:avLst/>
          </a:prstGeom>
          <a:solidFill>
            <a:srgbClr val="7D8990">
              <a:alpha val="40000"/>
            </a:srgbClr>
          </a:solidFill>
          <a:ln w="0">
            <a:noFill/>
            <a:prstDash val="solid"/>
          </a:ln>
        </p:spPr>
      </p:sp>
      <p:sp>
        <p:nvSpPr>
          <p:cNvPr id="637" name="b_small_bar_ellipse_2875">
            <a:extLst>
              <a:ext uri="{FF2B5EF4-FFF2-40B4-BE49-F238E27FC236}">
                <a16:creationId xmlns:a16="http://schemas.microsoft.com/office/drawing/2014/main" id="{5DD87E3C-A850-4758-ADC1-E1116F3B0DEB}"/>
              </a:ext>
            </a:extLst>
          </p:cNvPr>
          <p:cNvSpPr>
            <a:spLocks noGrp="1"/>
          </p:cNvSpPr>
          <p:nvPr/>
        </p:nvSpPr>
        <p:spPr>
          <a:xfrm>
            <a:off x="1802174" y="2448280"/>
            <a:ext cx="45341" cy="45341"/>
          </a:xfrm>
          <a:prstGeom prst="ellipse">
            <a:avLst/>
          </a:prstGeom>
          <a:solidFill>
            <a:srgbClr val="7D8990">
              <a:alpha val="40000"/>
            </a:srgbClr>
          </a:solidFill>
          <a:ln w="0">
            <a:noFill/>
            <a:prstDash val="solid"/>
          </a:ln>
        </p:spPr>
      </p:sp>
      <p:sp>
        <p:nvSpPr>
          <p:cNvPr id="638" name="b_small_bar_ellipse_2876">
            <a:extLst>
              <a:ext uri="{FF2B5EF4-FFF2-40B4-BE49-F238E27FC236}">
                <a16:creationId xmlns:a16="http://schemas.microsoft.com/office/drawing/2014/main" id="{11C7E6E7-D148-4860-8F20-DA11E12D3ADE}"/>
              </a:ext>
            </a:extLst>
          </p:cNvPr>
          <p:cNvSpPr>
            <a:spLocks noGrp="1"/>
          </p:cNvSpPr>
          <p:nvPr/>
        </p:nvSpPr>
        <p:spPr>
          <a:xfrm>
            <a:off x="1810637" y="3208062"/>
            <a:ext cx="45341" cy="45341"/>
          </a:xfrm>
          <a:prstGeom prst="ellipse">
            <a:avLst/>
          </a:prstGeom>
          <a:solidFill>
            <a:srgbClr val="7D8990">
              <a:alpha val="40000"/>
            </a:srgbClr>
          </a:solidFill>
          <a:ln w="0">
            <a:noFill/>
            <a:prstDash val="solid"/>
          </a:ln>
        </p:spPr>
      </p:sp>
      <p:sp>
        <p:nvSpPr>
          <p:cNvPr id="639" name="b_small_bar_ellipse_2877">
            <a:extLst>
              <a:ext uri="{FF2B5EF4-FFF2-40B4-BE49-F238E27FC236}">
                <a16:creationId xmlns:a16="http://schemas.microsoft.com/office/drawing/2014/main" id="{737117C1-9BD1-4306-8FDB-BAAD7846B241}"/>
              </a:ext>
            </a:extLst>
          </p:cNvPr>
          <p:cNvSpPr>
            <a:spLocks noGrp="1"/>
          </p:cNvSpPr>
          <p:nvPr/>
        </p:nvSpPr>
        <p:spPr>
          <a:xfrm>
            <a:off x="1823073" y="2638240"/>
            <a:ext cx="45341" cy="45341"/>
          </a:xfrm>
          <a:prstGeom prst="ellipse">
            <a:avLst/>
          </a:prstGeom>
          <a:solidFill>
            <a:srgbClr val="7D8990">
              <a:alpha val="40000"/>
            </a:srgbClr>
          </a:solidFill>
          <a:ln w="0">
            <a:noFill/>
            <a:prstDash val="solid"/>
          </a:ln>
        </p:spPr>
      </p:sp>
      <p:sp>
        <p:nvSpPr>
          <p:cNvPr id="640" name="b_small_bar_ellipse_2878">
            <a:extLst>
              <a:ext uri="{FF2B5EF4-FFF2-40B4-BE49-F238E27FC236}">
                <a16:creationId xmlns:a16="http://schemas.microsoft.com/office/drawing/2014/main" id="{1CAA88CD-F053-40C0-90CE-4DFA73D7672A}"/>
              </a:ext>
            </a:extLst>
          </p:cNvPr>
          <p:cNvSpPr>
            <a:spLocks noGrp="1"/>
          </p:cNvSpPr>
          <p:nvPr/>
        </p:nvSpPr>
        <p:spPr>
          <a:xfrm>
            <a:off x="1782445" y="2873727"/>
            <a:ext cx="45341" cy="45341"/>
          </a:xfrm>
          <a:prstGeom prst="ellipse">
            <a:avLst/>
          </a:prstGeom>
          <a:solidFill>
            <a:srgbClr val="7D8990">
              <a:alpha val="40000"/>
            </a:srgbClr>
          </a:solidFill>
          <a:ln w="0">
            <a:noFill/>
            <a:prstDash val="solid"/>
          </a:ln>
        </p:spPr>
      </p:sp>
      <p:sp>
        <p:nvSpPr>
          <p:cNvPr id="641" name="b_small_bar_ellipse_2879">
            <a:extLst>
              <a:ext uri="{FF2B5EF4-FFF2-40B4-BE49-F238E27FC236}">
                <a16:creationId xmlns:a16="http://schemas.microsoft.com/office/drawing/2014/main" id="{D2D05295-D0C9-4CD5-BB51-8153BE6BEFD7}"/>
              </a:ext>
            </a:extLst>
          </p:cNvPr>
          <p:cNvSpPr>
            <a:spLocks noGrp="1"/>
          </p:cNvSpPr>
          <p:nvPr/>
        </p:nvSpPr>
        <p:spPr>
          <a:xfrm>
            <a:off x="1971524" y="2814716"/>
            <a:ext cx="45341" cy="45341"/>
          </a:xfrm>
          <a:prstGeom prst="ellipse">
            <a:avLst/>
          </a:prstGeom>
          <a:solidFill>
            <a:srgbClr val="7D8990">
              <a:alpha val="40000"/>
            </a:srgbClr>
          </a:solidFill>
          <a:ln w="0">
            <a:noFill/>
            <a:prstDash val="solid"/>
          </a:ln>
        </p:spPr>
      </p:sp>
      <p:sp>
        <p:nvSpPr>
          <p:cNvPr id="642" name="b_small_bar_ellipse_2880">
            <a:extLst>
              <a:ext uri="{FF2B5EF4-FFF2-40B4-BE49-F238E27FC236}">
                <a16:creationId xmlns:a16="http://schemas.microsoft.com/office/drawing/2014/main" id="{21B5B3F7-9628-4C6D-88B7-090CC8CED5D0}"/>
              </a:ext>
            </a:extLst>
          </p:cNvPr>
          <p:cNvSpPr>
            <a:spLocks noGrp="1"/>
          </p:cNvSpPr>
          <p:nvPr/>
        </p:nvSpPr>
        <p:spPr>
          <a:xfrm>
            <a:off x="1793125" y="3906412"/>
            <a:ext cx="45341" cy="45341"/>
          </a:xfrm>
          <a:prstGeom prst="ellipse">
            <a:avLst/>
          </a:prstGeom>
          <a:solidFill>
            <a:srgbClr val="7D8990">
              <a:alpha val="40000"/>
            </a:srgbClr>
          </a:solidFill>
          <a:ln w="0">
            <a:noFill/>
            <a:prstDash val="solid"/>
          </a:ln>
        </p:spPr>
      </p:sp>
      <p:sp>
        <p:nvSpPr>
          <p:cNvPr id="643" name="b_small_bar_ellipse_2881">
            <a:extLst>
              <a:ext uri="{FF2B5EF4-FFF2-40B4-BE49-F238E27FC236}">
                <a16:creationId xmlns:a16="http://schemas.microsoft.com/office/drawing/2014/main" id="{5A9B3B27-BA88-46D2-BAEC-3ADCD0598E27}"/>
              </a:ext>
            </a:extLst>
          </p:cNvPr>
          <p:cNvSpPr>
            <a:spLocks noGrp="1"/>
          </p:cNvSpPr>
          <p:nvPr/>
        </p:nvSpPr>
        <p:spPr>
          <a:xfrm>
            <a:off x="1797927" y="2848882"/>
            <a:ext cx="45341" cy="45341"/>
          </a:xfrm>
          <a:prstGeom prst="ellipse">
            <a:avLst/>
          </a:prstGeom>
          <a:solidFill>
            <a:srgbClr val="7D8990">
              <a:alpha val="40000"/>
            </a:srgbClr>
          </a:solidFill>
          <a:ln w="0">
            <a:noFill/>
            <a:prstDash val="solid"/>
          </a:ln>
        </p:spPr>
      </p:sp>
      <p:sp>
        <p:nvSpPr>
          <p:cNvPr id="644" name="b_small_bar_ellipse_2882">
            <a:extLst>
              <a:ext uri="{FF2B5EF4-FFF2-40B4-BE49-F238E27FC236}">
                <a16:creationId xmlns:a16="http://schemas.microsoft.com/office/drawing/2014/main" id="{D7A670E0-059F-4B4E-9549-52232B1CF867}"/>
              </a:ext>
            </a:extLst>
          </p:cNvPr>
          <p:cNvSpPr>
            <a:spLocks noGrp="1"/>
          </p:cNvSpPr>
          <p:nvPr/>
        </p:nvSpPr>
        <p:spPr>
          <a:xfrm>
            <a:off x="1969047" y="4457382"/>
            <a:ext cx="45341" cy="45341"/>
          </a:xfrm>
          <a:prstGeom prst="ellipse">
            <a:avLst/>
          </a:prstGeom>
          <a:solidFill>
            <a:srgbClr val="7D8990">
              <a:alpha val="40000"/>
            </a:srgbClr>
          </a:solidFill>
          <a:ln w="0">
            <a:noFill/>
            <a:prstDash val="solid"/>
          </a:ln>
        </p:spPr>
      </p:sp>
      <p:sp>
        <p:nvSpPr>
          <p:cNvPr id="645" name="b_small_bar_ellipse_2883">
            <a:extLst>
              <a:ext uri="{FF2B5EF4-FFF2-40B4-BE49-F238E27FC236}">
                <a16:creationId xmlns:a16="http://schemas.microsoft.com/office/drawing/2014/main" id="{667480F7-F772-4AF3-AB88-F98DF41D977E}"/>
              </a:ext>
            </a:extLst>
          </p:cNvPr>
          <p:cNvSpPr>
            <a:spLocks noGrp="1"/>
          </p:cNvSpPr>
          <p:nvPr/>
        </p:nvSpPr>
        <p:spPr>
          <a:xfrm>
            <a:off x="1892565" y="4394674"/>
            <a:ext cx="45341" cy="45341"/>
          </a:xfrm>
          <a:prstGeom prst="ellipse">
            <a:avLst/>
          </a:prstGeom>
          <a:solidFill>
            <a:srgbClr val="7D8990">
              <a:alpha val="40000"/>
            </a:srgbClr>
          </a:solidFill>
          <a:ln w="0">
            <a:noFill/>
            <a:prstDash val="solid"/>
          </a:ln>
        </p:spPr>
      </p:sp>
      <p:sp>
        <p:nvSpPr>
          <p:cNvPr id="646" name="b_small_bar_ellipse_2884">
            <a:extLst>
              <a:ext uri="{FF2B5EF4-FFF2-40B4-BE49-F238E27FC236}">
                <a16:creationId xmlns:a16="http://schemas.microsoft.com/office/drawing/2014/main" id="{D6627985-15E7-4649-8564-AB9AFC4108E1}"/>
              </a:ext>
            </a:extLst>
          </p:cNvPr>
          <p:cNvSpPr>
            <a:spLocks noGrp="1"/>
          </p:cNvSpPr>
          <p:nvPr/>
        </p:nvSpPr>
        <p:spPr>
          <a:xfrm>
            <a:off x="1904910" y="4457382"/>
            <a:ext cx="45341" cy="45341"/>
          </a:xfrm>
          <a:prstGeom prst="ellipse">
            <a:avLst/>
          </a:prstGeom>
          <a:solidFill>
            <a:srgbClr val="7D8990">
              <a:alpha val="40000"/>
            </a:srgbClr>
          </a:solidFill>
          <a:ln w="0">
            <a:noFill/>
            <a:prstDash val="solid"/>
          </a:ln>
        </p:spPr>
      </p:sp>
      <p:sp>
        <p:nvSpPr>
          <p:cNvPr id="647" name="b_small_bar_ellipse_2885">
            <a:extLst>
              <a:ext uri="{FF2B5EF4-FFF2-40B4-BE49-F238E27FC236}">
                <a16:creationId xmlns:a16="http://schemas.microsoft.com/office/drawing/2014/main" id="{B8417C93-AFD4-4E26-8EA0-0BE68A1E6C54}"/>
              </a:ext>
            </a:extLst>
          </p:cNvPr>
          <p:cNvSpPr>
            <a:spLocks noGrp="1"/>
          </p:cNvSpPr>
          <p:nvPr/>
        </p:nvSpPr>
        <p:spPr>
          <a:xfrm>
            <a:off x="1868951" y="3397527"/>
            <a:ext cx="45341" cy="45341"/>
          </a:xfrm>
          <a:prstGeom prst="ellipse">
            <a:avLst/>
          </a:prstGeom>
          <a:solidFill>
            <a:srgbClr val="7D8990">
              <a:alpha val="40000"/>
            </a:srgbClr>
          </a:solidFill>
          <a:ln w="0">
            <a:noFill/>
            <a:prstDash val="solid"/>
          </a:ln>
        </p:spPr>
      </p:sp>
      <p:sp>
        <p:nvSpPr>
          <p:cNvPr id="648" name="b_small_bar_ellipse_2886">
            <a:extLst>
              <a:ext uri="{FF2B5EF4-FFF2-40B4-BE49-F238E27FC236}">
                <a16:creationId xmlns:a16="http://schemas.microsoft.com/office/drawing/2014/main" id="{C1E74901-3007-4BCA-9056-9A0272DDBDA3}"/>
              </a:ext>
            </a:extLst>
          </p:cNvPr>
          <p:cNvSpPr>
            <a:spLocks noGrp="1"/>
          </p:cNvSpPr>
          <p:nvPr/>
        </p:nvSpPr>
        <p:spPr>
          <a:xfrm>
            <a:off x="1852191" y="3925739"/>
            <a:ext cx="45341" cy="45341"/>
          </a:xfrm>
          <a:prstGeom prst="ellipse">
            <a:avLst/>
          </a:prstGeom>
          <a:solidFill>
            <a:srgbClr val="7D8990">
              <a:alpha val="40000"/>
            </a:srgbClr>
          </a:solidFill>
          <a:ln w="0">
            <a:noFill/>
            <a:prstDash val="solid"/>
          </a:ln>
        </p:spPr>
      </p:sp>
      <p:sp>
        <p:nvSpPr>
          <p:cNvPr id="649" name="b_small_bar_ellipse_2887">
            <a:extLst>
              <a:ext uri="{FF2B5EF4-FFF2-40B4-BE49-F238E27FC236}">
                <a16:creationId xmlns:a16="http://schemas.microsoft.com/office/drawing/2014/main" id="{A39AC6C0-DD0F-44D3-9D32-BD507D618AEB}"/>
              </a:ext>
            </a:extLst>
          </p:cNvPr>
          <p:cNvSpPr>
            <a:spLocks noGrp="1"/>
          </p:cNvSpPr>
          <p:nvPr/>
        </p:nvSpPr>
        <p:spPr>
          <a:xfrm>
            <a:off x="1814185" y="2410842"/>
            <a:ext cx="45341" cy="45341"/>
          </a:xfrm>
          <a:prstGeom prst="ellipse">
            <a:avLst/>
          </a:prstGeom>
          <a:solidFill>
            <a:srgbClr val="7D8990">
              <a:alpha val="40000"/>
            </a:srgbClr>
          </a:solidFill>
          <a:ln w="0">
            <a:noFill/>
            <a:prstDash val="solid"/>
          </a:ln>
        </p:spPr>
      </p:sp>
      <p:sp>
        <p:nvSpPr>
          <p:cNvPr id="650" name="b_small_bar_ellipse_2888">
            <a:extLst>
              <a:ext uri="{FF2B5EF4-FFF2-40B4-BE49-F238E27FC236}">
                <a16:creationId xmlns:a16="http://schemas.microsoft.com/office/drawing/2014/main" id="{92739FF3-9F64-4EFF-8154-C778DFA4D8DD}"/>
              </a:ext>
            </a:extLst>
          </p:cNvPr>
          <p:cNvSpPr>
            <a:spLocks noGrp="1"/>
          </p:cNvSpPr>
          <p:nvPr/>
        </p:nvSpPr>
        <p:spPr>
          <a:xfrm>
            <a:off x="1850939" y="2917000"/>
            <a:ext cx="45341" cy="45341"/>
          </a:xfrm>
          <a:prstGeom prst="ellipse">
            <a:avLst/>
          </a:prstGeom>
          <a:solidFill>
            <a:srgbClr val="7D8990">
              <a:alpha val="40000"/>
            </a:srgbClr>
          </a:solidFill>
          <a:ln w="0">
            <a:noFill/>
            <a:prstDash val="solid"/>
          </a:ln>
        </p:spPr>
      </p:sp>
      <p:sp>
        <p:nvSpPr>
          <p:cNvPr id="651" name="b_small_bar_ellipse_2889">
            <a:extLst>
              <a:ext uri="{FF2B5EF4-FFF2-40B4-BE49-F238E27FC236}">
                <a16:creationId xmlns:a16="http://schemas.microsoft.com/office/drawing/2014/main" id="{FCE987A0-2A52-418B-BB9E-D54FB73D9D01}"/>
              </a:ext>
            </a:extLst>
          </p:cNvPr>
          <p:cNvSpPr>
            <a:spLocks noGrp="1"/>
          </p:cNvSpPr>
          <p:nvPr/>
        </p:nvSpPr>
        <p:spPr>
          <a:xfrm>
            <a:off x="1890992" y="2988980"/>
            <a:ext cx="45341" cy="45341"/>
          </a:xfrm>
          <a:prstGeom prst="ellipse">
            <a:avLst/>
          </a:prstGeom>
          <a:solidFill>
            <a:srgbClr val="7D8990">
              <a:alpha val="40000"/>
            </a:srgbClr>
          </a:solidFill>
          <a:ln w="0">
            <a:noFill/>
            <a:prstDash val="solid"/>
          </a:ln>
        </p:spPr>
      </p:sp>
      <p:sp>
        <p:nvSpPr>
          <p:cNvPr id="652" name="b_small_bar_ellipse_2890">
            <a:extLst>
              <a:ext uri="{FF2B5EF4-FFF2-40B4-BE49-F238E27FC236}">
                <a16:creationId xmlns:a16="http://schemas.microsoft.com/office/drawing/2014/main" id="{CAD939A9-730C-4F17-ACD4-F1961AE57898}"/>
              </a:ext>
            </a:extLst>
          </p:cNvPr>
          <p:cNvSpPr>
            <a:spLocks noGrp="1"/>
          </p:cNvSpPr>
          <p:nvPr/>
        </p:nvSpPr>
        <p:spPr>
          <a:xfrm>
            <a:off x="1915314" y="2338348"/>
            <a:ext cx="45341" cy="45341"/>
          </a:xfrm>
          <a:prstGeom prst="ellipse">
            <a:avLst/>
          </a:prstGeom>
          <a:solidFill>
            <a:srgbClr val="7D8990">
              <a:alpha val="40000"/>
            </a:srgbClr>
          </a:solidFill>
          <a:ln w="0">
            <a:noFill/>
            <a:prstDash val="solid"/>
          </a:ln>
        </p:spPr>
      </p:sp>
      <p:sp>
        <p:nvSpPr>
          <p:cNvPr id="653" name="b_small_bar_ellipse_2891">
            <a:extLst>
              <a:ext uri="{FF2B5EF4-FFF2-40B4-BE49-F238E27FC236}">
                <a16:creationId xmlns:a16="http://schemas.microsoft.com/office/drawing/2014/main" id="{ECA8AB51-ABE5-4DA7-8216-64C1E3BA3B41}"/>
              </a:ext>
            </a:extLst>
          </p:cNvPr>
          <p:cNvSpPr>
            <a:spLocks noGrp="1"/>
          </p:cNvSpPr>
          <p:nvPr/>
        </p:nvSpPr>
        <p:spPr>
          <a:xfrm>
            <a:off x="1809369" y="2724308"/>
            <a:ext cx="45341" cy="45341"/>
          </a:xfrm>
          <a:prstGeom prst="ellipse">
            <a:avLst/>
          </a:prstGeom>
          <a:solidFill>
            <a:srgbClr val="7D8990">
              <a:alpha val="40000"/>
            </a:srgbClr>
          </a:solidFill>
          <a:ln w="0">
            <a:noFill/>
            <a:prstDash val="solid"/>
          </a:ln>
        </p:spPr>
      </p:sp>
      <p:sp>
        <p:nvSpPr>
          <p:cNvPr id="654" name="b_small_bar_ellipse_2892">
            <a:extLst>
              <a:ext uri="{FF2B5EF4-FFF2-40B4-BE49-F238E27FC236}">
                <a16:creationId xmlns:a16="http://schemas.microsoft.com/office/drawing/2014/main" id="{83A2496B-3950-4D75-9685-DE21952C5A2B}"/>
              </a:ext>
            </a:extLst>
          </p:cNvPr>
          <p:cNvSpPr>
            <a:spLocks noGrp="1"/>
          </p:cNvSpPr>
          <p:nvPr/>
        </p:nvSpPr>
        <p:spPr>
          <a:xfrm>
            <a:off x="1955344" y="3811268"/>
            <a:ext cx="45341" cy="45341"/>
          </a:xfrm>
          <a:prstGeom prst="ellipse">
            <a:avLst/>
          </a:prstGeom>
          <a:solidFill>
            <a:srgbClr val="7D8990">
              <a:alpha val="40000"/>
            </a:srgbClr>
          </a:solidFill>
          <a:ln w="0">
            <a:noFill/>
            <a:prstDash val="solid"/>
          </a:ln>
        </p:spPr>
      </p:sp>
      <p:sp>
        <p:nvSpPr>
          <p:cNvPr id="655" name="b_small_bar_ellipse_2893">
            <a:extLst>
              <a:ext uri="{FF2B5EF4-FFF2-40B4-BE49-F238E27FC236}">
                <a16:creationId xmlns:a16="http://schemas.microsoft.com/office/drawing/2014/main" id="{74C52C4A-4E81-4C3D-B808-6F8E36382FB1}"/>
              </a:ext>
            </a:extLst>
          </p:cNvPr>
          <p:cNvSpPr>
            <a:spLocks noGrp="1"/>
          </p:cNvSpPr>
          <p:nvPr/>
        </p:nvSpPr>
        <p:spPr>
          <a:xfrm>
            <a:off x="1923892" y="2727076"/>
            <a:ext cx="45341" cy="45341"/>
          </a:xfrm>
          <a:prstGeom prst="ellipse">
            <a:avLst/>
          </a:prstGeom>
          <a:solidFill>
            <a:srgbClr val="7D8990">
              <a:alpha val="40000"/>
            </a:srgbClr>
          </a:solidFill>
          <a:ln w="0">
            <a:noFill/>
            <a:prstDash val="solid"/>
          </a:ln>
        </p:spPr>
      </p:sp>
      <p:sp>
        <p:nvSpPr>
          <p:cNvPr id="656" name="b_small_bar_ellipse_2894">
            <a:extLst>
              <a:ext uri="{FF2B5EF4-FFF2-40B4-BE49-F238E27FC236}">
                <a16:creationId xmlns:a16="http://schemas.microsoft.com/office/drawing/2014/main" id="{7808EEC2-5BFD-4B70-B367-4A6422983D1D}"/>
              </a:ext>
            </a:extLst>
          </p:cNvPr>
          <p:cNvSpPr>
            <a:spLocks noGrp="1"/>
          </p:cNvSpPr>
          <p:nvPr/>
        </p:nvSpPr>
        <p:spPr>
          <a:xfrm>
            <a:off x="1900817" y="4059837"/>
            <a:ext cx="45341" cy="45341"/>
          </a:xfrm>
          <a:prstGeom prst="ellipse">
            <a:avLst/>
          </a:prstGeom>
          <a:solidFill>
            <a:srgbClr val="7D8990">
              <a:alpha val="40000"/>
            </a:srgbClr>
          </a:solidFill>
          <a:ln w="0">
            <a:noFill/>
            <a:prstDash val="solid"/>
          </a:ln>
        </p:spPr>
      </p:sp>
      <p:sp>
        <p:nvSpPr>
          <p:cNvPr id="657" name="b_small_bar_ellipse_2895">
            <a:extLst>
              <a:ext uri="{FF2B5EF4-FFF2-40B4-BE49-F238E27FC236}">
                <a16:creationId xmlns:a16="http://schemas.microsoft.com/office/drawing/2014/main" id="{90793D01-B1C7-41EC-A157-158DC58B52CD}"/>
              </a:ext>
            </a:extLst>
          </p:cNvPr>
          <p:cNvSpPr>
            <a:spLocks noGrp="1"/>
          </p:cNvSpPr>
          <p:nvPr/>
        </p:nvSpPr>
        <p:spPr>
          <a:xfrm>
            <a:off x="1864733" y="2530877"/>
            <a:ext cx="45341" cy="45341"/>
          </a:xfrm>
          <a:prstGeom prst="ellipse">
            <a:avLst/>
          </a:prstGeom>
          <a:solidFill>
            <a:srgbClr val="7D8990">
              <a:alpha val="40000"/>
            </a:srgbClr>
          </a:solidFill>
          <a:ln w="0">
            <a:noFill/>
            <a:prstDash val="solid"/>
          </a:ln>
        </p:spPr>
      </p:sp>
      <p:sp>
        <p:nvSpPr>
          <p:cNvPr id="658" name="b_small_bar_ellipse_2896">
            <a:extLst>
              <a:ext uri="{FF2B5EF4-FFF2-40B4-BE49-F238E27FC236}">
                <a16:creationId xmlns:a16="http://schemas.microsoft.com/office/drawing/2014/main" id="{93B33800-9807-4729-AD5A-1B59032C42F1}"/>
              </a:ext>
            </a:extLst>
          </p:cNvPr>
          <p:cNvSpPr>
            <a:spLocks noGrp="1"/>
          </p:cNvSpPr>
          <p:nvPr/>
        </p:nvSpPr>
        <p:spPr>
          <a:xfrm>
            <a:off x="1875387" y="4457382"/>
            <a:ext cx="45341" cy="45341"/>
          </a:xfrm>
          <a:prstGeom prst="ellipse">
            <a:avLst/>
          </a:prstGeom>
          <a:solidFill>
            <a:srgbClr val="7D8990">
              <a:alpha val="40000"/>
            </a:srgbClr>
          </a:solidFill>
          <a:ln w="0">
            <a:noFill/>
            <a:prstDash val="solid"/>
          </a:ln>
        </p:spPr>
      </p:sp>
      <p:sp>
        <p:nvSpPr>
          <p:cNvPr id="659" name="b_small_bar_ellipse_2897">
            <a:extLst>
              <a:ext uri="{FF2B5EF4-FFF2-40B4-BE49-F238E27FC236}">
                <a16:creationId xmlns:a16="http://schemas.microsoft.com/office/drawing/2014/main" id="{3CB90C01-74A7-4A74-A917-163ED90B9BB9}"/>
              </a:ext>
            </a:extLst>
          </p:cNvPr>
          <p:cNvSpPr>
            <a:spLocks noGrp="1"/>
          </p:cNvSpPr>
          <p:nvPr/>
        </p:nvSpPr>
        <p:spPr>
          <a:xfrm>
            <a:off x="1943785" y="3376694"/>
            <a:ext cx="45341" cy="45341"/>
          </a:xfrm>
          <a:prstGeom prst="ellipse">
            <a:avLst/>
          </a:prstGeom>
          <a:solidFill>
            <a:srgbClr val="7D8990">
              <a:alpha val="40000"/>
            </a:srgbClr>
          </a:solidFill>
          <a:ln w="0">
            <a:noFill/>
            <a:prstDash val="solid"/>
          </a:ln>
        </p:spPr>
      </p:sp>
      <p:sp>
        <p:nvSpPr>
          <p:cNvPr id="660" name="b_small_bar_ellipse_2898">
            <a:extLst>
              <a:ext uri="{FF2B5EF4-FFF2-40B4-BE49-F238E27FC236}">
                <a16:creationId xmlns:a16="http://schemas.microsoft.com/office/drawing/2014/main" id="{7FA12315-D201-405B-A5BF-A376CA407BA9}"/>
              </a:ext>
            </a:extLst>
          </p:cNvPr>
          <p:cNvSpPr>
            <a:spLocks noGrp="1"/>
          </p:cNvSpPr>
          <p:nvPr/>
        </p:nvSpPr>
        <p:spPr>
          <a:xfrm>
            <a:off x="1889185" y="2403658"/>
            <a:ext cx="45341" cy="45341"/>
          </a:xfrm>
          <a:prstGeom prst="ellipse">
            <a:avLst/>
          </a:prstGeom>
          <a:solidFill>
            <a:srgbClr val="7D8990">
              <a:alpha val="40000"/>
            </a:srgbClr>
          </a:solidFill>
          <a:ln w="0">
            <a:noFill/>
            <a:prstDash val="solid"/>
          </a:ln>
        </p:spPr>
      </p:sp>
      <p:sp>
        <p:nvSpPr>
          <p:cNvPr id="661" name="b_small_bar_ellipse_2899">
            <a:extLst>
              <a:ext uri="{FF2B5EF4-FFF2-40B4-BE49-F238E27FC236}">
                <a16:creationId xmlns:a16="http://schemas.microsoft.com/office/drawing/2014/main" id="{A24ACD10-58AB-4526-8C04-B6A56DF2D026}"/>
              </a:ext>
            </a:extLst>
          </p:cNvPr>
          <p:cNvSpPr>
            <a:spLocks noGrp="1"/>
          </p:cNvSpPr>
          <p:nvPr/>
        </p:nvSpPr>
        <p:spPr>
          <a:xfrm>
            <a:off x="1787084" y="2487293"/>
            <a:ext cx="45341" cy="45341"/>
          </a:xfrm>
          <a:prstGeom prst="ellipse">
            <a:avLst/>
          </a:prstGeom>
          <a:solidFill>
            <a:srgbClr val="7D8990">
              <a:alpha val="40000"/>
            </a:srgbClr>
          </a:solidFill>
          <a:ln w="0">
            <a:noFill/>
            <a:prstDash val="solid"/>
          </a:ln>
        </p:spPr>
      </p:sp>
      <p:sp>
        <p:nvSpPr>
          <p:cNvPr id="662" name="b_small_bar_ellipse_2900">
            <a:extLst>
              <a:ext uri="{FF2B5EF4-FFF2-40B4-BE49-F238E27FC236}">
                <a16:creationId xmlns:a16="http://schemas.microsoft.com/office/drawing/2014/main" id="{56464A37-B77D-4BAE-9FED-748FD9416D94}"/>
              </a:ext>
            </a:extLst>
          </p:cNvPr>
          <p:cNvSpPr>
            <a:spLocks noGrp="1"/>
          </p:cNvSpPr>
          <p:nvPr/>
        </p:nvSpPr>
        <p:spPr>
          <a:xfrm>
            <a:off x="1893200" y="3041464"/>
            <a:ext cx="45341" cy="45341"/>
          </a:xfrm>
          <a:prstGeom prst="ellipse">
            <a:avLst/>
          </a:prstGeom>
          <a:solidFill>
            <a:srgbClr val="7D8990">
              <a:alpha val="40000"/>
            </a:srgbClr>
          </a:solidFill>
          <a:ln w="0">
            <a:noFill/>
            <a:prstDash val="solid"/>
          </a:ln>
        </p:spPr>
      </p:sp>
      <p:sp>
        <p:nvSpPr>
          <p:cNvPr id="663" name="b_small_bar_ellipse_2901">
            <a:extLst>
              <a:ext uri="{FF2B5EF4-FFF2-40B4-BE49-F238E27FC236}">
                <a16:creationId xmlns:a16="http://schemas.microsoft.com/office/drawing/2014/main" id="{7A562DC3-67E1-4E1D-93A6-CAF5C0C99CD0}"/>
              </a:ext>
            </a:extLst>
          </p:cNvPr>
          <p:cNvSpPr>
            <a:spLocks noGrp="1"/>
          </p:cNvSpPr>
          <p:nvPr/>
        </p:nvSpPr>
        <p:spPr>
          <a:xfrm>
            <a:off x="1954599" y="3127186"/>
            <a:ext cx="45341" cy="45341"/>
          </a:xfrm>
          <a:prstGeom prst="ellipse">
            <a:avLst/>
          </a:prstGeom>
          <a:solidFill>
            <a:srgbClr val="7D8990">
              <a:alpha val="40000"/>
            </a:srgbClr>
          </a:solidFill>
          <a:ln w="0">
            <a:noFill/>
            <a:prstDash val="solid"/>
          </a:ln>
        </p:spPr>
      </p:sp>
      <p:sp>
        <p:nvSpPr>
          <p:cNvPr id="664" name="b_small_bar_ellipse_2902">
            <a:extLst>
              <a:ext uri="{FF2B5EF4-FFF2-40B4-BE49-F238E27FC236}">
                <a16:creationId xmlns:a16="http://schemas.microsoft.com/office/drawing/2014/main" id="{5A69A8A2-4F11-4B76-84BB-29C9DC3A8E1F}"/>
              </a:ext>
            </a:extLst>
          </p:cNvPr>
          <p:cNvSpPr>
            <a:spLocks noGrp="1"/>
          </p:cNvSpPr>
          <p:nvPr/>
        </p:nvSpPr>
        <p:spPr>
          <a:xfrm>
            <a:off x="1790206" y="2577878"/>
            <a:ext cx="45341" cy="45341"/>
          </a:xfrm>
          <a:prstGeom prst="ellipse">
            <a:avLst/>
          </a:prstGeom>
          <a:solidFill>
            <a:srgbClr val="7D8990">
              <a:alpha val="40000"/>
            </a:srgbClr>
          </a:solidFill>
          <a:ln w="0">
            <a:noFill/>
            <a:prstDash val="solid"/>
          </a:ln>
        </p:spPr>
      </p:sp>
      <p:sp>
        <p:nvSpPr>
          <p:cNvPr id="665" name="b_small_bar_ellipse_2903">
            <a:extLst>
              <a:ext uri="{FF2B5EF4-FFF2-40B4-BE49-F238E27FC236}">
                <a16:creationId xmlns:a16="http://schemas.microsoft.com/office/drawing/2014/main" id="{68D44AF7-1FF7-4148-909B-11C193154075}"/>
              </a:ext>
            </a:extLst>
          </p:cNvPr>
          <p:cNvSpPr>
            <a:spLocks noGrp="1"/>
          </p:cNvSpPr>
          <p:nvPr/>
        </p:nvSpPr>
        <p:spPr>
          <a:xfrm>
            <a:off x="1918830" y="2809222"/>
            <a:ext cx="45341" cy="45341"/>
          </a:xfrm>
          <a:prstGeom prst="ellipse">
            <a:avLst/>
          </a:prstGeom>
          <a:solidFill>
            <a:srgbClr val="7D8990">
              <a:alpha val="40000"/>
            </a:srgbClr>
          </a:solidFill>
          <a:ln w="0">
            <a:noFill/>
            <a:prstDash val="solid"/>
          </a:ln>
        </p:spPr>
      </p:sp>
      <p:sp>
        <p:nvSpPr>
          <p:cNvPr id="666" name="b_small_bar_ellipse_2904">
            <a:extLst>
              <a:ext uri="{FF2B5EF4-FFF2-40B4-BE49-F238E27FC236}">
                <a16:creationId xmlns:a16="http://schemas.microsoft.com/office/drawing/2014/main" id="{19EB0588-168B-47DF-B471-7C950BDD80CA}"/>
              </a:ext>
            </a:extLst>
          </p:cNvPr>
          <p:cNvSpPr>
            <a:spLocks noGrp="1"/>
          </p:cNvSpPr>
          <p:nvPr/>
        </p:nvSpPr>
        <p:spPr>
          <a:xfrm>
            <a:off x="1843012" y="3446309"/>
            <a:ext cx="45341" cy="45341"/>
          </a:xfrm>
          <a:prstGeom prst="ellipse">
            <a:avLst/>
          </a:prstGeom>
          <a:solidFill>
            <a:srgbClr val="7D8990">
              <a:alpha val="40000"/>
            </a:srgbClr>
          </a:solidFill>
          <a:ln w="0">
            <a:noFill/>
            <a:prstDash val="solid"/>
          </a:ln>
        </p:spPr>
      </p:sp>
      <p:sp>
        <p:nvSpPr>
          <p:cNvPr id="667" name="b_small_bar_ellipse_2905">
            <a:extLst>
              <a:ext uri="{FF2B5EF4-FFF2-40B4-BE49-F238E27FC236}">
                <a16:creationId xmlns:a16="http://schemas.microsoft.com/office/drawing/2014/main" id="{CE0A6AF5-8160-4CDA-A9F6-B2FC9EAB59CC}"/>
              </a:ext>
            </a:extLst>
          </p:cNvPr>
          <p:cNvSpPr>
            <a:spLocks noGrp="1"/>
          </p:cNvSpPr>
          <p:nvPr/>
        </p:nvSpPr>
        <p:spPr>
          <a:xfrm>
            <a:off x="1939416" y="4457382"/>
            <a:ext cx="45341" cy="45341"/>
          </a:xfrm>
          <a:prstGeom prst="ellipse">
            <a:avLst/>
          </a:prstGeom>
          <a:solidFill>
            <a:srgbClr val="7D8990">
              <a:alpha val="40000"/>
            </a:srgbClr>
          </a:solidFill>
          <a:ln w="0">
            <a:noFill/>
            <a:prstDash val="solid"/>
          </a:ln>
        </p:spPr>
      </p:sp>
      <p:sp>
        <p:nvSpPr>
          <p:cNvPr id="668" name="b_small_bar_ellipse_2906">
            <a:extLst>
              <a:ext uri="{FF2B5EF4-FFF2-40B4-BE49-F238E27FC236}">
                <a16:creationId xmlns:a16="http://schemas.microsoft.com/office/drawing/2014/main" id="{C81006C5-489D-4AF9-9CFA-AB7FBC3AA4A9}"/>
              </a:ext>
            </a:extLst>
          </p:cNvPr>
          <p:cNvSpPr>
            <a:spLocks noGrp="1"/>
          </p:cNvSpPr>
          <p:nvPr/>
        </p:nvSpPr>
        <p:spPr>
          <a:xfrm>
            <a:off x="1927496" y="2736361"/>
            <a:ext cx="45341" cy="45341"/>
          </a:xfrm>
          <a:prstGeom prst="ellipse">
            <a:avLst/>
          </a:prstGeom>
          <a:solidFill>
            <a:srgbClr val="7D8990">
              <a:alpha val="40000"/>
            </a:srgbClr>
          </a:solidFill>
          <a:ln w="0">
            <a:noFill/>
            <a:prstDash val="solid"/>
          </a:ln>
        </p:spPr>
      </p:sp>
      <p:sp>
        <p:nvSpPr>
          <p:cNvPr id="669" name="b_small_bar_ellipse_2907">
            <a:extLst>
              <a:ext uri="{FF2B5EF4-FFF2-40B4-BE49-F238E27FC236}">
                <a16:creationId xmlns:a16="http://schemas.microsoft.com/office/drawing/2014/main" id="{C7007937-DBDF-47E1-98A8-220B713B4B9E}"/>
              </a:ext>
            </a:extLst>
          </p:cNvPr>
          <p:cNvSpPr>
            <a:spLocks noGrp="1"/>
          </p:cNvSpPr>
          <p:nvPr/>
        </p:nvSpPr>
        <p:spPr>
          <a:xfrm>
            <a:off x="1806936" y="3343435"/>
            <a:ext cx="45341" cy="45341"/>
          </a:xfrm>
          <a:prstGeom prst="ellipse">
            <a:avLst/>
          </a:prstGeom>
          <a:solidFill>
            <a:srgbClr val="7D8990">
              <a:alpha val="40000"/>
            </a:srgbClr>
          </a:solidFill>
          <a:ln w="0">
            <a:noFill/>
            <a:prstDash val="solid"/>
          </a:ln>
        </p:spPr>
      </p:sp>
      <p:sp>
        <p:nvSpPr>
          <p:cNvPr id="670" name="b_small_bar_ellipse_2908">
            <a:extLst>
              <a:ext uri="{FF2B5EF4-FFF2-40B4-BE49-F238E27FC236}">
                <a16:creationId xmlns:a16="http://schemas.microsoft.com/office/drawing/2014/main" id="{DFDDBEEF-F5FC-441A-89EB-9F6AB30000C5}"/>
              </a:ext>
            </a:extLst>
          </p:cNvPr>
          <p:cNvSpPr>
            <a:spLocks noGrp="1"/>
          </p:cNvSpPr>
          <p:nvPr/>
        </p:nvSpPr>
        <p:spPr>
          <a:xfrm>
            <a:off x="1927777" y="4268449"/>
            <a:ext cx="45341" cy="45341"/>
          </a:xfrm>
          <a:prstGeom prst="ellipse">
            <a:avLst/>
          </a:prstGeom>
          <a:solidFill>
            <a:srgbClr val="7D8990">
              <a:alpha val="40000"/>
            </a:srgbClr>
          </a:solidFill>
          <a:ln w="0">
            <a:noFill/>
            <a:prstDash val="solid"/>
          </a:ln>
        </p:spPr>
      </p:sp>
      <p:sp>
        <p:nvSpPr>
          <p:cNvPr id="671" name="b_small_bar_ellipse_2909">
            <a:extLst>
              <a:ext uri="{FF2B5EF4-FFF2-40B4-BE49-F238E27FC236}">
                <a16:creationId xmlns:a16="http://schemas.microsoft.com/office/drawing/2014/main" id="{A683504F-2768-4137-8692-0C5DB854A812}"/>
              </a:ext>
            </a:extLst>
          </p:cNvPr>
          <p:cNvSpPr>
            <a:spLocks noGrp="1"/>
          </p:cNvSpPr>
          <p:nvPr/>
        </p:nvSpPr>
        <p:spPr>
          <a:xfrm>
            <a:off x="1780244" y="3360904"/>
            <a:ext cx="45341" cy="45341"/>
          </a:xfrm>
          <a:prstGeom prst="ellipse">
            <a:avLst/>
          </a:prstGeom>
          <a:solidFill>
            <a:srgbClr val="7D8990">
              <a:alpha val="40000"/>
            </a:srgbClr>
          </a:solidFill>
          <a:ln w="0">
            <a:noFill/>
            <a:prstDash val="solid"/>
          </a:ln>
        </p:spPr>
      </p:sp>
      <p:sp>
        <p:nvSpPr>
          <p:cNvPr id="672" name="b_small_bar_ellipse_2910">
            <a:extLst>
              <a:ext uri="{FF2B5EF4-FFF2-40B4-BE49-F238E27FC236}">
                <a16:creationId xmlns:a16="http://schemas.microsoft.com/office/drawing/2014/main" id="{4BFBB19F-4D61-4FB9-8646-D3835A678900}"/>
              </a:ext>
            </a:extLst>
          </p:cNvPr>
          <p:cNvSpPr>
            <a:spLocks noGrp="1"/>
          </p:cNvSpPr>
          <p:nvPr/>
        </p:nvSpPr>
        <p:spPr>
          <a:xfrm>
            <a:off x="1824906" y="3570785"/>
            <a:ext cx="45341" cy="45341"/>
          </a:xfrm>
          <a:prstGeom prst="ellipse">
            <a:avLst/>
          </a:prstGeom>
          <a:solidFill>
            <a:srgbClr val="7D8990">
              <a:alpha val="40000"/>
            </a:srgbClr>
          </a:solidFill>
          <a:ln w="0">
            <a:noFill/>
            <a:prstDash val="solid"/>
          </a:ln>
        </p:spPr>
      </p:sp>
      <p:sp>
        <p:nvSpPr>
          <p:cNvPr id="673" name="b_small_bar_ellipse_2911">
            <a:extLst>
              <a:ext uri="{FF2B5EF4-FFF2-40B4-BE49-F238E27FC236}">
                <a16:creationId xmlns:a16="http://schemas.microsoft.com/office/drawing/2014/main" id="{B69543CF-36D7-421A-80E5-E9BB95F68516}"/>
              </a:ext>
            </a:extLst>
          </p:cNvPr>
          <p:cNvSpPr>
            <a:spLocks noGrp="1"/>
          </p:cNvSpPr>
          <p:nvPr/>
        </p:nvSpPr>
        <p:spPr>
          <a:xfrm>
            <a:off x="1950695" y="4457382"/>
            <a:ext cx="45341" cy="45341"/>
          </a:xfrm>
          <a:prstGeom prst="ellipse">
            <a:avLst/>
          </a:prstGeom>
          <a:solidFill>
            <a:srgbClr val="7D8990">
              <a:alpha val="40000"/>
            </a:srgbClr>
          </a:solidFill>
          <a:ln w="0">
            <a:noFill/>
            <a:prstDash val="solid"/>
          </a:ln>
        </p:spPr>
      </p:sp>
      <p:sp>
        <p:nvSpPr>
          <p:cNvPr id="674" name="b_small_bar_ellipse_2912">
            <a:extLst>
              <a:ext uri="{FF2B5EF4-FFF2-40B4-BE49-F238E27FC236}">
                <a16:creationId xmlns:a16="http://schemas.microsoft.com/office/drawing/2014/main" id="{741129BC-8184-4CCD-B563-E08E11E31A8F}"/>
              </a:ext>
            </a:extLst>
          </p:cNvPr>
          <p:cNvSpPr>
            <a:spLocks noGrp="1"/>
          </p:cNvSpPr>
          <p:nvPr/>
        </p:nvSpPr>
        <p:spPr>
          <a:xfrm>
            <a:off x="1829053" y="2564250"/>
            <a:ext cx="45341" cy="45341"/>
          </a:xfrm>
          <a:prstGeom prst="ellipse">
            <a:avLst/>
          </a:prstGeom>
          <a:solidFill>
            <a:srgbClr val="7D8990">
              <a:alpha val="40000"/>
            </a:srgbClr>
          </a:solidFill>
          <a:ln w="0">
            <a:noFill/>
            <a:prstDash val="solid"/>
          </a:ln>
        </p:spPr>
      </p:sp>
      <p:sp>
        <p:nvSpPr>
          <p:cNvPr id="675" name="b_small_bar_ellipse_2913">
            <a:extLst>
              <a:ext uri="{FF2B5EF4-FFF2-40B4-BE49-F238E27FC236}">
                <a16:creationId xmlns:a16="http://schemas.microsoft.com/office/drawing/2014/main" id="{5E1AC5F2-0125-4B70-A996-9762B8DB91A5}"/>
              </a:ext>
            </a:extLst>
          </p:cNvPr>
          <p:cNvSpPr>
            <a:spLocks noGrp="1"/>
          </p:cNvSpPr>
          <p:nvPr/>
        </p:nvSpPr>
        <p:spPr>
          <a:xfrm>
            <a:off x="1809763" y="2424822"/>
            <a:ext cx="45341" cy="45341"/>
          </a:xfrm>
          <a:prstGeom prst="ellipse">
            <a:avLst/>
          </a:prstGeom>
          <a:solidFill>
            <a:srgbClr val="7D8990">
              <a:alpha val="40000"/>
            </a:srgbClr>
          </a:solidFill>
          <a:ln w="0">
            <a:noFill/>
            <a:prstDash val="solid"/>
          </a:ln>
        </p:spPr>
      </p:sp>
      <p:sp>
        <p:nvSpPr>
          <p:cNvPr id="676" name="b_small_bar_ellipse_2914">
            <a:extLst>
              <a:ext uri="{FF2B5EF4-FFF2-40B4-BE49-F238E27FC236}">
                <a16:creationId xmlns:a16="http://schemas.microsoft.com/office/drawing/2014/main" id="{FD7FB0CA-7546-44EF-A4AF-EFB689DCA8B3}"/>
              </a:ext>
            </a:extLst>
          </p:cNvPr>
          <p:cNvSpPr>
            <a:spLocks noGrp="1"/>
          </p:cNvSpPr>
          <p:nvPr/>
        </p:nvSpPr>
        <p:spPr>
          <a:xfrm>
            <a:off x="1968102" y="2550281"/>
            <a:ext cx="45341" cy="45341"/>
          </a:xfrm>
          <a:prstGeom prst="ellipse">
            <a:avLst/>
          </a:prstGeom>
          <a:solidFill>
            <a:srgbClr val="7D8990">
              <a:alpha val="40000"/>
            </a:srgbClr>
          </a:solidFill>
          <a:ln w="0">
            <a:noFill/>
            <a:prstDash val="solid"/>
          </a:ln>
        </p:spPr>
      </p:sp>
      <p:sp>
        <p:nvSpPr>
          <p:cNvPr id="677" name="b_small_bar_ellipse_2915">
            <a:extLst>
              <a:ext uri="{FF2B5EF4-FFF2-40B4-BE49-F238E27FC236}">
                <a16:creationId xmlns:a16="http://schemas.microsoft.com/office/drawing/2014/main" id="{A876341B-9085-413F-B2E7-9EB239CB3C4C}"/>
              </a:ext>
            </a:extLst>
          </p:cNvPr>
          <p:cNvSpPr>
            <a:spLocks noGrp="1"/>
          </p:cNvSpPr>
          <p:nvPr/>
        </p:nvSpPr>
        <p:spPr>
          <a:xfrm>
            <a:off x="1951130" y="3324504"/>
            <a:ext cx="45341" cy="45341"/>
          </a:xfrm>
          <a:prstGeom prst="ellipse">
            <a:avLst/>
          </a:prstGeom>
          <a:solidFill>
            <a:srgbClr val="7D8990">
              <a:alpha val="40000"/>
            </a:srgbClr>
          </a:solidFill>
          <a:ln w="0">
            <a:noFill/>
            <a:prstDash val="solid"/>
          </a:ln>
        </p:spPr>
      </p:sp>
      <p:sp>
        <p:nvSpPr>
          <p:cNvPr id="678" name="b_small_bar_ellipse_2916">
            <a:extLst>
              <a:ext uri="{FF2B5EF4-FFF2-40B4-BE49-F238E27FC236}">
                <a16:creationId xmlns:a16="http://schemas.microsoft.com/office/drawing/2014/main" id="{76C1F572-F98D-48A1-B6B9-979E462CA4C1}"/>
              </a:ext>
            </a:extLst>
          </p:cNvPr>
          <p:cNvSpPr>
            <a:spLocks noGrp="1"/>
          </p:cNvSpPr>
          <p:nvPr/>
        </p:nvSpPr>
        <p:spPr>
          <a:xfrm>
            <a:off x="1937787" y="3660633"/>
            <a:ext cx="45341" cy="45341"/>
          </a:xfrm>
          <a:prstGeom prst="ellipse">
            <a:avLst/>
          </a:prstGeom>
          <a:solidFill>
            <a:srgbClr val="7D8990">
              <a:alpha val="40000"/>
            </a:srgbClr>
          </a:solidFill>
          <a:ln w="0">
            <a:noFill/>
            <a:prstDash val="solid"/>
          </a:ln>
        </p:spPr>
      </p:sp>
      <p:sp>
        <p:nvSpPr>
          <p:cNvPr id="679" name="b_small_bar_ellipse_2917">
            <a:extLst>
              <a:ext uri="{FF2B5EF4-FFF2-40B4-BE49-F238E27FC236}">
                <a16:creationId xmlns:a16="http://schemas.microsoft.com/office/drawing/2014/main" id="{13AF2103-40EF-4E27-8B94-4B5451644FED}"/>
              </a:ext>
            </a:extLst>
          </p:cNvPr>
          <p:cNvSpPr>
            <a:spLocks noGrp="1"/>
          </p:cNvSpPr>
          <p:nvPr/>
        </p:nvSpPr>
        <p:spPr>
          <a:xfrm>
            <a:off x="1833364" y="2944682"/>
            <a:ext cx="45341" cy="45341"/>
          </a:xfrm>
          <a:prstGeom prst="ellipse">
            <a:avLst/>
          </a:prstGeom>
          <a:solidFill>
            <a:srgbClr val="7D8990">
              <a:alpha val="40000"/>
            </a:srgbClr>
          </a:solidFill>
          <a:ln w="0">
            <a:noFill/>
            <a:prstDash val="solid"/>
          </a:ln>
        </p:spPr>
      </p:sp>
      <p:sp>
        <p:nvSpPr>
          <p:cNvPr id="680" name="b_small_bar_ellipse_2918">
            <a:extLst>
              <a:ext uri="{FF2B5EF4-FFF2-40B4-BE49-F238E27FC236}">
                <a16:creationId xmlns:a16="http://schemas.microsoft.com/office/drawing/2014/main" id="{EC7DEE6A-4E50-4C5E-B5D5-489A24C3481A}"/>
              </a:ext>
            </a:extLst>
          </p:cNvPr>
          <p:cNvSpPr>
            <a:spLocks noGrp="1"/>
          </p:cNvSpPr>
          <p:nvPr/>
        </p:nvSpPr>
        <p:spPr>
          <a:xfrm>
            <a:off x="1809844" y="2516878"/>
            <a:ext cx="45341" cy="45341"/>
          </a:xfrm>
          <a:prstGeom prst="ellipse">
            <a:avLst/>
          </a:prstGeom>
          <a:solidFill>
            <a:srgbClr val="7D8990">
              <a:alpha val="40000"/>
            </a:srgbClr>
          </a:solidFill>
          <a:ln w="0">
            <a:noFill/>
            <a:prstDash val="solid"/>
          </a:ln>
        </p:spPr>
      </p:sp>
      <p:sp>
        <p:nvSpPr>
          <p:cNvPr id="681" name="b_small_bar_ellipse_2919">
            <a:extLst>
              <a:ext uri="{FF2B5EF4-FFF2-40B4-BE49-F238E27FC236}">
                <a16:creationId xmlns:a16="http://schemas.microsoft.com/office/drawing/2014/main" id="{BDBF87CF-3E3D-4F9F-92B4-76B79B470A65}"/>
              </a:ext>
            </a:extLst>
          </p:cNvPr>
          <p:cNvSpPr>
            <a:spLocks noGrp="1"/>
          </p:cNvSpPr>
          <p:nvPr/>
        </p:nvSpPr>
        <p:spPr>
          <a:xfrm>
            <a:off x="1883137" y="2564250"/>
            <a:ext cx="45341" cy="45341"/>
          </a:xfrm>
          <a:prstGeom prst="ellipse">
            <a:avLst/>
          </a:prstGeom>
          <a:solidFill>
            <a:srgbClr val="7D8990">
              <a:alpha val="40000"/>
            </a:srgbClr>
          </a:solidFill>
          <a:ln w="0">
            <a:noFill/>
            <a:prstDash val="solid"/>
          </a:ln>
        </p:spPr>
      </p:sp>
      <p:sp>
        <p:nvSpPr>
          <p:cNvPr id="682" name="b_small_bar_ellipse_2920">
            <a:extLst>
              <a:ext uri="{FF2B5EF4-FFF2-40B4-BE49-F238E27FC236}">
                <a16:creationId xmlns:a16="http://schemas.microsoft.com/office/drawing/2014/main" id="{5280CBBA-FE50-4039-9B98-85E7ACFE14C8}"/>
              </a:ext>
            </a:extLst>
          </p:cNvPr>
          <p:cNvSpPr>
            <a:spLocks noGrp="1"/>
          </p:cNvSpPr>
          <p:nvPr/>
        </p:nvSpPr>
        <p:spPr>
          <a:xfrm>
            <a:off x="1942255" y="4457382"/>
            <a:ext cx="45341" cy="45341"/>
          </a:xfrm>
          <a:prstGeom prst="ellipse">
            <a:avLst/>
          </a:prstGeom>
          <a:solidFill>
            <a:srgbClr val="7D8990">
              <a:alpha val="40000"/>
            </a:srgbClr>
          </a:solidFill>
          <a:ln w="0">
            <a:noFill/>
            <a:prstDash val="solid"/>
          </a:ln>
        </p:spPr>
      </p:sp>
      <p:sp>
        <p:nvSpPr>
          <p:cNvPr id="683" name="b_small_bar_ellipse_2921">
            <a:extLst>
              <a:ext uri="{FF2B5EF4-FFF2-40B4-BE49-F238E27FC236}">
                <a16:creationId xmlns:a16="http://schemas.microsoft.com/office/drawing/2014/main" id="{D855CE1A-5597-45FA-B917-FAC7809C7C72}"/>
              </a:ext>
            </a:extLst>
          </p:cNvPr>
          <p:cNvSpPr>
            <a:spLocks noGrp="1"/>
          </p:cNvSpPr>
          <p:nvPr/>
        </p:nvSpPr>
        <p:spPr>
          <a:xfrm>
            <a:off x="1928077" y="2475719"/>
            <a:ext cx="45341" cy="45341"/>
          </a:xfrm>
          <a:prstGeom prst="ellipse">
            <a:avLst/>
          </a:prstGeom>
          <a:solidFill>
            <a:srgbClr val="7D8990">
              <a:alpha val="40000"/>
            </a:srgbClr>
          </a:solidFill>
          <a:ln w="0">
            <a:noFill/>
            <a:prstDash val="solid"/>
          </a:ln>
        </p:spPr>
      </p:sp>
      <p:sp>
        <p:nvSpPr>
          <p:cNvPr id="684" name="b_small_bar_ellipse_2922">
            <a:extLst>
              <a:ext uri="{FF2B5EF4-FFF2-40B4-BE49-F238E27FC236}">
                <a16:creationId xmlns:a16="http://schemas.microsoft.com/office/drawing/2014/main" id="{B485F792-5358-4208-A4F6-9C5187D71CF6}"/>
              </a:ext>
            </a:extLst>
          </p:cNvPr>
          <p:cNvSpPr>
            <a:spLocks noGrp="1"/>
          </p:cNvSpPr>
          <p:nvPr/>
        </p:nvSpPr>
        <p:spPr>
          <a:xfrm>
            <a:off x="1938421" y="2825992"/>
            <a:ext cx="45341" cy="45341"/>
          </a:xfrm>
          <a:prstGeom prst="ellipse">
            <a:avLst/>
          </a:prstGeom>
          <a:solidFill>
            <a:srgbClr val="7D8990">
              <a:alpha val="40000"/>
            </a:srgbClr>
          </a:solidFill>
          <a:ln w="0">
            <a:noFill/>
            <a:prstDash val="solid"/>
          </a:ln>
        </p:spPr>
      </p:sp>
      <p:sp>
        <p:nvSpPr>
          <p:cNvPr id="685" name="b_small_bar_ellipse_2923">
            <a:extLst>
              <a:ext uri="{FF2B5EF4-FFF2-40B4-BE49-F238E27FC236}">
                <a16:creationId xmlns:a16="http://schemas.microsoft.com/office/drawing/2014/main" id="{1003EA27-E50F-4431-BB4C-A49F94A16843}"/>
              </a:ext>
            </a:extLst>
          </p:cNvPr>
          <p:cNvSpPr>
            <a:spLocks noGrp="1"/>
          </p:cNvSpPr>
          <p:nvPr/>
        </p:nvSpPr>
        <p:spPr>
          <a:xfrm>
            <a:off x="1832305" y="2916974"/>
            <a:ext cx="45341" cy="45341"/>
          </a:xfrm>
          <a:prstGeom prst="ellipse">
            <a:avLst/>
          </a:prstGeom>
          <a:solidFill>
            <a:srgbClr val="7D8990">
              <a:alpha val="40000"/>
            </a:srgbClr>
          </a:solidFill>
          <a:ln w="0">
            <a:noFill/>
            <a:prstDash val="solid"/>
          </a:ln>
        </p:spPr>
      </p:sp>
      <p:sp>
        <p:nvSpPr>
          <p:cNvPr id="686" name="b_small_bar_ellipse_2924">
            <a:extLst>
              <a:ext uri="{FF2B5EF4-FFF2-40B4-BE49-F238E27FC236}">
                <a16:creationId xmlns:a16="http://schemas.microsoft.com/office/drawing/2014/main" id="{E71D9343-07A8-4842-9EF4-A6F70A13A75F}"/>
              </a:ext>
            </a:extLst>
          </p:cNvPr>
          <p:cNvSpPr>
            <a:spLocks noGrp="1"/>
          </p:cNvSpPr>
          <p:nvPr/>
        </p:nvSpPr>
        <p:spPr>
          <a:xfrm>
            <a:off x="1901544" y="4363409"/>
            <a:ext cx="45341" cy="45341"/>
          </a:xfrm>
          <a:prstGeom prst="ellipse">
            <a:avLst/>
          </a:prstGeom>
          <a:solidFill>
            <a:srgbClr val="7D8990">
              <a:alpha val="40000"/>
            </a:srgbClr>
          </a:solidFill>
          <a:ln w="0">
            <a:noFill/>
            <a:prstDash val="solid"/>
          </a:ln>
        </p:spPr>
      </p:sp>
      <p:sp>
        <p:nvSpPr>
          <p:cNvPr id="687" name="b_small_bar_ellipse_2925">
            <a:extLst>
              <a:ext uri="{FF2B5EF4-FFF2-40B4-BE49-F238E27FC236}">
                <a16:creationId xmlns:a16="http://schemas.microsoft.com/office/drawing/2014/main" id="{23436264-18BC-42A4-B3CA-06158EB77423}"/>
              </a:ext>
            </a:extLst>
          </p:cNvPr>
          <p:cNvSpPr>
            <a:spLocks noGrp="1"/>
          </p:cNvSpPr>
          <p:nvPr/>
        </p:nvSpPr>
        <p:spPr>
          <a:xfrm>
            <a:off x="1848197" y="4148306"/>
            <a:ext cx="45341" cy="45341"/>
          </a:xfrm>
          <a:prstGeom prst="ellipse">
            <a:avLst/>
          </a:prstGeom>
          <a:solidFill>
            <a:srgbClr val="7D8990">
              <a:alpha val="40000"/>
            </a:srgbClr>
          </a:solidFill>
          <a:ln w="0">
            <a:noFill/>
            <a:prstDash val="solid"/>
          </a:ln>
        </p:spPr>
      </p:sp>
      <p:sp>
        <p:nvSpPr>
          <p:cNvPr id="688" name="b_small_bar_ellipse_2926">
            <a:extLst>
              <a:ext uri="{FF2B5EF4-FFF2-40B4-BE49-F238E27FC236}">
                <a16:creationId xmlns:a16="http://schemas.microsoft.com/office/drawing/2014/main" id="{17602008-C9B2-472D-A02B-9A9F1D16BEFB}"/>
              </a:ext>
            </a:extLst>
          </p:cNvPr>
          <p:cNvSpPr>
            <a:spLocks noGrp="1"/>
          </p:cNvSpPr>
          <p:nvPr/>
        </p:nvSpPr>
        <p:spPr>
          <a:xfrm>
            <a:off x="1904690" y="4457382"/>
            <a:ext cx="45341" cy="45341"/>
          </a:xfrm>
          <a:prstGeom prst="ellipse">
            <a:avLst/>
          </a:prstGeom>
          <a:solidFill>
            <a:srgbClr val="7D8990">
              <a:alpha val="40000"/>
            </a:srgbClr>
          </a:solidFill>
          <a:ln w="0">
            <a:noFill/>
            <a:prstDash val="solid"/>
          </a:ln>
        </p:spPr>
      </p:sp>
      <p:sp>
        <p:nvSpPr>
          <p:cNvPr id="689" name="b_small_bar_ellipse_2927">
            <a:extLst>
              <a:ext uri="{FF2B5EF4-FFF2-40B4-BE49-F238E27FC236}">
                <a16:creationId xmlns:a16="http://schemas.microsoft.com/office/drawing/2014/main" id="{48543DC8-4AC7-4790-97C3-B8FC91A3B75C}"/>
              </a:ext>
            </a:extLst>
          </p:cNvPr>
          <p:cNvSpPr>
            <a:spLocks noGrp="1"/>
          </p:cNvSpPr>
          <p:nvPr/>
        </p:nvSpPr>
        <p:spPr>
          <a:xfrm>
            <a:off x="3360521" y="2025341"/>
            <a:ext cx="45341" cy="45341"/>
          </a:xfrm>
          <a:prstGeom prst="ellipse">
            <a:avLst/>
          </a:prstGeom>
          <a:solidFill>
            <a:srgbClr val="7D8990">
              <a:alpha val="40000"/>
            </a:srgbClr>
          </a:solidFill>
          <a:ln w="0">
            <a:noFill/>
            <a:prstDash val="solid"/>
          </a:ln>
        </p:spPr>
      </p:sp>
      <p:sp>
        <p:nvSpPr>
          <p:cNvPr id="690" name="b_small_bar_ellipse_2928">
            <a:extLst>
              <a:ext uri="{FF2B5EF4-FFF2-40B4-BE49-F238E27FC236}">
                <a16:creationId xmlns:a16="http://schemas.microsoft.com/office/drawing/2014/main" id="{6840181F-27AF-4C61-916B-EFCC82E868B2}"/>
              </a:ext>
            </a:extLst>
          </p:cNvPr>
          <p:cNvSpPr>
            <a:spLocks noGrp="1"/>
          </p:cNvSpPr>
          <p:nvPr/>
        </p:nvSpPr>
        <p:spPr>
          <a:xfrm>
            <a:off x="3315375" y="2043765"/>
            <a:ext cx="45341" cy="45341"/>
          </a:xfrm>
          <a:prstGeom prst="ellipse">
            <a:avLst/>
          </a:prstGeom>
          <a:solidFill>
            <a:srgbClr val="7D8990">
              <a:alpha val="40000"/>
            </a:srgbClr>
          </a:solidFill>
          <a:ln w="0">
            <a:noFill/>
            <a:prstDash val="solid"/>
          </a:ln>
        </p:spPr>
      </p:sp>
      <p:sp>
        <p:nvSpPr>
          <p:cNvPr id="691" name="b_small_bar_ellipse_2929">
            <a:extLst>
              <a:ext uri="{FF2B5EF4-FFF2-40B4-BE49-F238E27FC236}">
                <a16:creationId xmlns:a16="http://schemas.microsoft.com/office/drawing/2014/main" id="{8BD040D2-E532-4F5A-AF9C-16AB4F960C57}"/>
              </a:ext>
            </a:extLst>
          </p:cNvPr>
          <p:cNvSpPr>
            <a:spLocks noGrp="1"/>
          </p:cNvSpPr>
          <p:nvPr/>
        </p:nvSpPr>
        <p:spPr>
          <a:xfrm>
            <a:off x="3373254" y="2025341"/>
            <a:ext cx="45341" cy="45341"/>
          </a:xfrm>
          <a:prstGeom prst="ellipse">
            <a:avLst/>
          </a:prstGeom>
          <a:solidFill>
            <a:srgbClr val="7D8990">
              <a:alpha val="40000"/>
            </a:srgbClr>
          </a:solidFill>
          <a:ln w="0">
            <a:noFill/>
            <a:prstDash val="solid"/>
          </a:ln>
        </p:spPr>
      </p:sp>
      <p:sp>
        <p:nvSpPr>
          <p:cNvPr id="692" name="b_small_bar_ellipse_2930">
            <a:extLst>
              <a:ext uri="{FF2B5EF4-FFF2-40B4-BE49-F238E27FC236}">
                <a16:creationId xmlns:a16="http://schemas.microsoft.com/office/drawing/2014/main" id="{7D74E2BF-6B81-4BD6-AB2A-CBFD4BDE136D}"/>
              </a:ext>
            </a:extLst>
          </p:cNvPr>
          <p:cNvSpPr>
            <a:spLocks noGrp="1"/>
          </p:cNvSpPr>
          <p:nvPr/>
        </p:nvSpPr>
        <p:spPr>
          <a:xfrm>
            <a:off x="3467895" y="2025341"/>
            <a:ext cx="45341" cy="45341"/>
          </a:xfrm>
          <a:prstGeom prst="ellipse">
            <a:avLst/>
          </a:prstGeom>
          <a:solidFill>
            <a:srgbClr val="7D8990">
              <a:alpha val="40000"/>
            </a:srgbClr>
          </a:solidFill>
          <a:ln w="0">
            <a:noFill/>
            <a:prstDash val="solid"/>
          </a:ln>
        </p:spPr>
      </p:sp>
      <p:sp>
        <p:nvSpPr>
          <p:cNvPr id="693" name="b_small_bar_ellipse_2931">
            <a:extLst>
              <a:ext uri="{FF2B5EF4-FFF2-40B4-BE49-F238E27FC236}">
                <a16:creationId xmlns:a16="http://schemas.microsoft.com/office/drawing/2014/main" id="{3AC8B4AA-B364-498E-9877-CE36DDC4F4A4}"/>
              </a:ext>
            </a:extLst>
          </p:cNvPr>
          <p:cNvSpPr>
            <a:spLocks noGrp="1"/>
          </p:cNvSpPr>
          <p:nvPr/>
        </p:nvSpPr>
        <p:spPr>
          <a:xfrm>
            <a:off x="3359725" y="2025341"/>
            <a:ext cx="45341" cy="45341"/>
          </a:xfrm>
          <a:prstGeom prst="ellipse">
            <a:avLst/>
          </a:prstGeom>
          <a:solidFill>
            <a:srgbClr val="7D8990">
              <a:alpha val="40000"/>
            </a:srgbClr>
          </a:solidFill>
          <a:ln w="0">
            <a:noFill/>
            <a:prstDash val="solid"/>
          </a:ln>
        </p:spPr>
      </p:sp>
      <p:sp>
        <p:nvSpPr>
          <p:cNvPr id="694" name="b_small_bar_ellipse_2932">
            <a:extLst>
              <a:ext uri="{FF2B5EF4-FFF2-40B4-BE49-F238E27FC236}">
                <a16:creationId xmlns:a16="http://schemas.microsoft.com/office/drawing/2014/main" id="{E3C318BB-9164-4CB0-AAA8-EC0E2F1B87C1}"/>
              </a:ext>
            </a:extLst>
          </p:cNvPr>
          <p:cNvSpPr>
            <a:spLocks noGrp="1"/>
          </p:cNvSpPr>
          <p:nvPr/>
        </p:nvSpPr>
        <p:spPr>
          <a:xfrm>
            <a:off x="3462510" y="2756729"/>
            <a:ext cx="45341" cy="45341"/>
          </a:xfrm>
          <a:prstGeom prst="ellipse">
            <a:avLst/>
          </a:prstGeom>
          <a:solidFill>
            <a:srgbClr val="7D8990">
              <a:alpha val="40000"/>
            </a:srgbClr>
          </a:solidFill>
          <a:ln w="0">
            <a:noFill/>
            <a:prstDash val="solid"/>
          </a:ln>
        </p:spPr>
      </p:sp>
      <p:sp>
        <p:nvSpPr>
          <p:cNvPr id="695" name="b_small_bar_ellipse_2933">
            <a:extLst>
              <a:ext uri="{FF2B5EF4-FFF2-40B4-BE49-F238E27FC236}">
                <a16:creationId xmlns:a16="http://schemas.microsoft.com/office/drawing/2014/main" id="{10E32CC6-35CF-47F4-8A20-1980FDE7D8CD}"/>
              </a:ext>
            </a:extLst>
          </p:cNvPr>
          <p:cNvSpPr>
            <a:spLocks noGrp="1"/>
          </p:cNvSpPr>
          <p:nvPr/>
        </p:nvSpPr>
        <p:spPr>
          <a:xfrm>
            <a:off x="3319621" y="2025341"/>
            <a:ext cx="45341" cy="45341"/>
          </a:xfrm>
          <a:prstGeom prst="ellipse">
            <a:avLst/>
          </a:prstGeom>
          <a:solidFill>
            <a:srgbClr val="7D8990">
              <a:alpha val="40000"/>
            </a:srgbClr>
          </a:solidFill>
          <a:ln w="0">
            <a:noFill/>
            <a:prstDash val="solid"/>
          </a:ln>
        </p:spPr>
      </p:sp>
      <p:sp>
        <p:nvSpPr>
          <p:cNvPr id="696" name="b_small_bar_ellipse_2934">
            <a:extLst>
              <a:ext uri="{FF2B5EF4-FFF2-40B4-BE49-F238E27FC236}">
                <a16:creationId xmlns:a16="http://schemas.microsoft.com/office/drawing/2014/main" id="{F58AF752-B571-4CDB-BF92-D964D47EC33D}"/>
              </a:ext>
            </a:extLst>
          </p:cNvPr>
          <p:cNvSpPr>
            <a:spLocks noGrp="1"/>
          </p:cNvSpPr>
          <p:nvPr/>
        </p:nvSpPr>
        <p:spPr>
          <a:xfrm>
            <a:off x="3332849" y="2025341"/>
            <a:ext cx="45341" cy="45341"/>
          </a:xfrm>
          <a:prstGeom prst="ellipse">
            <a:avLst/>
          </a:prstGeom>
          <a:solidFill>
            <a:srgbClr val="7D8990">
              <a:alpha val="40000"/>
            </a:srgbClr>
          </a:solidFill>
          <a:ln w="0">
            <a:noFill/>
            <a:prstDash val="solid"/>
          </a:ln>
        </p:spPr>
      </p:sp>
      <p:sp>
        <p:nvSpPr>
          <p:cNvPr id="697" name="b_small_bar_ellipse_2935">
            <a:extLst>
              <a:ext uri="{FF2B5EF4-FFF2-40B4-BE49-F238E27FC236}">
                <a16:creationId xmlns:a16="http://schemas.microsoft.com/office/drawing/2014/main" id="{6D03DD69-623D-48C9-A14E-741A02259A03}"/>
              </a:ext>
            </a:extLst>
          </p:cNvPr>
          <p:cNvSpPr>
            <a:spLocks noGrp="1"/>
          </p:cNvSpPr>
          <p:nvPr/>
        </p:nvSpPr>
        <p:spPr>
          <a:xfrm>
            <a:off x="3446144" y="2836021"/>
            <a:ext cx="45341" cy="45341"/>
          </a:xfrm>
          <a:prstGeom prst="ellipse">
            <a:avLst/>
          </a:prstGeom>
          <a:solidFill>
            <a:srgbClr val="7D8990">
              <a:alpha val="40000"/>
            </a:srgbClr>
          </a:solidFill>
          <a:ln w="0">
            <a:noFill/>
            <a:prstDash val="solid"/>
          </a:ln>
        </p:spPr>
      </p:sp>
      <p:sp>
        <p:nvSpPr>
          <p:cNvPr id="698" name="b_small_bar_ellipse_2936">
            <a:extLst>
              <a:ext uri="{FF2B5EF4-FFF2-40B4-BE49-F238E27FC236}">
                <a16:creationId xmlns:a16="http://schemas.microsoft.com/office/drawing/2014/main" id="{F2C8A90F-106D-4000-B438-ACDE2918C146}"/>
              </a:ext>
            </a:extLst>
          </p:cNvPr>
          <p:cNvSpPr>
            <a:spLocks noGrp="1"/>
          </p:cNvSpPr>
          <p:nvPr/>
        </p:nvSpPr>
        <p:spPr>
          <a:xfrm>
            <a:off x="3415926" y="2025341"/>
            <a:ext cx="45341" cy="45341"/>
          </a:xfrm>
          <a:prstGeom prst="ellipse">
            <a:avLst/>
          </a:prstGeom>
          <a:solidFill>
            <a:srgbClr val="7D8990">
              <a:alpha val="40000"/>
            </a:srgbClr>
          </a:solidFill>
          <a:ln w="0">
            <a:noFill/>
            <a:prstDash val="solid"/>
          </a:ln>
        </p:spPr>
      </p:sp>
      <p:sp>
        <p:nvSpPr>
          <p:cNvPr id="699" name="b_small_bar_ellipse_2937">
            <a:extLst>
              <a:ext uri="{FF2B5EF4-FFF2-40B4-BE49-F238E27FC236}">
                <a16:creationId xmlns:a16="http://schemas.microsoft.com/office/drawing/2014/main" id="{04E1B06D-1271-4846-A8BC-7F0535E26F94}"/>
              </a:ext>
            </a:extLst>
          </p:cNvPr>
          <p:cNvSpPr>
            <a:spLocks noGrp="1"/>
          </p:cNvSpPr>
          <p:nvPr/>
        </p:nvSpPr>
        <p:spPr>
          <a:xfrm>
            <a:off x="3394982" y="2025341"/>
            <a:ext cx="45341" cy="45341"/>
          </a:xfrm>
          <a:prstGeom prst="ellipse">
            <a:avLst/>
          </a:prstGeom>
          <a:solidFill>
            <a:srgbClr val="7D8990">
              <a:alpha val="40000"/>
            </a:srgbClr>
          </a:solidFill>
          <a:ln w="0">
            <a:noFill/>
            <a:prstDash val="solid"/>
          </a:ln>
        </p:spPr>
      </p:sp>
      <p:sp>
        <p:nvSpPr>
          <p:cNvPr id="700" name="b_small_bar_ellipse_2938">
            <a:extLst>
              <a:ext uri="{FF2B5EF4-FFF2-40B4-BE49-F238E27FC236}">
                <a16:creationId xmlns:a16="http://schemas.microsoft.com/office/drawing/2014/main" id="{26302374-5AB3-478E-90B5-6946AD5EB3C6}"/>
              </a:ext>
            </a:extLst>
          </p:cNvPr>
          <p:cNvSpPr>
            <a:spLocks noGrp="1"/>
          </p:cNvSpPr>
          <p:nvPr/>
        </p:nvSpPr>
        <p:spPr>
          <a:xfrm>
            <a:off x="3368938" y="2025341"/>
            <a:ext cx="45341" cy="45341"/>
          </a:xfrm>
          <a:prstGeom prst="ellipse">
            <a:avLst/>
          </a:prstGeom>
          <a:solidFill>
            <a:srgbClr val="7D8990">
              <a:alpha val="40000"/>
            </a:srgbClr>
          </a:solidFill>
          <a:ln w="0">
            <a:noFill/>
            <a:prstDash val="solid"/>
          </a:ln>
        </p:spPr>
      </p:sp>
      <p:sp>
        <p:nvSpPr>
          <p:cNvPr id="701" name="b_small_bar_ellipse_2939">
            <a:extLst>
              <a:ext uri="{FF2B5EF4-FFF2-40B4-BE49-F238E27FC236}">
                <a16:creationId xmlns:a16="http://schemas.microsoft.com/office/drawing/2014/main" id="{EFB9CA35-7A50-454B-A672-F53FFA9E9D66}"/>
              </a:ext>
            </a:extLst>
          </p:cNvPr>
          <p:cNvSpPr>
            <a:spLocks noGrp="1"/>
          </p:cNvSpPr>
          <p:nvPr/>
        </p:nvSpPr>
        <p:spPr>
          <a:xfrm>
            <a:off x="3414638" y="4240075"/>
            <a:ext cx="45341" cy="45341"/>
          </a:xfrm>
          <a:prstGeom prst="ellipse">
            <a:avLst/>
          </a:prstGeom>
          <a:solidFill>
            <a:srgbClr val="7D8990">
              <a:alpha val="40000"/>
            </a:srgbClr>
          </a:solidFill>
          <a:ln w="0">
            <a:noFill/>
            <a:prstDash val="solid"/>
          </a:ln>
        </p:spPr>
      </p:sp>
      <p:sp>
        <p:nvSpPr>
          <p:cNvPr id="702" name="b_small_bar_ellipse_2940">
            <a:extLst>
              <a:ext uri="{FF2B5EF4-FFF2-40B4-BE49-F238E27FC236}">
                <a16:creationId xmlns:a16="http://schemas.microsoft.com/office/drawing/2014/main" id="{D3647334-8A23-4C51-AEAC-3E3BDD4DDE81}"/>
              </a:ext>
            </a:extLst>
          </p:cNvPr>
          <p:cNvSpPr>
            <a:spLocks noGrp="1"/>
          </p:cNvSpPr>
          <p:nvPr/>
        </p:nvSpPr>
        <p:spPr>
          <a:xfrm>
            <a:off x="3383667" y="2025341"/>
            <a:ext cx="45341" cy="45341"/>
          </a:xfrm>
          <a:prstGeom prst="ellipse">
            <a:avLst/>
          </a:prstGeom>
          <a:solidFill>
            <a:srgbClr val="7D8990">
              <a:alpha val="40000"/>
            </a:srgbClr>
          </a:solidFill>
          <a:ln w="0">
            <a:noFill/>
            <a:prstDash val="solid"/>
          </a:ln>
        </p:spPr>
      </p:sp>
      <p:sp>
        <p:nvSpPr>
          <p:cNvPr id="703" name="b_small_bar_ellipse_2941">
            <a:extLst>
              <a:ext uri="{FF2B5EF4-FFF2-40B4-BE49-F238E27FC236}">
                <a16:creationId xmlns:a16="http://schemas.microsoft.com/office/drawing/2014/main" id="{E8C87AC9-C8AB-4B80-A2F6-ACC0809E68E0}"/>
              </a:ext>
            </a:extLst>
          </p:cNvPr>
          <p:cNvSpPr>
            <a:spLocks noGrp="1"/>
          </p:cNvSpPr>
          <p:nvPr/>
        </p:nvSpPr>
        <p:spPr>
          <a:xfrm>
            <a:off x="3374900" y="2025341"/>
            <a:ext cx="45341" cy="45341"/>
          </a:xfrm>
          <a:prstGeom prst="ellipse">
            <a:avLst/>
          </a:prstGeom>
          <a:solidFill>
            <a:srgbClr val="7D8990">
              <a:alpha val="40000"/>
            </a:srgbClr>
          </a:solidFill>
          <a:ln w="0">
            <a:noFill/>
            <a:prstDash val="solid"/>
          </a:ln>
        </p:spPr>
      </p:sp>
      <p:sp>
        <p:nvSpPr>
          <p:cNvPr id="704" name="b_small_bar_ellipse_2942">
            <a:extLst>
              <a:ext uri="{FF2B5EF4-FFF2-40B4-BE49-F238E27FC236}">
                <a16:creationId xmlns:a16="http://schemas.microsoft.com/office/drawing/2014/main" id="{67706034-F5AA-4F5D-9448-86159CE68D9E}"/>
              </a:ext>
            </a:extLst>
          </p:cNvPr>
          <p:cNvSpPr>
            <a:spLocks noGrp="1"/>
          </p:cNvSpPr>
          <p:nvPr/>
        </p:nvSpPr>
        <p:spPr>
          <a:xfrm>
            <a:off x="3428076" y="3241362"/>
            <a:ext cx="45341" cy="45341"/>
          </a:xfrm>
          <a:prstGeom prst="ellipse">
            <a:avLst/>
          </a:prstGeom>
          <a:solidFill>
            <a:srgbClr val="7D8990">
              <a:alpha val="40000"/>
            </a:srgbClr>
          </a:solidFill>
          <a:ln w="0">
            <a:noFill/>
            <a:prstDash val="solid"/>
          </a:ln>
        </p:spPr>
      </p:sp>
      <p:sp>
        <p:nvSpPr>
          <p:cNvPr id="705" name="b_small_bar_ellipse_2943">
            <a:extLst>
              <a:ext uri="{FF2B5EF4-FFF2-40B4-BE49-F238E27FC236}">
                <a16:creationId xmlns:a16="http://schemas.microsoft.com/office/drawing/2014/main" id="{8BBE1A9A-9E53-4186-8353-386EA63746B1}"/>
              </a:ext>
            </a:extLst>
          </p:cNvPr>
          <p:cNvSpPr>
            <a:spLocks noGrp="1"/>
          </p:cNvSpPr>
          <p:nvPr/>
        </p:nvSpPr>
        <p:spPr>
          <a:xfrm>
            <a:off x="3379427" y="2836021"/>
            <a:ext cx="45341" cy="45341"/>
          </a:xfrm>
          <a:prstGeom prst="ellipse">
            <a:avLst/>
          </a:prstGeom>
          <a:solidFill>
            <a:srgbClr val="7D8990">
              <a:alpha val="40000"/>
            </a:srgbClr>
          </a:solidFill>
          <a:ln w="0">
            <a:noFill/>
            <a:prstDash val="solid"/>
          </a:ln>
        </p:spPr>
      </p:sp>
      <p:sp>
        <p:nvSpPr>
          <p:cNvPr id="706" name="b_small_bar_ellipse_2944">
            <a:extLst>
              <a:ext uri="{FF2B5EF4-FFF2-40B4-BE49-F238E27FC236}">
                <a16:creationId xmlns:a16="http://schemas.microsoft.com/office/drawing/2014/main" id="{9954BDDF-FB5D-43DD-977A-C5726BB898E1}"/>
              </a:ext>
            </a:extLst>
          </p:cNvPr>
          <p:cNvSpPr>
            <a:spLocks noGrp="1"/>
          </p:cNvSpPr>
          <p:nvPr/>
        </p:nvSpPr>
        <p:spPr>
          <a:xfrm>
            <a:off x="3404135" y="2025341"/>
            <a:ext cx="45341" cy="45341"/>
          </a:xfrm>
          <a:prstGeom prst="ellipse">
            <a:avLst/>
          </a:prstGeom>
          <a:solidFill>
            <a:srgbClr val="7D8990">
              <a:alpha val="40000"/>
            </a:srgbClr>
          </a:solidFill>
          <a:ln w="0">
            <a:noFill/>
            <a:prstDash val="solid"/>
          </a:ln>
        </p:spPr>
      </p:sp>
      <p:sp>
        <p:nvSpPr>
          <p:cNvPr id="707" name="b_small_bar_ellipse_2945">
            <a:extLst>
              <a:ext uri="{FF2B5EF4-FFF2-40B4-BE49-F238E27FC236}">
                <a16:creationId xmlns:a16="http://schemas.microsoft.com/office/drawing/2014/main" id="{25103711-E63B-49D9-A91B-AA763D9C0CB2}"/>
              </a:ext>
            </a:extLst>
          </p:cNvPr>
          <p:cNvSpPr>
            <a:spLocks noGrp="1"/>
          </p:cNvSpPr>
          <p:nvPr/>
        </p:nvSpPr>
        <p:spPr>
          <a:xfrm>
            <a:off x="3304943" y="3355429"/>
            <a:ext cx="45341" cy="45341"/>
          </a:xfrm>
          <a:prstGeom prst="ellipse">
            <a:avLst/>
          </a:prstGeom>
          <a:solidFill>
            <a:srgbClr val="7D8990">
              <a:alpha val="40000"/>
            </a:srgbClr>
          </a:solidFill>
          <a:ln w="0">
            <a:noFill/>
            <a:prstDash val="solid"/>
          </a:ln>
        </p:spPr>
      </p:sp>
      <p:sp>
        <p:nvSpPr>
          <p:cNvPr id="708" name="b_small_bar_ellipse_2946">
            <a:extLst>
              <a:ext uri="{FF2B5EF4-FFF2-40B4-BE49-F238E27FC236}">
                <a16:creationId xmlns:a16="http://schemas.microsoft.com/office/drawing/2014/main" id="{3CEF4D0E-0690-47B9-88B6-18DBF6A963C3}"/>
              </a:ext>
            </a:extLst>
          </p:cNvPr>
          <p:cNvSpPr>
            <a:spLocks noGrp="1"/>
          </p:cNvSpPr>
          <p:nvPr/>
        </p:nvSpPr>
        <p:spPr>
          <a:xfrm>
            <a:off x="3466214" y="2025341"/>
            <a:ext cx="45341" cy="45341"/>
          </a:xfrm>
          <a:prstGeom prst="ellipse">
            <a:avLst/>
          </a:prstGeom>
          <a:solidFill>
            <a:srgbClr val="7D8990">
              <a:alpha val="40000"/>
            </a:srgbClr>
          </a:solidFill>
          <a:ln w="0">
            <a:noFill/>
            <a:prstDash val="solid"/>
          </a:ln>
        </p:spPr>
      </p:sp>
      <p:sp>
        <p:nvSpPr>
          <p:cNvPr id="709" name="b_small_bar_ellipse_2947">
            <a:extLst>
              <a:ext uri="{FF2B5EF4-FFF2-40B4-BE49-F238E27FC236}">
                <a16:creationId xmlns:a16="http://schemas.microsoft.com/office/drawing/2014/main" id="{E9D43622-70BF-441E-9742-2AFD231D3E7C}"/>
              </a:ext>
            </a:extLst>
          </p:cNvPr>
          <p:cNvSpPr>
            <a:spLocks noGrp="1"/>
          </p:cNvSpPr>
          <p:nvPr/>
        </p:nvSpPr>
        <p:spPr>
          <a:xfrm>
            <a:off x="3381125" y="4052042"/>
            <a:ext cx="45341" cy="45341"/>
          </a:xfrm>
          <a:prstGeom prst="ellipse">
            <a:avLst/>
          </a:prstGeom>
          <a:solidFill>
            <a:srgbClr val="7D8990">
              <a:alpha val="40000"/>
            </a:srgbClr>
          </a:solidFill>
          <a:ln w="0">
            <a:noFill/>
            <a:prstDash val="solid"/>
          </a:ln>
        </p:spPr>
      </p:sp>
      <p:sp>
        <p:nvSpPr>
          <p:cNvPr id="710" name="b_small_bar_ellipse_2948">
            <a:extLst>
              <a:ext uri="{FF2B5EF4-FFF2-40B4-BE49-F238E27FC236}">
                <a16:creationId xmlns:a16="http://schemas.microsoft.com/office/drawing/2014/main" id="{2B917601-B339-4EA0-909C-9FB5BFB29ED4}"/>
              </a:ext>
            </a:extLst>
          </p:cNvPr>
          <p:cNvSpPr>
            <a:spLocks noGrp="1"/>
          </p:cNvSpPr>
          <p:nvPr/>
        </p:nvSpPr>
        <p:spPr>
          <a:xfrm>
            <a:off x="3413017" y="4457382"/>
            <a:ext cx="45341" cy="45341"/>
          </a:xfrm>
          <a:prstGeom prst="ellipse">
            <a:avLst/>
          </a:prstGeom>
          <a:solidFill>
            <a:srgbClr val="7D8990">
              <a:alpha val="40000"/>
            </a:srgbClr>
          </a:solidFill>
          <a:ln w="0">
            <a:noFill/>
            <a:prstDash val="solid"/>
          </a:ln>
        </p:spPr>
      </p:sp>
      <p:sp>
        <p:nvSpPr>
          <p:cNvPr id="711" name="b_small_bar_ellipse_2949">
            <a:extLst>
              <a:ext uri="{FF2B5EF4-FFF2-40B4-BE49-F238E27FC236}">
                <a16:creationId xmlns:a16="http://schemas.microsoft.com/office/drawing/2014/main" id="{13844E2C-0E78-4103-9805-AAE0D10BA9B3}"/>
              </a:ext>
            </a:extLst>
          </p:cNvPr>
          <p:cNvSpPr>
            <a:spLocks noGrp="1"/>
          </p:cNvSpPr>
          <p:nvPr/>
        </p:nvSpPr>
        <p:spPr>
          <a:xfrm>
            <a:off x="3362374" y="2329346"/>
            <a:ext cx="45341" cy="45341"/>
          </a:xfrm>
          <a:prstGeom prst="ellipse">
            <a:avLst/>
          </a:prstGeom>
          <a:solidFill>
            <a:srgbClr val="7D8990">
              <a:alpha val="40000"/>
            </a:srgbClr>
          </a:solidFill>
          <a:ln w="0">
            <a:noFill/>
            <a:prstDash val="solid"/>
          </a:ln>
        </p:spPr>
      </p:sp>
      <p:sp>
        <p:nvSpPr>
          <p:cNvPr id="712" name="b_small_bar_ellipse_2950">
            <a:extLst>
              <a:ext uri="{FF2B5EF4-FFF2-40B4-BE49-F238E27FC236}">
                <a16:creationId xmlns:a16="http://schemas.microsoft.com/office/drawing/2014/main" id="{2BBDFA76-EEA4-47E5-B3B2-F83D69B9D0EA}"/>
              </a:ext>
            </a:extLst>
          </p:cNvPr>
          <p:cNvSpPr>
            <a:spLocks noGrp="1"/>
          </p:cNvSpPr>
          <p:nvPr/>
        </p:nvSpPr>
        <p:spPr>
          <a:xfrm>
            <a:off x="3480592" y="3663832"/>
            <a:ext cx="45341" cy="45341"/>
          </a:xfrm>
          <a:prstGeom prst="ellipse">
            <a:avLst/>
          </a:prstGeom>
          <a:solidFill>
            <a:srgbClr val="7D8990">
              <a:alpha val="40000"/>
            </a:srgbClr>
          </a:solidFill>
          <a:ln w="0">
            <a:noFill/>
            <a:prstDash val="solid"/>
          </a:ln>
        </p:spPr>
      </p:sp>
      <p:sp>
        <p:nvSpPr>
          <p:cNvPr id="713" name="b_small_bar_ellipse_2951">
            <a:extLst>
              <a:ext uri="{FF2B5EF4-FFF2-40B4-BE49-F238E27FC236}">
                <a16:creationId xmlns:a16="http://schemas.microsoft.com/office/drawing/2014/main" id="{31E3B0F7-44E6-4DB0-A1C9-17367F9CAEB0}"/>
              </a:ext>
            </a:extLst>
          </p:cNvPr>
          <p:cNvSpPr>
            <a:spLocks noGrp="1"/>
          </p:cNvSpPr>
          <p:nvPr/>
        </p:nvSpPr>
        <p:spPr>
          <a:xfrm>
            <a:off x="3353516" y="4457382"/>
            <a:ext cx="45341" cy="45341"/>
          </a:xfrm>
          <a:prstGeom prst="ellipse">
            <a:avLst/>
          </a:prstGeom>
          <a:solidFill>
            <a:srgbClr val="7D8990">
              <a:alpha val="40000"/>
            </a:srgbClr>
          </a:solidFill>
          <a:ln w="0">
            <a:noFill/>
            <a:prstDash val="solid"/>
          </a:ln>
        </p:spPr>
      </p:sp>
      <p:sp>
        <p:nvSpPr>
          <p:cNvPr id="714" name="b_small_bar_ellipse_2952">
            <a:extLst>
              <a:ext uri="{FF2B5EF4-FFF2-40B4-BE49-F238E27FC236}">
                <a16:creationId xmlns:a16="http://schemas.microsoft.com/office/drawing/2014/main" id="{2E3B218A-AAE0-4AA3-8280-CB56111FB6F7}"/>
              </a:ext>
            </a:extLst>
          </p:cNvPr>
          <p:cNvSpPr>
            <a:spLocks noGrp="1"/>
          </p:cNvSpPr>
          <p:nvPr/>
        </p:nvSpPr>
        <p:spPr>
          <a:xfrm>
            <a:off x="3298406" y="4011508"/>
            <a:ext cx="45341" cy="45341"/>
          </a:xfrm>
          <a:prstGeom prst="ellipse">
            <a:avLst/>
          </a:prstGeom>
          <a:solidFill>
            <a:srgbClr val="7D8990">
              <a:alpha val="40000"/>
            </a:srgbClr>
          </a:solidFill>
          <a:ln w="0">
            <a:noFill/>
            <a:prstDash val="solid"/>
          </a:ln>
        </p:spPr>
      </p:sp>
      <p:sp>
        <p:nvSpPr>
          <p:cNvPr id="715" name="b_small_bar_ellipse_2953">
            <a:extLst>
              <a:ext uri="{FF2B5EF4-FFF2-40B4-BE49-F238E27FC236}">
                <a16:creationId xmlns:a16="http://schemas.microsoft.com/office/drawing/2014/main" id="{208F67FF-60EB-4029-9A3F-533B7FCEE9E0}"/>
              </a:ext>
            </a:extLst>
          </p:cNvPr>
          <p:cNvSpPr>
            <a:spLocks noGrp="1"/>
          </p:cNvSpPr>
          <p:nvPr/>
        </p:nvSpPr>
        <p:spPr>
          <a:xfrm>
            <a:off x="3309632" y="2025341"/>
            <a:ext cx="45341" cy="45341"/>
          </a:xfrm>
          <a:prstGeom prst="ellipse">
            <a:avLst/>
          </a:prstGeom>
          <a:solidFill>
            <a:srgbClr val="7D8990">
              <a:alpha val="40000"/>
            </a:srgbClr>
          </a:solidFill>
          <a:ln w="0">
            <a:noFill/>
            <a:prstDash val="solid"/>
          </a:ln>
        </p:spPr>
      </p:sp>
      <p:sp>
        <p:nvSpPr>
          <p:cNvPr id="716" name="b_small_bar_ellipse_2954">
            <a:extLst>
              <a:ext uri="{FF2B5EF4-FFF2-40B4-BE49-F238E27FC236}">
                <a16:creationId xmlns:a16="http://schemas.microsoft.com/office/drawing/2014/main" id="{DFB3DEEF-22BF-484F-B4D5-9908218CCE90}"/>
              </a:ext>
            </a:extLst>
          </p:cNvPr>
          <p:cNvSpPr>
            <a:spLocks noGrp="1"/>
          </p:cNvSpPr>
          <p:nvPr/>
        </p:nvSpPr>
        <p:spPr>
          <a:xfrm>
            <a:off x="3411098" y="2025341"/>
            <a:ext cx="45341" cy="45341"/>
          </a:xfrm>
          <a:prstGeom prst="ellipse">
            <a:avLst/>
          </a:prstGeom>
          <a:solidFill>
            <a:srgbClr val="7D8990">
              <a:alpha val="40000"/>
            </a:srgbClr>
          </a:solidFill>
          <a:ln w="0">
            <a:noFill/>
            <a:prstDash val="solid"/>
          </a:ln>
        </p:spPr>
      </p:sp>
      <p:sp>
        <p:nvSpPr>
          <p:cNvPr id="717" name="b_small_bar_ellipse_2955">
            <a:extLst>
              <a:ext uri="{FF2B5EF4-FFF2-40B4-BE49-F238E27FC236}">
                <a16:creationId xmlns:a16="http://schemas.microsoft.com/office/drawing/2014/main" id="{5585366D-5F4E-49A9-AF4B-EFD8C13FB03F}"/>
              </a:ext>
            </a:extLst>
          </p:cNvPr>
          <p:cNvSpPr>
            <a:spLocks noGrp="1"/>
          </p:cNvSpPr>
          <p:nvPr/>
        </p:nvSpPr>
        <p:spPr>
          <a:xfrm>
            <a:off x="3474735" y="4457382"/>
            <a:ext cx="45341" cy="45341"/>
          </a:xfrm>
          <a:prstGeom prst="ellipse">
            <a:avLst/>
          </a:prstGeom>
          <a:solidFill>
            <a:srgbClr val="7D8990">
              <a:alpha val="40000"/>
            </a:srgbClr>
          </a:solidFill>
          <a:ln w="0">
            <a:noFill/>
            <a:prstDash val="solid"/>
          </a:ln>
        </p:spPr>
      </p:sp>
      <p:sp>
        <p:nvSpPr>
          <p:cNvPr id="718" name="b_small_bar_ellipse_2956">
            <a:extLst>
              <a:ext uri="{FF2B5EF4-FFF2-40B4-BE49-F238E27FC236}">
                <a16:creationId xmlns:a16="http://schemas.microsoft.com/office/drawing/2014/main" id="{D2402E7F-AEF8-4E1C-A3BF-81681547E7F0}"/>
              </a:ext>
            </a:extLst>
          </p:cNvPr>
          <p:cNvSpPr>
            <a:spLocks noGrp="1"/>
          </p:cNvSpPr>
          <p:nvPr/>
        </p:nvSpPr>
        <p:spPr>
          <a:xfrm>
            <a:off x="3335513" y="4096919"/>
            <a:ext cx="45341" cy="45341"/>
          </a:xfrm>
          <a:prstGeom prst="ellipse">
            <a:avLst/>
          </a:prstGeom>
          <a:solidFill>
            <a:srgbClr val="7D8990">
              <a:alpha val="40000"/>
            </a:srgbClr>
          </a:solidFill>
          <a:ln w="0">
            <a:noFill/>
            <a:prstDash val="solid"/>
          </a:ln>
        </p:spPr>
      </p:sp>
      <p:sp>
        <p:nvSpPr>
          <p:cNvPr id="719" name="b_small_bar_ellipse_2957">
            <a:extLst>
              <a:ext uri="{FF2B5EF4-FFF2-40B4-BE49-F238E27FC236}">
                <a16:creationId xmlns:a16="http://schemas.microsoft.com/office/drawing/2014/main" id="{A147B751-02CE-4EED-855D-683811F2F145}"/>
              </a:ext>
            </a:extLst>
          </p:cNvPr>
          <p:cNvSpPr>
            <a:spLocks noGrp="1"/>
          </p:cNvSpPr>
          <p:nvPr/>
        </p:nvSpPr>
        <p:spPr>
          <a:xfrm>
            <a:off x="3389935" y="4052042"/>
            <a:ext cx="45341" cy="45341"/>
          </a:xfrm>
          <a:prstGeom prst="ellipse">
            <a:avLst/>
          </a:prstGeom>
          <a:solidFill>
            <a:srgbClr val="7D8990">
              <a:alpha val="40000"/>
            </a:srgbClr>
          </a:solidFill>
          <a:ln w="0">
            <a:noFill/>
            <a:prstDash val="solid"/>
          </a:ln>
        </p:spPr>
      </p:sp>
      <p:sp>
        <p:nvSpPr>
          <p:cNvPr id="720" name="b_small_bar_ellipse_2958">
            <a:extLst>
              <a:ext uri="{FF2B5EF4-FFF2-40B4-BE49-F238E27FC236}">
                <a16:creationId xmlns:a16="http://schemas.microsoft.com/office/drawing/2014/main" id="{3AFA1B3B-9FF0-40C0-AAA1-49E4E78ABE96}"/>
              </a:ext>
            </a:extLst>
          </p:cNvPr>
          <p:cNvSpPr>
            <a:spLocks noGrp="1"/>
          </p:cNvSpPr>
          <p:nvPr/>
        </p:nvSpPr>
        <p:spPr>
          <a:xfrm>
            <a:off x="3325060" y="2633351"/>
            <a:ext cx="45341" cy="45341"/>
          </a:xfrm>
          <a:prstGeom prst="ellipse">
            <a:avLst/>
          </a:prstGeom>
          <a:solidFill>
            <a:srgbClr val="7D8990">
              <a:alpha val="40000"/>
            </a:srgbClr>
          </a:solidFill>
          <a:ln w="0">
            <a:noFill/>
            <a:prstDash val="solid"/>
          </a:ln>
        </p:spPr>
      </p:sp>
      <p:sp>
        <p:nvSpPr>
          <p:cNvPr id="721" name="b_small_bar_ellipse_2959">
            <a:extLst>
              <a:ext uri="{FF2B5EF4-FFF2-40B4-BE49-F238E27FC236}">
                <a16:creationId xmlns:a16="http://schemas.microsoft.com/office/drawing/2014/main" id="{E5717AA5-8A5B-4560-B6E9-2CC8339ED46D}"/>
              </a:ext>
            </a:extLst>
          </p:cNvPr>
          <p:cNvSpPr>
            <a:spLocks noGrp="1"/>
          </p:cNvSpPr>
          <p:nvPr/>
        </p:nvSpPr>
        <p:spPr>
          <a:xfrm>
            <a:off x="3378182" y="4259073"/>
            <a:ext cx="45341" cy="45341"/>
          </a:xfrm>
          <a:prstGeom prst="ellipse">
            <a:avLst/>
          </a:prstGeom>
          <a:solidFill>
            <a:srgbClr val="7D8990">
              <a:alpha val="40000"/>
            </a:srgbClr>
          </a:solidFill>
          <a:ln w="0">
            <a:noFill/>
            <a:prstDash val="solid"/>
          </a:ln>
        </p:spPr>
      </p:sp>
      <p:sp>
        <p:nvSpPr>
          <p:cNvPr id="722" name="b_small_bar_ellipse_2960">
            <a:extLst>
              <a:ext uri="{FF2B5EF4-FFF2-40B4-BE49-F238E27FC236}">
                <a16:creationId xmlns:a16="http://schemas.microsoft.com/office/drawing/2014/main" id="{771AB2D6-19D9-4A03-943D-F0ED07FF3007}"/>
              </a:ext>
            </a:extLst>
          </p:cNvPr>
          <p:cNvSpPr>
            <a:spLocks noGrp="1"/>
          </p:cNvSpPr>
          <p:nvPr/>
        </p:nvSpPr>
        <p:spPr>
          <a:xfrm>
            <a:off x="3454667" y="2025341"/>
            <a:ext cx="45341" cy="45341"/>
          </a:xfrm>
          <a:prstGeom prst="ellipse">
            <a:avLst/>
          </a:prstGeom>
          <a:solidFill>
            <a:srgbClr val="7D8990">
              <a:alpha val="40000"/>
            </a:srgbClr>
          </a:solidFill>
          <a:ln w="0">
            <a:noFill/>
            <a:prstDash val="solid"/>
          </a:ln>
        </p:spPr>
      </p:sp>
      <p:sp>
        <p:nvSpPr>
          <p:cNvPr id="723" name="b_small_bar_ellipse_2961">
            <a:extLst>
              <a:ext uri="{FF2B5EF4-FFF2-40B4-BE49-F238E27FC236}">
                <a16:creationId xmlns:a16="http://schemas.microsoft.com/office/drawing/2014/main" id="{C7D20E9D-5762-48A1-8139-D16DA2DCC8A7}"/>
              </a:ext>
            </a:extLst>
          </p:cNvPr>
          <p:cNvSpPr>
            <a:spLocks noGrp="1"/>
          </p:cNvSpPr>
          <p:nvPr/>
        </p:nvSpPr>
        <p:spPr>
          <a:xfrm>
            <a:off x="3342465" y="2025341"/>
            <a:ext cx="45341" cy="45341"/>
          </a:xfrm>
          <a:prstGeom prst="ellipse">
            <a:avLst/>
          </a:prstGeom>
          <a:solidFill>
            <a:srgbClr val="7D8990">
              <a:alpha val="40000"/>
            </a:srgbClr>
          </a:solidFill>
          <a:ln w="0">
            <a:noFill/>
            <a:prstDash val="solid"/>
          </a:ln>
        </p:spPr>
      </p:sp>
      <p:sp>
        <p:nvSpPr>
          <p:cNvPr id="724" name="b_small_bar_ellipse_2962">
            <a:extLst>
              <a:ext uri="{FF2B5EF4-FFF2-40B4-BE49-F238E27FC236}">
                <a16:creationId xmlns:a16="http://schemas.microsoft.com/office/drawing/2014/main" id="{85B8A812-6266-42F2-8CB6-16D563AA7632}"/>
              </a:ext>
            </a:extLst>
          </p:cNvPr>
          <p:cNvSpPr>
            <a:spLocks noGrp="1"/>
          </p:cNvSpPr>
          <p:nvPr/>
        </p:nvSpPr>
        <p:spPr>
          <a:xfrm>
            <a:off x="3492015" y="4457382"/>
            <a:ext cx="45341" cy="45341"/>
          </a:xfrm>
          <a:prstGeom prst="ellipse">
            <a:avLst/>
          </a:prstGeom>
          <a:solidFill>
            <a:srgbClr val="7D8990">
              <a:alpha val="40000"/>
            </a:srgbClr>
          </a:solidFill>
          <a:ln w="0">
            <a:noFill/>
            <a:prstDash val="solid"/>
          </a:ln>
        </p:spPr>
      </p:sp>
      <p:sp>
        <p:nvSpPr>
          <p:cNvPr id="725" name="b_small_bar_ellipse_2963">
            <a:extLst>
              <a:ext uri="{FF2B5EF4-FFF2-40B4-BE49-F238E27FC236}">
                <a16:creationId xmlns:a16="http://schemas.microsoft.com/office/drawing/2014/main" id="{C8B7C7E1-F08F-468C-8308-D2FC9765E2A1}"/>
              </a:ext>
            </a:extLst>
          </p:cNvPr>
          <p:cNvSpPr>
            <a:spLocks noGrp="1"/>
          </p:cNvSpPr>
          <p:nvPr/>
        </p:nvSpPr>
        <p:spPr>
          <a:xfrm>
            <a:off x="3382366" y="2025341"/>
            <a:ext cx="45341" cy="45341"/>
          </a:xfrm>
          <a:prstGeom prst="ellipse">
            <a:avLst/>
          </a:prstGeom>
          <a:solidFill>
            <a:srgbClr val="7D8990">
              <a:alpha val="40000"/>
            </a:srgbClr>
          </a:solidFill>
          <a:ln w="0">
            <a:noFill/>
            <a:prstDash val="solid"/>
          </a:ln>
        </p:spPr>
      </p:sp>
      <p:sp>
        <p:nvSpPr>
          <p:cNvPr id="726" name="b_small_bar_ellipse_2964">
            <a:extLst>
              <a:ext uri="{FF2B5EF4-FFF2-40B4-BE49-F238E27FC236}">
                <a16:creationId xmlns:a16="http://schemas.microsoft.com/office/drawing/2014/main" id="{04E9A912-3F5B-4E98-A567-BDEDE38324C2}"/>
              </a:ext>
            </a:extLst>
          </p:cNvPr>
          <p:cNvSpPr>
            <a:spLocks noGrp="1"/>
          </p:cNvSpPr>
          <p:nvPr/>
        </p:nvSpPr>
        <p:spPr>
          <a:xfrm>
            <a:off x="3330576" y="2903578"/>
            <a:ext cx="45341" cy="45341"/>
          </a:xfrm>
          <a:prstGeom prst="ellipse">
            <a:avLst/>
          </a:prstGeom>
          <a:solidFill>
            <a:srgbClr val="7D8990">
              <a:alpha val="40000"/>
            </a:srgbClr>
          </a:solidFill>
          <a:ln w="0">
            <a:noFill/>
            <a:prstDash val="solid"/>
          </a:ln>
        </p:spPr>
      </p:sp>
      <p:sp>
        <p:nvSpPr>
          <p:cNvPr id="727" name="b_small_bar_ellipse_2965">
            <a:extLst>
              <a:ext uri="{FF2B5EF4-FFF2-40B4-BE49-F238E27FC236}">
                <a16:creationId xmlns:a16="http://schemas.microsoft.com/office/drawing/2014/main" id="{20A1FA4D-8D26-40D8-A414-AB05B226A0DA}"/>
              </a:ext>
            </a:extLst>
          </p:cNvPr>
          <p:cNvSpPr>
            <a:spLocks noGrp="1"/>
          </p:cNvSpPr>
          <p:nvPr/>
        </p:nvSpPr>
        <p:spPr>
          <a:xfrm>
            <a:off x="3401043" y="2025341"/>
            <a:ext cx="45341" cy="45341"/>
          </a:xfrm>
          <a:prstGeom prst="ellipse">
            <a:avLst/>
          </a:prstGeom>
          <a:solidFill>
            <a:srgbClr val="7D8990">
              <a:alpha val="40000"/>
            </a:srgbClr>
          </a:solidFill>
          <a:ln w="0">
            <a:noFill/>
            <a:prstDash val="solid"/>
          </a:ln>
        </p:spPr>
      </p:sp>
      <p:sp>
        <p:nvSpPr>
          <p:cNvPr id="728" name="b_small_bar_ellipse_2966">
            <a:extLst>
              <a:ext uri="{FF2B5EF4-FFF2-40B4-BE49-F238E27FC236}">
                <a16:creationId xmlns:a16="http://schemas.microsoft.com/office/drawing/2014/main" id="{FA9CEB39-12D0-4CF7-8FDB-3C8018E75405}"/>
              </a:ext>
            </a:extLst>
          </p:cNvPr>
          <p:cNvSpPr>
            <a:spLocks noGrp="1"/>
          </p:cNvSpPr>
          <p:nvPr/>
        </p:nvSpPr>
        <p:spPr>
          <a:xfrm>
            <a:off x="3306752" y="3201492"/>
            <a:ext cx="45341" cy="45341"/>
          </a:xfrm>
          <a:prstGeom prst="ellipse">
            <a:avLst/>
          </a:prstGeom>
          <a:solidFill>
            <a:srgbClr val="7D8990">
              <a:alpha val="40000"/>
            </a:srgbClr>
          </a:solidFill>
          <a:ln w="0">
            <a:noFill/>
            <a:prstDash val="solid"/>
          </a:ln>
        </p:spPr>
      </p:sp>
      <p:sp>
        <p:nvSpPr>
          <p:cNvPr id="729" name="b_small_bar_ellipse_2967">
            <a:extLst>
              <a:ext uri="{FF2B5EF4-FFF2-40B4-BE49-F238E27FC236}">
                <a16:creationId xmlns:a16="http://schemas.microsoft.com/office/drawing/2014/main" id="{09C20471-47B0-482B-A268-5B65442488D3}"/>
              </a:ext>
            </a:extLst>
          </p:cNvPr>
          <p:cNvSpPr>
            <a:spLocks noGrp="1"/>
          </p:cNvSpPr>
          <p:nvPr/>
        </p:nvSpPr>
        <p:spPr>
          <a:xfrm>
            <a:off x="3291169" y="2083246"/>
            <a:ext cx="45341" cy="45341"/>
          </a:xfrm>
          <a:prstGeom prst="ellipse">
            <a:avLst/>
          </a:prstGeom>
          <a:solidFill>
            <a:srgbClr val="7D8990">
              <a:alpha val="40000"/>
            </a:srgbClr>
          </a:solidFill>
          <a:ln w="0">
            <a:noFill/>
            <a:prstDash val="solid"/>
          </a:ln>
        </p:spPr>
      </p:sp>
      <p:sp>
        <p:nvSpPr>
          <p:cNvPr id="730" name="b_small_bar_ellipse_2968">
            <a:extLst>
              <a:ext uri="{FF2B5EF4-FFF2-40B4-BE49-F238E27FC236}">
                <a16:creationId xmlns:a16="http://schemas.microsoft.com/office/drawing/2014/main" id="{D8AA54D7-A71D-48C5-9BD2-61F0C1515156}"/>
              </a:ext>
            </a:extLst>
          </p:cNvPr>
          <p:cNvSpPr>
            <a:spLocks noGrp="1"/>
          </p:cNvSpPr>
          <p:nvPr/>
        </p:nvSpPr>
        <p:spPr>
          <a:xfrm>
            <a:off x="3347395" y="2025341"/>
            <a:ext cx="45341" cy="45341"/>
          </a:xfrm>
          <a:prstGeom prst="ellipse">
            <a:avLst/>
          </a:prstGeom>
          <a:solidFill>
            <a:srgbClr val="7D8990">
              <a:alpha val="40000"/>
            </a:srgbClr>
          </a:solidFill>
          <a:ln w="0">
            <a:noFill/>
            <a:prstDash val="solid"/>
          </a:ln>
        </p:spPr>
      </p:sp>
      <p:sp>
        <p:nvSpPr>
          <p:cNvPr id="731" name="b_small_bar_ellipse_2969">
            <a:extLst>
              <a:ext uri="{FF2B5EF4-FFF2-40B4-BE49-F238E27FC236}">
                <a16:creationId xmlns:a16="http://schemas.microsoft.com/office/drawing/2014/main" id="{2A904027-E6AC-4D79-98C7-8441A2548657}"/>
              </a:ext>
            </a:extLst>
          </p:cNvPr>
          <p:cNvSpPr>
            <a:spLocks noGrp="1"/>
          </p:cNvSpPr>
          <p:nvPr/>
        </p:nvSpPr>
        <p:spPr>
          <a:xfrm>
            <a:off x="3363325" y="2025341"/>
            <a:ext cx="45341" cy="45341"/>
          </a:xfrm>
          <a:prstGeom prst="ellipse">
            <a:avLst/>
          </a:prstGeom>
          <a:solidFill>
            <a:srgbClr val="7D8990">
              <a:alpha val="40000"/>
            </a:srgbClr>
          </a:solidFill>
          <a:ln w="0">
            <a:noFill/>
            <a:prstDash val="solid"/>
          </a:ln>
        </p:spPr>
      </p:sp>
      <p:sp>
        <p:nvSpPr>
          <p:cNvPr id="732" name="b_small_bar_ellipse_2970">
            <a:extLst>
              <a:ext uri="{FF2B5EF4-FFF2-40B4-BE49-F238E27FC236}">
                <a16:creationId xmlns:a16="http://schemas.microsoft.com/office/drawing/2014/main" id="{8BB60FBA-FF59-4BEA-8794-49E7AA1356B9}"/>
              </a:ext>
            </a:extLst>
          </p:cNvPr>
          <p:cNvSpPr>
            <a:spLocks noGrp="1"/>
          </p:cNvSpPr>
          <p:nvPr/>
        </p:nvSpPr>
        <p:spPr>
          <a:xfrm>
            <a:off x="3331139" y="3241362"/>
            <a:ext cx="45341" cy="45341"/>
          </a:xfrm>
          <a:prstGeom prst="ellipse">
            <a:avLst/>
          </a:prstGeom>
          <a:solidFill>
            <a:srgbClr val="7D8990">
              <a:alpha val="40000"/>
            </a:srgbClr>
          </a:solidFill>
          <a:ln w="0">
            <a:noFill/>
            <a:prstDash val="solid"/>
          </a:ln>
        </p:spPr>
      </p:sp>
      <p:sp>
        <p:nvSpPr>
          <p:cNvPr id="733" name="b_small_bar_ellipse_2971">
            <a:extLst>
              <a:ext uri="{FF2B5EF4-FFF2-40B4-BE49-F238E27FC236}">
                <a16:creationId xmlns:a16="http://schemas.microsoft.com/office/drawing/2014/main" id="{6A77148D-59A0-4D71-859A-E576D9805388}"/>
              </a:ext>
            </a:extLst>
          </p:cNvPr>
          <p:cNvSpPr>
            <a:spLocks noGrp="1"/>
          </p:cNvSpPr>
          <p:nvPr/>
        </p:nvSpPr>
        <p:spPr>
          <a:xfrm>
            <a:off x="3433651" y="2372775"/>
            <a:ext cx="45341" cy="45341"/>
          </a:xfrm>
          <a:prstGeom prst="ellipse">
            <a:avLst/>
          </a:prstGeom>
          <a:solidFill>
            <a:srgbClr val="7D8990">
              <a:alpha val="40000"/>
            </a:srgbClr>
          </a:solidFill>
          <a:ln w="0">
            <a:noFill/>
            <a:prstDash val="solid"/>
          </a:ln>
        </p:spPr>
      </p:sp>
      <p:sp>
        <p:nvSpPr>
          <p:cNvPr id="734" name="b_small_bar_ellipse_2972">
            <a:extLst>
              <a:ext uri="{FF2B5EF4-FFF2-40B4-BE49-F238E27FC236}">
                <a16:creationId xmlns:a16="http://schemas.microsoft.com/office/drawing/2014/main" id="{4626CFC0-259A-421B-8894-D8E6E646E0F8}"/>
              </a:ext>
            </a:extLst>
          </p:cNvPr>
          <p:cNvSpPr>
            <a:spLocks noGrp="1"/>
          </p:cNvSpPr>
          <p:nvPr/>
        </p:nvSpPr>
        <p:spPr>
          <a:xfrm>
            <a:off x="3425956" y="2025341"/>
            <a:ext cx="45341" cy="45341"/>
          </a:xfrm>
          <a:prstGeom prst="ellipse">
            <a:avLst/>
          </a:prstGeom>
          <a:solidFill>
            <a:srgbClr val="7D8990">
              <a:alpha val="40000"/>
            </a:srgbClr>
          </a:solidFill>
          <a:ln w="0">
            <a:noFill/>
            <a:prstDash val="solid"/>
          </a:ln>
        </p:spPr>
      </p:sp>
      <p:sp>
        <p:nvSpPr>
          <p:cNvPr id="735" name="b_small_bar_ellipse_2973">
            <a:extLst>
              <a:ext uri="{FF2B5EF4-FFF2-40B4-BE49-F238E27FC236}">
                <a16:creationId xmlns:a16="http://schemas.microsoft.com/office/drawing/2014/main" id="{3918B3A5-652B-47B1-B84D-DA86B15BDF0E}"/>
              </a:ext>
            </a:extLst>
          </p:cNvPr>
          <p:cNvSpPr>
            <a:spLocks noGrp="1"/>
          </p:cNvSpPr>
          <p:nvPr/>
        </p:nvSpPr>
        <p:spPr>
          <a:xfrm>
            <a:off x="3421701" y="2025341"/>
            <a:ext cx="45341" cy="45341"/>
          </a:xfrm>
          <a:prstGeom prst="ellipse">
            <a:avLst/>
          </a:prstGeom>
          <a:solidFill>
            <a:srgbClr val="7D8990">
              <a:alpha val="40000"/>
            </a:srgbClr>
          </a:solidFill>
          <a:ln w="0">
            <a:noFill/>
            <a:prstDash val="solid"/>
          </a:ln>
        </p:spPr>
      </p:sp>
      <p:sp>
        <p:nvSpPr>
          <p:cNvPr id="736" name="b_small_bar_ellipse_2974">
            <a:extLst>
              <a:ext uri="{FF2B5EF4-FFF2-40B4-BE49-F238E27FC236}">
                <a16:creationId xmlns:a16="http://schemas.microsoft.com/office/drawing/2014/main" id="{DECA7524-72CB-4C58-B727-A3C53DB82AE9}"/>
              </a:ext>
            </a:extLst>
          </p:cNvPr>
          <p:cNvSpPr>
            <a:spLocks noGrp="1"/>
          </p:cNvSpPr>
          <p:nvPr/>
        </p:nvSpPr>
        <p:spPr>
          <a:xfrm>
            <a:off x="3479482" y="4379432"/>
            <a:ext cx="45341" cy="45341"/>
          </a:xfrm>
          <a:prstGeom prst="ellipse">
            <a:avLst/>
          </a:prstGeom>
          <a:solidFill>
            <a:srgbClr val="7D8990">
              <a:alpha val="40000"/>
            </a:srgbClr>
          </a:solidFill>
          <a:ln w="0">
            <a:noFill/>
            <a:prstDash val="solid"/>
          </a:ln>
        </p:spPr>
      </p:sp>
      <p:sp>
        <p:nvSpPr>
          <p:cNvPr id="737" name="b_small_bar_ellipse_2975">
            <a:extLst>
              <a:ext uri="{FF2B5EF4-FFF2-40B4-BE49-F238E27FC236}">
                <a16:creationId xmlns:a16="http://schemas.microsoft.com/office/drawing/2014/main" id="{3DE5914E-1DA7-4EAD-B4D2-8C1E1F1697B1}"/>
              </a:ext>
            </a:extLst>
          </p:cNvPr>
          <p:cNvSpPr>
            <a:spLocks noGrp="1"/>
          </p:cNvSpPr>
          <p:nvPr/>
        </p:nvSpPr>
        <p:spPr>
          <a:xfrm>
            <a:off x="3468722" y="2638733"/>
            <a:ext cx="45341" cy="45341"/>
          </a:xfrm>
          <a:prstGeom prst="ellipse">
            <a:avLst/>
          </a:prstGeom>
          <a:solidFill>
            <a:srgbClr val="7D8990">
              <a:alpha val="40000"/>
            </a:srgbClr>
          </a:solidFill>
          <a:ln w="0">
            <a:noFill/>
            <a:prstDash val="solid"/>
          </a:ln>
        </p:spPr>
      </p:sp>
      <p:sp>
        <p:nvSpPr>
          <p:cNvPr id="738" name="b_small_bar_ellipse_2976">
            <a:extLst>
              <a:ext uri="{FF2B5EF4-FFF2-40B4-BE49-F238E27FC236}">
                <a16:creationId xmlns:a16="http://schemas.microsoft.com/office/drawing/2014/main" id="{39AE94CF-3B0B-4134-A644-2312B3222440}"/>
              </a:ext>
            </a:extLst>
          </p:cNvPr>
          <p:cNvSpPr>
            <a:spLocks noGrp="1"/>
          </p:cNvSpPr>
          <p:nvPr/>
        </p:nvSpPr>
        <p:spPr>
          <a:xfrm>
            <a:off x="3313075" y="4457382"/>
            <a:ext cx="45341" cy="45341"/>
          </a:xfrm>
          <a:prstGeom prst="ellipse">
            <a:avLst/>
          </a:prstGeom>
          <a:solidFill>
            <a:srgbClr val="7D8990">
              <a:alpha val="40000"/>
            </a:srgbClr>
          </a:solidFill>
          <a:ln w="0">
            <a:noFill/>
            <a:prstDash val="solid"/>
          </a:ln>
        </p:spPr>
      </p:sp>
      <p:sp>
        <p:nvSpPr>
          <p:cNvPr id="739" name="b_small_bar_ellipse_2977">
            <a:extLst>
              <a:ext uri="{FF2B5EF4-FFF2-40B4-BE49-F238E27FC236}">
                <a16:creationId xmlns:a16="http://schemas.microsoft.com/office/drawing/2014/main" id="{089369D5-CE74-440B-BCD8-79AFF1AC6445}"/>
              </a:ext>
            </a:extLst>
          </p:cNvPr>
          <p:cNvSpPr>
            <a:spLocks noGrp="1"/>
          </p:cNvSpPr>
          <p:nvPr/>
        </p:nvSpPr>
        <p:spPr>
          <a:xfrm>
            <a:off x="3422290" y="4437115"/>
            <a:ext cx="45341" cy="45341"/>
          </a:xfrm>
          <a:prstGeom prst="ellipse">
            <a:avLst/>
          </a:prstGeom>
          <a:solidFill>
            <a:srgbClr val="7D8990">
              <a:alpha val="40000"/>
            </a:srgbClr>
          </a:solidFill>
          <a:ln w="0">
            <a:noFill/>
            <a:prstDash val="solid"/>
          </a:ln>
        </p:spPr>
      </p:sp>
      <p:sp>
        <p:nvSpPr>
          <p:cNvPr id="740" name="b_small_bar_ellipse_2978">
            <a:extLst>
              <a:ext uri="{FF2B5EF4-FFF2-40B4-BE49-F238E27FC236}">
                <a16:creationId xmlns:a16="http://schemas.microsoft.com/office/drawing/2014/main" id="{0ECBCEBA-1554-49A5-B7D0-B0DCAB60961F}"/>
              </a:ext>
            </a:extLst>
          </p:cNvPr>
          <p:cNvSpPr>
            <a:spLocks noGrp="1"/>
          </p:cNvSpPr>
          <p:nvPr/>
        </p:nvSpPr>
        <p:spPr>
          <a:xfrm>
            <a:off x="3321292" y="4457382"/>
            <a:ext cx="45341" cy="45341"/>
          </a:xfrm>
          <a:prstGeom prst="ellipse">
            <a:avLst/>
          </a:prstGeom>
          <a:solidFill>
            <a:srgbClr val="7D8990">
              <a:alpha val="40000"/>
            </a:srgbClr>
          </a:solidFill>
          <a:ln w="0">
            <a:noFill/>
            <a:prstDash val="solid"/>
          </a:ln>
        </p:spPr>
      </p:sp>
      <p:sp>
        <p:nvSpPr>
          <p:cNvPr id="741" name="b_small_bar_ellipse_2979">
            <a:extLst>
              <a:ext uri="{FF2B5EF4-FFF2-40B4-BE49-F238E27FC236}">
                <a16:creationId xmlns:a16="http://schemas.microsoft.com/office/drawing/2014/main" id="{C79BB72F-EDB6-41D9-8FB4-2FE7653B4209}"/>
              </a:ext>
            </a:extLst>
          </p:cNvPr>
          <p:cNvSpPr>
            <a:spLocks noGrp="1"/>
          </p:cNvSpPr>
          <p:nvPr/>
        </p:nvSpPr>
        <p:spPr>
          <a:xfrm>
            <a:off x="3338027" y="3849372"/>
            <a:ext cx="45341" cy="45341"/>
          </a:xfrm>
          <a:prstGeom prst="ellipse">
            <a:avLst/>
          </a:prstGeom>
          <a:solidFill>
            <a:srgbClr val="7D8990">
              <a:alpha val="40000"/>
            </a:srgbClr>
          </a:solidFill>
          <a:ln w="0">
            <a:noFill/>
            <a:prstDash val="solid"/>
          </a:ln>
        </p:spPr>
      </p:sp>
      <p:sp>
        <p:nvSpPr>
          <p:cNvPr id="742" name="b_small_bar_ellipse_2980">
            <a:extLst>
              <a:ext uri="{FF2B5EF4-FFF2-40B4-BE49-F238E27FC236}">
                <a16:creationId xmlns:a16="http://schemas.microsoft.com/office/drawing/2014/main" id="{BA4F9C09-4394-49EA-9090-78537E13ADC5}"/>
              </a:ext>
            </a:extLst>
          </p:cNvPr>
          <p:cNvSpPr>
            <a:spLocks noGrp="1"/>
          </p:cNvSpPr>
          <p:nvPr/>
        </p:nvSpPr>
        <p:spPr>
          <a:xfrm>
            <a:off x="3447030" y="4109948"/>
            <a:ext cx="45341" cy="45341"/>
          </a:xfrm>
          <a:prstGeom prst="ellipse">
            <a:avLst/>
          </a:prstGeom>
          <a:solidFill>
            <a:srgbClr val="7D8990">
              <a:alpha val="40000"/>
            </a:srgbClr>
          </a:solidFill>
          <a:ln w="0">
            <a:noFill/>
            <a:prstDash val="solid"/>
          </a:ln>
        </p:spPr>
      </p:sp>
      <p:sp>
        <p:nvSpPr>
          <p:cNvPr id="743" name="b_small_bar_ellipse_2981">
            <a:extLst>
              <a:ext uri="{FF2B5EF4-FFF2-40B4-BE49-F238E27FC236}">
                <a16:creationId xmlns:a16="http://schemas.microsoft.com/office/drawing/2014/main" id="{2659CCE3-E70B-486C-9511-A166936AAB4D}"/>
              </a:ext>
            </a:extLst>
          </p:cNvPr>
          <p:cNvSpPr>
            <a:spLocks noGrp="1"/>
          </p:cNvSpPr>
          <p:nvPr/>
        </p:nvSpPr>
        <p:spPr>
          <a:xfrm>
            <a:off x="3384101" y="2633351"/>
            <a:ext cx="45341" cy="45341"/>
          </a:xfrm>
          <a:prstGeom prst="ellipse">
            <a:avLst/>
          </a:prstGeom>
          <a:solidFill>
            <a:srgbClr val="7D8990">
              <a:alpha val="40000"/>
            </a:srgbClr>
          </a:solidFill>
          <a:ln w="0">
            <a:noFill/>
            <a:prstDash val="solid"/>
          </a:ln>
        </p:spPr>
      </p:sp>
      <p:sp>
        <p:nvSpPr>
          <p:cNvPr id="744" name="b_small_bar_ellipse_2982">
            <a:extLst>
              <a:ext uri="{FF2B5EF4-FFF2-40B4-BE49-F238E27FC236}">
                <a16:creationId xmlns:a16="http://schemas.microsoft.com/office/drawing/2014/main" id="{9997FC80-E8FD-48C7-A9CC-6D01F18A2DD0}"/>
              </a:ext>
            </a:extLst>
          </p:cNvPr>
          <p:cNvSpPr>
            <a:spLocks noGrp="1"/>
          </p:cNvSpPr>
          <p:nvPr/>
        </p:nvSpPr>
        <p:spPr>
          <a:xfrm>
            <a:off x="3361998" y="2430681"/>
            <a:ext cx="45341" cy="45341"/>
          </a:xfrm>
          <a:prstGeom prst="ellipse">
            <a:avLst/>
          </a:prstGeom>
          <a:solidFill>
            <a:srgbClr val="7D8990">
              <a:alpha val="40000"/>
            </a:srgbClr>
          </a:solidFill>
          <a:ln w="0">
            <a:noFill/>
            <a:prstDash val="solid"/>
          </a:ln>
        </p:spPr>
      </p:sp>
      <p:sp>
        <p:nvSpPr>
          <p:cNvPr id="745" name="b_small_bar_ellipse_2983">
            <a:extLst>
              <a:ext uri="{FF2B5EF4-FFF2-40B4-BE49-F238E27FC236}">
                <a16:creationId xmlns:a16="http://schemas.microsoft.com/office/drawing/2014/main" id="{0D2901A5-1411-4180-8272-E5E616FB8EA7}"/>
              </a:ext>
            </a:extLst>
          </p:cNvPr>
          <p:cNvSpPr>
            <a:spLocks noGrp="1"/>
          </p:cNvSpPr>
          <p:nvPr/>
        </p:nvSpPr>
        <p:spPr>
          <a:xfrm>
            <a:off x="3406652" y="2025341"/>
            <a:ext cx="45341" cy="45341"/>
          </a:xfrm>
          <a:prstGeom prst="ellipse">
            <a:avLst/>
          </a:prstGeom>
          <a:solidFill>
            <a:srgbClr val="7D8990">
              <a:alpha val="40000"/>
            </a:srgbClr>
          </a:solidFill>
          <a:ln w="0">
            <a:noFill/>
            <a:prstDash val="solid"/>
          </a:ln>
        </p:spPr>
      </p:sp>
      <p:sp>
        <p:nvSpPr>
          <p:cNvPr id="746" name="b_small_bar_ellipse_2984">
            <a:extLst>
              <a:ext uri="{FF2B5EF4-FFF2-40B4-BE49-F238E27FC236}">
                <a16:creationId xmlns:a16="http://schemas.microsoft.com/office/drawing/2014/main" id="{3677C605-2DFD-4122-B041-06935F35A65F}"/>
              </a:ext>
            </a:extLst>
          </p:cNvPr>
          <p:cNvSpPr>
            <a:spLocks noGrp="1"/>
          </p:cNvSpPr>
          <p:nvPr/>
        </p:nvSpPr>
        <p:spPr>
          <a:xfrm>
            <a:off x="3423996" y="2025341"/>
            <a:ext cx="45341" cy="45341"/>
          </a:xfrm>
          <a:prstGeom prst="ellipse">
            <a:avLst/>
          </a:prstGeom>
          <a:solidFill>
            <a:srgbClr val="7D8990">
              <a:alpha val="40000"/>
            </a:srgbClr>
          </a:solidFill>
          <a:ln w="0">
            <a:noFill/>
            <a:prstDash val="solid"/>
          </a:ln>
        </p:spPr>
      </p:sp>
      <p:sp>
        <p:nvSpPr>
          <p:cNvPr id="747" name="b_small_bar_ellipse_2985">
            <a:extLst>
              <a:ext uri="{FF2B5EF4-FFF2-40B4-BE49-F238E27FC236}">
                <a16:creationId xmlns:a16="http://schemas.microsoft.com/office/drawing/2014/main" id="{8C066F46-A799-43EF-96EE-6F879B02B51E}"/>
              </a:ext>
            </a:extLst>
          </p:cNvPr>
          <p:cNvSpPr>
            <a:spLocks noGrp="1"/>
          </p:cNvSpPr>
          <p:nvPr/>
        </p:nvSpPr>
        <p:spPr>
          <a:xfrm>
            <a:off x="3349171" y="3280567"/>
            <a:ext cx="45341" cy="45341"/>
          </a:xfrm>
          <a:prstGeom prst="ellipse">
            <a:avLst/>
          </a:prstGeom>
          <a:solidFill>
            <a:srgbClr val="7D8990">
              <a:alpha val="40000"/>
            </a:srgbClr>
          </a:solidFill>
          <a:ln w="0">
            <a:noFill/>
            <a:prstDash val="solid"/>
          </a:ln>
        </p:spPr>
      </p:sp>
      <p:sp>
        <p:nvSpPr>
          <p:cNvPr id="748" name="b_small_bar_ellipse_2986">
            <a:extLst>
              <a:ext uri="{FF2B5EF4-FFF2-40B4-BE49-F238E27FC236}">
                <a16:creationId xmlns:a16="http://schemas.microsoft.com/office/drawing/2014/main" id="{12002DA9-8A30-4BCE-809E-3F7B36435AAB}"/>
              </a:ext>
            </a:extLst>
          </p:cNvPr>
          <p:cNvSpPr>
            <a:spLocks noGrp="1"/>
          </p:cNvSpPr>
          <p:nvPr/>
        </p:nvSpPr>
        <p:spPr>
          <a:xfrm>
            <a:off x="3291619" y="3241362"/>
            <a:ext cx="45341" cy="45341"/>
          </a:xfrm>
          <a:prstGeom prst="ellipse">
            <a:avLst/>
          </a:prstGeom>
          <a:solidFill>
            <a:srgbClr val="7D8990">
              <a:alpha val="40000"/>
            </a:srgbClr>
          </a:solidFill>
          <a:ln w="0">
            <a:noFill/>
            <a:prstDash val="solid"/>
          </a:ln>
        </p:spPr>
      </p:sp>
      <p:sp>
        <p:nvSpPr>
          <p:cNvPr id="749" name="b_small_bar_ellipse_2987">
            <a:extLst>
              <a:ext uri="{FF2B5EF4-FFF2-40B4-BE49-F238E27FC236}">
                <a16:creationId xmlns:a16="http://schemas.microsoft.com/office/drawing/2014/main" id="{0095FE5E-950B-4530-B00B-E18D8EF4452F}"/>
              </a:ext>
            </a:extLst>
          </p:cNvPr>
          <p:cNvSpPr>
            <a:spLocks noGrp="1"/>
          </p:cNvSpPr>
          <p:nvPr/>
        </p:nvSpPr>
        <p:spPr>
          <a:xfrm>
            <a:off x="3431176" y="2633351"/>
            <a:ext cx="45341" cy="45341"/>
          </a:xfrm>
          <a:prstGeom prst="ellipse">
            <a:avLst/>
          </a:prstGeom>
          <a:solidFill>
            <a:srgbClr val="7D8990">
              <a:alpha val="40000"/>
            </a:srgbClr>
          </a:solidFill>
          <a:ln w="0">
            <a:noFill/>
            <a:prstDash val="solid"/>
          </a:ln>
        </p:spPr>
      </p:sp>
      <p:sp>
        <p:nvSpPr>
          <p:cNvPr id="750" name="b_small_bar_ellipse_2988">
            <a:extLst>
              <a:ext uri="{FF2B5EF4-FFF2-40B4-BE49-F238E27FC236}">
                <a16:creationId xmlns:a16="http://schemas.microsoft.com/office/drawing/2014/main" id="{8EEDDA2D-92DF-4972-B6F6-74435789A949}"/>
              </a:ext>
            </a:extLst>
          </p:cNvPr>
          <p:cNvSpPr>
            <a:spLocks noGrp="1"/>
          </p:cNvSpPr>
          <p:nvPr/>
        </p:nvSpPr>
        <p:spPr>
          <a:xfrm>
            <a:off x="3343187" y="4457382"/>
            <a:ext cx="45341" cy="45341"/>
          </a:xfrm>
          <a:prstGeom prst="ellipse">
            <a:avLst/>
          </a:prstGeom>
          <a:solidFill>
            <a:srgbClr val="7D8990">
              <a:alpha val="40000"/>
            </a:srgbClr>
          </a:solidFill>
          <a:ln w="0">
            <a:noFill/>
            <a:prstDash val="solid"/>
          </a:ln>
        </p:spPr>
      </p:sp>
      <p:sp>
        <p:nvSpPr>
          <p:cNvPr id="751" name="b_small_bar_ellipse_2989">
            <a:extLst>
              <a:ext uri="{FF2B5EF4-FFF2-40B4-BE49-F238E27FC236}">
                <a16:creationId xmlns:a16="http://schemas.microsoft.com/office/drawing/2014/main" id="{D8F76FD1-BF21-42C3-84F8-D6CFA1BED382}"/>
              </a:ext>
            </a:extLst>
          </p:cNvPr>
          <p:cNvSpPr>
            <a:spLocks noGrp="1"/>
          </p:cNvSpPr>
          <p:nvPr/>
        </p:nvSpPr>
        <p:spPr>
          <a:xfrm>
            <a:off x="3285320" y="2025341"/>
            <a:ext cx="45341" cy="45341"/>
          </a:xfrm>
          <a:prstGeom prst="ellipse">
            <a:avLst/>
          </a:prstGeom>
          <a:solidFill>
            <a:srgbClr val="7D8990">
              <a:alpha val="40000"/>
            </a:srgbClr>
          </a:solidFill>
          <a:ln w="0">
            <a:noFill/>
            <a:prstDash val="solid"/>
          </a:ln>
        </p:spPr>
      </p:sp>
      <p:sp>
        <p:nvSpPr>
          <p:cNvPr id="752" name="b_small_bar_ellipse_2990">
            <a:extLst>
              <a:ext uri="{FF2B5EF4-FFF2-40B4-BE49-F238E27FC236}">
                <a16:creationId xmlns:a16="http://schemas.microsoft.com/office/drawing/2014/main" id="{16E01F23-88AB-4101-AB17-ADA34D2240C4}"/>
              </a:ext>
            </a:extLst>
          </p:cNvPr>
          <p:cNvSpPr>
            <a:spLocks noGrp="1"/>
          </p:cNvSpPr>
          <p:nvPr/>
        </p:nvSpPr>
        <p:spPr>
          <a:xfrm>
            <a:off x="3372973" y="4457382"/>
            <a:ext cx="45341" cy="45341"/>
          </a:xfrm>
          <a:prstGeom prst="ellipse">
            <a:avLst/>
          </a:prstGeom>
          <a:solidFill>
            <a:srgbClr val="7D8990">
              <a:alpha val="40000"/>
            </a:srgbClr>
          </a:solidFill>
          <a:ln w="0">
            <a:noFill/>
            <a:prstDash val="solid"/>
          </a:ln>
        </p:spPr>
      </p:sp>
      <p:sp>
        <p:nvSpPr>
          <p:cNvPr id="753" name="b_small_bar_ellipse_2991">
            <a:extLst>
              <a:ext uri="{FF2B5EF4-FFF2-40B4-BE49-F238E27FC236}">
                <a16:creationId xmlns:a16="http://schemas.microsoft.com/office/drawing/2014/main" id="{CB372D64-9E48-4A51-978C-6BCB3B314ABB}"/>
              </a:ext>
            </a:extLst>
          </p:cNvPr>
          <p:cNvSpPr>
            <a:spLocks noGrp="1"/>
          </p:cNvSpPr>
          <p:nvPr/>
        </p:nvSpPr>
        <p:spPr>
          <a:xfrm>
            <a:off x="3330445" y="4068931"/>
            <a:ext cx="45341" cy="45341"/>
          </a:xfrm>
          <a:prstGeom prst="ellipse">
            <a:avLst/>
          </a:prstGeom>
          <a:solidFill>
            <a:srgbClr val="7D8990">
              <a:alpha val="40000"/>
            </a:srgbClr>
          </a:solidFill>
          <a:ln w="0">
            <a:noFill/>
            <a:prstDash val="solid"/>
          </a:ln>
        </p:spPr>
      </p:sp>
      <p:sp>
        <p:nvSpPr>
          <p:cNvPr id="754" name="b_small_bar_ellipse_2992">
            <a:extLst>
              <a:ext uri="{FF2B5EF4-FFF2-40B4-BE49-F238E27FC236}">
                <a16:creationId xmlns:a16="http://schemas.microsoft.com/office/drawing/2014/main" id="{62EC40F3-22B2-4253-BC66-ABA0CDB96650}"/>
              </a:ext>
            </a:extLst>
          </p:cNvPr>
          <p:cNvSpPr>
            <a:spLocks noGrp="1"/>
          </p:cNvSpPr>
          <p:nvPr/>
        </p:nvSpPr>
        <p:spPr>
          <a:xfrm>
            <a:off x="3335310" y="2025341"/>
            <a:ext cx="45341" cy="45341"/>
          </a:xfrm>
          <a:prstGeom prst="ellipse">
            <a:avLst/>
          </a:prstGeom>
          <a:solidFill>
            <a:srgbClr val="7D8990">
              <a:alpha val="40000"/>
            </a:srgbClr>
          </a:solidFill>
          <a:ln w="0">
            <a:noFill/>
            <a:prstDash val="solid"/>
          </a:ln>
        </p:spPr>
      </p:sp>
      <p:sp>
        <p:nvSpPr>
          <p:cNvPr id="755" name="b_small_bar_ellipse_2993">
            <a:extLst>
              <a:ext uri="{FF2B5EF4-FFF2-40B4-BE49-F238E27FC236}">
                <a16:creationId xmlns:a16="http://schemas.microsoft.com/office/drawing/2014/main" id="{43BC470D-D001-4F03-844D-66DC1B356077}"/>
              </a:ext>
            </a:extLst>
          </p:cNvPr>
          <p:cNvSpPr>
            <a:spLocks noGrp="1"/>
          </p:cNvSpPr>
          <p:nvPr/>
        </p:nvSpPr>
        <p:spPr>
          <a:xfrm>
            <a:off x="3343137" y="2025341"/>
            <a:ext cx="45341" cy="45341"/>
          </a:xfrm>
          <a:prstGeom prst="ellipse">
            <a:avLst/>
          </a:prstGeom>
          <a:solidFill>
            <a:srgbClr val="7D8990">
              <a:alpha val="40000"/>
            </a:srgbClr>
          </a:solidFill>
          <a:ln w="0">
            <a:noFill/>
            <a:prstDash val="solid"/>
          </a:ln>
        </p:spPr>
      </p:sp>
      <p:sp>
        <p:nvSpPr>
          <p:cNvPr id="756" name="b_small_bar_ellipse_2994">
            <a:extLst>
              <a:ext uri="{FF2B5EF4-FFF2-40B4-BE49-F238E27FC236}">
                <a16:creationId xmlns:a16="http://schemas.microsoft.com/office/drawing/2014/main" id="{5B1EB4D1-37DE-4F59-A541-A992678AAA11}"/>
              </a:ext>
            </a:extLst>
          </p:cNvPr>
          <p:cNvSpPr>
            <a:spLocks noGrp="1"/>
          </p:cNvSpPr>
          <p:nvPr/>
        </p:nvSpPr>
        <p:spPr>
          <a:xfrm>
            <a:off x="3311233" y="3982762"/>
            <a:ext cx="45341" cy="45341"/>
          </a:xfrm>
          <a:prstGeom prst="ellipse">
            <a:avLst/>
          </a:prstGeom>
          <a:solidFill>
            <a:srgbClr val="7D8990">
              <a:alpha val="40000"/>
            </a:srgbClr>
          </a:solidFill>
          <a:ln w="0">
            <a:noFill/>
            <a:prstDash val="solid"/>
          </a:ln>
        </p:spPr>
      </p:sp>
      <p:sp>
        <p:nvSpPr>
          <p:cNvPr id="757" name="b_small_bar_ellipse_2995">
            <a:extLst>
              <a:ext uri="{FF2B5EF4-FFF2-40B4-BE49-F238E27FC236}">
                <a16:creationId xmlns:a16="http://schemas.microsoft.com/office/drawing/2014/main" id="{2408DD8E-74B8-4F17-8BD0-228902FE2BDF}"/>
              </a:ext>
            </a:extLst>
          </p:cNvPr>
          <p:cNvSpPr>
            <a:spLocks noGrp="1"/>
          </p:cNvSpPr>
          <p:nvPr/>
        </p:nvSpPr>
        <p:spPr>
          <a:xfrm>
            <a:off x="3395215" y="2025341"/>
            <a:ext cx="45341" cy="45341"/>
          </a:xfrm>
          <a:prstGeom prst="ellipse">
            <a:avLst/>
          </a:prstGeom>
          <a:solidFill>
            <a:srgbClr val="7D8990">
              <a:alpha val="40000"/>
            </a:srgbClr>
          </a:solidFill>
          <a:ln w="0">
            <a:noFill/>
            <a:prstDash val="solid"/>
          </a:ln>
        </p:spPr>
      </p:sp>
      <p:sp>
        <p:nvSpPr>
          <p:cNvPr id="758" name="b_small_bar_ellipse_2996">
            <a:extLst>
              <a:ext uri="{FF2B5EF4-FFF2-40B4-BE49-F238E27FC236}">
                <a16:creationId xmlns:a16="http://schemas.microsoft.com/office/drawing/2014/main" id="{031D8BD0-3492-48AF-9868-4176426B9F38}"/>
              </a:ext>
            </a:extLst>
          </p:cNvPr>
          <p:cNvSpPr>
            <a:spLocks noGrp="1"/>
          </p:cNvSpPr>
          <p:nvPr/>
        </p:nvSpPr>
        <p:spPr>
          <a:xfrm>
            <a:off x="3392864" y="2025341"/>
            <a:ext cx="45341" cy="45341"/>
          </a:xfrm>
          <a:prstGeom prst="ellipse">
            <a:avLst/>
          </a:prstGeom>
          <a:solidFill>
            <a:srgbClr val="7D8990">
              <a:alpha val="40000"/>
            </a:srgbClr>
          </a:solidFill>
          <a:ln w="0">
            <a:noFill/>
            <a:prstDash val="solid"/>
          </a:ln>
        </p:spPr>
      </p:sp>
      <p:sp>
        <p:nvSpPr>
          <p:cNvPr id="759" name="b_small_bar_ellipse_2997">
            <a:extLst>
              <a:ext uri="{FF2B5EF4-FFF2-40B4-BE49-F238E27FC236}">
                <a16:creationId xmlns:a16="http://schemas.microsoft.com/office/drawing/2014/main" id="{725F3A75-7909-4B48-87ED-EB08D8D571A6}"/>
              </a:ext>
            </a:extLst>
          </p:cNvPr>
          <p:cNvSpPr>
            <a:spLocks noGrp="1"/>
          </p:cNvSpPr>
          <p:nvPr/>
        </p:nvSpPr>
        <p:spPr>
          <a:xfrm>
            <a:off x="3412310" y="2025341"/>
            <a:ext cx="45341" cy="45341"/>
          </a:xfrm>
          <a:prstGeom prst="ellipse">
            <a:avLst/>
          </a:prstGeom>
          <a:solidFill>
            <a:srgbClr val="7D8990">
              <a:alpha val="40000"/>
            </a:srgbClr>
          </a:solidFill>
          <a:ln w="0">
            <a:noFill/>
            <a:prstDash val="solid"/>
          </a:ln>
        </p:spPr>
      </p:sp>
      <p:sp>
        <p:nvSpPr>
          <p:cNvPr id="760" name="b_small_bar_ellipse_2998">
            <a:extLst>
              <a:ext uri="{FF2B5EF4-FFF2-40B4-BE49-F238E27FC236}">
                <a16:creationId xmlns:a16="http://schemas.microsoft.com/office/drawing/2014/main" id="{CBF34C41-3A43-41E7-8151-53BB5E190CD2}"/>
              </a:ext>
            </a:extLst>
          </p:cNvPr>
          <p:cNvSpPr>
            <a:spLocks noGrp="1"/>
          </p:cNvSpPr>
          <p:nvPr/>
        </p:nvSpPr>
        <p:spPr>
          <a:xfrm>
            <a:off x="3289517" y="2025341"/>
            <a:ext cx="45341" cy="45341"/>
          </a:xfrm>
          <a:prstGeom prst="ellipse">
            <a:avLst/>
          </a:prstGeom>
          <a:solidFill>
            <a:srgbClr val="7D8990">
              <a:alpha val="40000"/>
            </a:srgbClr>
          </a:solidFill>
          <a:ln w="0">
            <a:noFill/>
            <a:prstDash val="solid"/>
          </a:ln>
        </p:spPr>
      </p:sp>
      <p:sp>
        <p:nvSpPr>
          <p:cNvPr id="761" name="b_small_bar_ellipse_2999">
            <a:extLst>
              <a:ext uri="{FF2B5EF4-FFF2-40B4-BE49-F238E27FC236}">
                <a16:creationId xmlns:a16="http://schemas.microsoft.com/office/drawing/2014/main" id="{2E15FF93-7C3F-42EF-A278-5863B56CCF42}"/>
              </a:ext>
            </a:extLst>
          </p:cNvPr>
          <p:cNvSpPr>
            <a:spLocks noGrp="1"/>
          </p:cNvSpPr>
          <p:nvPr/>
        </p:nvSpPr>
        <p:spPr>
          <a:xfrm>
            <a:off x="3475989" y="4457382"/>
            <a:ext cx="45341" cy="45341"/>
          </a:xfrm>
          <a:prstGeom prst="ellipse">
            <a:avLst/>
          </a:prstGeom>
          <a:solidFill>
            <a:srgbClr val="7D8990">
              <a:alpha val="40000"/>
            </a:srgbClr>
          </a:solidFill>
          <a:ln w="0">
            <a:noFill/>
            <a:prstDash val="solid"/>
          </a:ln>
        </p:spPr>
      </p:sp>
      <p:sp>
        <p:nvSpPr>
          <p:cNvPr id="762" name="b_small_bar_ellipse_3000">
            <a:extLst>
              <a:ext uri="{FF2B5EF4-FFF2-40B4-BE49-F238E27FC236}">
                <a16:creationId xmlns:a16="http://schemas.microsoft.com/office/drawing/2014/main" id="{A8AD27D6-D6C7-4245-B91D-290E7D201EB2}"/>
              </a:ext>
            </a:extLst>
          </p:cNvPr>
          <p:cNvSpPr>
            <a:spLocks noGrp="1"/>
          </p:cNvSpPr>
          <p:nvPr/>
        </p:nvSpPr>
        <p:spPr>
          <a:xfrm>
            <a:off x="3413587" y="2025341"/>
            <a:ext cx="45341" cy="45341"/>
          </a:xfrm>
          <a:prstGeom prst="ellipse">
            <a:avLst/>
          </a:prstGeom>
          <a:solidFill>
            <a:srgbClr val="7D8990">
              <a:alpha val="40000"/>
            </a:srgbClr>
          </a:solidFill>
          <a:ln w="0">
            <a:noFill/>
            <a:prstDash val="solid"/>
          </a:ln>
        </p:spPr>
      </p:sp>
      <p:sp>
        <p:nvSpPr>
          <p:cNvPr id="763" name="b_small_bar_ellipse_3001">
            <a:extLst>
              <a:ext uri="{FF2B5EF4-FFF2-40B4-BE49-F238E27FC236}">
                <a16:creationId xmlns:a16="http://schemas.microsoft.com/office/drawing/2014/main" id="{CE67A9A3-0452-4D29-A57C-FBCAC97D3C90}"/>
              </a:ext>
            </a:extLst>
          </p:cNvPr>
          <p:cNvSpPr>
            <a:spLocks noGrp="1"/>
          </p:cNvSpPr>
          <p:nvPr/>
        </p:nvSpPr>
        <p:spPr>
          <a:xfrm>
            <a:off x="3309207" y="3678024"/>
            <a:ext cx="45341" cy="45341"/>
          </a:xfrm>
          <a:prstGeom prst="ellipse">
            <a:avLst/>
          </a:prstGeom>
          <a:solidFill>
            <a:srgbClr val="7D8990">
              <a:alpha val="40000"/>
            </a:srgbClr>
          </a:solidFill>
          <a:ln w="0">
            <a:noFill/>
            <a:prstDash val="solid"/>
          </a:ln>
        </p:spPr>
      </p:sp>
      <p:sp>
        <p:nvSpPr>
          <p:cNvPr id="764" name="b_small_bar_ellipse_3002">
            <a:extLst>
              <a:ext uri="{FF2B5EF4-FFF2-40B4-BE49-F238E27FC236}">
                <a16:creationId xmlns:a16="http://schemas.microsoft.com/office/drawing/2014/main" id="{68CCD2AE-F471-41DB-A4E3-37E8F2037F06}"/>
              </a:ext>
            </a:extLst>
          </p:cNvPr>
          <p:cNvSpPr>
            <a:spLocks noGrp="1"/>
          </p:cNvSpPr>
          <p:nvPr/>
        </p:nvSpPr>
        <p:spPr>
          <a:xfrm>
            <a:off x="3316746" y="4322269"/>
            <a:ext cx="45341" cy="45341"/>
          </a:xfrm>
          <a:prstGeom prst="ellipse">
            <a:avLst/>
          </a:prstGeom>
          <a:solidFill>
            <a:srgbClr val="7D8990">
              <a:alpha val="40000"/>
            </a:srgbClr>
          </a:solidFill>
          <a:ln w="0">
            <a:noFill/>
            <a:prstDash val="solid"/>
          </a:ln>
        </p:spPr>
      </p:sp>
      <p:sp>
        <p:nvSpPr>
          <p:cNvPr id="765" name="b_small_bar_ellipse_3003">
            <a:extLst>
              <a:ext uri="{FF2B5EF4-FFF2-40B4-BE49-F238E27FC236}">
                <a16:creationId xmlns:a16="http://schemas.microsoft.com/office/drawing/2014/main" id="{A44B9CC7-6DA0-4D67-9390-233E088868D2}"/>
              </a:ext>
            </a:extLst>
          </p:cNvPr>
          <p:cNvSpPr>
            <a:spLocks noGrp="1"/>
          </p:cNvSpPr>
          <p:nvPr/>
        </p:nvSpPr>
        <p:spPr>
          <a:xfrm>
            <a:off x="3492970" y="3565634"/>
            <a:ext cx="45341" cy="45341"/>
          </a:xfrm>
          <a:prstGeom prst="ellipse">
            <a:avLst/>
          </a:prstGeom>
          <a:solidFill>
            <a:srgbClr val="7D8990">
              <a:alpha val="40000"/>
            </a:srgbClr>
          </a:solidFill>
          <a:ln w="0">
            <a:noFill/>
            <a:prstDash val="solid"/>
          </a:ln>
        </p:spPr>
      </p:sp>
      <p:sp>
        <p:nvSpPr>
          <p:cNvPr id="766" name="b_small_bar_ellipse_3004">
            <a:extLst>
              <a:ext uri="{FF2B5EF4-FFF2-40B4-BE49-F238E27FC236}">
                <a16:creationId xmlns:a16="http://schemas.microsoft.com/office/drawing/2014/main" id="{8BE70674-BB0C-4D30-A75E-DD264A8220E6}"/>
              </a:ext>
            </a:extLst>
          </p:cNvPr>
          <p:cNvSpPr>
            <a:spLocks noGrp="1"/>
          </p:cNvSpPr>
          <p:nvPr/>
        </p:nvSpPr>
        <p:spPr>
          <a:xfrm>
            <a:off x="3361162" y="4457382"/>
            <a:ext cx="45341" cy="45341"/>
          </a:xfrm>
          <a:prstGeom prst="ellipse">
            <a:avLst/>
          </a:prstGeom>
          <a:solidFill>
            <a:srgbClr val="7D8990">
              <a:alpha val="40000"/>
            </a:srgbClr>
          </a:solidFill>
          <a:ln w="0">
            <a:noFill/>
            <a:prstDash val="solid"/>
          </a:ln>
        </p:spPr>
      </p:sp>
      <p:sp>
        <p:nvSpPr>
          <p:cNvPr id="767" name="b_small_bar_ellipse_3005">
            <a:extLst>
              <a:ext uri="{FF2B5EF4-FFF2-40B4-BE49-F238E27FC236}">
                <a16:creationId xmlns:a16="http://schemas.microsoft.com/office/drawing/2014/main" id="{258C072B-0AB0-4996-B36E-4C374A8A0DAA}"/>
              </a:ext>
            </a:extLst>
          </p:cNvPr>
          <p:cNvSpPr>
            <a:spLocks noGrp="1"/>
          </p:cNvSpPr>
          <p:nvPr/>
        </p:nvSpPr>
        <p:spPr>
          <a:xfrm>
            <a:off x="3394587" y="4457382"/>
            <a:ext cx="45341" cy="45341"/>
          </a:xfrm>
          <a:prstGeom prst="ellipse">
            <a:avLst/>
          </a:prstGeom>
          <a:solidFill>
            <a:srgbClr val="7D8990">
              <a:alpha val="40000"/>
            </a:srgbClr>
          </a:solidFill>
          <a:ln w="0">
            <a:noFill/>
            <a:prstDash val="solid"/>
          </a:ln>
        </p:spPr>
      </p:sp>
      <p:sp>
        <p:nvSpPr>
          <p:cNvPr id="768" name="b_small_bar_ellipse_3006">
            <a:extLst>
              <a:ext uri="{FF2B5EF4-FFF2-40B4-BE49-F238E27FC236}">
                <a16:creationId xmlns:a16="http://schemas.microsoft.com/office/drawing/2014/main" id="{AA794DF3-F294-4D61-8804-D62BE687C0B9}"/>
              </a:ext>
            </a:extLst>
          </p:cNvPr>
          <p:cNvSpPr>
            <a:spLocks noGrp="1"/>
          </p:cNvSpPr>
          <p:nvPr/>
        </p:nvSpPr>
        <p:spPr>
          <a:xfrm>
            <a:off x="3372476" y="2129636"/>
            <a:ext cx="45341" cy="45341"/>
          </a:xfrm>
          <a:prstGeom prst="ellipse">
            <a:avLst/>
          </a:prstGeom>
          <a:solidFill>
            <a:srgbClr val="7D8990">
              <a:alpha val="40000"/>
            </a:srgbClr>
          </a:solidFill>
          <a:ln w="0">
            <a:noFill/>
            <a:prstDash val="solid"/>
          </a:ln>
        </p:spPr>
      </p:sp>
      <p:sp>
        <p:nvSpPr>
          <p:cNvPr id="769" name="b_small_bar_ellipse_3007">
            <a:extLst>
              <a:ext uri="{FF2B5EF4-FFF2-40B4-BE49-F238E27FC236}">
                <a16:creationId xmlns:a16="http://schemas.microsoft.com/office/drawing/2014/main" id="{19607858-5AD1-48D1-A4E1-5593038A3F88}"/>
              </a:ext>
            </a:extLst>
          </p:cNvPr>
          <p:cNvSpPr>
            <a:spLocks noGrp="1"/>
          </p:cNvSpPr>
          <p:nvPr/>
        </p:nvSpPr>
        <p:spPr>
          <a:xfrm>
            <a:off x="3294573" y="2025341"/>
            <a:ext cx="45341" cy="45341"/>
          </a:xfrm>
          <a:prstGeom prst="ellipse">
            <a:avLst/>
          </a:prstGeom>
          <a:solidFill>
            <a:srgbClr val="7D8990">
              <a:alpha val="40000"/>
            </a:srgbClr>
          </a:solidFill>
          <a:ln w="0">
            <a:noFill/>
            <a:prstDash val="solid"/>
          </a:ln>
        </p:spPr>
      </p:sp>
      <p:sp>
        <p:nvSpPr>
          <p:cNvPr id="770" name="b_small_bar_ellipse_3008">
            <a:extLst>
              <a:ext uri="{FF2B5EF4-FFF2-40B4-BE49-F238E27FC236}">
                <a16:creationId xmlns:a16="http://schemas.microsoft.com/office/drawing/2014/main" id="{4614E695-7CC0-497B-9B62-024514782402}"/>
              </a:ext>
            </a:extLst>
          </p:cNvPr>
          <p:cNvSpPr>
            <a:spLocks noGrp="1"/>
          </p:cNvSpPr>
          <p:nvPr/>
        </p:nvSpPr>
        <p:spPr>
          <a:xfrm>
            <a:off x="3318205" y="2025341"/>
            <a:ext cx="45341" cy="45341"/>
          </a:xfrm>
          <a:prstGeom prst="ellipse">
            <a:avLst/>
          </a:prstGeom>
          <a:solidFill>
            <a:srgbClr val="7D8990">
              <a:alpha val="40000"/>
            </a:srgbClr>
          </a:solidFill>
          <a:ln w="0">
            <a:noFill/>
            <a:prstDash val="solid"/>
          </a:ln>
        </p:spPr>
      </p:sp>
      <p:sp>
        <p:nvSpPr>
          <p:cNvPr id="771" name="b_small_bar_ellipse_3009">
            <a:extLst>
              <a:ext uri="{FF2B5EF4-FFF2-40B4-BE49-F238E27FC236}">
                <a16:creationId xmlns:a16="http://schemas.microsoft.com/office/drawing/2014/main" id="{2EB070DE-6074-40A2-856E-0F5540266075}"/>
              </a:ext>
            </a:extLst>
          </p:cNvPr>
          <p:cNvSpPr>
            <a:spLocks noGrp="1"/>
          </p:cNvSpPr>
          <p:nvPr/>
        </p:nvSpPr>
        <p:spPr>
          <a:xfrm>
            <a:off x="3380635" y="2025341"/>
            <a:ext cx="45341" cy="45341"/>
          </a:xfrm>
          <a:prstGeom prst="ellipse">
            <a:avLst/>
          </a:prstGeom>
          <a:solidFill>
            <a:srgbClr val="7D8990">
              <a:alpha val="40000"/>
            </a:srgbClr>
          </a:solidFill>
          <a:ln w="0">
            <a:noFill/>
            <a:prstDash val="solid"/>
          </a:ln>
        </p:spPr>
      </p:sp>
      <p:sp>
        <p:nvSpPr>
          <p:cNvPr id="772" name="b_small_bar_ellipse_3010">
            <a:extLst>
              <a:ext uri="{FF2B5EF4-FFF2-40B4-BE49-F238E27FC236}">
                <a16:creationId xmlns:a16="http://schemas.microsoft.com/office/drawing/2014/main" id="{5A4122F6-3828-4405-AA53-23CA93537D7E}"/>
              </a:ext>
            </a:extLst>
          </p:cNvPr>
          <p:cNvSpPr>
            <a:spLocks noGrp="1"/>
          </p:cNvSpPr>
          <p:nvPr/>
        </p:nvSpPr>
        <p:spPr>
          <a:xfrm>
            <a:off x="3300213" y="4022767"/>
            <a:ext cx="45341" cy="45341"/>
          </a:xfrm>
          <a:prstGeom prst="ellipse">
            <a:avLst/>
          </a:prstGeom>
          <a:solidFill>
            <a:srgbClr val="7D8990">
              <a:alpha val="40000"/>
            </a:srgbClr>
          </a:solidFill>
          <a:ln w="0">
            <a:noFill/>
            <a:prstDash val="solid"/>
          </a:ln>
        </p:spPr>
      </p:sp>
      <p:sp>
        <p:nvSpPr>
          <p:cNvPr id="773" name="b_small_bar_ellipse_3011">
            <a:extLst>
              <a:ext uri="{FF2B5EF4-FFF2-40B4-BE49-F238E27FC236}">
                <a16:creationId xmlns:a16="http://schemas.microsoft.com/office/drawing/2014/main" id="{70841FF9-06F5-4AD6-AFD3-CE0F9078B344}"/>
              </a:ext>
            </a:extLst>
          </p:cNvPr>
          <p:cNvSpPr>
            <a:spLocks noGrp="1"/>
          </p:cNvSpPr>
          <p:nvPr/>
        </p:nvSpPr>
        <p:spPr>
          <a:xfrm>
            <a:off x="3306246" y="3038691"/>
            <a:ext cx="45341" cy="45341"/>
          </a:xfrm>
          <a:prstGeom prst="ellipse">
            <a:avLst/>
          </a:prstGeom>
          <a:solidFill>
            <a:srgbClr val="7D8990">
              <a:alpha val="40000"/>
            </a:srgbClr>
          </a:solidFill>
          <a:ln w="0">
            <a:noFill/>
            <a:prstDash val="solid"/>
          </a:ln>
        </p:spPr>
      </p:sp>
      <p:sp>
        <p:nvSpPr>
          <p:cNvPr id="774" name="b_small_bar_ellipse_3012">
            <a:extLst>
              <a:ext uri="{FF2B5EF4-FFF2-40B4-BE49-F238E27FC236}">
                <a16:creationId xmlns:a16="http://schemas.microsoft.com/office/drawing/2014/main" id="{F348EB58-2325-4EBD-9CE7-EA3AEAF23291}"/>
              </a:ext>
            </a:extLst>
          </p:cNvPr>
          <p:cNvSpPr>
            <a:spLocks noGrp="1"/>
          </p:cNvSpPr>
          <p:nvPr/>
        </p:nvSpPr>
        <p:spPr>
          <a:xfrm>
            <a:off x="3362486" y="2836021"/>
            <a:ext cx="45341" cy="45341"/>
          </a:xfrm>
          <a:prstGeom prst="ellipse">
            <a:avLst/>
          </a:prstGeom>
          <a:solidFill>
            <a:srgbClr val="7D8990">
              <a:alpha val="40000"/>
            </a:srgbClr>
          </a:solidFill>
          <a:ln w="0">
            <a:noFill/>
            <a:prstDash val="solid"/>
          </a:ln>
        </p:spPr>
      </p:sp>
      <p:sp>
        <p:nvSpPr>
          <p:cNvPr id="775" name="b_small_bar_ellipse_3013">
            <a:extLst>
              <a:ext uri="{FF2B5EF4-FFF2-40B4-BE49-F238E27FC236}">
                <a16:creationId xmlns:a16="http://schemas.microsoft.com/office/drawing/2014/main" id="{72CC2D95-CAB4-4B1F-B598-BB1F7E53CFBB}"/>
              </a:ext>
            </a:extLst>
          </p:cNvPr>
          <p:cNvSpPr>
            <a:spLocks noGrp="1"/>
          </p:cNvSpPr>
          <p:nvPr/>
        </p:nvSpPr>
        <p:spPr>
          <a:xfrm>
            <a:off x="3331410" y="2511749"/>
            <a:ext cx="45341" cy="45341"/>
          </a:xfrm>
          <a:prstGeom prst="ellipse">
            <a:avLst/>
          </a:prstGeom>
          <a:solidFill>
            <a:srgbClr val="7D8990">
              <a:alpha val="40000"/>
            </a:srgbClr>
          </a:solidFill>
          <a:ln w="0">
            <a:noFill/>
            <a:prstDash val="solid"/>
          </a:ln>
        </p:spPr>
      </p:sp>
      <p:sp>
        <p:nvSpPr>
          <p:cNvPr id="776" name="b_small_bar_ellipse_3014">
            <a:extLst>
              <a:ext uri="{FF2B5EF4-FFF2-40B4-BE49-F238E27FC236}">
                <a16:creationId xmlns:a16="http://schemas.microsoft.com/office/drawing/2014/main" id="{4C153F57-42E0-48DF-93C0-EFD43E50853B}"/>
              </a:ext>
            </a:extLst>
          </p:cNvPr>
          <p:cNvSpPr>
            <a:spLocks noGrp="1"/>
          </p:cNvSpPr>
          <p:nvPr/>
        </p:nvSpPr>
        <p:spPr>
          <a:xfrm>
            <a:off x="3490713" y="4457382"/>
            <a:ext cx="45341" cy="45341"/>
          </a:xfrm>
          <a:prstGeom prst="ellipse">
            <a:avLst/>
          </a:prstGeom>
          <a:solidFill>
            <a:srgbClr val="7D8990">
              <a:alpha val="40000"/>
            </a:srgbClr>
          </a:solidFill>
          <a:ln w="0">
            <a:noFill/>
            <a:prstDash val="solid"/>
          </a:ln>
        </p:spPr>
      </p:sp>
      <p:sp>
        <p:nvSpPr>
          <p:cNvPr id="777" name="b_small_bar_ellipse_3015">
            <a:extLst>
              <a:ext uri="{FF2B5EF4-FFF2-40B4-BE49-F238E27FC236}">
                <a16:creationId xmlns:a16="http://schemas.microsoft.com/office/drawing/2014/main" id="{841952EA-89EA-46CC-B07E-8381742EBD5C}"/>
              </a:ext>
            </a:extLst>
          </p:cNvPr>
          <p:cNvSpPr>
            <a:spLocks noGrp="1"/>
          </p:cNvSpPr>
          <p:nvPr/>
        </p:nvSpPr>
        <p:spPr>
          <a:xfrm>
            <a:off x="3463523" y="2025341"/>
            <a:ext cx="45341" cy="45341"/>
          </a:xfrm>
          <a:prstGeom prst="ellipse">
            <a:avLst/>
          </a:prstGeom>
          <a:solidFill>
            <a:srgbClr val="7D8990">
              <a:alpha val="40000"/>
            </a:srgbClr>
          </a:solidFill>
          <a:ln w="0">
            <a:noFill/>
            <a:prstDash val="solid"/>
          </a:ln>
        </p:spPr>
      </p:sp>
      <p:sp>
        <p:nvSpPr>
          <p:cNvPr id="778" name="b_small_bar_ellipse_3016">
            <a:extLst>
              <a:ext uri="{FF2B5EF4-FFF2-40B4-BE49-F238E27FC236}">
                <a16:creationId xmlns:a16="http://schemas.microsoft.com/office/drawing/2014/main" id="{37C7D9D1-FB26-4A8D-8752-8C4106544571}"/>
              </a:ext>
            </a:extLst>
          </p:cNvPr>
          <p:cNvSpPr>
            <a:spLocks noGrp="1"/>
          </p:cNvSpPr>
          <p:nvPr/>
        </p:nvSpPr>
        <p:spPr>
          <a:xfrm>
            <a:off x="3302120" y="2025341"/>
            <a:ext cx="45341" cy="45341"/>
          </a:xfrm>
          <a:prstGeom prst="ellipse">
            <a:avLst/>
          </a:prstGeom>
          <a:solidFill>
            <a:srgbClr val="7D8990">
              <a:alpha val="40000"/>
            </a:srgbClr>
          </a:solidFill>
          <a:ln w="0">
            <a:noFill/>
            <a:prstDash val="solid"/>
          </a:ln>
        </p:spPr>
      </p:sp>
      <p:sp>
        <p:nvSpPr>
          <p:cNvPr id="779" name="b_small_bar_ellipse_3017">
            <a:extLst>
              <a:ext uri="{FF2B5EF4-FFF2-40B4-BE49-F238E27FC236}">
                <a16:creationId xmlns:a16="http://schemas.microsoft.com/office/drawing/2014/main" id="{10E5DF39-7D1B-4F79-A78B-3782BE643C9F}"/>
              </a:ext>
            </a:extLst>
          </p:cNvPr>
          <p:cNvSpPr>
            <a:spLocks noGrp="1"/>
          </p:cNvSpPr>
          <p:nvPr/>
        </p:nvSpPr>
        <p:spPr>
          <a:xfrm>
            <a:off x="3481956" y="2025341"/>
            <a:ext cx="45341" cy="45341"/>
          </a:xfrm>
          <a:prstGeom prst="ellipse">
            <a:avLst/>
          </a:prstGeom>
          <a:solidFill>
            <a:srgbClr val="7D8990">
              <a:alpha val="40000"/>
            </a:srgbClr>
          </a:solidFill>
          <a:ln w="0">
            <a:noFill/>
            <a:prstDash val="solid"/>
          </a:ln>
        </p:spPr>
      </p:sp>
      <p:sp>
        <p:nvSpPr>
          <p:cNvPr id="780" name="b_small_bar_ellipse_3018">
            <a:extLst>
              <a:ext uri="{FF2B5EF4-FFF2-40B4-BE49-F238E27FC236}">
                <a16:creationId xmlns:a16="http://schemas.microsoft.com/office/drawing/2014/main" id="{C3B24F48-381A-41A2-9730-A1A0F0513E22}"/>
              </a:ext>
            </a:extLst>
          </p:cNvPr>
          <p:cNvSpPr>
            <a:spLocks noGrp="1"/>
          </p:cNvSpPr>
          <p:nvPr/>
        </p:nvSpPr>
        <p:spPr>
          <a:xfrm>
            <a:off x="3294743" y="3666969"/>
            <a:ext cx="45341" cy="45341"/>
          </a:xfrm>
          <a:prstGeom prst="ellipse">
            <a:avLst/>
          </a:prstGeom>
          <a:solidFill>
            <a:srgbClr val="7D8990">
              <a:alpha val="40000"/>
            </a:srgbClr>
          </a:solidFill>
          <a:ln w="0">
            <a:noFill/>
            <a:prstDash val="solid"/>
          </a:ln>
        </p:spPr>
      </p:sp>
      <p:sp>
        <p:nvSpPr>
          <p:cNvPr id="781" name="b_small_bar_ellipse_3019">
            <a:extLst>
              <a:ext uri="{FF2B5EF4-FFF2-40B4-BE49-F238E27FC236}">
                <a16:creationId xmlns:a16="http://schemas.microsoft.com/office/drawing/2014/main" id="{A7DD0D38-169C-4406-A15D-8904DD60D752}"/>
              </a:ext>
            </a:extLst>
          </p:cNvPr>
          <p:cNvSpPr>
            <a:spLocks noGrp="1"/>
          </p:cNvSpPr>
          <p:nvPr/>
        </p:nvSpPr>
        <p:spPr>
          <a:xfrm>
            <a:off x="3426296" y="4457382"/>
            <a:ext cx="45341" cy="45341"/>
          </a:xfrm>
          <a:prstGeom prst="ellipse">
            <a:avLst/>
          </a:prstGeom>
          <a:solidFill>
            <a:srgbClr val="7D8990">
              <a:alpha val="40000"/>
            </a:srgbClr>
          </a:solidFill>
          <a:ln w="0">
            <a:noFill/>
            <a:prstDash val="solid"/>
          </a:ln>
        </p:spPr>
      </p:sp>
      <p:sp>
        <p:nvSpPr>
          <p:cNvPr id="782" name="b_small_bar_ellipse_3020">
            <a:extLst>
              <a:ext uri="{FF2B5EF4-FFF2-40B4-BE49-F238E27FC236}">
                <a16:creationId xmlns:a16="http://schemas.microsoft.com/office/drawing/2014/main" id="{5D69B4F8-1865-4D9D-BC87-32F02BEE6826}"/>
              </a:ext>
            </a:extLst>
          </p:cNvPr>
          <p:cNvSpPr>
            <a:spLocks noGrp="1"/>
          </p:cNvSpPr>
          <p:nvPr/>
        </p:nvSpPr>
        <p:spPr>
          <a:xfrm>
            <a:off x="3287694" y="4457382"/>
            <a:ext cx="45341" cy="45341"/>
          </a:xfrm>
          <a:prstGeom prst="ellipse">
            <a:avLst/>
          </a:prstGeom>
          <a:solidFill>
            <a:srgbClr val="7D8990">
              <a:alpha val="40000"/>
            </a:srgbClr>
          </a:solidFill>
          <a:ln w="0">
            <a:noFill/>
            <a:prstDash val="solid"/>
          </a:ln>
        </p:spPr>
      </p:sp>
      <p:sp>
        <p:nvSpPr>
          <p:cNvPr id="783" name="b_small_bar_ellipse_3021">
            <a:extLst>
              <a:ext uri="{FF2B5EF4-FFF2-40B4-BE49-F238E27FC236}">
                <a16:creationId xmlns:a16="http://schemas.microsoft.com/office/drawing/2014/main" id="{B817DF4D-BE42-4D23-A2F1-4D423640A95B}"/>
              </a:ext>
            </a:extLst>
          </p:cNvPr>
          <p:cNvSpPr>
            <a:spLocks noGrp="1"/>
          </p:cNvSpPr>
          <p:nvPr/>
        </p:nvSpPr>
        <p:spPr>
          <a:xfrm>
            <a:off x="4927981" y="2025341"/>
            <a:ext cx="45341" cy="45341"/>
          </a:xfrm>
          <a:prstGeom prst="ellipse">
            <a:avLst/>
          </a:prstGeom>
          <a:solidFill>
            <a:srgbClr val="7D8990">
              <a:alpha val="40000"/>
            </a:srgbClr>
          </a:solidFill>
          <a:ln w="0">
            <a:noFill/>
            <a:prstDash val="solid"/>
          </a:ln>
        </p:spPr>
      </p:sp>
      <p:sp>
        <p:nvSpPr>
          <p:cNvPr id="784" name="b_small_bar_ellipse_3022">
            <a:extLst>
              <a:ext uri="{FF2B5EF4-FFF2-40B4-BE49-F238E27FC236}">
                <a16:creationId xmlns:a16="http://schemas.microsoft.com/office/drawing/2014/main" id="{3D93626B-7E20-4765-A45F-620A539472AF}"/>
              </a:ext>
            </a:extLst>
          </p:cNvPr>
          <p:cNvSpPr>
            <a:spLocks noGrp="1"/>
          </p:cNvSpPr>
          <p:nvPr/>
        </p:nvSpPr>
        <p:spPr>
          <a:xfrm>
            <a:off x="4914048" y="2043765"/>
            <a:ext cx="45341" cy="45341"/>
          </a:xfrm>
          <a:prstGeom prst="ellipse">
            <a:avLst/>
          </a:prstGeom>
          <a:solidFill>
            <a:srgbClr val="7D8990">
              <a:alpha val="40000"/>
            </a:srgbClr>
          </a:solidFill>
          <a:ln w="0">
            <a:noFill/>
            <a:prstDash val="solid"/>
          </a:ln>
        </p:spPr>
      </p:sp>
      <p:sp>
        <p:nvSpPr>
          <p:cNvPr id="785" name="b_small_bar_ellipse_3023">
            <a:extLst>
              <a:ext uri="{FF2B5EF4-FFF2-40B4-BE49-F238E27FC236}">
                <a16:creationId xmlns:a16="http://schemas.microsoft.com/office/drawing/2014/main" id="{53370E56-BE6E-4235-89C7-DA2435EE2637}"/>
              </a:ext>
            </a:extLst>
          </p:cNvPr>
          <p:cNvSpPr>
            <a:spLocks noGrp="1"/>
          </p:cNvSpPr>
          <p:nvPr/>
        </p:nvSpPr>
        <p:spPr>
          <a:xfrm>
            <a:off x="4962749" y="2025341"/>
            <a:ext cx="45341" cy="45341"/>
          </a:xfrm>
          <a:prstGeom prst="ellipse">
            <a:avLst/>
          </a:prstGeom>
          <a:solidFill>
            <a:srgbClr val="7D8990">
              <a:alpha val="40000"/>
            </a:srgbClr>
          </a:solidFill>
          <a:ln w="0">
            <a:noFill/>
            <a:prstDash val="solid"/>
          </a:ln>
        </p:spPr>
      </p:sp>
      <p:sp>
        <p:nvSpPr>
          <p:cNvPr id="786" name="b_small_bar_ellipse_3024">
            <a:extLst>
              <a:ext uri="{FF2B5EF4-FFF2-40B4-BE49-F238E27FC236}">
                <a16:creationId xmlns:a16="http://schemas.microsoft.com/office/drawing/2014/main" id="{9D343E75-9883-4D73-BFF0-5A258D5C82A2}"/>
              </a:ext>
            </a:extLst>
          </p:cNvPr>
          <p:cNvSpPr>
            <a:spLocks noGrp="1"/>
          </p:cNvSpPr>
          <p:nvPr/>
        </p:nvSpPr>
        <p:spPr>
          <a:xfrm>
            <a:off x="4992066" y="2025341"/>
            <a:ext cx="45341" cy="45341"/>
          </a:xfrm>
          <a:prstGeom prst="ellipse">
            <a:avLst/>
          </a:prstGeom>
          <a:solidFill>
            <a:srgbClr val="7D8990">
              <a:alpha val="40000"/>
            </a:srgbClr>
          </a:solidFill>
          <a:ln w="0">
            <a:noFill/>
            <a:prstDash val="solid"/>
          </a:ln>
        </p:spPr>
      </p:sp>
      <p:sp>
        <p:nvSpPr>
          <p:cNvPr id="787" name="b_small_bar_ellipse_3025">
            <a:extLst>
              <a:ext uri="{FF2B5EF4-FFF2-40B4-BE49-F238E27FC236}">
                <a16:creationId xmlns:a16="http://schemas.microsoft.com/office/drawing/2014/main" id="{CE5A3B27-4220-488B-A789-14B0655008B7}"/>
              </a:ext>
            </a:extLst>
          </p:cNvPr>
          <p:cNvSpPr>
            <a:spLocks noGrp="1"/>
          </p:cNvSpPr>
          <p:nvPr/>
        </p:nvSpPr>
        <p:spPr>
          <a:xfrm>
            <a:off x="4804835" y="2025341"/>
            <a:ext cx="45341" cy="45341"/>
          </a:xfrm>
          <a:prstGeom prst="ellipse">
            <a:avLst/>
          </a:prstGeom>
          <a:solidFill>
            <a:srgbClr val="7D8990">
              <a:alpha val="40000"/>
            </a:srgbClr>
          </a:solidFill>
          <a:ln w="0">
            <a:noFill/>
            <a:prstDash val="solid"/>
          </a:ln>
        </p:spPr>
      </p:sp>
      <p:sp>
        <p:nvSpPr>
          <p:cNvPr id="788" name="b_small_bar_ellipse_3026">
            <a:extLst>
              <a:ext uri="{FF2B5EF4-FFF2-40B4-BE49-F238E27FC236}">
                <a16:creationId xmlns:a16="http://schemas.microsoft.com/office/drawing/2014/main" id="{75A5285B-8AD6-4CD3-BB4C-E18A6E1F3AC1}"/>
              </a:ext>
            </a:extLst>
          </p:cNvPr>
          <p:cNvSpPr>
            <a:spLocks noGrp="1"/>
          </p:cNvSpPr>
          <p:nvPr/>
        </p:nvSpPr>
        <p:spPr>
          <a:xfrm>
            <a:off x="4811743" y="4457382"/>
            <a:ext cx="45341" cy="45341"/>
          </a:xfrm>
          <a:prstGeom prst="ellipse">
            <a:avLst/>
          </a:prstGeom>
          <a:solidFill>
            <a:srgbClr val="7D8990">
              <a:alpha val="40000"/>
            </a:srgbClr>
          </a:solidFill>
          <a:ln w="0">
            <a:noFill/>
            <a:prstDash val="solid"/>
          </a:ln>
        </p:spPr>
      </p:sp>
      <p:sp>
        <p:nvSpPr>
          <p:cNvPr id="789" name="b_small_bar_ellipse_3027">
            <a:extLst>
              <a:ext uri="{FF2B5EF4-FFF2-40B4-BE49-F238E27FC236}">
                <a16:creationId xmlns:a16="http://schemas.microsoft.com/office/drawing/2014/main" id="{424A156B-6348-4529-8E45-D20F6CC0A812}"/>
              </a:ext>
            </a:extLst>
          </p:cNvPr>
          <p:cNvSpPr>
            <a:spLocks noGrp="1"/>
          </p:cNvSpPr>
          <p:nvPr/>
        </p:nvSpPr>
        <p:spPr>
          <a:xfrm>
            <a:off x="4964587" y="2025341"/>
            <a:ext cx="45341" cy="45341"/>
          </a:xfrm>
          <a:prstGeom prst="ellipse">
            <a:avLst/>
          </a:prstGeom>
          <a:solidFill>
            <a:srgbClr val="7D8990">
              <a:alpha val="40000"/>
            </a:srgbClr>
          </a:solidFill>
          <a:ln w="0">
            <a:noFill/>
            <a:prstDash val="solid"/>
          </a:ln>
        </p:spPr>
      </p:sp>
      <p:sp>
        <p:nvSpPr>
          <p:cNvPr id="790" name="b_small_bar_ellipse_3028">
            <a:extLst>
              <a:ext uri="{FF2B5EF4-FFF2-40B4-BE49-F238E27FC236}">
                <a16:creationId xmlns:a16="http://schemas.microsoft.com/office/drawing/2014/main" id="{AF8FE1A1-80DD-469F-8B9D-3A140193D84B}"/>
              </a:ext>
            </a:extLst>
          </p:cNvPr>
          <p:cNvSpPr>
            <a:spLocks noGrp="1"/>
          </p:cNvSpPr>
          <p:nvPr/>
        </p:nvSpPr>
        <p:spPr>
          <a:xfrm>
            <a:off x="4995638" y="2025341"/>
            <a:ext cx="45341" cy="45341"/>
          </a:xfrm>
          <a:prstGeom prst="ellipse">
            <a:avLst/>
          </a:prstGeom>
          <a:solidFill>
            <a:srgbClr val="7D8990">
              <a:alpha val="40000"/>
            </a:srgbClr>
          </a:solidFill>
          <a:ln w="0">
            <a:noFill/>
            <a:prstDash val="solid"/>
          </a:ln>
        </p:spPr>
      </p:sp>
      <p:sp>
        <p:nvSpPr>
          <p:cNvPr id="791" name="b_small_bar_ellipse_3029">
            <a:extLst>
              <a:ext uri="{FF2B5EF4-FFF2-40B4-BE49-F238E27FC236}">
                <a16:creationId xmlns:a16="http://schemas.microsoft.com/office/drawing/2014/main" id="{570C2F20-2E76-4DF3-82EF-055D48260794}"/>
              </a:ext>
            </a:extLst>
          </p:cNvPr>
          <p:cNvSpPr>
            <a:spLocks noGrp="1"/>
          </p:cNvSpPr>
          <p:nvPr/>
        </p:nvSpPr>
        <p:spPr>
          <a:xfrm>
            <a:off x="4940058" y="4052042"/>
            <a:ext cx="45341" cy="45341"/>
          </a:xfrm>
          <a:prstGeom prst="ellipse">
            <a:avLst/>
          </a:prstGeom>
          <a:solidFill>
            <a:srgbClr val="7D8990">
              <a:alpha val="40000"/>
            </a:srgbClr>
          </a:solidFill>
          <a:ln w="0">
            <a:noFill/>
            <a:prstDash val="solid"/>
          </a:ln>
        </p:spPr>
      </p:sp>
      <p:sp>
        <p:nvSpPr>
          <p:cNvPr id="792" name="b_small_bar_ellipse_3030">
            <a:extLst>
              <a:ext uri="{FF2B5EF4-FFF2-40B4-BE49-F238E27FC236}">
                <a16:creationId xmlns:a16="http://schemas.microsoft.com/office/drawing/2014/main" id="{47BCF2CC-5F26-4B7C-9260-0E7660CB4672}"/>
              </a:ext>
            </a:extLst>
          </p:cNvPr>
          <p:cNvSpPr>
            <a:spLocks noGrp="1"/>
          </p:cNvSpPr>
          <p:nvPr/>
        </p:nvSpPr>
        <p:spPr>
          <a:xfrm>
            <a:off x="4979745" y="2025341"/>
            <a:ext cx="45341" cy="45341"/>
          </a:xfrm>
          <a:prstGeom prst="ellipse">
            <a:avLst/>
          </a:prstGeom>
          <a:solidFill>
            <a:srgbClr val="7D8990">
              <a:alpha val="40000"/>
            </a:srgbClr>
          </a:solidFill>
          <a:ln w="0">
            <a:noFill/>
            <a:prstDash val="solid"/>
          </a:ln>
        </p:spPr>
      </p:sp>
      <p:sp>
        <p:nvSpPr>
          <p:cNvPr id="793" name="b_small_bar_ellipse_3031">
            <a:extLst>
              <a:ext uri="{FF2B5EF4-FFF2-40B4-BE49-F238E27FC236}">
                <a16:creationId xmlns:a16="http://schemas.microsoft.com/office/drawing/2014/main" id="{7A63531A-9D92-4147-B3AF-6AC3981E271C}"/>
              </a:ext>
            </a:extLst>
          </p:cNvPr>
          <p:cNvSpPr>
            <a:spLocks noGrp="1"/>
          </p:cNvSpPr>
          <p:nvPr/>
        </p:nvSpPr>
        <p:spPr>
          <a:xfrm>
            <a:off x="4974545" y="2025341"/>
            <a:ext cx="45341" cy="45341"/>
          </a:xfrm>
          <a:prstGeom prst="ellipse">
            <a:avLst/>
          </a:prstGeom>
          <a:solidFill>
            <a:srgbClr val="7D8990">
              <a:alpha val="40000"/>
            </a:srgbClr>
          </a:solidFill>
          <a:ln w="0">
            <a:noFill/>
            <a:prstDash val="solid"/>
          </a:ln>
        </p:spPr>
      </p:sp>
      <p:sp>
        <p:nvSpPr>
          <p:cNvPr id="794" name="b_small_bar_ellipse_3032">
            <a:extLst>
              <a:ext uri="{FF2B5EF4-FFF2-40B4-BE49-F238E27FC236}">
                <a16:creationId xmlns:a16="http://schemas.microsoft.com/office/drawing/2014/main" id="{3677AB96-E201-4B4D-9C67-D3D1BDFA9DC4}"/>
              </a:ext>
            </a:extLst>
          </p:cNvPr>
          <p:cNvSpPr>
            <a:spLocks noGrp="1"/>
          </p:cNvSpPr>
          <p:nvPr/>
        </p:nvSpPr>
        <p:spPr>
          <a:xfrm>
            <a:off x="4937335" y="2025341"/>
            <a:ext cx="45341" cy="45341"/>
          </a:xfrm>
          <a:prstGeom prst="ellipse">
            <a:avLst/>
          </a:prstGeom>
          <a:solidFill>
            <a:srgbClr val="7D8990">
              <a:alpha val="40000"/>
            </a:srgbClr>
          </a:solidFill>
          <a:ln w="0">
            <a:noFill/>
            <a:prstDash val="solid"/>
          </a:ln>
        </p:spPr>
      </p:sp>
      <p:sp>
        <p:nvSpPr>
          <p:cNvPr id="795" name="b_small_bar_ellipse_3033">
            <a:extLst>
              <a:ext uri="{FF2B5EF4-FFF2-40B4-BE49-F238E27FC236}">
                <a16:creationId xmlns:a16="http://schemas.microsoft.com/office/drawing/2014/main" id="{3A75F930-25F3-4F18-9FDB-752E3330F6DB}"/>
              </a:ext>
            </a:extLst>
          </p:cNvPr>
          <p:cNvSpPr>
            <a:spLocks noGrp="1"/>
          </p:cNvSpPr>
          <p:nvPr/>
        </p:nvSpPr>
        <p:spPr>
          <a:xfrm>
            <a:off x="4955164" y="4457382"/>
            <a:ext cx="45341" cy="45341"/>
          </a:xfrm>
          <a:prstGeom prst="ellipse">
            <a:avLst/>
          </a:prstGeom>
          <a:solidFill>
            <a:srgbClr val="7D8990">
              <a:alpha val="40000"/>
            </a:srgbClr>
          </a:solidFill>
          <a:ln w="0">
            <a:noFill/>
            <a:prstDash val="solid"/>
          </a:ln>
        </p:spPr>
      </p:sp>
      <p:sp>
        <p:nvSpPr>
          <p:cNvPr id="796" name="b_small_bar_ellipse_3034">
            <a:extLst>
              <a:ext uri="{FF2B5EF4-FFF2-40B4-BE49-F238E27FC236}">
                <a16:creationId xmlns:a16="http://schemas.microsoft.com/office/drawing/2014/main" id="{C25A0490-5D61-4681-A62F-6FB2B750C1E0}"/>
              </a:ext>
            </a:extLst>
          </p:cNvPr>
          <p:cNvSpPr>
            <a:spLocks noGrp="1"/>
          </p:cNvSpPr>
          <p:nvPr/>
        </p:nvSpPr>
        <p:spPr>
          <a:xfrm>
            <a:off x="4926482" y="2025341"/>
            <a:ext cx="45341" cy="45341"/>
          </a:xfrm>
          <a:prstGeom prst="ellipse">
            <a:avLst/>
          </a:prstGeom>
          <a:solidFill>
            <a:srgbClr val="7D8990">
              <a:alpha val="40000"/>
            </a:srgbClr>
          </a:solidFill>
          <a:ln w="0">
            <a:noFill/>
            <a:prstDash val="solid"/>
          </a:ln>
        </p:spPr>
      </p:sp>
      <p:sp>
        <p:nvSpPr>
          <p:cNvPr id="797" name="b_small_bar_ellipse_3035">
            <a:extLst>
              <a:ext uri="{FF2B5EF4-FFF2-40B4-BE49-F238E27FC236}">
                <a16:creationId xmlns:a16="http://schemas.microsoft.com/office/drawing/2014/main" id="{75229B5A-7BA2-40A1-8F7C-171346707E79}"/>
              </a:ext>
            </a:extLst>
          </p:cNvPr>
          <p:cNvSpPr>
            <a:spLocks noGrp="1"/>
          </p:cNvSpPr>
          <p:nvPr/>
        </p:nvSpPr>
        <p:spPr>
          <a:xfrm>
            <a:off x="4884994" y="2025341"/>
            <a:ext cx="45341" cy="45341"/>
          </a:xfrm>
          <a:prstGeom prst="ellipse">
            <a:avLst/>
          </a:prstGeom>
          <a:solidFill>
            <a:srgbClr val="7D8990">
              <a:alpha val="40000"/>
            </a:srgbClr>
          </a:solidFill>
          <a:ln w="0">
            <a:noFill/>
            <a:prstDash val="solid"/>
          </a:ln>
        </p:spPr>
      </p:sp>
      <p:sp>
        <p:nvSpPr>
          <p:cNvPr id="798" name="b_small_bar_ellipse_3036">
            <a:extLst>
              <a:ext uri="{FF2B5EF4-FFF2-40B4-BE49-F238E27FC236}">
                <a16:creationId xmlns:a16="http://schemas.microsoft.com/office/drawing/2014/main" id="{80A754EB-C35C-417F-BBA8-66CDFC73BDB5}"/>
              </a:ext>
            </a:extLst>
          </p:cNvPr>
          <p:cNvSpPr>
            <a:spLocks noGrp="1"/>
          </p:cNvSpPr>
          <p:nvPr/>
        </p:nvSpPr>
        <p:spPr>
          <a:xfrm>
            <a:off x="4997115" y="4457382"/>
            <a:ext cx="45341" cy="45341"/>
          </a:xfrm>
          <a:prstGeom prst="ellipse">
            <a:avLst/>
          </a:prstGeom>
          <a:solidFill>
            <a:srgbClr val="7D8990">
              <a:alpha val="40000"/>
            </a:srgbClr>
          </a:solidFill>
          <a:ln w="0">
            <a:noFill/>
            <a:prstDash val="solid"/>
          </a:ln>
        </p:spPr>
      </p:sp>
      <p:sp>
        <p:nvSpPr>
          <p:cNvPr id="799" name="b_small_bar_ellipse_3037">
            <a:extLst>
              <a:ext uri="{FF2B5EF4-FFF2-40B4-BE49-F238E27FC236}">
                <a16:creationId xmlns:a16="http://schemas.microsoft.com/office/drawing/2014/main" id="{21433CAF-3B31-449B-A2A4-BE0C740AF9C5}"/>
              </a:ext>
            </a:extLst>
          </p:cNvPr>
          <p:cNvSpPr>
            <a:spLocks noGrp="1"/>
          </p:cNvSpPr>
          <p:nvPr/>
        </p:nvSpPr>
        <p:spPr>
          <a:xfrm>
            <a:off x="4917979" y="3646702"/>
            <a:ext cx="45341" cy="45341"/>
          </a:xfrm>
          <a:prstGeom prst="ellipse">
            <a:avLst/>
          </a:prstGeom>
          <a:solidFill>
            <a:srgbClr val="7D8990">
              <a:alpha val="40000"/>
            </a:srgbClr>
          </a:solidFill>
          <a:ln w="0">
            <a:noFill/>
            <a:prstDash val="solid"/>
          </a:ln>
        </p:spPr>
      </p:sp>
      <p:sp>
        <p:nvSpPr>
          <p:cNvPr id="800" name="b_small_bar_ellipse_3038">
            <a:extLst>
              <a:ext uri="{FF2B5EF4-FFF2-40B4-BE49-F238E27FC236}">
                <a16:creationId xmlns:a16="http://schemas.microsoft.com/office/drawing/2014/main" id="{4FD13801-63AE-466C-8A92-391E584A8606}"/>
              </a:ext>
            </a:extLst>
          </p:cNvPr>
          <p:cNvSpPr>
            <a:spLocks noGrp="1"/>
          </p:cNvSpPr>
          <p:nvPr/>
        </p:nvSpPr>
        <p:spPr>
          <a:xfrm>
            <a:off x="4833612" y="2025341"/>
            <a:ext cx="45341" cy="45341"/>
          </a:xfrm>
          <a:prstGeom prst="ellipse">
            <a:avLst/>
          </a:prstGeom>
          <a:solidFill>
            <a:srgbClr val="7D8990">
              <a:alpha val="40000"/>
            </a:srgbClr>
          </a:solidFill>
          <a:ln w="0">
            <a:noFill/>
            <a:prstDash val="solid"/>
          </a:ln>
        </p:spPr>
      </p:sp>
      <p:sp>
        <p:nvSpPr>
          <p:cNvPr id="801" name="b_small_bar_ellipse_3039">
            <a:extLst>
              <a:ext uri="{FF2B5EF4-FFF2-40B4-BE49-F238E27FC236}">
                <a16:creationId xmlns:a16="http://schemas.microsoft.com/office/drawing/2014/main" id="{3CCF0EAB-9D65-4E30-9436-DCA285CE1A81}"/>
              </a:ext>
            </a:extLst>
          </p:cNvPr>
          <p:cNvSpPr>
            <a:spLocks noGrp="1"/>
          </p:cNvSpPr>
          <p:nvPr/>
        </p:nvSpPr>
        <p:spPr>
          <a:xfrm>
            <a:off x="4874205" y="4270497"/>
            <a:ext cx="45341" cy="45341"/>
          </a:xfrm>
          <a:prstGeom prst="ellipse">
            <a:avLst/>
          </a:prstGeom>
          <a:solidFill>
            <a:srgbClr val="7D8990">
              <a:alpha val="40000"/>
            </a:srgbClr>
          </a:solidFill>
          <a:ln w="0">
            <a:noFill/>
            <a:prstDash val="solid"/>
          </a:ln>
        </p:spPr>
      </p:sp>
      <p:sp>
        <p:nvSpPr>
          <p:cNvPr id="802" name="b_small_bar_ellipse_3040">
            <a:extLst>
              <a:ext uri="{FF2B5EF4-FFF2-40B4-BE49-F238E27FC236}">
                <a16:creationId xmlns:a16="http://schemas.microsoft.com/office/drawing/2014/main" id="{8D32E064-0DA5-4C32-A35E-4153473786A3}"/>
              </a:ext>
            </a:extLst>
          </p:cNvPr>
          <p:cNvSpPr>
            <a:spLocks noGrp="1"/>
          </p:cNvSpPr>
          <p:nvPr/>
        </p:nvSpPr>
        <p:spPr>
          <a:xfrm>
            <a:off x="4924087" y="2025341"/>
            <a:ext cx="45341" cy="45341"/>
          </a:xfrm>
          <a:prstGeom prst="ellipse">
            <a:avLst/>
          </a:prstGeom>
          <a:solidFill>
            <a:srgbClr val="7D8990">
              <a:alpha val="40000"/>
            </a:srgbClr>
          </a:solidFill>
          <a:ln w="0">
            <a:noFill/>
            <a:prstDash val="solid"/>
          </a:ln>
        </p:spPr>
      </p:sp>
      <p:sp>
        <p:nvSpPr>
          <p:cNvPr id="803" name="b_small_bar_ellipse_3041">
            <a:extLst>
              <a:ext uri="{FF2B5EF4-FFF2-40B4-BE49-F238E27FC236}">
                <a16:creationId xmlns:a16="http://schemas.microsoft.com/office/drawing/2014/main" id="{DB698BF1-3BDC-432E-85EF-D071EBD8E6E1}"/>
              </a:ext>
            </a:extLst>
          </p:cNvPr>
          <p:cNvSpPr>
            <a:spLocks noGrp="1"/>
          </p:cNvSpPr>
          <p:nvPr/>
        </p:nvSpPr>
        <p:spPr>
          <a:xfrm>
            <a:off x="4951829" y="4052042"/>
            <a:ext cx="45341" cy="45341"/>
          </a:xfrm>
          <a:prstGeom prst="ellipse">
            <a:avLst/>
          </a:prstGeom>
          <a:solidFill>
            <a:srgbClr val="7D8990">
              <a:alpha val="40000"/>
            </a:srgbClr>
          </a:solidFill>
          <a:ln w="0">
            <a:noFill/>
            <a:prstDash val="solid"/>
          </a:ln>
        </p:spPr>
      </p:sp>
      <p:sp>
        <p:nvSpPr>
          <p:cNvPr id="804" name="b_small_bar_ellipse_3042">
            <a:extLst>
              <a:ext uri="{FF2B5EF4-FFF2-40B4-BE49-F238E27FC236}">
                <a16:creationId xmlns:a16="http://schemas.microsoft.com/office/drawing/2014/main" id="{E31B5A71-316C-425B-A53F-0B6A2ACAC673}"/>
              </a:ext>
            </a:extLst>
          </p:cNvPr>
          <p:cNvSpPr>
            <a:spLocks noGrp="1"/>
          </p:cNvSpPr>
          <p:nvPr/>
        </p:nvSpPr>
        <p:spPr>
          <a:xfrm>
            <a:off x="4790908" y="4457382"/>
            <a:ext cx="45341" cy="45341"/>
          </a:xfrm>
          <a:prstGeom prst="ellipse">
            <a:avLst/>
          </a:prstGeom>
          <a:solidFill>
            <a:srgbClr val="7D8990">
              <a:alpha val="40000"/>
            </a:srgbClr>
          </a:solidFill>
          <a:ln w="0">
            <a:noFill/>
            <a:prstDash val="solid"/>
          </a:ln>
        </p:spPr>
      </p:sp>
      <p:sp>
        <p:nvSpPr>
          <p:cNvPr id="805" name="b_small_bar_ellipse_3043">
            <a:extLst>
              <a:ext uri="{FF2B5EF4-FFF2-40B4-BE49-F238E27FC236}">
                <a16:creationId xmlns:a16="http://schemas.microsoft.com/office/drawing/2014/main" id="{0E830773-EE39-4DB3-94B4-7A32AED878DD}"/>
              </a:ext>
            </a:extLst>
          </p:cNvPr>
          <p:cNvSpPr>
            <a:spLocks noGrp="1"/>
          </p:cNvSpPr>
          <p:nvPr/>
        </p:nvSpPr>
        <p:spPr>
          <a:xfrm>
            <a:off x="4854088" y="2329346"/>
            <a:ext cx="45341" cy="45341"/>
          </a:xfrm>
          <a:prstGeom prst="ellipse">
            <a:avLst/>
          </a:prstGeom>
          <a:solidFill>
            <a:srgbClr val="7D8990">
              <a:alpha val="40000"/>
            </a:srgbClr>
          </a:solidFill>
          <a:ln w="0">
            <a:noFill/>
            <a:prstDash val="solid"/>
          </a:ln>
        </p:spPr>
      </p:sp>
      <p:sp>
        <p:nvSpPr>
          <p:cNvPr id="806" name="b_small_bar_ellipse_3044">
            <a:extLst>
              <a:ext uri="{FF2B5EF4-FFF2-40B4-BE49-F238E27FC236}">
                <a16:creationId xmlns:a16="http://schemas.microsoft.com/office/drawing/2014/main" id="{1F70946B-6BE5-4173-8993-5CE44A100199}"/>
              </a:ext>
            </a:extLst>
          </p:cNvPr>
          <p:cNvSpPr>
            <a:spLocks noGrp="1"/>
          </p:cNvSpPr>
          <p:nvPr/>
        </p:nvSpPr>
        <p:spPr>
          <a:xfrm>
            <a:off x="4818234" y="3663832"/>
            <a:ext cx="45341" cy="45341"/>
          </a:xfrm>
          <a:prstGeom prst="ellipse">
            <a:avLst/>
          </a:prstGeom>
          <a:solidFill>
            <a:srgbClr val="7D8990">
              <a:alpha val="40000"/>
            </a:srgbClr>
          </a:solidFill>
          <a:ln w="0">
            <a:noFill/>
            <a:prstDash val="solid"/>
          </a:ln>
        </p:spPr>
      </p:sp>
      <p:sp>
        <p:nvSpPr>
          <p:cNvPr id="807" name="b_small_bar_ellipse_3045">
            <a:extLst>
              <a:ext uri="{FF2B5EF4-FFF2-40B4-BE49-F238E27FC236}">
                <a16:creationId xmlns:a16="http://schemas.microsoft.com/office/drawing/2014/main" id="{554A22EF-FBE1-4E85-B02E-9949BB88FDAA}"/>
              </a:ext>
            </a:extLst>
          </p:cNvPr>
          <p:cNvSpPr>
            <a:spLocks noGrp="1"/>
          </p:cNvSpPr>
          <p:nvPr/>
        </p:nvSpPr>
        <p:spPr>
          <a:xfrm>
            <a:off x="4911404" y="4457382"/>
            <a:ext cx="45341" cy="45341"/>
          </a:xfrm>
          <a:prstGeom prst="ellipse">
            <a:avLst/>
          </a:prstGeom>
          <a:solidFill>
            <a:srgbClr val="7D8990">
              <a:alpha val="40000"/>
            </a:srgbClr>
          </a:solidFill>
          <a:ln w="0">
            <a:noFill/>
            <a:prstDash val="solid"/>
          </a:ln>
        </p:spPr>
      </p:sp>
      <p:sp>
        <p:nvSpPr>
          <p:cNvPr id="808" name="b_small_bar_ellipse_3046">
            <a:extLst>
              <a:ext uri="{FF2B5EF4-FFF2-40B4-BE49-F238E27FC236}">
                <a16:creationId xmlns:a16="http://schemas.microsoft.com/office/drawing/2014/main" id="{4B80F20A-3D4B-42BD-A70A-AF43C4ED6510}"/>
              </a:ext>
            </a:extLst>
          </p:cNvPr>
          <p:cNvSpPr>
            <a:spLocks noGrp="1"/>
          </p:cNvSpPr>
          <p:nvPr/>
        </p:nvSpPr>
        <p:spPr>
          <a:xfrm>
            <a:off x="4977945" y="4011508"/>
            <a:ext cx="45341" cy="45341"/>
          </a:xfrm>
          <a:prstGeom prst="ellipse">
            <a:avLst/>
          </a:prstGeom>
          <a:solidFill>
            <a:srgbClr val="7D8990">
              <a:alpha val="40000"/>
            </a:srgbClr>
          </a:solidFill>
          <a:ln w="0">
            <a:noFill/>
            <a:prstDash val="solid"/>
          </a:ln>
        </p:spPr>
      </p:sp>
      <p:sp>
        <p:nvSpPr>
          <p:cNvPr id="809" name="b_small_bar_ellipse_3047">
            <a:extLst>
              <a:ext uri="{FF2B5EF4-FFF2-40B4-BE49-F238E27FC236}">
                <a16:creationId xmlns:a16="http://schemas.microsoft.com/office/drawing/2014/main" id="{CCD8F6C3-A576-4036-80FF-38E384304A10}"/>
              </a:ext>
            </a:extLst>
          </p:cNvPr>
          <p:cNvSpPr>
            <a:spLocks noGrp="1"/>
          </p:cNvSpPr>
          <p:nvPr/>
        </p:nvSpPr>
        <p:spPr>
          <a:xfrm>
            <a:off x="4992158" y="2025341"/>
            <a:ext cx="45341" cy="45341"/>
          </a:xfrm>
          <a:prstGeom prst="ellipse">
            <a:avLst/>
          </a:prstGeom>
          <a:solidFill>
            <a:srgbClr val="7D8990">
              <a:alpha val="40000"/>
            </a:srgbClr>
          </a:solidFill>
          <a:ln w="0">
            <a:noFill/>
            <a:prstDash val="solid"/>
          </a:ln>
        </p:spPr>
      </p:sp>
      <p:sp>
        <p:nvSpPr>
          <p:cNvPr id="810" name="b_small_bar_ellipse_3048">
            <a:extLst>
              <a:ext uri="{FF2B5EF4-FFF2-40B4-BE49-F238E27FC236}">
                <a16:creationId xmlns:a16="http://schemas.microsoft.com/office/drawing/2014/main" id="{934A2376-AE1F-4F94-B5A2-A9FA2540D9EA}"/>
              </a:ext>
            </a:extLst>
          </p:cNvPr>
          <p:cNvSpPr>
            <a:spLocks noGrp="1"/>
          </p:cNvSpPr>
          <p:nvPr/>
        </p:nvSpPr>
        <p:spPr>
          <a:xfrm>
            <a:off x="4951092" y="2025341"/>
            <a:ext cx="45341" cy="45341"/>
          </a:xfrm>
          <a:prstGeom prst="ellipse">
            <a:avLst/>
          </a:prstGeom>
          <a:solidFill>
            <a:srgbClr val="7D8990">
              <a:alpha val="40000"/>
            </a:srgbClr>
          </a:solidFill>
          <a:ln w="0">
            <a:noFill/>
            <a:prstDash val="solid"/>
          </a:ln>
        </p:spPr>
      </p:sp>
      <p:sp>
        <p:nvSpPr>
          <p:cNvPr id="811" name="b_small_bar_ellipse_3049">
            <a:extLst>
              <a:ext uri="{FF2B5EF4-FFF2-40B4-BE49-F238E27FC236}">
                <a16:creationId xmlns:a16="http://schemas.microsoft.com/office/drawing/2014/main" id="{104BCC0E-E3F1-4340-8A53-DC3E646226AC}"/>
              </a:ext>
            </a:extLst>
          </p:cNvPr>
          <p:cNvSpPr>
            <a:spLocks noGrp="1"/>
          </p:cNvSpPr>
          <p:nvPr/>
        </p:nvSpPr>
        <p:spPr>
          <a:xfrm>
            <a:off x="4962123" y="4457382"/>
            <a:ext cx="45341" cy="45341"/>
          </a:xfrm>
          <a:prstGeom prst="ellipse">
            <a:avLst/>
          </a:prstGeom>
          <a:solidFill>
            <a:srgbClr val="7D8990">
              <a:alpha val="40000"/>
            </a:srgbClr>
          </a:solidFill>
          <a:ln w="0">
            <a:noFill/>
            <a:prstDash val="solid"/>
          </a:ln>
        </p:spPr>
      </p:sp>
      <p:sp>
        <p:nvSpPr>
          <p:cNvPr id="812" name="b_small_bar_ellipse_3050">
            <a:extLst>
              <a:ext uri="{FF2B5EF4-FFF2-40B4-BE49-F238E27FC236}">
                <a16:creationId xmlns:a16="http://schemas.microsoft.com/office/drawing/2014/main" id="{532B2A7F-DA2E-4E56-9EF4-D625D0E6BD57}"/>
              </a:ext>
            </a:extLst>
          </p:cNvPr>
          <p:cNvSpPr>
            <a:spLocks noGrp="1"/>
          </p:cNvSpPr>
          <p:nvPr/>
        </p:nvSpPr>
        <p:spPr>
          <a:xfrm>
            <a:off x="4922261" y="4096919"/>
            <a:ext cx="45341" cy="45341"/>
          </a:xfrm>
          <a:prstGeom prst="ellipse">
            <a:avLst/>
          </a:prstGeom>
          <a:solidFill>
            <a:srgbClr val="7D8990">
              <a:alpha val="40000"/>
            </a:srgbClr>
          </a:solidFill>
          <a:ln w="0">
            <a:noFill/>
            <a:prstDash val="solid"/>
          </a:ln>
        </p:spPr>
      </p:sp>
      <p:sp>
        <p:nvSpPr>
          <p:cNvPr id="813" name="b_small_bar_ellipse_3051">
            <a:extLst>
              <a:ext uri="{FF2B5EF4-FFF2-40B4-BE49-F238E27FC236}">
                <a16:creationId xmlns:a16="http://schemas.microsoft.com/office/drawing/2014/main" id="{F92EF018-A0DB-489F-BD3A-46B838102D36}"/>
              </a:ext>
            </a:extLst>
          </p:cNvPr>
          <p:cNvSpPr>
            <a:spLocks noGrp="1"/>
          </p:cNvSpPr>
          <p:nvPr/>
        </p:nvSpPr>
        <p:spPr>
          <a:xfrm>
            <a:off x="4981036" y="4052042"/>
            <a:ext cx="45341" cy="45341"/>
          </a:xfrm>
          <a:prstGeom prst="ellipse">
            <a:avLst/>
          </a:prstGeom>
          <a:solidFill>
            <a:srgbClr val="7D8990">
              <a:alpha val="40000"/>
            </a:srgbClr>
          </a:solidFill>
          <a:ln w="0">
            <a:noFill/>
            <a:prstDash val="solid"/>
          </a:ln>
        </p:spPr>
      </p:sp>
      <p:sp>
        <p:nvSpPr>
          <p:cNvPr id="814" name="b_small_bar_ellipse_3052">
            <a:extLst>
              <a:ext uri="{FF2B5EF4-FFF2-40B4-BE49-F238E27FC236}">
                <a16:creationId xmlns:a16="http://schemas.microsoft.com/office/drawing/2014/main" id="{75B3302F-E937-4DD3-A0D7-9B1B2CD722BA}"/>
              </a:ext>
            </a:extLst>
          </p:cNvPr>
          <p:cNvSpPr>
            <a:spLocks noGrp="1"/>
          </p:cNvSpPr>
          <p:nvPr/>
        </p:nvSpPr>
        <p:spPr>
          <a:xfrm>
            <a:off x="4950958" y="2633351"/>
            <a:ext cx="45341" cy="45341"/>
          </a:xfrm>
          <a:prstGeom prst="ellipse">
            <a:avLst/>
          </a:prstGeom>
          <a:solidFill>
            <a:srgbClr val="7D8990">
              <a:alpha val="40000"/>
            </a:srgbClr>
          </a:solidFill>
          <a:ln w="0">
            <a:noFill/>
            <a:prstDash val="solid"/>
          </a:ln>
        </p:spPr>
      </p:sp>
      <p:sp>
        <p:nvSpPr>
          <p:cNvPr id="815" name="b_small_bar_ellipse_3053">
            <a:extLst>
              <a:ext uri="{FF2B5EF4-FFF2-40B4-BE49-F238E27FC236}">
                <a16:creationId xmlns:a16="http://schemas.microsoft.com/office/drawing/2014/main" id="{9B7ED79D-5738-4ACD-8D64-149A6C0FCDE5}"/>
              </a:ext>
            </a:extLst>
          </p:cNvPr>
          <p:cNvSpPr>
            <a:spLocks noGrp="1"/>
          </p:cNvSpPr>
          <p:nvPr/>
        </p:nvSpPr>
        <p:spPr>
          <a:xfrm>
            <a:off x="4819286" y="4313797"/>
            <a:ext cx="45341" cy="45341"/>
          </a:xfrm>
          <a:prstGeom prst="ellipse">
            <a:avLst/>
          </a:prstGeom>
          <a:solidFill>
            <a:srgbClr val="7D8990">
              <a:alpha val="40000"/>
            </a:srgbClr>
          </a:solidFill>
          <a:ln w="0">
            <a:noFill/>
            <a:prstDash val="solid"/>
          </a:ln>
        </p:spPr>
      </p:sp>
      <p:sp>
        <p:nvSpPr>
          <p:cNvPr id="816" name="b_small_bar_ellipse_3054">
            <a:extLst>
              <a:ext uri="{FF2B5EF4-FFF2-40B4-BE49-F238E27FC236}">
                <a16:creationId xmlns:a16="http://schemas.microsoft.com/office/drawing/2014/main" id="{C4CC44C9-A60C-4945-A51A-6BDF6839861B}"/>
              </a:ext>
            </a:extLst>
          </p:cNvPr>
          <p:cNvSpPr>
            <a:spLocks noGrp="1"/>
          </p:cNvSpPr>
          <p:nvPr/>
        </p:nvSpPr>
        <p:spPr>
          <a:xfrm>
            <a:off x="4851311" y="2025341"/>
            <a:ext cx="45341" cy="45341"/>
          </a:xfrm>
          <a:prstGeom prst="ellipse">
            <a:avLst/>
          </a:prstGeom>
          <a:solidFill>
            <a:srgbClr val="7D8990">
              <a:alpha val="40000"/>
            </a:srgbClr>
          </a:solidFill>
          <a:ln w="0">
            <a:noFill/>
            <a:prstDash val="solid"/>
          </a:ln>
        </p:spPr>
      </p:sp>
      <p:sp>
        <p:nvSpPr>
          <p:cNvPr id="817" name="b_small_bar_ellipse_3055">
            <a:extLst>
              <a:ext uri="{FF2B5EF4-FFF2-40B4-BE49-F238E27FC236}">
                <a16:creationId xmlns:a16="http://schemas.microsoft.com/office/drawing/2014/main" id="{C53885A0-E769-4A1A-BA34-8D2285A7A3EE}"/>
              </a:ext>
            </a:extLst>
          </p:cNvPr>
          <p:cNvSpPr>
            <a:spLocks noGrp="1"/>
          </p:cNvSpPr>
          <p:nvPr/>
        </p:nvSpPr>
        <p:spPr>
          <a:xfrm>
            <a:off x="4952262" y="2025341"/>
            <a:ext cx="45341" cy="45341"/>
          </a:xfrm>
          <a:prstGeom prst="ellipse">
            <a:avLst/>
          </a:prstGeom>
          <a:solidFill>
            <a:srgbClr val="7D8990">
              <a:alpha val="40000"/>
            </a:srgbClr>
          </a:solidFill>
          <a:ln w="0">
            <a:noFill/>
            <a:prstDash val="solid"/>
          </a:ln>
        </p:spPr>
      </p:sp>
      <p:sp>
        <p:nvSpPr>
          <p:cNvPr id="818" name="b_small_bar_ellipse_3056">
            <a:extLst>
              <a:ext uri="{FF2B5EF4-FFF2-40B4-BE49-F238E27FC236}">
                <a16:creationId xmlns:a16="http://schemas.microsoft.com/office/drawing/2014/main" id="{872E7276-3D5F-4B95-B381-69D0933E84EB}"/>
              </a:ext>
            </a:extLst>
          </p:cNvPr>
          <p:cNvSpPr>
            <a:spLocks noGrp="1"/>
          </p:cNvSpPr>
          <p:nvPr/>
        </p:nvSpPr>
        <p:spPr>
          <a:xfrm>
            <a:off x="4804772" y="4457382"/>
            <a:ext cx="45341" cy="45341"/>
          </a:xfrm>
          <a:prstGeom prst="ellipse">
            <a:avLst/>
          </a:prstGeom>
          <a:solidFill>
            <a:srgbClr val="7D8990">
              <a:alpha val="40000"/>
            </a:srgbClr>
          </a:solidFill>
          <a:ln w="0">
            <a:noFill/>
            <a:prstDash val="solid"/>
          </a:ln>
        </p:spPr>
      </p:sp>
      <p:sp>
        <p:nvSpPr>
          <p:cNvPr id="819" name="b_small_bar_ellipse_3057">
            <a:extLst>
              <a:ext uri="{FF2B5EF4-FFF2-40B4-BE49-F238E27FC236}">
                <a16:creationId xmlns:a16="http://schemas.microsoft.com/office/drawing/2014/main" id="{A38932CF-639D-4CC6-AA4B-06BB8B9884DC}"/>
              </a:ext>
            </a:extLst>
          </p:cNvPr>
          <p:cNvSpPr>
            <a:spLocks noGrp="1"/>
          </p:cNvSpPr>
          <p:nvPr/>
        </p:nvSpPr>
        <p:spPr>
          <a:xfrm>
            <a:off x="4831821" y="2025341"/>
            <a:ext cx="45341" cy="45341"/>
          </a:xfrm>
          <a:prstGeom prst="ellipse">
            <a:avLst/>
          </a:prstGeom>
          <a:solidFill>
            <a:srgbClr val="7D8990">
              <a:alpha val="40000"/>
            </a:srgbClr>
          </a:solidFill>
          <a:ln w="0">
            <a:noFill/>
            <a:prstDash val="solid"/>
          </a:ln>
        </p:spPr>
      </p:sp>
      <p:sp>
        <p:nvSpPr>
          <p:cNvPr id="820" name="b_small_bar_ellipse_3058">
            <a:extLst>
              <a:ext uri="{FF2B5EF4-FFF2-40B4-BE49-F238E27FC236}">
                <a16:creationId xmlns:a16="http://schemas.microsoft.com/office/drawing/2014/main" id="{93BB28A3-5391-4F65-8B70-3BBD0E813498}"/>
              </a:ext>
            </a:extLst>
          </p:cNvPr>
          <p:cNvSpPr>
            <a:spLocks noGrp="1"/>
          </p:cNvSpPr>
          <p:nvPr/>
        </p:nvSpPr>
        <p:spPr>
          <a:xfrm>
            <a:off x="4798449" y="3511588"/>
            <a:ext cx="45341" cy="45341"/>
          </a:xfrm>
          <a:prstGeom prst="ellipse">
            <a:avLst/>
          </a:prstGeom>
          <a:solidFill>
            <a:srgbClr val="7D8990">
              <a:alpha val="40000"/>
            </a:srgbClr>
          </a:solidFill>
          <a:ln w="0">
            <a:noFill/>
            <a:prstDash val="solid"/>
          </a:ln>
        </p:spPr>
      </p:sp>
      <p:sp>
        <p:nvSpPr>
          <p:cNvPr id="821" name="b_small_bar_ellipse_3059">
            <a:extLst>
              <a:ext uri="{FF2B5EF4-FFF2-40B4-BE49-F238E27FC236}">
                <a16:creationId xmlns:a16="http://schemas.microsoft.com/office/drawing/2014/main" id="{052A4E67-C1C7-467E-86B8-82E2B0090645}"/>
              </a:ext>
            </a:extLst>
          </p:cNvPr>
          <p:cNvSpPr>
            <a:spLocks noGrp="1"/>
          </p:cNvSpPr>
          <p:nvPr/>
        </p:nvSpPr>
        <p:spPr>
          <a:xfrm>
            <a:off x="4922149" y="2025341"/>
            <a:ext cx="45341" cy="45341"/>
          </a:xfrm>
          <a:prstGeom prst="ellipse">
            <a:avLst/>
          </a:prstGeom>
          <a:solidFill>
            <a:srgbClr val="7D8990">
              <a:alpha val="40000"/>
            </a:srgbClr>
          </a:solidFill>
          <a:ln w="0">
            <a:noFill/>
            <a:prstDash val="solid"/>
          </a:ln>
        </p:spPr>
      </p:sp>
      <p:sp>
        <p:nvSpPr>
          <p:cNvPr id="822" name="b_small_bar_ellipse_3060">
            <a:extLst>
              <a:ext uri="{FF2B5EF4-FFF2-40B4-BE49-F238E27FC236}">
                <a16:creationId xmlns:a16="http://schemas.microsoft.com/office/drawing/2014/main" id="{E424F228-0A01-48B0-834F-3DFC41429CBB}"/>
              </a:ext>
            </a:extLst>
          </p:cNvPr>
          <p:cNvSpPr>
            <a:spLocks noGrp="1"/>
          </p:cNvSpPr>
          <p:nvPr/>
        </p:nvSpPr>
        <p:spPr>
          <a:xfrm>
            <a:off x="4805560" y="3201492"/>
            <a:ext cx="45341" cy="45341"/>
          </a:xfrm>
          <a:prstGeom prst="ellipse">
            <a:avLst/>
          </a:prstGeom>
          <a:solidFill>
            <a:srgbClr val="7D8990">
              <a:alpha val="40000"/>
            </a:srgbClr>
          </a:solidFill>
          <a:ln w="0">
            <a:noFill/>
            <a:prstDash val="solid"/>
          </a:ln>
        </p:spPr>
      </p:sp>
      <p:sp>
        <p:nvSpPr>
          <p:cNvPr id="823" name="b_small_bar_ellipse_3061">
            <a:extLst>
              <a:ext uri="{FF2B5EF4-FFF2-40B4-BE49-F238E27FC236}">
                <a16:creationId xmlns:a16="http://schemas.microsoft.com/office/drawing/2014/main" id="{22B38525-4B8F-42F9-A0D4-A4922CC284DA}"/>
              </a:ext>
            </a:extLst>
          </p:cNvPr>
          <p:cNvSpPr>
            <a:spLocks noGrp="1"/>
          </p:cNvSpPr>
          <p:nvPr/>
        </p:nvSpPr>
        <p:spPr>
          <a:xfrm>
            <a:off x="4843520" y="2083246"/>
            <a:ext cx="45341" cy="45341"/>
          </a:xfrm>
          <a:prstGeom prst="ellipse">
            <a:avLst/>
          </a:prstGeom>
          <a:solidFill>
            <a:srgbClr val="7D8990">
              <a:alpha val="40000"/>
            </a:srgbClr>
          </a:solidFill>
          <a:ln w="0">
            <a:noFill/>
            <a:prstDash val="solid"/>
          </a:ln>
        </p:spPr>
      </p:sp>
      <p:sp>
        <p:nvSpPr>
          <p:cNvPr id="824" name="b_small_bar_ellipse_3062">
            <a:extLst>
              <a:ext uri="{FF2B5EF4-FFF2-40B4-BE49-F238E27FC236}">
                <a16:creationId xmlns:a16="http://schemas.microsoft.com/office/drawing/2014/main" id="{60A26B0C-A26F-47EA-8FB5-A219F8DAB74D}"/>
              </a:ext>
            </a:extLst>
          </p:cNvPr>
          <p:cNvSpPr>
            <a:spLocks noGrp="1"/>
          </p:cNvSpPr>
          <p:nvPr/>
        </p:nvSpPr>
        <p:spPr>
          <a:xfrm>
            <a:off x="4870280" y="2025341"/>
            <a:ext cx="45341" cy="45341"/>
          </a:xfrm>
          <a:prstGeom prst="ellipse">
            <a:avLst/>
          </a:prstGeom>
          <a:solidFill>
            <a:srgbClr val="7D8990">
              <a:alpha val="40000"/>
            </a:srgbClr>
          </a:solidFill>
          <a:ln w="0">
            <a:noFill/>
            <a:prstDash val="solid"/>
          </a:ln>
        </p:spPr>
      </p:sp>
      <p:sp>
        <p:nvSpPr>
          <p:cNvPr id="825" name="b_small_bar_ellipse_3063">
            <a:extLst>
              <a:ext uri="{FF2B5EF4-FFF2-40B4-BE49-F238E27FC236}">
                <a16:creationId xmlns:a16="http://schemas.microsoft.com/office/drawing/2014/main" id="{6EA61E2B-8940-4751-90D1-499D103C61C7}"/>
              </a:ext>
            </a:extLst>
          </p:cNvPr>
          <p:cNvSpPr>
            <a:spLocks noGrp="1"/>
          </p:cNvSpPr>
          <p:nvPr/>
        </p:nvSpPr>
        <p:spPr>
          <a:xfrm>
            <a:off x="4855254" y="2025341"/>
            <a:ext cx="45341" cy="45341"/>
          </a:xfrm>
          <a:prstGeom prst="ellipse">
            <a:avLst/>
          </a:prstGeom>
          <a:solidFill>
            <a:srgbClr val="7D8990">
              <a:alpha val="40000"/>
            </a:srgbClr>
          </a:solidFill>
          <a:ln w="0">
            <a:noFill/>
            <a:prstDash val="solid"/>
          </a:ln>
        </p:spPr>
      </p:sp>
      <p:sp>
        <p:nvSpPr>
          <p:cNvPr id="826" name="b_small_bar_ellipse_3064">
            <a:extLst>
              <a:ext uri="{FF2B5EF4-FFF2-40B4-BE49-F238E27FC236}">
                <a16:creationId xmlns:a16="http://schemas.microsoft.com/office/drawing/2014/main" id="{DE828C40-F954-4689-9EC0-B824594D2214}"/>
              </a:ext>
            </a:extLst>
          </p:cNvPr>
          <p:cNvSpPr>
            <a:spLocks noGrp="1"/>
          </p:cNvSpPr>
          <p:nvPr/>
        </p:nvSpPr>
        <p:spPr>
          <a:xfrm>
            <a:off x="4832474" y="3241362"/>
            <a:ext cx="45341" cy="45341"/>
          </a:xfrm>
          <a:prstGeom prst="ellipse">
            <a:avLst/>
          </a:prstGeom>
          <a:solidFill>
            <a:srgbClr val="7D8990">
              <a:alpha val="40000"/>
            </a:srgbClr>
          </a:solidFill>
          <a:ln w="0">
            <a:noFill/>
            <a:prstDash val="solid"/>
          </a:ln>
        </p:spPr>
      </p:sp>
      <p:sp>
        <p:nvSpPr>
          <p:cNvPr id="827" name="b_small_bar_ellipse_3065">
            <a:extLst>
              <a:ext uri="{FF2B5EF4-FFF2-40B4-BE49-F238E27FC236}">
                <a16:creationId xmlns:a16="http://schemas.microsoft.com/office/drawing/2014/main" id="{5CD31562-E965-41CE-8316-942B2E1A5E8D}"/>
              </a:ext>
            </a:extLst>
          </p:cNvPr>
          <p:cNvSpPr>
            <a:spLocks noGrp="1"/>
          </p:cNvSpPr>
          <p:nvPr/>
        </p:nvSpPr>
        <p:spPr>
          <a:xfrm>
            <a:off x="4886268" y="3611958"/>
            <a:ext cx="45341" cy="45341"/>
          </a:xfrm>
          <a:prstGeom prst="ellipse">
            <a:avLst/>
          </a:prstGeom>
          <a:solidFill>
            <a:srgbClr val="7D8990">
              <a:alpha val="40000"/>
            </a:srgbClr>
          </a:solidFill>
          <a:ln w="0">
            <a:noFill/>
            <a:prstDash val="solid"/>
          </a:ln>
        </p:spPr>
      </p:sp>
      <p:sp>
        <p:nvSpPr>
          <p:cNvPr id="828" name="b_small_bar_ellipse_3066">
            <a:extLst>
              <a:ext uri="{FF2B5EF4-FFF2-40B4-BE49-F238E27FC236}">
                <a16:creationId xmlns:a16="http://schemas.microsoft.com/office/drawing/2014/main" id="{FD4C212D-F5E6-4AC4-A2B5-83926C1C3C29}"/>
              </a:ext>
            </a:extLst>
          </p:cNvPr>
          <p:cNvSpPr>
            <a:spLocks noGrp="1"/>
          </p:cNvSpPr>
          <p:nvPr/>
        </p:nvSpPr>
        <p:spPr>
          <a:xfrm>
            <a:off x="4963529" y="3849372"/>
            <a:ext cx="45341" cy="45341"/>
          </a:xfrm>
          <a:prstGeom prst="ellipse">
            <a:avLst/>
          </a:prstGeom>
          <a:solidFill>
            <a:srgbClr val="7D8990">
              <a:alpha val="40000"/>
            </a:srgbClr>
          </a:solidFill>
          <a:ln w="0">
            <a:noFill/>
            <a:prstDash val="solid"/>
          </a:ln>
        </p:spPr>
      </p:sp>
      <p:sp>
        <p:nvSpPr>
          <p:cNvPr id="829" name="b_small_bar_ellipse_3067">
            <a:extLst>
              <a:ext uri="{FF2B5EF4-FFF2-40B4-BE49-F238E27FC236}">
                <a16:creationId xmlns:a16="http://schemas.microsoft.com/office/drawing/2014/main" id="{E31D0A1D-AFFA-4595-AED7-662A3FA67443}"/>
              </a:ext>
            </a:extLst>
          </p:cNvPr>
          <p:cNvSpPr>
            <a:spLocks noGrp="1"/>
          </p:cNvSpPr>
          <p:nvPr/>
        </p:nvSpPr>
        <p:spPr>
          <a:xfrm>
            <a:off x="4958453" y="2025341"/>
            <a:ext cx="45341" cy="45341"/>
          </a:xfrm>
          <a:prstGeom prst="ellipse">
            <a:avLst/>
          </a:prstGeom>
          <a:solidFill>
            <a:srgbClr val="7D8990">
              <a:alpha val="40000"/>
            </a:srgbClr>
          </a:solidFill>
          <a:ln w="0">
            <a:noFill/>
            <a:prstDash val="solid"/>
          </a:ln>
        </p:spPr>
      </p:sp>
      <p:sp>
        <p:nvSpPr>
          <p:cNvPr id="830" name="b_small_bar_ellipse_3068">
            <a:extLst>
              <a:ext uri="{FF2B5EF4-FFF2-40B4-BE49-F238E27FC236}">
                <a16:creationId xmlns:a16="http://schemas.microsoft.com/office/drawing/2014/main" id="{800334D0-EF43-4403-9C18-104110DB7054}"/>
              </a:ext>
            </a:extLst>
          </p:cNvPr>
          <p:cNvSpPr>
            <a:spLocks noGrp="1"/>
          </p:cNvSpPr>
          <p:nvPr/>
        </p:nvSpPr>
        <p:spPr>
          <a:xfrm>
            <a:off x="4936563" y="4379432"/>
            <a:ext cx="45341" cy="45341"/>
          </a:xfrm>
          <a:prstGeom prst="ellipse">
            <a:avLst/>
          </a:prstGeom>
          <a:solidFill>
            <a:srgbClr val="7D8990">
              <a:alpha val="40000"/>
            </a:srgbClr>
          </a:solidFill>
          <a:ln w="0">
            <a:noFill/>
            <a:prstDash val="solid"/>
          </a:ln>
        </p:spPr>
      </p:sp>
      <p:sp>
        <p:nvSpPr>
          <p:cNvPr id="831" name="b_small_bar_ellipse_3069">
            <a:extLst>
              <a:ext uri="{FF2B5EF4-FFF2-40B4-BE49-F238E27FC236}">
                <a16:creationId xmlns:a16="http://schemas.microsoft.com/office/drawing/2014/main" id="{EE45CEFD-9226-43AF-BB3C-7619EC9093EA}"/>
              </a:ext>
            </a:extLst>
          </p:cNvPr>
          <p:cNvSpPr>
            <a:spLocks noGrp="1"/>
          </p:cNvSpPr>
          <p:nvPr/>
        </p:nvSpPr>
        <p:spPr>
          <a:xfrm>
            <a:off x="4978490" y="2638733"/>
            <a:ext cx="45341" cy="45341"/>
          </a:xfrm>
          <a:prstGeom prst="ellipse">
            <a:avLst/>
          </a:prstGeom>
          <a:solidFill>
            <a:srgbClr val="7D8990">
              <a:alpha val="40000"/>
            </a:srgbClr>
          </a:solidFill>
          <a:ln w="0">
            <a:noFill/>
            <a:prstDash val="solid"/>
          </a:ln>
        </p:spPr>
      </p:sp>
      <p:sp>
        <p:nvSpPr>
          <p:cNvPr id="832" name="b_small_bar_ellipse_3070">
            <a:extLst>
              <a:ext uri="{FF2B5EF4-FFF2-40B4-BE49-F238E27FC236}">
                <a16:creationId xmlns:a16="http://schemas.microsoft.com/office/drawing/2014/main" id="{FD96A5CB-06E5-4C34-86E9-405EFB785153}"/>
              </a:ext>
            </a:extLst>
          </p:cNvPr>
          <p:cNvSpPr>
            <a:spLocks noGrp="1"/>
          </p:cNvSpPr>
          <p:nvPr/>
        </p:nvSpPr>
        <p:spPr>
          <a:xfrm>
            <a:off x="4804908" y="4457382"/>
            <a:ext cx="45341" cy="45341"/>
          </a:xfrm>
          <a:prstGeom prst="ellipse">
            <a:avLst/>
          </a:prstGeom>
          <a:solidFill>
            <a:srgbClr val="7D8990">
              <a:alpha val="40000"/>
            </a:srgbClr>
          </a:solidFill>
          <a:ln w="0">
            <a:noFill/>
            <a:prstDash val="solid"/>
          </a:ln>
        </p:spPr>
      </p:sp>
      <p:sp>
        <p:nvSpPr>
          <p:cNvPr id="833" name="b_small_bar_ellipse_3071">
            <a:extLst>
              <a:ext uri="{FF2B5EF4-FFF2-40B4-BE49-F238E27FC236}">
                <a16:creationId xmlns:a16="http://schemas.microsoft.com/office/drawing/2014/main" id="{A6D8AC2D-3171-4C08-AEA3-E68AD1D9A951}"/>
              </a:ext>
            </a:extLst>
          </p:cNvPr>
          <p:cNvSpPr>
            <a:spLocks noGrp="1"/>
          </p:cNvSpPr>
          <p:nvPr/>
        </p:nvSpPr>
        <p:spPr>
          <a:xfrm>
            <a:off x="4896921" y="4457382"/>
            <a:ext cx="45341" cy="45341"/>
          </a:xfrm>
          <a:prstGeom prst="ellipse">
            <a:avLst/>
          </a:prstGeom>
          <a:solidFill>
            <a:srgbClr val="7D8990">
              <a:alpha val="40000"/>
            </a:srgbClr>
          </a:solidFill>
          <a:ln w="0">
            <a:noFill/>
            <a:prstDash val="solid"/>
          </a:ln>
        </p:spPr>
      </p:sp>
      <p:sp>
        <p:nvSpPr>
          <p:cNvPr id="834" name="b_small_bar_ellipse_3072">
            <a:extLst>
              <a:ext uri="{FF2B5EF4-FFF2-40B4-BE49-F238E27FC236}">
                <a16:creationId xmlns:a16="http://schemas.microsoft.com/office/drawing/2014/main" id="{1E32DEC3-ECE8-48A8-BAB0-8972C712CA01}"/>
              </a:ext>
            </a:extLst>
          </p:cNvPr>
          <p:cNvSpPr>
            <a:spLocks noGrp="1"/>
          </p:cNvSpPr>
          <p:nvPr/>
        </p:nvSpPr>
        <p:spPr>
          <a:xfrm>
            <a:off x="4880806" y="4457382"/>
            <a:ext cx="45341" cy="45341"/>
          </a:xfrm>
          <a:prstGeom prst="ellipse">
            <a:avLst/>
          </a:prstGeom>
          <a:solidFill>
            <a:srgbClr val="7D8990">
              <a:alpha val="40000"/>
            </a:srgbClr>
          </a:solidFill>
          <a:ln w="0">
            <a:noFill/>
            <a:prstDash val="solid"/>
          </a:ln>
        </p:spPr>
      </p:sp>
      <p:sp>
        <p:nvSpPr>
          <p:cNvPr id="835" name="b_small_bar_ellipse_3073">
            <a:extLst>
              <a:ext uri="{FF2B5EF4-FFF2-40B4-BE49-F238E27FC236}">
                <a16:creationId xmlns:a16="http://schemas.microsoft.com/office/drawing/2014/main" id="{0C2973C7-8A68-4805-B7CC-E7D4AE42104B}"/>
              </a:ext>
            </a:extLst>
          </p:cNvPr>
          <p:cNvSpPr>
            <a:spLocks noGrp="1"/>
          </p:cNvSpPr>
          <p:nvPr/>
        </p:nvSpPr>
        <p:spPr>
          <a:xfrm>
            <a:off x="4981754" y="3849372"/>
            <a:ext cx="45341" cy="45341"/>
          </a:xfrm>
          <a:prstGeom prst="ellipse">
            <a:avLst/>
          </a:prstGeom>
          <a:solidFill>
            <a:srgbClr val="7D8990">
              <a:alpha val="40000"/>
            </a:srgbClr>
          </a:solidFill>
          <a:ln w="0">
            <a:noFill/>
            <a:prstDash val="solid"/>
          </a:ln>
        </p:spPr>
      </p:sp>
      <p:sp>
        <p:nvSpPr>
          <p:cNvPr id="836" name="b_small_bar_ellipse_3074">
            <a:extLst>
              <a:ext uri="{FF2B5EF4-FFF2-40B4-BE49-F238E27FC236}">
                <a16:creationId xmlns:a16="http://schemas.microsoft.com/office/drawing/2014/main" id="{8B6321A2-0D34-4586-B52A-FBDAC62619C2}"/>
              </a:ext>
            </a:extLst>
          </p:cNvPr>
          <p:cNvSpPr>
            <a:spLocks noGrp="1"/>
          </p:cNvSpPr>
          <p:nvPr/>
        </p:nvSpPr>
        <p:spPr>
          <a:xfrm>
            <a:off x="4791938" y="4109948"/>
            <a:ext cx="45341" cy="45341"/>
          </a:xfrm>
          <a:prstGeom prst="ellipse">
            <a:avLst/>
          </a:prstGeom>
          <a:solidFill>
            <a:srgbClr val="7D8990">
              <a:alpha val="40000"/>
            </a:srgbClr>
          </a:solidFill>
          <a:ln w="0">
            <a:noFill/>
            <a:prstDash val="solid"/>
          </a:ln>
        </p:spPr>
      </p:sp>
      <p:sp>
        <p:nvSpPr>
          <p:cNvPr id="837" name="b_small_bar_ellipse_3075">
            <a:extLst>
              <a:ext uri="{FF2B5EF4-FFF2-40B4-BE49-F238E27FC236}">
                <a16:creationId xmlns:a16="http://schemas.microsoft.com/office/drawing/2014/main" id="{128AD32C-6FDE-4B24-A38A-41E9852C6538}"/>
              </a:ext>
            </a:extLst>
          </p:cNvPr>
          <p:cNvSpPr>
            <a:spLocks noGrp="1"/>
          </p:cNvSpPr>
          <p:nvPr/>
        </p:nvSpPr>
        <p:spPr>
          <a:xfrm>
            <a:off x="4907872" y="3124826"/>
            <a:ext cx="45341" cy="45341"/>
          </a:xfrm>
          <a:prstGeom prst="ellipse">
            <a:avLst/>
          </a:prstGeom>
          <a:solidFill>
            <a:srgbClr val="7D8990">
              <a:alpha val="40000"/>
            </a:srgbClr>
          </a:solidFill>
          <a:ln w="0">
            <a:noFill/>
            <a:prstDash val="solid"/>
          </a:ln>
        </p:spPr>
      </p:sp>
      <p:sp>
        <p:nvSpPr>
          <p:cNvPr id="838" name="b_small_bar_ellipse_3076">
            <a:extLst>
              <a:ext uri="{FF2B5EF4-FFF2-40B4-BE49-F238E27FC236}">
                <a16:creationId xmlns:a16="http://schemas.microsoft.com/office/drawing/2014/main" id="{4AA55D51-9668-4489-AAB2-3631FBEDEEFD}"/>
              </a:ext>
            </a:extLst>
          </p:cNvPr>
          <p:cNvSpPr>
            <a:spLocks noGrp="1"/>
          </p:cNvSpPr>
          <p:nvPr/>
        </p:nvSpPr>
        <p:spPr>
          <a:xfrm>
            <a:off x="4898860" y="4052042"/>
            <a:ext cx="45341" cy="45341"/>
          </a:xfrm>
          <a:prstGeom prst="ellipse">
            <a:avLst/>
          </a:prstGeom>
          <a:solidFill>
            <a:srgbClr val="7D8990">
              <a:alpha val="40000"/>
            </a:srgbClr>
          </a:solidFill>
          <a:ln w="0">
            <a:noFill/>
            <a:prstDash val="solid"/>
          </a:ln>
        </p:spPr>
      </p:sp>
      <p:sp>
        <p:nvSpPr>
          <p:cNvPr id="839" name="b_small_bar_ellipse_3077">
            <a:extLst>
              <a:ext uri="{FF2B5EF4-FFF2-40B4-BE49-F238E27FC236}">
                <a16:creationId xmlns:a16="http://schemas.microsoft.com/office/drawing/2014/main" id="{B088CD23-E402-4615-A0D8-D8293D818233}"/>
              </a:ext>
            </a:extLst>
          </p:cNvPr>
          <p:cNvSpPr>
            <a:spLocks noGrp="1"/>
          </p:cNvSpPr>
          <p:nvPr/>
        </p:nvSpPr>
        <p:spPr>
          <a:xfrm>
            <a:off x="4892132" y="2025341"/>
            <a:ext cx="45341" cy="45341"/>
          </a:xfrm>
          <a:prstGeom prst="ellipse">
            <a:avLst/>
          </a:prstGeom>
          <a:solidFill>
            <a:srgbClr val="7D8990">
              <a:alpha val="40000"/>
            </a:srgbClr>
          </a:solidFill>
          <a:ln w="0">
            <a:noFill/>
            <a:prstDash val="solid"/>
          </a:ln>
        </p:spPr>
      </p:sp>
      <p:sp>
        <p:nvSpPr>
          <p:cNvPr id="840" name="b_small_bar_ellipse_3078">
            <a:extLst>
              <a:ext uri="{FF2B5EF4-FFF2-40B4-BE49-F238E27FC236}">
                <a16:creationId xmlns:a16="http://schemas.microsoft.com/office/drawing/2014/main" id="{F537F468-5AA9-4B75-BF83-24DD44258FCC}"/>
              </a:ext>
            </a:extLst>
          </p:cNvPr>
          <p:cNvSpPr>
            <a:spLocks noGrp="1"/>
          </p:cNvSpPr>
          <p:nvPr/>
        </p:nvSpPr>
        <p:spPr>
          <a:xfrm>
            <a:off x="4901102" y="2025341"/>
            <a:ext cx="45341" cy="45341"/>
          </a:xfrm>
          <a:prstGeom prst="ellipse">
            <a:avLst/>
          </a:prstGeom>
          <a:solidFill>
            <a:srgbClr val="7D8990">
              <a:alpha val="40000"/>
            </a:srgbClr>
          </a:solidFill>
          <a:ln w="0">
            <a:noFill/>
            <a:prstDash val="solid"/>
          </a:ln>
        </p:spPr>
      </p:sp>
      <p:sp>
        <p:nvSpPr>
          <p:cNvPr id="841" name="b_small_bar_ellipse_3079">
            <a:extLst>
              <a:ext uri="{FF2B5EF4-FFF2-40B4-BE49-F238E27FC236}">
                <a16:creationId xmlns:a16="http://schemas.microsoft.com/office/drawing/2014/main" id="{2848343D-0084-453A-9A61-88AF894A4BF7}"/>
              </a:ext>
            </a:extLst>
          </p:cNvPr>
          <p:cNvSpPr>
            <a:spLocks noGrp="1"/>
          </p:cNvSpPr>
          <p:nvPr/>
        </p:nvSpPr>
        <p:spPr>
          <a:xfrm>
            <a:off x="4954915" y="3280567"/>
            <a:ext cx="45341" cy="45341"/>
          </a:xfrm>
          <a:prstGeom prst="ellipse">
            <a:avLst/>
          </a:prstGeom>
          <a:solidFill>
            <a:srgbClr val="7D8990">
              <a:alpha val="40000"/>
            </a:srgbClr>
          </a:solidFill>
          <a:ln w="0">
            <a:noFill/>
            <a:prstDash val="solid"/>
          </a:ln>
        </p:spPr>
      </p:sp>
      <p:sp>
        <p:nvSpPr>
          <p:cNvPr id="842" name="b_small_bar_ellipse_3080">
            <a:extLst>
              <a:ext uri="{FF2B5EF4-FFF2-40B4-BE49-F238E27FC236}">
                <a16:creationId xmlns:a16="http://schemas.microsoft.com/office/drawing/2014/main" id="{A06296F7-AE1F-4A38-8F28-37D58AFEEFF2}"/>
              </a:ext>
            </a:extLst>
          </p:cNvPr>
          <p:cNvSpPr>
            <a:spLocks noGrp="1"/>
          </p:cNvSpPr>
          <p:nvPr/>
        </p:nvSpPr>
        <p:spPr>
          <a:xfrm>
            <a:off x="4936923" y="4457382"/>
            <a:ext cx="45341" cy="45341"/>
          </a:xfrm>
          <a:prstGeom prst="ellipse">
            <a:avLst/>
          </a:prstGeom>
          <a:solidFill>
            <a:srgbClr val="7D8990">
              <a:alpha val="40000"/>
            </a:srgbClr>
          </a:solidFill>
          <a:ln w="0">
            <a:noFill/>
            <a:prstDash val="solid"/>
          </a:ln>
        </p:spPr>
      </p:sp>
      <p:sp>
        <p:nvSpPr>
          <p:cNvPr id="843" name="b_small_bar_ellipse_3081">
            <a:extLst>
              <a:ext uri="{FF2B5EF4-FFF2-40B4-BE49-F238E27FC236}">
                <a16:creationId xmlns:a16="http://schemas.microsoft.com/office/drawing/2014/main" id="{294C8042-7483-40B2-98E6-E1BA8C208BBB}"/>
              </a:ext>
            </a:extLst>
          </p:cNvPr>
          <p:cNvSpPr>
            <a:spLocks noGrp="1"/>
          </p:cNvSpPr>
          <p:nvPr/>
        </p:nvSpPr>
        <p:spPr>
          <a:xfrm>
            <a:off x="4829783" y="2633351"/>
            <a:ext cx="45341" cy="45341"/>
          </a:xfrm>
          <a:prstGeom prst="ellipse">
            <a:avLst/>
          </a:prstGeom>
          <a:solidFill>
            <a:srgbClr val="7D8990">
              <a:alpha val="40000"/>
            </a:srgbClr>
          </a:solidFill>
          <a:ln w="0">
            <a:noFill/>
            <a:prstDash val="solid"/>
          </a:ln>
        </p:spPr>
      </p:sp>
      <p:sp>
        <p:nvSpPr>
          <p:cNvPr id="844" name="b_small_bar_ellipse_3082">
            <a:extLst>
              <a:ext uri="{FF2B5EF4-FFF2-40B4-BE49-F238E27FC236}">
                <a16:creationId xmlns:a16="http://schemas.microsoft.com/office/drawing/2014/main" id="{47CC3A3D-633E-473B-81CE-995AF2C0D41E}"/>
              </a:ext>
            </a:extLst>
          </p:cNvPr>
          <p:cNvSpPr>
            <a:spLocks noGrp="1"/>
          </p:cNvSpPr>
          <p:nvPr/>
        </p:nvSpPr>
        <p:spPr>
          <a:xfrm>
            <a:off x="4941813" y="4457382"/>
            <a:ext cx="45341" cy="45341"/>
          </a:xfrm>
          <a:prstGeom prst="ellipse">
            <a:avLst/>
          </a:prstGeom>
          <a:solidFill>
            <a:srgbClr val="7D8990">
              <a:alpha val="40000"/>
            </a:srgbClr>
          </a:solidFill>
          <a:ln w="0">
            <a:noFill/>
            <a:prstDash val="solid"/>
          </a:ln>
        </p:spPr>
      </p:sp>
      <p:sp>
        <p:nvSpPr>
          <p:cNvPr id="845" name="b_small_bar_ellipse_3083">
            <a:extLst>
              <a:ext uri="{FF2B5EF4-FFF2-40B4-BE49-F238E27FC236}">
                <a16:creationId xmlns:a16="http://schemas.microsoft.com/office/drawing/2014/main" id="{C7721546-43EE-4268-9B2B-E0EDF8542E53}"/>
              </a:ext>
            </a:extLst>
          </p:cNvPr>
          <p:cNvSpPr>
            <a:spLocks noGrp="1"/>
          </p:cNvSpPr>
          <p:nvPr/>
        </p:nvSpPr>
        <p:spPr>
          <a:xfrm>
            <a:off x="4887072" y="2025341"/>
            <a:ext cx="45341" cy="45341"/>
          </a:xfrm>
          <a:prstGeom prst="ellipse">
            <a:avLst/>
          </a:prstGeom>
          <a:solidFill>
            <a:srgbClr val="7D8990">
              <a:alpha val="40000"/>
            </a:srgbClr>
          </a:solidFill>
          <a:ln w="0">
            <a:noFill/>
            <a:prstDash val="solid"/>
          </a:ln>
        </p:spPr>
      </p:sp>
      <p:sp>
        <p:nvSpPr>
          <p:cNvPr id="846" name="b_small_bar_ellipse_3084">
            <a:extLst>
              <a:ext uri="{FF2B5EF4-FFF2-40B4-BE49-F238E27FC236}">
                <a16:creationId xmlns:a16="http://schemas.microsoft.com/office/drawing/2014/main" id="{39D6EF98-4A42-4380-A6D2-B9CD870D7A38}"/>
              </a:ext>
            </a:extLst>
          </p:cNvPr>
          <p:cNvSpPr>
            <a:spLocks noGrp="1"/>
          </p:cNvSpPr>
          <p:nvPr/>
        </p:nvSpPr>
        <p:spPr>
          <a:xfrm>
            <a:off x="4852990" y="4457382"/>
            <a:ext cx="45341" cy="45341"/>
          </a:xfrm>
          <a:prstGeom prst="ellipse">
            <a:avLst/>
          </a:prstGeom>
          <a:solidFill>
            <a:srgbClr val="7D8990">
              <a:alpha val="40000"/>
            </a:srgbClr>
          </a:solidFill>
          <a:ln w="0">
            <a:noFill/>
            <a:prstDash val="solid"/>
          </a:ln>
        </p:spPr>
      </p:sp>
      <p:sp>
        <p:nvSpPr>
          <p:cNvPr id="847" name="b_small_bar_ellipse_3085">
            <a:extLst>
              <a:ext uri="{FF2B5EF4-FFF2-40B4-BE49-F238E27FC236}">
                <a16:creationId xmlns:a16="http://schemas.microsoft.com/office/drawing/2014/main" id="{EBA11BC7-24D7-471A-9116-6EE51A736BD7}"/>
              </a:ext>
            </a:extLst>
          </p:cNvPr>
          <p:cNvSpPr>
            <a:spLocks noGrp="1"/>
          </p:cNvSpPr>
          <p:nvPr/>
        </p:nvSpPr>
        <p:spPr>
          <a:xfrm>
            <a:off x="4899783" y="4356047"/>
            <a:ext cx="45341" cy="45341"/>
          </a:xfrm>
          <a:prstGeom prst="ellipse">
            <a:avLst/>
          </a:prstGeom>
          <a:solidFill>
            <a:srgbClr val="7D8990">
              <a:alpha val="40000"/>
            </a:srgbClr>
          </a:solidFill>
          <a:ln w="0">
            <a:noFill/>
            <a:prstDash val="solid"/>
          </a:ln>
        </p:spPr>
      </p:sp>
      <p:sp>
        <p:nvSpPr>
          <p:cNvPr id="848" name="b_small_bar_ellipse_3086">
            <a:extLst>
              <a:ext uri="{FF2B5EF4-FFF2-40B4-BE49-F238E27FC236}">
                <a16:creationId xmlns:a16="http://schemas.microsoft.com/office/drawing/2014/main" id="{D8163830-D3DD-4D9E-B7FB-119AAAD0A69D}"/>
              </a:ext>
            </a:extLst>
          </p:cNvPr>
          <p:cNvSpPr>
            <a:spLocks noGrp="1"/>
          </p:cNvSpPr>
          <p:nvPr/>
        </p:nvSpPr>
        <p:spPr>
          <a:xfrm>
            <a:off x="4830732" y="2025341"/>
            <a:ext cx="45341" cy="45341"/>
          </a:xfrm>
          <a:prstGeom prst="ellipse">
            <a:avLst/>
          </a:prstGeom>
          <a:solidFill>
            <a:srgbClr val="7D8990">
              <a:alpha val="40000"/>
            </a:srgbClr>
          </a:solidFill>
          <a:ln w="0">
            <a:noFill/>
            <a:prstDash val="solid"/>
          </a:ln>
        </p:spPr>
      </p:sp>
      <p:sp>
        <p:nvSpPr>
          <p:cNvPr id="849" name="b_small_bar_ellipse_3087">
            <a:extLst>
              <a:ext uri="{FF2B5EF4-FFF2-40B4-BE49-F238E27FC236}">
                <a16:creationId xmlns:a16="http://schemas.microsoft.com/office/drawing/2014/main" id="{5D4BD630-CE39-46F6-AF33-82DED9EE02F7}"/>
              </a:ext>
            </a:extLst>
          </p:cNvPr>
          <p:cNvSpPr>
            <a:spLocks noGrp="1"/>
          </p:cNvSpPr>
          <p:nvPr/>
        </p:nvSpPr>
        <p:spPr>
          <a:xfrm>
            <a:off x="4847931" y="2025341"/>
            <a:ext cx="45341" cy="45341"/>
          </a:xfrm>
          <a:prstGeom prst="ellipse">
            <a:avLst/>
          </a:prstGeom>
          <a:solidFill>
            <a:srgbClr val="7D8990">
              <a:alpha val="40000"/>
            </a:srgbClr>
          </a:solidFill>
          <a:ln w="0">
            <a:noFill/>
            <a:prstDash val="solid"/>
          </a:ln>
        </p:spPr>
      </p:sp>
      <p:sp>
        <p:nvSpPr>
          <p:cNvPr id="850" name="b_small_bar_ellipse_3088">
            <a:extLst>
              <a:ext uri="{FF2B5EF4-FFF2-40B4-BE49-F238E27FC236}">
                <a16:creationId xmlns:a16="http://schemas.microsoft.com/office/drawing/2014/main" id="{ACBD5412-C575-418D-A8D7-E3723197BC2F}"/>
              </a:ext>
            </a:extLst>
          </p:cNvPr>
          <p:cNvSpPr>
            <a:spLocks noGrp="1"/>
          </p:cNvSpPr>
          <p:nvPr/>
        </p:nvSpPr>
        <p:spPr>
          <a:xfrm>
            <a:off x="4988800" y="4168888"/>
            <a:ext cx="45341" cy="45341"/>
          </a:xfrm>
          <a:prstGeom prst="ellipse">
            <a:avLst/>
          </a:prstGeom>
          <a:solidFill>
            <a:srgbClr val="7D8990">
              <a:alpha val="40000"/>
            </a:srgbClr>
          </a:solidFill>
          <a:ln w="0">
            <a:noFill/>
            <a:prstDash val="solid"/>
          </a:ln>
        </p:spPr>
      </p:sp>
      <p:sp>
        <p:nvSpPr>
          <p:cNvPr id="851" name="b_small_bar_ellipse_3089">
            <a:extLst>
              <a:ext uri="{FF2B5EF4-FFF2-40B4-BE49-F238E27FC236}">
                <a16:creationId xmlns:a16="http://schemas.microsoft.com/office/drawing/2014/main" id="{5DCDE1FD-80EA-47DA-AD8A-25D078F35453}"/>
              </a:ext>
            </a:extLst>
          </p:cNvPr>
          <p:cNvSpPr>
            <a:spLocks noGrp="1"/>
          </p:cNvSpPr>
          <p:nvPr/>
        </p:nvSpPr>
        <p:spPr>
          <a:xfrm>
            <a:off x="4877616" y="2025341"/>
            <a:ext cx="45341" cy="45341"/>
          </a:xfrm>
          <a:prstGeom prst="ellipse">
            <a:avLst/>
          </a:prstGeom>
          <a:solidFill>
            <a:srgbClr val="7D8990">
              <a:alpha val="40000"/>
            </a:srgbClr>
          </a:solidFill>
          <a:ln w="0">
            <a:noFill/>
            <a:prstDash val="solid"/>
          </a:ln>
        </p:spPr>
      </p:sp>
      <p:sp>
        <p:nvSpPr>
          <p:cNvPr id="852" name="b_small_bar_ellipse_3090">
            <a:extLst>
              <a:ext uri="{FF2B5EF4-FFF2-40B4-BE49-F238E27FC236}">
                <a16:creationId xmlns:a16="http://schemas.microsoft.com/office/drawing/2014/main" id="{CDDFBAD8-7488-491E-B6B2-EF4D7274642F}"/>
              </a:ext>
            </a:extLst>
          </p:cNvPr>
          <p:cNvSpPr>
            <a:spLocks noGrp="1"/>
          </p:cNvSpPr>
          <p:nvPr/>
        </p:nvSpPr>
        <p:spPr>
          <a:xfrm>
            <a:off x="4869919" y="2025341"/>
            <a:ext cx="45341" cy="45341"/>
          </a:xfrm>
          <a:prstGeom prst="ellipse">
            <a:avLst/>
          </a:prstGeom>
          <a:solidFill>
            <a:srgbClr val="7D8990">
              <a:alpha val="40000"/>
            </a:srgbClr>
          </a:solidFill>
          <a:ln w="0">
            <a:noFill/>
            <a:prstDash val="solid"/>
          </a:ln>
        </p:spPr>
      </p:sp>
      <p:sp>
        <p:nvSpPr>
          <p:cNvPr id="853" name="b_small_bar_ellipse_3091">
            <a:extLst>
              <a:ext uri="{FF2B5EF4-FFF2-40B4-BE49-F238E27FC236}">
                <a16:creationId xmlns:a16="http://schemas.microsoft.com/office/drawing/2014/main" id="{33EAD69C-035B-43F9-B642-C566C6B3A960}"/>
              </a:ext>
            </a:extLst>
          </p:cNvPr>
          <p:cNvSpPr>
            <a:spLocks noGrp="1"/>
          </p:cNvSpPr>
          <p:nvPr/>
        </p:nvSpPr>
        <p:spPr>
          <a:xfrm>
            <a:off x="4798105" y="2025341"/>
            <a:ext cx="45341" cy="45341"/>
          </a:xfrm>
          <a:prstGeom prst="ellipse">
            <a:avLst/>
          </a:prstGeom>
          <a:solidFill>
            <a:srgbClr val="7D8990">
              <a:alpha val="40000"/>
            </a:srgbClr>
          </a:solidFill>
          <a:ln w="0">
            <a:noFill/>
            <a:prstDash val="solid"/>
          </a:ln>
        </p:spPr>
      </p:sp>
      <p:sp>
        <p:nvSpPr>
          <p:cNvPr id="854" name="b_small_bar_ellipse_3092">
            <a:extLst>
              <a:ext uri="{FF2B5EF4-FFF2-40B4-BE49-F238E27FC236}">
                <a16:creationId xmlns:a16="http://schemas.microsoft.com/office/drawing/2014/main" id="{21E701AA-2E8F-4D6E-BEFD-0527AB94DE22}"/>
              </a:ext>
            </a:extLst>
          </p:cNvPr>
          <p:cNvSpPr>
            <a:spLocks noGrp="1"/>
          </p:cNvSpPr>
          <p:nvPr/>
        </p:nvSpPr>
        <p:spPr>
          <a:xfrm>
            <a:off x="4992986" y="4457382"/>
            <a:ext cx="45341" cy="45341"/>
          </a:xfrm>
          <a:prstGeom prst="ellipse">
            <a:avLst/>
          </a:prstGeom>
          <a:solidFill>
            <a:srgbClr val="7D8990">
              <a:alpha val="40000"/>
            </a:srgbClr>
          </a:solidFill>
          <a:ln w="0">
            <a:noFill/>
            <a:prstDash val="solid"/>
          </a:ln>
        </p:spPr>
      </p:sp>
      <p:sp>
        <p:nvSpPr>
          <p:cNvPr id="855" name="b_small_bar_ellipse_3093">
            <a:extLst>
              <a:ext uri="{FF2B5EF4-FFF2-40B4-BE49-F238E27FC236}">
                <a16:creationId xmlns:a16="http://schemas.microsoft.com/office/drawing/2014/main" id="{CB9966FF-BF15-4CCB-8521-0EBA47A936D2}"/>
              </a:ext>
            </a:extLst>
          </p:cNvPr>
          <p:cNvSpPr>
            <a:spLocks noGrp="1"/>
          </p:cNvSpPr>
          <p:nvPr/>
        </p:nvSpPr>
        <p:spPr>
          <a:xfrm>
            <a:off x="4958089" y="4457382"/>
            <a:ext cx="45341" cy="45341"/>
          </a:xfrm>
          <a:prstGeom prst="ellipse">
            <a:avLst/>
          </a:prstGeom>
          <a:solidFill>
            <a:srgbClr val="7D8990">
              <a:alpha val="40000"/>
            </a:srgbClr>
          </a:solidFill>
          <a:ln w="0">
            <a:noFill/>
            <a:prstDash val="solid"/>
          </a:ln>
        </p:spPr>
      </p:sp>
      <p:sp>
        <p:nvSpPr>
          <p:cNvPr id="856" name="b_small_bar_ellipse_3094">
            <a:extLst>
              <a:ext uri="{FF2B5EF4-FFF2-40B4-BE49-F238E27FC236}">
                <a16:creationId xmlns:a16="http://schemas.microsoft.com/office/drawing/2014/main" id="{50BA98E2-3BB3-43CA-AE95-654CB8832583}"/>
              </a:ext>
            </a:extLst>
          </p:cNvPr>
          <p:cNvSpPr>
            <a:spLocks noGrp="1"/>
          </p:cNvSpPr>
          <p:nvPr/>
        </p:nvSpPr>
        <p:spPr>
          <a:xfrm>
            <a:off x="4995884" y="2025341"/>
            <a:ext cx="45341" cy="45341"/>
          </a:xfrm>
          <a:prstGeom prst="ellipse">
            <a:avLst/>
          </a:prstGeom>
          <a:solidFill>
            <a:srgbClr val="7D8990">
              <a:alpha val="40000"/>
            </a:srgbClr>
          </a:solidFill>
          <a:ln w="0">
            <a:noFill/>
            <a:prstDash val="solid"/>
          </a:ln>
        </p:spPr>
      </p:sp>
      <p:sp>
        <p:nvSpPr>
          <p:cNvPr id="857" name="b_small_bar_ellipse_3095">
            <a:extLst>
              <a:ext uri="{FF2B5EF4-FFF2-40B4-BE49-F238E27FC236}">
                <a16:creationId xmlns:a16="http://schemas.microsoft.com/office/drawing/2014/main" id="{E45F40DC-4371-4FCC-A8BE-31CD6C6C1CF3}"/>
              </a:ext>
            </a:extLst>
          </p:cNvPr>
          <p:cNvSpPr>
            <a:spLocks noGrp="1"/>
          </p:cNvSpPr>
          <p:nvPr/>
        </p:nvSpPr>
        <p:spPr>
          <a:xfrm>
            <a:off x="4950645" y="3779359"/>
            <a:ext cx="45341" cy="45341"/>
          </a:xfrm>
          <a:prstGeom prst="ellipse">
            <a:avLst/>
          </a:prstGeom>
          <a:solidFill>
            <a:srgbClr val="7D8990">
              <a:alpha val="40000"/>
            </a:srgbClr>
          </a:solidFill>
          <a:ln w="0">
            <a:noFill/>
            <a:prstDash val="solid"/>
          </a:ln>
        </p:spPr>
      </p:sp>
      <p:sp>
        <p:nvSpPr>
          <p:cNvPr id="858" name="b_small_bar_ellipse_3096">
            <a:extLst>
              <a:ext uri="{FF2B5EF4-FFF2-40B4-BE49-F238E27FC236}">
                <a16:creationId xmlns:a16="http://schemas.microsoft.com/office/drawing/2014/main" id="{4A357F5A-0B79-4B71-8039-F0D1326CA8B2}"/>
              </a:ext>
            </a:extLst>
          </p:cNvPr>
          <p:cNvSpPr>
            <a:spLocks noGrp="1"/>
          </p:cNvSpPr>
          <p:nvPr/>
        </p:nvSpPr>
        <p:spPr>
          <a:xfrm>
            <a:off x="4801560" y="4322269"/>
            <a:ext cx="45341" cy="45341"/>
          </a:xfrm>
          <a:prstGeom prst="ellipse">
            <a:avLst/>
          </a:prstGeom>
          <a:solidFill>
            <a:srgbClr val="7D8990">
              <a:alpha val="40000"/>
            </a:srgbClr>
          </a:solidFill>
          <a:ln w="0">
            <a:noFill/>
            <a:prstDash val="solid"/>
          </a:ln>
        </p:spPr>
      </p:sp>
      <p:sp>
        <p:nvSpPr>
          <p:cNvPr id="859" name="b_small_bar_ellipse_3097">
            <a:extLst>
              <a:ext uri="{FF2B5EF4-FFF2-40B4-BE49-F238E27FC236}">
                <a16:creationId xmlns:a16="http://schemas.microsoft.com/office/drawing/2014/main" id="{644B1C5C-070E-4FCE-B19F-A139DB1F7492}"/>
              </a:ext>
            </a:extLst>
          </p:cNvPr>
          <p:cNvSpPr>
            <a:spLocks noGrp="1"/>
          </p:cNvSpPr>
          <p:nvPr/>
        </p:nvSpPr>
        <p:spPr>
          <a:xfrm>
            <a:off x="4860034" y="4069876"/>
            <a:ext cx="45341" cy="45341"/>
          </a:xfrm>
          <a:prstGeom prst="ellipse">
            <a:avLst/>
          </a:prstGeom>
          <a:solidFill>
            <a:srgbClr val="7D8990">
              <a:alpha val="40000"/>
            </a:srgbClr>
          </a:solidFill>
          <a:ln w="0">
            <a:noFill/>
            <a:prstDash val="solid"/>
          </a:ln>
        </p:spPr>
      </p:sp>
      <p:sp>
        <p:nvSpPr>
          <p:cNvPr id="860" name="b_small_bar_ellipse_3098">
            <a:extLst>
              <a:ext uri="{FF2B5EF4-FFF2-40B4-BE49-F238E27FC236}">
                <a16:creationId xmlns:a16="http://schemas.microsoft.com/office/drawing/2014/main" id="{D0F3FD70-B9C8-465A-8D49-6C9B757FBE98}"/>
              </a:ext>
            </a:extLst>
          </p:cNvPr>
          <p:cNvSpPr>
            <a:spLocks noGrp="1"/>
          </p:cNvSpPr>
          <p:nvPr/>
        </p:nvSpPr>
        <p:spPr>
          <a:xfrm>
            <a:off x="4837697" y="4457382"/>
            <a:ext cx="45341" cy="45341"/>
          </a:xfrm>
          <a:prstGeom prst="ellipse">
            <a:avLst/>
          </a:prstGeom>
          <a:solidFill>
            <a:srgbClr val="7D8990">
              <a:alpha val="40000"/>
            </a:srgbClr>
          </a:solidFill>
          <a:ln w="0">
            <a:noFill/>
            <a:prstDash val="solid"/>
          </a:ln>
        </p:spPr>
      </p:sp>
      <p:sp>
        <p:nvSpPr>
          <p:cNvPr id="861" name="b_small_bar_ellipse_3099">
            <a:extLst>
              <a:ext uri="{FF2B5EF4-FFF2-40B4-BE49-F238E27FC236}">
                <a16:creationId xmlns:a16="http://schemas.microsoft.com/office/drawing/2014/main" id="{635078C5-F823-4693-9E75-640A75A5164F}"/>
              </a:ext>
            </a:extLst>
          </p:cNvPr>
          <p:cNvSpPr>
            <a:spLocks noGrp="1"/>
          </p:cNvSpPr>
          <p:nvPr/>
        </p:nvSpPr>
        <p:spPr>
          <a:xfrm>
            <a:off x="4891836" y="4457382"/>
            <a:ext cx="45341" cy="45341"/>
          </a:xfrm>
          <a:prstGeom prst="ellipse">
            <a:avLst/>
          </a:prstGeom>
          <a:solidFill>
            <a:srgbClr val="7D8990">
              <a:alpha val="40000"/>
            </a:srgbClr>
          </a:solidFill>
          <a:ln w="0">
            <a:noFill/>
            <a:prstDash val="solid"/>
          </a:ln>
        </p:spPr>
      </p:sp>
      <p:sp>
        <p:nvSpPr>
          <p:cNvPr id="862" name="b_small_bar_ellipse_3100">
            <a:extLst>
              <a:ext uri="{FF2B5EF4-FFF2-40B4-BE49-F238E27FC236}">
                <a16:creationId xmlns:a16="http://schemas.microsoft.com/office/drawing/2014/main" id="{16496A50-7D62-4CE8-B6E5-0CA6711ADFDE}"/>
              </a:ext>
            </a:extLst>
          </p:cNvPr>
          <p:cNvSpPr>
            <a:spLocks noGrp="1"/>
          </p:cNvSpPr>
          <p:nvPr/>
        </p:nvSpPr>
        <p:spPr>
          <a:xfrm>
            <a:off x="4932861" y="2129636"/>
            <a:ext cx="45341" cy="45341"/>
          </a:xfrm>
          <a:prstGeom prst="ellipse">
            <a:avLst/>
          </a:prstGeom>
          <a:solidFill>
            <a:srgbClr val="7D8990">
              <a:alpha val="40000"/>
            </a:srgbClr>
          </a:solidFill>
          <a:ln w="0">
            <a:noFill/>
            <a:prstDash val="solid"/>
          </a:ln>
        </p:spPr>
      </p:sp>
      <p:sp>
        <p:nvSpPr>
          <p:cNvPr id="863" name="b_small_bar_ellipse_3101">
            <a:extLst>
              <a:ext uri="{FF2B5EF4-FFF2-40B4-BE49-F238E27FC236}">
                <a16:creationId xmlns:a16="http://schemas.microsoft.com/office/drawing/2014/main" id="{BEBD9843-BA0E-4BA8-942B-086151F988E4}"/>
              </a:ext>
            </a:extLst>
          </p:cNvPr>
          <p:cNvSpPr>
            <a:spLocks noGrp="1"/>
          </p:cNvSpPr>
          <p:nvPr/>
        </p:nvSpPr>
        <p:spPr>
          <a:xfrm>
            <a:off x="4980919" y="2025341"/>
            <a:ext cx="45341" cy="45341"/>
          </a:xfrm>
          <a:prstGeom prst="ellipse">
            <a:avLst/>
          </a:prstGeom>
          <a:solidFill>
            <a:srgbClr val="7D8990">
              <a:alpha val="40000"/>
            </a:srgbClr>
          </a:solidFill>
          <a:ln w="0">
            <a:noFill/>
            <a:prstDash val="solid"/>
          </a:ln>
        </p:spPr>
      </p:sp>
      <p:sp>
        <p:nvSpPr>
          <p:cNvPr id="864" name="b_small_bar_ellipse_3102">
            <a:extLst>
              <a:ext uri="{FF2B5EF4-FFF2-40B4-BE49-F238E27FC236}">
                <a16:creationId xmlns:a16="http://schemas.microsoft.com/office/drawing/2014/main" id="{91662E7F-DD15-4BDD-BAD0-8FCD5DB24E0B}"/>
              </a:ext>
            </a:extLst>
          </p:cNvPr>
          <p:cNvSpPr>
            <a:spLocks noGrp="1"/>
          </p:cNvSpPr>
          <p:nvPr/>
        </p:nvSpPr>
        <p:spPr>
          <a:xfrm>
            <a:off x="4935195" y="2025341"/>
            <a:ext cx="45341" cy="45341"/>
          </a:xfrm>
          <a:prstGeom prst="ellipse">
            <a:avLst/>
          </a:prstGeom>
          <a:solidFill>
            <a:srgbClr val="7D8990">
              <a:alpha val="40000"/>
            </a:srgbClr>
          </a:solidFill>
          <a:ln w="0">
            <a:noFill/>
            <a:prstDash val="solid"/>
          </a:ln>
        </p:spPr>
      </p:sp>
      <p:sp>
        <p:nvSpPr>
          <p:cNvPr id="865" name="b_small_bar_ellipse_3103">
            <a:extLst>
              <a:ext uri="{FF2B5EF4-FFF2-40B4-BE49-F238E27FC236}">
                <a16:creationId xmlns:a16="http://schemas.microsoft.com/office/drawing/2014/main" id="{9976BB62-583A-45EB-A7B0-024E6080959A}"/>
              </a:ext>
            </a:extLst>
          </p:cNvPr>
          <p:cNvSpPr>
            <a:spLocks noGrp="1"/>
          </p:cNvSpPr>
          <p:nvPr/>
        </p:nvSpPr>
        <p:spPr>
          <a:xfrm>
            <a:off x="4965553" y="2025341"/>
            <a:ext cx="45341" cy="45341"/>
          </a:xfrm>
          <a:prstGeom prst="ellipse">
            <a:avLst/>
          </a:prstGeom>
          <a:solidFill>
            <a:srgbClr val="7D8990">
              <a:alpha val="40000"/>
            </a:srgbClr>
          </a:solidFill>
          <a:ln w="0">
            <a:noFill/>
            <a:prstDash val="solid"/>
          </a:ln>
        </p:spPr>
      </p:sp>
      <p:sp>
        <p:nvSpPr>
          <p:cNvPr id="866" name="b_small_bar_ellipse_3104">
            <a:extLst>
              <a:ext uri="{FF2B5EF4-FFF2-40B4-BE49-F238E27FC236}">
                <a16:creationId xmlns:a16="http://schemas.microsoft.com/office/drawing/2014/main" id="{AC9C91D4-F6ED-475D-AE73-05CA37A5847E}"/>
              </a:ext>
            </a:extLst>
          </p:cNvPr>
          <p:cNvSpPr>
            <a:spLocks noGrp="1"/>
          </p:cNvSpPr>
          <p:nvPr/>
        </p:nvSpPr>
        <p:spPr>
          <a:xfrm>
            <a:off x="4835803" y="4344788"/>
            <a:ext cx="45341" cy="45341"/>
          </a:xfrm>
          <a:prstGeom prst="ellipse">
            <a:avLst/>
          </a:prstGeom>
          <a:solidFill>
            <a:srgbClr val="7D8990">
              <a:alpha val="40000"/>
            </a:srgbClr>
          </a:solidFill>
          <a:ln w="0">
            <a:noFill/>
            <a:prstDash val="solid"/>
          </a:ln>
        </p:spPr>
      </p:sp>
      <p:sp>
        <p:nvSpPr>
          <p:cNvPr id="867" name="b_small_bar_ellipse_3105">
            <a:extLst>
              <a:ext uri="{FF2B5EF4-FFF2-40B4-BE49-F238E27FC236}">
                <a16:creationId xmlns:a16="http://schemas.microsoft.com/office/drawing/2014/main" id="{DC33F906-1FC2-4395-AF3F-E3F2295D7D2F}"/>
              </a:ext>
            </a:extLst>
          </p:cNvPr>
          <p:cNvSpPr>
            <a:spLocks noGrp="1"/>
          </p:cNvSpPr>
          <p:nvPr/>
        </p:nvSpPr>
        <p:spPr>
          <a:xfrm>
            <a:off x="4985295" y="3038691"/>
            <a:ext cx="45341" cy="45341"/>
          </a:xfrm>
          <a:prstGeom prst="ellipse">
            <a:avLst/>
          </a:prstGeom>
          <a:solidFill>
            <a:srgbClr val="7D8990">
              <a:alpha val="40000"/>
            </a:srgbClr>
          </a:solidFill>
          <a:ln w="0">
            <a:noFill/>
            <a:prstDash val="solid"/>
          </a:ln>
        </p:spPr>
      </p:sp>
      <p:sp>
        <p:nvSpPr>
          <p:cNvPr id="868" name="b_small_bar_ellipse_3106">
            <a:extLst>
              <a:ext uri="{FF2B5EF4-FFF2-40B4-BE49-F238E27FC236}">
                <a16:creationId xmlns:a16="http://schemas.microsoft.com/office/drawing/2014/main" id="{C8D504D1-2AFF-4C8E-8489-3D444AF67AE0}"/>
              </a:ext>
            </a:extLst>
          </p:cNvPr>
          <p:cNvSpPr>
            <a:spLocks noGrp="1"/>
          </p:cNvSpPr>
          <p:nvPr/>
        </p:nvSpPr>
        <p:spPr>
          <a:xfrm>
            <a:off x="4870919" y="4052042"/>
            <a:ext cx="45341" cy="45341"/>
          </a:xfrm>
          <a:prstGeom prst="ellipse">
            <a:avLst/>
          </a:prstGeom>
          <a:solidFill>
            <a:srgbClr val="7D8990">
              <a:alpha val="40000"/>
            </a:srgbClr>
          </a:solidFill>
          <a:ln w="0">
            <a:noFill/>
            <a:prstDash val="solid"/>
          </a:ln>
        </p:spPr>
      </p:sp>
      <p:sp>
        <p:nvSpPr>
          <p:cNvPr id="869" name="b_small_bar_ellipse_3107">
            <a:extLst>
              <a:ext uri="{FF2B5EF4-FFF2-40B4-BE49-F238E27FC236}">
                <a16:creationId xmlns:a16="http://schemas.microsoft.com/office/drawing/2014/main" id="{117567E9-4701-433D-9586-C6840101CB4C}"/>
              </a:ext>
            </a:extLst>
          </p:cNvPr>
          <p:cNvSpPr>
            <a:spLocks noGrp="1"/>
          </p:cNvSpPr>
          <p:nvPr/>
        </p:nvSpPr>
        <p:spPr>
          <a:xfrm>
            <a:off x="4848098" y="2998157"/>
            <a:ext cx="45341" cy="45341"/>
          </a:xfrm>
          <a:prstGeom prst="ellipse">
            <a:avLst/>
          </a:prstGeom>
          <a:solidFill>
            <a:srgbClr val="7D8990">
              <a:alpha val="40000"/>
            </a:srgbClr>
          </a:solidFill>
          <a:ln w="0">
            <a:noFill/>
            <a:prstDash val="solid"/>
          </a:ln>
        </p:spPr>
      </p:sp>
      <p:sp>
        <p:nvSpPr>
          <p:cNvPr id="870" name="b_small_bar_ellipse_3108">
            <a:extLst>
              <a:ext uri="{FF2B5EF4-FFF2-40B4-BE49-F238E27FC236}">
                <a16:creationId xmlns:a16="http://schemas.microsoft.com/office/drawing/2014/main" id="{F1962332-0CBF-471F-AB95-C6C8B9F60019}"/>
              </a:ext>
            </a:extLst>
          </p:cNvPr>
          <p:cNvSpPr>
            <a:spLocks noGrp="1"/>
          </p:cNvSpPr>
          <p:nvPr/>
        </p:nvSpPr>
        <p:spPr>
          <a:xfrm>
            <a:off x="4921270" y="4457382"/>
            <a:ext cx="45341" cy="45341"/>
          </a:xfrm>
          <a:prstGeom prst="ellipse">
            <a:avLst/>
          </a:prstGeom>
          <a:solidFill>
            <a:srgbClr val="7D8990">
              <a:alpha val="40000"/>
            </a:srgbClr>
          </a:solidFill>
          <a:ln w="0">
            <a:noFill/>
            <a:prstDash val="solid"/>
          </a:ln>
        </p:spPr>
      </p:sp>
      <p:sp>
        <p:nvSpPr>
          <p:cNvPr id="871" name="b_small_bar_ellipse_3109">
            <a:extLst>
              <a:ext uri="{FF2B5EF4-FFF2-40B4-BE49-F238E27FC236}">
                <a16:creationId xmlns:a16="http://schemas.microsoft.com/office/drawing/2014/main" id="{19F3E413-ACEF-4676-96BD-A07A7245568E}"/>
              </a:ext>
            </a:extLst>
          </p:cNvPr>
          <p:cNvSpPr>
            <a:spLocks noGrp="1"/>
          </p:cNvSpPr>
          <p:nvPr/>
        </p:nvSpPr>
        <p:spPr>
          <a:xfrm>
            <a:off x="4921397" y="2025341"/>
            <a:ext cx="45341" cy="45341"/>
          </a:xfrm>
          <a:prstGeom prst="ellipse">
            <a:avLst/>
          </a:prstGeom>
          <a:solidFill>
            <a:srgbClr val="7D8990">
              <a:alpha val="40000"/>
            </a:srgbClr>
          </a:solidFill>
          <a:ln w="0">
            <a:noFill/>
            <a:prstDash val="solid"/>
          </a:ln>
        </p:spPr>
      </p:sp>
      <p:sp>
        <p:nvSpPr>
          <p:cNvPr id="872" name="b_small_bar_ellipse_3110">
            <a:extLst>
              <a:ext uri="{FF2B5EF4-FFF2-40B4-BE49-F238E27FC236}">
                <a16:creationId xmlns:a16="http://schemas.microsoft.com/office/drawing/2014/main" id="{E91FF671-6A1A-4D1E-9F21-E8B63EDD379A}"/>
              </a:ext>
            </a:extLst>
          </p:cNvPr>
          <p:cNvSpPr>
            <a:spLocks noGrp="1"/>
          </p:cNvSpPr>
          <p:nvPr/>
        </p:nvSpPr>
        <p:spPr>
          <a:xfrm>
            <a:off x="4894862" y="2025341"/>
            <a:ext cx="45341" cy="45341"/>
          </a:xfrm>
          <a:prstGeom prst="ellipse">
            <a:avLst/>
          </a:prstGeom>
          <a:solidFill>
            <a:srgbClr val="7D8990">
              <a:alpha val="40000"/>
            </a:srgbClr>
          </a:solidFill>
          <a:ln w="0">
            <a:noFill/>
            <a:prstDash val="solid"/>
          </a:ln>
        </p:spPr>
      </p:sp>
      <p:sp>
        <p:nvSpPr>
          <p:cNvPr id="873" name="b_small_bar_ellipse_3111">
            <a:extLst>
              <a:ext uri="{FF2B5EF4-FFF2-40B4-BE49-F238E27FC236}">
                <a16:creationId xmlns:a16="http://schemas.microsoft.com/office/drawing/2014/main" id="{829461E6-8233-4E7A-89E8-6512C7D7D991}"/>
              </a:ext>
            </a:extLst>
          </p:cNvPr>
          <p:cNvSpPr>
            <a:spLocks noGrp="1"/>
          </p:cNvSpPr>
          <p:nvPr/>
        </p:nvSpPr>
        <p:spPr>
          <a:xfrm>
            <a:off x="4799826" y="2025341"/>
            <a:ext cx="45341" cy="45341"/>
          </a:xfrm>
          <a:prstGeom prst="ellipse">
            <a:avLst/>
          </a:prstGeom>
          <a:solidFill>
            <a:srgbClr val="7D8990">
              <a:alpha val="40000"/>
            </a:srgbClr>
          </a:solidFill>
          <a:ln w="0">
            <a:noFill/>
            <a:prstDash val="solid"/>
          </a:ln>
        </p:spPr>
      </p:sp>
      <p:sp>
        <p:nvSpPr>
          <p:cNvPr id="874" name="b_small_bar_ellipse_3112">
            <a:extLst>
              <a:ext uri="{FF2B5EF4-FFF2-40B4-BE49-F238E27FC236}">
                <a16:creationId xmlns:a16="http://schemas.microsoft.com/office/drawing/2014/main" id="{3330144C-D1BB-427E-A871-5FB631FDB70F}"/>
              </a:ext>
            </a:extLst>
          </p:cNvPr>
          <p:cNvSpPr>
            <a:spLocks noGrp="1"/>
          </p:cNvSpPr>
          <p:nvPr/>
        </p:nvSpPr>
        <p:spPr>
          <a:xfrm>
            <a:off x="4931446" y="3666969"/>
            <a:ext cx="45341" cy="45341"/>
          </a:xfrm>
          <a:prstGeom prst="ellipse">
            <a:avLst/>
          </a:prstGeom>
          <a:solidFill>
            <a:srgbClr val="7D8990">
              <a:alpha val="40000"/>
            </a:srgbClr>
          </a:solidFill>
          <a:ln w="0">
            <a:noFill/>
            <a:prstDash val="solid"/>
          </a:ln>
        </p:spPr>
      </p:sp>
      <p:sp>
        <p:nvSpPr>
          <p:cNvPr id="875" name="b_small_bar_ellipse_3113">
            <a:extLst>
              <a:ext uri="{FF2B5EF4-FFF2-40B4-BE49-F238E27FC236}">
                <a16:creationId xmlns:a16="http://schemas.microsoft.com/office/drawing/2014/main" id="{D3FC7E02-90FE-4B6D-B77B-4D2AF86D0909}"/>
              </a:ext>
            </a:extLst>
          </p:cNvPr>
          <p:cNvSpPr>
            <a:spLocks noGrp="1"/>
          </p:cNvSpPr>
          <p:nvPr/>
        </p:nvSpPr>
        <p:spPr>
          <a:xfrm>
            <a:off x="4883476" y="4457382"/>
            <a:ext cx="45341" cy="45341"/>
          </a:xfrm>
          <a:prstGeom prst="ellipse">
            <a:avLst/>
          </a:prstGeom>
          <a:solidFill>
            <a:srgbClr val="7D8990">
              <a:alpha val="40000"/>
            </a:srgbClr>
          </a:solidFill>
          <a:ln w="0">
            <a:noFill/>
            <a:prstDash val="solid"/>
          </a:ln>
        </p:spPr>
      </p:sp>
      <p:sp>
        <p:nvSpPr>
          <p:cNvPr id="876" name="b_small_bar_ellipse_3114">
            <a:extLst>
              <a:ext uri="{FF2B5EF4-FFF2-40B4-BE49-F238E27FC236}">
                <a16:creationId xmlns:a16="http://schemas.microsoft.com/office/drawing/2014/main" id="{84B87CBD-8FD9-416B-A1B7-63343C8E04FA}"/>
              </a:ext>
            </a:extLst>
          </p:cNvPr>
          <p:cNvSpPr>
            <a:spLocks noGrp="1"/>
          </p:cNvSpPr>
          <p:nvPr/>
        </p:nvSpPr>
        <p:spPr>
          <a:xfrm>
            <a:off x="4868536" y="4457382"/>
            <a:ext cx="45341" cy="45341"/>
          </a:xfrm>
          <a:prstGeom prst="ellipse">
            <a:avLst/>
          </a:prstGeom>
          <a:solidFill>
            <a:srgbClr val="7D8990">
              <a:alpha val="40000"/>
            </a:srgbClr>
          </a:solidFill>
          <a:ln w="0">
            <a:noFill/>
            <a:prstDash val="solid"/>
          </a:ln>
        </p:spPr>
      </p:sp>
      <p:sp>
        <p:nvSpPr>
          <p:cNvPr id="877" name="b_small_bar_ellipse_3115">
            <a:extLst>
              <a:ext uri="{FF2B5EF4-FFF2-40B4-BE49-F238E27FC236}">
                <a16:creationId xmlns:a16="http://schemas.microsoft.com/office/drawing/2014/main" id="{F7AB05F3-B9A3-4FC4-845E-14379D6496B7}"/>
              </a:ext>
            </a:extLst>
          </p:cNvPr>
          <p:cNvSpPr>
            <a:spLocks noGrp="1"/>
          </p:cNvSpPr>
          <p:nvPr/>
        </p:nvSpPr>
        <p:spPr>
          <a:xfrm>
            <a:off x="2287261" y="2552735"/>
            <a:ext cx="45341" cy="45341"/>
          </a:xfrm>
          <a:prstGeom prst="ellipse">
            <a:avLst/>
          </a:prstGeom>
          <a:solidFill>
            <a:srgbClr val="B08A60">
              <a:alpha val="40000"/>
            </a:srgbClr>
          </a:solidFill>
          <a:ln w="0">
            <a:noFill/>
            <a:prstDash val="solid"/>
          </a:ln>
        </p:spPr>
      </p:sp>
      <p:sp>
        <p:nvSpPr>
          <p:cNvPr id="878" name="b_small_bar_ellipse_3116">
            <a:extLst>
              <a:ext uri="{FF2B5EF4-FFF2-40B4-BE49-F238E27FC236}">
                <a16:creationId xmlns:a16="http://schemas.microsoft.com/office/drawing/2014/main" id="{E5321CD9-B955-4C7C-87C9-B5D056BF781F}"/>
              </a:ext>
            </a:extLst>
          </p:cNvPr>
          <p:cNvSpPr>
            <a:spLocks noGrp="1"/>
          </p:cNvSpPr>
          <p:nvPr/>
        </p:nvSpPr>
        <p:spPr>
          <a:xfrm>
            <a:off x="2121091" y="2609006"/>
            <a:ext cx="45341" cy="45341"/>
          </a:xfrm>
          <a:prstGeom prst="ellipse">
            <a:avLst/>
          </a:prstGeom>
          <a:solidFill>
            <a:srgbClr val="B08A60">
              <a:alpha val="40000"/>
            </a:srgbClr>
          </a:solidFill>
          <a:ln w="0">
            <a:noFill/>
            <a:prstDash val="solid"/>
          </a:ln>
        </p:spPr>
      </p:sp>
      <p:sp>
        <p:nvSpPr>
          <p:cNvPr id="879" name="b_small_bar_ellipse_3117">
            <a:extLst>
              <a:ext uri="{FF2B5EF4-FFF2-40B4-BE49-F238E27FC236}">
                <a16:creationId xmlns:a16="http://schemas.microsoft.com/office/drawing/2014/main" id="{4BE2DCB3-6797-4B95-AB63-DF2BF7C6B953}"/>
              </a:ext>
            </a:extLst>
          </p:cNvPr>
          <p:cNvSpPr>
            <a:spLocks noGrp="1"/>
          </p:cNvSpPr>
          <p:nvPr/>
        </p:nvSpPr>
        <p:spPr>
          <a:xfrm>
            <a:off x="2229216" y="2470301"/>
            <a:ext cx="45341" cy="45341"/>
          </a:xfrm>
          <a:prstGeom prst="ellipse">
            <a:avLst/>
          </a:prstGeom>
          <a:solidFill>
            <a:srgbClr val="B08A60">
              <a:alpha val="40000"/>
            </a:srgbClr>
          </a:solidFill>
          <a:ln w="0">
            <a:noFill/>
            <a:prstDash val="solid"/>
          </a:ln>
        </p:spPr>
      </p:sp>
      <p:sp>
        <p:nvSpPr>
          <p:cNvPr id="880" name="b_small_bar_ellipse_3118">
            <a:extLst>
              <a:ext uri="{FF2B5EF4-FFF2-40B4-BE49-F238E27FC236}">
                <a16:creationId xmlns:a16="http://schemas.microsoft.com/office/drawing/2014/main" id="{21FEBA6A-CE53-42F0-98BE-43C5667067B7}"/>
              </a:ext>
            </a:extLst>
          </p:cNvPr>
          <p:cNvSpPr>
            <a:spLocks noGrp="1"/>
          </p:cNvSpPr>
          <p:nvPr/>
        </p:nvSpPr>
        <p:spPr>
          <a:xfrm>
            <a:off x="2116459" y="2487322"/>
            <a:ext cx="45341" cy="45341"/>
          </a:xfrm>
          <a:prstGeom prst="ellipse">
            <a:avLst/>
          </a:prstGeom>
          <a:solidFill>
            <a:srgbClr val="B08A60">
              <a:alpha val="40000"/>
            </a:srgbClr>
          </a:solidFill>
          <a:ln w="0">
            <a:noFill/>
            <a:prstDash val="solid"/>
          </a:ln>
        </p:spPr>
      </p:sp>
      <p:sp>
        <p:nvSpPr>
          <p:cNvPr id="881" name="b_small_bar_ellipse_3119">
            <a:extLst>
              <a:ext uri="{FF2B5EF4-FFF2-40B4-BE49-F238E27FC236}">
                <a16:creationId xmlns:a16="http://schemas.microsoft.com/office/drawing/2014/main" id="{07694EE6-D163-4479-A7D6-5CF8AE8DDB0F}"/>
              </a:ext>
            </a:extLst>
          </p:cNvPr>
          <p:cNvSpPr>
            <a:spLocks noGrp="1"/>
          </p:cNvSpPr>
          <p:nvPr/>
        </p:nvSpPr>
        <p:spPr>
          <a:xfrm>
            <a:off x="2151315" y="2466046"/>
            <a:ext cx="45341" cy="45341"/>
          </a:xfrm>
          <a:prstGeom prst="ellipse">
            <a:avLst/>
          </a:prstGeom>
          <a:solidFill>
            <a:srgbClr val="B08A60">
              <a:alpha val="40000"/>
            </a:srgbClr>
          </a:solidFill>
          <a:ln w="0">
            <a:noFill/>
            <a:prstDash val="solid"/>
          </a:ln>
        </p:spPr>
      </p:sp>
      <p:sp>
        <p:nvSpPr>
          <p:cNvPr id="882" name="b_small_bar_ellipse_3120">
            <a:extLst>
              <a:ext uri="{FF2B5EF4-FFF2-40B4-BE49-F238E27FC236}">
                <a16:creationId xmlns:a16="http://schemas.microsoft.com/office/drawing/2014/main" id="{964A0529-895A-4EA4-8A4B-C597F3F683E9}"/>
              </a:ext>
            </a:extLst>
          </p:cNvPr>
          <p:cNvSpPr>
            <a:spLocks noGrp="1"/>
          </p:cNvSpPr>
          <p:nvPr/>
        </p:nvSpPr>
        <p:spPr>
          <a:xfrm>
            <a:off x="2259905" y="3338789"/>
            <a:ext cx="45341" cy="45341"/>
          </a:xfrm>
          <a:prstGeom prst="ellipse">
            <a:avLst/>
          </a:prstGeom>
          <a:solidFill>
            <a:srgbClr val="B08A60">
              <a:alpha val="40000"/>
            </a:srgbClr>
          </a:solidFill>
          <a:ln w="0">
            <a:noFill/>
            <a:prstDash val="solid"/>
          </a:ln>
        </p:spPr>
      </p:sp>
      <p:sp>
        <p:nvSpPr>
          <p:cNvPr id="883" name="b_small_bar_ellipse_3121">
            <a:extLst>
              <a:ext uri="{FF2B5EF4-FFF2-40B4-BE49-F238E27FC236}">
                <a16:creationId xmlns:a16="http://schemas.microsoft.com/office/drawing/2014/main" id="{F8017E8E-7A89-43BE-ABA6-1C0E762B2EAC}"/>
              </a:ext>
            </a:extLst>
          </p:cNvPr>
          <p:cNvSpPr>
            <a:spLocks noGrp="1"/>
          </p:cNvSpPr>
          <p:nvPr/>
        </p:nvSpPr>
        <p:spPr>
          <a:xfrm>
            <a:off x="2274054" y="3083829"/>
            <a:ext cx="45341" cy="45341"/>
          </a:xfrm>
          <a:prstGeom prst="ellipse">
            <a:avLst/>
          </a:prstGeom>
          <a:solidFill>
            <a:srgbClr val="B08A60">
              <a:alpha val="40000"/>
            </a:srgbClr>
          </a:solidFill>
          <a:ln w="0">
            <a:noFill/>
            <a:prstDash val="solid"/>
          </a:ln>
        </p:spPr>
      </p:sp>
      <p:sp>
        <p:nvSpPr>
          <p:cNvPr id="884" name="b_small_bar_ellipse_3122">
            <a:extLst>
              <a:ext uri="{FF2B5EF4-FFF2-40B4-BE49-F238E27FC236}">
                <a16:creationId xmlns:a16="http://schemas.microsoft.com/office/drawing/2014/main" id="{FB083266-1959-451D-9CC5-D30A739E5C74}"/>
              </a:ext>
            </a:extLst>
          </p:cNvPr>
          <p:cNvSpPr>
            <a:spLocks noGrp="1"/>
          </p:cNvSpPr>
          <p:nvPr/>
        </p:nvSpPr>
        <p:spPr>
          <a:xfrm>
            <a:off x="2123150" y="3343844"/>
            <a:ext cx="45341" cy="45341"/>
          </a:xfrm>
          <a:prstGeom prst="ellipse">
            <a:avLst/>
          </a:prstGeom>
          <a:solidFill>
            <a:srgbClr val="B08A60">
              <a:alpha val="40000"/>
            </a:srgbClr>
          </a:solidFill>
          <a:ln w="0">
            <a:noFill/>
            <a:prstDash val="solid"/>
          </a:ln>
        </p:spPr>
      </p:sp>
      <p:sp>
        <p:nvSpPr>
          <p:cNvPr id="885" name="b_small_bar_ellipse_3123">
            <a:extLst>
              <a:ext uri="{FF2B5EF4-FFF2-40B4-BE49-F238E27FC236}">
                <a16:creationId xmlns:a16="http://schemas.microsoft.com/office/drawing/2014/main" id="{DA45A8D0-8E5A-45D7-8D50-95979111F936}"/>
              </a:ext>
            </a:extLst>
          </p:cNvPr>
          <p:cNvSpPr>
            <a:spLocks noGrp="1"/>
          </p:cNvSpPr>
          <p:nvPr/>
        </p:nvSpPr>
        <p:spPr>
          <a:xfrm>
            <a:off x="2088286" y="3553297"/>
            <a:ext cx="45341" cy="45341"/>
          </a:xfrm>
          <a:prstGeom prst="ellipse">
            <a:avLst/>
          </a:prstGeom>
          <a:solidFill>
            <a:srgbClr val="B08A60">
              <a:alpha val="40000"/>
            </a:srgbClr>
          </a:solidFill>
          <a:ln w="0">
            <a:noFill/>
            <a:prstDash val="solid"/>
          </a:ln>
        </p:spPr>
      </p:sp>
      <p:sp>
        <p:nvSpPr>
          <p:cNvPr id="886" name="b_small_bar_ellipse_3124">
            <a:extLst>
              <a:ext uri="{FF2B5EF4-FFF2-40B4-BE49-F238E27FC236}">
                <a16:creationId xmlns:a16="http://schemas.microsoft.com/office/drawing/2014/main" id="{EF3603DB-8CC0-44F4-8CAC-2D2F7B1AECDA}"/>
              </a:ext>
            </a:extLst>
          </p:cNvPr>
          <p:cNvSpPr>
            <a:spLocks noGrp="1"/>
          </p:cNvSpPr>
          <p:nvPr/>
        </p:nvSpPr>
        <p:spPr>
          <a:xfrm>
            <a:off x="2285660" y="3177960"/>
            <a:ext cx="45341" cy="45341"/>
          </a:xfrm>
          <a:prstGeom prst="ellipse">
            <a:avLst/>
          </a:prstGeom>
          <a:solidFill>
            <a:srgbClr val="B08A60">
              <a:alpha val="40000"/>
            </a:srgbClr>
          </a:solidFill>
          <a:ln w="0">
            <a:noFill/>
            <a:prstDash val="solid"/>
          </a:ln>
        </p:spPr>
      </p:sp>
      <p:sp>
        <p:nvSpPr>
          <p:cNvPr id="887" name="b_small_bar_ellipse_3125">
            <a:extLst>
              <a:ext uri="{FF2B5EF4-FFF2-40B4-BE49-F238E27FC236}">
                <a16:creationId xmlns:a16="http://schemas.microsoft.com/office/drawing/2014/main" id="{0FE67A6C-C7E1-4054-95A2-E805B51C0892}"/>
              </a:ext>
            </a:extLst>
          </p:cNvPr>
          <p:cNvSpPr>
            <a:spLocks noGrp="1"/>
          </p:cNvSpPr>
          <p:nvPr/>
        </p:nvSpPr>
        <p:spPr>
          <a:xfrm>
            <a:off x="2090815" y="3427918"/>
            <a:ext cx="45341" cy="45341"/>
          </a:xfrm>
          <a:prstGeom prst="ellipse">
            <a:avLst/>
          </a:prstGeom>
          <a:solidFill>
            <a:srgbClr val="B08A60">
              <a:alpha val="40000"/>
            </a:srgbClr>
          </a:solidFill>
          <a:ln w="0">
            <a:noFill/>
            <a:prstDash val="solid"/>
          </a:ln>
        </p:spPr>
      </p:sp>
      <p:sp>
        <p:nvSpPr>
          <p:cNvPr id="888" name="b_small_bar_ellipse_3126">
            <a:extLst>
              <a:ext uri="{FF2B5EF4-FFF2-40B4-BE49-F238E27FC236}">
                <a16:creationId xmlns:a16="http://schemas.microsoft.com/office/drawing/2014/main" id="{9F8143E6-66F0-4654-99C3-64282BA018B7}"/>
              </a:ext>
            </a:extLst>
          </p:cNvPr>
          <p:cNvSpPr>
            <a:spLocks noGrp="1"/>
          </p:cNvSpPr>
          <p:nvPr/>
        </p:nvSpPr>
        <p:spPr>
          <a:xfrm>
            <a:off x="2295396" y="3098092"/>
            <a:ext cx="45341" cy="45341"/>
          </a:xfrm>
          <a:prstGeom prst="ellipse">
            <a:avLst/>
          </a:prstGeom>
          <a:solidFill>
            <a:srgbClr val="B08A60">
              <a:alpha val="40000"/>
            </a:srgbClr>
          </a:solidFill>
          <a:ln w="0">
            <a:noFill/>
            <a:prstDash val="solid"/>
          </a:ln>
        </p:spPr>
      </p:sp>
      <p:sp>
        <p:nvSpPr>
          <p:cNvPr id="889" name="b_small_bar_ellipse_3127">
            <a:extLst>
              <a:ext uri="{FF2B5EF4-FFF2-40B4-BE49-F238E27FC236}">
                <a16:creationId xmlns:a16="http://schemas.microsoft.com/office/drawing/2014/main" id="{147141CE-50D8-45ED-8C41-160642F3A3C6}"/>
              </a:ext>
            </a:extLst>
          </p:cNvPr>
          <p:cNvSpPr>
            <a:spLocks noGrp="1"/>
          </p:cNvSpPr>
          <p:nvPr/>
        </p:nvSpPr>
        <p:spPr>
          <a:xfrm>
            <a:off x="2128531" y="3905772"/>
            <a:ext cx="45341" cy="45341"/>
          </a:xfrm>
          <a:prstGeom prst="ellipse">
            <a:avLst/>
          </a:prstGeom>
          <a:solidFill>
            <a:srgbClr val="B08A60">
              <a:alpha val="40000"/>
            </a:srgbClr>
          </a:solidFill>
          <a:ln w="0">
            <a:noFill/>
            <a:prstDash val="solid"/>
          </a:ln>
        </p:spPr>
      </p:sp>
      <p:sp>
        <p:nvSpPr>
          <p:cNvPr id="890" name="b_small_bar_ellipse_3128">
            <a:extLst>
              <a:ext uri="{FF2B5EF4-FFF2-40B4-BE49-F238E27FC236}">
                <a16:creationId xmlns:a16="http://schemas.microsoft.com/office/drawing/2014/main" id="{18D5A9F4-894C-45F1-B679-9337302AD772}"/>
              </a:ext>
            </a:extLst>
          </p:cNvPr>
          <p:cNvSpPr>
            <a:spLocks noGrp="1"/>
          </p:cNvSpPr>
          <p:nvPr/>
        </p:nvSpPr>
        <p:spPr>
          <a:xfrm>
            <a:off x="2106511" y="3192429"/>
            <a:ext cx="45341" cy="45341"/>
          </a:xfrm>
          <a:prstGeom prst="ellipse">
            <a:avLst/>
          </a:prstGeom>
          <a:solidFill>
            <a:srgbClr val="B08A60">
              <a:alpha val="40000"/>
            </a:srgbClr>
          </a:solidFill>
          <a:ln w="0">
            <a:noFill/>
            <a:prstDash val="solid"/>
          </a:ln>
        </p:spPr>
      </p:sp>
      <p:sp>
        <p:nvSpPr>
          <p:cNvPr id="891" name="b_small_bar_ellipse_3129">
            <a:extLst>
              <a:ext uri="{FF2B5EF4-FFF2-40B4-BE49-F238E27FC236}">
                <a16:creationId xmlns:a16="http://schemas.microsoft.com/office/drawing/2014/main" id="{AFC653DC-A7D5-4405-9B30-D9AB8359FF47}"/>
              </a:ext>
            </a:extLst>
          </p:cNvPr>
          <p:cNvSpPr>
            <a:spLocks noGrp="1"/>
          </p:cNvSpPr>
          <p:nvPr/>
        </p:nvSpPr>
        <p:spPr>
          <a:xfrm>
            <a:off x="2230100" y="2461526"/>
            <a:ext cx="45341" cy="45341"/>
          </a:xfrm>
          <a:prstGeom prst="ellipse">
            <a:avLst/>
          </a:prstGeom>
          <a:solidFill>
            <a:srgbClr val="B08A60">
              <a:alpha val="40000"/>
            </a:srgbClr>
          </a:solidFill>
          <a:ln w="0">
            <a:noFill/>
            <a:prstDash val="solid"/>
          </a:ln>
        </p:spPr>
      </p:sp>
      <p:sp>
        <p:nvSpPr>
          <p:cNvPr id="892" name="b_small_bar_ellipse_3130">
            <a:extLst>
              <a:ext uri="{FF2B5EF4-FFF2-40B4-BE49-F238E27FC236}">
                <a16:creationId xmlns:a16="http://schemas.microsoft.com/office/drawing/2014/main" id="{9DC45790-075F-4C2F-87EA-B37E68921EDC}"/>
              </a:ext>
            </a:extLst>
          </p:cNvPr>
          <p:cNvSpPr>
            <a:spLocks noGrp="1"/>
          </p:cNvSpPr>
          <p:nvPr/>
        </p:nvSpPr>
        <p:spPr>
          <a:xfrm>
            <a:off x="2271780" y="4125740"/>
            <a:ext cx="45341" cy="45341"/>
          </a:xfrm>
          <a:prstGeom prst="ellipse">
            <a:avLst/>
          </a:prstGeom>
          <a:solidFill>
            <a:srgbClr val="B08A60">
              <a:alpha val="40000"/>
            </a:srgbClr>
          </a:solidFill>
          <a:ln w="0">
            <a:noFill/>
            <a:prstDash val="solid"/>
          </a:ln>
        </p:spPr>
      </p:sp>
      <p:sp>
        <p:nvSpPr>
          <p:cNvPr id="893" name="b_small_bar_ellipse_3131">
            <a:extLst>
              <a:ext uri="{FF2B5EF4-FFF2-40B4-BE49-F238E27FC236}">
                <a16:creationId xmlns:a16="http://schemas.microsoft.com/office/drawing/2014/main" id="{CB5D7505-9B83-4CEC-9F4F-03B70A748000}"/>
              </a:ext>
            </a:extLst>
          </p:cNvPr>
          <p:cNvSpPr>
            <a:spLocks noGrp="1"/>
          </p:cNvSpPr>
          <p:nvPr/>
        </p:nvSpPr>
        <p:spPr>
          <a:xfrm>
            <a:off x="2144834" y="2603679"/>
            <a:ext cx="45341" cy="45341"/>
          </a:xfrm>
          <a:prstGeom prst="ellipse">
            <a:avLst/>
          </a:prstGeom>
          <a:solidFill>
            <a:srgbClr val="B08A60">
              <a:alpha val="40000"/>
            </a:srgbClr>
          </a:solidFill>
          <a:ln w="0">
            <a:noFill/>
            <a:prstDash val="solid"/>
          </a:ln>
        </p:spPr>
      </p:sp>
      <p:sp>
        <p:nvSpPr>
          <p:cNvPr id="894" name="b_small_bar_ellipse_3132">
            <a:extLst>
              <a:ext uri="{FF2B5EF4-FFF2-40B4-BE49-F238E27FC236}">
                <a16:creationId xmlns:a16="http://schemas.microsoft.com/office/drawing/2014/main" id="{AF1A3EA6-CB81-4564-B738-7E44ACECB18D}"/>
              </a:ext>
            </a:extLst>
          </p:cNvPr>
          <p:cNvSpPr>
            <a:spLocks noGrp="1"/>
          </p:cNvSpPr>
          <p:nvPr/>
        </p:nvSpPr>
        <p:spPr>
          <a:xfrm>
            <a:off x="2097239" y="2362027"/>
            <a:ext cx="45341" cy="45341"/>
          </a:xfrm>
          <a:prstGeom prst="ellipse">
            <a:avLst/>
          </a:prstGeom>
          <a:solidFill>
            <a:srgbClr val="B08A60">
              <a:alpha val="40000"/>
            </a:srgbClr>
          </a:solidFill>
          <a:ln w="0">
            <a:noFill/>
            <a:prstDash val="solid"/>
          </a:ln>
        </p:spPr>
      </p:sp>
      <p:sp>
        <p:nvSpPr>
          <p:cNvPr id="895" name="b_small_bar_ellipse_3133">
            <a:extLst>
              <a:ext uri="{FF2B5EF4-FFF2-40B4-BE49-F238E27FC236}">
                <a16:creationId xmlns:a16="http://schemas.microsoft.com/office/drawing/2014/main" id="{B4A48C21-7463-46AA-B532-FA8D845431D3}"/>
              </a:ext>
            </a:extLst>
          </p:cNvPr>
          <p:cNvSpPr>
            <a:spLocks noGrp="1"/>
          </p:cNvSpPr>
          <p:nvPr/>
        </p:nvSpPr>
        <p:spPr>
          <a:xfrm>
            <a:off x="2124895" y="3146023"/>
            <a:ext cx="45341" cy="45341"/>
          </a:xfrm>
          <a:prstGeom prst="ellipse">
            <a:avLst/>
          </a:prstGeom>
          <a:solidFill>
            <a:srgbClr val="B08A60">
              <a:alpha val="40000"/>
            </a:srgbClr>
          </a:solidFill>
          <a:ln w="0">
            <a:noFill/>
            <a:prstDash val="solid"/>
          </a:ln>
        </p:spPr>
      </p:sp>
      <p:sp>
        <p:nvSpPr>
          <p:cNvPr id="896" name="b_small_bar_ellipse_3134">
            <a:extLst>
              <a:ext uri="{FF2B5EF4-FFF2-40B4-BE49-F238E27FC236}">
                <a16:creationId xmlns:a16="http://schemas.microsoft.com/office/drawing/2014/main" id="{9DBDFA65-47D4-4261-A3C1-8A903BBAC170}"/>
              </a:ext>
            </a:extLst>
          </p:cNvPr>
          <p:cNvSpPr>
            <a:spLocks noGrp="1"/>
          </p:cNvSpPr>
          <p:nvPr/>
        </p:nvSpPr>
        <p:spPr>
          <a:xfrm>
            <a:off x="2199698" y="4457382"/>
            <a:ext cx="45341" cy="45341"/>
          </a:xfrm>
          <a:prstGeom prst="ellipse">
            <a:avLst/>
          </a:prstGeom>
          <a:solidFill>
            <a:srgbClr val="B08A60">
              <a:alpha val="40000"/>
            </a:srgbClr>
          </a:solidFill>
          <a:ln w="0">
            <a:noFill/>
            <a:prstDash val="solid"/>
          </a:ln>
        </p:spPr>
      </p:sp>
      <p:sp>
        <p:nvSpPr>
          <p:cNvPr id="897" name="b_small_bar_ellipse_3135">
            <a:extLst>
              <a:ext uri="{FF2B5EF4-FFF2-40B4-BE49-F238E27FC236}">
                <a16:creationId xmlns:a16="http://schemas.microsoft.com/office/drawing/2014/main" id="{F263AB86-0EF2-4C59-B2DF-745F269B58C0}"/>
              </a:ext>
            </a:extLst>
          </p:cNvPr>
          <p:cNvSpPr>
            <a:spLocks noGrp="1"/>
          </p:cNvSpPr>
          <p:nvPr/>
        </p:nvSpPr>
        <p:spPr>
          <a:xfrm>
            <a:off x="2262317" y="3917461"/>
            <a:ext cx="45341" cy="45341"/>
          </a:xfrm>
          <a:prstGeom prst="ellipse">
            <a:avLst/>
          </a:prstGeom>
          <a:solidFill>
            <a:srgbClr val="B08A60">
              <a:alpha val="40000"/>
            </a:srgbClr>
          </a:solidFill>
          <a:ln w="0">
            <a:noFill/>
            <a:prstDash val="solid"/>
          </a:ln>
        </p:spPr>
      </p:sp>
      <p:sp>
        <p:nvSpPr>
          <p:cNvPr id="898" name="b_small_bar_ellipse_3136">
            <a:extLst>
              <a:ext uri="{FF2B5EF4-FFF2-40B4-BE49-F238E27FC236}">
                <a16:creationId xmlns:a16="http://schemas.microsoft.com/office/drawing/2014/main" id="{CFAE6142-88CD-4AA0-BB8D-611BB035CDC5}"/>
              </a:ext>
            </a:extLst>
          </p:cNvPr>
          <p:cNvSpPr>
            <a:spLocks noGrp="1"/>
          </p:cNvSpPr>
          <p:nvPr/>
        </p:nvSpPr>
        <p:spPr>
          <a:xfrm>
            <a:off x="2195722" y="4457382"/>
            <a:ext cx="45341" cy="45341"/>
          </a:xfrm>
          <a:prstGeom prst="ellipse">
            <a:avLst/>
          </a:prstGeom>
          <a:solidFill>
            <a:srgbClr val="B08A60">
              <a:alpha val="40000"/>
            </a:srgbClr>
          </a:solidFill>
          <a:ln w="0">
            <a:noFill/>
            <a:prstDash val="solid"/>
          </a:ln>
        </p:spPr>
      </p:sp>
      <p:sp>
        <p:nvSpPr>
          <p:cNvPr id="899" name="b_small_bar_ellipse_3137">
            <a:extLst>
              <a:ext uri="{FF2B5EF4-FFF2-40B4-BE49-F238E27FC236}">
                <a16:creationId xmlns:a16="http://schemas.microsoft.com/office/drawing/2014/main" id="{CE51A3BC-501F-4388-B0A4-1A3825E3B1E4}"/>
              </a:ext>
            </a:extLst>
          </p:cNvPr>
          <p:cNvSpPr>
            <a:spLocks noGrp="1"/>
          </p:cNvSpPr>
          <p:nvPr/>
        </p:nvSpPr>
        <p:spPr>
          <a:xfrm>
            <a:off x="2174157" y="2349193"/>
            <a:ext cx="45341" cy="45341"/>
          </a:xfrm>
          <a:prstGeom prst="ellipse">
            <a:avLst/>
          </a:prstGeom>
          <a:solidFill>
            <a:srgbClr val="B08A60">
              <a:alpha val="40000"/>
            </a:srgbClr>
          </a:solidFill>
          <a:ln w="0">
            <a:noFill/>
            <a:prstDash val="solid"/>
          </a:ln>
        </p:spPr>
      </p:sp>
      <p:sp>
        <p:nvSpPr>
          <p:cNvPr id="900" name="b_small_bar_ellipse_3138">
            <a:extLst>
              <a:ext uri="{FF2B5EF4-FFF2-40B4-BE49-F238E27FC236}">
                <a16:creationId xmlns:a16="http://schemas.microsoft.com/office/drawing/2014/main" id="{337F66F7-DB0B-4144-AEAE-21C442A25AA0}"/>
              </a:ext>
            </a:extLst>
          </p:cNvPr>
          <p:cNvSpPr>
            <a:spLocks noGrp="1"/>
          </p:cNvSpPr>
          <p:nvPr/>
        </p:nvSpPr>
        <p:spPr>
          <a:xfrm>
            <a:off x="2201464" y="4144656"/>
            <a:ext cx="45341" cy="45341"/>
          </a:xfrm>
          <a:prstGeom prst="ellipse">
            <a:avLst/>
          </a:prstGeom>
          <a:solidFill>
            <a:srgbClr val="B08A60">
              <a:alpha val="40000"/>
            </a:srgbClr>
          </a:solidFill>
          <a:ln w="0">
            <a:noFill/>
            <a:prstDash val="solid"/>
          </a:ln>
        </p:spPr>
      </p:sp>
      <p:sp>
        <p:nvSpPr>
          <p:cNvPr id="901" name="b_small_bar_ellipse_3139">
            <a:extLst>
              <a:ext uri="{FF2B5EF4-FFF2-40B4-BE49-F238E27FC236}">
                <a16:creationId xmlns:a16="http://schemas.microsoft.com/office/drawing/2014/main" id="{D947ED33-9D11-4CC9-A5A1-0E332E4339FF}"/>
              </a:ext>
            </a:extLst>
          </p:cNvPr>
          <p:cNvSpPr>
            <a:spLocks noGrp="1"/>
          </p:cNvSpPr>
          <p:nvPr/>
        </p:nvSpPr>
        <p:spPr>
          <a:xfrm>
            <a:off x="2219083" y="4457382"/>
            <a:ext cx="45341" cy="45341"/>
          </a:xfrm>
          <a:prstGeom prst="ellipse">
            <a:avLst/>
          </a:prstGeom>
          <a:solidFill>
            <a:srgbClr val="B08A60">
              <a:alpha val="40000"/>
            </a:srgbClr>
          </a:solidFill>
          <a:ln w="0">
            <a:noFill/>
            <a:prstDash val="solid"/>
          </a:ln>
        </p:spPr>
      </p:sp>
      <p:sp>
        <p:nvSpPr>
          <p:cNvPr id="902" name="b_small_bar_ellipse_3140">
            <a:extLst>
              <a:ext uri="{FF2B5EF4-FFF2-40B4-BE49-F238E27FC236}">
                <a16:creationId xmlns:a16="http://schemas.microsoft.com/office/drawing/2014/main" id="{4711F507-051F-4B8E-BD61-E9DE5B38CAFF}"/>
              </a:ext>
            </a:extLst>
          </p:cNvPr>
          <p:cNvSpPr>
            <a:spLocks noGrp="1"/>
          </p:cNvSpPr>
          <p:nvPr/>
        </p:nvSpPr>
        <p:spPr>
          <a:xfrm>
            <a:off x="2170143" y="3299755"/>
            <a:ext cx="45341" cy="45341"/>
          </a:xfrm>
          <a:prstGeom prst="ellipse">
            <a:avLst/>
          </a:prstGeom>
          <a:solidFill>
            <a:srgbClr val="B08A60">
              <a:alpha val="40000"/>
            </a:srgbClr>
          </a:solidFill>
          <a:ln w="0">
            <a:noFill/>
            <a:prstDash val="solid"/>
          </a:ln>
        </p:spPr>
      </p:sp>
      <p:sp>
        <p:nvSpPr>
          <p:cNvPr id="903" name="b_small_bar_ellipse_3141">
            <a:extLst>
              <a:ext uri="{FF2B5EF4-FFF2-40B4-BE49-F238E27FC236}">
                <a16:creationId xmlns:a16="http://schemas.microsoft.com/office/drawing/2014/main" id="{BECFBB8E-1D54-4BC4-94AF-A4D12ED68AC1}"/>
              </a:ext>
            </a:extLst>
          </p:cNvPr>
          <p:cNvSpPr>
            <a:spLocks noGrp="1"/>
          </p:cNvSpPr>
          <p:nvPr/>
        </p:nvSpPr>
        <p:spPr>
          <a:xfrm>
            <a:off x="2257869" y="4457382"/>
            <a:ext cx="45341" cy="45341"/>
          </a:xfrm>
          <a:prstGeom prst="ellipse">
            <a:avLst/>
          </a:prstGeom>
          <a:solidFill>
            <a:srgbClr val="B08A60">
              <a:alpha val="40000"/>
            </a:srgbClr>
          </a:solidFill>
          <a:ln w="0">
            <a:noFill/>
            <a:prstDash val="solid"/>
          </a:ln>
        </p:spPr>
      </p:sp>
      <p:sp>
        <p:nvSpPr>
          <p:cNvPr id="904" name="b_small_bar_ellipse_3142">
            <a:extLst>
              <a:ext uri="{FF2B5EF4-FFF2-40B4-BE49-F238E27FC236}">
                <a16:creationId xmlns:a16="http://schemas.microsoft.com/office/drawing/2014/main" id="{30E45186-C218-41E6-99D4-FF5E4127AC81}"/>
              </a:ext>
            </a:extLst>
          </p:cNvPr>
          <p:cNvSpPr>
            <a:spLocks noGrp="1"/>
          </p:cNvSpPr>
          <p:nvPr/>
        </p:nvSpPr>
        <p:spPr>
          <a:xfrm>
            <a:off x="2291460" y="2585141"/>
            <a:ext cx="45341" cy="45341"/>
          </a:xfrm>
          <a:prstGeom prst="ellipse">
            <a:avLst/>
          </a:prstGeom>
          <a:solidFill>
            <a:srgbClr val="B08A60">
              <a:alpha val="40000"/>
            </a:srgbClr>
          </a:solidFill>
          <a:ln w="0">
            <a:noFill/>
            <a:prstDash val="solid"/>
          </a:ln>
        </p:spPr>
      </p:sp>
      <p:sp>
        <p:nvSpPr>
          <p:cNvPr id="905" name="b_small_bar_ellipse_3143">
            <a:extLst>
              <a:ext uri="{FF2B5EF4-FFF2-40B4-BE49-F238E27FC236}">
                <a16:creationId xmlns:a16="http://schemas.microsoft.com/office/drawing/2014/main" id="{5E316E52-18BE-4709-B7B9-0C4FFD44A134}"/>
              </a:ext>
            </a:extLst>
          </p:cNvPr>
          <p:cNvSpPr>
            <a:spLocks noGrp="1"/>
          </p:cNvSpPr>
          <p:nvPr/>
        </p:nvSpPr>
        <p:spPr>
          <a:xfrm>
            <a:off x="2202930" y="4457382"/>
            <a:ext cx="45341" cy="45341"/>
          </a:xfrm>
          <a:prstGeom prst="ellipse">
            <a:avLst/>
          </a:prstGeom>
          <a:solidFill>
            <a:srgbClr val="B08A60">
              <a:alpha val="40000"/>
            </a:srgbClr>
          </a:solidFill>
          <a:ln w="0">
            <a:noFill/>
            <a:prstDash val="solid"/>
          </a:ln>
        </p:spPr>
      </p:sp>
      <p:sp>
        <p:nvSpPr>
          <p:cNvPr id="906" name="b_small_bar_ellipse_3144">
            <a:extLst>
              <a:ext uri="{FF2B5EF4-FFF2-40B4-BE49-F238E27FC236}">
                <a16:creationId xmlns:a16="http://schemas.microsoft.com/office/drawing/2014/main" id="{4D8B83FD-73D0-4C3A-B126-13476AAA02C1}"/>
              </a:ext>
            </a:extLst>
          </p:cNvPr>
          <p:cNvSpPr>
            <a:spLocks noGrp="1"/>
          </p:cNvSpPr>
          <p:nvPr/>
        </p:nvSpPr>
        <p:spPr>
          <a:xfrm>
            <a:off x="2236525" y="3590027"/>
            <a:ext cx="45341" cy="45341"/>
          </a:xfrm>
          <a:prstGeom prst="ellipse">
            <a:avLst/>
          </a:prstGeom>
          <a:solidFill>
            <a:srgbClr val="B08A60">
              <a:alpha val="40000"/>
            </a:srgbClr>
          </a:solidFill>
          <a:ln w="0">
            <a:noFill/>
            <a:prstDash val="solid"/>
          </a:ln>
        </p:spPr>
      </p:sp>
      <p:sp>
        <p:nvSpPr>
          <p:cNvPr id="907" name="b_small_bar_ellipse_3145">
            <a:extLst>
              <a:ext uri="{FF2B5EF4-FFF2-40B4-BE49-F238E27FC236}">
                <a16:creationId xmlns:a16="http://schemas.microsoft.com/office/drawing/2014/main" id="{08E1287A-0D7A-4D6F-ADB5-7037679DD797}"/>
              </a:ext>
            </a:extLst>
          </p:cNvPr>
          <p:cNvSpPr>
            <a:spLocks noGrp="1"/>
          </p:cNvSpPr>
          <p:nvPr/>
        </p:nvSpPr>
        <p:spPr>
          <a:xfrm>
            <a:off x="2259071" y="3744610"/>
            <a:ext cx="45341" cy="45341"/>
          </a:xfrm>
          <a:prstGeom prst="ellipse">
            <a:avLst/>
          </a:prstGeom>
          <a:solidFill>
            <a:srgbClr val="B08A60">
              <a:alpha val="40000"/>
            </a:srgbClr>
          </a:solidFill>
          <a:ln w="0">
            <a:noFill/>
            <a:prstDash val="solid"/>
          </a:ln>
        </p:spPr>
      </p:sp>
      <p:sp>
        <p:nvSpPr>
          <p:cNvPr id="908" name="b_small_bar_ellipse_3146">
            <a:extLst>
              <a:ext uri="{FF2B5EF4-FFF2-40B4-BE49-F238E27FC236}">
                <a16:creationId xmlns:a16="http://schemas.microsoft.com/office/drawing/2014/main" id="{B19BF679-0D2B-44B0-ABAF-D8D62F9D2303}"/>
              </a:ext>
            </a:extLst>
          </p:cNvPr>
          <p:cNvSpPr>
            <a:spLocks noGrp="1"/>
          </p:cNvSpPr>
          <p:nvPr/>
        </p:nvSpPr>
        <p:spPr>
          <a:xfrm>
            <a:off x="2241135" y="2349567"/>
            <a:ext cx="45341" cy="45341"/>
          </a:xfrm>
          <a:prstGeom prst="ellipse">
            <a:avLst/>
          </a:prstGeom>
          <a:solidFill>
            <a:srgbClr val="B08A60">
              <a:alpha val="40000"/>
            </a:srgbClr>
          </a:solidFill>
          <a:ln w="0">
            <a:noFill/>
            <a:prstDash val="solid"/>
          </a:ln>
        </p:spPr>
      </p:sp>
      <p:sp>
        <p:nvSpPr>
          <p:cNvPr id="909" name="b_small_bar_ellipse_3147">
            <a:extLst>
              <a:ext uri="{FF2B5EF4-FFF2-40B4-BE49-F238E27FC236}">
                <a16:creationId xmlns:a16="http://schemas.microsoft.com/office/drawing/2014/main" id="{81E254C4-C264-487D-AEE9-3D9B1D35BFD1}"/>
              </a:ext>
            </a:extLst>
          </p:cNvPr>
          <p:cNvSpPr>
            <a:spLocks noGrp="1"/>
          </p:cNvSpPr>
          <p:nvPr/>
        </p:nvSpPr>
        <p:spPr>
          <a:xfrm>
            <a:off x="2175776" y="2969185"/>
            <a:ext cx="45341" cy="45341"/>
          </a:xfrm>
          <a:prstGeom prst="ellipse">
            <a:avLst/>
          </a:prstGeom>
          <a:solidFill>
            <a:srgbClr val="B08A60">
              <a:alpha val="40000"/>
            </a:srgbClr>
          </a:solidFill>
          <a:ln w="0">
            <a:noFill/>
            <a:prstDash val="solid"/>
          </a:ln>
        </p:spPr>
      </p:sp>
      <p:sp>
        <p:nvSpPr>
          <p:cNvPr id="910" name="b_small_bar_ellipse_3148">
            <a:extLst>
              <a:ext uri="{FF2B5EF4-FFF2-40B4-BE49-F238E27FC236}">
                <a16:creationId xmlns:a16="http://schemas.microsoft.com/office/drawing/2014/main" id="{BFC6FE2A-A622-4802-B556-305016D95E0A}"/>
              </a:ext>
            </a:extLst>
          </p:cNvPr>
          <p:cNvSpPr>
            <a:spLocks noGrp="1"/>
          </p:cNvSpPr>
          <p:nvPr/>
        </p:nvSpPr>
        <p:spPr>
          <a:xfrm>
            <a:off x="2162797" y="2666064"/>
            <a:ext cx="45341" cy="45341"/>
          </a:xfrm>
          <a:prstGeom prst="ellipse">
            <a:avLst/>
          </a:prstGeom>
          <a:solidFill>
            <a:srgbClr val="B08A60">
              <a:alpha val="40000"/>
            </a:srgbClr>
          </a:solidFill>
          <a:ln w="0">
            <a:noFill/>
            <a:prstDash val="solid"/>
          </a:ln>
        </p:spPr>
      </p:sp>
      <p:sp>
        <p:nvSpPr>
          <p:cNvPr id="911" name="b_small_bar_ellipse_3149">
            <a:extLst>
              <a:ext uri="{FF2B5EF4-FFF2-40B4-BE49-F238E27FC236}">
                <a16:creationId xmlns:a16="http://schemas.microsoft.com/office/drawing/2014/main" id="{A3387617-754E-4328-B69D-44BCC1572375}"/>
              </a:ext>
            </a:extLst>
          </p:cNvPr>
          <p:cNvSpPr>
            <a:spLocks noGrp="1"/>
          </p:cNvSpPr>
          <p:nvPr/>
        </p:nvSpPr>
        <p:spPr>
          <a:xfrm>
            <a:off x="2289352" y="4422557"/>
            <a:ext cx="45341" cy="45341"/>
          </a:xfrm>
          <a:prstGeom prst="ellipse">
            <a:avLst/>
          </a:prstGeom>
          <a:solidFill>
            <a:srgbClr val="B08A60">
              <a:alpha val="40000"/>
            </a:srgbClr>
          </a:solidFill>
          <a:ln w="0">
            <a:noFill/>
            <a:prstDash val="solid"/>
          </a:ln>
        </p:spPr>
      </p:sp>
      <p:sp>
        <p:nvSpPr>
          <p:cNvPr id="912" name="b_small_bar_ellipse_3150">
            <a:extLst>
              <a:ext uri="{FF2B5EF4-FFF2-40B4-BE49-F238E27FC236}">
                <a16:creationId xmlns:a16="http://schemas.microsoft.com/office/drawing/2014/main" id="{69F1262F-BEF6-4096-B4E3-3FFE3476BAAE}"/>
              </a:ext>
            </a:extLst>
          </p:cNvPr>
          <p:cNvSpPr>
            <a:spLocks noGrp="1"/>
          </p:cNvSpPr>
          <p:nvPr/>
        </p:nvSpPr>
        <p:spPr>
          <a:xfrm>
            <a:off x="2137000" y="4457382"/>
            <a:ext cx="45341" cy="45341"/>
          </a:xfrm>
          <a:prstGeom prst="ellipse">
            <a:avLst/>
          </a:prstGeom>
          <a:solidFill>
            <a:srgbClr val="B08A60">
              <a:alpha val="40000"/>
            </a:srgbClr>
          </a:solidFill>
          <a:ln w="0">
            <a:noFill/>
            <a:prstDash val="solid"/>
          </a:ln>
        </p:spPr>
      </p:sp>
      <p:sp>
        <p:nvSpPr>
          <p:cNvPr id="913" name="b_small_bar_ellipse_3151">
            <a:extLst>
              <a:ext uri="{FF2B5EF4-FFF2-40B4-BE49-F238E27FC236}">
                <a16:creationId xmlns:a16="http://schemas.microsoft.com/office/drawing/2014/main" id="{A6C98051-5B27-4278-93BA-A669F8CB228A}"/>
              </a:ext>
            </a:extLst>
          </p:cNvPr>
          <p:cNvSpPr>
            <a:spLocks noGrp="1"/>
          </p:cNvSpPr>
          <p:nvPr/>
        </p:nvSpPr>
        <p:spPr>
          <a:xfrm>
            <a:off x="2198729" y="2389883"/>
            <a:ext cx="45341" cy="45341"/>
          </a:xfrm>
          <a:prstGeom prst="ellipse">
            <a:avLst/>
          </a:prstGeom>
          <a:solidFill>
            <a:srgbClr val="B08A60">
              <a:alpha val="40000"/>
            </a:srgbClr>
          </a:solidFill>
          <a:ln w="0">
            <a:noFill/>
            <a:prstDash val="solid"/>
          </a:ln>
        </p:spPr>
      </p:sp>
      <p:sp>
        <p:nvSpPr>
          <p:cNvPr id="914" name="b_small_bar_ellipse_3152">
            <a:extLst>
              <a:ext uri="{FF2B5EF4-FFF2-40B4-BE49-F238E27FC236}">
                <a16:creationId xmlns:a16="http://schemas.microsoft.com/office/drawing/2014/main" id="{DB7B10BA-5FAE-477C-9CD4-051AB2681505}"/>
              </a:ext>
            </a:extLst>
          </p:cNvPr>
          <p:cNvSpPr>
            <a:spLocks noGrp="1"/>
          </p:cNvSpPr>
          <p:nvPr/>
        </p:nvSpPr>
        <p:spPr>
          <a:xfrm>
            <a:off x="2086262" y="3043457"/>
            <a:ext cx="45341" cy="45341"/>
          </a:xfrm>
          <a:prstGeom prst="ellipse">
            <a:avLst/>
          </a:prstGeom>
          <a:solidFill>
            <a:srgbClr val="B08A60">
              <a:alpha val="40000"/>
            </a:srgbClr>
          </a:solidFill>
          <a:ln w="0">
            <a:noFill/>
            <a:prstDash val="solid"/>
          </a:ln>
        </p:spPr>
      </p:sp>
      <p:sp>
        <p:nvSpPr>
          <p:cNvPr id="915" name="b_small_bar_ellipse_3153">
            <a:extLst>
              <a:ext uri="{FF2B5EF4-FFF2-40B4-BE49-F238E27FC236}">
                <a16:creationId xmlns:a16="http://schemas.microsoft.com/office/drawing/2014/main" id="{69996B15-21D1-4AD3-BAD7-2F02D4F52A10}"/>
              </a:ext>
            </a:extLst>
          </p:cNvPr>
          <p:cNvSpPr>
            <a:spLocks noGrp="1"/>
          </p:cNvSpPr>
          <p:nvPr/>
        </p:nvSpPr>
        <p:spPr>
          <a:xfrm>
            <a:off x="2157696" y="3902478"/>
            <a:ext cx="45341" cy="45341"/>
          </a:xfrm>
          <a:prstGeom prst="ellipse">
            <a:avLst/>
          </a:prstGeom>
          <a:solidFill>
            <a:srgbClr val="B08A60">
              <a:alpha val="40000"/>
            </a:srgbClr>
          </a:solidFill>
          <a:ln w="0">
            <a:noFill/>
            <a:prstDash val="solid"/>
          </a:ln>
        </p:spPr>
      </p:sp>
      <p:sp>
        <p:nvSpPr>
          <p:cNvPr id="916" name="b_small_bar_ellipse_3154">
            <a:extLst>
              <a:ext uri="{FF2B5EF4-FFF2-40B4-BE49-F238E27FC236}">
                <a16:creationId xmlns:a16="http://schemas.microsoft.com/office/drawing/2014/main" id="{D9D173DD-60DA-488D-9D55-4AC5505902E8}"/>
              </a:ext>
            </a:extLst>
          </p:cNvPr>
          <p:cNvSpPr>
            <a:spLocks noGrp="1"/>
          </p:cNvSpPr>
          <p:nvPr/>
        </p:nvSpPr>
        <p:spPr>
          <a:xfrm>
            <a:off x="2217325" y="4457382"/>
            <a:ext cx="45341" cy="45341"/>
          </a:xfrm>
          <a:prstGeom prst="ellipse">
            <a:avLst/>
          </a:prstGeom>
          <a:solidFill>
            <a:srgbClr val="B08A60">
              <a:alpha val="40000"/>
            </a:srgbClr>
          </a:solidFill>
          <a:ln w="0">
            <a:noFill/>
            <a:prstDash val="solid"/>
          </a:ln>
        </p:spPr>
      </p:sp>
      <p:sp>
        <p:nvSpPr>
          <p:cNvPr id="917" name="b_small_bar_ellipse_3155">
            <a:extLst>
              <a:ext uri="{FF2B5EF4-FFF2-40B4-BE49-F238E27FC236}">
                <a16:creationId xmlns:a16="http://schemas.microsoft.com/office/drawing/2014/main" id="{CC5A4806-EA03-4D2D-B516-017C2813FA42}"/>
              </a:ext>
            </a:extLst>
          </p:cNvPr>
          <p:cNvSpPr>
            <a:spLocks noGrp="1"/>
          </p:cNvSpPr>
          <p:nvPr/>
        </p:nvSpPr>
        <p:spPr>
          <a:xfrm>
            <a:off x="2210467" y="3727770"/>
            <a:ext cx="45341" cy="45341"/>
          </a:xfrm>
          <a:prstGeom prst="ellipse">
            <a:avLst/>
          </a:prstGeom>
          <a:solidFill>
            <a:srgbClr val="B08A60">
              <a:alpha val="40000"/>
            </a:srgbClr>
          </a:solidFill>
          <a:ln w="0">
            <a:noFill/>
            <a:prstDash val="solid"/>
          </a:ln>
        </p:spPr>
      </p:sp>
      <p:sp>
        <p:nvSpPr>
          <p:cNvPr id="918" name="b_small_bar_ellipse_3156">
            <a:extLst>
              <a:ext uri="{FF2B5EF4-FFF2-40B4-BE49-F238E27FC236}">
                <a16:creationId xmlns:a16="http://schemas.microsoft.com/office/drawing/2014/main" id="{AAB7843C-72AB-4F4B-9760-E1823432F0DA}"/>
              </a:ext>
            </a:extLst>
          </p:cNvPr>
          <p:cNvSpPr>
            <a:spLocks noGrp="1"/>
          </p:cNvSpPr>
          <p:nvPr/>
        </p:nvSpPr>
        <p:spPr>
          <a:xfrm>
            <a:off x="2128900" y="2479897"/>
            <a:ext cx="45341" cy="45341"/>
          </a:xfrm>
          <a:prstGeom prst="ellipse">
            <a:avLst/>
          </a:prstGeom>
          <a:solidFill>
            <a:srgbClr val="B08A60">
              <a:alpha val="40000"/>
            </a:srgbClr>
          </a:solidFill>
          <a:ln w="0">
            <a:noFill/>
            <a:prstDash val="solid"/>
          </a:ln>
        </p:spPr>
      </p:sp>
      <p:sp>
        <p:nvSpPr>
          <p:cNvPr id="919" name="b_small_bar_ellipse_3157">
            <a:extLst>
              <a:ext uri="{FF2B5EF4-FFF2-40B4-BE49-F238E27FC236}">
                <a16:creationId xmlns:a16="http://schemas.microsoft.com/office/drawing/2014/main" id="{9D044E07-A6F8-4901-905E-A87A64ABA790}"/>
              </a:ext>
            </a:extLst>
          </p:cNvPr>
          <p:cNvSpPr>
            <a:spLocks noGrp="1"/>
          </p:cNvSpPr>
          <p:nvPr/>
        </p:nvSpPr>
        <p:spPr>
          <a:xfrm>
            <a:off x="2151799" y="2439057"/>
            <a:ext cx="45341" cy="45341"/>
          </a:xfrm>
          <a:prstGeom prst="ellipse">
            <a:avLst/>
          </a:prstGeom>
          <a:solidFill>
            <a:srgbClr val="B08A60">
              <a:alpha val="40000"/>
            </a:srgbClr>
          </a:solidFill>
          <a:ln w="0">
            <a:noFill/>
            <a:prstDash val="solid"/>
          </a:ln>
        </p:spPr>
      </p:sp>
      <p:sp>
        <p:nvSpPr>
          <p:cNvPr id="920" name="b_small_bar_ellipse_3158">
            <a:extLst>
              <a:ext uri="{FF2B5EF4-FFF2-40B4-BE49-F238E27FC236}">
                <a16:creationId xmlns:a16="http://schemas.microsoft.com/office/drawing/2014/main" id="{29B01AB1-1EBF-4D66-944E-6896599B2DAD}"/>
              </a:ext>
            </a:extLst>
          </p:cNvPr>
          <p:cNvSpPr>
            <a:spLocks noGrp="1"/>
          </p:cNvSpPr>
          <p:nvPr/>
        </p:nvSpPr>
        <p:spPr>
          <a:xfrm>
            <a:off x="2221910" y="2951159"/>
            <a:ext cx="45341" cy="45341"/>
          </a:xfrm>
          <a:prstGeom prst="ellipse">
            <a:avLst/>
          </a:prstGeom>
          <a:solidFill>
            <a:srgbClr val="B08A60">
              <a:alpha val="40000"/>
            </a:srgbClr>
          </a:solidFill>
          <a:ln w="0">
            <a:noFill/>
            <a:prstDash val="solid"/>
          </a:ln>
        </p:spPr>
      </p:sp>
      <p:sp>
        <p:nvSpPr>
          <p:cNvPr id="921" name="b_small_bar_ellipse_3159">
            <a:extLst>
              <a:ext uri="{FF2B5EF4-FFF2-40B4-BE49-F238E27FC236}">
                <a16:creationId xmlns:a16="http://schemas.microsoft.com/office/drawing/2014/main" id="{64383CA5-C461-4989-AD4D-20B58AF03CDD}"/>
              </a:ext>
            </a:extLst>
          </p:cNvPr>
          <p:cNvSpPr>
            <a:spLocks noGrp="1"/>
          </p:cNvSpPr>
          <p:nvPr/>
        </p:nvSpPr>
        <p:spPr>
          <a:xfrm>
            <a:off x="2150933" y="2689138"/>
            <a:ext cx="45341" cy="45341"/>
          </a:xfrm>
          <a:prstGeom prst="ellipse">
            <a:avLst/>
          </a:prstGeom>
          <a:solidFill>
            <a:srgbClr val="B08A60">
              <a:alpha val="40000"/>
            </a:srgbClr>
          </a:solidFill>
          <a:ln w="0">
            <a:noFill/>
            <a:prstDash val="solid"/>
          </a:ln>
        </p:spPr>
      </p:sp>
      <p:sp>
        <p:nvSpPr>
          <p:cNvPr id="922" name="b_small_bar_ellipse_3160">
            <a:extLst>
              <a:ext uri="{FF2B5EF4-FFF2-40B4-BE49-F238E27FC236}">
                <a16:creationId xmlns:a16="http://schemas.microsoft.com/office/drawing/2014/main" id="{325E872B-2C0F-4A36-B142-B3CF61EBA8AD}"/>
              </a:ext>
            </a:extLst>
          </p:cNvPr>
          <p:cNvSpPr>
            <a:spLocks noGrp="1"/>
          </p:cNvSpPr>
          <p:nvPr/>
        </p:nvSpPr>
        <p:spPr>
          <a:xfrm>
            <a:off x="2251388" y="2843292"/>
            <a:ext cx="45341" cy="45341"/>
          </a:xfrm>
          <a:prstGeom prst="ellipse">
            <a:avLst/>
          </a:prstGeom>
          <a:solidFill>
            <a:srgbClr val="B08A60">
              <a:alpha val="40000"/>
            </a:srgbClr>
          </a:solidFill>
          <a:ln w="0">
            <a:noFill/>
            <a:prstDash val="solid"/>
          </a:ln>
        </p:spPr>
      </p:sp>
      <p:sp>
        <p:nvSpPr>
          <p:cNvPr id="923" name="b_small_bar_ellipse_3161">
            <a:extLst>
              <a:ext uri="{FF2B5EF4-FFF2-40B4-BE49-F238E27FC236}">
                <a16:creationId xmlns:a16="http://schemas.microsoft.com/office/drawing/2014/main" id="{E3155A81-DE0C-4D84-8A0F-66FF7B959D61}"/>
              </a:ext>
            </a:extLst>
          </p:cNvPr>
          <p:cNvSpPr>
            <a:spLocks noGrp="1"/>
          </p:cNvSpPr>
          <p:nvPr/>
        </p:nvSpPr>
        <p:spPr>
          <a:xfrm>
            <a:off x="2112634" y="2310477"/>
            <a:ext cx="45341" cy="45341"/>
          </a:xfrm>
          <a:prstGeom prst="ellipse">
            <a:avLst/>
          </a:prstGeom>
          <a:solidFill>
            <a:srgbClr val="B08A60">
              <a:alpha val="40000"/>
            </a:srgbClr>
          </a:solidFill>
          <a:ln w="0">
            <a:noFill/>
            <a:prstDash val="solid"/>
          </a:ln>
        </p:spPr>
      </p:sp>
      <p:sp>
        <p:nvSpPr>
          <p:cNvPr id="924" name="b_small_bar_ellipse_3162">
            <a:extLst>
              <a:ext uri="{FF2B5EF4-FFF2-40B4-BE49-F238E27FC236}">
                <a16:creationId xmlns:a16="http://schemas.microsoft.com/office/drawing/2014/main" id="{C5094A7D-97B3-4868-B53C-86EFB67D8B60}"/>
              </a:ext>
            </a:extLst>
          </p:cNvPr>
          <p:cNvSpPr>
            <a:spLocks noGrp="1"/>
          </p:cNvSpPr>
          <p:nvPr/>
        </p:nvSpPr>
        <p:spPr>
          <a:xfrm>
            <a:off x="2243154" y="3899595"/>
            <a:ext cx="45341" cy="45341"/>
          </a:xfrm>
          <a:prstGeom prst="ellipse">
            <a:avLst/>
          </a:prstGeom>
          <a:solidFill>
            <a:srgbClr val="B08A60">
              <a:alpha val="40000"/>
            </a:srgbClr>
          </a:solidFill>
          <a:ln w="0">
            <a:noFill/>
            <a:prstDash val="solid"/>
          </a:ln>
        </p:spPr>
      </p:sp>
      <p:sp>
        <p:nvSpPr>
          <p:cNvPr id="925" name="b_small_bar_ellipse_3163">
            <a:extLst>
              <a:ext uri="{FF2B5EF4-FFF2-40B4-BE49-F238E27FC236}">
                <a16:creationId xmlns:a16="http://schemas.microsoft.com/office/drawing/2014/main" id="{7DFF7416-1242-4A8A-8C67-58ED15FB98A8}"/>
              </a:ext>
            </a:extLst>
          </p:cNvPr>
          <p:cNvSpPr>
            <a:spLocks noGrp="1"/>
          </p:cNvSpPr>
          <p:nvPr/>
        </p:nvSpPr>
        <p:spPr>
          <a:xfrm>
            <a:off x="2144305" y="2851753"/>
            <a:ext cx="45341" cy="45341"/>
          </a:xfrm>
          <a:prstGeom prst="ellipse">
            <a:avLst/>
          </a:prstGeom>
          <a:solidFill>
            <a:srgbClr val="B08A60">
              <a:alpha val="40000"/>
            </a:srgbClr>
          </a:solidFill>
          <a:ln w="0">
            <a:noFill/>
            <a:prstDash val="solid"/>
          </a:ln>
        </p:spPr>
      </p:sp>
      <p:sp>
        <p:nvSpPr>
          <p:cNvPr id="926" name="b_small_bar_ellipse_3164">
            <a:extLst>
              <a:ext uri="{FF2B5EF4-FFF2-40B4-BE49-F238E27FC236}">
                <a16:creationId xmlns:a16="http://schemas.microsoft.com/office/drawing/2014/main" id="{97B31411-63AB-44F1-A73D-1388D8C9DEB5}"/>
              </a:ext>
            </a:extLst>
          </p:cNvPr>
          <p:cNvSpPr>
            <a:spLocks noGrp="1"/>
          </p:cNvSpPr>
          <p:nvPr/>
        </p:nvSpPr>
        <p:spPr>
          <a:xfrm>
            <a:off x="2174514" y="4457382"/>
            <a:ext cx="45341" cy="45341"/>
          </a:xfrm>
          <a:prstGeom prst="ellipse">
            <a:avLst/>
          </a:prstGeom>
          <a:solidFill>
            <a:srgbClr val="B08A60">
              <a:alpha val="40000"/>
            </a:srgbClr>
          </a:solidFill>
          <a:ln w="0">
            <a:noFill/>
            <a:prstDash val="solid"/>
          </a:ln>
        </p:spPr>
      </p:sp>
      <p:sp>
        <p:nvSpPr>
          <p:cNvPr id="927" name="b_small_bar_ellipse_3165">
            <a:extLst>
              <a:ext uri="{FF2B5EF4-FFF2-40B4-BE49-F238E27FC236}">
                <a16:creationId xmlns:a16="http://schemas.microsoft.com/office/drawing/2014/main" id="{E05FF93E-A297-468C-8EC3-12FC94F10F7D}"/>
              </a:ext>
            </a:extLst>
          </p:cNvPr>
          <p:cNvSpPr>
            <a:spLocks noGrp="1"/>
          </p:cNvSpPr>
          <p:nvPr/>
        </p:nvSpPr>
        <p:spPr>
          <a:xfrm>
            <a:off x="2096438" y="4457382"/>
            <a:ext cx="45341" cy="45341"/>
          </a:xfrm>
          <a:prstGeom prst="ellipse">
            <a:avLst/>
          </a:prstGeom>
          <a:solidFill>
            <a:srgbClr val="B08A60">
              <a:alpha val="40000"/>
            </a:srgbClr>
          </a:solidFill>
          <a:ln w="0">
            <a:noFill/>
            <a:prstDash val="solid"/>
          </a:ln>
        </p:spPr>
      </p:sp>
      <p:sp>
        <p:nvSpPr>
          <p:cNvPr id="928" name="b_small_bar_ellipse_3166">
            <a:extLst>
              <a:ext uri="{FF2B5EF4-FFF2-40B4-BE49-F238E27FC236}">
                <a16:creationId xmlns:a16="http://schemas.microsoft.com/office/drawing/2014/main" id="{7D95AFF0-43DE-49C6-B3FA-3674334B5C5A}"/>
              </a:ext>
            </a:extLst>
          </p:cNvPr>
          <p:cNvSpPr>
            <a:spLocks noGrp="1"/>
          </p:cNvSpPr>
          <p:nvPr/>
        </p:nvSpPr>
        <p:spPr>
          <a:xfrm>
            <a:off x="2180104" y="4457382"/>
            <a:ext cx="45341" cy="45341"/>
          </a:xfrm>
          <a:prstGeom prst="ellipse">
            <a:avLst/>
          </a:prstGeom>
          <a:solidFill>
            <a:srgbClr val="B08A60">
              <a:alpha val="40000"/>
            </a:srgbClr>
          </a:solidFill>
          <a:ln w="0">
            <a:noFill/>
            <a:prstDash val="solid"/>
          </a:ln>
        </p:spPr>
      </p:sp>
      <p:sp>
        <p:nvSpPr>
          <p:cNvPr id="929" name="b_small_bar_ellipse_3167">
            <a:extLst>
              <a:ext uri="{FF2B5EF4-FFF2-40B4-BE49-F238E27FC236}">
                <a16:creationId xmlns:a16="http://schemas.microsoft.com/office/drawing/2014/main" id="{6916724B-C4CA-4029-BD39-3E6FA458FB4B}"/>
              </a:ext>
            </a:extLst>
          </p:cNvPr>
          <p:cNvSpPr>
            <a:spLocks noGrp="1"/>
          </p:cNvSpPr>
          <p:nvPr/>
        </p:nvSpPr>
        <p:spPr>
          <a:xfrm>
            <a:off x="2139576" y="3869261"/>
            <a:ext cx="45341" cy="45341"/>
          </a:xfrm>
          <a:prstGeom prst="ellipse">
            <a:avLst/>
          </a:prstGeom>
          <a:solidFill>
            <a:srgbClr val="B08A60">
              <a:alpha val="40000"/>
            </a:srgbClr>
          </a:solidFill>
          <a:ln w="0">
            <a:noFill/>
            <a:prstDash val="solid"/>
          </a:ln>
        </p:spPr>
      </p:sp>
      <p:sp>
        <p:nvSpPr>
          <p:cNvPr id="930" name="b_small_bar_ellipse_3168">
            <a:extLst>
              <a:ext uri="{FF2B5EF4-FFF2-40B4-BE49-F238E27FC236}">
                <a16:creationId xmlns:a16="http://schemas.microsoft.com/office/drawing/2014/main" id="{FDC657D2-46A8-4B7C-882A-FF6FFA5EAE84}"/>
              </a:ext>
            </a:extLst>
          </p:cNvPr>
          <p:cNvSpPr>
            <a:spLocks noGrp="1"/>
          </p:cNvSpPr>
          <p:nvPr/>
        </p:nvSpPr>
        <p:spPr>
          <a:xfrm>
            <a:off x="2174307" y="4050648"/>
            <a:ext cx="45341" cy="45341"/>
          </a:xfrm>
          <a:prstGeom prst="ellipse">
            <a:avLst/>
          </a:prstGeom>
          <a:solidFill>
            <a:srgbClr val="B08A60">
              <a:alpha val="40000"/>
            </a:srgbClr>
          </a:solidFill>
          <a:ln w="0">
            <a:noFill/>
            <a:prstDash val="solid"/>
          </a:ln>
        </p:spPr>
      </p:sp>
      <p:sp>
        <p:nvSpPr>
          <p:cNvPr id="931" name="b_small_bar_ellipse_3169">
            <a:extLst>
              <a:ext uri="{FF2B5EF4-FFF2-40B4-BE49-F238E27FC236}">
                <a16:creationId xmlns:a16="http://schemas.microsoft.com/office/drawing/2014/main" id="{B0145B55-CF12-437F-A973-D3571DE42EAD}"/>
              </a:ext>
            </a:extLst>
          </p:cNvPr>
          <p:cNvSpPr>
            <a:spLocks noGrp="1"/>
          </p:cNvSpPr>
          <p:nvPr/>
        </p:nvSpPr>
        <p:spPr>
          <a:xfrm>
            <a:off x="2191314" y="2433858"/>
            <a:ext cx="45341" cy="45341"/>
          </a:xfrm>
          <a:prstGeom prst="ellipse">
            <a:avLst/>
          </a:prstGeom>
          <a:solidFill>
            <a:srgbClr val="B08A60">
              <a:alpha val="40000"/>
            </a:srgbClr>
          </a:solidFill>
          <a:ln w="0">
            <a:noFill/>
            <a:prstDash val="solid"/>
          </a:ln>
        </p:spPr>
      </p:sp>
      <p:sp>
        <p:nvSpPr>
          <p:cNvPr id="932" name="b_small_bar_ellipse_3170">
            <a:extLst>
              <a:ext uri="{FF2B5EF4-FFF2-40B4-BE49-F238E27FC236}">
                <a16:creationId xmlns:a16="http://schemas.microsoft.com/office/drawing/2014/main" id="{89027071-9F5D-41CA-9822-80EC5BD8ECA0}"/>
              </a:ext>
            </a:extLst>
          </p:cNvPr>
          <p:cNvSpPr>
            <a:spLocks noGrp="1"/>
          </p:cNvSpPr>
          <p:nvPr/>
        </p:nvSpPr>
        <p:spPr>
          <a:xfrm>
            <a:off x="2256736" y="3594440"/>
            <a:ext cx="45341" cy="45341"/>
          </a:xfrm>
          <a:prstGeom prst="ellipse">
            <a:avLst/>
          </a:prstGeom>
          <a:solidFill>
            <a:srgbClr val="B08A60">
              <a:alpha val="40000"/>
            </a:srgbClr>
          </a:solidFill>
          <a:ln w="0">
            <a:noFill/>
            <a:prstDash val="solid"/>
          </a:ln>
        </p:spPr>
      </p:sp>
      <p:sp>
        <p:nvSpPr>
          <p:cNvPr id="933" name="b_small_bar_ellipse_3171">
            <a:extLst>
              <a:ext uri="{FF2B5EF4-FFF2-40B4-BE49-F238E27FC236}">
                <a16:creationId xmlns:a16="http://schemas.microsoft.com/office/drawing/2014/main" id="{36D919C3-8FF9-4BD3-A615-010258496915}"/>
              </a:ext>
            </a:extLst>
          </p:cNvPr>
          <p:cNvSpPr>
            <a:spLocks noGrp="1"/>
          </p:cNvSpPr>
          <p:nvPr/>
        </p:nvSpPr>
        <p:spPr>
          <a:xfrm>
            <a:off x="2155668" y="2971384"/>
            <a:ext cx="45341" cy="45341"/>
          </a:xfrm>
          <a:prstGeom prst="ellipse">
            <a:avLst/>
          </a:prstGeom>
          <a:solidFill>
            <a:srgbClr val="B08A60">
              <a:alpha val="40000"/>
            </a:srgbClr>
          </a:solidFill>
          <a:ln w="0">
            <a:noFill/>
            <a:prstDash val="solid"/>
          </a:ln>
        </p:spPr>
      </p:sp>
      <p:sp>
        <p:nvSpPr>
          <p:cNvPr id="934" name="b_small_bar_ellipse_3172">
            <a:extLst>
              <a:ext uri="{FF2B5EF4-FFF2-40B4-BE49-F238E27FC236}">
                <a16:creationId xmlns:a16="http://schemas.microsoft.com/office/drawing/2014/main" id="{896C54CD-11E2-4544-A464-D32285E9AF04}"/>
              </a:ext>
            </a:extLst>
          </p:cNvPr>
          <p:cNvSpPr>
            <a:spLocks noGrp="1"/>
          </p:cNvSpPr>
          <p:nvPr/>
        </p:nvSpPr>
        <p:spPr>
          <a:xfrm>
            <a:off x="2294637" y="2341485"/>
            <a:ext cx="45341" cy="45341"/>
          </a:xfrm>
          <a:prstGeom prst="ellipse">
            <a:avLst/>
          </a:prstGeom>
          <a:solidFill>
            <a:srgbClr val="B08A60">
              <a:alpha val="40000"/>
            </a:srgbClr>
          </a:solidFill>
          <a:ln w="0">
            <a:noFill/>
            <a:prstDash val="solid"/>
          </a:ln>
        </p:spPr>
      </p:sp>
      <p:sp>
        <p:nvSpPr>
          <p:cNvPr id="935" name="b_small_bar_ellipse_3173">
            <a:extLst>
              <a:ext uri="{FF2B5EF4-FFF2-40B4-BE49-F238E27FC236}">
                <a16:creationId xmlns:a16="http://schemas.microsoft.com/office/drawing/2014/main" id="{81D4D9FE-67B9-4E3D-878B-AF86248359AE}"/>
              </a:ext>
            </a:extLst>
          </p:cNvPr>
          <p:cNvSpPr>
            <a:spLocks noGrp="1"/>
          </p:cNvSpPr>
          <p:nvPr/>
        </p:nvSpPr>
        <p:spPr>
          <a:xfrm>
            <a:off x="2139360" y="2952513"/>
            <a:ext cx="45341" cy="45341"/>
          </a:xfrm>
          <a:prstGeom prst="ellipse">
            <a:avLst/>
          </a:prstGeom>
          <a:solidFill>
            <a:srgbClr val="B08A60">
              <a:alpha val="40000"/>
            </a:srgbClr>
          </a:solidFill>
          <a:ln w="0">
            <a:noFill/>
            <a:prstDash val="solid"/>
          </a:ln>
        </p:spPr>
      </p:sp>
      <p:sp>
        <p:nvSpPr>
          <p:cNvPr id="936" name="b_small_bar_ellipse_3174">
            <a:extLst>
              <a:ext uri="{FF2B5EF4-FFF2-40B4-BE49-F238E27FC236}">
                <a16:creationId xmlns:a16="http://schemas.microsoft.com/office/drawing/2014/main" id="{16CC339E-9715-4DB5-94A7-4CD4AE97205A}"/>
              </a:ext>
            </a:extLst>
          </p:cNvPr>
          <p:cNvSpPr>
            <a:spLocks noGrp="1"/>
          </p:cNvSpPr>
          <p:nvPr/>
        </p:nvSpPr>
        <p:spPr>
          <a:xfrm>
            <a:off x="2087521" y="3719448"/>
            <a:ext cx="45341" cy="45341"/>
          </a:xfrm>
          <a:prstGeom prst="ellipse">
            <a:avLst/>
          </a:prstGeom>
          <a:solidFill>
            <a:srgbClr val="B08A60">
              <a:alpha val="40000"/>
            </a:srgbClr>
          </a:solidFill>
          <a:ln w="0">
            <a:noFill/>
            <a:prstDash val="solid"/>
          </a:ln>
        </p:spPr>
      </p:sp>
      <p:sp>
        <p:nvSpPr>
          <p:cNvPr id="937" name="b_small_bar_ellipse_3175">
            <a:extLst>
              <a:ext uri="{FF2B5EF4-FFF2-40B4-BE49-F238E27FC236}">
                <a16:creationId xmlns:a16="http://schemas.microsoft.com/office/drawing/2014/main" id="{5CDD36B4-D214-4F9D-8C19-130E11273E5E}"/>
              </a:ext>
            </a:extLst>
          </p:cNvPr>
          <p:cNvSpPr>
            <a:spLocks noGrp="1"/>
          </p:cNvSpPr>
          <p:nvPr/>
        </p:nvSpPr>
        <p:spPr>
          <a:xfrm>
            <a:off x="2146933" y="2748643"/>
            <a:ext cx="45341" cy="45341"/>
          </a:xfrm>
          <a:prstGeom prst="ellipse">
            <a:avLst/>
          </a:prstGeom>
          <a:solidFill>
            <a:srgbClr val="B08A60">
              <a:alpha val="40000"/>
            </a:srgbClr>
          </a:solidFill>
          <a:ln w="0">
            <a:noFill/>
            <a:prstDash val="solid"/>
          </a:ln>
        </p:spPr>
      </p:sp>
      <p:sp>
        <p:nvSpPr>
          <p:cNvPr id="938" name="b_small_bar_ellipse_3176">
            <a:extLst>
              <a:ext uri="{FF2B5EF4-FFF2-40B4-BE49-F238E27FC236}">
                <a16:creationId xmlns:a16="http://schemas.microsoft.com/office/drawing/2014/main" id="{C27DB5D7-BC6D-41E2-A2D4-61C62AA7ACF2}"/>
              </a:ext>
            </a:extLst>
          </p:cNvPr>
          <p:cNvSpPr>
            <a:spLocks noGrp="1"/>
          </p:cNvSpPr>
          <p:nvPr/>
        </p:nvSpPr>
        <p:spPr>
          <a:xfrm>
            <a:off x="2112447" y="4457382"/>
            <a:ext cx="45341" cy="45341"/>
          </a:xfrm>
          <a:prstGeom prst="ellipse">
            <a:avLst/>
          </a:prstGeom>
          <a:solidFill>
            <a:srgbClr val="B08A60">
              <a:alpha val="40000"/>
            </a:srgbClr>
          </a:solidFill>
          <a:ln w="0">
            <a:noFill/>
            <a:prstDash val="solid"/>
          </a:ln>
        </p:spPr>
      </p:sp>
      <p:sp>
        <p:nvSpPr>
          <p:cNvPr id="939" name="b_small_bar_ellipse_3177">
            <a:extLst>
              <a:ext uri="{FF2B5EF4-FFF2-40B4-BE49-F238E27FC236}">
                <a16:creationId xmlns:a16="http://schemas.microsoft.com/office/drawing/2014/main" id="{DE35156C-D50F-478C-ADB8-9BEB054CE1C5}"/>
              </a:ext>
            </a:extLst>
          </p:cNvPr>
          <p:cNvSpPr>
            <a:spLocks noGrp="1"/>
          </p:cNvSpPr>
          <p:nvPr/>
        </p:nvSpPr>
        <p:spPr>
          <a:xfrm>
            <a:off x="2221116" y="2511749"/>
            <a:ext cx="45341" cy="45341"/>
          </a:xfrm>
          <a:prstGeom prst="ellipse">
            <a:avLst/>
          </a:prstGeom>
          <a:solidFill>
            <a:srgbClr val="B08A60">
              <a:alpha val="40000"/>
            </a:srgbClr>
          </a:solidFill>
          <a:ln w="0">
            <a:noFill/>
            <a:prstDash val="solid"/>
          </a:ln>
        </p:spPr>
      </p:sp>
      <p:sp>
        <p:nvSpPr>
          <p:cNvPr id="940" name="b_small_bar_ellipse_3178">
            <a:extLst>
              <a:ext uri="{FF2B5EF4-FFF2-40B4-BE49-F238E27FC236}">
                <a16:creationId xmlns:a16="http://schemas.microsoft.com/office/drawing/2014/main" id="{EF98B99A-9713-4936-AC27-C457E0832669}"/>
              </a:ext>
            </a:extLst>
          </p:cNvPr>
          <p:cNvSpPr>
            <a:spLocks noGrp="1"/>
          </p:cNvSpPr>
          <p:nvPr/>
        </p:nvSpPr>
        <p:spPr>
          <a:xfrm>
            <a:off x="2201143" y="4457382"/>
            <a:ext cx="45341" cy="45341"/>
          </a:xfrm>
          <a:prstGeom prst="ellipse">
            <a:avLst/>
          </a:prstGeom>
          <a:solidFill>
            <a:srgbClr val="B08A60">
              <a:alpha val="40000"/>
            </a:srgbClr>
          </a:solidFill>
          <a:ln w="0">
            <a:noFill/>
            <a:prstDash val="solid"/>
          </a:ln>
        </p:spPr>
      </p:sp>
      <p:sp>
        <p:nvSpPr>
          <p:cNvPr id="941" name="b_small_bar_ellipse_3179">
            <a:extLst>
              <a:ext uri="{FF2B5EF4-FFF2-40B4-BE49-F238E27FC236}">
                <a16:creationId xmlns:a16="http://schemas.microsoft.com/office/drawing/2014/main" id="{06061DFA-E94C-4625-909E-39EE2397254B}"/>
              </a:ext>
            </a:extLst>
          </p:cNvPr>
          <p:cNvSpPr>
            <a:spLocks noGrp="1"/>
          </p:cNvSpPr>
          <p:nvPr/>
        </p:nvSpPr>
        <p:spPr>
          <a:xfrm>
            <a:off x="2174112" y="3407205"/>
            <a:ext cx="45341" cy="45341"/>
          </a:xfrm>
          <a:prstGeom prst="ellipse">
            <a:avLst/>
          </a:prstGeom>
          <a:solidFill>
            <a:srgbClr val="B08A60">
              <a:alpha val="40000"/>
            </a:srgbClr>
          </a:solidFill>
          <a:ln w="0">
            <a:noFill/>
            <a:prstDash val="solid"/>
          </a:ln>
        </p:spPr>
      </p:sp>
      <p:sp>
        <p:nvSpPr>
          <p:cNvPr id="942" name="b_small_bar_ellipse_3180">
            <a:extLst>
              <a:ext uri="{FF2B5EF4-FFF2-40B4-BE49-F238E27FC236}">
                <a16:creationId xmlns:a16="http://schemas.microsoft.com/office/drawing/2014/main" id="{DD74369B-F520-45CC-AA81-A425B1436A14}"/>
              </a:ext>
            </a:extLst>
          </p:cNvPr>
          <p:cNvSpPr>
            <a:spLocks noGrp="1"/>
          </p:cNvSpPr>
          <p:nvPr/>
        </p:nvSpPr>
        <p:spPr>
          <a:xfrm>
            <a:off x="2217399" y="2764388"/>
            <a:ext cx="45341" cy="45341"/>
          </a:xfrm>
          <a:prstGeom prst="ellipse">
            <a:avLst/>
          </a:prstGeom>
          <a:solidFill>
            <a:srgbClr val="B08A60">
              <a:alpha val="40000"/>
            </a:srgbClr>
          </a:solidFill>
          <a:ln w="0">
            <a:noFill/>
            <a:prstDash val="solid"/>
          </a:ln>
        </p:spPr>
      </p:sp>
      <p:sp>
        <p:nvSpPr>
          <p:cNvPr id="943" name="b_small_bar_ellipse_3181">
            <a:extLst>
              <a:ext uri="{FF2B5EF4-FFF2-40B4-BE49-F238E27FC236}">
                <a16:creationId xmlns:a16="http://schemas.microsoft.com/office/drawing/2014/main" id="{840104EF-08B3-409E-B5EF-0F50F10E31D7}"/>
              </a:ext>
            </a:extLst>
          </p:cNvPr>
          <p:cNvSpPr>
            <a:spLocks noGrp="1"/>
          </p:cNvSpPr>
          <p:nvPr/>
        </p:nvSpPr>
        <p:spPr>
          <a:xfrm>
            <a:off x="2182012" y="2495048"/>
            <a:ext cx="45341" cy="45341"/>
          </a:xfrm>
          <a:prstGeom prst="ellipse">
            <a:avLst/>
          </a:prstGeom>
          <a:solidFill>
            <a:srgbClr val="B08A60">
              <a:alpha val="40000"/>
            </a:srgbClr>
          </a:solidFill>
          <a:ln w="0">
            <a:noFill/>
            <a:prstDash val="solid"/>
          </a:ln>
        </p:spPr>
      </p:sp>
      <p:sp>
        <p:nvSpPr>
          <p:cNvPr id="944" name="b_small_bar_ellipse_3182">
            <a:extLst>
              <a:ext uri="{FF2B5EF4-FFF2-40B4-BE49-F238E27FC236}">
                <a16:creationId xmlns:a16="http://schemas.microsoft.com/office/drawing/2014/main" id="{34F65E99-897B-490F-A6B4-D1E85B479563}"/>
              </a:ext>
            </a:extLst>
          </p:cNvPr>
          <p:cNvSpPr>
            <a:spLocks noGrp="1"/>
          </p:cNvSpPr>
          <p:nvPr/>
        </p:nvSpPr>
        <p:spPr>
          <a:xfrm>
            <a:off x="2168392" y="3006235"/>
            <a:ext cx="45341" cy="45341"/>
          </a:xfrm>
          <a:prstGeom prst="ellipse">
            <a:avLst/>
          </a:prstGeom>
          <a:solidFill>
            <a:srgbClr val="B08A60">
              <a:alpha val="40000"/>
            </a:srgbClr>
          </a:solidFill>
          <a:ln w="0">
            <a:noFill/>
            <a:prstDash val="solid"/>
          </a:ln>
        </p:spPr>
      </p:sp>
      <p:sp>
        <p:nvSpPr>
          <p:cNvPr id="945" name="b_small_bar_ellipse_3183">
            <a:extLst>
              <a:ext uri="{FF2B5EF4-FFF2-40B4-BE49-F238E27FC236}">
                <a16:creationId xmlns:a16="http://schemas.microsoft.com/office/drawing/2014/main" id="{B5D111AD-8F1E-4A04-B39E-8938DEB73E2C}"/>
              </a:ext>
            </a:extLst>
          </p:cNvPr>
          <p:cNvSpPr>
            <a:spLocks noGrp="1"/>
          </p:cNvSpPr>
          <p:nvPr/>
        </p:nvSpPr>
        <p:spPr>
          <a:xfrm>
            <a:off x="2117303" y="2861440"/>
            <a:ext cx="45341" cy="45341"/>
          </a:xfrm>
          <a:prstGeom prst="ellipse">
            <a:avLst/>
          </a:prstGeom>
          <a:solidFill>
            <a:srgbClr val="B08A60">
              <a:alpha val="40000"/>
            </a:srgbClr>
          </a:solidFill>
          <a:ln w="0">
            <a:noFill/>
            <a:prstDash val="solid"/>
          </a:ln>
        </p:spPr>
      </p:sp>
      <p:sp>
        <p:nvSpPr>
          <p:cNvPr id="946" name="b_small_bar_ellipse_3184">
            <a:extLst>
              <a:ext uri="{FF2B5EF4-FFF2-40B4-BE49-F238E27FC236}">
                <a16:creationId xmlns:a16="http://schemas.microsoft.com/office/drawing/2014/main" id="{E79497E9-581D-4A1D-963B-D7D96BCC9B4D}"/>
              </a:ext>
            </a:extLst>
          </p:cNvPr>
          <p:cNvSpPr>
            <a:spLocks noGrp="1"/>
          </p:cNvSpPr>
          <p:nvPr/>
        </p:nvSpPr>
        <p:spPr>
          <a:xfrm>
            <a:off x="2150831" y="2675945"/>
            <a:ext cx="45341" cy="45341"/>
          </a:xfrm>
          <a:prstGeom prst="ellipse">
            <a:avLst/>
          </a:prstGeom>
          <a:solidFill>
            <a:srgbClr val="B08A60">
              <a:alpha val="40000"/>
            </a:srgbClr>
          </a:solidFill>
          <a:ln w="0">
            <a:noFill/>
            <a:prstDash val="solid"/>
          </a:ln>
        </p:spPr>
      </p:sp>
      <p:sp>
        <p:nvSpPr>
          <p:cNvPr id="947" name="b_small_bar_ellipse_3185">
            <a:extLst>
              <a:ext uri="{FF2B5EF4-FFF2-40B4-BE49-F238E27FC236}">
                <a16:creationId xmlns:a16="http://schemas.microsoft.com/office/drawing/2014/main" id="{832C19EC-5AF2-42DD-9473-4DEEB653CED0}"/>
              </a:ext>
            </a:extLst>
          </p:cNvPr>
          <p:cNvSpPr>
            <a:spLocks noGrp="1"/>
          </p:cNvSpPr>
          <p:nvPr/>
        </p:nvSpPr>
        <p:spPr>
          <a:xfrm>
            <a:off x="2128081" y="2729169"/>
            <a:ext cx="45341" cy="45341"/>
          </a:xfrm>
          <a:prstGeom prst="ellipse">
            <a:avLst/>
          </a:prstGeom>
          <a:solidFill>
            <a:srgbClr val="B08A60">
              <a:alpha val="40000"/>
            </a:srgbClr>
          </a:solidFill>
          <a:ln w="0">
            <a:noFill/>
            <a:prstDash val="solid"/>
          </a:ln>
        </p:spPr>
      </p:sp>
      <p:sp>
        <p:nvSpPr>
          <p:cNvPr id="948" name="b_small_bar_ellipse_3186">
            <a:extLst>
              <a:ext uri="{FF2B5EF4-FFF2-40B4-BE49-F238E27FC236}">
                <a16:creationId xmlns:a16="http://schemas.microsoft.com/office/drawing/2014/main" id="{BB8CA435-F404-43EA-AC8C-E973C5FAA1F4}"/>
              </a:ext>
            </a:extLst>
          </p:cNvPr>
          <p:cNvSpPr>
            <a:spLocks noGrp="1"/>
          </p:cNvSpPr>
          <p:nvPr/>
        </p:nvSpPr>
        <p:spPr>
          <a:xfrm>
            <a:off x="2176465" y="3176892"/>
            <a:ext cx="45341" cy="45341"/>
          </a:xfrm>
          <a:prstGeom prst="ellipse">
            <a:avLst/>
          </a:prstGeom>
          <a:solidFill>
            <a:srgbClr val="B08A60">
              <a:alpha val="40000"/>
            </a:srgbClr>
          </a:solidFill>
          <a:ln w="0">
            <a:noFill/>
            <a:prstDash val="solid"/>
          </a:ln>
        </p:spPr>
      </p:sp>
      <p:sp>
        <p:nvSpPr>
          <p:cNvPr id="949" name="b_small_bar_ellipse_3187">
            <a:extLst>
              <a:ext uri="{FF2B5EF4-FFF2-40B4-BE49-F238E27FC236}">
                <a16:creationId xmlns:a16="http://schemas.microsoft.com/office/drawing/2014/main" id="{6BC9615A-87BF-4221-9C89-554348384CF6}"/>
              </a:ext>
            </a:extLst>
          </p:cNvPr>
          <p:cNvSpPr>
            <a:spLocks noGrp="1"/>
          </p:cNvSpPr>
          <p:nvPr/>
        </p:nvSpPr>
        <p:spPr>
          <a:xfrm>
            <a:off x="2214542" y="4347335"/>
            <a:ext cx="45341" cy="45341"/>
          </a:xfrm>
          <a:prstGeom prst="ellipse">
            <a:avLst/>
          </a:prstGeom>
          <a:solidFill>
            <a:srgbClr val="B08A60">
              <a:alpha val="40000"/>
            </a:srgbClr>
          </a:solidFill>
          <a:ln w="0">
            <a:noFill/>
            <a:prstDash val="solid"/>
          </a:ln>
        </p:spPr>
      </p:sp>
      <p:sp>
        <p:nvSpPr>
          <p:cNvPr id="950" name="b_small_bar_ellipse_3188">
            <a:extLst>
              <a:ext uri="{FF2B5EF4-FFF2-40B4-BE49-F238E27FC236}">
                <a16:creationId xmlns:a16="http://schemas.microsoft.com/office/drawing/2014/main" id="{74AC01A3-1085-4DA2-B7CE-4099BF82A384}"/>
              </a:ext>
            </a:extLst>
          </p:cNvPr>
          <p:cNvSpPr>
            <a:spLocks noGrp="1"/>
          </p:cNvSpPr>
          <p:nvPr/>
        </p:nvSpPr>
        <p:spPr>
          <a:xfrm>
            <a:off x="2138571" y="2734177"/>
            <a:ext cx="45341" cy="45341"/>
          </a:xfrm>
          <a:prstGeom prst="ellipse">
            <a:avLst/>
          </a:prstGeom>
          <a:solidFill>
            <a:srgbClr val="B08A60">
              <a:alpha val="40000"/>
            </a:srgbClr>
          </a:solidFill>
          <a:ln w="0">
            <a:noFill/>
            <a:prstDash val="solid"/>
          </a:ln>
        </p:spPr>
      </p:sp>
      <p:sp>
        <p:nvSpPr>
          <p:cNvPr id="951" name="b_small_bar_ellipse_3189">
            <a:extLst>
              <a:ext uri="{FF2B5EF4-FFF2-40B4-BE49-F238E27FC236}">
                <a16:creationId xmlns:a16="http://schemas.microsoft.com/office/drawing/2014/main" id="{70558C91-F9B2-45A3-8053-ED30A6FFB85F}"/>
              </a:ext>
            </a:extLst>
          </p:cNvPr>
          <p:cNvSpPr>
            <a:spLocks noGrp="1"/>
          </p:cNvSpPr>
          <p:nvPr/>
        </p:nvSpPr>
        <p:spPr>
          <a:xfrm>
            <a:off x="2279650" y="3505946"/>
            <a:ext cx="45341" cy="45341"/>
          </a:xfrm>
          <a:prstGeom prst="ellipse">
            <a:avLst/>
          </a:prstGeom>
          <a:solidFill>
            <a:srgbClr val="B08A60">
              <a:alpha val="40000"/>
            </a:srgbClr>
          </a:solidFill>
          <a:ln w="0">
            <a:noFill/>
            <a:prstDash val="solid"/>
          </a:ln>
        </p:spPr>
      </p:sp>
      <p:sp>
        <p:nvSpPr>
          <p:cNvPr id="952" name="b_small_bar_ellipse_3190">
            <a:extLst>
              <a:ext uri="{FF2B5EF4-FFF2-40B4-BE49-F238E27FC236}">
                <a16:creationId xmlns:a16="http://schemas.microsoft.com/office/drawing/2014/main" id="{F6430855-BDCC-4E06-9109-48A4CAC83D90}"/>
              </a:ext>
            </a:extLst>
          </p:cNvPr>
          <p:cNvSpPr>
            <a:spLocks noGrp="1"/>
          </p:cNvSpPr>
          <p:nvPr/>
        </p:nvSpPr>
        <p:spPr>
          <a:xfrm>
            <a:off x="2113271" y="4257888"/>
            <a:ext cx="45341" cy="45341"/>
          </a:xfrm>
          <a:prstGeom prst="ellipse">
            <a:avLst/>
          </a:prstGeom>
          <a:solidFill>
            <a:srgbClr val="B08A60">
              <a:alpha val="40000"/>
            </a:srgbClr>
          </a:solidFill>
          <a:ln w="0">
            <a:noFill/>
            <a:prstDash val="solid"/>
          </a:ln>
        </p:spPr>
      </p:sp>
      <p:sp>
        <p:nvSpPr>
          <p:cNvPr id="953" name="b_small_bar_ellipse_3191">
            <a:extLst>
              <a:ext uri="{FF2B5EF4-FFF2-40B4-BE49-F238E27FC236}">
                <a16:creationId xmlns:a16="http://schemas.microsoft.com/office/drawing/2014/main" id="{3AE7F102-F12C-40D8-AEF6-6C54B469AAF4}"/>
              </a:ext>
            </a:extLst>
          </p:cNvPr>
          <p:cNvSpPr>
            <a:spLocks noGrp="1"/>
          </p:cNvSpPr>
          <p:nvPr/>
        </p:nvSpPr>
        <p:spPr>
          <a:xfrm>
            <a:off x="2292717" y="4124233"/>
            <a:ext cx="45341" cy="45341"/>
          </a:xfrm>
          <a:prstGeom prst="ellipse">
            <a:avLst/>
          </a:prstGeom>
          <a:solidFill>
            <a:srgbClr val="B08A60">
              <a:alpha val="40000"/>
            </a:srgbClr>
          </a:solidFill>
          <a:ln w="0">
            <a:noFill/>
            <a:prstDash val="solid"/>
          </a:ln>
        </p:spPr>
      </p:sp>
      <p:sp>
        <p:nvSpPr>
          <p:cNvPr id="954" name="b_small_bar_ellipse_3192">
            <a:extLst>
              <a:ext uri="{FF2B5EF4-FFF2-40B4-BE49-F238E27FC236}">
                <a16:creationId xmlns:a16="http://schemas.microsoft.com/office/drawing/2014/main" id="{C393F68A-CCB5-4215-8C62-473101CBFC1D}"/>
              </a:ext>
            </a:extLst>
          </p:cNvPr>
          <p:cNvSpPr>
            <a:spLocks noGrp="1"/>
          </p:cNvSpPr>
          <p:nvPr/>
        </p:nvSpPr>
        <p:spPr>
          <a:xfrm>
            <a:off x="2130199" y="4248571"/>
            <a:ext cx="45341" cy="45341"/>
          </a:xfrm>
          <a:prstGeom prst="ellipse">
            <a:avLst/>
          </a:prstGeom>
          <a:solidFill>
            <a:srgbClr val="B08A60">
              <a:alpha val="40000"/>
            </a:srgbClr>
          </a:solidFill>
          <a:ln w="0">
            <a:noFill/>
            <a:prstDash val="solid"/>
          </a:ln>
        </p:spPr>
      </p:sp>
      <p:sp>
        <p:nvSpPr>
          <p:cNvPr id="955" name="b_small_bar_ellipse_3193">
            <a:extLst>
              <a:ext uri="{FF2B5EF4-FFF2-40B4-BE49-F238E27FC236}">
                <a16:creationId xmlns:a16="http://schemas.microsoft.com/office/drawing/2014/main" id="{46AC2A0A-78A9-4862-893A-EA67BC3C5AC9}"/>
              </a:ext>
            </a:extLst>
          </p:cNvPr>
          <p:cNvSpPr>
            <a:spLocks noGrp="1"/>
          </p:cNvSpPr>
          <p:nvPr/>
        </p:nvSpPr>
        <p:spPr>
          <a:xfrm>
            <a:off x="2268472" y="4457382"/>
            <a:ext cx="45341" cy="45341"/>
          </a:xfrm>
          <a:prstGeom prst="ellipse">
            <a:avLst/>
          </a:prstGeom>
          <a:solidFill>
            <a:srgbClr val="B08A60">
              <a:alpha val="40000"/>
            </a:srgbClr>
          </a:solidFill>
          <a:ln w="0">
            <a:noFill/>
            <a:prstDash val="solid"/>
          </a:ln>
        </p:spPr>
      </p:sp>
      <p:sp>
        <p:nvSpPr>
          <p:cNvPr id="956" name="b_small_bar_ellipse_3194">
            <a:extLst>
              <a:ext uri="{FF2B5EF4-FFF2-40B4-BE49-F238E27FC236}">
                <a16:creationId xmlns:a16="http://schemas.microsoft.com/office/drawing/2014/main" id="{A2CAA036-C7CF-44F5-93C7-54F7FBF8B5BE}"/>
              </a:ext>
            </a:extLst>
          </p:cNvPr>
          <p:cNvSpPr>
            <a:spLocks noGrp="1"/>
          </p:cNvSpPr>
          <p:nvPr/>
        </p:nvSpPr>
        <p:spPr>
          <a:xfrm>
            <a:off x="2175763" y="2601082"/>
            <a:ext cx="45341" cy="45341"/>
          </a:xfrm>
          <a:prstGeom prst="ellipse">
            <a:avLst/>
          </a:prstGeom>
          <a:solidFill>
            <a:srgbClr val="B08A60">
              <a:alpha val="40000"/>
            </a:srgbClr>
          </a:solidFill>
          <a:ln w="0">
            <a:noFill/>
            <a:prstDash val="solid"/>
          </a:ln>
        </p:spPr>
      </p:sp>
      <p:sp>
        <p:nvSpPr>
          <p:cNvPr id="957" name="b_small_bar_ellipse_3195">
            <a:extLst>
              <a:ext uri="{FF2B5EF4-FFF2-40B4-BE49-F238E27FC236}">
                <a16:creationId xmlns:a16="http://schemas.microsoft.com/office/drawing/2014/main" id="{B2FE9239-D364-487C-A9BE-5D0A60BEE1C2}"/>
              </a:ext>
            </a:extLst>
          </p:cNvPr>
          <p:cNvSpPr>
            <a:spLocks noGrp="1"/>
          </p:cNvSpPr>
          <p:nvPr/>
        </p:nvSpPr>
        <p:spPr>
          <a:xfrm>
            <a:off x="2203530" y="3677061"/>
            <a:ext cx="45341" cy="45341"/>
          </a:xfrm>
          <a:prstGeom prst="ellipse">
            <a:avLst/>
          </a:prstGeom>
          <a:solidFill>
            <a:srgbClr val="B08A60">
              <a:alpha val="40000"/>
            </a:srgbClr>
          </a:solidFill>
          <a:ln w="0">
            <a:noFill/>
            <a:prstDash val="solid"/>
          </a:ln>
        </p:spPr>
      </p:sp>
      <p:sp>
        <p:nvSpPr>
          <p:cNvPr id="958" name="b_small_bar_ellipse_3196">
            <a:extLst>
              <a:ext uri="{FF2B5EF4-FFF2-40B4-BE49-F238E27FC236}">
                <a16:creationId xmlns:a16="http://schemas.microsoft.com/office/drawing/2014/main" id="{0DE14393-599E-4673-8956-1B65182D936D}"/>
              </a:ext>
            </a:extLst>
          </p:cNvPr>
          <p:cNvSpPr>
            <a:spLocks noGrp="1"/>
          </p:cNvSpPr>
          <p:nvPr/>
        </p:nvSpPr>
        <p:spPr>
          <a:xfrm>
            <a:off x="2092200" y="2737441"/>
            <a:ext cx="45341" cy="45341"/>
          </a:xfrm>
          <a:prstGeom prst="ellipse">
            <a:avLst/>
          </a:prstGeom>
          <a:solidFill>
            <a:srgbClr val="B08A60">
              <a:alpha val="40000"/>
            </a:srgbClr>
          </a:solidFill>
          <a:ln w="0">
            <a:noFill/>
            <a:prstDash val="solid"/>
          </a:ln>
        </p:spPr>
      </p:sp>
      <p:sp>
        <p:nvSpPr>
          <p:cNvPr id="959" name="b_small_bar_ellipse_3197">
            <a:extLst>
              <a:ext uri="{FF2B5EF4-FFF2-40B4-BE49-F238E27FC236}">
                <a16:creationId xmlns:a16="http://schemas.microsoft.com/office/drawing/2014/main" id="{E8ED3190-4DD7-4D57-8E89-C1385A8F81CD}"/>
              </a:ext>
            </a:extLst>
          </p:cNvPr>
          <p:cNvSpPr>
            <a:spLocks noGrp="1"/>
          </p:cNvSpPr>
          <p:nvPr/>
        </p:nvSpPr>
        <p:spPr>
          <a:xfrm>
            <a:off x="2268455" y="3390661"/>
            <a:ext cx="45341" cy="45341"/>
          </a:xfrm>
          <a:prstGeom prst="ellipse">
            <a:avLst/>
          </a:prstGeom>
          <a:solidFill>
            <a:srgbClr val="B08A60">
              <a:alpha val="40000"/>
            </a:srgbClr>
          </a:solidFill>
          <a:ln w="0">
            <a:noFill/>
            <a:prstDash val="solid"/>
          </a:ln>
        </p:spPr>
      </p:sp>
      <p:sp>
        <p:nvSpPr>
          <p:cNvPr id="960" name="b_small_bar_ellipse_3198">
            <a:extLst>
              <a:ext uri="{FF2B5EF4-FFF2-40B4-BE49-F238E27FC236}">
                <a16:creationId xmlns:a16="http://schemas.microsoft.com/office/drawing/2014/main" id="{F2B59F6B-A378-4611-B575-9277B8C2C98D}"/>
              </a:ext>
            </a:extLst>
          </p:cNvPr>
          <p:cNvSpPr>
            <a:spLocks noGrp="1"/>
          </p:cNvSpPr>
          <p:nvPr/>
        </p:nvSpPr>
        <p:spPr>
          <a:xfrm>
            <a:off x="2111647" y="3635029"/>
            <a:ext cx="45341" cy="45341"/>
          </a:xfrm>
          <a:prstGeom prst="ellipse">
            <a:avLst/>
          </a:prstGeom>
          <a:solidFill>
            <a:srgbClr val="B08A60">
              <a:alpha val="40000"/>
            </a:srgbClr>
          </a:solidFill>
          <a:ln w="0">
            <a:noFill/>
            <a:prstDash val="solid"/>
          </a:ln>
        </p:spPr>
      </p:sp>
      <p:sp>
        <p:nvSpPr>
          <p:cNvPr id="961" name="b_small_bar_ellipse_3199">
            <a:extLst>
              <a:ext uri="{FF2B5EF4-FFF2-40B4-BE49-F238E27FC236}">
                <a16:creationId xmlns:a16="http://schemas.microsoft.com/office/drawing/2014/main" id="{2B8D6B0F-54F8-43A4-B730-36182D7A9823}"/>
              </a:ext>
            </a:extLst>
          </p:cNvPr>
          <p:cNvSpPr>
            <a:spLocks noGrp="1"/>
          </p:cNvSpPr>
          <p:nvPr/>
        </p:nvSpPr>
        <p:spPr>
          <a:xfrm>
            <a:off x="2156733" y="2979709"/>
            <a:ext cx="45341" cy="45341"/>
          </a:xfrm>
          <a:prstGeom prst="ellipse">
            <a:avLst/>
          </a:prstGeom>
          <a:solidFill>
            <a:srgbClr val="B08A60">
              <a:alpha val="40000"/>
            </a:srgbClr>
          </a:solidFill>
          <a:ln w="0">
            <a:noFill/>
            <a:prstDash val="solid"/>
          </a:ln>
        </p:spPr>
      </p:sp>
      <p:sp>
        <p:nvSpPr>
          <p:cNvPr id="962" name="b_small_bar_ellipse_3200">
            <a:extLst>
              <a:ext uri="{FF2B5EF4-FFF2-40B4-BE49-F238E27FC236}">
                <a16:creationId xmlns:a16="http://schemas.microsoft.com/office/drawing/2014/main" id="{029DB502-EAB7-49AA-A4E0-713446216594}"/>
              </a:ext>
            </a:extLst>
          </p:cNvPr>
          <p:cNvSpPr>
            <a:spLocks noGrp="1"/>
          </p:cNvSpPr>
          <p:nvPr/>
        </p:nvSpPr>
        <p:spPr>
          <a:xfrm>
            <a:off x="2110363" y="2872130"/>
            <a:ext cx="45341" cy="45341"/>
          </a:xfrm>
          <a:prstGeom prst="ellipse">
            <a:avLst/>
          </a:prstGeom>
          <a:solidFill>
            <a:srgbClr val="B08A60">
              <a:alpha val="40000"/>
            </a:srgbClr>
          </a:solidFill>
          <a:ln w="0">
            <a:noFill/>
            <a:prstDash val="solid"/>
          </a:ln>
        </p:spPr>
      </p:sp>
      <p:sp>
        <p:nvSpPr>
          <p:cNvPr id="963" name="b_small_bar_ellipse_3201">
            <a:extLst>
              <a:ext uri="{FF2B5EF4-FFF2-40B4-BE49-F238E27FC236}">
                <a16:creationId xmlns:a16="http://schemas.microsoft.com/office/drawing/2014/main" id="{95071AFC-240B-48F9-A2DC-109AAE3385AC}"/>
              </a:ext>
            </a:extLst>
          </p:cNvPr>
          <p:cNvSpPr>
            <a:spLocks noGrp="1"/>
          </p:cNvSpPr>
          <p:nvPr/>
        </p:nvSpPr>
        <p:spPr>
          <a:xfrm>
            <a:off x="2288379" y="2551059"/>
            <a:ext cx="45341" cy="45341"/>
          </a:xfrm>
          <a:prstGeom prst="ellipse">
            <a:avLst/>
          </a:prstGeom>
          <a:solidFill>
            <a:srgbClr val="B08A60">
              <a:alpha val="40000"/>
            </a:srgbClr>
          </a:solidFill>
          <a:ln w="0">
            <a:noFill/>
            <a:prstDash val="solid"/>
          </a:ln>
        </p:spPr>
      </p:sp>
      <p:sp>
        <p:nvSpPr>
          <p:cNvPr id="964" name="b_small_bar_ellipse_3202">
            <a:extLst>
              <a:ext uri="{FF2B5EF4-FFF2-40B4-BE49-F238E27FC236}">
                <a16:creationId xmlns:a16="http://schemas.microsoft.com/office/drawing/2014/main" id="{3920E1B6-EFD7-4FCD-8EC8-562C241B5307}"/>
              </a:ext>
            </a:extLst>
          </p:cNvPr>
          <p:cNvSpPr>
            <a:spLocks noGrp="1"/>
          </p:cNvSpPr>
          <p:nvPr/>
        </p:nvSpPr>
        <p:spPr>
          <a:xfrm>
            <a:off x="2176987" y="4457382"/>
            <a:ext cx="45341" cy="45341"/>
          </a:xfrm>
          <a:prstGeom prst="ellipse">
            <a:avLst/>
          </a:prstGeom>
          <a:solidFill>
            <a:srgbClr val="B08A60">
              <a:alpha val="40000"/>
            </a:srgbClr>
          </a:solidFill>
          <a:ln w="0">
            <a:noFill/>
            <a:prstDash val="solid"/>
          </a:ln>
        </p:spPr>
      </p:sp>
      <p:sp>
        <p:nvSpPr>
          <p:cNvPr id="965" name="b_small_bar_ellipse_3203">
            <a:extLst>
              <a:ext uri="{FF2B5EF4-FFF2-40B4-BE49-F238E27FC236}">
                <a16:creationId xmlns:a16="http://schemas.microsoft.com/office/drawing/2014/main" id="{5B94C92C-BE0C-4553-B928-3FB9AE91BCDD}"/>
              </a:ext>
            </a:extLst>
          </p:cNvPr>
          <p:cNvSpPr>
            <a:spLocks noGrp="1"/>
          </p:cNvSpPr>
          <p:nvPr/>
        </p:nvSpPr>
        <p:spPr>
          <a:xfrm>
            <a:off x="2208357" y="2500708"/>
            <a:ext cx="45341" cy="45341"/>
          </a:xfrm>
          <a:prstGeom prst="ellipse">
            <a:avLst/>
          </a:prstGeom>
          <a:solidFill>
            <a:srgbClr val="B08A60">
              <a:alpha val="40000"/>
            </a:srgbClr>
          </a:solidFill>
          <a:ln w="0">
            <a:noFill/>
            <a:prstDash val="solid"/>
          </a:ln>
        </p:spPr>
      </p:sp>
      <p:sp>
        <p:nvSpPr>
          <p:cNvPr id="966" name="b_small_bar_ellipse_3204">
            <a:extLst>
              <a:ext uri="{FF2B5EF4-FFF2-40B4-BE49-F238E27FC236}">
                <a16:creationId xmlns:a16="http://schemas.microsoft.com/office/drawing/2014/main" id="{31E5CDA4-0413-4B1B-9FAD-023A1F089185}"/>
              </a:ext>
            </a:extLst>
          </p:cNvPr>
          <p:cNvSpPr>
            <a:spLocks noGrp="1"/>
          </p:cNvSpPr>
          <p:nvPr/>
        </p:nvSpPr>
        <p:spPr>
          <a:xfrm>
            <a:off x="2091410" y="2778364"/>
            <a:ext cx="45341" cy="45341"/>
          </a:xfrm>
          <a:prstGeom prst="ellipse">
            <a:avLst/>
          </a:prstGeom>
          <a:solidFill>
            <a:srgbClr val="B08A60">
              <a:alpha val="40000"/>
            </a:srgbClr>
          </a:solidFill>
          <a:ln w="0">
            <a:noFill/>
            <a:prstDash val="solid"/>
          </a:ln>
        </p:spPr>
      </p:sp>
      <p:sp>
        <p:nvSpPr>
          <p:cNvPr id="967" name="b_small_bar_ellipse_3205">
            <a:extLst>
              <a:ext uri="{FF2B5EF4-FFF2-40B4-BE49-F238E27FC236}">
                <a16:creationId xmlns:a16="http://schemas.microsoft.com/office/drawing/2014/main" id="{FB338AE9-04FF-4387-AA7D-F8DA21C1D877}"/>
              </a:ext>
            </a:extLst>
          </p:cNvPr>
          <p:cNvSpPr>
            <a:spLocks noGrp="1"/>
          </p:cNvSpPr>
          <p:nvPr/>
        </p:nvSpPr>
        <p:spPr>
          <a:xfrm>
            <a:off x="2267005" y="2516746"/>
            <a:ext cx="45341" cy="45341"/>
          </a:xfrm>
          <a:prstGeom prst="ellipse">
            <a:avLst/>
          </a:prstGeom>
          <a:solidFill>
            <a:srgbClr val="B08A60">
              <a:alpha val="40000"/>
            </a:srgbClr>
          </a:solidFill>
          <a:ln w="0">
            <a:noFill/>
            <a:prstDash val="solid"/>
          </a:ln>
        </p:spPr>
      </p:sp>
      <p:sp>
        <p:nvSpPr>
          <p:cNvPr id="968" name="b_small_bar_ellipse_3206">
            <a:extLst>
              <a:ext uri="{FF2B5EF4-FFF2-40B4-BE49-F238E27FC236}">
                <a16:creationId xmlns:a16="http://schemas.microsoft.com/office/drawing/2014/main" id="{6EC90199-C57D-4009-96C3-687BB3ECE088}"/>
              </a:ext>
            </a:extLst>
          </p:cNvPr>
          <p:cNvSpPr>
            <a:spLocks noGrp="1"/>
          </p:cNvSpPr>
          <p:nvPr/>
        </p:nvSpPr>
        <p:spPr>
          <a:xfrm>
            <a:off x="2189681" y="4389840"/>
            <a:ext cx="45341" cy="45341"/>
          </a:xfrm>
          <a:prstGeom prst="ellipse">
            <a:avLst/>
          </a:prstGeom>
          <a:solidFill>
            <a:srgbClr val="B08A60">
              <a:alpha val="40000"/>
            </a:srgbClr>
          </a:solidFill>
          <a:ln w="0">
            <a:noFill/>
            <a:prstDash val="solid"/>
          </a:ln>
        </p:spPr>
      </p:sp>
      <p:sp>
        <p:nvSpPr>
          <p:cNvPr id="969" name="b_small_bar_ellipse_3207">
            <a:extLst>
              <a:ext uri="{FF2B5EF4-FFF2-40B4-BE49-F238E27FC236}">
                <a16:creationId xmlns:a16="http://schemas.microsoft.com/office/drawing/2014/main" id="{9CC8E75A-CF4F-44F6-988E-81C3B40A388D}"/>
              </a:ext>
            </a:extLst>
          </p:cNvPr>
          <p:cNvSpPr>
            <a:spLocks noGrp="1"/>
          </p:cNvSpPr>
          <p:nvPr/>
        </p:nvSpPr>
        <p:spPr>
          <a:xfrm>
            <a:off x="2288436" y="3802841"/>
            <a:ext cx="45341" cy="45341"/>
          </a:xfrm>
          <a:prstGeom prst="ellipse">
            <a:avLst/>
          </a:prstGeom>
          <a:solidFill>
            <a:srgbClr val="B08A60">
              <a:alpha val="40000"/>
            </a:srgbClr>
          </a:solidFill>
          <a:ln w="0">
            <a:noFill/>
            <a:prstDash val="solid"/>
          </a:ln>
        </p:spPr>
      </p:sp>
      <p:sp>
        <p:nvSpPr>
          <p:cNvPr id="970" name="b_small_bar_ellipse_3208">
            <a:extLst>
              <a:ext uri="{FF2B5EF4-FFF2-40B4-BE49-F238E27FC236}">
                <a16:creationId xmlns:a16="http://schemas.microsoft.com/office/drawing/2014/main" id="{7CAEF03C-C7AD-4D87-9EAC-F2A5787D1938}"/>
              </a:ext>
            </a:extLst>
          </p:cNvPr>
          <p:cNvSpPr>
            <a:spLocks noGrp="1"/>
          </p:cNvSpPr>
          <p:nvPr/>
        </p:nvSpPr>
        <p:spPr>
          <a:xfrm>
            <a:off x="2123691" y="4457382"/>
            <a:ext cx="45341" cy="45341"/>
          </a:xfrm>
          <a:prstGeom prst="ellipse">
            <a:avLst/>
          </a:prstGeom>
          <a:solidFill>
            <a:srgbClr val="B08A60">
              <a:alpha val="40000"/>
            </a:srgbClr>
          </a:solidFill>
          <a:ln w="0">
            <a:noFill/>
            <a:prstDash val="solid"/>
          </a:ln>
        </p:spPr>
      </p:sp>
      <p:sp>
        <p:nvSpPr>
          <p:cNvPr id="971" name="b_small_bar_ellipse_3209">
            <a:extLst>
              <a:ext uri="{FF2B5EF4-FFF2-40B4-BE49-F238E27FC236}">
                <a16:creationId xmlns:a16="http://schemas.microsoft.com/office/drawing/2014/main" id="{ACA474C1-37E5-4AF1-9B7B-AC026287DA7E}"/>
              </a:ext>
            </a:extLst>
          </p:cNvPr>
          <p:cNvSpPr>
            <a:spLocks noGrp="1"/>
          </p:cNvSpPr>
          <p:nvPr/>
        </p:nvSpPr>
        <p:spPr>
          <a:xfrm>
            <a:off x="3740489" y="2025341"/>
            <a:ext cx="45341" cy="45341"/>
          </a:xfrm>
          <a:prstGeom prst="ellipse">
            <a:avLst/>
          </a:prstGeom>
          <a:solidFill>
            <a:srgbClr val="B08A60">
              <a:alpha val="40000"/>
            </a:srgbClr>
          </a:solidFill>
          <a:ln w="0">
            <a:noFill/>
            <a:prstDash val="solid"/>
          </a:ln>
        </p:spPr>
      </p:sp>
      <p:sp>
        <p:nvSpPr>
          <p:cNvPr id="972" name="b_small_bar_ellipse_3210">
            <a:extLst>
              <a:ext uri="{FF2B5EF4-FFF2-40B4-BE49-F238E27FC236}">
                <a16:creationId xmlns:a16="http://schemas.microsoft.com/office/drawing/2014/main" id="{0B2B5F03-4FB9-4C2A-A38A-94928865D071}"/>
              </a:ext>
            </a:extLst>
          </p:cNvPr>
          <p:cNvSpPr>
            <a:spLocks noGrp="1"/>
          </p:cNvSpPr>
          <p:nvPr/>
        </p:nvSpPr>
        <p:spPr>
          <a:xfrm>
            <a:off x="3624173" y="2025341"/>
            <a:ext cx="45341" cy="45341"/>
          </a:xfrm>
          <a:prstGeom prst="ellipse">
            <a:avLst/>
          </a:prstGeom>
          <a:solidFill>
            <a:srgbClr val="B08A60">
              <a:alpha val="40000"/>
            </a:srgbClr>
          </a:solidFill>
          <a:ln w="0">
            <a:noFill/>
            <a:prstDash val="solid"/>
          </a:ln>
        </p:spPr>
      </p:sp>
      <p:sp>
        <p:nvSpPr>
          <p:cNvPr id="973" name="b_small_bar_ellipse_3211">
            <a:extLst>
              <a:ext uri="{FF2B5EF4-FFF2-40B4-BE49-F238E27FC236}">
                <a16:creationId xmlns:a16="http://schemas.microsoft.com/office/drawing/2014/main" id="{FAB9C518-FF6A-4874-97DD-992E69D65F35}"/>
              </a:ext>
            </a:extLst>
          </p:cNvPr>
          <p:cNvSpPr>
            <a:spLocks noGrp="1"/>
          </p:cNvSpPr>
          <p:nvPr/>
        </p:nvSpPr>
        <p:spPr>
          <a:xfrm>
            <a:off x="3720779" y="2025341"/>
            <a:ext cx="45341" cy="45341"/>
          </a:xfrm>
          <a:prstGeom prst="ellipse">
            <a:avLst/>
          </a:prstGeom>
          <a:solidFill>
            <a:srgbClr val="B08A60">
              <a:alpha val="40000"/>
            </a:srgbClr>
          </a:solidFill>
          <a:ln w="0">
            <a:noFill/>
            <a:prstDash val="solid"/>
          </a:ln>
        </p:spPr>
      </p:sp>
      <p:sp>
        <p:nvSpPr>
          <p:cNvPr id="974" name="b_small_bar_ellipse_3212">
            <a:extLst>
              <a:ext uri="{FF2B5EF4-FFF2-40B4-BE49-F238E27FC236}">
                <a16:creationId xmlns:a16="http://schemas.microsoft.com/office/drawing/2014/main" id="{40638B96-9C4A-48EE-A113-EF107FECFA3E}"/>
              </a:ext>
            </a:extLst>
          </p:cNvPr>
          <p:cNvSpPr>
            <a:spLocks noGrp="1"/>
          </p:cNvSpPr>
          <p:nvPr/>
        </p:nvSpPr>
        <p:spPr>
          <a:xfrm>
            <a:off x="3766880" y="2025341"/>
            <a:ext cx="45341" cy="45341"/>
          </a:xfrm>
          <a:prstGeom prst="ellipse">
            <a:avLst/>
          </a:prstGeom>
          <a:solidFill>
            <a:srgbClr val="B08A60">
              <a:alpha val="40000"/>
            </a:srgbClr>
          </a:solidFill>
          <a:ln w="0">
            <a:noFill/>
            <a:prstDash val="solid"/>
          </a:ln>
        </p:spPr>
      </p:sp>
      <p:sp>
        <p:nvSpPr>
          <p:cNvPr id="975" name="b_small_bar_ellipse_3213">
            <a:extLst>
              <a:ext uri="{FF2B5EF4-FFF2-40B4-BE49-F238E27FC236}">
                <a16:creationId xmlns:a16="http://schemas.microsoft.com/office/drawing/2014/main" id="{3D97103C-3938-415B-98C8-CD772FD10B8A}"/>
              </a:ext>
            </a:extLst>
          </p:cNvPr>
          <p:cNvSpPr>
            <a:spLocks noGrp="1"/>
          </p:cNvSpPr>
          <p:nvPr/>
        </p:nvSpPr>
        <p:spPr>
          <a:xfrm>
            <a:off x="3595057" y="2025341"/>
            <a:ext cx="45341" cy="45341"/>
          </a:xfrm>
          <a:prstGeom prst="ellipse">
            <a:avLst/>
          </a:prstGeom>
          <a:solidFill>
            <a:srgbClr val="B08A60">
              <a:alpha val="40000"/>
            </a:srgbClr>
          </a:solidFill>
          <a:ln w="0">
            <a:noFill/>
            <a:prstDash val="solid"/>
          </a:ln>
        </p:spPr>
      </p:sp>
      <p:sp>
        <p:nvSpPr>
          <p:cNvPr id="976" name="b_small_bar_ellipse_3214">
            <a:extLst>
              <a:ext uri="{FF2B5EF4-FFF2-40B4-BE49-F238E27FC236}">
                <a16:creationId xmlns:a16="http://schemas.microsoft.com/office/drawing/2014/main" id="{50543CA5-A167-40ED-9DF8-82881EC9458E}"/>
              </a:ext>
            </a:extLst>
          </p:cNvPr>
          <p:cNvSpPr>
            <a:spLocks noGrp="1"/>
          </p:cNvSpPr>
          <p:nvPr/>
        </p:nvSpPr>
        <p:spPr>
          <a:xfrm>
            <a:off x="3688236" y="2706004"/>
            <a:ext cx="45341" cy="45341"/>
          </a:xfrm>
          <a:prstGeom prst="ellipse">
            <a:avLst/>
          </a:prstGeom>
          <a:solidFill>
            <a:srgbClr val="B08A60">
              <a:alpha val="40000"/>
            </a:srgbClr>
          </a:solidFill>
          <a:ln w="0">
            <a:noFill/>
            <a:prstDash val="solid"/>
          </a:ln>
        </p:spPr>
      </p:sp>
      <p:sp>
        <p:nvSpPr>
          <p:cNvPr id="977" name="b_small_bar_ellipse_3215">
            <a:extLst>
              <a:ext uri="{FF2B5EF4-FFF2-40B4-BE49-F238E27FC236}">
                <a16:creationId xmlns:a16="http://schemas.microsoft.com/office/drawing/2014/main" id="{F3FD7139-9247-4989-9010-173D438ADFED}"/>
              </a:ext>
            </a:extLst>
          </p:cNvPr>
          <p:cNvSpPr>
            <a:spLocks noGrp="1"/>
          </p:cNvSpPr>
          <p:nvPr/>
        </p:nvSpPr>
        <p:spPr>
          <a:xfrm>
            <a:off x="3710553" y="2468320"/>
            <a:ext cx="45341" cy="45341"/>
          </a:xfrm>
          <a:prstGeom prst="ellipse">
            <a:avLst/>
          </a:prstGeom>
          <a:solidFill>
            <a:srgbClr val="B08A60">
              <a:alpha val="40000"/>
            </a:srgbClr>
          </a:solidFill>
          <a:ln w="0">
            <a:noFill/>
            <a:prstDash val="solid"/>
          </a:ln>
        </p:spPr>
      </p:sp>
      <p:sp>
        <p:nvSpPr>
          <p:cNvPr id="978" name="b_small_bar_ellipse_3216">
            <a:extLst>
              <a:ext uri="{FF2B5EF4-FFF2-40B4-BE49-F238E27FC236}">
                <a16:creationId xmlns:a16="http://schemas.microsoft.com/office/drawing/2014/main" id="{BD9548B8-404B-4A58-BE04-8B48B6B5B796}"/>
              </a:ext>
            </a:extLst>
          </p:cNvPr>
          <p:cNvSpPr>
            <a:spLocks noGrp="1"/>
          </p:cNvSpPr>
          <p:nvPr/>
        </p:nvSpPr>
        <p:spPr>
          <a:xfrm>
            <a:off x="3636325" y="2788539"/>
            <a:ext cx="45341" cy="45341"/>
          </a:xfrm>
          <a:prstGeom prst="ellipse">
            <a:avLst/>
          </a:prstGeom>
          <a:solidFill>
            <a:srgbClr val="B08A60">
              <a:alpha val="40000"/>
            </a:srgbClr>
          </a:solidFill>
          <a:ln w="0">
            <a:noFill/>
            <a:prstDash val="solid"/>
          </a:ln>
        </p:spPr>
      </p:sp>
      <p:sp>
        <p:nvSpPr>
          <p:cNvPr id="979" name="b_small_bar_ellipse_3217">
            <a:extLst>
              <a:ext uri="{FF2B5EF4-FFF2-40B4-BE49-F238E27FC236}">
                <a16:creationId xmlns:a16="http://schemas.microsoft.com/office/drawing/2014/main" id="{BE5B426A-A13D-422B-8B16-AF84F3929FAE}"/>
              </a:ext>
            </a:extLst>
          </p:cNvPr>
          <p:cNvSpPr>
            <a:spLocks noGrp="1"/>
          </p:cNvSpPr>
          <p:nvPr/>
        </p:nvSpPr>
        <p:spPr>
          <a:xfrm>
            <a:off x="3780457" y="2836021"/>
            <a:ext cx="45341" cy="45341"/>
          </a:xfrm>
          <a:prstGeom prst="ellipse">
            <a:avLst/>
          </a:prstGeom>
          <a:solidFill>
            <a:srgbClr val="B08A60">
              <a:alpha val="40000"/>
            </a:srgbClr>
          </a:solidFill>
          <a:ln w="0">
            <a:noFill/>
            <a:prstDash val="solid"/>
          </a:ln>
        </p:spPr>
      </p:sp>
      <p:sp>
        <p:nvSpPr>
          <p:cNvPr id="980" name="b_small_bar_ellipse_3218">
            <a:extLst>
              <a:ext uri="{FF2B5EF4-FFF2-40B4-BE49-F238E27FC236}">
                <a16:creationId xmlns:a16="http://schemas.microsoft.com/office/drawing/2014/main" id="{31B1FE94-CDED-41FB-AE80-58CCAC5E5E19}"/>
              </a:ext>
            </a:extLst>
          </p:cNvPr>
          <p:cNvSpPr>
            <a:spLocks noGrp="1"/>
          </p:cNvSpPr>
          <p:nvPr/>
        </p:nvSpPr>
        <p:spPr>
          <a:xfrm>
            <a:off x="3735555" y="2025341"/>
            <a:ext cx="45341" cy="45341"/>
          </a:xfrm>
          <a:prstGeom prst="ellipse">
            <a:avLst/>
          </a:prstGeom>
          <a:solidFill>
            <a:srgbClr val="B08A60">
              <a:alpha val="40000"/>
            </a:srgbClr>
          </a:solidFill>
          <a:ln w="0">
            <a:noFill/>
            <a:prstDash val="solid"/>
          </a:ln>
        </p:spPr>
      </p:sp>
      <p:sp>
        <p:nvSpPr>
          <p:cNvPr id="981" name="b_small_bar_ellipse_3219">
            <a:extLst>
              <a:ext uri="{FF2B5EF4-FFF2-40B4-BE49-F238E27FC236}">
                <a16:creationId xmlns:a16="http://schemas.microsoft.com/office/drawing/2014/main" id="{459286C2-C3FF-406B-91AA-D7C737335985}"/>
              </a:ext>
            </a:extLst>
          </p:cNvPr>
          <p:cNvSpPr>
            <a:spLocks noGrp="1"/>
          </p:cNvSpPr>
          <p:nvPr/>
        </p:nvSpPr>
        <p:spPr>
          <a:xfrm>
            <a:off x="3613035" y="2633351"/>
            <a:ext cx="45341" cy="45341"/>
          </a:xfrm>
          <a:prstGeom prst="ellipse">
            <a:avLst/>
          </a:prstGeom>
          <a:solidFill>
            <a:srgbClr val="B08A60">
              <a:alpha val="40000"/>
            </a:srgbClr>
          </a:solidFill>
          <a:ln w="0">
            <a:noFill/>
            <a:prstDash val="solid"/>
          </a:ln>
        </p:spPr>
      </p:sp>
      <p:sp>
        <p:nvSpPr>
          <p:cNvPr id="982" name="b_small_bar_ellipse_3220">
            <a:extLst>
              <a:ext uri="{FF2B5EF4-FFF2-40B4-BE49-F238E27FC236}">
                <a16:creationId xmlns:a16="http://schemas.microsoft.com/office/drawing/2014/main" id="{50C07D4E-C1D5-4C26-A600-A3EDF76C99F1}"/>
              </a:ext>
            </a:extLst>
          </p:cNvPr>
          <p:cNvSpPr>
            <a:spLocks noGrp="1"/>
          </p:cNvSpPr>
          <p:nvPr/>
        </p:nvSpPr>
        <p:spPr>
          <a:xfrm>
            <a:off x="3674882" y="2153767"/>
            <a:ext cx="45341" cy="45341"/>
          </a:xfrm>
          <a:prstGeom prst="ellipse">
            <a:avLst/>
          </a:prstGeom>
          <a:solidFill>
            <a:srgbClr val="B08A60">
              <a:alpha val="40000"/>
            </a:srgbClr>
          </a:solidFill>
          <a:ln w="0">
            <a:noFill/>
            <a:prstDash val="solid"/>
          </a:ln>
        </p:spPr>
      </p:sp>
      <p:sp>
        <p:nvSpPr>
          <p:cNvPr id="983" name="b_small_bar_ellipse_3221">
            <a:extLst>
              <a:ext uri="{FF2B5EF4-FFF2-40B4-BE49-F238E27FC236}">
                <a16:creationId xmlns:a16="http://schemas.microsoft.com/office/drawing/2014/main" id="{695E49AD-EDBE-492A-9B37-D7A3D4D1A81D}"/>
              </a:ext>
            </a:extLst>
          </p:cNvPr>
          <p:cNvSpPr>
            <a:spLocks noGrp="1"/>
          </p:cNvSpPr>
          <p:nvPr/>
        </p:nvSpPr>
        <p:spPr>
          <a:xfrm>
            <a:off x="3690211" y="3680480"/>
            <a:ext cx="45341" cy="45341"/>
          </a:xfrm>
          <a:prstGeom prst="ellipse">
            <a:avLst/>
          </a:prstGeom>
          <a:solidFill>
            <a:srgbClr val="B08A60">
              <a:alpha val="40000"/>
            </a:srgbClr>
          </a:solidFill>
          <a:ln w="0">
            <a:noFill/>
            <a:prstDash val="solid"/>
          </a:ln>
        </p:spPr>
      </p:sp>
      <p:sp>
        <p:nvSpPr>
          <p:cNvPr id="984" name="b_small_bar_ellipse_3222">
            <a:extLst>
              <a:ext uri="{FF2B5EF4-FFF2-40B4-BE49-F238E27FC236}">
                <a16:creationId xmlns:a16="http://schemas.microsoft.com/office/drawing/2014/main" id="{5731DB95-3264-4F89-992C-CED920B65127}"/>
              </a:ext>
            </a:extLst>
          </p:cNvPr>
          <p:cNvSpPr>
            <a:spLocks noGrp="1"/>
          </p:cNvSpPr>
          <p:nvPr/>
        </p:nvSpPr>
        <p:spPr>
          <a:xfrm>
            <a:off x="3691931" y="2025341"/>
            <a:ext cx="45341" cy="45341"/>
          </a:xfrm>
          <a:prstGeom prst="ellipse">
            <a:avLst/>
          </a:prstGeom>
          <a:solidFill>
            <a:srgbClr val="B08A60">
              <a:alpha val="40000"/>
            </a:srgbClr>
          </a:solidFill>
          <a:ln w="0">
            <a:noFill/>
            <a:prstDash val="solid"/>
          </a:ln>
        </p:spPr>
      </p:sp>
      <p:sp>
        <p:nvSpPr>
          <p:cNvPr id="985" name="b_small_bar_ellipse_3223">
            <a:extLst>
              <a:ext uri="{FF2B5EF4-FFF2-40B4-BE49-F238E27FC236}">
                <a16:creationId xmlns:a16="http://schemas.microsoft.com/office/drawing/2014/main" id="{F9F93209-4A50-4BF3-9DB9-1ECC0CE3A822}"/>
              </a:ext>
            </a:extLst>
          </p:cNvPr>
          <p:cNvSpPr>
            <a:spLocks noGrp="1"/>
          </p:cNvSpPr>
          <p:nvPr/>
        </p:nvSpPr>
        <p:spPr>
          <a:xfrm>
            <a:off x="3748349" y="2025341"/>
            <a:ext cx="45341" cy="45341"/>
          </a:xfrm>
          <a:prstGeom prst="ellipse">
            <a:avLst/>
          </a:prstGeom>
          <a:solidFill>
            <a:srgbClr val="B08A60">
              <a:alpha val="40000"/>
            </a:srgbClr>
          </a:solidFill>
          <a:ln w="0">
            <a:noFill/>
            <a:prstDash val="solid"/>
          </a:ln>
        </p:spPr>
      </p:sp>
      <p:sp>
        <p:nvSpPr>
          <p:cNvPr id="986" name="b_small_bar_ellipse_3224">
            <a:extLst>
              <a:ext uri="{FF2B5EF4-FFF2-40B4-BE49-F238E27FC236}">
                <a16:creationId xmlns:a16="http://schemas.microsoft.com/office/drawing/2014/main" id="{FB7D3364-9A8B-4816-B980-3D54188DCEDC}"/>
              </a:ext>
            </a:extLst>
          </p:cNvPr>
          <p:cNvSpPr>
            <a:spLocks noGrp="1"/>
          </p:cNvSpPr>
          <p:nvPr/>
        </p:nvSpPr>
        <p:spPr>
          <a:xfrm>
            <a:off x="3735128" y="3241362"/>
            <a:ext cx="45341" cy="45341"/>
          </a:xfrm>
          <a:prstGeom prst="ellipse">
            <a:avLst/>
          </a:prstGeom>
          <a:solidFill>
            <a:srgbClr val="B08A60">
              <a:alpha val="40000"/>
            </a:srgbClr>
          </a:solidFill>
          <a:ln w="0">
            <a:noFill/>
            <a:prstDash val="solid"/>
          </a:ln>
        </p:spPr>
      </p:sp>
      <p:sp>
        <p:nvSpPr>
          <p:cNvPr id="987" name="b_small_bar_ellipse_3225">
            <a:extLst>
              <a:ext uri="{FF2B5EF4-FFF2-40B4-BE49-F238E27FC236}">
                <a16:creationId xmlns:a16="http://schemas.microsoft.com/office/drawing/2014/main" id="{F8A9C29C-B489-4DFC-AA5F-A0A6EA079B6A}"/>
              </a:ext>
            </a:extLst>
          </p:cNvPr>
          <p:cNvSpPr>
            <a:spLocks noGrp="1"/>
          </p:cNvSpPr>
          <p:nvPr/>
        </p:nvSpPr>
        <p:spPr>
          <a:xfrm>
            <a:off x="3595550" y="2836021"/>
            <a:ext cx="45341" cy="45341"/>
          </a:xfrm>
          <a:prstGeom prst="ellipse">
            <a:avLst/>
          </a:prstGeom>
          <a:solidFill>
            <a:srgbClr val="B08A60">
              <a:alpha val="40000"/>
            </a:srgbClr>
          </a:solidFill>
          <a:ln w="0">
            <a:noFill/>
            <a:prstDash val="solid"/>
          </a:ln>
        </p:spPr>
      </p:sp>
      <p:sp>
        <p:nvSpPr>
          <p:cNvPr id="988" name="b_small_bar_ellipse_3226">
            <a:extLst>
              <a:ext uri="{FF2B5EF4-FFF2-40B4-BE49-F238E27FC236}">
                <a16:creationId xmlns:a16="http://schemas.microsoft.com/office/drawing/2014/main" id="{731DDBDA-256C-4FD6-A2C0-914386A365FE}"/>
              </a:ext>
            </a:extLst>
          </p:cNvPr>
          <p:cNvSpPr>
            <a:spLocks noGrp="1"/>
          </p:cNvSpPr>
          <p:nvPr/>
        </p:nvSpPr>
        <p:spPr>
          <a:xfrm>
            <a:off x="3720117" y="2025341"/>
            <a:ext cx="45341" cy="45341"/>
          </a:xfrm>
          <a:prstGeom prst="ellipse">
            <a:avLst/>
          </a:prstGeom>
          <a:solidFill>
            <a:srgbClr val="B08A60">
              <a:alpha val="40000"/>
            </a:srgbClr>
          </a:solidFill>
          <a:ln w="0">
            <a:noFill/>
            <a:prstDash val="solid"/>
          </a:ln>
        </p:spPr>
      </p:sp>
      <p:sp>
        <p:nvSpPr>
          <p:cNvPr id="989" name="b_small_bar_ellipse_3227">
            <a:extLst>
              <a:ext uri="{FF2B5EF4-FFF2-40B4-BE49-F238E27FC236}">
                <a16:creationId xmlns:a16="http://schemas.microsoft.com/office/drawing/2014/main" id="{5493EE03-B9D1-4C6E-B008-21DDBC84AC8C}"/>
              </a:ext>
            </a:extLst>
          </p:cNvPr>
          <p:cNvSpPr>
            <a:spLocks noGrp="1"/>
          </p:cNvSpPr>
          <p:nvPr/>
        </p:nvSpPr>
        <p:spPr>
          <a:xfrm>
            <a:off x="3594350" y="3734271"/>
            <a:ext cx="45341" cy="45341"/>
          </a:xfrm>
          <a:prstGeom prst="ellipse">
            <a:avLst/>
          </a:prstGeom>
          <a:solidFill>
            <a:srgbClr val="B08A60">
              <a:alpha val="40000"/>
            </a:srgbClr>
          </a:solidFill>
          <a:ln w="0">
            <a:noFill/>
            <a:prstDash val="solid"/>
          </a:ln>
        </p:spPr>
      </p:sp>
      <p:sp>
        <p:nvSpPr>
          <p:cNvPr id="990" name="b_small_bar_ellipse_3228">
            <a:extLst>
              <a:ext uri="{FF2B5EF4-FFF2-40B4-BE49-F238E27FC236}">
                <a16:creationId xmlns:a16="http://schemas.microsoft.com/office/drawing/2014/main" id="{1AE840B8-9FFB-4901-B1BD-47B22CC29CA0}"/>
              </a:ext>
            </a:extLst>
          </p:cNvPr>
          <p:cNvSpPr>
            <a:spLocks noGrp="1"/>
          </p:cNvSpPr>
          <p:nvPr/>
        </p:nvSpPr>
        <p:spPr>
          <a:xfrm>
            <a:off x="3793288" y="4457382"/>
            <a:ext cx="45341" cy="45341"/>
          </a:xfrm>
          <a:prstGeom prst="ellipse">
            <a:avLst/>
          </a:prstGeom>
          <a:solidFill>
            <a:srgbClr val="B08A60">
              <a:alpha val="40000"/>
            </a:srgbClr>
          </a:solidFill>
          <a:ln w="0">
            <a:noFill/>
            <a:prstDash val="solid"/>
          </a:ln>
        </p:spPr>
      </p:sp>
      <p:sp>
        <p:nvSpPr>
          <p:cNvPr id="991" name="b_small_bar_ellipse_3229">
            <a:extLst>
              <a:ext uri="{FF2B5EF4-FFF2-40B4-BE49-F238E27FC236}">
                <a16:creationId xmlns:a16="http://schemas.microsoft.com/office/drawing/2014/main" id="{FE46C37D-59BD-4FBC-91B7-0F97A29D09C9}"/>
              </a:ext>
            </a:extLst>
          </p:cNvPr>
          <p:cNvSpPr>
            <a:spLocks noGrp="1"/>
          </p:cNvSpPr>
          <p:nvPr/>
        </p:nvSpPr>
        <p:spPr>
          <a:xfrm>
            <a:off x="3622116" y="3849372"/>
            <a:ext cx="45341" cy="45341"/>
          </a:xfrm>
          <a:prstGeom prst="ellipse">
            <a:avLst/>
          </a:prstGeom>
          <a:solidFill>
            <a:srgbClr val="B08A60">
              <a:alpha val="40000"/>
            </a:srgbClr>
          </a:solidFill>
          <a:ln w="0">
            <a:noFill/>
            <a:prstDash val="solid"/>
          </a:ln>
        </p:spPr>
      </p:sp>
      <p:sp>
        <p:nvSpPr>
          <p:cNvPr id="992" name="b_small_bar_ellipse_3230">
            <a:extLst>
              <a:ext uri="{FF2B5EF4-FFF2-40B4-BE49-F238E27FC236}">
                <a16:creationId xmlns:a16="http://schemas.microsoft.com/office/drawing/2014/main" id="{5D510712-5FEB-4720-A511-F042C69C3B2E}"/>
              </a:ext>
            </a:extLst>
          </p:cNvPr>
          <p:cNvSpPr>
            <a:spLocks noGrp="1"/>
          </p:cNvSpPr>
          <p:nvPr/>
        </p:nvSpPr>
        <p:spPr>
          <a:xfrm>
            <a:off x="3725765" y="4457382"/>
            <a:ext cx="45341" cy="45341"/>
          </a:xfrm>
          <a:prstGeom prst="ellipse">
            <a:avLst/>
          </a:prstGeom>
          <a:solidFill>
            <a:srgbClr val="B08A60">
              <a:alpha val="40000"/>
            </a:srgbClr>
          </a:solidFill>
          <a:ln w="0">
            <a:noFill/>
            <a:prstDash val="solid"/>
          </a:ln>
        </p:spPr>
      </p:sp>
      <p:sp>
        <p:nvSpPr>
          <p:cNvPr id="993" name="b_small_bar_ellipse_3231">
            <a:extLst>
              <a:ext uri="{FF2B5EF4-FFF2-40B4-BE49-F238E27FC236}">
                <a16:creationId xmlns:a16="http://schemas.microsoft.com/office/drawing/2014/main" id="{93BCCBCB-4203-444C-BC36-C1BBDF8D4CC9}"/>
              </a:ext>
            </a:extLst>
          </p:cNvPr>
          <p:cNvSpPr>
            <a:spLocks noGrp="1"/>
          </p:cNvSpPr>
          <p:nvPr/>
        </p:nvSpPr>
        <p:spPr>
          <a:xfrm>
            <a:off x="3615446" y="2329346"/>
            <a:ext cx="45341" cy="45341"/>
          </a:xfrm>
          <a:prstGeom prst="ellipse">
            <a:avLst/>
          </a:prstGeom>
          <a:solidFill>
            <a:srgbClr val="B08A60">
              <a:alpha val="40000"/>
            </a:srgbClr>
          </a:solidFill>
          <a:ln w="0">
            <a:noFill/>
            <a:prstDash val="solid"/>
          </a:ln>
        </p:spPr>
      </p:sp>
      <p:sp>
        <p:nvSpPr>
          <p:cNvPr id="994" name="b_small_bar_ellipse_3232">
            <a:extLst>
              <a:ext uri="{FF2B5EF4-FFF2-40B4-BE49-F238E27FC236}">
                <a16:creationId xmlns:a16="http://schemas.microsoft.com/office/drawing/2014/main" id="{04825890-3C6B-44C3-82AE-978AD678A0AC}"/>
              </a:ext>
            </a:extLst>
          </p:cNvPr>
          <p:cNvSpPr>
            <a:spLocks noGrp="1"/>
          </p:cNvSpPr>
          <p:nvPr/>
        </p:nvSpPr>
        <p:spPr>
          <a:xfrm>
            <a:off x="3777552" y="3238466"/>
            <a:ext cx="45341" cy="45341"/>
          </a:xfrm>
          <a:prstGeom prst="ellipse">
            <a:avLst/>
          </a:prstGeom>
          <a:solidFill>
            <a:srgbClr val="B08A60">
              <a:alpha val="40000"/>
            </a:srgbClr>
          </a:solidFill>
          <a:ln w="0">
            <a:noFill/>
            <a:prstDash val="solid"/>
          </a:ln>
        </p:spPr>
      </p:sp>
      <p:sp>
        <p:nvSpPr>
          <p:cNvPr id="995" name="b_small_bar_ellipse_3233">
            <a:extLst>
              <a:ext uri="{FF2B5EF4-FFF2-40B4-BE49-F238E27FC236}">
                <a16:creationId xmlns:a16="http://schemas.microsoft.com/office/drawing/2014/main" id="{D6BC3A21-5A79-43C5-A50A-F3C0FAE3F519}"/>
              </a:ext>
            </a:extLst>
          </p:cNvPr>
          <p:cNvSpPr>
            <a:spLocks noGrp="1"/>
          </p:cNvSpPr>
          <p:nvPr/>
        </p:nvSpPr>
        <p:spPr>
          <a:xfrm>
            <a:off x="3742106" y="4457382"/>
            <a:ext cx="45341" cy="45341"/>
          </a:xfrm>
          <a:prstGeom prst="ellipse">
            <a:avLst/>
          </a:prstGeom>
          <a:solidFill>
            <a:srgbClr val="B08A60">
              <a:alpha val="40000"/>
            </a:srgbClr>
          </a:solidFill>
          <a:ln w="0">
            <a:noFill/>
            <a:prstDash val="solid"/>
          </a:ln>
        </p:spPr>
      </p:sp>
      <p:sp>
        <p:nvSpPr>
          <p:cNvPr id="996" name="b_small_bar_ellipse_3234">
            <a:extLst>
              <a:ext uri="{FF2B5EF4-FFF2-40B4-BE49-F238E27FC236}">
                <a16:creationId xmlns:a16="http://schemas.microsoft.com/office/drawing/2014/main" id="{25AD2DE3-9A9E-42FA-A6BD-2282CDB01FFD}"/>
              </a:ext>
            </a:extLst>
          </p:cNvPr>
          <p:cNvSpPr>
            <a:spLocks noGrp="1"/>
          </p:cNvSpPr>
          <p:nvPr/>
        </p:nvSpPr>
        <p:spPr>
          <a:xfrm>
            <a:off x="3649298" y="3748037"/>
            <a:ext cx="45341" cy="45341"/>
          </a:xfrm>
          <a:prstGeom prst="ellipse">
            <a:avLst/>
          </a:prstGeom>
          <a:solidFill>
            <a:srgbClr val="B08A60">
              <a:alpha val="40000"/>
            </a:srgbClr>
          </a:solidFill>
          <a:ln w="0">
            <a:noFill/>
            <a:prstDash val="solid"/>
          </a:ln>
        </p:spPr>
      </p:sp>
      <p:sp>
        <p:nvSpPr>
          <p:cNvPr id="997" name="b_small_bar_ellipse_3235">
            <a:extLst>
              <a:ext uri="{FF2B5EF4-FFF2-40B4-BE49-F238E27FC236}">
                <a16:creationId xmlns:a16="http://schemas.microsoft.com/office/drawing/2014/main" id="{E0D34599-EBAD-41C5-801B-F60565515E1C}"/>
              </a:ext>
            </a:extLst>
          </p:cNvPr>
          <p:cNvSpPr>
            <a:spLocks noGrp="1"/>
          </p:cNvSpPr>
          <p:nvPr/>
        </p:nvSpPr>
        <p:spPr>
          <a:xfrm>
            <a:off x="3649733" y="4457382"/>
            <a:ext cx="45341" cy="45341"/>
          </a:xfrm>
          <a:prstGeom prst="ellipse">
            <a:avLst/>
          </a:prstGeom>
          <a:solidFill>
            <a:srgbClr val="B08A60">
              <a:alpha val="40000"/>
            </a:srgbClr>
          </a:solidFill>
          <a:ln w="0">
            <a:noFill/>
            <a:prstDash val="solid"/>
          </a:ln>
        </p:spPr>
      </p:sp>
      <p:sp>
        <p:nvSpPr>
          <p:cNvPr id="998" name="b_small_bar_ellipse_3236">
            <a:extLst>
              <a:ext uri="{FF2B5EF4-FFF2-40B4-BE49-F238E27FC236}">
                <a16:creationId xmlns:a16="http://schemas.microsoft.com/office/drawing/2014/main" id="{3BFC9D7A-2777-412B-886E-9FC73AF6ACA2}"/>
              </a:ext>
            </a:extLst>
          </p:cNvPr>
          <p:cNvSpPr>
            <a:spLocks noGrp="1"/>
          </p:cNvSpPr>
          <p:nvPr/>
        </p:nvSpPr>
        <p:spPr>
          <a:xfrm>
            <a:off x="3695546" y="2025341"/>
            <a:ext cx="45341" cy="45341"/>
          </a:xfrm>
          <a:prstGeom prst="ellipse">
            <a:avLst/>
          </a:prstGeom>
          <a:solidFill>
            <a:srgbClr val="B08A60">
              <a:alpha val="40000"/>
            </a:srgbClr>
          </a:solidFill>
          <a:ln w="0">
            <a:noFill/>
            <a:prstDash val="solid"/>
          </a:ln>
        </p:spPr>
      </p:sp>
      <p:sp>
        <p:nvSpPr>
          <p:cNvPr id="999" name="b_small_bar_ellipse_3237">
            <a:extLst>
              <a:ext uri="{FF2B5EF4-FFF2-40B4-BE49-F238E27FC236}">
                <a16:creationId xmlns:a16="http://schemas.microsoft.com/office/drawing/2014/main" id="{AB66A5AB-AA1D-4AAD-B32F-BD14FBDD04E7}"/>
              </a:ext>
            </a:extLst>
          </p:cNvPr>
          <p:cNvSpPr>
            <a:spLocks noGrp="1"/>
          </p:cNvSpPr>
          <p:nvPr/>
        </p:nvSpPr>
        <p:spPr>
          <a:xfrm>
            <a:off x="3782369" y="4457382"/>
            <a:ext cx="45341" cy="45341"/>
          </a:xfrm>
          <a:prstGeom prst="ellipse">
            <a:avLst/>
          </a:prstGeom>
          <a:solidFill>
            <a:srgbClr val="B08A60">
              <a:alpha val="40000"/>
            </a:srgbClr>
          </a:solidFill>
          <a:ln w="0">
            <a:noFill/>
            <a:prstDash val="solid"/>
          </a:ln>
        </p:spPr>
      </p:sp>
      <p:sp>
        <p:nvSpPr>
          <p:cNvPr id="1000" name="b_small_bar_ellipse_3238">
            <a:extLst>
              <a:ext uri="{FF2B5EF4-FFF2-40B4-BE49-F238E27FC236}">
                <a16:creationId xmlns:a16="http://schemas.microsoft.com/office/drawing/2014/main" id="{1983E0F9-42A5-4774-8515-3659C945D4EB}"/>
              </a:ext>
            </a:extLst>
          </p:cNvPr>
          <p:cNvSpPr>
            <a:spLocks noGrp="1"/>
          </p:cNvSpPr>
          <p:nvPr/>
        </p:nvSpPr>
        <p:spPr>
          <a:xfrm>
            <a:off x="3799273" y="4134031"/>
            <a:ext cx="45341" cy="45341"/>
          </a:xfrm>
          <a:prstGeom prst="ellipse">
            <a:avLst/>
          </a:prstGeom>
          <a:solidFill>
            <a:srgbClr val="B08A60">
              <a:alpha val="40000"/>
            </a:srgbClr>
          </a:solidFill>
          <a:ln w="0">
            <a:noFill/>
            <a:prstDash val="solid"/>
          </a:ln>
        </p:spPr>
      </p:sp>
      <p:sp>
        <p:nvSpPr>
          <p:cNvPr id="1001" name="b_small_bar_ellipse_3239">
            <a:extLst>
              <a:ext uri="{FF2B5EF4-FFF2-40B4-BE49-F238E27FC236}">
                <a16:creationId xmlns:a16="http://schemas.microsoft.com/office/drawing/2014/main" id="{B40CD349-699C-4588-9AE7-838D7A204243}"/>
              </a:ext>
            </a:extLst>
          </p:cNvPr>
          <p:cNvSpPr>
            <a:spLocks noGrp="1"/>
          </p:cNvSpPr>
          <p:nvPr/>
        </p:nvSpPr>
        <p:spPr>
          <a:xfrm>
            <a:off x="3605899" y="4052042"/>
            <a:ext cx="45341" cy="45341"/>
          </a:xfrm>
          <a:prstGeom prst="ellipse">
            <a:avLst/>
          </a:prstGeom>
          <a:solidFill>
            <a:srgbClr val="B08A60">
              <a:alpha val="40000"/>
            </a:srgbClr>
          </a:solidFill>
          <a:ln w="0">
            <a:noFill/>
            <a:prstDash val="solid"/>
          </a:ln>
        </p:spPr>
      </p:sp>
      <p:sp>
        <p:nvSpPr>
          <p:cNvPr id="1002" name="b_small_bar_ellipse_3240">
            <a:extLst>
              <a:ext uri="{FF2B5EF4-FFF2-40B4-BE49-F238E27FC236}">
                <a16:creationId xmlns:a16="http://schemas.microsoft.com/office/drawing/2014/main" id="{756EE83C-2162-47FF-A853-BB9CDCAC8498}"/>
              </a:ext>
            </a:extLst>
          </p:cNvPr>
          <p:cNvSpPr>
            <a:spLocks noGrp="1"/>
          </p:cNvSpPr>
          <p:nvPr/>
        </p:nvSpPr>
        <p:spPr>
          <a:xfrm>
            <a:off x="3683898" y="2633351"/>
            <a:ext cx="45341" cy="45341"/>
          </a:xfrm>
          <a:prstGeom prst="ellipse">
            <a:avLst/>
          </a:prstGeom>
          <a:solidFill>
            <a:srgbClr val="B08A60">
              <a:alpha val="40000"/>
            </a:srgbClr>
          </a:solidFill>
          <a:ln w="0">
            <a:noFill/>
            <a:prstDash val="solid"/>
          </a:ln>
        </p:spPr>
      </p:sp>
      <p:sp>
        <p:nvSpPr>
          <p:cNvPr id="1003" name="b_small_bar_ellipse_3241">
            <a:extLst>
              <a:ext uri="{FF2B5EF4-FFF2-40B4-BE49-F238E27FC236}">
                <a16:creationId xmlns:a16="http://schemas.microsoft.com/office/drawing/2014/main" id="{66A3F6A5-A7EE-4706-9FE5-43AE04EAD061}"/>
              </a:ext>
            </a:extLst>
          </p:cNvPr>
          <p:cNvSpPr>
            <a:spLocks noGrp="1"/>
          </p:cNvSpPr>
          <p:nvPr/>
        </p:nvSpPr>
        <p:spPr>
          <a:xfrm>
            <a:off x="3723769" y="4248101"/>
            <a:ext cx="45341" cy="45341"/>
          </a:xfrm>
          <a:prstGeom prst="ellipse">
            <a:avLst/>
          </a:prstGeom>
          <a:solidFill>
            <a:srgbClr val="B08A60">
              <a:alpha val="40000"/>
            </a:srgbClr>
          </a:solidFill>
          <a:ln w="0">
            <a:noFill/>
            <a:prstDash val="solid"/>
          </a:ln>
        </p:spPr>
      </p:sp>
      <p:sp>
        <p:nvSpPr>
          <p:cNvPr id="1004" name="b_small_bar_ellipse_3242">
            <a:extLst>
              <a:ext uri="{FF2B5EF4-FFF2-40B4-BE49-F238E27FC236}">
                <a16:creationId xmlns:a16="http://schemas.microsoft.com/office/drawing/2014/main" id="{63796BAD-8224-4695-9E46-158870CC2154}"/>
              </a:ext>
            </a:extLst>
          </p:cNvPr>
          <p:cNvSpPr>
            <a:spLocks noGrp="1"/>
          </p:cNvSpPr>
          <p:nvPr/>
        </p:nvSpPr>
        <p:spPr>
          <a:xfrm>
            <a:off x="3682639" y="2025341"/>
            <a:ext cx="45341" cy="45341"/>
          </a:xfrm>
          <a:prstGeom prst="ellipse">
            <a:avLst/>
          </a:prstGeom>
          <a:solidFill>
            <a:srgbClr val="B08A60">
              <a:alpha val="40000"/>
            </a:srgbClr>
          </a:solidFill>
          <a:ln w="0">
            <a:noFill/>
            <a:prstDash val="solid"/>
          </a:ln>
        </p:spPr>
      </p:sp>
      <p:sp>
        <p:nvSpPr>
          <p:cNvPr id="1005" name="b_small_bar_ellipse_3243">
            <a:extLst>
              <a:ext uri="{FF2B5EF4-FFF2-40B4-BE49-F238E27FC236}">
                <a16:creationId xmlns:a16="http://schemas.microsoft.com/office/drawing/2014/main" id="{1F14CF1A-A864-4E9D-A4B5-FCC881F2940F}"/>
              </a:ext>
            </a:extLst>
          </p:cNvPr>
          <p:cNvSpPr>
            <a:spLocks noGrp="1"/>
          </p:cNvSpPr>
          <p:nvPr/>
        </p:nvSpPr>
        <p:spPr>
          <a:xfrm>
            <a:off x="3700461" y="4457382"/>
            <a:ext cx="45341" cy="45341"/>
          </a:xfrm>
          <a:prstGeom prst="ellipse">
            <a:avLst/>
          </a:prstGeom>
          <a:solidFill>
            <a:srgbClr val="B08A60">
              <a:alpha val="40000"/>
            </a:srgbClr>
          </a:solidFill>
          <a:ln w="0">
            <a:noFill/>
            <a:prstDash val="solid"/>
          </a:ln>
        </p:spPr>
      </p:sp>
      <p:sp>
        <p:nvSpPr>
          <p:cNvPr id="1006" name="b_small_bar_ellipse_3244">
            <a:extLst>
              <a:ext uri="{FF2B5EF4-FFF2-40B4-BE49-F238E27FC236}">
                <a16:creationId xmlns:a16="http://schemas.microsoft.com/office/drawing/2014/main" id="{0A977E9E-0789-439C-A333-02A5CFD34BA2}"/>
              </a:ext>
            </a:extLst>
          </p:cNvPr>
          <p:cNvSpPr>
            <a:spLocks noGrp="1"/>
          </p:cNvSpPr>
          <p:nvPr/>
        </p:nvSpPr>
        <p:spPr>
          <a:xfrm>
            <a:off x="3753808" y="4457382"/>
            <a:ext cx="45341" cy="45341"/>
          </a:xfrm>
          <a:prstGeom prst="ellipse">
            <a:avLst/>
          </a:prstGeom>
          <a:solidFill>
            <a:srgbClr val="B08A60">
              <a:alpha val="40000"/>
            </a:srgbClr>
          </a:solidFill>
          <a:ln w="0">
            <a:noFill/>
            <a:prstDash val="solid"/>
          </a:ln>
        </p:spPr>
      </p:sp>
      <p:sp>
        <p:nvSpPr>
          <p:cNvPr id="1007" name="b_small_bar_ellipse_3245">
            <a:extLst>
              <a:ext uri="{FF2B5EF4-FFF2-40B4-BE49-F238E27FC236}">
                <a16:creationId xmlns:a16="http://schemas.microsoft.com/office/drawing/2014/main" id="{FF73538E-0DB0-4248-BA6D-A05977D0BFA0}"/>
              </a:ext>
            </a:extLst>
          </p:cNvPr>
          <p:cNvSpPr>
            <a:spLocks noGrp="1"/>
          </p:cNvSpPr>
          <p:nvPr/>
        </p:nvSpPr>
        <p:spPr>
          <a:xfrm>
            <a:off x="3762089" y="2025341"/>
            <a:ext cx="45341" cy="45341"/>
          </a:xfrm>
          <a:prstGeom prst="ellipse">
            <a:avLst/>
          </a:prstGeom>
          <a:solidFill>
            <a:srgbClr val="B08A60">
              <a:alpha val="40000"/>
            </a:srgbClr>
          </a:solidFill>
          <a:ln w="0">
            <a:noFill/>
            <a:prstDash val="solid"/>
          </a:ln>
        </p:spPr>
      </p:sp>
      <p:sp>
        <p:nvSpPr>
          <p:cNvPr id="1008" name="b_small_bar_ellipse_3246">
            <a:extLst>
              <a:ext uri="{FF2B5EF4-FFF2-40B4-BE49-F238E27FC236}">
                <a16:creationId xmlns:a16="http://schemas.microsoft.com/office/drawing/2014/main" id="{0A52F4CE-5128-4B89-9BE1-E23B5E5D4FB8}"/>
              </a:ext>
            </a:extLst>
          </p:cNvPr>
          <p:cNvSpPr>
            <a:spLocks noGrp="1"/>
          </p:cNvSpPr>
          <p:nvPr/>
        </p:nvSpPr>
        <p:spPr>
          <a:xfrm>
            <a:off x="3668247" y="2498238"/>
            <a:ext cx="45341" cy="45341"/>
          </a:xfrm>
          <a:prstGeom prst="ellipse">
            <a:avLst/>
          </a:prstGeom>
          <a:solidFill>
            <a:srgbClr val="B08A60">
              <a:alpha val="40000"/>
            </a:srgbClr>
          </a:solidFill>
          <a:ln w="0">
            <a:noFill/>
            <a:prstDash val="solid"/>
          </a:ln>
        </p:spPr>
      </p:sp>
      <p:sp>
        <p:nvSpPr>
          <p:cNvPr id="1009" name="b_small_bar_ellipse_3247">
            <a:extLst>
              <a:ext uri="{FF2B5EF4-FFF2-40B4-BE49-F238E27FC236}">
                <a16:creationId xmlns:a16="http://schemas.microsoft.com/office/drawing/2014/main" id="{5BAC0FC1-6D81-4BA3-BA98-69B6F587830E}"/>
              </a:ext>
            </a:extLst>
          </p:cNvPr>
          <p:cNvSpPr>
            <a:spLocks noGrp="1"/>
          </p:cNvSpPr>
          <p:nvPr/>
        </p:nvSpPr>
        <p:spPr>
          <a:xfrm>
            <a:off x="3593752" y="2025341"/>
            <a:ext cx="45341" cy="45341"/>
          </a:xfrm>
          <a:prstGeom prst="ellipse">
            <a:avLst/>
          </a:prstGeom>
          <a:solidFill>
            <a:srgbClr val="B08A60">
              <a:alpha val="40000"/>
            </a:srgbClr>
          </a:solidFill>
          <a:ln w="0">
            <a:noFill/>
            <a:prstDash val="solid"/>
          </a:ln>
        </p:spPr>
      </p:sp>
      <p:sp>
        <p:nvSpPr>
          <p:cNvPr id="1010" name="b_small_bar_ellipse_3248">
            <a:extLst>
              <a:ext uri="{FF2B5EF4-FFF2-40B4-BE49-F238E27FC236}">
                <a16:creationId xmlns:a16="http://schemas.microsoft.com/office/drawing/2014/main" id="{34FB1D8F-E7EF-47C6-B52B-5FCD3CD05B6B}"/>
              </a:ext>
            </a:extLst>
          </p:cNvPr>
          <p:cNvSpPr>
            <a:spLocks noGrp="1"/>
          </p:cNvSpPr>
          <p:nvPr/>
        </p:nvSpPr>
        <p:spPr>
          <a:xfrm>
            <a:off x="3612911" y="4457382"/>
            <a:ext cx="45341" cy="45341"/>
          </a:xfrm>
          <a:prstGeom prst="ellipse">
            <a:avLst/>
          </a:prstGeom>
          <a:solidFill>
            <a:srgbClr val="B08A60">
              <a:alpha val="40000"/>
            </a:srgbClr>
          </a:solidFill>
          <a:ln w="0">
            <a:noFill/>
            <a:prstDash val="solid"/>
          </a:ln>
        </p:spPr>
      </p:sp>
      <p:sp>
        <p:nvSpPr>
          <p:cNvPr id="1011" name="b_small_bar_ellipse_3249">
            <a:extLst>
              <a:ext uri="{FF2B5EF4-FFF2-40B4-BE49-F238E27FC236}">
                <a16:creationId xmlns:a16="http://schemas.microsoft.com/office/drawing/2014/main" id="{E961BB0E-2D03-4AFA-A6AC-543CA0CFE98E}"/>
              </a:ext>
            </a:extLst>
          </p:cNvPr>
          <p:cNvSpPr>
            <a:spLocks noGrp="1"/>
          </p:cNvSpPr>
          <p:nvPr/>
        </p:nvSpPr>
        <p:spPr>
          <a:xfrm>
            <a:off x="3748279" y="2864974"/>
            <a:ext cx="45341" cy="45341"/>
          </a:xfrm>
          <a:prstGeom prst="ellipse">
            <a:avLst/>
          </a:prstGeom>
          <a:solidFill>
            <a:srgbClr val="B08A60">
              <a:alpha val="40000"/>
            </a:srgbClr>
          </a:solidFill>
          <a:ln w="0">
            <a:noFill/>
            <a:prstDash val="solid"/>
          </a:ln>
        </p:spPr>
      </p:sp>
      <p:sp>
        <p:nvSpPr>
          <p:cNvPr id="1012" name="b_small_bar_ellipse_3250">
            <a:extLst>
              <a:ext uri="{FF2B5EF4-FFF2-40B4-BE49-F238E27FC236}">
                <a16:creationId xmlns:a16="http://schemas.microsoft.com/office/drawing/2014/main" id="{364B8DE8-E50E-4C7D-8852-7FBF684EBD66}"/>
              </a:ext>
            </a:extLst>
          </p:cNvPr>
          <p:cNvSpPr>
            <a:spLocks noGrp="1"/>
          </p:cNvSpPr>
          <p:nvPr/>
        </p:nvSpPr>
        <p:spPr>
          <a:xfrm>
            <a:off x="3723426" y="3241362"/>
            <a:ext cx="45341" cy="45341"/>
          </a:xfrm>
          <a:prstGeom prst="ellipse">
            <a:avLst/>
          </a:prstGeom>
          <a:solidFill>
            <a:srgbClr val="B08A60">
              <a:alpha val="40000"/>
            </a:srgbClr>
          </a:solidFill>
          <a:ln w="0">
            <a:noFill/>
            <a:prstDash val="solid"/>
          </a:ln>
        </p:spPr>
      </p:sp>
      <p:sp>
        <p:nvSpPr>
          <p:cNvPr id="1013" name="b_small_bar_ellipse_3251">
            <a:extLst>
              <a:ext uri="{FF2B5EF4-FFF2-40B4-BE49-F238E27FC236}">
                <a16:creationId xmlns:a16="http://schemas.microsoft.com/office/drawing/2014/main" id="{5BDF3C94-7A76-456C-92BC-583E7747CE5A}"/>
              </a:ext>
            </a:extLst>
          </p:cNvPr>
          <p:cNvSpPr>
            <a:spLocks noGrp="1"/>
          </p:cNvSpPr>
          <p:nvPr/>
        </p:nvSpPr>
        <p:spPr>
          <a:xfrm>
            <a:off x="3716874" y="2025341"/>
            <a:ext cx="45341" cy="45341"/>
          </a:xfrm>
          <a:prstGeom prst="ellipse">
            <a:avLst/>
          </a:prstGeom>
          <a:solidFill>
            <a:srgbClr val="B08A60">
              <a:alpha val="40000"/>
            </a:srgbClr>
          </a:solidFill>
          <a:ln w="0">
            <a:noFill/>
            <a:prstDash val="solid"/>
          </a:ln>
        </p:spPr>
      </p:sp>
      <p:sp>
        <p:nvSpPr>
          <p:cNvPr id="1014" name="b_small_bar_ellipse_3252">
            <a:extLst>
              <a:ext uri="{FF2B5EF4-FFF2-40B4-BE49-F238E27FC236}">
                <a16:creationId xmlns:a16="http://schemas.microsoft.com/office/drawing/2014/main" id="{F74D5282-81E9-4ED6-90A5-C2C14821C466}"/>
              </a:ext>
            </a:extLst>
          </p:cNvPr>
          <p:cNvSpPr>
            <a:spLocks noGrp="1"/>
          </p:cNvSpPr>
          <p:nvPr/>
        </p:nvSpPr>
        <p:spPr>
          <a:xfrm>
            <a:off x="3609030" y="3241362"/>
            <a:ext cx="45341" cy="45341"/>
          </a:xfrm>
          <a:prstGeom prst="ellipse">
            <a:avLst/>
          </a:prstGeom>
          <a:solidFill>
            <a:srgbClr val="B08A60">
              <a:alpha val="40000"/>
            </a:srgbClr>
          </a:solidFill>
          <a:ln w="0">
            <a:noFill/>
            <a:prstDash val="solid"/>
          </a:ln>
        </p:spPr>
      </p:sp>
      <p:sp>
        <p:nvSpPr>
          <p:cNvPr id="1015" name="b_small_bar_ellipse_3253">
            <a:extLst>
              <a:ext uri="{FF2B5EF4-FFF2-40B4-BE49-F238E27FC236}">
                <a16:creationId xmlns:a16="http://schemas.microsoft.com/office/drawing/2014/main" id="{5E7E82A3-2856-45D5-A5B2-48DD4DB9C5BB}"/>
              </a:ext>
            </a:extLst>
          </p:cNvPr>
          <p:cNvSpPr>
            <a:spLocks noGrp="1"/>
          </p:cNvSpPr>
          <p:nvPr/>
        </p:nvSpPr>
        <p:spPr>
          <a:xfrm>
            <a:off x="3608054" y="2025341"/>
            <a:ext cx="45341" cy="45341"/>
          </a:xfrm>
          <a:prstGeom prst="ellipse">
            <a:avLst/>
          </a:prstGeom>
          <a:solidFill>
            <a:srgbClr val="B08A60">
              <a:alpha val="40000"/>
            </a:srgbClr>
          </a:solidFill>
          <a:ln w="0">
            <a:noFill/>
            <a:prstDash val="solid"/>
          </a:ln>
        </p:spPr>
      </p:sp>
      <p:sp>
        <p:nvSpPr>
          <p:cNvPr id="1016" name="b_small_bar_ellipse_3254">
            <a:extLst>
              <a:ext uri="{FF2B5EF4-FFF2-40B4-BE49-F238E27FC236}">
                <a16:creationId xmlns:a16="http://schemas.microsoft.com/office/drawing/2014/main" id="{D35430D1-126E-4744-9180-60FBBF3B1878}"/>
              </a:ext>
            </a:extLst>
          </p:cNvPr>
          <p:cNvSpPr>
            <a:spLocks noGrp="1"/>
          </p:cNvSpPr>
          <p:nvPr/>
        </p:nvSpPr>
        <p:spPr>
          <a:xfrm>
            <a:off x="3731030" y="2025341"/>
            <a:ext cx="45341" cy="45341"/>
          </a:xfrm>
          <a:prstGeom prst="ellipse">
            <a:avLst/>
          </a:prstGeom>
          <a:solidFill>
            <a:srgbClr val="B08A60">
              <a:alpha val="40000"/>
            </a:srgbClr>
          </a:solidFill>
          <a:ln w="0">
            <a:noFill/>
            <a:prstDash val="solid"/>
          </a:ln>
        </p:spPr>
      </p:sp>
      <p:sp>
        <p:nvSpPr>
          <p:cNvPr id="1017" name="b_small_bar_ellipse_3255">
            <a:extLst>
              <a:ext uri="{FF2B5EF4-FFF2-40B4-BE49-F238E27FC236}">
                <a16:creationId xmlns:a16="http://schemas.microsoft.com/office/drawing/2014/main" id="{72FDC395-E6B4-403D-8444-6AA0C85E5923}"/>
              </a:ext>
            </a:extLst>
          </p:cNvPr>
          <p:cNvSpPr>
            <a:spLocks noGrp="1"/>
          </p:cNvSpPr>
          <p:nvPr/>
        </p:nvSpPr>
        <p:spPr>
          <a:xfrm>
            <a:off x="3610044" y="2025341"/>
            <a:ext cx="45341" cy="45341"/>
          </a:xfrm>
          <a:prstGeom prst="ellipse">
            <a:avLst/>
          </a:prstGeom>
          <a:solidFill>
            <a:srgbClr val="B08A60">
              <a:alpha val="40000"/>
            </a:srgbClr>
          </a:solidFill>
          <a:ln w="0">
            <a:noFill/>
            <a:prstDash val="solid"/>
          </a:ln>
        </p:spPr>
      </p:sp>
      <p:sp>
        <p:nvSpPr>
          <p:cNvPr id="1018" name="b_small_bar_ellipse_3256">
            <a:extLst>
              <a:ext uri="{FF2B5EF4-FFF2-40B4-BE49-F238E27FC236}">
                <a16:creationId xmlns:a16="http://schemas.microsoft.com/office/drawing/2014/main" id="{384E2EC4-C736-41EC-AF68-72EBB6E2EC43}"/>
              </a:ext>
            </a:extLst>
          </p:cNvPr>
          <p:cNvSpPr>
            <a:spLocks noGrp="1"/>
          </p:cNvSpPr>
          <p:nvPr/>
        </p:nvSpPr>
        <p:spPr>
          <a:xfrm>
            <a:off x="3750567" y="4396581"/>
            <a:ext cx="45341" cy="45341"/>
          </a:xfrm>
          <a:prstGeom prst="ellipse">
            <a:avLst/>
          </a:prstGeom>
          <a:solidFill>
            <a:srgbClr val="B08A60">
              <a:alpha val="40000"/>
            </a:srgbClr>
          </a:solidFill>
          <a:ln w="0">
            <a:noFill/>
            <a:prstDash val="solid"/>
          </a:ln>
        </p:spPr>
      </p:sp>
      <p:sp>
        <p:nvSpPr>
          <p:cNvPr id="1019" name="b_small_bar_ellipse_3257">
            <a:extLst>
              <a:ext uri="{FF2B5EF4-FFF2-40B4-BE49-F238E27FC236}">
                <a16:creationId xmlns:a16="http://schemas.microsoft.com/office/drawing/2014/main" id="{8FD344FC-8D5D-483D-86B7-F0755D162B65}"/>
              </a:ext>
            </a:extLst>
          </p:cNvPr>
          <p:cNvSpPr>
            <a:spLocks noGrp="1"/>
          </p:cNvSpPr>
          <p:nvPr/>
        </p:nvSpPr>
        <p:spPr>
          <a:xfrm>
            <a:off x="3730944" y="2274143"/>
            <a:ext cx="45341" cy="45341"/>
          </a:xfrm>
          <a:prstGeom prst="ellipse">
            <a:avLst/>
          </a:prstGeom>
          <a:solidFill>
            <a:srgbClr val="B08A60">
              <a:alpha val="40000"/>
            </a:srgbClr>
          </a:solidFill>
          <a:ln w="0">
            <a:noFill/>
            <a:prstDash val="solid"/>
          </a:ln>
        </p:spPr>
      </p:sp>
      <p:sp>
        <p:nvSpPr>
          <p:cNvPr id="1020" name="b_small_bar_ellipse_3258">
            <a:extLst>
              <a:ext uri="{FF2B5EF4-FFF2-40B4-BE49-F238E27FC236}">
                <a16:creationId xmlns:a16="http://schemas.microsoft.com/office/drawing/2014/main" id="{A7FB67D9-B550-401D-9CD2-98F5FE25D9CF}"/>
              </a:ext>
            </a:extLst>
          </p:cNvPr>
          <p:cNvSpPr>
            <a:spLocks noGrp="1"/>
          </p:cNvSpPr>
          <p:nvPr/>
        </p:nvSpPr>
        <p:spPr>
          <a:xfrm>
            <a:off x="3616411" y="4457382"/>
            <a:ext cx="45341" cy="45341"/>
          </a:xfrm>
          <a:prstGeom prst="ellipse">
            <a:avLst/>
          </a:prstGeom>
          <a:solidFill>
            <a:srgbClr val="B08A60">
              <a:alpha val="40000"/>
            </a:srgbClr>
          </a:solidFill>
          <a:ln w="0">
            <a:noFill/>
            <a:prstDash val="solid"/>
          </a:ln>
        </p:spPr>
      </p:sp>
      <p:sp>
        <p:nvSpPr>
          <p:cNvPr id="1021" name="b_small_bar_ellipse_3259">
            <a:extLst>
              <a:ext uri="{FF2B5EF4-FFF2-40B4-BE49-F238E27FC236}">
                <a16:creationId xmlns:a16="http://schemas.microsoft.com/office/drawing/2014/main" id="{B63D908A-CBB9-409E-A716-B0C477677340}"/>
              </a:ext>
            </a:extLst>
          </p:cNvPr>
          <p:cNvSpPr>
            <a:spLocks noGrp="1"/>
          </p:cNvSpPr>
          <p:nvPr/>
        </p:nvSpPr>
        <p:spPr>
          <a:xfrm>
            <a:off x="3633395" y="4457382"/>
            <a:ext cx="45341" cy="45341"/>
          </a:xfrm>
          <a:prstGeom prst="ellipse">
            <a:avLst/>
          </a:prstGeom>
          <a:solidFill>
            <a:srgbClr val="B08A60">
              <a:alpha val="40000"/>
            </a:srgbClr>
          </a:solidFill>
          <a:ln w="0">
            <a:noFill/>
            <a:prstDash val="solid"/>
          </a:ln>
        </p:spPr>
      </p:sp>
      <p:sp>
        <p:nvSpPr>
          <p:cNvPr id="1022" name="b_small_bar_ellipse_3260">
            <a:extLst>
              <a:ext uri="{FF2B5EF4-FFF2-40B4-BE49-F238E27FC236}">
                <a16:creationId xmlns:a16="http://schemas.microsoft.com/office/drawing/2014/main" id="{3A65ECAE-0BCA-4E46-A3A1-F40399881C2F}"/>
              </a:ext>
            </a:extLst>
          </p:cNvPr>
          <p:cNvSpPr>
            <a:spLocks noGrp="1"/>
          </p:cNvSpPr>
          <p:nvPr/>
        </p:nvSpPr>
        <p:spPr>
          <a:xfrm>
            <a:off x="3739061" y="4457382"/>
            <a:ext cx="45341" cy="45341"/>
          </a:xfrm>
          <a:prstGeom prst="ellipse">
            <a:avLst/>
          </a:prstGeom>
          <a:solidFill>
            <a:srgbClr val="B08A60">
              <a:alpha val="40000"/>
            </a:srgbClr>
          </a:solidFill>
          <a:ln w="0">
            <a:noFill/>
            <a:prstDash val="solid"/>
          </a:ln>
        </p:spPr>
      </p:sp>
      <p:sp>
        <p:nvSpPr>
          <p:cNvPr id="1023" name="b_small_bar_ellipse_3261">
            <a:extLst>
              <a:ext uri="{FF2B5EF4-FFF2-40B4-BE49-F238E27FC236}">
                <a16:creationId xmlns:a16="http://schemas.microsoft.com/office/drawing/2014/main" id="{09E4A928-BCEF-436F-A858-A68FA544991C}"/>
              </a:ext>
            </a:extLst>
          </p:cNvPr>
          <p:cNvSpPr>
            <a:spLocks noGrp="1"/>
          </p:cNvSpPr>
          <p:nvPr/>
        </p:nvSpPr>
        <p:spPr>
          <a:xfrm>
            <a:off x="3677786" y="3849372"/>
            <a:ext cx="45341" cy="45341"/>
          </a:xfrm>
          <a:prstGeom prst="ellipse">
            <a:avLst/>
          </a:prstGeom>
          <a:solidFill>
            <a:srgbClr val="B08A60">
              <a:alpha val="40000"/>
            </a:srgbClr>
          </a:solidFill>
          <a:ln w="0">
            <a:noFill/>
            <a:prstDash val="solid"/>
          </a:ln>
        </p:spPr>
      </p:sp>
      <p:sp>
        <p:nvSpPr>
          <p:cNvPr id="1024" name="b_small_bar_ellipse_3262">
            <a:extLst>
              <a:ext uri="{FF2B5EF4-FFF2-40B4-BE49-F238E27FC236}">
                <a16:creationId xmlns:a16="http://schemas.microsoft.com/office/drawing/2014/main" id="{6CF36F0D-3ED2-4810-94AA-26BE321A718A}"/>
              </a:ext>
            </a:extLst>
          </p:cNvPr>
          <p:cNvSpPr>
            <a:spLocks noGrp="1"/>
          </p:cNvSpPr>
          <p:nvPr/>
        </p:nvSpPr>
        <p:spPr>
          <a:xfrm>
            <a:off x="3646926" y="4109948"/>
            <a:ext cx="45341" cy="45341"/>
          </a:xfrm>
          <a:prstGeom prst="ellipse">
            <a:avLst/>
          </a:prstGeom>
          <a:solidFill>
            <a:srgbClr val="B08A60">
              <a:alpha val="40000"/>
            </a:srgbClr>
          </a:solidFill>
          <a:ln w="0">
            <a:noFill/>
            <a:prstDash val="solid"/>
          </a:ln>
        </p:spPr>
      </p:sp>
      <p:sp>
        <p:nvSpPr>
          <p:cNvPr id="1025" name="b_small_bar_ellipse_3263">
            <a:extLst>
              <a:ext uri="{FF2B5EF4-FFF2-40B4-BE49-F238E27FC236}">
                <a16:creationId xmlns:a16="http://schemas.microsoft.com/office/drawing/2014/main" id="{01E625D6-D6E8-4E80-B632-9DC7CD72A579}"/>
              </a:ext>
            </a:extLst>
          </p:cNvPr>
          <p:cNvSpPr>
            <a:spLocks noGrp="1"/>
          </p:cNvSpPr>
          <p:nvPr/>
        </p:nvSpPr>
        <p:spPr>
          <a:xfrm>
            <a:off x="3690706" y="2633351"/>
            <a:ext cx="45341" cy="45341"/>
          </a:xfrm>
          <a:prstGeom prst="ellipse">
            <a:avLst/>
          </a:prstGeom>
          <a:solidFill>
            <a:srgbClr val="B08A60">
              <a:alpha val="40000"/>
            </a:srgbClr>
          </a:solidFill>
          <a:ln w="0">
            <a:noFill/>
            <a:prstDash val="solid"/>
          </a:ln>
        </p:spPr>
      </p:sp>
      <p:sp>
        <p:nvSpPr>
          <p:cNvPr id="1026" name="b_small_bar_ellipse_3264">
            <a:extLst>
              <a:ext uri="{FF2B5EF4-FFF2-40B4-BE49-F238E27FC236}">
                <a16:creationId xmlns:a16="http://schemas.microsoft.com/office/drawing/2014/main" id="{2FCE7387-6669-4307-B243-7AC798D344F2}"/>
              </a:ext>
            </a:extLst>
          </p:cNvPr>
          <p:cNvSpPr>
            <a:spLocks noGrp="1"/>
          </p:cNvSpPr>
          <p:nvPr/>
        </p:nvSpPr>
        <p:spPr>
          <a:xfrm>
            <a:off x="3606374" y="3849372"/>
            <a:ext cx="45341" cy="45341"/>
          </a:xfrm>
          <a:prstGeom prst="ellipse">
            <a:avLst/>
          </a:prstGeom>
          <a:solidFill>
            <a:srgbClr val="B08A60">
              <a:alpha val="40000"/>
            </a:srgbClr>
          </a:solidFill>
          <a:ln w="0">
            <a:noFill/>
            <a:prstDash val="solid"/>
          </a:ln>
        </p:spPr>
      </p:sp>
      <p:sp>
        <p:nvSpPr>
          <p:cNvPr id="1027" name="b_small_bar_ellipse_3265">
            <a:extLst>
              <a:ext uri="{FF2B5EF4-FFF2-40B4-BE49-F238E27FC236}">
                <a16:creationId xmlns:a16="http://schemas.microsoft.com/office/drawing/2014/main" id="{1C24735B-98B1-48F1-BDFC-AB5ACF04BE08}"/>
              </a:ext>
            </a:extLst>
          </p:cNvPr>
          <p:cNvSpPr>
            <a:spLocks noGrp="1"/>
          </p:cNvSpPr>
          <p:nvPr/>
        </p:nvSpPr>
        <p:spPr>
          <a:xfrm>
            <a:off x="3711964" y="2025341"/>
            <a:ext cx="45341" cy="45341"/>
          </a:xfrm>
          <a:prstGeom prst="ellipse">
            <a:avLst/>
          </a:prstGeom>
          <a:solidFill>
            <a:srgbClr val="B08A60">
              <a:alpha val="40000"/>
            </a:srgbClr>
          </a:solidFill>
          <a:ln w="0">
            <a:noFill/>
            <a:prstDash val="solid"/>
          </a:ln>
        </p:spPr>
      </p:sp>
      <p:sp>
        <p:nvSpPr>
          <p:cNvPr id="1028" name="b_small_bar_ellipse_3266">
            <a:extLst>
              <a:ext uri="{FF2B5EF4-FFF2-40B4-BE49-F238E27FC236}">
                <a16:creationId xmlns:a16="http://schemas.microsoft.com/office/drawing/2014/main" id="{BAA52593-84F2-4751-AFCF-283CB4BA7FFF}"/>
              </a:ext>
            </a:extLst>
          </p:cNvPr>
          <p:cNvSpPr>
            <a:spLocks noGrp="1"/>
          </p:cNvSpPr>
          <p:nvPr/>
        </p:nvSpPr>
        <p:spPr>
          <a:xfrm>
            <a:off x="3622988" y="2025341"/>
            <a:ext cx="45341" cy="45341"/>
          </a:xfrm>
          <a:prstGeom prst="ellipse">
            <a:avLst/>
          </a:prstGeom>
          <a:solidFill>
            <a:srgbClr val="B08A60">
              <a:alpha val="40000"/>
            </a:srgbClr>
          </a:solidFill>
          <a:ln w="0">
            <a:noFill/>
            <a:prstDash val="solid"/>
          </a:ln>
        </p:spPr>
      </p:sp>
      <p:sp>
        <p:nvSpPr>
          <p:cNvPr id="1029" name="b_small_bar_ellipse_3267">
            <a:extLst>
              <a:ext uri="{FF2B5EF4-FFF2-40B4-BE49-F238E27FC236}">
                <a16:creationId xmlns:a16="http://schemas.microsoft.com/office/drawing/2014/main" id="{F6DAA94F-D740-41BD-AFAC-D58ECB501D76}"/>
              </a:ext>
            </a:extLst>
          </p:cNvPr>
          <p:cNvSpPr>
            <a:spLocks noGrp="1"/>
          </p:cNvSpPr>
          <p:nvPr/>
        </p:nvSpPr>
        <p:spPr>
          <a:xfrm>
            <a:off x="3666344" y="3080466"/>
            <a:ext cx="45341" cy="45341"/>
          </a:xfrm>
          <a:prstGeom prst="ellipse">
            <a:avLst/>
          </a:prstGeom>
          <a:solidFill>
            <a:srgbClr val="B08A60">
              <a:alpha val="40000"/>
            </a:srgbClr>
          </a:solidFill>
          <a:ln w="0">
            <a:noFill/>
            <a:prstDash val="solid"/>
          </a:ln>
        </p:spPr>
      </p:sp>
      <p:sp>
        <p:nvSpPr>
          <p:cNvPr id="1030" name="b_small_bar_ellipse_3268">
            <a:extLst>
              <a:ext uri="{FF2B5EF4-FFF2-40B4-BE49-F238E27FC236}">
                <a16:creationId xmlns:a16="http://schemas.microsoft.com/office/drawing/2014/main" id="{7DB46E94-1CE7-4E73-935F-B454098D1BEA}"/>
              </a:ext>
            </a:extLst>
          </p:cNvPr>
          <p:cNvSpPr>
            <a:spLocks noGrp="1"/>
          </p:cNvSpPr>
          <p:nvPr/>
        </p:nvSpPr>
        <p:spPr>
          <a:xfrm>
            <a:off x="3695919" y="4457382"/>
            <a:ext cx="45341" cy="45341"/>
          </a:xfrm>
          <a:prstGeom prst="ellipse">
            <a:avLst/>
          </a:prstGeom>
          <a:solidFill>
            <a:srgbClr val="B08A60">
              <a:alpha val="40000"/>
            </a:srgbClr>
          </a:solidFill>
          <a:ln w="0">
            <a:noFill/>
            <a:prstDash val="solid"/>
          </a:ln>
        </p:spPr>
      </p:sp>
      <p:sp>
        <p:nvSpPr>
          <p:cNvPr id="1031" name="b_small_bar_ellipse_3269">
            <a:extLst>
              <a:ext uri="{FF2B5EF4-FFF2-40B4-BE49-F238E27FC236}">
                <a16:creationId xmlns:a16="http://schemas.microsoft.com/office/drawing/2014/main" id="{18573A10-6E0F-4E9F-BA5E-E0303CC1EDE8}"/>
              </a:ext>
            </a:extLst>
          </p:cNvPr>
          <p:cNvSpPr>
            <a:spLocks noGrp="1"/>
          </p:cNvSpPr>
          <p:nvPr/>
        </p:nvSpPr>
        <p:spPr>
          <a:xfrm>
            <a:off x="3795508" y="2633351"/>
            <a:ext cx="45341" cy="45341"/>
          </a:xfrm>
          <a:prstGeom prst="ellipse">
            <a:avLst/>
          </a:prstGeom>
          <a:solidFill>
            <a:srgbClr val="B08A60">
              <a:alpha val="40000"/>
            </a:srgbClr>
          </a:solidFill>
          <a:ln w="0">
            <a:noFill/>
            <a:prstDash val="solid"/>
          </a:ln>
        </p:spPr>
      </p:sp>
      <p:sp>
        <p:nvSpPr>
          <p:cNvPr id="1032" name="b_small_bar_ellipse_3270">
            <a:extLst>
              <a:ext uri="{FF2B5EF4-FFF2-40B4-BE49-F238E27FC236}">
                <a16:creationId xmlns:a16="http://schemas.microsoft.com/office/drawing/2014/main" id="{F3FD5C56-B7E0-4AE9-AD15-0A822DBA569F}"/>
              </a:ext>
            </a:extLst>
          </p:cNvPr>
          <p:cNvSpPr>
            <a:spLocks noGrp="1"/>
          </p:cNvSpPr>
          <p:nvPr/>
        </p:nvSpPr>
        <p:spPr>
          <a:xfrm>
            <a:off x="3607085" y="4457382"/>
            <a:ext cx="45341" cy="45341"/>
          </a:xfrm>
          <a:prstGeom prst="ellipse">
            <a:avLst/>
          </a:prstGeom>
          <a:solidFill>
            <a:srgbClr val="B08A60">
              <a:alpha val="40000"/>
            </a:srgbClr>
          </a:solidFill>
          <a:ln w="0">
            <a:noFill/>
            <a:prstDash val="solid"/>
          </a:ln>
        </p:spPr>
      </p:sp>
      <p:sp>
        <p:nvSpPr>
          <p:cNvPr id="1033" name="b_small_bar_ellipse_3271">
            <a:extLst>
              <a:ext uri="{FF2B5EF4-FFF2-40B4-BE49-F238E27FC236}">
                <a16:creationId xmlns:a16="http://schemas.microsoft.com/office/drawing/2014/main" id="{1F400832-083A-482E-97B4-8DA80A20CF43}"/>
              </a:ext>
            </a:extLst>
          </p:cNvPr>
          <p:cNvSpPr>
            <a:spLocks noGrp="1"/>
          </p:cNvSpPr>
          <p:nvPr/>
        </p:nvSpPr>
        <p:spPr>
          <a:xfrm>
            <a:off x="3724474" y="2025341"/>
            <a:ext cx="45341" cy="45341"/>
          </a:xfrm>
          <a:prstGeom prst="ellipse">
            <a:avLst/>
          </a:prstGeom>
          <a:solidFill>
            <a:srgbClr val="B08A60">
              <a:alpha val="40000"/>
            </a:srgbClr>
          </a:solidFill>
          <a:ln w="0">
            <a:noFill/>
            <a:prstDash val="solid"/>
          </a:ln>
        </p:spPr>
      </p:sp>
      <p:sp>
        <p:nvSpPr>
          <p:cNvPr id="1034" name="b_small_bar_ellipse_3272">
            <a:extLst>
              <a:ext uri="{FF2B5EF4-FFF2-40B4-BE49-F238E27FC236}">
                <a16:creationId xmlns:a16="http://schemas.microsoft.com/office/drawing/2014/main" id="{449DD3AD-343C-4213-ADDE-1B07FC2A28EA}"/>
              </a:ext>
            </a:extLst>
          </p:cNvPr>
          <p:cNvSpPr>
            <a:spLocks noGrp="1"/>
          </p:cNvSpPr>
          <p:nvPr/>
        </p:nvSpPr>
        <p:spPr>
          <a:xfrm>
            <a:off x="3666613" y="4457382"/>
            <a:ext cx="45341" cy="45341"/>
          </a:xfrm>
          <a:prstGeom prst="ellipse">
            <a:avLst/>
          </a:prstGeom>
          <a:solidFill>
            <a:srgbClr val="B08A60">
              <a:alpha val="40000"/>
            </a:srgbClr>
          </a:solidFill>
          <a:ln w="0">
            <a:noFill/>
            <a:prstDash val="solid"/>
          </a:ln>
        </p:spPr>
      </p:sp>
      <p:sp>
        <p:nvSpPr>
          <p:cNvPr id="1035" name="b_small_bar_ellipse_3273">
            <a:extLst>
              <a:ext uri="{FF2B5EF4-FFF2-40B4-BE49-F238E27FC236}">
                <a16:creationId xmlns:a16="http://schemas.microsoft.com/office/drawing/2014/main" id="{193CB664-F95C-4E61-8CFE-D17B3A833C18}"/>
              </a:ext>
            </a:extLst>
          </p:cNvPr>
          <p:cNvSpPr>
            <a:spLocks noGrp="1"/>
          </p:cNvSpPr>
          <p:nvPr/>
        </p:nvSpPr>
        <p:spPr>
          <a:xfrm>
            <a:off x="3727237" y="4031775"/>
            <a:ext cx="45341" cy="45341"/>
          </a:xfrm>
          <a:prstGeom prst="ellipse">
            <a:avLst/>
          </a:prstGeom>
          <a:solidFill>
            <a:srgbClr val="B08A60">
              <a:alpha val="40000"/>
            </a:srgbClr>
          </a:solidFill>
          <a:ln w="0">
            <a:noFill/>
            <a:prstDash val="solid"/>
          </a:ln>
        </p:spPr>
      </p:sp>
      <p:sp>
        <p:nvSpPr>
          <p:cNvPr id="1036" name="b_small_bar_ellipse_3274">
            <a:extLst>
              <a:ext uri="{FF2B5EF4-FFF2-40B4-BE49-F238E27FC236}">
                <a16:creationId xmlns:a16="http://schemas.microsoft.com/office/drawing/2014/main" id="{2ACE3E18-99C0-407A-AE29-9E8B94848A8B}"/>
              </a:ext>
            </a:extLst>
          </p:cNvPr>
          <p:cNvSpPr>
            <a:spLocks noGrp="1"/>
          </p:cNvSpPr>
          <p:nvPr/>
        </p:nvSpPr>
        <p:spPr>
          <a:xfrm>
            <a:off x="3724415" y="2025341"/>
            <a:ext cx="45341" cy="45341"/>
          </a:xfrm>
          <a:prstGeom prst="ellipse">
            <a:avLst/>
          </a:prstGeom>
          <a:solidFill>
            <a:srgbClr val="B08A60">
              <a:alpha val="40000"/>
            </a:srgbClr>
          </a:solidFill>
          <a:ln w="0">
            <a:noFill/>
            <a:prstDash val="solid"/>
          </a:ln>
        </p:spPr>
      </p:sp>
      <p:sp>
        <p:nvSpPr>
          <p:cNvPr id="1037" name="b_small_bar_ellipse_3275">
            <a:extLst>
              <a:ext uri="{FF2B5EF4-FFF2-40B4-BE49-F238E27FC236}">
                <a16:creationId xmlns:a16="http://schemas.microsoft.com/office/drawing/2014/main" id="{4DD88857-871C-4E05-BC50-DB3DEC8222C6}"/>
              </a:ext>
            </a:extLst>
          </p:cNvPr>
          <p:cNvSpPr>
            <a:spLocks noGrp="1"/>
          </p:cNvSpPr>
          <p:nvPr/>
        </p:nvSpPr>
        <p:spPr>
          <a:xfrm>
            <a:off x="3601965" y="2025341"/>
            <a:ext cx="45341" cy="45341"/>
          </a:xfrm>
          <a:prstGeom prst="ellipse">
            <a:avLst/>
          </a:prstGeom>
          <a:solidFill>
            <a:srgbClr val="B08A60">
              <a:alpha val="40000"/>
            </a:srgbClr>
          </a:solidFill>
          <a:ln w="0">
            <a:noFill/>
            <a:prstDash val="solid"/>
          </a:ln>
        </p:spPr>
      </p:sp>
      <p:sp>
        <p:nvSpPr>
          <p:cNvPr id="1038" name="b_small_bar_ellipse_3276">
            <a:extLst>
              <a:ext uri="{FF2B5EF4-FFF2-40B4-BE49-F238E27FC236}">
                <a16:creationId xmlns:a16="http://schemas.microsoft.com/office/drawing/2014/main" id="{597EFF98-1851-453C-A8EA-F9BC5A59D806}"/>
              </a:ext>
            </a:extLst>
          </p:cNvPr>
          <p:cNvSpPr>
            <a:spLocks noGrp="1"/>
          </p:cNvSpPr>
          <p:nvPr/>
        </p:nvSpPr>
        <p:spPr>
          <a:xfrm>
            <a:off x="3597888" y="3934645"/>
            <a:ext cx="45341" cy="45341"/>
          </a:xfrm>
          <a:prstGeom prst="ellipse">
            <a:avLst/>
          </a:prstGeom>
          <a:solidFill>
            <a:srgbClr val="B08A60">
              <a:alpha val="40000"/>
            </a:srgbClr>
          </a:solidFill>
          <a:ln w="0">
            <a:noFill/>
            <a:prstDash val="solid"/>
          </a:ln>
        </p:spPr>
      </p:sp>
      <p:sp>
        <p:nvSpPr>
          <p:cNvPr id="1039" name="b_small_bar_ellipse_3277">
            <a:extLst>
              <a:ext uri="{FF2B5EF4-FFF2-40B4-BE49-F238E27FC236}">
                <a16:creationId xmlns:a16="http://schemas.microsoft.com/office/drawing/2014/main" id="{D8659523-71EE-438F-B3B3-034BDCAE7879}"/>
              </a:ext>
            </a:extLst>
          </p:cNvPr>
          <p:cNvSpPr>
            <a:spLocks noGrp="1"/>
          </p:cNvSpPr>
          <p:nvPr/>
        </p:nvSpPr>
        <p:spPr>
          <a:xfrm>
            <a:off x="3786403" y="2025341"/>
            <a:ext cx="45341" cy="45341"/>
          </a:xfrm>
          <a:prstGeom prst="ellipse">
            <a:avLst/>
          </a:prstGeom>
          <a:solidFill>
            <a:srgbClr val="B08A60">
              <a:alpha val="40000"/>
            </a:srgbClr>
          </a:solidFill>
          <a:ln w="0">
            <a:noFill/>
            <a:prstDash val="solid"/>
          </a:ln>
        </p:spPr>
      </p:sp>
      <p:sp>
        <p:nvSpPr>
          <p:cNvPr id="1040" name="b_small_bar_ellipse_3278">
            <a:extLst>
              <a:ext uri="{FF2B5EF4-FFF2-40B4-BE49-F238E27FC236}">
                <a16:creationId xmlns:a16="http://schemas.microsoft.com/office/drawing/2014/main" id="{BBB1492B-2D91-4B1B-A822-11522789DA97}"/>
              </a:ext>
            </a:extLst>
          </p:cNvPr>
          <p:cNvSpPr>
            <a:spLocks noGrp="1"/>
          </p:cNvSpPr>
          <p:nvPr/>
        </p:nvSpPr>
        <p:spPr>
          <a:xfrm>
            <a:off x="3715730" y="2025341"/>
            <a:ext cx="45341" cy="45341"/>
          </a:xfrm>
          <a:prstGeom prst="ellipse">
            <a:avLst/>
          </a:prstGeom>
          <a:solidFill>
            <a:srgbClr val="B08A60">
              <a:alpha val="40000"/>
            </a:srgbClr>
          </a:solidFill>
          <a:ln w="0">
            <a:noFill/>
            <a:prstDash val="solid"/>
          </a:ln>
        </p:spPr>
      </p:sp>
      <p:sp>
        <p:nvSpPr>
          <p:cNvPr id="1041" name="b_small_bar_ellipse_3279">
            <a:extLst>
              <a:ext uri="{FF2B5EF4-FFF2-40B4-BE49-F238E27FC236}">
                <a16:creationId xmlns:a16="http://schemas.microsoft.com/office/drawing/2014/main" id="{A5DACC49-1329-4E98-A4E4-AC78CDFA9B85}"/>
              </a:ext>
            </a:extLst>
          </p:cNvPr>
          <p:cNvSpPr>
            <a:spLocks noGrp="1"/>
          </p:cNvSpPr>
          <p:nvPr/>
        </p:nvSpPr>
        <p:spPr>
          <a:xfrm>
            <a:off x="3640825" y="2025341"/>
            <a:ext cx="45341" cy="45341"/>
          </a:xfrm>
          <a:prstGeom prst="ellipse">
            <a:avLst/>
          </a:prstGeom>
          <a:solidFill>
            <a:srgbClr val="B08A60">
              <a:alpha val="40000"/>
            </a:srgbClr>
          </a:solidFill>
          <a:ln w="0">
            <a:noFill/>
            <a:prstDash val="solid"/>
          </a:ln>
        </p:spPr>
      </p:sp>
      <p:sp>
        <p:nvSpPr>
          <p:cNvPr id="1042" name="b_small_bar_ellipse_3280">
            <a:extLst>
              <a:ext uri="{FF2B5EF4-FFF2-40B4-BE49-F238E27FC236}">
                <a16:creationId xmlns:a16="http://schemas.microsoft.com/office/drawing/2014/main" id="{C48BF332-7D70-41D4-B85F-2186C4A38C75}"/>
              </a:ext>
            </a:extLst>
          </p:cNvPr>
          <p:cNvSpPr>
            <a:spLocks noGrp="1"/>
          </p:cNvSpPr>
          <p:nvPr/>
        </p:nvSpPr>
        <p:spPr>
          <a:xfrm>
            <a:off x="3669571" y="2025341"/>
            <a:ext cx="45341" cy="45341"/>
          </a:xfrm>
          <a:prstGeom prst="ellipse">
            <a:avLst/>
          </a:prstGeom>
          <a:solidFill>
            <a:srgbClr val="B08A60">
              <a:alpha val="40000"/>
            </a:srgbClr>
          </a:solidFill>
          <a:ln w="0">
            <a:noFill/>
            <a:prstDash val="solid"/>
          </a:ln>
        </p:spPr>
      </p:sp>
      <p:sp>
        <p:nvSpPr>
          <p:cNvPr id="1043" name="b_small_bar_ellipse_3281">
            <a:extLst>
              <a:ext uri="{FF2B5EF4-FFF2-40B4-BE49-F238E27FC236}">
                <a16:creationId xmlns:a16="http://schemas.microsoft.com/office/drawing/2014/main" id="{7F6AA6F1-0F16-458A-AA99-56EF79C25222}"/>
              </a:ext>
            </a:extLst>
          </p:cNvPr>
          <p:cNvSpPr>
            <a:spLocks noGrp="1"/>
          </p:cNvSpPr>
          <p:nvPr/>
        </p:nvSpPr>
        <p:spPr>
          <a:xfrm>
            <a:off x="3594896" y="4457382"/>
            <a:ext cx="45341" cy="45341"/>
          </a:xfrm>
          <a:prstGeom prst="ellipse">
            <a:avLst/>
          </a:prstGeom>
          <a:solidFill>
            <a:srgbClr val="B08A60">
              <a:alpha val="40000"/>
            </a:srgbClr>
          </a:solidFill>
          <a:ln w="0">
            <a:noFill/>
            <a:prstDash val="solid"/>
          </a:ln>
        </p:spPr>
      </p:sp>
      <p:sp>
        <p:nvSpPr>
          <p:cNvPr id="1044" name="b_small_bar_ellipse_3282">
            <a:extLst>
              <a:ext uri="{FF2B5EF4-FFF2-40B4-BE49-F238E27FC236}">
                <a16:creationId xmlns:a16="http://schemas.microsoft.com/office/drawing/2014/main" id="{AE43FBC3-D6AE-4ADB-92E4-F9ED9BC62D6F}"/>
              </a:ext>
            </a:extLst>
          </p:cNvPr>
          <p:cNvSpPr>
            <a:spLocks noGrp="1"/>
          </p:cNvSpPr>
          <p:nvPr/>
        </p:nvSpPr>
        <p:spPr>
          <a:xfrm>
            <a:off x="3629281" y="2025341"/>
            <a:ext cx="45341" cy="45341"/>
          </a:xfrm>
          <a:prstGeom prst="ellipse">
            <a:avLst/>
          </a:prstGeom>
          <a:solidFill>
            <a:srgbClr val="B08A60">
              <a:alpha val="40000"/>
            </a:srgbClr>
          </a:solidFill>
          <a:ln w="0">
            <a:noFill/>
            <a:prstDash val="solid"/>
          </a:ln>
        </p:spPr>
      </p:sp>
      <p:sp>
        <p:nvSpPr>
          <p:cNvPr id="1045" name="b_small_bar_ellipse_3283">
            <a:extLst>
              <a:ext uri="{FF2B5EF4-FFF2-40B4-BE49-F238E27FC236}">
                <a16:creationId xmlns:a16="http://schemas.microsoft.com/office/drawing/2014/main" id="{866B9730-1DEB-4167-A88D-7D0E95691413}"/>
              </a:ext>
            </a:extLst>
          </p:cNvPr>
          <p:cNvSpPr>
            <a:spLocks noGrp="1"/>
          </p:cNvSpPr>
          <p:nvPr/>
        </p:nvSpPr>
        <p:spPr>
          <a:xfrm>
            <a:off x="3788801" y="3552846"/>
            <a:ext cx="45341" cy="45341"/>
          </a:xfrm>
          <a:prstGeom prst="ellipse">
            <a:avLst/>
          </a:prstGeom>
          <a:solidFill>
            <a:srgbClr val="B08A60">
              <a:alpha val="40000"/>
            </a:srgbClr>
          </a:solidFill>
          <a:ln w="0">
            <a:noFill/>
            <a:prstDash val="solid"/>
          </a:ln>
        </p:spPr>
      </p:sp>
      <p:sp>
        <p:nvSpPr>
          <p:cNvPr id="1046" name="b_small_bar_ellipse_3284">
            <a:extLst>
              <a:ext uri="{FF2B5EF4-FFF2-40B4-BE49-F238E27FC236}">
                <a16:creationId xmlns:a16="http://schemas.microsoft.com/office/drawing/2014/main" id="{23E60767-79B6-4135-B911-819B99603D43}"/>
              </a:ext>
            </a:extLst>
          </p:cNvPr>
          <p:cNvSpPr>
            <a:spLocks noGrp="1"/>
          </p:cNvSpPr>
          <p:nvPr/>
        </p:nvSpPr>
        <p:spPr>
          <a:xfrm>
            <a:off x="3649553" y="4322269"/>
            <a:ext cx="45341" cy="45341"/>
          </a:xfrm>
          <a:prstGeom prst="ellipse">
            <a:avLst/>
          </a:prstGeom>
          <a:solidFill>
            <a:srgbClr val="B08A60">
              <a:alpha val="40000"/>
            </a:srgbClr>
          </a:solidFill>
          <a:ln w="0">
            <a:noFill/>
            <a:prstDash val="solid"/>
          </a:ln>
        </p:spPr>
      </p:sp>
      <p:sp>
        <p:nvSpPr>
          <p:cNvPr id="1047" name="b_small_bar_ellipse_3285">
            <a:extLst>
              <a:ext uri="{FF2B5EF4-FFF2-40B4-BE49-F238E27FC236}">
                <a16:creationId xmlns:a16="http://schemas.microsoft.com/office/drawing/2014/main" id="{FBF29EA5-8C3B-4316-A7D0-EAA1A31C2693}"/>
              </a:ext>
            </a:extLst>
          </p:cNvPr>
          <p:cNvSpPr>
            <a:spLocks noGrp="1"/>
          </p:cNvSpPr>
          <p:nvPr/>
        </p:nvSpPr>
        <p:spPr>
          <a:xfrm>
            <a:off x="3782840" y="4311074"/>
            <a:ext cx="45341" cy="45341"/>
          </a:xfrm>
          <a:prstGeom prst="ellipse">
            <a:avLst/>
          </a:prstGeom>
          <a:solidFill>
            <a:srgbClr val="B08A60">
              <a:alpha val="40000"/>
            </a:srgbClr>
          </a:solidFill>
          <a:ln w="0">
            <a:noFill/>
            <a:prstDash val="solid"/>
          </a:ln>
        </p:spPr>
      </p:sp>
      <p:sp>
        <p:nvSpPr>
          <p:cNvPr id="1048" name="b_small_bar_ellipse_3286">
            <a:extLst>
              <a:ext uri="{FF2B5EF4-FFF2-40B4-BE49-F238E27FC236}">
                <a16:creationId xmlns:a16="http://schemas.microsoft.com/office/drawing/2014/main" id="{06C92224-1B2E-4E0A-9A4E-1847260ADB4A}"/>
              </a:ext>
            </a:extLst>
          </p:cNvPr>
          <p:cNvSpPr>
            <a:spLocks noGrp="1"/>
          </p:cNvSpPr>
          <p:nvPr/>
        </p:nvSpPr>
        <p:spPr>
          <a:xfrm>
            <a:off x="3802035" y="4457382"/>
            <a:ext cx="45341" cy="45341"/>
          </a:xfrm>
          <a:prstGeom prst="ellipse">
            <a:avLst/>
          </a:prstGeom>
          <a:solidFill>
            <a:srgbClr val="B08A60">
              <a:alpha val="40000"/>
            </a:srgbClr>
          </a:solidFill>
          <a:ln w="0">
            <a:noFill/>
            <a:prstDash val="solid"/>
          </a:ln>
        </p:spPr>
      </p:sp>
      <p:sp>
        <p:nvSpPr>
          <p:cNvPr id="1049" name="b_small_bar_ellipse_3287">
            <a:extLst>
              <a:ext uri="{FF2B5EF4-FFF2-40B4-BE49-F238E27FC236}">
                <a16:creationId xmlns:a16="http://schemas.microsoft.com/office/drawing/2014/main" id="{42D7E57C-121A-4AA6-AD86-8B4A2C0B64FE}"/>
              </a:ext>
            </a:extLst>
          </p:cNvPr>
          <p:cNvSpPr>
            <a:spLocks noGrp="1"/>
          </p:cNvSpPr>
          <p:nvPr/>
        </p:nvSpPr>
        <p:spPr>
          <a:xfrm>
            <a:off x="3741770" y="4457382"/>
            <a:ext cx="45341" cy="45341"/>
          </a:xfrm>
          <a:prstGeom prst="ellipse">
            <a:avLst/>
          </a:prstGeom>
          <a:solidFill>
            <a:srgbClr val="B08A60">
              <a:alpha val="40000"/>
            </a:srgbClr>
          </a:solidFill>
          <a:ln w="0">
            <a:noFill/>
            <a:prstDash val="solid"/>
          </a:ln>
        </p:spPr>
      </p:sp>
      <p:sp>
        <p:nvSpPr>
          <p:cNvPr id="1050" name="b_small_bar_ellipse_3288">
            <a:extLst>
              <a:ext uri="{FF2B5EF4-FFF2-40B4-BE49-F238E27FC236}">
                <a16:creationId xmlns:a16="http://schemas.microsoft.com/office/drawing/2014/main" id="{380E00F4-4CF8-4B8B-8A61-8D52B53737C7}"/>
              </a:ext>
            </a:extLst>
          </p:cNvPr>
          <p:cNvSpPr>
            <a:spLocks noGrp="1"/>
          </p:cNvSpPr>
          <p:nvPr/>
        </p:nvSpPr>
        <p:spPr>
          <a:xfrm>
            <a:off x="3680837" y="2129636"/>
            <a:ext cx="45341" cy="45341"/>
          </a:xfrm>
          <a:prstGeom prst="ellipse">
            <a:avLst/>
          </a:prstGeom>
          <a:solidFill>
            <a:srgbClr val="B08A60">
              <a:alpha val="40000"/>
            </a:srgbClr>
          </a:solidFill>
          <a:ln w="0">
            <a:noFill/>
            <a:prstDash val="solid"/>
          </a:ln>
        </p:spPr>
      </p:sp>
      <p:sp>
        <p:nvSpPr>
          <p:cNvPr id="1051" name="b_small_bar_ellipse_3289">
            <a:extLst>
              <a:ext uri="{FF2B5EF4-FFF2-40B4-BE49-F238E27FC236}">
                <a16:creationId xmlns:a16="http://schemas.microsoft.com/office/drawing/2014/main" id="{976259F0-C5A5-4D17-9EE3-11A0067C42B5}"/>
              </a:ext>
            </a:extLst>
          </p:cNvPr>
          <p:cNvSpPr>
            <a:spLocks noGrp="1"/>
          </p:cNvSpPr>
          <p:nvPr/>
        </p:nvSpPr>
        <p:spPr>
          <a:xfrm>
            <a:off x="3796842" y="2025341"/>
            <a:ext cx="45341" cy="45341"/>
          </a:xfrm>
          <a:prstGeom prst="ellipse">
            <a:avLst/>
          </a:prstGeom>
          <a:solidFill>
            <a:srgbClr val="B08A60">
              <a:alpha val="40000"/>
            </a:srgbClr>
          </a:solidFill>
          <a:ln w="0">
            <a:noFill/>
            <a:prstDash val="solid"/>
          </a:ln>
        </p:spPr>
      </p:sp>
      <p:sp>
        <p:nvSpPr>
          <p:cNvPr id="1052" name="b_small_bar_ellipse_3290">
            <a:extLst>
              <a:ext uri="{FF2B5EF4-FFF2-40B4-BE49-F238E27FC236}">
                <a16:creationId xmlns:a16="http://schemas.microsoft.com/office/drawing/2014/main" id="{02BCFEDE-8ED2-4696-B124-16A086066470}"/>
              </a:ext>
            </a:extLst>
          </p:cNvPr>
          <p:cNvSpPr>
            <a:spLocks noGrp="1"/>
          </p:cNvSpPr>
          <p:nvPr/>
        </p:nvSpPr>
        <p:spPr>
          <a:xfrm>
            <a:off x="3679149" y="2025341"/>
            <a:ext cx="45341" cy="45341"/>
          </a:xfrm>
          <a:prstGeom prst="ellipse">
            <a:avLst/>
          </a:prstGeom>
          <a:solidFill>
            <a:srgbClr val="B08A60">
              <a:alpha val="40000"/>
            </a:srgbClr>
          </a:solidFill>
          <a:ln w="0">
            <a:noFill/>
            <a:prstDash val="solid"/>
          </a:ln>
        </p:spPr>
      </p:sp>
      <p:sp>
        <p:nvSpPr>
          <p:cNvPr id="1053" name="b_small_bar_ellipse_3291">
            <a:extLst>
              <a:ext uri="{FF2B5EF4-FFF2-40B4-BE49-F238E27FC236}">
                <a16:creationId xmlns:a16="http://schemas.microsoft.com/office/drawing/2014/main" id="{1B2118C6-6370-4E6C-B2F5-43548521CD9E}"/>
              </a:ext>
            </a:extLst>
          </p:cNvPr>
          <p:cNvSpPr>
            <a:spLocks noGrp="1"/>
          </p:cNvSpPr>
          <p:nvPr/>
        </p:nvSpPr>
        <p:spPr>
          <a:xfrm>
            <a:off x="3625431" y="2025341"/>
            <a:ext cx="45341" cy="45341"/>
          </a:xfrm>
          <a:prstGeom prst="ellipse">
            <a:avLst/>
          </a:prstGeom>
          <a:solidFill>
            <a:srgbClr val="B08A60">
              <a:alpha val="40000"/>
            </a:srgbClr>
          </a:solidFill>
          <a:ln w="0">
            <a:noFill/>
            <a:prstDash val="solid"/>
          </a:ln>
        </p:spPr>
      </p:sp>
      <p:sp>
        <p:nvSpPr>
          <p:cNvPr id="1054" name="b_small_bar_ellipse_3292">
            <a:extLst>
              <a:ext uri="{FF2B5EF4-FFF2-40B4-BE49-F238E27FC236}">
                <a16:creationId xmlns:a16="http://schemas.microsoft.com/office/drawing/2014/main" id="{3FAC82AB-074D-4101-B343-DA1EB6FAA0BC}"/>
              </a:ext>
            </a:extLst>
          </p:cNvPr>
          <p:cNvSpPr>
            <a:spLocks noGrp="1"/>
          </p:cNvSpPr>
          <p:nvPr/>
        </p:nvSpPr>
        <p:spPr>
          <a:xfrm>
            <a:off x="3643335" y="4022767"/>
            <a:ext cx="45341" cy="45341"/>
          </a:xfrm>
          <a:prstGeom prst="ellipse">
            <a:avLst/>
          </a:prstGeom>
          <a:solidFill>
            <a:srgbClr val="B08A60">
              <a:alpha val="40000"/>
            </a:srgbClr>
          </a:solidFill>
          <a:ln w="0">
            <a:noFill/>
            <a:prstDash val="solid"/>
          </a:ln>
        </p:spPr>
      </p:sp>
      <p:sp>
        <p:nvSpPr>
          <p:cNvPr id="1055" name="b_small_bar_ellipse_3293">
            <a:extLst>
              <a:ext uri="{FF2B5EF4-FFF2-40B4-BE49-F238E27FC236}">
                <a16:creationId xmlns:a16="http://schemas.microsoft.com/office/drawing/2014/main" id="{BCC74AFA-659A-48C4-A9DB-F26E926D42A8}"/>
              </a:ext>
            </a:extLst>
          </p:cNvPr>
          <p:cNvSpPr>
            <a:spLocks noGrp="1"/>
          </p:cNvSpPr>
          <p:nvPr/>
        </p:nvSpPr>
        <p:spPr>
          <a:xfrm>
            <a:off x="3610422" y="2025341"/>
            <a:ext cx="45341" cy="45341"/>
          </a:xfrm>
          <a:prstGeom prst="ellipse">
            <a:avLst/>
          </a:prstGeom>
          <a:solidFill>
            <a:srgbClr val="B08A60">
              <a:alpha val="40000"/>
            </a:srgbClr>
          </a:solidFill>
          <a:ln w="0">
            <a:noFill/>
            <a:prstDash val="solid"/>
          </a:ln>
        </p:spPr>
      </p:sp>
      <p:sp>
        <p:nvSpPr>
          <p:cNvPr id="1056" name="b_small_bar_ellipse_3294">
            <a:extLst>
              <a:ext uri="{FF2B5EF4-FFF2-40B4-BE49-F238E27FC236}">
                <a16:creationId xmlns:a16="http://schemas.microsoft.com/office/drawing/2014/main" id="{CC389D5A-6454-4940-BA88-044C06C7900C}"/>
              </a:ext>
            </a:extLst>
          </p:cNvPr>
          <p:cNvSpPr>
            <a:spLocks noGrp="1"/>
          </p:cNvSpPr>
          <p:nvPr/>
        </p:nvSpPr>
        <p:spPr>
          <a:xfrm>
            <a:off x="3757681" y="2836021"/>
            <a:ext cx="45341" cy="45341"/>
          </a:xfrm>
          <a:prstGeom prst="ellipse">
            <a:avLst/>
          </a:prstGeom>
          <a:solidFill>
            <a:srgbClr val="B08A60">
              <a:alpha val="40000"/>
            </a:srgbClr>
          </a:solidFill>
          <a:ln w="0">
            <a:noFill/>
            <a:prstDash val="solid"/>
          </a:ln>
        </p:spPr>
      </p:sp>
      <p:sp>
        <p:nvSpPr>
          <p:cNvPr id="1057" name="b_small_bar_ellipse_3295">
            <a:extLst>
              <a:ext uri="{FF2B5EF4-FFF2-40B4-BE49-F238E27FC236}">
                <a16:creationId xmlns:a16="http://schemas.microsoft.com/office/drawing/2014/main" id="{7769C50D-232B-4413-87BE-0699E7D6B77B}"/>
              </a:ext>
            </a:extLst>
          </p:cNvPr>
          <p:cNvSpPr>
            <a:spLocks noGrp="1"/>
          </p:cNvSpPr>
          <p:nvPr/>
        </p:nvSpPr>
        <p:spPr>
          <a:xfrm>
            <a:off x="3700199" y="2511749"/>
            <a:ext cx="45341" cy="45341"/>
          </a:xfrm>
          <a:prstGeom prst="ellipse">
            <a:avLst/>
          </a:prstGeom>
          <a:solidFill>
            <a:srgbClr val="B08A60">
              <a:alpha val="40000"/>
            </a:srgbClr>
          </a:solidFill>
          <a:ln w="0">
            <a:noFill/>
            <a:prstDash val="solid"/>
          </a:ln>
        </p:spPr>
      </p:sp>
      <p:sp>
        <p:nvSpPr>
          <p:cNvPr id="1058" name="b_small_bar_ellipse_3296">
            <a:extLst>
              <a:ext uri="{FF2B5EF4-FFF2-40B4-BE49-F238E27FC236}">
                <a16:creationId xmlns:a16="http://schemas.microsoft.com/office/drawing/2014/main" id="{D03658BD-7CBA-48A9-B192-567C0ADB60CA}"/>
              </a:ext>
            </a:extLst>
          </p:cNvPr>
          <p:cNvSpPr>
            <a:spLocks noGrp="1"/>
          </p:cNvSpPr>
          <p:nvPr/>
        </p:nvSpPr>
        <p:spPr>
          <a:xfrm>
            <a:off x="3689671" y="4457382"/>
            <a:ext cx="45341" cy="45341"/>
          </a:xfrm>
          <a:prstGeom prst="ellipse">
            <a:avLst/>
          </a:prstGeom>
          <a:solidFill>
            <a:srgbClr val="B08A60">
              <a:alpha val="40000"/>
            </a:srgbClr>
          </a:solidFill>
          <a:ln w="0">
            <a:noFill/>
            <a:prstDash val="solid"/>
          </a:ln>
        </p:spPr>
      </p:sp>
      <p:sp>
        <p:nvSpPr>
          <p:cNvPr id="1059" name="b_small_bar_ellipse_3297">
            <a:extLst>
              <a:ext uri="{FF2B5EF4-FFF2-40B4-BE49-F238E27FC236}">
                <a16:creationId xmlns:a16="http://schemas.microsoft.com/office/drawing/2014/main" id="{C8EE3374-CAE9-4E56-80F1-0E8574CA30C6}"/>
              </a:ext>
            </a:extLst>
          </p:cNvPr>
          <p:cNvSpPr>
            <a:spLocks noGrp="1"/>
          </p:cNvSpPr>
          <p:nvPr/>
        </p:nvSpPr>
        <p:spPr>
          <a:xfrm>
            <a:off x="3694336" y="2025341"/>
            <a:ext cx="45341" cy="45341"/>
          </a:xfrm>
          <a:prstGeom prst="ellipse">
            <a:avLst/>
          </a:prstGeom>
          <a:solidFill>
            <a:srgbClr val="B08A60">
              <a:alpha val="40000"/>
            </a:srgbClr>
          </a:solidFill>
          <a:ln w="0">
            <a:noFill/>
            <a:prstDash val="solid"/>
          </a:ln>
        </p:spPr>
      </p:sp>
      <p:sp>
        <p:nvSpPr>
          <p:cNvPr id="1060" name="b_small_bar_ellipse_3298">
            <a:extLst>
              <a:ext uri="{FF2B5EF4-FFF2-40B4-BE49-F238E27FC236}">
                <a16:creationId xmlns:a16="http://schemas.microsoft.com/office/drawing/2014/main" id="{79BC0E4E-8C29-42AC-BFEE-68F1B5337851}"/>
              </a:ext>
            </a:extLst>
          </p:cNvPr>
          <p:cNvSpPr>
            <a:spLocks noGrp="1"/>
          </p:cNvSpPr>
          <p:nvPr/>
        </p:nvSpPr>
        <p:spPr>
          <a:xfrm>
            <a:off x="3755889" y="2083246"/>
            <a:ext cx="45341" cy="45341"/>
          </a:xfrm>
          <a:prstGeom prst="ellipse">
            <a:avLst/>
          </a:prstGeom>
          <a:solidFill>
            <a:srgbClr val="B08A60">
              <a:alpha val="40000"/>
            </a:srgbClr>
          </a:solidFill>
          <a:ln w="0">
            <a:noFill/>
            <a:prstDash val="solid"/>
          </a:ln>
        </p:spPr>
      </p:sp>
      <p:sp>
        <p:nvSpPr>
          <p:cNvPr id="1061" name="b_small_bar_ellipse_3299">
            <a:extLst>
              <a:ext uri="{FF2B5EF4-FFF2-40B4-BE49-F238E27FC236}">
                <a16:creationId xmlns:a16="http://schemas.microsoft.com/office/drawing/2014/main" id="{1C07E73F-0C70-4F4A-BE87-135332B36600}"/>
              </a:ext>
            </a:extLst>
          </p:cNvPr>
          <p:cNvSpPr>
            <a:spLocks noGrp="1"/>
          </p:cNvSpPr>
          <p:nvPr/>
        </p:nvSpPr>
        <p:spPr>
          <a:xfrm>
            <a:off x="3769013" y="2025341"/>
            <a:ext cx="45341" cy="45341"/>
          </a:xfrm>
          <a:prstGeom prst="ellipse">
            <a:avLst/>
          </a:prstGeom>
          <a:solidFill>
            <a:srgbClr val="B08A60">
              <a:alpha val="40000"/>
            </a:srgbClr>
          </a:solidFill>
          <a:ln w="0">
            <a:noFill/>
            <a:prstDash val="solid"/>
          </a:ln>
        </p:spPr>
      </p:sp>
      <p:sp>
        <p:nvSpPr>
          <p:cNvPr id="1062" name="b_small_bar_ellipse_3300">
            <a:extLst>
              <a:ext uri="{FF2B5EF4-FFF2-40B4-BE49-F238E27FC236}">
                <a16:creationId xmlns:a16="http://schemas.microsoft.com/office/drawing/2014/main" id="{1709621A-8A9B-4FA4-B994-87C4AA2DAFC9}"/>
              </a:ext>
            </a:extLst>
          </p:cNvPr>
          <p:cNvSpPr>
            <a:spLocks noGrp="1"/>
          </p:cNvSpPr>
          <p:nvPr/>
        </p:nvSpPr>
        <p:spPr>
          <a:xfrm>
            <a:off x="3697199" y="4109948"/>
            <a:ext cx="45341" cy="45341"/>
          </a:xfrm>
          <a:prstGeom prst="ellipse">
            <a:avLst/>
          </a:prstGeom>
          <a:solidFill>
            <a:srgbClr val="B08A60">
              <a:alpha val="40000"/>
            </a:srgbClr>
          </a:solidFill>
          <a:ln w="0">
            <a:noFill/>
            <a:prstDash val="solid"/>
          </a:ln>
        </p:spPr>
      </p:sp>
      <p:sp>
        <p:nvSpPr>
          <p:cNvPr id="1063" name="b_small_bar_ellipse_3301">
            <a:extLst>
              <a:ext uri="{FF2B5EF4-FFF2-40B4-BE49-F238E27FC236}">
                <a16:creationId xmlns:a16="http://schemas.microsoft.com/office/drawing/2014/main" id="{6784CDA6-E5C8-485E-A57B-F6468994A289}"/>
              </a:ext>
            </a:extLst>
          </p:cNvPr>
          <p:cNvSpPr>
            <a:spLocks noGrp="1"/>
          </p:cNvSpPr>
          <p:nvPr/>
        </p:nvSpPr>
        <p:spPr>
          <a:xfrm>
            <a:off x="3692062" y="3849372"/>
            <a:ext cx="45341" cy="45341"/>
          </a:xfrm>
          <a:prstGeom prst="ellipse">
            <a:avLst/>
          </a:prstGeom>
          <a:solidFill>
            <a:srgbClr val="B08A60">
              <a:alpha val="40000"/>
            </a:srgbClr>
          </a:solidFill>
          <a:ln w="0">
            <a:noFill/>
            <a:prstDash val="solid"/>
          </a:ln>
        </p:spPr>
      </p:sp>
      <p:sp>
        <p:nvSpPr>
          <p:cNvPr id="1064" name="b_small_bar_ellipse_3302">
            <a:extLst>
              <a:ext uri="{FF2B5EF4-FFF2-40B4-BE49-F238E27FC236}">
                <a16:creationId xmlns:a16="http://schemas.microsoft.com/office/drawing/2014/main" id="{F9E08DBB-51DB-4107-9E0F-B7A1947ED334}"/>
              </a:ext>
            </a:extLst>
          </p:cNvPr>
          <p:cNvSpPr>
            <a:spLocks noGrp="1"/>
          </p:cNvSpPr>
          <p:nvPr/>
        </p:nvSpPr>
        <p:spPr>
          <a:xfrm>
            <a:off x="3632924" y="4457382"/>
            <a:ext cx="45341" cy="45341"/>
          </a:xfrm>
          <a:prstGeom prst="ellipse">
            <a:avLst/>
          </a:prstGeom>
          <a:solidFill>
            <a:srgbClr val="B08A60">
              <a:alpha val="40000"/>
            </a:srgbClr>
          </a:solidFill>
          <a:ln w="0">
            <a:noFill/>
            <a:prstDash val="solid"/>
          </a:ln>
        </p:spPr>
      </p:sp>
      <p:sp>
        <p:nvSpPr>
          <p:cNvPr id="1065" name="b_small_bar_ellipse_3303">
            <a:extLst>
              <a:ext uri="{FF2B5EF4-FFF2-40B4-BE49-F238E27FC236}">
                <a16:creationId xmlns:a16="http://schemas.microsoft.com/office/drawing/2014/main" id="{7946595D-3F8D-4883-AF4E-B7DEDB981EEC}"/>
              </a:ext>
            </a:extLst>
          </p:cNvPr>
          <p:cNvSpPr>
            <a:spLocks noGrp="1"/>
          </p:cNvSpPr>
          <p:nvPr/>
        </p:nvSpPr>
        <p:spPr>
          <a:xfrm>
            <a:off x="5126946" y="2025341"/>
            <a:ext cx="45341" cy="45341"/>
          </a:xfrm>
          <a:prstGeom prst="ellipse">
            <a:avLst/>
          </a:prstGeom>
          <a:solidFill>
            <a:srgbClr val="B08A60">
              <a:alpha val="40000"/>
            </a:srgbClr>
          </a:solidFill>
          <a:ln w="0">
            <a:noFill/>
            <a:prstDash val="solid"/>
          </a:ln>
        </p:spPr>
      </p:sp>
      <p:sp>
        <p:nvSpPr>
          <p:cNvPr id="1066" name="b_small_bar_ellipse_3304">
            <a:extLst>
              <a:ext uri="{FF2B5EF4-FFF2-40B4-BE49-F238E27FC236}">
                <a16:creationId xmlns:a16="http://schemas.microsoft.com/office/drawing/2014/main" id="{530E6206-94E8-46DA-8EC6-05E1493E7B82}"/>
              </a:ext>
            </a:extLst>
          </p:cNvPr>
          <p:cNvSpPr>
            <a:spLocks noGrp="1"/>
          </p:cNvSpPr>
          <p:nvPr/>
        </p:nvSpPr>
        <p:spPr>
          <a:xfrm>
            <a:off x="5181566" y="2025341"/>
            <a:ext cx="45341" cy="45341"/>
          </a:xfrm>
          <a:prstGeom prst="ellipse">
            <a:avLst/>
          </a:prstGeom>
          <a:solidFill>
            <a:srgbClr val="B08A60">
              <a:alpha val="40000"/>
            </a:srgbClr>
          </a:solidFill>
          <a:ln w="0">
            <a:noFill/>
            <a:prstDash val="solid"/>
          </a:ln>
        </p:spPr>
      </p:sp>
      <p:sp>
        <p:nvSpPr>
          <p:cNvPr id="1067" name="b_small_bar_ellipse_3305">
            <a:extLst>
              <a:ext uri="{FF2B5EF4-FFF2-40B4-BE49-F238E27FC236}">
                <a16:creationId xmlns:a16="http://schemas.microsoft.com/office/drawing/2014/main" id="{CBB5A01F-4AD7-4C80-836C-74EC42884B76}"/>
              </a:ext>
            </a:extLst>
          </p:cNvPr>
          <p:cNvSpPr>
            <a:spLocks noGrp="1"/>
          </p:cNvSpPr>
          <p:nvPr/>
        </p:nvSpPr>
        <p:spPr>
          <a:xfrm>
            <a:off x="5150758" y="2025341"/>
            <a:ext cx="45341" cy="45341"/>
          </a:xfrm>
          <a:prstGeom prst="ellipse">
            <a:avLst/>
          </a:prstGeom>
          <a:solidFill>
            <a:srgbClr val="B08A60">
              <a:alpha val="40000"/>
            </a:srgbClr>
          </a:solidFill>
          <a:ln w="0">
            <a:noFill/>
            <a:prstDash val="solid"/>
          </a:ln>
        </p:spPr>
      </p:sp>
      <p:sp>
        <p:nvSpPr>
          <p:cNvPr id="1068" name="b_small_bar_ellipse_3306">
            <a:extLst>
              <a:ext uri="{FF2B5EF4-FFF2-40B4-BE49-F238E27FC236}">
                <a16:creationId xmlns:a16="http://schemas.microsoft.com/office/drawing/2014/main" id="{6B442901-C6A1-4A50-B012-BA2B431D9538}"/>
              </a:ext>
            </a:extLst>
          </p:cNvPr>
          <p:cNvSpPr>
            <a:spLocks noGrp="1"/>
          </p:cNvSpPr>
          <p:nvPr/>
        </p:nvSpPr>
        <p:spPr>
          <a:xfrm>
            <a:off x="5252483" y="2025341"/>
            <a:ext cx="45341" cy="45341"/>
          </a:xfrm>
          <a:prstGeom prst="ellipse">
            <a:avLst/>
          </a:prstGeom>
          <a:solidFill>
            <a:srgbClr val="B08A60">
              <a:alpha val="40000"/>
            </a:srgbClr>
          </a:solidFill>
          <a:ln w="0">
            <a:noFill/>
            <a:prstDash val="solid"/>
          </a:ln>
        </p:spPr>
      </p:sp>
      <p:sp>
        <p:nvSpPr>
          <p:cNvPr id="1069" name="b_small_bar_ellipse_3307">
            <a:extLst>
              <a:ext uri="{FF2B5EF4-FFF2-40B4-BE49-F238E27FC236}">
                <a16:creationId xmlns:a16="http://schemas.microsoft.com/office/drawing/2014/main" id="{DD9A07DC-7F55-48D2-9785-1D8DC48F5058}"/>
              </a:ext>
            </a:extLst>
          </p:cNvPr>
          <p:cNvSpPr>
            <a:spLocks noGrp="1"/>
          </p:cNvSpPr>
          <p:nvPr/>
        </p:nvSpPr>
        <p:spPr>
          <a:xfrm>
            <a:off x="5135464" y="2025341"/>
            <a:ext cx="45341" cy="45341"/>
          </a:xfrm>
          <a:prstGeom prst="ellipse">
            <a:avLst/>
          </a:prstGeom>
          <a:solidFill>
            <a:srgbClr val="B08A60">
              <a:alpha val="40000"/>
            </a:srgbClr>
          </a:solidFill>
          <a:ln w="0">
            <a:noFill/>
            <a:prstDash val="solid"/>
          </a:ln>
        </p:spPr>
      </p:sp>
      <p:sp>
        <p:nvSpPr>
          <p:cNvPr id="1070" name="b_small_bar_ellipse_3308">
            <a:extLst>
              <a:ext uri="{FF2B5EF4-FFF2-40B4-BE49-F238E27FC236}">
                <a16:creationId xmlns:a16="http://schemas.microsoft.com/office/drawing/2014/main" id="{0A10FF90-730B-4549-92CD-2A4E4D237F2E}"/>
              </a:ext>
            </a:extLst>
          </p:cNvPr>
          <p:cNvSpPr>
            <a:spLocks noGrp="1"/>
          </p:cNvSpPr>
          <p:nvPr/>
        </p:nvSpPr>
        <p:spPr>
          <a:xfrm>
            <a:off x="5255778" y="4457382"/>
            <a:ext cx="45341" cy="45341"/>
          </a:xfrm>
          <a:prstGeom prst="ellipse">
            <a:avLst/>
          </a:prstGeom>
          <a:solidFill>
            <a:srgbClr val="B08A60">
              <a:alpha val="40000"/>
            </a:srgbClr>
          </a:solidFill>
          <a:ln w="0">
            <a:noFill/>
            <a:prstDash val="solid"/>
          </a:ln>
        </p:spPr>
      </p:sp>
      <p:sp>
        <p:nvSpPr>
          <p:cNvPr id="1071" name="b_small_bar_ellipse_3309">
            <a:extLst>
              <a:ext uri="{FF2B5EF4-FFF2-40B4-BE49-F238E27FC236}">
                <a16:creationId xmlns:a16="http://schemas.microsoft.com/office/drawing/2014/main" id="{96534343-09D9-4361-9D8E-4FB2E8D30DF6}"/>
              </a:ext>
            </a:extLst>
          </p:cNvPr>
          <p:cNvSpPr>
            <a:spLocks noGrp="1"/>
          </p:cNvSpPr>
          <p:nvPr/>
        </p:nvSpPr>
        <p:spPr>
          <a:xfrm>
            <a:off x="5105542" y="2468320"/>
            <a:ext cx="45341" cy="45341"/>
          </a:xfrm>
          <a:prstGeom prst="ellipse">
            <a:avLst/>
          </a:prstGeom>
          <a:solidFill>
            <a:srgbClr val="B08A60">
              <a:alpha val="40000"/>
            </a:srgbClr>
          </a:solidFill>
          <a:ln w="0">
            <a:noFill/>
            <a:prstDash val="solid"/>
          </a:ln>
        </p:spPr>
      </p:sp>
      <p:sp>
        <p:nvSpPr>
          <p:cNvPr id="1072" name="b_small_bar_ellipse_3310">
            <a:extLst>
              <a:ext uri="{FF2B5EF4-FFF2-40B4-BE49-F238E27FC236}">
                <a16:creationId xmlns:a16="http://schemas.microsoft.com/office/drawing/2014/main" id="{661ECF30-2A4A-477E-A285-C1BAAD4E54D7}"/>
              </a:ext>
            </a:extLst>
          </p:cNvPr>
          <p:cNvSpPr>
            <a:spLocks noGrp="1"/>
          </p:cNvSpPr>
          <p:nvPr/>
        </p:nvSpPr>
        <p:spPr>
          <a:xfrm>
            <a:off x="5235837" y="2788539"/>
            <a:ext cx="45341" cy="45341"/>
          </a:xfrm>
          <a:prstGeom prst="ellipse">
            <a:avLst/>
          </a:prstGeom>
          <a:solidFill>
            <a:srgbClr val="B08A60">
              <a:alpha val="40000"/>
            </a:srgbClr>
          </a:solidFill>
          <a:ln w="0">
            <a:noFill/>
            <a:prstDash val="solid"/>
          </a:ln>
        </p:spPr>
      </p:sp>
      <p:sp>
        <p:nvSpPr>
          <p:cNvPr id="1073" name="b_small_bar_ellipse_3311">
            <a:extLst>
              <a:ext uri="{FF2B5EF4-FFF2-40B4-BE49-F238E27FC236}">
                <a16:creationId xmlns:a16="http://schemas.microsoft.com/office/drawing/2014/main" id="{8F19195E-2347-4882-9B78-C54208DA52AA}"/>
              </a:ext>
            </a:extLst>
          </p:cNvPr>
          <p:cNvSpPr>
            <a:spLocks noGrp="1"/>
          </p:cNvSpPr>
          <p:nvPr/>
        </p:nvSpPr>
        <p:spPr>
          <a:xfrm>
            <a:off x="5291147" y="4052042"/>
            <a:ext cx="45341" cy="45341"/>
          </a:xfrm>
          <a:prstGeom prst="ellipse">
            <a:avLst/>
          </a:prstGeom>
          <a:solidFill>
            <a:srgbClr val="B08A60">
              <a:alpha val="40000"/>
            </a:srgbClr>
          </a:solidFill>
          <a:ln w="0">
            <a:noFill/>
            <a:prstDash val="solid"/>
          </a:ln>
        </p:spPr>
      </p:sp>
      <p:sp>
        <p:nvSpPr>
          <p:cNvPr id="1074" name="b_small_bar_ellipse_3312">
            <a:extLst>
              <a:ext uri="{FF2B5EF4-FFF2-40B4-BE49-F238E27FC236}">
                <a16:creationId xmlns:a16="http://schemas.microsoft.com/office/drawing/2014/main" id="{362FC3EB-4116-4C76-A797-A416D0DC3E87}"/>
              </a:ext>
            </a:extLst>
          </p:cNvPr>
          <p:cNvSpPr>
            <a:spLocks noGrp="1"/>
          </p:cNvSpPr>
          <p:nvPr/>
        </p:nvSpPr>
        <p:spPr>
          <a:xfrm>
            <a:off x="5178505" y="2025341"/>
            <a:ext cx="45341" cy="45341"/>
          </a:xfrm>
          <a:prstGeom prst="ellipse">
            <a:avLst/>
          </a:prstGeom>
          <a:solidFill>
            <a:srgbClr val="B08A60">
              <a:alpha val="40000"/>
            </a:srgbClr>
          </a:solidFill>
          <a:ln w="0">
            <a:noFill/>
            <a:prstDash val="solid"/>
          </a:ln>
        </p:spPr>
      </p:sp>
      <p:sp>
        <p:nvSpPr>
          <p:cNvPr id="1075" name="b_small_bar_ellipse_3313">
            <a:extLst>
              <a:ext uri="{FF2B5EF4-FFF2-40B4-BE49-F238E27FC236}">
                <a16:creationId xmlns:a16="http://schemas.microsoft.com/office/drawing/2014/main" id="{D017ECC5-8812-4C41-A615-5795BCFA1BF1}"/>
              </a:ext>
            </a:extLst>
          </p:cNvPr>
          <p:cNvSpPr>
            <a:spLocks noGrp="1"/>
          </p:cNvSpPr>
          <p:nvPr/>
        </p:nvSpPr>
        <p:spPr>
          <a:xfrm>
            <a:off x="5203636" y="3241362"/>
            <a:ext cx="45341" cy="45341"/>
          </a:xfrm>
          <a:prstGeom prst="ellipse">
            <a:avLst/>
          </a:prstGeom>
          <a:solidFill>
            <a:srgbClr val="B08A60">
              <a:alpha val="40000"/>
            </a:srgbClr>
          </a:solidFill>
          <a:ln w="0">
            <a:noFill/>
            <a:prstDash val="solid"/>
          </a:ln>
        </p:spPr>
      </p:sp>
      <p:sp>
        <p:nvSpPr>
          <p:cNvPr id="1076" name="b_small_bar_ellipse_3314">
            <a:extLst>
              <a:ext uri="{FF2B5EF4-FFF2-40B4-BE49-F238E27FC236}">
                <a16:creationId xmlns:a16="http://schemas.microsoft.com/office/drawing/2014/main" id="{0EC47A8B-5549-4C25-863F-A83A37F90568}"/>
              </a:ext>
            </a:extLst>
          </p:cNvPr>
          <p:cNvSpPr>
            <a:spLocks noGrp="1"/>
          </p:cNvSpPr>
          <p:nvPr/>
        </p:nvSpPr>
        <p:spPr>
          <a:xfrm>
            <a:off x="5200281" y="2153767"/>
            <a:ext cx="45341" cy="45341"/>
          </a:xfrm>
          <a:prstGeom prst="ellipse">
            <a:avLst/>
          </a:prstGeom>
          <a:solidFill>
            <a:srgbClr val="B08A60">
              <a:alpha val="40000"/>
            </a:srgbClr>
          </a:solidFill>
          <a:ln w="0">
            <a:noFill/>
            <a:prstDash val="solid"/>
          </a:ln>
        </p:spPr>
      </p:sp>
      <p:sp>
        <p:nvSpPr>
          <p:cNvPr id="1077" name="b_small_bar_ellipse_3315">
            <a:extLst>
              <a:ext uri="{FF2B5EF4-FFF2-40B4-BE49-F238E27FC236}">
                <a16:creationId xmlns:a16="http://schemas.microsoft.com/office/drawing/2014/main" id="{11CF3D04-06EF-4711-B945-6A892FF02260}"/>
              </a:ext>
            </a:extLst>
          </p:cNvPr>
          <p:cNvSpPr>
            <a:spLocks noGrp="1"/>
          </p:cNvSpPr>
          <p:nvPr/>
        </p:nvSpPr>
        <p:spPr>
          <a:xfrm>
            <a:off x="5252210" y="4423604"/>
            <a:ext cx="45341" cy="45341"/>
          </a:xfrm>
          <a:prstGeom prst="ellipse">
            <a:avLst/>
          </a:prstGeom>
          <a:solidFill>
            <a:srgbClr val="B08A60">
              <a:alpha val="40000"/>
            </a:srgbClr>
          </a:solidFill>
          <a:ln w="0">
            <a:noFill/>
            <a:prstDash val="solid"/>
          </a:ln>
        </p:spPr>
      </p:sp>
      <p:sp>
        <p:nvSpPr>
          <p:cNvPr id="1078" name="b_small_bar_ellipse_3316">
            <a:extLst>
              <a:ext uri="{FF2B5EF4-FFF2-40B4-BE49-F238E27FC236}">
                <a16:creationId xmlns:a16="http://schemas.microsoft.com/office/drawing/2014/main" id="{CE2DFA54-CE5F-4E95-A24D-3D19BD166AA3}"/>
              </a:ext>
            </a:extLst>
          </p:cNvPr>
          <p:cNvSpPr>
            <a:spLocks noGrp="1"/>
          </p:cNvSpPr>
          <p:nvPr/>
        </p:nvSpPr>
        <p:spPr>
          <a:xfrm>
            <a:off x="5168143" y="3849372"/>
            <a:ext cx="45341" cy="45341"/>
          </a:xfrm>
          <a:prstGeom prst="ellipse">
            <a:avLst/>
          </a:prstGeom>
          <a:solidFill>
            <a:srgbClr val="B08A60">
              <a:alpha val="40000"/>
            </a:srgbClr>
          </a:solidFill>
          <a:ln w="0">
            <a:noFill/>
            <a:prstDash val="solid"/>
          </a:ln>
        </p:spPr>
      </p:sp>
      <p:sp>
        <p:nvSpPr>
          <p:cNvPr id="1079" name="b_small_bar_ellipse_3317">
            <a:extLst>
              <a:ext uri="{FF2B5EF4-FFF2-40B4-BE49-F238E27FC236}">
                <a16:creationId xmlns:a16="http://schemas.microsoft.com/office/drawing/2014/main" id="{481234F6-A24B-4EDF-8304-4926817804FB}"/>
              </a:ext>
            </a:extLst>
          </p:cNvPr>
          <p:cNvSpPr>
            <a:spLocks noGrp="1"/>
          </p:cNvSpPr>
          <p:nvPr/>
        </p:nvSpPr>
        <p:spPr>
          <a:xfrm>
            <a:off x="5179419" y="2025341"/>
            <a:ext cx="45341" cy="45341"/>
          </a:xfrm>
          <a:prstGeom prst="ellipse">
            <a:avLst/>
          </a:prstGeom>
          <a:solidFill>
            <a:srgbClr val="B08A60">
              <a:alpha val="40000"/>
            </a:srgbClr>
          </a:solidFill>
          <a:ln w="0">
            <a:noFill/>
            <a:prstDash val="solid"/>
          </a:ln>
        </p:spPr>
      </p:sp>
      <p:sp>
        <p:nvSpPr>
          <p:cNvPr id="1080" name="b_small_bar_ellipse_3318">
            <a:extLst>
              <a:ext uri="{FF2B5EF4-FFF2-40B4-BE49-F238E27FC236}">
                <a16:creationId xmlns:a16="http://schemas.microsoft.com/office/drawing/2014/main" id="{FA8BE48E-0327-465B-9703-F0647E00AF45}"/>
              </a:ext>
            </a:extLst>
          </p:cNvPr>
          <p:cNvSpPr>
            <a:spLocks noGrp="1"/>
          </p:cNvSpPr>
          <p:nvPr/>
        </p:nvSpPr>
        <p:spPr>
          <a:xfrm>
            <a:off x="5246540" y="4457382"/>
            <a:ext cx="45341" cy="45341"/>
          </a:xfrm>
          <a:prstGeom prst="ellipse">
            <a:avLst/>
          </a:prstGeom>
          <a:solidFill>
            <a:srgbClr val="B08A60">
              <a:alpha val="40000"/>
            </a:srgbClr>
          </a:solidFill>
          <a:ln w="0">
            <a:noFill/>
            <a:prstDash val="solid"/>
          </a:ln>
        </p:spPr>
      </p:sp>
      <p:sp>
        <p:nvSpPr>
          <p:cNvPr id="1081" name="b_small_bar_ellipse_3319">
            <a:extLst>
              <a:ext uri="{FF2B5EF4-FFF2-40B4-BE49-F238E27FC236}">
                <a16:creationId xmlns:a16="http://schemas.microsoft.com/office/drawing/2014/main" id="{06867C7A-D1D4-4E33-9EB6-CC80F1172C82}"/>
              </a:ext>
            </a:extLst>
          </p:cNvPr>
          <p:cNvSpPr>
            <a:spLocks noGrp="1"/>
          </p:cNvSpPr>
          <p:nvPr/>
        </p:nvSpPr>
        <p:spPr>
          <a:xfrm>
            <a:off x="5246158" y="3646702"/>
            <a:ext cx="45341" cy="45341"/>
          </a:xfrm>
          <a:prstGeom prst="ellipse">
            <a:avLst/>
          </a:prstGeom>
          <a:solidFill>
            <a:srgbClr val="B08A60">
              <a:alpha val="40000"/>
            </a:srgbClr>
          </a:solidFill>
          <a:ln w="0">
            <a:noFill/>
            <a:prstDash val="solid"/>
          </a:ln>
        </p:spPr>
      </p:sp>
      <p:sp>
        <p:nvSpPr>
          <p:cNvPr id="1082" name="b_small_bar_ellipse_3320">
            <a:extLst>
              <a:ext uri="{FF2B5EF4-FFF2-40B4-BE49-F238E27FC236}">
                <a16:creationId xmlns:a16="http://schemas.microsoft.com/office/drawing/2014/main" id="{CF24A98E-F823-47E7-8C53-B45B5E832B2F}"/>
              </a:ext>
            </a:extLst>
          </p:cNvPr>
          <p:cNvSpPr>
            <a:spLocks noGrp="1"/>
          </p:cNvSpPr>
          <p:nvPr/>
        </p:nvSpPr>
        <p:spPr>
          <a:xfrm>
            <a:off x="5276368" y="2025341"/>
            <a:ext cx="45341" cy="45341"/>
          </a:xfrm>
          <a:prstGeom prst="ellipse">
            <a:avLst/>
          </a:prstGeom>
          <a:solidFill>
            <a:srgbClr val="B08A60">
              <a:alpha val="40000"/>
            </a:srgbClr>
          </a:solidFill>
          <a:ln w="0">
            <a:noFill/>
            <a:prstDash val="solid"/>
          </a:ln>
        </p:spPr>
      </p:sp>
      <p:sp>
        <p:nvSpPr>
          <p:cNvPr id="1083" name="b_small_bar_ellipse_3321">
            <a:extLst>
              <a:ext uri="{FF2B5EF4-FFF2-40B4-BE49-F238E27FC236}">
                <a16:creationId xmlns:a16="http://schemas.microsoft.com/office/drawing/2014/main" id="{B1D895ED-072E-417F-96AF-873780F9DD7F}"/>
              </a:ext>
            </a:extLst>
          </p:cNvPr>
          <p:cNvSpPr>
            <a:spLocks noGrp="1"/>
          </p:cNvSpPr>
          <p:nvPr/>
        </p:nvSpPr>
        <p:spPr>
          <a:xfrm>
            <a:off x="5155915" y="4394087"/>
            <a:ext cx="45341" cy="45341"/>
          </a:xfrm>
          <a:prstGeom prst="ellipse">
            <a:avLst/>
          </a:prstGeom>
          <a:solidFill>
            <a:srgbClr val="B08A60">
              <a:alpha val="40000"/>
            </a:srgbClr>
          </a:solidFill>
          <a:ln w="0">
            <a:noFill/>
            <a:prstDash val="solid"/>
          </a:ln>
        </p:spPr>
      </p:sp>
      <p:sp>
        <p:nvSpPr>
          <p:cNvPr id="1084" name="b_small_bar_ellipse_3322">
            <a:extLst>
              <a:ext uri="{FF2B5EF4-FFF2-40B4-BE49-F238E27FC236}">
                <a16:creationId xmlns:a16="http://schemas.microsoft.com/office/drawing/2014/main" id="{284EABD9-11B8-4EF0-A2D9-875F24F5A1A6}"/>
              </a:ext>
            </a:extLst>
          </p:cNvPr>
          <p:cNvSpPr>
            <a:spLocks noGrp="1"/>
          </p:cNvSpPr>
          <p:nvPr/>
        </p:nvSpPr>
        <p:spPr>
          <a:xfrm>
            <a:off x="5236606" y="4457382"/>
            <a:ext cx="45341" cy="45341"/>
          </a:xfrm>
          <a:prstGeom prst="ellipse">
            <a:avLst/>
          </a:prstGeom>
          <a:solidFill>
            <a:srgbClr val="B08A60">
              <a:alpha val="40000"/>
            </a:srgbClr>
          </a:solidFill>
          <a:ln w="0">
            <a:noFill/>
            <a:prstDash val="solid"/>
          </a:ln>
        </p:spPr>
      </p:sp>
      <p:sp>
        <p:nvSpPr>
          <p:cNvPr id="1085" name="b_small_bar_ellipse_3323">
            <a:extLst>
              <a:ext uri="{FF2B5EF4-FFF2-40B4-BE49-F238E27FC236}">
                <a16:creationId xmlns:a16="http://schemas.microsoft.com/office/drawing/2014/main" id="{45BBD2C4-E7F2-400F-AF9F-ABD38927BDDC}"/>
              </a:ext>
            </a:extLst>
          </p:cNvPr>
          <p:cNvSpPr>
            <a:spLocks noGrp="1"/>
          </p:cNvSpPr>
          <p:nvPr/>
        </p:nvSpPr>
        <p:spPr>
          <a:xfrm>
            <a:off x="5300378" y="3849372"/>
            <a:ext cx="45341" cy="45341"/>
          </a:xfrm>
          <a:prstGeom prst="ellipse">
            <a:avLst/>
          </a:prstGeom>
          <a:solidFill>
            <a:srgbClr val="B08A60">
              <a:alpha val="40000"/>
            </a:srgbClr>
          </a:solidFill>
          <a:ln w="0">
            <a:noFill/>
            <a:prstDash val="solid"/>
          </a:ln>
        </p:spPr>
      </p:sp>
      <p:sp>
        <p:nvSpPr>
          <p:cNvPr id="1086" name="b_small_bar_ellipse_3324">
            <a:extLst>
              <a:ext uri="{FF2B5EF4-FFF2-40B4-BE49-F238E27FC236}">
                <a16:creationId xmlns:a16="http://schemas.microsoft.com/office/drawing/2014/main" id="{E164A051-5AA4-4095-B2E0-93E11F1B50CD}"/>
              </a:ext>
            </a:extLst>
          </p:cNvPr>
          <p:cNvSpPr>
            <a:spLocks noGrp="1"/>
          </p:cNvSpPr>
          <p:nvPr/>
        </p:nvSpPr>
        <p:spPr>
          <a:xfrm>
            <a:off x="5163307" y="4457382"/>
            <a:ext cx="45341" cy="45341"/>
          </a:xfrm>
          <a:prstGeom prst="ellipse">
            <a:avLst/>
          </a:prstGeom>
          <a:solidFill>
            <a:srgbClr val="B08A60">
              <a:alpha val="40000"/>
            </a:srgbClr>
          </a:solidFill>
          <a:ln w="0">
            <a:noFill/>
            <a:prstDash val="solid"/>
          </a:ln>
        </p:spPr>
      </p:sp>
      <p:sp>
        <p:nvSpPr>
          <p:cNvPr id="1087" name="b_small_bar_ellipse_3325">
            <a:extLst>
              <a:ext uri="{FF2B5EF4-FFF2-40B4-BE49-F238E27FC236}">
                <a16:creationId xmlns:a16="http://schemas.microsoft.com/office/drawing/2014/main" id="{F94456E1-20A0-46BF-9C6F-35F2FAD04EC6}"/>
              </a:ext>
            </a:extLst>
          </p:cNvPr>
          <p:cNvSpPr>
            <a:spLocks noGrp="1"/>
          </p:cNvSpPr>
          <p:nvPr/>
        </p:nvSpPr>
        <p:spPr>
          <a:xfrm>
            <a:off x="5099811" y="2329346"/>
            <a:ext cx="45341" cy="45341"/>
          </a:xfrm>
          <a:prstGeom prst="ellipse">
            <a:avLst/>
          </a:prstGeom>
          <a:solidFill>
            <a:srgbClr val="B08A60">
              <a:alpha val="40000"/>
            </a:srgbClr>
          </a:solidFill>
          <a:ln w="0">
            <a:noFill/>
            <a:prstDash val="solid"/>
          </a:ln>
        </p:spPr>
      </p:sp>
      <p:sp>
        <p:nvSpPr>
          <p:cNvPr id="1088" name="b_small_bar_ellipse_3326">
            <a:extLst>
              <a:ext uri="{FF2B5EF4-FFF2-40B4-BE49-F238E27FC236}">
                <a16:creationId xmlns:a16="http://schemas.microsoft.com/office/drawing/2014/main" id="{00EC71EB-E830-42DA-A1C6-ED090B34AF38}"/>
              </a:ext>
            </a:extLst>
          </p:cNvPr>
          <p:cNvSpPr>
            <a:spLocks noGrp="1"/>
          </p:cNvSpPr>
          <p:nvPr/>
        </p:nvSpPr>
        <p:spPr>
          <a:xfrm>
            <a:off x="5121022" y="3238466"/>
            <a:ext cx="45341" cy="45341"/>
          </a:xfrm>
          <a:prstGeom prst="ellipse">
            <a:avLst/>
          </a:prstGeom>
          <a:solidFill>
            <a:srgbClr val="B08A60">
              <a:alpha val="40000"/>
            </a:srgbClr>
          </a:solidFill>
          <a:ln w="0">
            <a:noFill/>
            <a:prstDash val="solid"/>
          </a:ln>
        </p:spPr>
      </p:sp>
      <p:sp>
        <p:nvSpPr>
          <p:cNvPr id="1089" name="b_small_bar_ellipse_3327">
            <a:extLst>
              <a:ext uri="{FF2B5EF4-FFF2-40B4-BE49-F238E27FC236}">
                <a16:creationId xmlns:a16="http://schemas.microsoft.com/office/drawing/2014/main" id="{3A0B852E-F8F5-43BC-8676-DFD70F8E661E}"/>
              </a:ext>
            </a:extLst>
          </p:cNvPr>
          <p:cNvSpPr>
            <a:spLocks noGrp="1"/>
          </p:cNvSpPr>
          <p:nvPr/>
        </p:nvSpPr>
        <p:spPr>
          <a:xfrm>
            <a:off x="5130947" y="4457382"/>
            <a:ext cx="45341" cy="45341"/>
          </a:xfrm>
          <a:prstGeom prst="ellipse">
            <a:avLst/>
          </a:prstGeom>
          <a:solidFill>
            <a:srgbClr val="B08A60">
              <a:alpha val="40000"/>
            </a:srgbClr>
          </a:solidFill>
          <a:ln w="0">
            <a:noFill/>
            <a:prstDash val="solid"/>
          </a:ln>
        </p:spPr>
      </p:sp>
      <p:sp>
        <p:nvSpPr>
          <p:cNvPr id="1090" name="b_small_bar_ellipse_3328">
            <a:extLst>
              <a:ext uri="{FF2B5EF4-FFF2-40B4-BE49-F238E27FC236}">
                <a16:creationId xmlns:a16="http://schemas.microsoft.com/office/drawing/2014/main" id="{C5BD2467-D168-4F49-9B5B-6646867E9067}"/>
              </a:ext>
            </a:extLst>
          </p:cNvPr>
          <p:cNvSpPr>
            <a:spLocks noGrp="1"/>
          </p:cNvSpPr>
          <p:nvPr/>
        </p:nvSpPr>
        <p:spPr>
          <a:xfrm>
            <a:off x="5294912" y="3748037"/>
            <a:ext cx="45341" cy="45341"/>
          </a:xfrm>
          <a:prstGeom prst="ellipse">
            <a:avLst/>
          </a:prstGeom>
          <a:solidFill>
            <a:srgbClr val="B08A60">
              <a:alpha val="40000"/>
            </a:srgbClr>
          </a:solidFill>
          <a:ln w="0">
            <a:noFill/>
            <a:prstDash val="solid"/>
          </a:ln>
        </p:spPr>
      </p:sp>
      <p:sp>
        <p:nvSpPr>
          <p:cNvPr id="1091" name="b_small_bar_ellipse_3329">
            <a:extLst>
              <a:ext uri="{FF2B5EF4-FFF2-40B4-BE49-F238E27FC236}">
                <a16:creationId xmlns:a16="http://schemas.microsoft.com/office/drawing/2014/main" id="{5EB733E4-20CF-4DB4-89BA-011F97003A21}"/>
              </a:ext>
            </a:extLst>
          </p:cNvPr>
          <p:cNvSpPr>
            <a:spLocks noGrp="1"/>
          </p:cNvSpPr>
          <p:nvPr/>
        </p:nvSpPr>
        <p:spPr>
          <a:xfrm>
            <a:off x="5187058" y="4457382"/>
            <a:ext cx="45341" cy="45341"/>
          </a:xfrm>
          <a:prstGeom prst="ellipse">
            <a:avLst/>
          </a:prstGeom>
          <a:solidFill>
            <a:srgbClr val="B08A60">
              <a:alpha val="40000"/>
            </a:srgbClr>
          </a:solidFill>
          <a:ln w="0">
            <a:noFill/>
            <a:prstDash val="solid"/>
          </a:ln>
        </p:spPr>
      </p:sp>
      <p:sp>
        <p:nvSpPr>
          <p:cNvPr id="1092" name="b_small_bar_ellipse_3330">
            <a:extLst>
              <a:ext uri="{FF2B5EF4-FFF2-40B4-BE49-F238E27FC236}">
                <a16:creationId xmlns:a16="http://schemas.microsoft.com/office/drawing/2014/main" id="{88A5F79F-BEC9-43A0-BB5E-46110E48E77D}"/>
              </a:ext>
            </a:extLst>
          </p:cNvPr>
          <p:cNvSpPr>
            <a:spLocks noGrp="1"/>
          </p:cNvSpPr>
          <p:nvPr/>
        </p:nvSpPr>
        <p:spPr>
          <a:xfrm>
            <a:off x="5212819" y="2025341"/>
            <a:ext cx="45341" cy="45341"/>
          </a:xfrm>
          <a:prstGeom prst="ellipse">
            <a:avLst/>
          </a:prstGeom>
          <a:solidFill>
            <a:srgbClr val="B08A60">
              <a:alpha val="40000"/>
            </a:srgbClr>
          </a:solidFill>
          <a:ln w="0">
            <a:noFill/>
            <a:prstDash val="solid"/>
          </a:ln>
        </p:spPr>
      </p:sp>
      <p:sp>
        <p:nvSpPr>
          <p:cNvPr id="1093" name="b_small_bar_ellipse_3331">
            <a:extLst>
              <a:ext uri="{FF2B5EF4-FFF2-40B4-BE49-F238E27FC236}">
                <a16:creationId xmlns:a16="http://schemas.microsoft.com/office/drawing/2014/main" id="{5E5DC428-D7DF-424C-98D0-2FF47875D080}"/>
              </a:ext>
            </a:extLst>
          </p:cNvPr>
          <p:cNvSpPr>
            <a:spLocks noGrp="1"/>
          </p:cNvSpPr>
          <p:nvPr/>
        </p:nvSpPr>
        <p:spPr>
          <a:xfrm>
            <a:off x="5162314" y="4457382"/>
            <a:ext cx="45341" cy="45341"/>
          </a:xfrm>
          <a:prstGeom prst="ellipse">
            <a:avLst/>
          </a:prstGeom>
          <a:solidFill>
            <a:srgbClr val="B08A60">
              <a:alpha val="40000"/>
            </a:srgbClr>
          </a:solidFill>
          <a:ln w="0">
            <a:noFill/>
            <a:prstDash val="solid"/>
          </a:ln>
        </p:spPr>
      </p:sp>
      <p:sp>
        <p:nvSpPr>
          <p:cNvPr id="1094" name="b_small_bar_ellipse_3332">
            <a:extLst>
              <a:ext uri="{FF2B5EF4-FFF2-40B4-BE49-F238E27FC236}">
                <a16:creationId xmlns:a16="http://schemas.microsoft.com/office/drawing/2014/main" id="{F1E23195-94F0-4C31-9C22-308014FCC0F5}"/>
              </a:ext>
            </a:extLst>
          </p:cNvPr>
          <p:cNvSpPr>
            <a:spLocks noGrp="1"/>
          </p:cNvSpPr>
          <p:nvPr/>
        </p:nvSpPr>
        <p:spPr>
          <a:xfrm>
            <a:off x="5205934" y="4402109"/>
            <a:ext cx="45341" cy="45341"/>
          </a:xfrm>
          <a:prstGeom prst="ellipse">
            <a:avLst/>
          </a:prstGeom>
          <a:solidFill>
            <a:srgbClr val="B08A60">
              <a:alpha val="40000"/>
            </a:srgbClr>
          </a:solidFill>
          <a:ln w="0">
            <a:noFill/>
            <a:prstDash val="solid"/>
          </a:ln>
        </p:spPr>
      </p:sp>
      <p:sp>
        <p:nvSpPr>
          <p:cNvPr id="1095" name="b_small_bar_ellipse_3333">
            <a:extLst>
              <a:ext uri="{FF2B5EF4-FFF2-40B4-BE49-F238E27FC236}">
                <a16:creationId xmlns:a16="http://schemas.microsoft.com/office/drawing/2014/main" id="{412CDF8E-23C9-4396-BCE1-A6D20A7CBEB4}"/>
              </a:ext>
            </a:extLst>
          </p:cNvPr>
          <p:cNvSpPr>
            <a:spLocks noGrp="1"/>
          </p:cNvSpPr>
          <p:nvPr/>
        </p:nvSpPr>
        <p:spPr>
          <a:xfrm>
            <a:off x="5302858" y="4052042"/>
            <a:ext cx="45341" cy="45341"/>
          </a:xfrm>
          <a:prstGeom prst="ellipse">
            <a:avLst/>
          </a:prstGeom>
          <a:solidFill>
            <a:srgbClr val="B08A60">
              <a:alpha val="40000"/>
            </a:srgbClr>
          </a:solidFill>
          <a:ln w="0">
            <a:noFill/>
            <a:prstDash val="solid"/>
          </a:ln>
        </p:spPr>
      </p:sp>
      <p:sp>
        <p:nvSpPr>
          <p:cNvPr id="1096" name="b_small_bar_ellipse_3334">
            <a:extLst>
              <a:ext uri="{FF2B5EF4-FFF2-40B4-BE49-F238E27FC236}">
                <a16:creationId xmlns:a16="http://schemas.microsoft.com/office/drawing/2014/main" id="{7A75E125-D570-46F7-9D81-025C7D52C99B}"/>
              </a:ext>
            </a:extLst>
          </p:cNvPr>
          <p:cNvSpPr>
            <a:spLocks noGrp="1"/>
          </p:cNvSpPr>
          <p:nvPr/>
        </p:nvSpPr>
        <p:spPr>
          <a:xfrm>
            <a:off x="5298584" y="2633351"/>
            <a:ext cx="45341" cy="45341"/>
          </a:xfrm>
          <a:prstGeom prst="ellipse">
            <a:avLst/>
          </a:prstGeom>
          <a:solidFill>
            <a:srgbClr val="B08A60">
              <a:alpha val="40000"/>
            </a:srgbClr>
          </a:solidFill>
          <a:ln w="0">
            <a:noFill/>
            <a:prstDash val="solid"/>
          </a:ln>
        </p:spPr>
      </p:sp>
      <p:sp>
        <p:nvSpPr>
          <p:cNvPr id="1097" name="b_small_bar_ellipse_3335">
            <a:extLst>
              <a:ext uri="{FF2B5EF4-FFF2-40B4-BE49-F238E27FC236}">
                <a16:creationId xmlns:a16="http://schemas.microsoft.com/office/drawing/2014/main" id="{686C6532-97BC-4AC0-8944-7782F2694548}"/>
              </a:ext>
            </a:extLst>
          </p:cNvPr>
          <p:cNvSpPr>
            <a:spLocks noGrp="1"/>
          </p:cNvSpPr>
          <p:nvPr/>
        </p:nvSpPr>
        <p:spPr>
          <a:xfrm>
            <a:off x="5254579" y="4315296"/>
            <a:ext cx="45341" cy="45341"/>
          </a:xfrm>
          <a:prstGeom prst="ellipse">
            <a:avLst/>
          </a:prstGeom>
          <a:solidFill>
            <a:srgbClr val="B08A60">
              <a:alpha val="40000"/>
            </a:srgbClr>
          </a:solidFill>
          <a:ln w="0">
            <a:noFill/>
            <a:prstDash val="solid"/>
          </a:ln>
        </p:spPr>
      </p:sp>
      <p:sp>
        <p:nvSpPr>
          <p:cNvPr id="1098" name="b_small_bar_ellipse_3336">
            <a:extLst>
              <a:ext uri="{FF2B5EF4-FFF2-40B4-BE49-F238E27FC236}">
                <a16:creationId xmlns:a16="http://schemas.microsoft.com/office/drawing/2014/main" id="{2F1BB459-FB43-4A82-9495-C35F0DE55F97}"/>
              </a:ext>
            </a:extLst>
          </p:cNvPr>
          <p:cNvSpPr>
            <a:spLocks noGrp="1"/>
          </p:cNvSpPr>
          <p:nvPr/>
        </p:nvSpPr>
        <p:spPr>
          <a:xfrm>
            <a:off x="5179391" y="3241362"/>
            <a:ext cx="45341" cy="45341"/>
          </a:xfrm>
          <a:prstGeom prst="ellipse">
            <a:avLst/>
          </a:prstGeom>
          <a:solidFill>
            <a:srgbClr val="B08A60">
              <a:alpha val="40000"/>
            </a:srgbClr>
          </a:solidFill>
          <a:ln w="0">
            <a:noFill/>
            <a:prstDash val="solid"/>
          </a:ln>
        </p:spPr>
      </p:sp>
      <p:sp>
        <p:nvSpPr>
          <p:cNvPr id="1099" name="b_small_bar_ellipse_3337">
            <a:extLst>
              <a:ext uri="{FF2B5EF4-FFF2-40B4-BE49-F238E27FC236}">
                <a16:creationId xmlns:a16="http://schemas.microsoft.com/office/drawing/2014/main" id="{147AB62C-09D7-465B-AC77-A65C8F63F200}"/>
              </a:ext>
            </a:extLst>
          </p:cNvPr>
          <p:cNvSpPr>
            <a:spLocks noGrp="1"/>
          </p:cNvSpPr>
          <p:nvPr/>
        </p:nvSpPr>
        <p:spPr>
          <a:xfrm>
            <a:off x="5249086" y="4457382"/>
            <a:ext cx="45341" cy="45341"/>
          </a:xfrm>
          <a:prstGeom prst="ellipse">
            <a:avLst/>
          </a:prstGeom>
          <a:solidFill>
            <a:srgbClr val="B08A60">
              <a:alpha val="40000"/>
            </a:srgbClr>
          </a:solidFill>
          <a:ln w="0">
            <a:noFill/>
            <a:prstDash val="solid"/>
          </a:ln>
        </p:spPr>
      </p:sp>
      <p:sp>
        <p:nvSpPr>
          <p:cNvPr id="1100" name="b_small_bar_ellipse_3338">
            <a:extLst>
              <a:ext uri="{FF2B5EF4-FFF2-40B4-BE49-F238E27FC236}">
                <a16:creationId xmlns:a16="http://schemas.microsoft.com/office/drawing/2014/main" id="{1AF28265-71D6-4B4A-9C19-30E880CFAEF6}"/>
              </a:ext>
            </a:extLst>
          </p:cNvPr>
          <p:cNvSpPr>
            <a:spLocks noGrp="1"/>
          </p:cNvSpPr>
          <p:nvPr/>
        </p:nvSpPr>
        <p:spPr>
          <a:xfrm>
            <a:off x="5150804" y="4457382"/>
            <a:ext cx="45341" cy="45341"/>
          </a:xfrm>
          <a:prstGeom prst="ellipse">
            <a:avLst/>
          </a:prstGeom>
          <a:solidFill>
            <a:srgbClr val="B08A60">
              <a:alpha val="40000"/>
            </a:srgbClr>
          </a:solidFill>
          <a:ln w="0">
            <a:noFill/>
            <a:prstDash val="solid"/>
          </a:ln>
        </p:spPr>
      </p:sp>
      <p:sp>
        <p:nvSpPr>
          <p:cNvPr id="1101" name="b_small_bar_ellipse_3339">
            <a:extLst>
              <a:ext uri="{FF2B5EF4-FFF2-40B4-BE49-F238E27FC236}">
                <a16:creationId xmlns:a16="http://schemas.microsoft.com/office/drawing/2014/main" id="{548C9CC9-58B3-447F-AB1D-998BEFC6133B}"/>
              </a:ext>
            </a:extLst>
          </p:cNvPr>
          <p:cNvSpPr>
            <a:spLocks noGrp="1"/>
          </p:cNvSpPr>
          <p:nvPr/>
        </p:nvSpPr>
        <p:spPr>
          <a:xfrm>
            <a:off x="5109019" y="2025341"/>
            <a:ext cx="45341" cy="45341"/>
          </a:xfrm>
          <a:prstGeom prst="ellipse">
            <a:avLst/>
          </a:prstGeom>
          <a:solidFill>
            <a:srgbClr val="B08A60">
              <a:alpha val="40000"/>
            </a:srgbClr>
          </a:solidFill>
          <a:ln w="0">
            <a:noFill/>
            <a:prstDash val="solid"/>
          </a:ln>
        </p:spPr>
      </p:sp>
      <p:sp>
        <p:nvSpPr>
          <p:cNvPr id="1102" name="b_small_bar_ellipse_3340">
            <a:extLst>
              <a:ext uri="{FF2B5EF4-FFF2-40B4-BE49-F238E27FC236}">
                <a16:creationId xmlns:a16="http://schemas.microsoft.com/office/drawing/2014/main" id="{55587FF3-ACEA-43F2-88F5-09E427E9B530}"/>
              </a:ext>
            </a:extLst>
          </p:cNvPr>
          <p:cNvSpPr>
            <a:spLocks noGrp="1"/>
          </p:cNvSpPr>
          <p:nvPr/>
        </p:nvSpPr>
        <p:spPr>
          <a:xfrm>
            <a:off x="5300648" y="3106248"/>
            <a:ext cx="45341" cy="45341"/>
          </a:xfrm>
          <a:prstGeom prst="ellipse">
            <a:avLst/>
          </a:prstGeom>
          <a:solidFill>
            <a:srgbClr val="B08A60">
              <a:alpha val="40000"/>
            </a:srgbClr>
          </a:solidFill>
          <a:ln w="0">
            <a:noFill/>
            <a:prstDash val="solid"/>
          </a:ln>
        </p:spPr>
      </p:sp>
      <p:sp>
        <p:nvSpPr>
          <p:cNvPr id="1103" name="b_small_bar_ellipse_3341">
            <a:extLst>
              <a:ext uri="{FF2B5EF4-FFF2-40B4-BE49-F238E27FC236}">
                <a16:creationId xmlns:a16="http://schemas.microsoft.com/office/drawing/2014/main" id="{56CF3AE7-A305-4095-87C3-2412510FC8FC}"/>
              </a:ext>
            </a:extLst>
          </p:cNvPr>
          <p:cNvSpPr>
            <a:spLocks noGrp="1"/>
          </p:cNvSpPr>
          <p:nvPr/>
        </p:nvSpPr>
        <p:spPr>
          <a:xfrm>
            <a:off x="5244576" y="4457382"/>
            <a:ext cx="45341" cy="45341"/>
          </a:xfrm>
          <a:prstGeom prst="ellipse">
            <a:avLst/>
          </a:prstGeom>
          <a:solidFill>
            <a:srgbClr val="B08A60">
              <a:alpha val="40000"/>
            </a:srgbClr>
          </a:solidFill>
          <a:ln w="0">
            <a:noFill/>
            <a:prstDash val="solid"/>
          </a:ln>
        </p:spPr>
      </p:sp>
      <p:sp>
        <p:nvSpPr>
          <p:cNvPr id="1104" name="b_small_bar_ellipse_3342">
            <a:extLst>
              <a:ext uri="{FF2B5EF4-FFF2-40B4-BE49-F238E27FC236}">
                <a16:creationId xmlns:a16="http://schemas.microsoft.com/office/drawing/2014/main" id="{80E942A3-D8AF-442C-8EA9-4AD42AE196F3}"/>
              </a:ext>
            </a:extLst>
          </p:cNvPr>
          <p:cNvSpPr>
            <a:spLocks noGrp="1"/>
          </p:cNvSpPr>
          <p:nvPr/>
        </p:nvSpPr>
        <p:spPr>
          <a:xfrm>
            <a:off x="5198860" y="4457382"/>
            <a:ext cx="45341" cy="45341"/>
          </a:xfrm>
          <a:prstGeom prst="ellipse">
            <a:avLst/>
          </a:prstGeom>
          <a:solidFill>
            <a:srgbClr val="B08A60">
              <a:alpha val="40000"/>
            </a:srgbClr>
          </a:solidFill>
          <a:ln w="0">
            <a:noFill/>
            <a:prstDash val="solid"/>
          </a:ln>
        </p:spPr>
      </p:sp>
      <p:sp>
        <p:nvSpPr>
          <p:cNvPr id="1105" name="b_small_bar_ellipse_3343">
            <a:extLst>
              <a:ext uri="{FF2B5EF4-FFF2-40B4-BE49-F238E27FC236}">
                <a16:creationId xmlns:a16="http://schemas.microsoft.com/office/drawing/2014/main" id="{AB66F243-A3CE-4F49-80BF-09E3B55D7F92}"/>
              </a:ext>
            </a:extLst>
          </p:cNvPr>
          <p:cNvSpPr>
            <a:spLocks noGrp="1"/>
          </p:cNvSpPr>
          <p:nvPr/>
        </p:nvSpPr>
        <p:spPr>
          <a:xfrm>
            <a:off x="5294468" y="3492286"/>
            <a:ext cx="45341" cy="45341"/>
          </a:xfrm>
          <a:prstGeom prst="ellipse">
            <a:avLst/>
          </a:prstGeom>
          <a:solidFill>
            <a:srgbClr val="B08A60">
              <a:alpha val="40000"/>
            </a:srgbClr>
          </a:solidFill>
          <a:ln w="0">
            <a:noFill/>
            <a:prstDash val="solid"/>
          </a:ln>
        </p:spPr>
      </p:sp>
      <p:sp>
        <p:nvSpPr>
          <p:cNvPr id="1106" name="b_small_bar_ellipse_3344">
            <a:extLst>
              <a:ext uri="{FF2B5EF4-FFF2-40B4-BE49-F238E27FC236}">
                <a16:creationId xmlns:a16="http://schemas.microsoft.com/office/drawing/2014/main" id="{09D4C637-0710-41E5-89FD-6C34B1878C49}"/>
              </a:ext>
            </a:extLst>
          </p:cNvPr>
          <p:cNvSpPr>
            <a:spLocks noGrp="1"/>
          </p:cNvSpPr>
          <p:nvPr/>
        </p:nvSpPr>
        <p:spPr>
          <a:xfrm>
            <a:off x="5290392" y="3241362"/>
            <a:ext cx="45341" cy="45341"/>
          </a:xfrm>
          <a:prstGeom prst="ellipse">
            <a:avLst/>
          </a:prstGeom>
          <a:solidFill>
            <a:srgbClr val="B08A60">
              <a:alpha val="40000"/>
            </a:srgbClr>
          </a:solidFill>
          <a:ln w="0">
            <a:noFill/>
            <a:prstDash val="solid"/>
          </a:ln>
        </p:spPr>
      </p:sp>
      <p:sp>
        <p:nvSpPr>
          <p:cNvPr id="1107" name="b_small_bar_ellipse_3345">
            <a:extLst>
              <a:ext uri="{FF2B5EF4-FFF2-40B4-BE49-F238E27FC236}">
                <a16:creationId xmlns:a16="http://schemas.microsoft.com/office/drawing/2014/main" id="{C554171A-4A70-433E-AFF2-9D7D1AD8D951}"/>
              </a:ext>
            </a:extLst>
          </p:cNvPr>
          <p:cNvSpPr>
            <a:spLocks noGrp="1"/>
          </p:cNvSpPr>
          <p:nvPr/>
        </p:nvSpPr>
        <p:spPr>
          <a:xfrm>
            <a:off x="5303767" y="2025341"/>
            <a:ext cx="45341" cy="45341"/>
          </a:xfrm>
          <a:prstGeom prst="ellipse">
            <a:avLst/>
          </a:prstGeom>
          <a:solidFill>
            <a:srgbClr val="B08A60">
              <a:alpha val="40000"/>
            </a:srgbClr>
          </a:solidFill>
          <a:ln w="0">
            <a:noFill/>
            <a:prstDash val="solid"/>
          </a:ln>
        </p:spPr>
      </p:sp>
      <p:sp>
        <p:nvSpPr>
          <p:cNvPr id="1108" name="b_small_bar_ellipse_3346">
            <a:extLst>
              <a:ext uri="{FF2B5EF4-FFF2-40B4-BE49-F238E27FC236}">
                <a16:creationId xmlns:a16="http://schemas.microsoft.com/office/drawing/2014/main" id="{EBD2B88C-BDA9-47A9-8A5B-9AB0658935FC}"/>
              </a:ext>
            </a:extLst>
          </p:cNvPr>
          <p:cNvSpPr>
            <a:spLocks noGrp="1"/>
          </p:cNvSpPr>
          <p:nvPr/>
        </p:nvSpPr>
        <p:spPr>
          <a:xfrm>
            <a:off x="5143525" y="3241362"/>
            <a:ext cx="45341" cy="45341"/>
          </a:xfrm>
          <a:prstGeom prst="ellipse">
            <a:avLst/>
          </a:prstGeom>
          <a:solidFill>
            <a:srgbClr val="B08A60">
              <a:alpha val="40000"/>
            </a:srgbClr>
          </a:solidFill>
          <a:ln w="0">
            <a:noFill/>
            <a:prstDash val="solid"/>
          </a:ln>
        </p:spPr>
      </p:sp>
      <p:sp>
        <p:nvSpPr>
          <p:cNvPr id="1109" name="b_small_bar_ellipse_3347">
            <a:extLst>
              <a:ext uri="{FF2B5EF4-FFF2-40B4-BE49-F238E27FC236}">
                <a16:creationId xmlns:a16="http://schemas.microsoft.com/office/drawing/2014/main" id="{EC6A99A6-7F26-434E-B83E-1366FC6C7B60}"/>
              </a:ext>
            </a:extLst>
          </p:cNvPr>
          <p:cNvSpPr>
            <a:spLocks noGrp="1"/>
          </p:cNvSpPr>
          <p:nvPr/>
        </p:nvSpPr>
        <p:spPr>
          <a:xfrm>
            <a:off x="5298925" y="2549801"/>
            <a:ext cx="45341" cy="45341"/>
          </a:xfrm>
          <a:prstGeom prst="ellipse">
            <a:avLst/>
          </a:prstGeom>
          <a:solidFill>
            <a:srgbClr val="B08A60">
              <a:alpha val="40000"/>
            </a:srgbClr>
          </a:solidFill>
          <a:ln w="0">
            <a:noFill/>
            <a:prstDash val="solid"/>
          </a:ln>
        </p:spPr>
      </p:sp>
      <p:sp>
        <p:nvSpPr>
          <p:cNvPr id="1110" name="b_small_bar_ellipse_3348">
            <a:extLst>
              <a:ext uri="{FF2B5EF4-FFF2-40B4-BE49-F238E27FC236}">
                <a16:creationId xmlns:a16="http://schemas.microsoft.com/office/drawing/2014/main" id="{F77C0D12-849E-4176-BE87-F021F69E1173}"/>
              </a:ext>
            </a:extLst>
          </p:cNvPr>
          <p:cNvSpPr>
            <a:spLocks noGrp="1"/>
          </p:cNvSpPr>
          <p:nvPr/>
        </p:nvSpPr>
        <p:spPr>
          <a:xfrm>
            <a:off x="5205993" y="2025341"/>
            <a:ext cx="45341" cy="45341"/>
          </a:xfrm>
          <a:prstGeom prst="ellipse">
            <a:avLst/>
          </a:prstGeom>
          <a:solidFill>
            <a:srgbClr val="B08A60">
              <a:alpha val="40000"/>
            </a:srgbClr>
          </a:solidFill>
          <a:ln w="0">
            <a:noFill/>
            <a:prstDash val="solid"/>
          </a:ln>
        </p:spPr>
      </p:sp>
      <p:sp>
        <p:nvSpPr>
          <p:cNvPr id="1111" name="b_small_bar_ellipse_3349">
            <a:extLst>
              <a:ext uri="{FF2B5EF4-FFF2-40B4-BE49-F238E27FC236}">
                <a16:creationId xmlns:a16="http://schemas.microsoft.com/office/drawing/2014/main" id="{8C983AF8-E8EB-41E9-ACA9-8AE7BD30581B}"/>
              </a:ext>
            </a:extLst>
          </p:cNvPr>
          <p:cNvSpPr>
            <a:spLocks noGrp="1"/>
          </p:cNvSpPr>
          <p:nvPr/>
        </p:nvSpPr>
        <p:spPr>
          <a:xfrm>
            <a:off x="5258163" y="2025341"/>
            <a:ext cx="45341" cy="45341"/>
          </a:xfrm>
          <a:prstGeom prst="ellipse">
            <a:avLst/>
          </a:prstGeom>
          <a:solidFill>
            <a:srgbClr val="B08A60">
              <a:alpha val="40000"/>
            </a:srgbClr>
          </a:solidFill>
          <a:ln w="0">
            <a:noFill/>
            <a:prstDash val="solid"/>
          </a:ln>
        </p:spPr>
      </p:sp>
      <p:sp>
        <p:nvSpPr>
          <p:cNvPr id="1112" name="b_small_bar_ellipse_3350">
            <a:extLst>
              <a:ext uri="{FF2B5EF4-FFF2-40B4-BE49-F238E27FC236}">
                <a16:creationId xmlns:a16="http://schemas.microsoft.com/office/drawing/2014/main" id="{45CD04B4-61A8-4C74-8EB2-CB56DA726EA9}"/>
              </a:ext>
            </a:extLst>
          </p:cNvPr>
          <p:cNvSpPr>
            <a:spLocks noGrp="1"/>
          </p:cNvSpPr>
          <p:nvPr/>
        </p:nvSpPr>
        <p:spPr>
          <a:xfrm>
            <a:off x="5264187" y="4396581"/>
            <a:ext cx="45341" cy="45341"/>
          </a:xfrm>
          <a:prstGeom prst="ellipse">
            <a:avLst/>
          </a:prstGeom>
          <a:solidFill>
            <a:srgbClr val="B08A60">
              <a:alpha val="40000"/>
            </a:srgbClr>
          </a:solidFill>
          <a:ln w="0">
            <a:noFill/>
            <a:prstDash val="solid"/>
          </a:ln>
        </p:spPr>
      </p:sp>
      <p:sp>
        <p:nvSpPr>
          <p:cNvPr id="1113" name="b_small_bar_ellipse_3351">
            <a:extLst>
              <a:ext uri="{FF2B5EF4-FFF2-40B4-BE49-F238E27FC236}">
                <a16:creationId xmlns:a16="http://schemas.microsoft.com/office/drawing/2014/main" id="{006E7898-5A3D-488D-8584-A25F46BEFFE8}"/>
              </a:ext>
            </a:extLst>
          </p:cNvPr>
          <p:cNvSpPr>
            <a:spLocks noGrp="1"/>
          </p:cNvSpPr>
          <p:nvPr/>
        </p:nvSpPr>
        <p:spPr>
          <a:xfrm>
            <a:off x="5186414" y="2274143"/>
            <a:ext cx="45341" cy="45341"/>
          </a:xfrm>
          <a:prstGeom prst="ellipse">
            <a:avLst/>
          </a:prstGeom>
          <a:solidFill>
            <a:srgbClr val="B08A60">
              <a:alpha val="40000"/>
            </a:srgbClr>
          </a:solidFill>
          <a:ln w="0">
            <a:noFill/>
            <a:prstDash val="solid"/>
          </a:ln>
        </p:spPr>
      </p:sp>
      <p:sp>
        <p:nvSpPr>
          <p:cNvPr id="1114" name="b_small_bar_ellipse_3352">
            <a:extLst>
              <a:ext uri="{FF2B5EF4-FFF2-40B4-BE49-F238E27FC236}">
                <a16:creationId xmlns:a16="http://schemas.microsoft.com/office/drawing/2014/main" id="{02570FCB-EC2A-4B9E-87A9-B95DA548A043}"/>
              </a:ext>
            </a:extLst>
          </p:cNvPr>
          <p:cNvSpPr>
            <a:spLocks noGrp="1"/>
          </p:cNvSpPr>
          <p:nvPr/>
        </p:nvSpPr>
        <p:spPr>
          <a:xfrm>
            <a:off x="5170153" y="4457382"/>
            <a:ext cx="45341" cy="45341"/>
          </a:xfrm>
          <a:prstGeom prst="ellipse">
            <a:avLst/>
          </a:prstGeom>
          <a:solidFill>
            <a:srgbClr val="B08A60">
              <a:alpha val="40000"/>
            </a:srgbClr>
          </a:solidFill>
          <a:ln w="0">
            <a:noFill/>
            <a:prstDash val="solid"/>
          </a:ln>
        </p:spPr>
      </p:sp>
      <p:sp>
        <p:nvSpPr>
          <p:cNvPr id="1115" name="b_small_bar_ellipse_3353">
            <a:extLst>
              <a:ext uri="{FF2B5EF4-FFF2-40B4-BE49-F238E27FC236}">
                <a16:creationId xmlns:a16="http://schemas.microsoft.com/office/drawing/2014/main" id="{04FE2EA0-52BD-43C0-A616-B01D4CD48936}"/>
              </a:ext>
            </a:extLst>
          </p:cNvPr>
          <p:cNvSpPr>
            <a:spLocks noGrp="1"/>
          </p:cNvSpPr>
          <p:nvPr/>
        </p:nvSpPr>
        <p:spPr>
          <a:xfrm>
            <a:off x="5235118" y="4457382"/>
            <a:ext cx="45341" cy="45341"/>
          </a:xfrm>
          <a:prstGeom prst="ellipse">
            <a:avLst/>
          </a:prstGeom>
          <a:solidFill>
            <a:srgbClr val="B08A60">
              <a:alpha val="40000"/>
            </a:srgbClr>
          </a:solidFill>
          <a:ln w="0">
            <a:noFill/>
            <a:prstDash val="solid"/>
          </a:ln>
        </p:spPr>
      </p:sp>
      <p:sp>
        <p:nvSpPr>
          <p:cNvPr id="1116" name="b_small_bar_ellipse_3354">
            <a:extLst>
              <a:ext uri="{FF2B5EF4-FFF2-40B4-BE49-F238E27FC236}">
                <a16:creationId xmlns:a16="http://schemas.microsoft.com/office/drawing/2014/main" id="{299A1043-ED1B-4560-9B54-E089D454D71D}"/>
              </a:ext>
            </a:extLst>
          </p:cNvPr>
          <p:cNvSpPr>
            <a:spLocks noGrp="1"/>
          </p:cNvSpPr>
          <p:nvPr/>
        </p:nvSpPr>
        <p:spPr>
          <a:xfrm>
            <a:off x="5190683" y="4457382"/>
            <a:ext cx="45341" cy="45341"/>
          </a:xfrm>
          <a:prstGeom prst="ellipse">
            <a:avLst/>
          </a:prstGeom>
          <a:solidFill>
            <a:srgbClr val="B08A60">
              <a:alpha val="40000"/>
            </a:srgbClr>
          </a:solidFill>
          <a:ln w="0">
            <a:noFill/>
            <a:prstDash val="solid"/>
          </a:ln>
        </p:spPr>
      </p:sp>
      <p:sp>
        <p:nvSpPr>
          <p:cNvPr id="1117" name="b_small_bar_ellipse_3355">
            <a:extLst>
              <a:ext uri="{FF2B5EF4-FFF2-40B4-BE49-F238E27FC236}">
                <a16:creationId xmlns:a16="http://schemas.microsoft.com/office/drawing/2014/main" id="{552A32F3-0DF6-4936-96F2-E85614C68075}"/>
              </a:ext>
            </a:extLst>
          </p:cNvPr>
          <p:cNvSpPr>
            <a:spLocks noGrp="1"/>
          </p:cNvSpPr>
          <p:nvPr/>
        </p:nvSpPr>
        <p:spPr>
          <a:xfrm>
            <a:off x="5155681" y="3849372"/>
            <a:ext cx="45341" cy="45341"/>
          </a:xfrm>
          <a:prstGeom prst="ellipse">
            <a:avLst/>
          </a:prstGeom>
          <a:solidFill>
            <a:srgbClr val="B08A60">
              <a:alpha val="40000"/>
            </a:srgbClr>
          </a:solidFill>
          <a:ln w="0">
            <a:noFill/>
            <a:prstDash val="solid"/>
          </a:ln>
        </p:spPr>
      </p:sp>
      <p:sp>
        <p:nvSpPr>
          <p:cNvPr id="1118" name="b_small_bar_ellipse_3356">
            <a:extLst>
              <a:ext uri="{FF2B5EF4-FFF2-40B4-BE49-F238E27FC236}">
                <a16:creationId xmlns:a16="http://schemas.microsoft.com/office/drawing/2014/main" id="{89587278-3921-4E67-B98C-3050B2C80DAD}"/>
              </a:ext>
            </a:extLst>
          </p:cNvPr>
          <p:cNvSpPr>
            <a:spLocks noGrp="1"/>
          </p:cNvSpPr>
          <p:nvPr/>
        </p:nvSpPr>
        <p:spPr>
          <a:xfrm>
            <a:off x="5222394" y="4109948"/>
            <a:ext cx="45341" cy="45341"/>
          </a:xfrm>
          <a:prstGeom prst="ellipse">
            <a:avLst/>
          </a:prstGeom>
          <a:solidFill>
            <a:srgbClr val="B08A60">
              <a:alpha val="40000"/>
            </a:srgbClr>
          </a:solidFill>
          <a:ln w="0">
            <a:noFill/>
            <a:prstDash val="solid"/>
          </a:ln>
        </p:spPr>
      </p:sp>
      <p:sp>
        <p:nvSpPr>
          <p:cNvPr id="1119" name="b_small_bar_ellipse_3357">
            <a:extLst>
              <a:ext uri="{FF2B5EF4-FFF2-40B4-BE49-F238E27FC236}">
                <a16:creationId xmlns:a16="http://schemas.microsoft.com/office/drawing/2014/main" id="{BAA963D2-2648-494D-B1C3-820530E5DC41}"/>
              </a:ext>
            </a:extLst>
          </p:cNvPr>
          <p:cNvSpPr>
            <a:spLocks noGrp="1"/>
          </p:cNvSpPr>
          <p:nvPr/>
        </p:nvSpPr>
        <p:spPr>
          <a:xfrm>
            <a:off x="5168330" y="3048825"/>
            <a:ext cx="45341" cy="45341"/>
          </a:xfrm>
          <a:prstGeom prst="ellipse">
            <a:avLst/>
          </a:prstGeom>
          <a:solidFill>
            <a:srgbClr val="B08A60">
              <a:alpha val="40000"/>
            </a:srgbClr>
          </a:solidFill>
          <a:ln w="0">
            <a:noFill/>
            <a:prstDash val="solid"/>
          </a:ln>
        </p:spPr>
      </p:sp>
      <p:sp>
        <p:nvSpPr>
          <p:cNvPr id="1120" name="b_small_bar_ellipse_3358">
            <a:extLst>
              <a:ext uri="{FF2B5EF4-FFF2-40B4-BE49-F238E27FC236}">
                <a16:creationId xmlns:a16="http://schemas.microsoft.com/office/drawing/2014/main" id="{3A0619C9-1A76-412F-AD63-841BA85E4081}"/>
              </a:ext>
            </a:extLst>
          </p:cNvPr>
          <p:cNvSpPr>
            <a:spLocks noGrp="1"/>
          </p:cNvSpPr>
          <p:nvPr/>
        </p:nvSpPr>
        <p:spPr>
          <a:xfrm>
            <a:off x="5218837" y="3849372"/>
            <a:ext cx="45341" cy="45341"/>
          </a:xfrm>
          <a:prstGeom prst="ellipse">
            <a:avLst/>
          </a:prstGeom>
          <a:solidFill>
            <a:srgbClr val="B08A60">
              <a:alpha val="40000"/>
            </a:srgbClr>
          </a:solidFill>
          <a:ln w="0">
            <a:noFill/>
            <a:prstDash val="solid"/>
          </a:ln>
        </p:spPr>
      </p:sp>
      <p:sp>
        <p:nvSpPr>
          <p:cNvPr id="1121" name="b_small_bar_ellipse_3359">
            <a:extLst>
              <a:ext uri="{FF2B5EF4-FFF2-40B4-BE49-F238E27FC236}">
                <a16:creationId xmlns:a16="http://schemas.microsoft.com/office/drawing/2014/main" id="{18C21FB9-31B9-4B19-A9BF-762225EF1C44}"/>
              </a:ext>
            </a:extLst>
          </p:cNvPr>
          <p:cNvSpPr>
            <a:spLocks noGrp="1"/>
          </p:cNvSpPr>
          <p:nvPr/>
        </p:nvSpPr>
        <p:spPr>
          <a:xfrm>
            <a:off x="5263121" y="2025341"/>
            <a:ext cx="45341" cy="45341"/>
          </a:xfrm>
          <a:prstGeom prst="ellipse">
            <a:avLst/>
          </a:prstGeom>
          <a:solidFill>
            <a:srgbClr val="B08A60">
              <a:alpha val="40000"/>
            </a:srgbClr>
          </a:solidFill>
          <a:ln w="0">
            <a:noFill/>
            <a:prstDash val="solid"/>
          </a:ln>
        </p:spPr>
      </p:sp>
      <p:sp>
        <p:nvSpPr>
          <p:cNvPr id="1122" name="b_small_bar_ellipse_3360">
            <a:extLst>
              <a:ext uri="{FF2B5EF4-FFF2-40B4-BE49-F238E27FC236}">
                <a16:creationId xmlns:a16="http://schemas.microsoft.com/office/drawing/2014/main" id="{1C1AE15A-29E1-476E-BE00-3F988CEBAE18}"/>
              </a:ext>
            </a:extLst>
          </p:cNvPr>
          <p:cNvSpPr>
            <a:spLocks noGrp="1"/>
          </p:cNvSpPr>
          <p:nvPr/>
        </p:nvSpPr>
        <p:spPr>
          <a:xfrm>
            <a:off x="5121454" y="2025341"/>
            <a:ext cx="45341" cy="45341"/>
          </a:xfrm>
          <a:prstGeom prst="ellipse">
            <a:avLst/>
          </a:prstGeom>
          <a:solidFill>
            <a:srgbClr val="B08A60">
              <a:alpha val="40000"/>
            </a:srgbClr>
          </a:solidFill>
          <a:ln w="0">
            <a:noFill/>
            <a:prstDash val="solid"/>
          </a:ln>
        </p:spPr>
      </p:sp>
      <p:sp>
        <p:nvSpPr>
          <p:cNvPr id="1123" name="b_small_bar_ellipse_3361">
            <a:extLst>
              <a:ext uri="{FF2B5EF4-FFF2-40B4-BE49-F238E27FC236}">
                <a16:creationId xmlns:a16="http://schemas.microsoft.com/office/drawing/2014/main" id="{16410E62-CD9E-4B71-ABA8-0588FF0F7ABE}"/>
              </a:ext>
            </a:extLst>
          </p:cNvPr>
          <p:cNvSpPr>
            <a:spLocks noGrp="1"/>
          </p:cNvSpPr>
          <p:nvPr/>
        </p:nvSpPr>
        <p:spPr>
          <a:xfrm>
            <a:off x="5278629" y="3080466"/>
            <a:ext cx="45341" cy="45341"/>
          </a:xfrm>
          <a:prstGeom prst="ellipse">
            <a:avLst/>
          </a:prstGeom>
          <a:solidFill>
            <a:srgbClr val="B08A60">
              <a:alpha val="40000"/>
            </a:srgbClr>
          </a:solidFill>
          <a:ln w="0">
            <a:noFill/>
            <a:prstDash val="solid"/>
          </a:ln>
        </p:spPr>
      </p:sp>
      <p:sp>
        <p:nvSpPr>
          <p:cNvPr id="1124" name="b_small_bar_ellipse_3362">
            <a:extLst>
              <a:ext uri="{FF2B5EF4-FFF2-40B4-BE49-F238E27FC236}">
                <a16:creationId xmlns:a16="http://schemas.microsoft.com/office/drawing/2014/main" id="{B8E109F8-2648-443A-B8DB-81484F213CC7}"/>
              </a:ext>
            </a:extLst>
          </p:cNvPr>
          <p:cNvSpPr>
            <a:spLocks noGrp="1"/>
          </p:cNvSpPr>
          <p:nvPr/>
        </p:nvSpPr>
        <p:spPr>
          <a:xfrm>
            <a:off x="5151830" y="4457382"/>
            <a:ext cx="45341" cy="45341"/>
          </a:xfrm>
          <a:prstGeom prst="ellipse">
            <a:avLst/>
          </a:prstGeom>
          <a:solidFill>
            <a:srgbClr val="B08A60">
              <a:alpha val="40000"/>
            </a:srgbClr>
          </a:solidFill>
          <a:ln w="0">
            <a:noFill/>
            <a:prstDash val="solid"/>
          </a:ln>
        </p:spPr>
      </p:sp>
      <p:sp>
        <p:nvSpPr>
          <p:cNvPr id="1125" name="b_small_bar_ellipse_3363">
            <a:extLst>
              <a:ext uri="{FF2B5EF4-FFF2-40B4-BE49-F238E27FC236}">
                <a16:creationId xmlns:a16="http://schemas.microsoft.com/office/drawing/2014/main" id="{80021FCB-2B1D-434B-B4D2-4347415B1E0E}"/>
              </a:ext>
            </a:extLst>
          </p:cNvPr>
          <p:cNvSpPr>
            <a:spLocks noGrp="1"/>
          </p:cNvSpPr>
          <p:nvPr/>
        </p:nvSpPr>
        <p:spPr>
          <a:xfrm>
            <a:off x="5185794" y="2633351"/>
            <a:ext cx="45341" cy="45341"/>
          </a:xfrm>
          <a:prstGeom prst="ellipse">
            <a:avLst/>
          </a:prstGeom>
          <a:solidFill>
            <a:srgbClr val="B08A60">
              <a:alpha val="40000"/>
            </a:srgbClr>
          </a:solidFill>
          <a:ln w="0">
            <a:noFill/>
            <a:prstDash val="solid"/>
          </a:ln>
        </p:spPr>
      </p:sp>
      <p:sp>
        <p:nvSpPr>
          <p:cNvPr id="1126" name="b_small_bar_ellipse_3364">
            <a:extLst>
              <a:ext uri="{FF2B5EF4-FFF2-40B4-BE49-F238E27FC236}">
                <a16:creationId xmlns:a16="http://schemas.microsoft.com/office/drawing/2014/main" id="{FB083C0D-FBE2-4230-BBCC-E544313A30FC}"/>
              </a:ext>
            </a:extLst>
          </p:cNvPr>
          <p:cNvSpPr>
            <a:spLocks noGrp="1"/>
          </p:cNvSpPr>
          <p:nvPr/>
        </p:nvSpPr>
        <p:spPr>
          <a:xfrm>
            <a:off x="5224488" y="4457382"/>
            <a:ext cx="45341" cy="45341"/>
          </a:xfrm>
          <a:prstGeom prst="ellipse">
            <a:avLst/>
          </a:prstGeom>
          <a:solidFill>
            <a:srgbClr val="B08A60">
              <a:alpha val="40000"/>
            </a:srgbClr>
          </a:solidFill>
          <a:ln w="0">
            <a:noFill/>
            <a:prstDash val="solid"/>
          </a:ln>
        </p:spPr>
      </p:sp>
      <p:sp>
        <p:nvSpPr>
          <p:cNvPr id="1127" name="b_small_bar_ellipse_3365">
            <a:extLst>
              <a:ext uri="{FF2B5EF4-FFF2-40B4-BE49-F238E27FC236}">
                <a16:creationId xmlns:a16="http://schemas.microsoft.com/office/drawing/2014/main" id="{C84EDF29-029A-46E0-B86E-3DD5E6A21D8A}"/>
              </a:ext>
            </a:extLst>
          </p:cNvPr>
          <p:cNvSpPr>
            <a:spLocks noGrp="1"/>
          </p:cNvSpPr>
          <p:nvPr/>
        </p:nvSpPr>
        <p:spPr>
          <a:xfrm>
            <a:off x="5165785" y="2025341"/>
            <a:ext cx="45341" cy="45341"/>
          </a:xfrm>
          <a:prstGeom prst="ellipse">
            <a:avLst/>
          </a:prstGeom>
          <a:solidFill>
            <a:srgbClr val="B08A60">
              <a:alpha val="40000"/>
            </a:srgbClr>
          </a:solidFill>
          <a:ln w="0">
            <a:noFill/>
            <a:prstDash val="solid"/>
          </a:ln>
        </p:spPr>
      </p:sp>
      <p:sp>
        <p:nvSpPr>
          <p:cNvPr id="1128" name="b_small_bar_ellipse_3366">
            <a:extLst>
              <a:ext uri="{FF2B5EF4-FFF2-40B4-BE49-F238E27FC236}">
                <a16:creationId xmlns:a16="http://schemas.microsoft.com/office/drawing/2014/main" id="{19D6EFA8-24AE-4463-8A84-801DC088EB74}"/>
              </a:ext>
            </a:extLst>
          </p:cNvPr>
          <p:cNvSpPr>
            <a:spLocks noGrp="1"/>
          </p:cNvSpPr>
          <p:nvPr/>
        </p:nvSpPr>
        <p:spPr>
          <a:xfrm>
            <a:off x="5273651" y="4457382"/>
            <a:ext cx="45341" cy="45341"/>
          </a:xfrm>
          <a:prstGeom prst="ellipse">
            <a:avLst/>
          </a:prstGeom>
          <a:solidFill>
            <a:srgbClr val="B08A60">
              <a:alpha val="40000"/>
            </a:srgbClr>
          </a:solidFill>
          <a:ln w="0">
            <a:noFill/>
            <a:prstDash val="solid"/>
          </a:ln>
        </p:spPr>
      </p:sp>
      <p:sp>
        <p:nvSpPr>
          <p:cNvPr id="1129" name="b_small_bar_ellipse_3367">
            <a:extLst>
              <a:ext uri="{FF2B5EF4-FFF2-40B4-BE49-F238E27FC236}">
                <a16:creationId xmlns:a16="http://schemas.microsoft.com/office/drawing/2014/main" id="{13AF1A23-DCFE-4FB1-84DF-EC3AD3A040A9}"/>
              </a:ext>
            </a:extLst>
          </p:cNvPr>
          <p:cNvSpPr>
            <a:spLocks noGrp="1"/>
          </p:cNvSpPr>
          <p:nvPr/>
        </p:nvSpPr>
        <p:spPr>
          <a:xfrm>
            <a:off x="5222737" y="4288491"/>
            <a:ext cx="45341" cy="45341"/>
          </a:xfrm>
          <a:prstGeom prst="ellipse">
            <a:avLst/>
          </a:prstGeom>
          <a:solidFill>
            <a:srgbClr val="B08A60">
              <a:alpha val="40000"/>
            </a:srgbClr>
          </a:solidFill>
          <a:ln w="0">
            <a:noFill/>
            <a:prstDash val="solid"/>
          </a:ln>
        </p:spPr>
      </p:sp>
      <p:sp>
        <p:nvSpPr>
          <p:cNvPr id="1130" name="b_small_bar_ellipse_3368">
            <a:extLst>
              <a:ext uri="{FF2B5EF4-FFF2-40B4-BE49-F238E27FC236}">
                <a16:creationId xmlns:a16="http://schemas.microsoft.com/office/drawing/2014/main" id="{96961111-CC6D-44C6-9AA1-BD150D67B660}"/>
              </a:ext>
            </a:extLst>
          </p:cNvPr>
          <p:cNvSpPr>
            <a:spLocks noGrp="1"/>
          </p:cNvSpPr>
          <p:nvPr/>
        </p:nvSpPr>
        <p:spPr>
          <a:xfrm>
            <a:off x="5271931" y="2025341"/>
            <a:ext cx="45341" cy="45341"/>
          </a:xfrm>
          <a:prstGeom prst="ellipse">
            <a:avLst/>
          </a:prstGeom>
          <a:solidFill>
            <a:srgbClr val="B08A60">
              <a:alpha val="40000"/>
            </a:srgbClr>
          </a:solidFill>
          <a:ln w="0">
            <a:noFill/>
            <a:prstDash val="solid"/>
          </a:ln>
        </p:spPr>
      </p:sp>
      <p:sp>
        <p:nvSpPr>
          <p:cNvPr id="1131" name="b_small_bar_ellipse_3369">
            <a:extLst>
              <a:ext uri="{FF2B5EF4-FFF2-40B4-BE49-F238E27FC236}">
                <a16:creationId xmlns:a16="http://schemas.microsoft.com/office/drawing/2014/main" id="{9D99B09D-0C6F-4D9C-8342-CC89615E4489}"/>
              </a:ext>
            </a:extLst>
          </p:cNvPr>
          <p:cNvSpPr>
            <a:spLocks noGrp="1"/>
          </p:cNvSpPr>
          <p:nvPr/>
        </p:nvSpPr>
        <p:spPr>
          <a:xfrm>
            <a:off x="5124096" y="2025341"/>
            <a:ext cx="45341" cy="45341"/>
          </a:xfrm>
          <a:prstGeom prst="ellipse">
            <a:avLst/>
          </a:prstGeom>
          <a:solidFill>
            <a:srgbClr val="B08A60">
              <a:alpha val="40000"/>
            </a:srgbClr>
          </a:solidFill>
          <a:ln w="0">
            <a:noFill/>
            <a:prstDash val="solid"/>
          </a:ln>
        </p:spPr>
      </p:sp>
      <p:sp>
        <p:nvSpPr>
          <p:cNvPr id="1132" name="b_small_bar_ellipse_3370">
            <a:extLst>
              <a:ext uri="{FF2B5EF4-FFF2-40B4-BE49-F238E27FC236}">
                <a16:creationId xmlns:a16="http://schemas.microsoft.com/office/drawing/2014/main" id="{783145B9-0984-498F-B16F-B7FE7BD22DB4}"/>
              </a:ext>
            </a:extLst>
          </p:cNvPr>
          <p:cNvSpPr>
            <a:spLocks noGrp="1"/>
          </p:cNvSpPr>
          <p:nvPr/>
        </p:nvSpPr>
        <p:spPr>
          <a:xfrm>
            <a:off x="5299719" y="4345707"/>
            <a:ext cx="45341" cy="45341"/>
          </a:xfrm>
          <a:prstGeom prst="ellipse">
            <a:avLst/>
          </a:prstGeom>
          <a:solidFill>
            <a:srgbClr val="B08A60">
              <a:alpha val="40000"/>
            </a:srgbClr>
          </a:solidFill>
          <a:ln w="0">
            <a:noFill/>
            <a:prstDash val="solid"/>
          </a:ln>
        </p:spPr>
      </p:sp>
      <p:sp>
        <p:nvSpPr>
          <p:cNvPr id="1133" name="b_small_bar_ellipse_3371">
            <a:extLst>
              <a:ext uri="{FF2B5EF4-FFF2-40B4-BE49-F238E27FC236}">
                <a16:creationId xmlns:a16="http://schemas.microsoft.com/office/drawing/2014/main" id="{1A078B39-A5C1-4AF6-899A-E71877C6D36E}"/>
              </a:ext>
            </a:extLst>
          </p:cNvPr>
          <p:cNvSpPr>
            <a:spLocks noGrp="1"/>
          </p:cNvSpPr>
          <p:nvPr/>
        </p:nvSpPr>
        <p:spPr>
          <a:xfrm>
            <a:off x="5181464" y="2025341"/>
            <a:ext cx="45341" cy="45341"/>
          </a:xfrm>
          <a:prstGeom prst="ellipse">
            <a:avLst/>
          </a:prstGeom>
          <a:solidFill>
            <a:srgbClr val="B08A60">
              <a:alpha val="40000"/>
            </a:srgbClr>
          </a:solidFill>
          <a:ln w="0">
            <a:noFill/>
            <a:prstDash val="solid"/>
          </a:ln>
        </p:spPr>
      </p:sp>
      <p:sp>
        <p:nvSpPr>
          <p:cNvPr id="1134" name="b_small_bar_ellipse_3372">
            <a:extLst>
              <a:ext uri="{FF2B5EF4-FFF2-40B4-BE49-F238E27FC236}">
                <a16:creationId xmlns:a16="http://schemas.microsoft.com/office/drawing/2014/main" id="{2672CD49-D58E-46D7-9F68-AC45033F7DA2}"/>
              </a:ext>
            </a:extLst>
          </p:cNvPr>
          <p:cNvSpPr>
            <a:spLocks noGrp="1"/>
          </p:cNvSpPr>
          <p:nvPr/>
        </p:nvSpPr>
        <p:spPr>
          <a:xfrm>
            <a:off x="5112807" y="2025341"/>
            <a:ext cx="45341" cy="45341"/>
          </a:xfrm>
          <a:prstGeom prst="ellipse">
            <a:avLst/>
          </a:prstGeom>
          <a:solidFill>
            <a:srgbClr val="B08A60">
              <a:alpha val="40000"/>
            </a:srgbClr>
          </a:solidFill>
          <a:ln w="0">
            <a:noFill/>
            <a:prstDash val="solid"/>
          </a:ln>
        </p:spPr>
      </p:sp>
      <p:sp>
        <p:nvSpPr>
          <p:cNvPr id="1135" name="b_small_bar_ellipse_3373">
            <a:extLst>
              <a:ext uri="{FF2B5EF4-FFF2-40B4-BE49-F238E27FC236}">
                <a16:creationId xmlns:a16="http://schemas.microsoft.com/office/drawing/2014/main" id="{C59D226D-7C2F-4CC9-B37D-09D97FE64F13}"/>
              </a:ext>
            </a:extLst>
          </p:cNvPr>
          <p:cNvSpPr>
            <a:spLocks noGrp="1"/>
          </p:cNvSpPr>
          <p:nvPr/>
        </p:nvSpPr>
        <p:spPr>
          <a:xfrm>
            <a:off x="5306739" y="2025341"/>
            <a:ext cx="45341" cy="45341"/>
          </a:xfrm>
          <a:prstGeom prst="ellipse">
            <a:avLst/>
          </a:prstGeom>
          <a:solidFill>
            <a:srgbClr val="B08A60">
              <a:alpha val="40000"/>
            </a:srgbClr>
          </a:solidFill>
          <a:ln w="0">
            <a:noFill/>
            <a:prstDash val="solid"/>
          </a:ln>
        </p:spPr>
      </p:sp>
      <p:sp>
        <p:nvSpPr>
          <p:cNvPr id="1136" name="b_small_bar_ellipse_3374">
            <a:extLst>
              <a:ext uri="{FF2B5EF4-FFF2-40B4-BE49-F238E27FC236}">
                <a16:creationId xmlns:a16="http://schemas.microsoft.com/office/drawing/2014/main" id="{FD9565C6-0110-46A1-98A9-8E46AC1DB37D}"/>
              </a:ext>
            </a:extLst>
          </p:cNvPr>
          <p:cNvSpPr>
            <a:spLocks noGrp="1"/>
          </p:cNvSpPr>
          <p:nvPr/>
        </p:nvSpPr>
        <p:spPr>
          <a:xfrm>
            <a:off x="5277808" y="4457382"/>
            <a:ext cx="45341" cy="45341"/>
          </a:xfrm>
          <a:prstGeom prst="ellipse">
            <a:avLst/>
          </a:prstGeom>
          <a:solidFill>
            <a:srgbClr val="B08A60">
              <a:alpha val="40000"/>
            </a:srgbClr>
          </a:solidFill>
          <a:ln w="0">
            <a:noFill/>
            <a:prstDash val="solid"/>
          </a:ln>
        </p:spPr>
      </p:sp>
      <p:sp>
        <p:nvSpPr>
          <p:cNvPr id="1137" name="b_small_bar_ellipse_3375">
            <a:extLst>
              <a:ext uri="{FF2B5EF4-FFF2-40B4-BE49-F238E27FC236}">
                <a16:creationId xmlns:a16="http://schemas.microsoft.com/office/drawing/2014/main" id="{675F254F-4DB1-4727-B122-00378A24A58E}"/>
              </a:ext>
            </a:extLst>
          </p:cNvPr>
          <p:cNvSpPr>
            <a:spLocks noGrp="1"/>
          </p:cNvSpPr>
          <p:nvPr/>
        </p:nvSpPr>
        <p:spPr>
          <a:xfrm>
            <a:off x="5263317" y="4457382"/>
            <a:ext cx="45341" cy="45341"/>
          </a:xfrm>
          <a:prstGeom prst="ellipse">
            <a:avLst/>
          </a:prstGeom>
          <a:solidFill>
            <a:srgbClr val="B08A60">
              <a:alpha val="40000"/>
            </a:srgbClr>
          </a:solidFill>
          <a:ln w="0">
            <a:noFill/>
            <a:prstDash val="solid"/>
          </a:ln>
        </p:spPr>
      </p:sp>
      <p:sp>
        <p:nvSpPr>
          <p:cNvPr id="1138" name="b_small_bar_ellipse_3376">
            <a:extLst>
              <a:ext uri="{FF2B5EF4-FFF2-40B4-BE49-F238E27FC236}">
                <a16:creationId xmlns:a16="http://schemas.microsoft.com/office/drawing/2014/main" id="{9FFD3DC3-18BA-48D2-9863-B1B2287914B7}"/>
              </a:ext>
            </a:extLst>
          </p:cNvPr>
          <p:cNvSpPr>
            <a:spLocks noGrp="1"/>
          </p:cNvSpPr>
          <p:nvPr/>
        </p:nvSpPr>
        <p:spPr>
          <a:xfrm>
            <a:off x="5191685" y="2025341"/>
            <a:ext cx="45341" cy="45341"/>
          </a:xfrm>
          <a:prstGeom prst="ellipse">
            <a:avLst/>
          </a:prstGeom>
          <a:solidFill>
            <a:srgbClr val="B08A60">
              <a:alpha val="40000"/>
            </a:srgbClr>
          </a:solidFill>
          <a:ln w="0">
            <a:noFill/>
            <a:prstDash val="solid"/>
          </a:ln>
        </p:spPr>
      </p:sp>
      <p:sp>
        <p:nvSpPr>
          <p:cNvPr id="1139" name="b_small_bar_ellipse_3377">
            <a:extLst>
              <a:ext uri="{FF2B5EF4-FFF2-40B4-BE49-F238E27FC236}">
                <a16:creationId xmlns:a16="http://schemas.microsoft.com/office/drawing/2014/main" id="{DB58D9A2-CE74-438E-B049-ADF8F459736C}"/>
              </a:ext>
            </a:extLst>
          </p:cNvPr>
          <p:cNvSpPr>
            <a:spLocks noGrp="1"/>
          </p:cNvSpPr>
          <p:nvPr/>
        </p:nvSpPr>
        <p:spPr>
          <a:xfrm>
            <a:off x="5162188" y="3687960"/>
            <a:ext cx="45341" cy="45341"/>
          </a:xfrm>
          <a:prstGeom prst="ellipse">
            <a:avLst/>
          </a:prstGeom>
          <a:solidFill>
            <a:srgbClr val="B08A60">
              <a:alpha val="40000"/>
            </a:srgbClr>
          </a:solidFill>
          <a:ln w="0">
            <a:noFill/>
            <a:prstDash val="solid"/>
          </a:ln>
        </p:spPr>
      </p:sp>
      <p:sp>
        <p:nvSpPr>
          <p:cNvPr id="1140" name="b_small_bar_ellipse_3378">
            <a:extLst>
              <a:ext uri="{FF2B5EF4-FFF2-40B4-BE49-F238E27FC236}">
                <a16:creationId xmlns:a16="http://schemas.microsoft.com/office/drawing/2014/main" id="{8D0DEE21-8CB4-4BEA-8D35-EC635BCE86A2}"/>
              </a:ext>
            </a:extLst>
          </p:cNvPr>
          <p:cNvSpPr>
            <a:spLocks noGrp="1"/>
          </p:cNvSpPr>
          <p:nvPr/>
        </p:nvSpPr>
        <p:spPr>
          <a:xfrm>
            <a:off x="5253752" y="4322269"/>
            <a:ext cx="45341" cy="45341"/>
          </a:xfrm>
          <a:prstGeom prst="ellipse">
            <a:avLst/>
          </a:prstGeom>
          <a:solidFill>
            <a:srgbClr val="B08A60">
              <a:alpha val="40000"/>
            </a:srgbClr>
          </a:solidFill>
          <a:ln w="0">
            <a:noFill/>
            <a:prstDash val="solid"/>
          </a:ln>
        </p:spPr>
      </p:sp>
      <p:sp>
        <p:nvSpPr>
          <p:cNvPr id="1141" name="b_small_bar_ellipse_3379">
            <a:extLst>
              <a:ext uri="{FF2B5EF4-FFF2-40B4-BE49-F238E27FC236}">
                <a16:creationId xmlns:a16="http://schemas.microsoft.com/office/drawing/2014/main" id="{47BC0571-B6A0-4CCE-B248-6F3DDF206ECF}"/>
              </a:ext>
            </a:extLst>
          </p:cNvPr>
          <p:cNvSpPr>
            <a:spLocks noGrp="1"/>
          </p:cNvSpPr>
          <p:nvPr/>
        </p:nvSpPr>
        <p:spPr>
          <a:xfrm>
            <a:off x="5291998" y="4441169"/>
            <a:ext cx="45341" cy="45341"/>
          </a:xfrm>
          <a:prstGeom prst="ellipse">
            <a:avLst/>
          </a:prstGeom>
          <a:solidFill>
            <a:srgbClr val="B08A60">
              <a:alpha val="40000"/>
            </a:srgbClr>
          </a:solidFill>
          <a:ln w="0">
            <a:noFill/>
            <a:prstDash val="solid"/>
          </a:ln>
        </p:spPr>
      </p:sp>
      <p:sp>
        <p:nvSpPr>
          <p:cNvPr id="1142" name="b_small_bar_ellipse_3380">
            <a:extLst>
              <a:ext uri="{FF2B5EF4-FFF2-40B4-BE49-F238E27FC236}">
                <a16:creationId xmlns:a16="http://schemas.microsoft.com/office/drawing/2014/main" id="{9225BCD6-2EE5-46D9-BE74-5B2E0CF16E73}"/>
              </a:ext>
            </a:extLst>
          </p:cNvPr>
          <p:cNvSpPr>
            <a:spLocks noGrp="1"/>
          </p:cNvSpPr>
          <p:nvPr/>
        </p:nvSpPr>
        <p:spPr>
          <a:xfrm>
            <a:off x="5288804" y="4457382"/>
            <a:ext cx="45341" cy="45341"/>
          </a:xfrm>
          <a:prstGeom prst="ellipse">
            <a:avLst/>
          </a:prstGeom>
          <a:solidFill>
            <a:srgbClr val="B08A60">
              <a:alpha val="40000"/>
            </a:srgbClr>
          </a:solidFill>
          <a:ln w="0">
            <a:noFill/>
            <a:prstDash val="solid"/>
          </a:ln>
        </p:spPr>
      </p:sp>
      <p:sp>
        <p:nvSpPr>
          <p:cNvPr id="1143" name="b_small_bar_ellipse_3381">
            <a:extLst>
              <a:ext uri="{FF2B5EF4-FFF2-40B4-BE49-F238E27FC236}">
                <a16:creationId xmlns:a16="http://schemas.microsoft.com/office/drawing/2014/main" id="{B2C36E77-6CA6-4C06-8897-A29CEAB1F590}"/>
              </a:ext>
            </a:extLst>
          </p:cNvPr>
          <p:cNvSpPr>
            <a:spLocks noGrp="1"/>
          </p:cNvSpPr>
          <p:nvPr/>
        </p:nvSpPr>
        <p:spPr>
          <a:xfrm>
            <a:off x="5138474" y="4457382"/>
            <a:ext cx="45341" cy="45341"/>
          </a:xfrm>
          <a:prstGeom prst="ellipse">
            <a:avLst/>
          </a:prstGeom>
          <a:solidFill>
            <a:srgbClr val="B08A60">
              <a:alpha val="40000"/>
            </a:srgbClr>
          </a:solidFill>
          <a:ln w="0">
            <a:noFill/>
            <a:prstDash val="solid"/>
          </a:ln>
        </p:spPr>
      </p:sp>
      <p:sp>
        <p:nvSpPr>
          <p:cNvPr id="1144" name="b_small_bar_ellipse_3382">
            <a:extLst>
              <a:ext uri="{FF2B5EF4-FFF2-40B4-BE49-F238E27FC236}">
                <a16:creationId xmlns:a16="http://schemas.microsoft.com/office/drawing/2014/main" id="{F62964C5-A2F3-40F7-B616-63C80626A29D}"/>
              </a:ext>
            </a:extLst>
          </p:cNvPr>
          <p:cNvSpPr>
            <a:spLocks noGrp="1"/>
          </p:cNvSpPr>
          <p:nvPr/>
        </p:nvSpPr>
        <p:spPr>
          <a:xfrm>
            <a:off x="5184426" y="2129636"/>
            <a:ext cx="45341" cy="45341"/>
          </a:xfrm>
          <a:prstGeom prst="ellipse">
            <a:avLst/>
          </a:prstGeom>
          <a:solidFill>
            <a:srgbClr val="B08A60">
              <a:alpha val="40000"/>
            </a:srgbClr>
          </a:solidFill>
          <a:ln w="0">
            <a:noFill/>
            <a:prstDash val="solid"/>
          </a:ln>
        </p:spPr>
      </p:sp>
      <p:sp>
        <p:nvSpPr>
          <p:cNvPr id="1145" name="b_small_bar_ellipse_3383">
            <a:extLst>
              <a:ext uri="{FF2B5EF4-FFF2-40B4-BE49-F238E27FC236}">
                <a16:creationId xmlns:a16="http://schemas.microsoft.com/office/drawing/2014/main" id="{FD449702-487D-4964-A211-B8802F9166AA}"/>
              </a:ext>
            </a:extLst>
          </p:cNvPr>
          <p:cNvSpPr>
            <a:spLocks noGrp="1"/>
          </p:cNvSpPr>
          <p:nvPr/>
        </p:nvSpPr>
        <p:spPr>
          <a:xfrm>
            <a:off x="5204925" y="2025341"/>
            <a:ext cx="45341" cy="45341"/>
          </a:xfrm>
          <a:prstGeom prst="ellipse">
            <a:avLst/>
          </a:prstGeom>
          <a:solidFill>
            <a:srgbClr val="B08A60">
              <a:alpha val="40000"/>
            </a:srgbClr>
          </a:solidFill>
          <a:ln w="0">
            <a:noFill/>
            <a:prstDash val="solid"/>
          </a:ln>
        </p:spPr>
      </p:sp>
      <p:sp>
        <p:nvSpPr>
          <p:cNvPr id="1146" name="b_small_bar_ellipse_3384">
            <a:extLst>
              <a:ext uri="{FF2B5EF4-FFF2-40B4-BE49-F238E27FC236}">
                <a16:creationId xmlns:a16="http://schemas.microsoft.com/office/drawing/2014/main" id="{D69995A3-57D4-4180-BD0D-B1FEB506BF4F}"/>
              </a:ext>
            </a:extLst>
          </p:cNvPr>
          <p:cNvSpPr>
            <a:spLocks noGrp="1"/>
          </p:cNvSpPr>
          <p:nvPr/>
        </p:nvSpPr>
        <p:spPr>
          <a:xfrm>
            <a:off x="5131377" y="2025341"/>
            <a:ext cx="45341" cy="45341"/>
          </a:xfrm>
          <a:prstGeom prst="ellipse">
            <a:avLst/>
          </a:prstGeom>
          <a:solidFill>
            <a:srgbClr val="B08A60">
              <a:alpha val="40000"/>
            </a:srgbClr>
          </a:solidFill>
          <a:ln w="0">
            <a:noFill/>
            <a:prstDash val="solid"/>
          </a:ln>
        </p:spPr>
      </p:sp>
      <p:sp>
        <p:nvSpPr>
          <p:cNvPr id="1147" name="b_small_bar_ellipse_3385">
            <a:extLst>
              <a:ext uri="{FF2B5EF4-FFF2-40B4-BE49-F238E27FC236}">
                <a16:creationId xmlns:a16="http://schemas.microsoft.com/office/drawing/2014/main" id="{E058D9C0-DE01-4482-9FB1-8559A1109BBA}"/>
              </a:ext>
            </a:extLst>
          </p:cNvPr>
          <p:cNvSpPr>
            <a:spLocks noGrp="1"/>
          </p:cNvSpPr>
          <p:nvPr/>
        </p:nvSpPr>
        <p:spPr>
          <a:xfrm>
            <a:off x="5203154" y="2025341"/>
            <a:ext cx="45341" cy="45341"/>
          </a:xfrm>
          <a:prstGeom prst="ellipse">
            <a:avLst/>
          </a:prstGeom>
          <a:solidFill>
            <a:srgbClr val="B08A60">
              <a:alpha val="40000"/>
            </a:srgbClr>
          </a:solidFill>
          <a:ln w="0">
            <a:noFill/>
            <a:prstDash val="solid"/>
          </a:ln>
        </p:spPr>
      </p:sp>
      <p:sp>
        <p:nvSpPr>
          <p:cNvPr id="1148" name="b_small_bar_ellipse_3386">
            <a:extLst>
              <a:ext uri="{FF2B5EF4-FFF2-40B4-BE49-F238E27FC236}">
                <a16:creationId xmlns:a16="http://schemas.microsoft.com/office/drawing/2014/main" id="{0ADBD702-38FE-4C5D-983F-60E14A6A0341}"/>
              </a:ext>
            </a:extLst>
          </p:cNvPr>
          <p:cNvSpPr>
            <a:spLocks noGrp="1"/>
          </p:cNvSpPr>
          <p:nvPr/>
        </p:nvSpPr>
        <p:spPr>
          <a:xfrm>
            <a:off x="5116048" y="4412344"/>
            <a:ext cx="45341" cy="45341"/>
          </a:xfrm>
          <a:prstGeom prst="ellipse">
            <a:avLst/>
          </a:prstGeom>
          <a:solidFill>
            <a:srgbClr val="B08A60">
              <a:alpha val="40000"/>
            </a:srgbClr>
          </a:solidFill>
          <a:ln w="0">
            <a:noFill/>
            <a:prstDash val="solid"/>
          </a:ln>
        </p:spPr>
      </p:sp>
      <p:sp>
        <p:nvSpPr>
          <p:cNvPr id="1149" name="b_small_bar_ellipse_3387">
            <a:extLst>
              <a:ext uri="{FF2B5EF4-FFF2-40B4-BE49-F238E27FC236}">
                <a16:creationId xmlns:a16="http://schemas.microsoft.com/office/drawing/2014/main" id="{A7C6F4DD-6502-4A49-B3FF-06C7FB9698C4}"/>
              </a:ext>
            </a:extLst>
          </p:cNvPr>
          <p:cNvSpPr>
            <a:spLocks noGrp="1"/>
          </p:cNvSpPr>
          <p:nvPr/>
        </p:nvSpPr>
        <p:spPr>
          <a:xfrm>
            <a:off x="5271196" y="2025341"/>
            <a:ext cx="45341" cy="45341"/>
          </a:xfrm>
          <a:prstGeom prst="ellipse">
            <a:avLst/>
          </a:prstGeom>
          <a:solidFill>
            <a:srgbClr val="B08A60">
              <a:alpha val="40000"/>
            </a:srgbClr>
          </a:solidFill>
          <a:ln w="0">
            <a:noFill/>
            <a:prstDash val="solid"/>
          </a:ln>
        </p:spPr>
      </p:sp>
      <p:sp>
        <p:nvSpPr>
          <p:cNvPr id="1150" name="b_small_bar_ellipse_3388">
            <a:extLst>
              <a:ext uri="{FF2B5EF4-FFF2-40B4-BE49-F238E27FC236}">
                <a16:creationId xmlns:a16="http://schemas.microsoft.com/office/drawing/2014/main" id="{23BDBBC1-1AE3-4731-AF26-5EAF54BF0FC1}"/>
              </a:ext>
            </a:extLst>
          </p:cNvPr>
          <p:cNvSpPr>
            <a:spLocks noGrp="1"/>
          </p:cNvSpPr>
          <p:nvPr/>
        </p:nvSpPr>
        <p:spPr>
          <a:xfrm>
            <a:off x="5117206" y="2836021"/>
            <a:ext cx="45341" cy="45341"/>
          </a:xfrm>
          <a:prstGeom prst="ellipse">
            <a:avLst/>
          </a:prstGeom>
          <a:solidFill>
            <a:srgbClr val="B08A60">
              <a:alpha val="40000"/>
            </a:srgbClr>
          </a:solidFill>
          <a:ln w="0">
            <a:noFill/>
            <a:prstDash val="solid"/>
          </a:ln>
        </p:spPr>
      </p:sp>
      <p:sp>
        <p:nvSpPr>
          <p:cNvPr id="1151" name="b_small_bar_ellipse_3389">
            <a:extLst>
              <a:ext uri="{FF2B5EF4-FFF2-40B4-BE49-F238E27FC236}">
                <a16:creationId xmlns:a16="http://schemas.microsoft.com/office/drawing/2014/main" id="{5ABE7CF7-FA77-46C5-8212-EED73ADAEA55}"/>
              </a:ext>
            </a:extLst>
          </p:cNvPr>
          <p:cNvSpPr>
            <a:spLocks noGrp="1"/>
          </p:cNvSpPr>
          <p:nvPr/>
        </p:nvSpPr>
        <p:spPr>
          <a:xfrm>
            <a:off x="5204283" y="3119759"/>
            <a:ext cx="45341" cy="45341"/>
          </a:xfrm>
          <a:prstGeom prst="ellipse">
            <a:avLst/>
          </a:prstGeom>
          <a:solidFill>
            <a:srgbClr val="B08A60">
              <a:alpha val="40000"/>
            </a:srgbClr>
          </a:solidFill>
          <a:ln w="0">
            <a:noFill/>
            <a:prstDash val="solid"/>
          </a:ln>
        </p:spPr>
      </p:sp>
      <p:sp>
        <p:nvSpPr>
          <p:cNvPr id="1152" name="b_small_bar_ellipse_3390">
            <a:extLst>
              <a:ext uri="{FF2B5EF4-FFF2-40B4-BE49-F238E27FC236}">
                <a16:creationId xmlns:a16="http://schemas.microsoft.com/office/drawing/2014/main" id="{0B9EAE30-86E8-46E8-B5E6-DDCAAC3D2246}"/>
              </a:ext>
            </a:extLst>
          </p:cNvPr>
          <p:cNvSpPr>
            <a:spLocks noGrp="1"/>
          </p:cNvSpPr>
          <p:nvPr/>
        </p:nvSpPr>
        <p:spPr>
          <a:xfrm>
            <a:off x="5121075" y="4457382"/>
            <a:ext cx="45341" cy="45341"/>
          </a:xfrm>
          <a:prstGeom prst="ellipse">
            <a:avLst/>
          </a:prstGeom>
          <a:solidFill>
            <a:srgbClr val="B08A60">
              <a:alpha val="40000"/>
            </a:srgbClr>
          </a:solidFill>
          <a:ln w="0">
            <a:noFill/>
            <a:prstDash val="solid"/>
          </a:ln>
        </p:spPr>
      </p:sp>
      <p:sp>
        <p:nvSpPr>
          <p:cNvPr id="1153" name="b_small_bar_ellipse_3391">
            <a:extLst>
              <a:ext uri="{FF2B5EF4-FFF2-40B4-BE49-F238E27FC236}">
                <a16:creationId xmlns:a16="http://schemas.microsoft.com/office/drawing/2014/main" id="{39C4EF9B-C389-4820-A4BB-D7DC057A69C6}"/>
              </a:ext>
            </a:extLst>
          </p:cNvPr>
          <p:cNvSpPr>
            <a:spLocks noGrp="1"/>
          </p:cNvSpPr>
          <p:nvPr/>
        </p:nvSpPr>
        <p:spPr>
          <a:xfrm>
            <a:off x="5189080" y="2025341"/>
            <a:ext cx="45341" cy="45341"/>
          </a:xfrm>
          <a:prstGeom prst="ellipse">
            <a:avLst/>
          </a:prstGeom>
          <a:solidFill>
            <a:srgbClr val="B08A60">
              <a:alpha val="40000"/>
            </a:srgbClr>
          </a:solidFill>
          <a:ln w="0">
            <a:noFill/>
            <a:prstDash val="solid"/>
          </a:ln>
        </p:spPr>
      </p:sp>
      <p:sp>
        <p:nvSpPr>
          <p:cNvPr id="1154" name="b_small_bar_ellipse_3392">
            <a:extLst>
              <a:ext uri="{FF2B5EF4-FFF2-40B4-BE49-F238E27FC236}">
                <a16:creationId xmlns:a16="http://schemas.microsoft.com/office/drawing/2014/main" id="{70DB794D-A960-4241-ABA9-F0F1336BC01C}"/>
              </a:ext>
            </a:extLst>
          </p:cNvPr>
          <p:cNvSpPr>
            <a:spLocks noGrp="1"/>
          </p:cNvSpPr>
          <p:nvPr/>
        </p:nvSpPr>
        <p:spPr>
          <a:xfrm>
            <a:off x="5128631" y="2083246"/>
            <a:ext cx="45341" cy="45341"/>
          </a:xfrm>
          <a:prstGeom prst="ellipse">
            <a:avLst/>
          </a:prstGeom>
          <a:solidFill>
            <a:srgbClr val="B08A60">
              <a:alpha val="40000"/>
            </a:srgbClr>
          </a:solidFill>
          <a:ln w="0">
            <a:noFill/>
            <a:prstDash val="solid"/>
          </a:ln>
        </p:spPr>
      </p:sp>
      <p:sp>
        <p:nvSpPr>
          <p:cNvPr id="1155" name="b_small_bar_ellipse_3393">
            <a:extLst>
              <a:ext uri="{FF2B5EF4-FFF2-40B4-BE49-F238E27FC236}">
                <a16:creationId xmlns:a16="http://schemas.microsoft.com/office/drawing/2014/main" id="{9357D40F-9243-42A1-9E96-174D55E50573}"/>
              </a:ext>
            </a:extLst>
          </p:cNvPr>
          <p:cNvSpPr>
            <a:spLocks noGrp="1"/>
          </p:cNvSpPr>
          <p:nvPr/>
        </p:nvSpPr>
        <p:spPr>
          <a:xfrm>
            <a:off x="5208958" y="2025341"/>
            <a:ext cx="45341" cy="45341"/>
          </a:xfrm>
          <a:prstGeom prst="ellipse">
            <a:avLst/>
          </a:prstGeom>
          <a:solidFill>
            <a:srgbClr val="B08A60">
              <a:alpha val="40000"/>
            </a:srgbClr>
          </a:solidFill>
          <a:ln w="0">
            <a:noFill/>
            <a:prstDash val="solid"/>
          </a:ln>
        </p:spPr>
      </p:sp>
      <p:sp>
        <p:nvSpPr>
          <p:cNvPr id="1156" name="b_small_bar_ellipse_3394">
            <a:extLst>
              <a:ext uri="{FF2B5EF4-FFF2-40B4-BE49-F238E27FC236}">
                <a16:creationId xmlns:a16="http://schemas.microsoft.com/office/drawing/2014/main" id="{1F8A1C01-566B-49B5-8853-F65B0F87317F}"/>
              </a:ext>
            </a:extLst>
          </p:cNvPr>
          <p:cNvSpPr>
            <a:spLocks noGrp="1"/>
          </p:cNvSpPr>
          <p:nvPr/>
        </p:nvSpPr>
        <p:spPr>
          <a:xfrm>
            <a:off x="5115900" y="4109948"/>
            <a:ext cx="45341" cy="45341"/>
          </a:xfrm>
          <a:prstGeom prst="ellipse">
            <a:avLst/>
          </a:prstGeom>
          <a:solidFill>
            <a:srgbClr val="B08A60">
              <a:alpha val="40000"/>
            </a:srgbClr>
          </a:solidFill>
          <a:ln w="0">
            <a:noFill/>
            <a:prstDash val="solid"/>
          </a:ln>
        </p:spPr>
      </p:sp>
      <p:sp>
        <p:nvSpPr>
          <p:cNvPr id="1157" name="b_small_bar_ellipse_3395">
            <a:extLst>
              <a:ext uri="{FF2B5EF4-FFF2-40B4-BE49-F238E27FC236}">
                <a16:creationId xmlns:a16="http://schemas.microsoft.com/office/drawing/2014/main" id="{AAFE65B7-A6A0-4C04-9591-B42A49396F9E}"/>
              </a:ext>
            </a:extLst>
          </p:cNvPr>
          <p:cNvSpPr>
            <a:spLocks noGrp="1"/>
          </p:cNvSpPr>
          <p:nvPr/>
        </p:nvSpPr>
        <p:spPr>
          <a:xfrm>
            <a:off x="5190295" y="3849372"/>
            <a:ext cx="45341" cy="45341"/>
          </a:xfrm>
          <a:prstGeom prst="ellipse">
            <a:avLst/>
          </a:prstGeom>
          <a:solidFill>
            <a:srgbClr val="B08A60">
              <a:alpha val="40000"/>
            </a:srgbClr>
          </a:solidFill>
          <a:ln w="0">
            <a:noFill/>
            <a:prstDash val="solid"/>
          </a:ln>
        </p:spPr>
      </p:sp>
      <p:sp>
        <p:nvSpPr>
          <p:cNvPr id="1158" name="b_small_bar_ellipse_3396">
            <a:extLst>
              <a:ext uri="{FF2B5EF4-FFF2-40B4-BE49-F238E27FC236}">
                <a16:creationId xmlns:a16="http://schemas.microsoft.com/office/drawing/2014/main" id="{B3E726F2-C831-490F-A08A-AAD07F3F146F}"/>
              </a:ext>
            </a:extLst>
          </p:cNvPr>
          <p:cNvSpPr>
            <a:spLocks noGrp="1"/>
          </p:cNvSpPr>
          <p:nvPr/>
        </p:nvSpPr>
        <p:spPr>
          <a:xfrm>
            <a:off x="5293940" y="4457382"/>
            <a:ext cx="45341" cy="45341"/>
          </a:xfrm>
          <a:prstGeom prst="ellipse">
            <a:avLst/>
          </a:prstGeom>
          <a:solidFill>
            <a:srgbClr val="B08A60">
              <a:alpha val="40000"/>
            </a:srgbClr>
          </a:solidFill>
          <a:ln w="0">
            <a:noFill/>
            <a:prstDash val="solid"/>
          </a:ln>
        </p:spPr>
      </p:sp>
      <p:sp>
        <p:nvSpPr>
          <p:cNvPr id="1159" name="b_small_bar_path_3397">
            <a:extLst>
              <a:ext uri="{FF2B5EF4-FFF2-40B4-BE49-F238E27FC236}">
                <a16:creationId xmlns:a16="http://schemas.microsoft.com/office/drawing/2014/main" id="{F75968C8-1990-4461-8644-C7071AE66A30}"/>
              </a:ext>
            </a:extLst>
          </p:cNvPr>
          <p:cNvSpPr>
            <a:spLocks noGrp="1"/>
          </p:cNvSpPr>
          <p:nvPr/>
        </p:nvSpPr>
        <p:spPr>
          <a:xfrm>
            <a:off x="997560" y="1962890"/>
            <a:ext cx="191" cy="2577964"/>
          </a:xfrm>
          <a:custGeom>
            <a:avLst/>
            <a:gdLst/>
            <a:ahLst/>
            <a:cxnLst/>
            <a:rect l="0" t="0" r="0" b="0"/>
            <a:pathLst>
              <a:path w="191" h="2577964">
                <a:moveTo>
                  <a:pt x="0" y="2577964"/>
                </a:moveTo>
                <a:lnTo>
                  <a:pt x="0" y="0"/>
                </a:lnTo>
              </a:path>
            </a:pathLst>
          </a:custGeom>
          <a:noFill/>
          <a:ln w="15119">
            <a:solidFill>
              <a:srgbClr val="000000">
                <a:alpha val="100000"/>
              </a:srgbClr>
            </a:solidFill>
            <a:prstDash val="solid"/>
          </a:ln>
        </p:spPr>
      </p:sp>
      <p:sp>
        <p:nvSpPr>
          <p:cNvPr id="1160" name="b_small_bar_path_3398">
            <a:extLst>
              <a:ext uri="{FF2B5EF4-FFF2-40B4-BE49-F238E27FC236}">
                <a16:creationId xmlns:a16="http://schemas.microsoft.com/office/drawing/2014/main" id="{7ECAFEB6-8C87-40A4-ABE2-6EBF975A43F7}"/>
              </a:ext>
            </a:extLst>
          </p:cNvPr>
          <p:cNvSpPr>
            <a:spLocks noGrp="1"/>
          </p:cNvSpPr>
          <p:nvPr/>
        </p:nvSpPr>
        <p:spPr>
          <a:xfrm>
            <a:off x="997560" y="4540854"/>
            <a:ext cx="4518360" cy="191"/>
          </a:xfrm>
          <a:custGeom>
            <a:avLst/>
            <a:gdLst/>
            <a:ahLst/>
            <a:cxnLst/>
            <a:rect l="0" t="0" r="0" b="0"/>
            <a:pathLst>
              <a:path w="4518360" h="191">
                <a:moveTo>
                  <a:pt x="0" y="0"/>
                </a:moveTo>
                <a:lnTo>
                  <a:pt x="4518360" y="0"/>
                </a:lnTo>
              </a:path>
            </a:pathLst>
          </a:custGeom>
          <a:noFill/>
          <a:ln w="15119">
            <a:solidFill>
              <a:srgbClr val="000000">
                <a:alpha val="100000"/>
              </a:srgbClr>
            </a:solidFill>
            <a:prstDash val="solid"/>
          </a:ln>
        </p:spPr>
      </p:sp>
      <p:sp>
        <p:nvSpPr>
          <p:cNvPr id="1161" name="b_small_bar_text_3399">
            <a:extLst>
              <a:ext uri="{FF2B5EF4-FFF2-40B4-BE49-F238E27FC236}">
                <a16:creationId xmlns:a16="http://schemas.microsoft.com/office/drawing/2014/main" id="{FF1CA610-F3CF-45C2-9036-FED700E6E1B1}"/>
              </a:ext>
            </a:extLst>
          </p:cNvPr>
          <p:cNvSpPr>
            <a:spLocks noGrp="1"/>
          </p:cNvSpPr>
          <p:nvPr/>
        </p:nvSpPr>
        <p:spPr>
          <a:xfrm rot="0">
            <a:off x="997560" y="1574216"/>
            <a:ext cx="1205891"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Overall scores</a:t>
            </a:r>
          </a:p>
        </p:txBody>
      </p:sp>
      <p:sp>
        <p:nvSpPr>
          <p:cNvPr id="1162" name="b_small_bar_text_3400">
            <a:extLst>
              <a:ext uri="{FF2B5EF4-FFF2-40B4-BE49-F238E27FC236}">
                <a16:creationId xmlns:a16="http://schemas.microsoft.com/office/drawing/2014/main" id="{7396691A-4032-4F30-AA41-A4F1C3815251}"/>
              </a:ext>
            </a:extLst>
          </p:cNvPr>
          <p:cNvSpPr>
            <a:spLocks noGrp="1"/>
          </p:cNvSpPr>
          <p:nvPr/>
        </p:nvSpPr>
        <p:spPr>
          <a:xfrm rot="0">
            <a:off x="509109" y="1529354"/>
            <a:ext cx="149024" cy="319819"/>
          </a:xfrm>
          <a:prstGeom prst="rect">
            <a:avLst/>
          </a:prstGeom>
          <a:noFill/>
          <a:ln w="0">
            <a:noFill/>
          </a:ln>
        </p:spPr>
        <p:txBody>
          <a:bodyPr wrap="none" lIns="0" tIns="0" rIns="0" bIns="0" anchor="ctr">
            <a:noAutofit/>
          </a:bodyPr>
          <a:lstStyle>
            <a:defPPr algn="l">
              <a:defRPr sz="2015" b="1">
                <a:solidFill>
                  <a:srgbClr val="000000"/>
                </a:solidFill>
                <a:latin typeface="Calibri"/>
                <a:ea typeface="Calibri"/>
                <a:cs typeface="Calibri"/>
              </a:defRPr>
            </a:defPPr>
          </a:lstStyle>
          <a:p>
            <a:pPr algn="l">
              <a:defRPr sz="2015" b="1">
                <a:solidFill>
                  <a:srgbClr val="000000"/>
                </a:solidFill>
                <a:latin typeface="Calibri"/>
                <a:ea typeface="Calibri"/>
                <a:cs typeface="Calibri"/>
              </a:defRPr>
            </a:pPr>
            <a:r>
              <a:rPr sz="2015" b="1">
                <a:solidFill>
                  <a:srgbClr val="000000"/>
                </a:solidFill>
                <a:latin typeface="Calibri"/>
                <a:ea typeface="Calibri"/>
                <a:cs typeface="Calibri"/>
              </a:rPr>
              <a:t>b</a:t>
            </a:r>
          </a:p>
        </p:txBody>
      </p:sp>
      <p:sp>
        <p:nvSpPr>
          <p:cNvPr id="1163" name="b_small_bar_path_3401">
            <a:extLst>
              <a:ext uri="{FF2B5EF4-FFF2-40B4-BE49-F238E27FC236}">
                <a16:creationId xmlns:a16="http://schemas.microsoft.com/office/drawing/2014/main" id="{1DB6B4E5-F931-4AEC-A990-98DB78669C06}"/>
              </a:ext>
            </a:extLst>
          </p:cNvPr>
          <p:cNvSpPr>
            <a:spLocks noGrp="1"/>
          </p:cNvSpPr>
          <p:nvPr/>
        </p:nvSpPr>
        <p:spPr>
          <a:xfrm>
            <a:off x="1287488" y="2945672"/>
            <a:ext cx="191" cy="269732"/>
          </a:xfrm>
          <a:custGeom>
            <a:avLst/>
            <a:gdLst/>
            <a:ahLst/>
            <a:cxnLst/>
            <a:rect l="0" t="0" r="0" b="0"/>
            <a:pathLst>
              <a:path w="191" h="269732">
                <a:moveTo>
                  <a:pt x="0" y="269732"/>
                </a:moveTo>
                <a:lnTo>
                  <a:pt x="0" y="0"/>
                </a:lnTo>
              </a:path>
            </a:pathLst>
          </a:custGeom>
          <a:noFill/>
          <a:ln w="22097">
            <a:solidFill>
              <a:srgbClr val="007C83">
                <a:alpha val="100000"/>
              </a:srgbClr>
            </a:solidFill>
            <a:prstDash val="solid"/>
          </a:ln>
        </p:spPr>
      </p:sp>
      <p:sp>
        <p:nvSpPr>
          <p:cNvPr id="1164" name="b_small_bar_path_3402">
            <a:extLst>
              <a:ext uri="{FF2B5EF4-FFF2-40B4-BE49-F238E27FC236}">
                <a16:creationId xmlns:a16="http://schemas.microsoft.com/office/drawing/2014/main" id="{25C8676D-AFA0-4A8D-AB43-D22C3916650E}"/>
              </a:ext>
            </a:extLst>
          </p:cNvPr>
          <p:cNvSpPr>
            <a:spLocks noGrp="1"/>
          </p:cNvSpPr>
          <p:nvPr/>
        </p:nvSpPr>
        <p:spPr>
          <a:xfrm>
            <a:off x="1222725" y="3215404"/>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1165" name="b_small_bar_path_3403">
            <a:extLst>
              <a:ext uri="{FF2B5EF4-FFF2-40B4-BE49-F238E27FC236}">
                <a16:creationId xmlns:a16="http://schemas.microsoft.com/office/drawing/2014/main" id="{E3A44B65-0DDF-4DB5-A9CA-3221870EC288}"/>
              </a:ext>
            </a:extLst>
          </p:cNvPr>
          <p:cNvSpPr>
            <a:spLocks noGrp="1"/>
          </p:cNvSpPr>
          <p:nvPr/>
        </p:nvSpPr>
        <p:spPr>
          <a:xfrm>
            <a:off x="1222725" y="2945672"/>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1166" name="b_small_bar_path_3404">
            <a:extLst>
              <a:ext uri="{FF2B5EF4-FFF2-40B4-BE49-F238E27FC236}">
                <a16:creationId xmlns:a16="http://schemas.microsoft.com/office/drawing/2014/main" id="{53A9385F-A3B1-4A7A-99A8-11DA6A99CF39}"/>
              </a:ext>
            </a:extLst>
          </p:cNvPr>
          <p:cNvSpPr>
            <a:spLocks noGrp="1"/>
          </p:cNvSpPr>
          <p:nvPr/>
        </p:nvSpPr>
        <p:spPr>
          <a:xfrm>
            <a:off x="2793608" y="2589152"/>
            <a:ext cx="191" cy="373443"/>
          </a:xfrm>
          <a:custGeom>
            <a:avLst/>
            <a:gdLst/>
            <a:ahLst/>
            <a:cxnLst/>
            <a:rect l="0" t="0" r="0" b="0"/>
            <a:pathLst>
              <a:path w="191" h="373443">
                <a:moveTo>
                  <a:pt x="0" y="373443"/>
                </a:moveTo>
                <a:lnTo>
                  <a:pt x="0" y="0"/>
                </a:lnTo>
              </a:path>
            </a:pathLst>
          </a:custGeom>
          <a:noFill/>
          <a:ln w="22097">
            <a:solidFill>
              <a:srgbClr val="007C83">
                <a:alpha val="100000"/>
              </a:srgbClr>
            </a:solidFill>
            <a:prstDash val="solid"/>
          </a:ln>
        </p:spPr>
      </p:sp>
      <p:sp>
        <p:nvSpPr>
          <p:cNvPr id="1167" name="b_small_bar_path_3405">
            <a:extLst>
              <a:ext uri="{FF2B5EF4-FFF2-40B4-BE49-F238E27FC236}">
                <a16:creationId xmlns:a16="http://schemas.microsoft.com/office/drawing/2014/main" id="{B0A34905-0DB3-4415-9812-1F551B8B5F8C}"/>
              </a:ext>
            </a:extLst>
          </p:cNvPr>
          <p:cNvSpPr>
            <a:spLocks noGrp="1"/>
          </p:cNvSpPr>
          <p:nvPr/>
        </p:nvSpPr>
        <p:spPr>
          <a:xfrm>
            <a:off x="2728845" y="2962594"/>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1168" name="b_small_bar_path_3406">
            <a:extLst>
              <a:ext uri="{FF2B5EF4-FFF2-40B4-BE49-F238E27FC236}">
                <a16:creationId xmlns:a16="http://schemas.microsoft.com/office/drawing/2014/main" id="{D21DC6EF-3F67-4A6E-91BB-0869ADCE1A97}"/>
              </a:ext>
            </a:extLst>
          </p:cNvPr>
          <p:cNvSpPr>
            <a:spLocks noGrp="1"/>
          </p:cNvSpPr>
          <p:nvPr/>
        </p:nvSpPr>
        <p:spPr>
          <a:xfrm>
            <a:off x="2728845" y="2589152"/>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1169" name="b_small_bar_path_3407">
            <a:extLst>
              <a:ext uri="{FF2B5EF4-FFF2-40B4-BE49-F238E27FC236}">
                <a16:creationId xmlns:a16="http://schemas.microsoft.com/office/drawing/2014/main" id="{032249BE-40BB-4D24-90FD-57F504D2D41E}"/>
              </a:ext>
            </a:extLst>
          </p:cNvPr>
          <p:cNvSpPr>
            <a:spLocks noGrp="1"/>
          </p:cNvSpPr>
          <p:nvPr/>
        </p:nvSpPr>
        <p:spPr>
          <a:xfrm>
            <a:off x="4299728" y="2797355"/>
            <a:ext cx="191" cy="426669"/>
          </a:xfrm>
          <a:custGeom>
            <a:avLst/>
            <a:gdLst/>
            <a:ahLst/>
            <a:cxnLst/>
            <a:rect l="0" t="0" r="0" b="0"/>
            <a:pathLst>
              <a:path w="191" h="426669">
                <a:moveTo>
                  <a:pt x="0" y="426669"/>
                </a:moveTo>
                <a:lnTo>
                  <a:pt x="0" y="0"/>
                </a:lnTo>
              </a:path>
            </a:pathLst>
          </a:custGeom>
          <a:noFill/>
          <a:ln w="22097">
            <a:solidFill>
              <a:srgbClr val="007C83">
                <a:alpha val="100000"/>
              </a:srgbClr>
            </a:solidFill>
            <a:prstDash val="solid"/>
          </a:ln>
        </p:spPr>
      </p:sp>
      <p:sp>
        <p:nvSpPr>
          <p:cNvPr id="1170" name="b_small_bar_path_3408">
            <a:extLst>
              <a:ext uri="{FF2B5EF4-FFF2-40B4-BE49-F238E27FC236}">
                <a16:creationId xmlns:a16="http://schemas.microsoft.com/office/drawing/2014/main" id="{E5328E3A-728A-4A45-B628-FDE4951E94EF}"/>
              </a:ext>
            </a:extLst>
          </p:cNvPr>
          <p:cNvSpPr>
            <a:spLocks noGrp="1"/>
          </p:cNvSpPr>
          <p:nvPr/>
        </p:nvSpPr>
        <p:spPr>
          <a:xfrm>
            <a:off x="4234965" y="3224024"/>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1171" name="b_small_bar_path_3409">
            <a:extLst>
              <a:ext uri="{FF2B5EF4-FFF2-40B4-BE49-F238E27FC236}">
                <a16:creationId xmlns:a16="http://schemas.microsoft.com/office/drawing/2014/main" id="{6E9ED1F6-AEA1-4AD7-A6F6-9DE0D903663F}"/>
              </a:ext>
            </a:extLst>
          </p:cNvPr>
          <p:cNvSpPr>
            <a:spLocks noGrp="1"/>
          </p:cNvSpPr>
          <p:nvPr/>
        </p:nvSpPr>
        <p:spPr>
          <a:xfrm>
            <a:off x="4234965" y="2797355"/>
            <a:ext cx="129526" cy="191"/>
          </a:xfrm>
          <a:custGeom>
            <a:avLst/>
            <a:gdLst/>
            <a:ahLst/>
            <a:cxnLst/>
            <a:rect l="0" t="0" r="0" b="0"/>
            <a:pathLst>
              <a:path w="129526" h="191">
                <a:moveTo>
                  <a:pt x="0" y="0"/>
                </a:moveTo>
                <a:lnTo>
                  <a:pt x="129526" y="0"/>
                </a:lnTo>
              </a:path>
            </a:pathLst>
          </a:custGeom>
          <a:noFill/>
          <a:ln w="22097">
            <a:solidFill>
              <a:srgbClr val="007C83">
                <a:alpha val="100000"/>
              </a:srgbClr>
            </a:solidFill>
            <a:prstDash val="solid"/>
          </a:ln>
        </p:spPr>
      </p:sp>
      <p:sp>
        <p:nvSpPr>
          <p:cNvPr id="1172" name="b_small_bar_path_3410">
            <a:extLst>
              <a:ext uri="{FF2B5EF4-FFF2-40B4-BE49-F238E27FC236}">
                <a16:creationId xmlns:a16="http://schemas.microsoft.com/office/drawing/2014/main" id="{F41E0CD7-A872-434D-BFCA-7E2EA2C89062}"/>
              </a:ext>
            </a:extLst>
          </p:cNvPr>
          <p:cNvSpPr>
            <a:spLocks noGrp="1"/>
          </p:cNvSpPr>
          <p:nvPr/>
        </p:nvSpPr>
        <p:spPr>
          <a:xfrm>
            <a:off x="1596243" y="3164062"/>
            <a:ext cx="191" cy="294768"/>
          </a:xfrm>
          <a:custGeom>
            <a:avLst/>
            <a:gdLst/>
            <a:ahLst/>
            <a:cxnLst/>
            <a:rect l="0" t="0" r="0" b="0"/>
            <a:pathLst>
              <a:path w="191" h="294768">
                <a:moveTo>
                  <a:pt x="0" y="294768"/>
                </a:moveTo>
                <a:lnTo>
                  <a:pt x="0" y="0"/>
                </a:lnTo>
              </a:path>
            </a:pathLst>
          </a:custGeom>
          <a:noFill/>
          <a:ln w="22097">
            <a:solidFill>
              <a:srgbClr val="566AB4">
                <a:alpha val="100000"/>
              </a:srgbClr>
            </a:solidFill>
            <a:prstDash val="solid"/>
          </a:ln>
        </p:spPr>
      </p:sp>
      <p:sp>
        <p:nvSpPr>
          <p:cNvPr id="1173" name="b_small_bar_path_3411">
            <a:extLst>
              <a:ext uri="{FF2B5EF4-FFF2-40B4-BE49-F238E27FC236}">
                <a16:creationId xmlns:a16="http://schemas.microsoft.com/office/drawing/2014/main" id="{5D3C5857-9B3B-40FE-BC5A-94DAE26746C0}"/>
              </a:ext>
            </a:extLst>
          </p:cNvPr>
          <p:cNvSpPr>
            <a:spLocks noGrp="1"/>
          </p:cNvSpPr>
          <p:nvPr/>
        </p:nvSpPr>
        <p:spPr>
          <a:xfrm>
            <a:off x="1531480" y="3458830"/>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1174" name="b_small_bar_path_3412">
            <a:extLst>
              <a:ext uri="{FF2B5EF4-FFF2-40B4-BE49-F238E27FC236}">
                <a16:creationId xmlns:a16="http://schemas.microsoft.com/office/drawing/2014/main" id="{32FD7279-D618-44EB-87E3-BB8578A8BFEC}"/>
              </a:ext>
            </a:extLst>
          </p:cNvPr>
          <p:cNvSpPr>
            <a:spLocks noGrp="1"/>
          </p:cNvSpPr>
          <p:nvPr/>
        </p:nvSpPr>
        <p:spPr>
          <a:xfrm>
            <a:off x="1531480" y="3164062"/>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1175" name="b_small_bar_path_3413">
            <a:extLst>
              <a:ext uri="{FF2B5EF4-FFF2-40B4-BE49-F238E27FC236}">
                <a16:creationId xmlns:a16="http://schemas.microsoft.com/office/drawing/2014/main" id="{910AE71B-0580-43FE-B08C-8A594A8ABD3E}"/>
              </a:ext>
            </a:extLst>
          </p:cNvPr>
          <p:cNvSpPr>
            <a:spLocks noGrp="1"/>
          </p:cNvSpPr>
          <p:nvPr/>
        </p:nvSpPr>
        <p:spPr>
          <a:xfrm>
            <a:off x="3102363" y="2897401"/>
            <a:ext cx="191" cy="377891"/>
          </a:xfrm>
          <a:custGeom>
            <a:avLst/>
            <a:gdLst/>
            <a:ahLst/>
            <a:cxnLst/>
            <a:rect l="0" t="0" r="0" b="0"/>
            <a:pathLst>
              <a:path w="191" h="377891">
                <a:moveTo>
                  <a:pt x="0" y="377891"/>
                </a:moveTo>
                <a:lnTo>
                  <a:pt x="0" y="0"/>
                </a:lnTo>
              </a:path>
            </a:pathLst>
          </a:custGeom>
          <a:noFill/>
          <a:ln w="22097">
            <a:solidFill>
              <a:srgbClr val="566AB4">
                <a:alpha val="100000"/>
              </a:srgbClr>
            </a:solidFill>
            <a:prstDash val="solid"/>
          </a:ln>
        </p:spPr>
      </p:sp>
      <p:sp>
        <p:nvSpPr>
          <p:cNvPr id="1176" name="b_small_bar_path_3414">
            <a:extLst>
              <a:ext uri="{FF2B5EF4-FFF2-40B4-BE49-F238E27FC236}">
                <a16:creationId xmlns:a16="http://schemas.microsoft.com/office/drawing/2014/main" id="{E506040A-3E30-407C-A9ED-10D6CC4C8048}"/>
              </a:ext>
            </a:extLst>
          </p:cNvPr>
          <p:cNvSpPr>
            <a:spLocks noGrp="1"/>
          </p:cNvSpPr>
          <p:nvPr/>
        </p:nvSpPr>
        <p:spPr>
          <a:xfrm>
            <a:off x="3037600" y="3275292"/>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1177" name="b_small_bar_path_3415">
            <a:extLst>
              <a:ext uri="{FF2B5EF4-FFF2-40B4-BE49-F238E27FC236}">
                <a16:creationId xmlns:a16="http://schemas.microsoft.com/office/drawing/2014/main" id="{8FFFCEAC-7EAC-463B-BBE9-F69D2269979E}"/>
              </a:ext>
            </a:extLst>
          </p:cNvPr>
          <p:cNvSpPr>
            <a:spLocks noGrp="1"/>
          </p:cNvSpPr>
          <p:nvPr/>
        </p:nvSpPr>
        <p:spPr>
          <a:xfrm>
            <a:off x="3037600" y="2897401"/>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1178" name="b_small_bar_path_3416">
            <a:extLst>
              <a:ext uri="{FF2B5EF4-FFF2-40B4-BE49-F238E27FC236}">
                <a16:creationId xmlns:a16="http://schemas.microsoft.com/office/drawing/2014/main" id="{5B6A476D-E11C-47B4-881A-6FE864F08DB4}"/>
              </a:ext>
            </a:extLst>
          </p:cNvPr>
          <p:cNvSpPr>
            <a:spLocks noGrp="1"/>
          </p:cNvSpPr>
          <p:nvPr/>
        </p:nvSpPr>
        <p:spPr>
          <a:xfrm>
            <a:off x="4608483" y="3056872"/>
            <a:ext cx="191" cy="410942"/>
          </a:xfrm>
          <a:custGeom>
            <a:avLst/>
            <a:gdLst/>
            <a:ahLst/>
            <a:cxnLst/>
            <a:rect l="0" t="0" r="0" b="0"/>
            <a:pathLst>
              <a:path w="191" h="410942">
                <a:moveTo>
                  <a:pt x="0" y="410942"/>
                </a:moveTo>
                <a:lnTo>
                  <a:pt x="0" y="0"/>
                </a:lnTo>
              </a:path>
            </a:pathLst>
          </a:custGeom>
          <a:noFill/>
          <a:ln w="22097">
            <a:solidFill>
              <a:srgbClr val="566AB4">
                <a:alpha val="100000"/>
              </a:srgbClr>
            </a:solidFill>
            <a:prstDash val="solid"/>
          </a:ln>
        </p:spPr>
      </p:sp>
      <p:sp>
        <p:nvSpPr>
          <p:cNvPr id="1179" name="b_small_bar_path_3417">
            <a:extLst>
              <a:ext uri="{FF2B5EF4-FFF2-40B4-BE49-F238E27FC236}">
                <a16:creationId xmlns:a16="http://schemas.microsoft.com/office/drawing/2014/main" id="{671657A7-02FE-4104-9D2A-6ADC99E031F5}"/>
              </a:ext>
            </a:extLst>
          </p:cNvPr>
          <p:cNvSpPr>
            <a:spLocks noGrp="1"/>
          </p:cNvSpPr>
          <p:nvPr/>
        </p:nvSpPr>
        <p:spPr>
          <a:xfrm>
            <a:off x="4543720" y="3467814"/>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1180" name="b_small_bar_path_3418">
            <a:extLst>
              <a:ext uri="{FF2B5EF4-FFF2-40B4-BE49-F238E27FC236}">
                <a16:creationId xmlns:a16="http://schemas.microsoft.com/office/drawing/2014/main" id="{E7628755-AB09-4853-81EB-CBA2724D4BFB}"/>
              </a:ext>
            </a:extLst>
          </p:cNvPr>
          <p:cNvSpPr>
            <a:spLocks noGrp="1"/>
          </p:cNvSpPr>
          <p:nvPr/>
        </p:nvSpPr>
        <p:spPr>
          <a:xfrm>
            <a:off x="4543720" y="3056872"/>
            <a:ext cx="129526" cy="191"/>
          </a:xfrm>
          <a:custGeom>
            <a:avLst/>
            <a:gdLst/>
            <a:ahLst/>
            <a:cxnLst/>
            <a:rect l="0" t="0" r="0" b="0"/>
            <a:pathLst>
              <a:path w="129526" h="191">
                <a:moveTo>
                  <a:pt x="0" y="0"/>
                </a:moveTo>
                <a:lnTo>
                  <a:pt x="129526" y="0"/>
                </a:lnTo>
              </a:path>
            </a:pathLst>
          </a:custGeom>
          <a:noFill/>
          <a:ln w="22097">
            <a:solidFill>
              <a:srgbClr val="566AB4">
                <a:alpha val="100000"/>
              </a:srgbClr>
            </a:solidFill>
            <a:prstDash val="solid"/>
          </a:ln>
        </p:spPr>
      </p:sp>
      <p:sp>
        <p:nvSpPr>
          <p:cNvPr id="1181" name="b_small_bar_path_3419">
            <a:extLst>
              <a:ext uri="{FF2B5EF4-FFF2-40B4-BE49-F238E27FC236}">
                <a16:creationId xmlns:a16="http://schemas.microsoft.com/office/drawing/2014/main" id="{66B0ABEE-0D7D-432B-9A4D-8DC8643977DC}"/>
              </a:ext>
            </a:extLst>
          </p:cNvPr>
          <p:cNvSpPr>
            <a:spLocks noGrp="1"/>
          </p:cNvSpPr>
          <p:nvPr/>
        </p:nvSpPr>
        <p:spPr>
          <a:xfrm>
            <a:off x="1904997" y="3092149"/>
            <a:ext cx="191" cy="291460"/>
          </a:xfrm>
          <a:custGeom>
            <a:avLst/>
            <a:gdLst/>
            <a:ahLst/>
            <a:cxnLst/>
            <a:rect l="0" t="0" r="0" b="0"/>
            <a:pathLst>
              <a:path w="191" h="291460">
                <a:moveTo>
                  <a:pt x="0" y="291460"/>
                </a:moveTo>
                <a:lnTo>
                  <a:pt x="0" y="0"/>
                </a:lnTo>
              </a:path>
            </a:pathLst>
          </a:custGeom>
          <a:noFill/>
          <a:ln w="22097">
            <a:solidFill>
              <a:srgbClr val="7D8990">
                <a:alpha val="100000"/>
              </a:srgbClr>
            </a:solidFill>
            <a:prstDash val="solid"/>
          </a:ln>
        </p:spPr>
      </p:sp>
      <p:sp>
        <p:nvSpPr>
          <p:cNvPr id="1182" name="b_small_bar_path_3420">
            <a:extLst>
              <a:ext uri="{FF2B5EF4-FFF2-40B4-BE49-F238E27FC236}">
                <a16:creationId xmlns:a16="http://schemas.microsoft.com/office/drawing/2014/main" id="{6481F91C-9A08-4D63-A6BF-B3DF6B435735}"/>
              </a:ext>
            </a:extLst>
          </p:cNvPr>
          <p:cNvSpPr>
            <a:spLocks noGrp="1"/>
          </p:cNvSpPr>
          <p:nvPr/>
        </p:nvSpPr>
        <p:spPr>
          <a:xfrm>
            <a:off x="1840234" y="3383609"/>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1183" name="b_small_bar_path_3421">
            <a:extLst>
              <a:ext uri="{FF2B5EF4-FFF2-40B4-BE49-F238E27FC236}">
                <a16:creationId xmlns:a16="http://schemas.microsoft.com/office/drawing/2014/main" id="{6CDD225B-C670-4688-BE20-03FEED2E1656}"/>
              </a:ext>
            </a:extLst>
          </p:cNvPr>
          <p:cNvSpPr>
            <a:spLocks noGrp="1"/>
          </p:cNvSpPr>
          <p:nvPr/>
        </p:nvSpPr>
        <p:spPr>
          <a:xfrm>
            <a:off x="1840234" y="3092149"/>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1184" name="b_small_bar_path_3422">
            <a:extLst>
              <a:ext uri="{FF2B5EF4-FFF2-40B4-BE49-F238E27FC236}">
                <a16:creationId xmlns:a16="http://schemas.microsoft.com/office/drawing/2014/main" id="{32413A28-51EF-4E1E-B495-68D67728B70E}"/>
              </a:ext>
            </a:extLst>
          </p:cNvPr>
          <p:cNvSpPr>
            <a:spLocks noGrp="1"/>
          </p:cNvSpPr>
          <p:nvPr/>
        </p:nvSpPr>
        <p:spPr>
          <a:xfrm>
            <a:off x="3411117" y="2777096"/>
            <a:ext cx="191" cy="392736"/>
          </a:xfrm>
          <a:custGeom>
            <a:avLst/>
            <a:gdLst/>
            <a:ahLst/>
            <a:cxnLst/>
            <a:rect l="0" t="0" r="0" b="0"/>
            <a:pathLst>
              <a:path w="191" h="392736">
                <a:moveTo>
                  <a:pt x="0" y="392736"/>
                </a:moveTo>
                <a:lnTo>
                  <a:pt x="0" y="0"/>
                </a:lnTo>
              </a:path>
            </a:pathLst>
          </a:custGeom>
          <a:noFill/>
          <a:ln w="22097">
            <a:solidFill>
              <a:srgbClr val="7D8990">
                <a:alpha val="100000"/>
              </a:srgbClr>
            </a:solidFill>
            <a:prstDash val="solid"/>
          </a:ln>
        </p:spPr>
      </p:sp>
      <p:sp>
        <p:nvSpPr>
          <p:cNvPr id="1185" name="b_small_bar_path_3423">
            <a:extLst>
              <a:ext uri="{FF2B5EF4-FFF2-40B4-BE49-F238E27FC236}">
                <a16:creationId xmlns:a16="http://schemas.microsoft.com/office/drawing/2014/main" id="{E4E80796-19DA-4772-82D6-2DC4D28233A0}"/>
              </a:ext>
            </a:extLst>
          </p:cNvPr>
          <p:cNvSpPr>
            <a:spLocks noGrp="1"/>
          </p:cNvSpPr>
          <p:nvPr/>
        </p:nvSpPr>
        <p:spPr>
          <a:xfrm>
            <a:off x="3346354" y="3169832"/>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1186" name="b_small_bar_path_3424">
            <a:extLst>
              <a:ext uri="{FF2B5EF4-FFF2-40B4-BE49-F238E27FC236}">
                <a16:creationId xmlns:a16="http://schemas.microsoft.com/office/drawing/2014/main" id="{BC389EC7-0745-45F3-9072-A147FC3F491F}"/>
              </a:ext>
            </a:extLst>
          </p:cNvPr>
          <p:cNvSpPr>
            <a:spLocks noGrp="1"/>
          </p:cNvSpPr>
          <p:nvPr/>
        </p:nvSpPr>
        <p:spPr>
          <a:xfrm>
            <a:off x="3346354" y="2777096"/>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1187" name="b_small_bar_path_3425">
            <a:extLst>
              <a:ext uri="{FF2B5EF4-FFF2-40B4-BE49-F238E27FC236}">
                <a16:creationId xmlns:a16="http://schemas.microsoft.com/office/drawing/2014/main" id="{F59F01BE-51A7-4338-BE74-B32A1F830F93}"/>
              </a:ext>
            </a:extLst>
          </p:cNvPr>
          <p:cNvSpPr>
            <a:spLocks noGrp="1"/>
          </p:cNvSpPr>
          <p:nvPr/>
        </p:nvSpPr>
        <p:spPr>
          <a:xfrm>
            <a:off x="4917237" y="2959063"/>
            <a:ext cx="191" cy="422115"/>
          </a:xfrm>
          <a:custGeom>
            <a:avLst/>
            <a:gdLst/>
            <a:ahLst/>
            <a:cxnLst/>
            <a:rect l="0" t="0" r="0" b="0"/>
            <a:pathLst>
              <a:path w="191" h="422115">
                <a:moveTo>
                  <a:pt x="0" y="422115"/>
                </a:moveTo>
                <a:lnTo>
                  <a:pt x="0" y="0"/>
                </a:lnTo>
              </a:path>
            </a:pathLst>
          </a:custGeom>
          <a:noFill/>
          <a:ln w="22097">
            <a:solidFill>
              <a:srgbClr val="7D8990">
                <a:alpha val="100000"/>
              </a:srgbClr>
            </a:solidFill>
            <a:prstDash val="solid"/>
          </a:ln>
        </p:spPr>
      </p:sp>
      <p:sp>
        <p:nvSpPr>
          <p:cNvPr id="1188" name="b_small_bar_path_3426">
            <a:extLst>
              <a:ext uri="{FF2B5EF4-FFF2-40B4-BE49-F238E27FC236}">
                <a16:creationId xmlns:a16="http://schemas.microsoft.com/office/drawing/2014/main" id="{D8EBE419-E5C8-43DC-9133-1848C4F0A503}"/>
              </a:ext>
            </a:extLst>
          </p:cNvPr>
          <p:cNvSpPr>
            <a:spLocks noGrp="1"/>
          </p:cNvSpPr>
          <p:nvPr/>
        </p:nvSpPr>
        <p:spPr>
          <a:xfrm>
            <a:off x="4852474" y="3381178"/>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1189" name="b_small_bar_path_3427">
            <a:extLst>
              <a:ext uri="{FF2B5EF4-FFF2-40B4-BE49-F238E27FC236}">
                <a16:creationId xmlns:a16="http://schemas.microsoft.com/office/drawing/2014/main" id="{48340EBE-5500-4DCA-B79D-78BF6B2027B1}"/>
              </a:ext>
            </a:extLst>
          </p:cNvPr>
          <p:cNvSpPr>
            <a:spLocks noGrp="1"/>
          </p:cNvSpPr>
          <p:nvPr/>
        </p:nvSpPr>
        <p:spPr>
          <a:xfrm>
            <a:off x="4852474" y="2959063"/>
            <a:ext cx="129526" cy="191"/>
          </a:xfrm>
          <a:custGeom>
            <a:avLst/>
            <a:gdLst/>
            <a:ahLst/>
            <a:cxnLst/>
            <a:rect l="0" t="0" r="0" b="0"/>
            <a:pathLst>
              <a:path w="129526" h="191">
                <a:moveTo>
                  <a:pt x="0" y="0"/>
                </a:moveTo>
                <a:lnTo>
                  <a:pt x="129526" y="0"/>
                </a:lnTo>
              </a:path>
            </a:pathLst>
          </a:custGeom>
          <a:noFill/>
          <a:ln w="22097">
            <a:solidFill>
              <a:srgbClr val="7D8990">
                <a:alpha val="100000"/>
              </a:srgbClr>
            </a:solidFill>
            <a:prstDash val="solid"/>
          </a:ln>
        </p:spPr>
      </p:sp>
      <p:sp>
        <p:nvSpPr>
          <p:cNvPr id="1190" name="b_small_bar_path_3428">
            <a:extLst>
              <a:ext uri="{FF2B5EF4-FFF2-40B4-BE49-F238E27FC236}">
                <a16:creationId xmlns:a16="http://schemas.microsoft.com/office/drawing/2014/main" id="{158F329D-06A1-4095-80C9-2FD67B785809}"/>
              </a:ext>
            </a:extLst>
          </p:cNvPr>
          <p:cNvSpPr>
            <a:spLocks noGrp="1"/>
          </p:cNvSpPr>
          <p:nvPr/>
        </p:nvSpPr>
        <p:spPr>
          <a:xfrm>
            <a:off x="2213752" y="3213297"/>
            <a:ext cx="191" cy="295465"/>
          </a:xfrm>
          <a:custGeom>
            <a:avLst/>
            <a:gdLst/>
            <a:ahLst/>
            <a:cxnLst/>
            <a:rect l="0" t="0" r="0" b="0"/>
            <a:pathLst>
              <a:path w="191" h="295465">
                <a:moveTo>
                  <a:pt x="0" y="295465"/>
                </a:moveTo>
                <a:lnTo>
                  <a:pt x="0" y="0"/>
                </a:lnTo>
              </a:path>
            </a:pathLst>
          </a:custGeom>
          <a:noFill/>
          <a:ln w="22097">
            <a:solidFill>
              <a:srgbClr val="B08A60">
                <a:alpha val="100000"/>
              </a:srgbClr>
            </a:solidFill>
            <a:prstDash val="solid"/>
          </a:ln>
        </p:spPr>
      </p:sp>
      <p:sp>
        <p:nvSpPr>
          <p:cNvPr id="1191" name="b_small_bar_path_3429">
            <a:extLst>
              <a:ext uri="{FF2B5EF4-FFF2-40B4-BE49-F238E27FC236}">
                <a16:creationId xmlns:a16="http://schemas.microsoft.com/office/drawing/2014/main" id="{E61FDCB3-55E2-4A34-BB4E-981CEA9C9AB8}"/>
              </a:ext>
            </a:extLst>
          </p:cNvPr>
          <p:cNvSpPr>
            <a:spLocks noGrp="1"/>
          </p:cNvSpPr>
          <p:nvPr/>
        </p:nvSpPr>
        <p:spPr>
          <a:xfrm>
            <a:off x="2148989" y="3508761"/>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1192" name="b_small_bar_path_3430">
            <a:extLst>
              <a:ext uri="{FF2B5EF4-FFF2-40B4-BE49-F238E27FC236}">
                <a16:creationId xmlns:a16="http://schemas.microsoft.com/office/drawing/2014/main" id="{3E4DCA4F-F9F5-491C-85A5-9E216BCDA423}"/>
              </a:ext>
            </a:extLst>
          </p:cNvPr>
          <p:cNvSpPr>
            <a:spLocks noGrp="1"/>
          </p:cNvSpPr>
          <p:nvPr/>
        </p:nvSpPr>
        <p:spPr>
          <a:xfrm>
            <a:off x="2148989" y="3213297"/>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1193" name="b_small_bar_path_3431">
            <a:extLst>
              <a:ext uri="{FF2B5EF4-FFF2-40B4-BE49-F238E27FC236}">
                <a16:creationId xmlns:a16="http://schemas.microsoft.com/office/drawing/2014/main" id="{4C51008D-E013-4E4D-8E4F-8AE0D745D34F}"/>
              </a:ext>
            </a:extLst>
          </p:cNvPr>
          <p:cNvSpPr>
            <a:spLocks noGrp="1"/>
          </p:cNvSpPr>
          <p:nvPr/>
        </p:nvSpPr>
        <p:spPr>
          <a:xfrm>
            <a:off x="3719872" y="2900105"/>
            <a:ext cx="191" cy="402059"/>
          </a:xfrm>
          <a:custGeom>
            <a:avLst/>
            <a:gdLst/>
            <a:ahLst/>
            <a:cxnLst/>
            <a:rect l="0" t="0" r="0" b="0"/>
            <a:pathLst>
              <a:path w="191" h="402059">
                <a:moveTo>
                  <a:pt x="0" y="402059"/>
                </a:moveTo>
                <a:lnTo>
                  <a:pt x="0" y="0"/>
                </a:lnTo>
              </a:path>
            </a:pathLst>
          </a:custGeom>
          <a:noFill/>
          <a:ln w="22097">
            <a:solidFill>
              <a:srgbClr val="B08A60">
                <a:alpha val="100000"/>
              </a:srgbClr>
            </a:solidFill>
            <a:prstDash val="solid"/>
          </a:ln>
        </p:spPr>
      </p:sp>
      <p:sp>
        <p:nvSpPr>
          <p:cNvPr id="1194" name="b_small_bar_path_3432">
            <a:extLst>
              <a:ext uri="{FF2B5EF4-FFF2-40B4-BE49-F238E27FC236}">
                <a16:creationId xmlns:a16="http://schemas.microsoft.com/office/drawing/2014/main" id="{18606F83-47BC-4B90-8B09-422DCADDF389}"/>
              </a:ext>
            </a:extLst>
          </p:cNvPr>
          <p:cNvSpPr>
            <a:spLocks noGrp="1"/>
          </p:cNvSpPr>
          <p:nvPr/>
        </p:nvSpPr>
        <p:spPr>
          <a:xfrm>
            <a:off x="3655109" y="3302164"/>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1195" name="b_small_bar_path_3433">
            <a:extLst>
              <a:ext uri="{FF2B5EF4-FFF2-40B4-BE49-F238E27FC236}">
                <a16:creationId xmlns:a16="http://schemas.microsoft.com/office/drawing/2014/main" id="{1B42029A-1F3C-4EE9-BA11-FE7A2769768A}"/>
              </a:ext>
            </a:extLst>
          </p:cNvPr>
          <p:cNvSpPr>
            <a:spLocks noGrp="1"/>
          </p:cNvSpPr>
          <p:nvPr/>
        </p:nvSpPr>
        <p:spPr>
          <a:xfrm>
            <a:off x="3655109" y="2900105"/>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1196" name="b_small_bar_path_3434">
            <a:extLst>
              <a:ext uri="{FF2B5EF4-FFF2-40B4-BE49-F238E27FC236}">
                <a16:creationId xmlns:a16="http://schemas.microsoft.com/office/drawing/2014/main" id="{B9870A42-21C2-40DA-9CA6-62B66E6B701B}"/>
              </a:ext>
            </a:extLst>
          </p:cNvPr>
          <p:cNvSpPr>
            <a:spLocks noGrp="1"/>
          </p:cNvSpPr>
          <p:nvPr/>
        </p:nvSpPr>
        <p:spPr>
          <a:xfrm>
            <a:off x="5225992" y="3097978"/>
            <a:ext cx="191" cy="415578"/>
          </a:xfrm>
          <a:custGeom>
            <a:avLst/>
            <a:gdLst/>
            <a:ahLst/>
            <a:cxnLst/>
            <a:rect l="0" t="0" r="0" b="0"/>
            <a:pathLst>
              <a:path w="191" h="415578">
                <a:moveTo>
                  <a:pt x="0" y="415578"/>
                </a:moveTo>
                <a:lnTo>
                  <a:pt x="0" y="0"/>
                </a:lnTo>
              </a:path>
            </a:pathLst>
          </a:custGeom>
          <a:noFill/>
          <a:ln w="22097">
            <a:solidFill>
              <a:srgbClr val="B08A60">
                <a:alpha val="100000"/>
              </a:srgbClr>
            </a:solidFill>
            <a:prstDash val="solid"/>
          </a:ln>
        </p:spPr>
      </p:sp>
      <p:sp>
        <p:nvSpPr>
          <p:cNvPr id="1197" name="b_small_bar_path_3435">
            <a:extLst>
              <a:ext uri="{FF2B5EF4-FFF2-40B4-BE49-F238E27FC236}">
                <a16:creationId xmlns:a16="http://schemas.microsoft.com/office/drawing/2014/main" id="{5DA4E476-7E9F-484E-9F09-47166CB0D330}"/>
              </a:ext>
            </a:extLst>
          </p:cNvPr>
          <p:cNvSpPr>
            <a:spLocks noGrp="1"/>
          </p:cNvSpPr>
          <p:nvPr/>
        </p:nvSpPr>
        <p:spPr>
          <a:xfrm>
            <a:off x="5161229" y="3513555"/>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1198" name="b_small_bar_path_3436">
            <a:extLst>
              <a:ext uri="{FF2B5EF4-FFF2-40B4-BE49-F238E27FC236}">
                <a16:creationId xmlns:a16="http://schemas.microsoft.com/office/drawing/2014/main" id="{AB3F1477-7CD8-400D-905B-2EA44B4E1A41}"/>
              </a:ext>
            </a:extLst>
          </p:cNvPr>
          <p:cNvSpPr>
            <a:spLocks noGrp="1"/>
          </p:cNvSpPr>
          <p:nvPr/>
        </p:nvSpPr>
        <p:spPr>
          <a:xfrm>
            <a:off x="5161229" y="3097978"/>
            <a:ext cx="129526" cy="191"/>
          </a:xfrm>
          <a:custGeom>
            <a:avLst/>
            <a:gdLst/>
            <a:ahLst/>
            <a:cxnLst/>
            <a:rect l="0" t="0" r="0" b="0"/>
            <a:pathLst>
              <a:path w="129526" h="191">
                <a:moveTo>
                  <a:pt x="0" y="0"/>
                </a:moveTo>
                <a:lnTo>
                  <a:pt x="129526" y="0"/>
                </a:lnTo>
              </a:path>
            </a:pathLst>
          </a:custGeom>
          <a:noFill/>
          <a:ln w="22097">
            <a:solidFill>
              <a:srgbClr val="B08A60">
                <a:alpha val="100000"/>
              </a:srgbClr>
            </a:solidFill>
            <a:prstDash val="solid"/>
          </a:ln>
        </p:spPr>
      </p:sp>
      <p:sp>
        <p:nvSpPr>
          <p:cNvPr id="1199" name="b_small_bar_path_3437">
            <a:extLst>
              <a:ext uri="{FF2B5EF4-FFF2-40B4-BE49-F238E27FC236}">
                <a16:creationId xmlns:a16="http://schemas.microsoft.com/office/drawing/2014/main" id="{84C41F2F-1CB5-4744-A0E6-6F1CEF8E87FF}"/>
              </a:ext>
            </a:extLst>
          </p:cNvPr>
          <p:cNvSpPr>
            <a:spLocks noGrp="1"/>
          </p:cNvSpPr>
          <p:nvPr/>
        </p:nvSpPr>
        <p:spPr>
          <a:xfrm>
            <a:off x="1182060" y="3078675"/>
            <a:ext cx="210857" cy="191"/>
          </a:xfrm>
          <a:custGeom>
            <a:avLst/>
            <a:gdLst/>
            <a:ahLst/>
            <a:cxnLst/>
            <a:rect l="0" t="0" r="0" b="0"/>
            <a:pathLst>
              <a:path w="210857" h="191">
                <a:moveTo>
                  <a:pt x="0" y="0"/>
                </a:moveTo>
                <a:lnTo>
                  <a:pt x="210857" y="0"/>
                </a:lnTo>
              </a:path>
            </a:pathLst>
          </a:custGeom>
          <a:noFill/>
          <a:ln w="34889">
            <a:solidFill>
              <a:srgbClr val="007C83">
                <a:alpha val="100000"/>
              </a:srgbClr>
            </a:solidFill>
            <a:prstDash val="solid"/>
          </a:ln>
        </p:spPr>
      </p:sp>
      <p:sp>
        <p:nvSpPr>
          <p:cNvPr id="1200" name="b_small_bar_path_3438">
            <a:extLst>
              <a:ext uri="{FF2B5EF4-FFF2-40B4-BE49-F238E27FC236}">
                <a16:creationId xmlns:a16="http://schemas.microsoft.com/office/drawing/2014/main" id="{B994E6E8-FEE2-4EDB-A584-721A51935DC1}"/>
              </a:ext>
            </a:extLst>
          </p:cNvPr>
          <p:cNvSpPr>
            <a:spLocks noGrp="1"/>
          </p:cNvSpPr>
          <p:nvPr/>
        </p:nvSpPr>
        <p:spPr>
          <a:xfrm>
            <a:off x="2688180" y="2774842"/>
            <a:ext cx="210857" cy="191"/>
          </a:xfrm>
          <a:custGeom>
            <a:avLst/>
            <a:gdLst/>
            <a:ahLst/>
            <a:cxnLst/>
            <a:rect l="0" t="0" r="0" b="0"/>
            <a:pathLst>
              <a:path w="210857" h="191">
                <a:moveTo>
                  <a:pt x="0" y="0"/>
                </a:moveTo>
                <a:lnTo>
                  <a:pt x="210857" y="0"/>
                </a:lnTo>
              </a:path>
            </a:pathLst>
          </a:custGeom>
          <a:noFill/>
          <a:ln w="34889">
            <a:solidFill>
              <a:srgbClr val="007C83">
                <a:alpha val="100000"/>
              </a:srgbClr>
            </a:solidFill>
            <a:prstDash val="solid"/>
          </a:ln>
        </p:spPr>
      </p:sp>
      <p:sp>
        <p:nvSpPr>
          <p:cNvPr id="1201" name="b_small_bar_path_3439">
            <a:extLst>
              <a:ext uri="{FF2B5EF4-FFF2-40B4-BE49-F238E27FC236}">
                <a16:creationId xmlns:a16="http://schemas.microsoft.com/office/drawing/2014/main" id="{66ABA57C-49B6-4E38-A1DC-0EEF238BACE3}"/>
              </a:ext>
            </a:extLst>
          </p:cNvPr>
          <p:cNvSpPr>
            <a:spLocks noGrp="1"/>
          </p:cNvSpPr>
          <p:nvPr/>
        </p:nvSpPr>
        <p:spPr>
          <a:xfrm>
            <a:off x="4194300" y="3009013"/>
            <a:ext cx="210857" cy="191"/>
          </a:xfrm>
          <a:custGeom>
            <a:avLst/>
            <a:gdLst/>
            <a:ahLst/>
            <a:cxnLst/>
            <a:rect l="0" t="0" r="0" b="0"/>
            <a:pathLst>
              <a:path w="210857" h="191">
                <a:moveTo>
                  <a:pt x="0" y="0"/>
                </a:moveTo>
                <a:lnTo>
                  <a:pt x="210857" y="0"/>
                </a:lnTo>
              </a:path>
            </a:pathLst>
          </a:custGeom>
          <a:noFill/>
          <a:ln w="34889">
            <a:solidFill>
              <a:srgbClr val="007C83">
                <a:alpha val="100000"/>
              </a:srgbClr>
            </a:solidFill>
            <a:prstDash val="solid"/>
          </a:ln>
        </p:spPr>
      </p:sp>
      <p:sp>
        <p:nvSpPr>
          <p:cNvPr id="1202" name="b_small_bar_path_3440">
            <a:extLst>
              <a:ext uri="{FF2B5EF4-FFF2-40B4-BE49-F238E27FC236}">
                <a16:creationId xmlns:a16="http://schemas.microsoft.com/office/drawing/2014/main" id="{696C0A38-AEE5-40F1-8DC7-3C705274B673}"/>
              </a:ext>
            </a:extLst>
          </p:cNvPr>
          <p:cNvSpPr>
            <a:spLocks noGrp="1"/>
          </p:cNvSpPr>
          <p:nvPr/>
        </p:nvSpPr>
        <p:spPr>
          <a:xfrm>
            <a:off x="1490814" y="3309016"/>
            <a:ext cx="210857" cy="191"/>
          </a:xfrm>
          <a:custGeom>
            <a:avLst/>
            <a:gdLst/>
            <a:ahLst/>
            <a:cxnLst/>
            <a:rect l="0" t="0" r="0" b="0"/>
            <a:pathLst>
              <a:path w="210857" h="191">
                <a:moveTo>
                  <a:pt x="0" y="0"/>
                </a:moveTo>
                <a:lnTo>
                  <a:pt x="210857" y="0"/>
                </a:lnTo>
              </a:path>
            </a:pathLst>
          </a:custGeom>
          <a:noFill/>
          <a:ln w="34889">
            <a:solidFill>
              <a:srgbClr val="566AB4">
                <a:alpha val="100000"/>
              </a:srgbClr>
            </a:solidFill>
            <a:prstDash val="solid"/>
          </a:ln>
        </p:spPr>
      </p:sp>
      <p:sp>
        <p:nvSpPr>
          <p:cNvPr id="1203" name="b_small_bar_path_3441">
            <a:extLst>
              <a:ext uri="{FF2B5EF4-FFF2-40B4-BE49-F238E27FC236}">
                <a16:creationId xmlns:a16="http://schemas.microsoft.com/office/drawing/2014/main" id="{6EF10798-BF5C-45AD-8F71-ABDCAAE99F42}"/>
              </a:ext>
            </a:extLst>
          </p:cNvPr>
          <p:cNvSpPr>
            <a:spLocks noGrp="1"/>
          </p:cNvSpPr>
          <p:nvPr/>
        </p:nvSpPr>
        <p:spPr>
          <a:xfrm>
            <a:off x="2996934" y="3087428"/>
            <a:ext cx="210857" cy="191"/>
          </a:xfrm>
          <a:custGeom>
            <a:avLst/>
            <a:gdLst/>
            <a:ahLst/>
            <a:cxnLst/>
            <a:rect l="0" t="0" r="0" b="0"/>
            <a:pathLst>
              <a:path w="210857" h="191">
                <a:moveTo>
                  <a:pt x="0" y="0"/>
                </a:moveTo>
                <a:lnTo>
                  <a:pt x="210857" y="0"/>
                </a:lnTo>
              </a:path>
            </a:pathLst>
          </a:custGeom>
          <a:noFill/>
          <a:ln w="34889">
            <a:solidFill>
              <a:srgbClr val="566AB4">
                <a:alpha val="100000"/>
              </a:srgbClr>
            </a:solidFill>
            <a:prstDash val="solid"/>
          </a:ln>
        </p:spPr>
      </p:sp>
      <p:sp>
        <p:nvSpPr>
          <p:cNvPr id="1204" name="b_small_bar_path_3442">
            <a:extLst>
              <a:ext uri="{FF2B5EF4-FFF2-40B4-BE49-F238E27FC236}">
                <a16:creationId xmlns:a16="http://schemas.microsoft.com/office/drawing/2014/main" id="{D77DD14C-B05C-4FAC-A4C3-8C63FB7B4640}"/>
              </a:ext>
            </a:extLst>
          </p:cNvPr>
          <p:cNvSpPr>
            <a:spLocks noGrp="1"/>
          </p:cNvSpPr>
          <p:nvPr/>
        </p:nvSpPr>
        <p:spPr>
          <a:xfrm>
            <a:off x="4503054" y="3265750"/>
            <a:ext cx="210857" cy="191"/>
          </a:xfrm>
          <a:custGeom>
            <a:avLst/>
            <a:gdLst/>
            <a:ahLst/>
            <a:cxnLst/>
            <a:rect l="0" t="0" r="0" b="0"/>
            <a:pathLst>
              <a:path w="210857" h="191">
                <a:moveTo>
                  <a:pt x="0" y="0"/>
                </a:moveTo>
                <a:lnTo>
                  <a:pt x="210857" y="0"/>
                </a:lnTo>
              </a:path>
            </a:pathLst>
          </a:custGeom>
          <a:noFill/>
          <a:ln w="34889">
            <a:solidFill>
              <a:srgbClr val="566AB4">
                <a:alpha val="100000"/>
              </a:srgbClr>
            </a:solidFill>
            <a:prstDash val="solid"/>
          </a:ln>
        </p:spPr>
      </p:sp>
      <p:sp>
        <p:nvSpPr>
          <p:cNvPr id="1205" name="b_small_bar_path_3443">
            <a:extLst>
              <a:ext uri="{FF2B5EF4-FFF2-40B4-BE49-F238E27FC236}">
                <a16:creationId xmlns:a16="http://schemas.microsoft.com/office/drawing/2014/main" id="{E9515944-DAEB-4B0F-A9B8-07FEB3EED90B}"/>
              </a:ext>
            </a:extLst>
          </p:cNvPr>
          <p:cNvSpPr>
            <a:spLocks noGrp="1"/>
          </p:cNvSpPr>
          <p:nvPr/>
        </p:nvSpPr>
        <p:spPr>
          <a:xfrm>
            <a:off x="1799569" y="3237088"/>
            <a:ext cx="210857" cy="191"/>
          </a:xfrm>
          <a:custGeom>
            <a:avLst/>
            <a:gdLst/>
            <a:ahLst/>
            <a:cxnLst/>
            <a:rect l="0" t="0" r="0" b="0"/>
            <a:pathLst>
              <a:path w="210857" h="191">
                <a:moveTo>
                  <a:pt x="0" y="0"/>
                </a:moveTo>
                <a:lnTo>
                  <a:pt x="210857" y="0"/>
                </a:lnTo>
              </a:path>
            </a:pathLst>
          </a:custGeom>
          <a:noFill/>
          <a:ln w="34889">
            <a:solidFill>
              <a:srgbClr val="7D8990">
                <a:alpha val="100000"/>
              </a:srgbClr>
            </a:solidFill>
            <a:prstDash val="solid"/>
          </a:ln>
        </p:spPr>
      </p:sp>
      <p:sp>
        <p:nvSpPr>
          <p:cNvPr id="1206" name="b_small_bar_path_3444">
            <a:extLst>
              <a:ext uri="{FF2B5EF4-FFF2-40B4-BE49-F238E27FC236}">
                <a16:creationId xmlns:a16="http://schemas.microsoft.com/office/drawing/2014/main" id="{D1F55285-9493-4A07-ACB7-7AE6F90C5D50}"/>
              </a:ext>
            </a:extLst>
          </p:cNvPr>
          <p:cNvSpPr>
            <a:spLocks noGrp="1"/>
          </p:cNvSpPr>
          <p:nvPr/>
        </p:nvSpPr>
        <p:spPr>
          <a:xfrm>
            <a:off x="3305689" y="2970106"/>
            <a:ext cx="210857" cy="191"/>
          </a:xfrm>
          <a:custGeom>
            <a:avLst/>
            <a:gdLst/>
            <a:ahLst/>
            <a:cxnLst/>
            <a:rect l="0" t="0" r="0" b="0"/>
            <a:pathLst>
              <a:path w="210857" h="191">
                <a:moveTo>
                  <a:pt x="0" y="0"/>
                </a:moveTo>
                <a:lnTo>
                  <a:pt x="210857" y="0"/>
                </a:lnTo>
              </a:path>
            </a:pathLst>
          </a:custGeom>
          <a:noFill/>
          <a:ln w="34889">
            <a:solidFill>
              <a:srgbClr val="7D8990">
                <a:alpha val="100000"/>
              </a:srgbClr>
            </a:solidFill>
            <a:prstDash val="solid"/>
          </a:ln>
        </p:spPr>
      </p:sp>
      <p:sp>
        <p:nvSpPr>
          <p:cNvPr id="1207" name="b_small_bar_path_3445">
            <a:extLst>
              <a:ext uri="{FF2B5EF4-FFF2-40B4-BE49-F238E27FC236}">
                <a16:creationId xmlns:a16="http://schemas.microsoft.com/office/drawing/2014/main" id="{45920027-0F2D-4285-93C8-3ABFD50C345D}"/>
              </a:ext>
            </a:extLst>
          </p:cNvPr>
          <p:cNvSpPr>
            <a:spLocks noGrp="1"/>
          </p:cNvSpPr>
          <p:nvPr/>
        </p:nvSpPr>
        <p:spPr>
          <a:xfrm>
            <a:off x="4811809" y="3168895"/>
            <a:ext cx="210857" cy="191"/>
          </a:xfrm>
          <a:custGeom>
            <a:avLst/>
            <a:gdLst/>
            <a:ahLst/>
            <a:cxnLst/>
            <a:rect l="0" t="0" r="0" b="0"/>
            <a:pathLst>
              <a:path w="210857" h="191">
                <a:moveTo>
                  <a:pt x="0" y="0"/>
                </a:moveTo>
                <a:lnTo>
                  <a:pt x="210857" y="0"/>
                </a:lnTo>
              </a:path>
            </a:pathLst>
          </a:custGeom>
          <a:noFill/>
          <a:ln w="34889">
            <a:solidFill>
              <a:srgbClr val="7D8990">
                <a:alpha val="100000"/>
              </a:srgbClr>
            </a:solidFill>
            <a:prstDash val="solid"/>
          </a:ln>
        </p:spPr>
      </p:sp>
      <p:sp>
        <p:nvSpPr>
          <p:cNvPr id="1208" name="b_small_bar_path_3446">
            <a:extLst>
              <a:ext uri="{FF2B5EF4-FFF2-40B4-BE49-F238E27FC236}">
                <a16:creationId xmlns:a16="http://schemas.microsoft.com/office/drawing/2014/main" id="{059ED41B-8408-45B5-A945-E1E12092E526}"/>
              </a:ext>
            </a:extLst>
          </p:cNvPr>
          <p:cNvSpPr>
            <a:spLocks noGrp="1"/>
          </p:cNvSpPr>
          <p:nvPr/>
        </p:nvSpPr>
        <p:spPr>
          <a:xfrm>
            <a:off x="2108323" y="3360903"/>
            <a:ext cx="210857" cy="191"/>
          </a:xfrm>
          <a:custGeom>
            <a:avLst/>
            <a:gdLst/>
            <a:ahLst/>
            <a:cxnLst/>
            <a:rect l="0" t="0" r="0" b="0"/>
            <a:pathLst>
              <a:path w="210857" h="191">
                <a:moveTo>
                  <a:pt x="0" y="0"/>
                </a:moveTo>
                <a:lnTo>
                  <a:pt x="210857" y="0"/>
                </a:lnTo>
              </a:path>
            </a:pathLst>
          </a:custGeom>
          <a:noFill/>
          <a:ln w="34889">
            <a:solidFill>
              <a:srgbClr val="B08A60">
                <a:alpha val="100000"/>
              </a:srgbClr>
            </a:solidFill>
            <a:prstDash val="solid"/>
          </a:ln>
        </p:spPr>
      </p:sp>
      <p:sp>
        <p:nvSpPr>
          <p:cNvPr id="1209" name="b_small_bar_path_3447">
            <a:extLst>
              <a:ext uri="{FF2B5EF4-FFF2-40B4-BE49-F238E27FC236}">
                <a16:creationId xmlns:a16="http://schemas.microsoft.com/office/drawing/2014/main" id="{9D2DEB75-9E37-4E01-8022-8A49E54776CA}"/>
              </a:ext>
            </a:extLst>
          </p:cNvPr>
          <p:cNvSpPr>
            <a:spLocks noGrp="1"/>
          </p:cNvSpPr>
          <p:nvPr/>
        </p:nvSpPr>
        <p:spPr>
          <a:xfrm>
            <a:off x="3614443" y="3099322"/>
            <a:ext cx="210857" cy="191"/>
          </a:xfrm>
          <a:custGeom>
            <a:avLst/>
            <a:gdLst/>
            <a:ahLst/>
            <a:cxnLst/>
            <a:rect l="0" t="0" r="0" b="0"/>
            <a:pathLst>
              <a:path w="210857" h="191">
                <a:moveTo>
                  <a:pt x="0" y="0"/>
                </a:moveTo>
                <a:lnTo>
                  <a:pt x="210857" y="0"/>
                </a:lnTo>
              </a:path>
            </a:pathLst>
          </a:custGeom>
          <a:noFill/>
          <a:ln w="34889">
            <a:solidFill>
              <a:srgbClr val="B08A60">
                <a:alpha val="100000"/>
              </a:srgbClr>
            </a:solidFill>
            <a:prstDash val="solid"/>
          </a:ln>
        </p:spPr>
      </p:sp>
      <p:sp>
        <p:nvSpPr>
          <p:cNvPr id="1210" name="b_small_bar_path_3448">
            <a:extLst>
              <a:ext uri="{FF2B5EF4-FFF2-40B4-BE49-F238E27FC236}">
                <a16:creationId xmlns:a16="http://schemas.microsoft.com/office/drawing/2014/main" id="{E5515526-8662-45DA-8243-934A0E0623D9}"/>
              </a:ext>
            </a:extLst>
          </p:cNvPr>
          <p:cNvSpPr>
            <a:spLocks noGrp="1"/>
          </p:cNvSpPr>
          <p:nvPr/>
        </p:nvSpPr>
        <p:spPr>
          <a:xfrm>
            <a:off x="5120563" y="3305176"/>
            <a:ext cx="210857" cy="191"/>
          </a:xfrm>
          <a:custGeom>
            <a:avLst/>
            <a:gdLst/>
            <a:ahLst/>
            <a:cxnLst/>
            <a:rect l="0" t="0" r="0" b="0"/>
            <a:pathLst>
              <a:path w="210857" h="191">
                <a:moveTo>
                  <a:pt x="0" y="0"/>
                </a:moveTo>
                <a:lnTo>
                  <a:pt x="210857" y="0"/>
                </a:lnTo>
              </a:path>
            </a:pathLst>
          </a:custGeom>
          <a:noFill/>
          <a:ln w="34889">
            <a:solidFill>
              <a:srgbClr val="B08A60">
                <a:alpha val="100000"/>
              </a:srgbClr>
            </a:solidFill>
            <a:prstDash val="solid"/>
          </a:ln>
        </p:spPr>
      </p:sp>
      <p:sp>
        <p:nvSpPr>
          <p:cNvPr id="1211" name="b_small_bar_text_3449">
            <a:extLst>
              <a:ext uri="{FF2B5EF4-FFF2-40B4-BE49-F238E27FC236}">
                <a16:creationId xmlns:a16="http://schemas.microsoft.com/office/drawing/2014/main" id="{72611142-067F-47AB-9188-DD5FCB330E31}"/>
              </a:ext>
            </a:extLst>
          </p:cNvPr>
          <p:cNvSpPr>
            <a:spLocks noGrp="1"/>
          </p:cNvSpPr>
          <p:nvPr/>
        </p:nvSpPr>
        <p:spPr>
          <a:xfrm rot="0">
            <a:off x="997560" y="827586"/>
            <a:ext cx="1570252" cy="290744"/>
          </a:xfrm>
          <a:prstGeom prst="rect">
            <a:avLst/>
          </a:prstGeom>
          <a:noFill/>
          <a:ln w="0">
            <a:noFill/>
          </a:ln>
        </p:spPr>
        <p:txBody>
          <a:bodyPr wrap="none" lIns="0" tIns="0" rIns="0" bIns="0" anchor="ctr">
            <a:noAutofit/>
          </a:bodyPr>
          <a:lstStyle>
            <a:defPPr algn="l">
              <a:defRPr sz="1831" b="1">
                <a:solidFill>
                  <a:srgbClr val="000000"/>
                </a:solidFill>
                <a:latin typeface="Calibri"/>
                <a:ea typeface="Calibri"/>
                <a:cs typeface="Calibri"/>
              </a:defRPr>
            </a:defPPr>
          </a:lstStyle>
          <a:p>
            <a:pPr algn="l">
              <a:defRPr sz="1831" b="1">
                <a:solidFill>
                  <a:srgbClr val="000000"/>
                </a:solidFill>
                <a:latin typeface="Calibri"/>
                <a:ea typeface="Calibri"/>
                <a:cs typeface="Calibri"/>
              </a:defRPr>
            </a:pPr>
            <a:r>
              <a:rPr sz="1831" b="1">
                <a:solidFill>
                  <a:srgbClr val="000000"/>
                </a:solidFill>
                <a:latin typeface="Calibri"/>
                <a:ea typeface="Calibri"/>
                <a:cs typeface="Calibri"/>
              </a:rPr>
              <a:t>Small molecules</a:t>
            </a:r>
          </a:p>
        </p:txBody>
      </p:sp>
      <p:sp>
        <p:nvSpPr>
          <p:cNvPr id="1212" name="b_small_bar_path_3450">
            <a:extLst>
              <a:ext uri="{FF2B5EF4-FFF2-40B4-BE49-F238E27FC236}">
                <a16:creationId xmlns:a16="http://schemas.microsoft.com/office/drawing/2014/main" id="{EF17B893-9327-44D2-AB56-561A6A0BAA0A}"/>
              </a:ext>
            </a:extLst>
          </p:cNvPr>
          <p:cNvSpPr>
            <a:spLocks noGrp="1"/>
          </p:cNvSpPr>
          <p:nvPr/>
        </p:nvSpPr>
        <p:spPr>
          <a:xfrm>
            <a:off x="1203337" y="5355756"/>
            <a:ext cx="197706" cy="138394"/>
          </a:xfrm>
          <a:custGeom>
            <a:pathLst>
              <a:path w="197706" h="138394">
                <a:moveTo>
                  <a:pt x="0" y="138394"/>
                </a:moveTo>
                <a:lnTo>
                  <a:pt x="197706" y="138394"/>
                </a:lnTo>
                <a:lnTo>
                  <a:pt x="197706" y="0"/>
                </a:lnTo>
                <a:lnTo>
                  <a:pt x="0" y="0"/>
                </a:lnTo>
                <a:lnTo>
                  <a:pt x="0" y="138394"/>
                </a:lnTo>
                <a:close/>
              </a:path>
            </a:pathLst>
          </a:custGeom>
          <a:solidFill>
            <a:srgbClr val="007C83">
              <a:alpha val="100000"/>
            </a:srgbClr>
          </a:solidFill>
          <a:ln w="0">
            <a:noFill/>
            <a:prstDash val="solid"/>
          </a:ln>
        </p:spPr>
      </p:sp>
      <p:sp>
        <p:nvSpPr>
          <p:cNvPr id="1213" name="b_small_bar_text_3451">
            <a:extLst>
              <a:ext uri="{FF2B5EF4-FFF2-40B4-BE49-F238E27FC236}">
                <a16:creationId xmlns:a16="http://schemas.microsoft.com/office/drawing/2014/main" id="{0D2EE7F9-DFCD-4C1E-B8DB-CCC14D415FC1}"/>
              </a:ext>
            </a:extLst>
          </p:cNvPr>
          <p:cNvSpPr>
            <a:spLocks noGrp="1"/>
          </p:cNvSpPr>
          <p:nvPr/>
        </p:nvSpPr>
        <p:spPr>
          <a:xfrm rot="0">
            <a:off x="1490011" y="5337963"/>
            <a:ext cx="180322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(GT)</a:t>
            </a:r>
          </a:p>
        </p:txBody>
      </p:sp>
      <p:sp>
        <p:nvSpPr>
          <p:cNvPr id="1214" name="b_small_bar_path_3452">
            <a:extLst>
              <a:ext uri="{FF2B5EF4-FFF2-40B4-BE49-F238E27FC236}">
                <a16:creationId xmlns:a16="http://schemas.microsoft.com/office/drawing/2014/main" id="{F2E88354-2679-4711-B4EC-CACAC6BF1A34}"/>
              </a:ext>
            </a:extLst>
          </p:cNvPr>
          <p:cNvSpPr>
            <a:spLocks noGrp="1"/>
          </p:cNvSpPr>
          <p:nvPr/>
        </p:nvSpPr>
        <p:spPr>
          <a:xfrm>
            <a:off x="1203337" y="5618366"/>
            <a:ext cx="197706" cy="138394"/>
          </a:xfrm>
          <a:custGeom>
            <a:pathLst>
              <a:path w="197706" h="138394">
                <a:moveTo>
                  <a:pt x="0" y="138394"/>
                </a:moveTo>
                <a:lnTo>
                  <a:pt x="197706" y="138394"/>
                </a:lnTo>
                <a:lnTo>
                  <a:pt x="197706" y="0"/>
                </a:lnTo>
                <a:lnTo>
                  <a:pt x="0" y="0"/>
                </a:lnTo>
                <a:lnTo>
                  <a:pt x="0" y="138394"/>
                </a:lnTo>
                <a:close/>
              </a:path>
            </a:pathLst>
          </a:custGeom>
          <a:solidFill>
            <a:srgbClr val="566AB4">
              <a:alpha val="100000"/>
            </a:srgbClr>
          </a:solidFill>
          <a:ln w="0">
            <a:noFill/>
            <a:prstDash val="solid"/>
          </a:ln>
        </p:spPr>
      </p:sp>
      <p:sp>
        <p:nvSpPr>
          <p:cNvPr id="1215" name="b_small_bar_text_3453">
            <a:extLst>
              <a:ext uri="{FF2B5EF4-FFF2-40B4-BE49-F238E27FC236}">
                <a16:creationId xmlns:a16="http://schemas.microsoft.com/office/drawing/2014/main" id="{86C5A671-41AF-4891-B505-6E5786B27CE3}"/>
              </a:ext>
            </a:extLst>
          </p:cNvPr>
          <p:cNvSpPr>
            <a:spLocks noGrp="1"/>
          </p:cNvSpPr>
          <p:nvPr/>
        </p:nvSpPr>
        <p:spPr>
          <a:xfrm rot="0">
            <a:off x="1490011" y="5600572"/>
            <a:ext cx="1902294"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(CA2)</a:t>
            </a:r>
          </a:p>
        </p:txBody>
      </p:sp>
      <p:sp>
        <p:nvSpPr>
          <p:cNvPr id="1216" name="b_small_bar_path_3454">
            <a:extLst>
              <a:ext uri="{FF2B5EF4-FFF2-40B4-BE49-F238E27FC236}">
                <a16:creationId xmlns:a16="http://schemas.microsoft.com/office/drawing/2014/main" id="{00475E5A-42A6-49CE-82F2-F6F1F65287B1}"/>
              </a:ext>
            </a:extLst>
          </p:cNvPr>
          <p:cNvSpPr>
            <a:spLocks noGrp="1"/>
          </p:cNvSpPr>
          <p:nvPr/>
        </p:nvSpPr>
        <p:spPr>
          <a:xfrm>
            <a:off x="3578622" y="5355756"/>
            <a:ext cx="197706" cy="138394"/>
          </a:xfrm>
          <a:custGeom>
            <a:pathLst>
              <a:path w="197706" h="138394">
                <a:moveTo>
                  <a:pt x="0" y="138394"/>
                </a:moveTo>
                <a:lnTo>
                  <a:pt x="197706" y="138394"/>
                </a:lnTo>
                <a:lnTo>
                  <a:pt x="197706" y="0"/>
                </a:lnTo>
                <a:lnTo>
                  <a:pt x="0" y="0"/>
                </a:lnTo>
                <a:lnTo>
                  <a:pt x="0" y="138394"/>
                </a:lnTo>
                <a:close/>
              </a:path>
            </a:pathLst>
          </a:custGeom>
          <a:solidFill>
            <a:srgbClr val="7D8990">
              <a:alpha val="100000"/>
            </a:srgbClr>
          </a:solidFill>
          <a:ln w="0">
            <a:noFill/>
            <a:prstDash val="solid"/>
          </a:ln>
        </p:spPr>
      </p:sp>
      <p:sp>
        <p:nvSpPr>
          <p:cNvPr id="1217" name="b_small_bar_text_3455">
            <a:extLst>
              <a:ext uri="{FF2B5EF4-FFF2-40B4-BE49-F238E27FC236}">
                <a16:creationId xmlns:a16="http://schemas.microsoft.com/office/drawing/2014/main" id="{B14F4FD6-E23D-4227-8F83-2DAA395193A7}"/>
              </a:ext>
            </a:extLst>
          </p:cNvPr>
          <p:cNvSpPr>
            <a:spLocks noGrp="1"/>
          </p:cNvSpPr>
          <p:nvPr/>
        </p:nvSpPr>
        <p:spPr>
          <a:xfrm rot="0">
            <a:off x="3865296" y="5337963"/>
            <a:ext cx="1298682"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(GT)</a:t>
            </a:r>
          </a:p>
        </p:txBody>
      </p:sp>
      <p:sp>
        <p:nvSpPr>
          <p:cNvPr id="1218" name="b_small_bar_path_3456">
            <a:extLst>
              <a:ext uri="{FF2B5EF4-FFF2-40B4-BE49-F238E27FC236}">
                <a16:creationId xmlns:a16="http://schemas.microsoft.com/office/drawing/2014/main" id="{80638A95-DD82-49CE-9D8E-E0C1147BFD14}"/>
              </a:ext>
            </a:extLst>
          </p:cNvPr>
          <p:cNvSpPr>
            <a:spLocks noGrp="1"/>
          </p:cNvSpPr>
          <p:nvPr/>
        </p:nvSpPr>
        <p:spPr>
          <a:xfrm>
            <a:off x="3578622" y="5618366"/>
            <a:ext cx="197706" cy="138394"/>
          </a:xfrm>
          <a:custGeom>
            <a:pathLst>
              <a:path w="197706" h="138394">
                <a:moveTo>
                  <a:pt x="0" y="138394"/>
                </a:moveTo>
                <a:lnTo>
                  <a:pt x="197706" y="138394"/>
                </a:lnTo>
                <a:lnTo>
                  <a:pt x="197706" y="0"/>
                </a:lnTo>
                <a:lnTo>
                  <a:pt x="0" y="0"/>
                </a:lnTo>
                <a:lnTo>
                  <a:pt x="0" y="138394"/>
                </a:lnTo>
                <a:close/>
              </a:path>
            </a:pathLst>
          </a:custGeom>
          <a:solidFill>
            <a:srgbClr val="B08A60">
              <a:alpha val="100000"/>
            </a:srgbClr>
          </a:solidFill>
          <a:ln w="0">
            <a:noFill/>
            <a:prstDash val="solid"/>
          </a:ln>
        </p:spPr>
      </p:sp>
      <p:sp>
        <p:nvSpPr>
          <p:cNvPr id="1219" name="b_small_bar_text_3457">
            <a:extLst>
              <a:ext uri="{FF2B5EF4-FFF2-40B4-BE49-F238E27FC236}">
                <a16:creationId xmlns:a16="http://schemas.microsoft.com/office/drawing/2014/main" id="{9D36E77F-646D-4E0F-A3BB-06AA1BE5247A}"/>
              </a:ext>
            </a:extLst>
          </p:cNvPr>
          <p:cNvSpPr>
            <a:spLocks noGrp="1"/>
          </p:cNvSpPr>
          <p:nvPr/>
        </p:nvSpPr>
        <p:spPr>
          <a:xfrm rot="0">
            <a:off x="3865296" y="5600572"/>
            <a:ext cx="139774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(CA2)</a:t>
            </a:r>
          </a:p>
        </p:txBody>
      </p:sp>
    </p:spTree>
    <p:extLst>
      <p:ext uri="{BB962C8B-B14F-4D97-AF65-F5344CB8AC3E}">
        <p14:creationId xmlns:p14="http://schemas.microsoft.com/office/powerpoint/2010/main" val="463502672"/>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 name="c_full_paired_path_3458">
            <a:extLst>
              <a:ext uri="{FF2B5EF4-FFF2-40B4-BE49-F238E27FC236}">
                <a16:creationId xmlns:a16="http://schemas.microsoft.com/office/drawing/2014/main" id="{6F75CA2B-7330-458E-83FC-268FD935060A}"/>
              </a:ext>
            </a:extLst>
          </p:cNvPr>
          <p:cNvSpPr>
            <a:spLocks noGrp="1"/>
          </p:cNvSpPr>
          <p:nvPr/>
        </p:nvSpPr>
        <p:spPr>
          <a:xfrm>
            <a:off x="0" y="617865"/>
            <a:ext cx="5868000" cy="5604270"/>
          </a:xfrm>
          <a:custGeom>
            <a:avLst/>
            <a:gdLst/>
            <a:ahLst/>
            <a:cxnLst/>
            <a:rect l="0" t="0" r="0" b="0"/>
            <a:pathLst>
              <a:path w="5868000" h="5604270">
                <a:moveTo>
                  <a:pt x="0" y="5604270"/>
                </a:moveTo>
                <a:lnTo>
                  <a:pt x="5868000" y="5604270"/>
                </a:lnTo>
                <a:lnTo>
                  <a:pt x="5868000" y="0"/>
                </a:lnTo>
                <a:lnTo>
                  <a:pt x="0" y="0"/>
                </a:lnTo>
                <a:lnTo>
                  <a:pt x="0" y="5604270"/>
                </a:lnTo>
                <a:close/>
              </a:path>
            </a:pathLst>
          </a:custGeom>
          <a:solidFill>
            <a:srgbClr val="FFFFFF">
              <a:alpha val="100000"/>
            </a:srgbClr>
          </a:solidFill>
          <a:ln w="0">
            <a:noFill/>
            <a:prstDash val="solid"/>
          </a:ln>
        </p:spPr>
      </p:sp>
      <p:sp>
        <p:nvSpPr>
          <p:cNvPr id="2" name="c_full_paired_path_3459">
            <a:extLst>
              <a:ext uri="{FF2B5EF4-FFF2-40B4-BE49-F238E27FC236}">
                <a16:creationId xmlns:a16="http://schemas.microsoft.com/office/drawing/2014/main" id="{7AA2C323-D85D-414A-B817-9DED5683A38C}"/>
              </a:ext>
            </a:extLst>
          </p:cNvPr>
          <p:cNvSpPr>
            <a:spLocks noGrp="1"/>
          </p:cNvSpPr>
          <p:nvPr/>
        </p:nvSpPr>
        <p:spPr>
          <a:xfrm>
            <a:off x="997560" y="1703116"/>
            <a:ext cx="3286080" cy="3286080"/>
          </a:xfrm>
          <a:custGeom>
            <a:avLst/>
            <a:gdLst/>
            <a:ahLst/>
            <a:cxnLst/>
            <a:rect l="0" t="0" r="0" b="0"/>
            <a:pathLst>
              <a:path w="3286080" h="3286080">
                <a:moveTo>
                  <a:pt x="0" y="3286080"/>
                </a:moveTo>
                <a:lnTo>
                  <a:pt x="3286080" y="3286080"/>
                </a:lnTo>
                <a:lnTo>
                  <a:pt x="3286080" y="0"/>
                </a:lnTo>
                <a:lnTo>
                  <a:pt x="0" y="0"/>
                </a:lnTo>
                <a:lnTo>
                  <a:pt x="0" y="3286080"/>
                </a:lnTo>
                <a:close/>
              </a:path>
            </a:pathLst>
          </a:custGeom>
          <a:solidFill>
            <a:srgbClr val="FFFFFF">
              <a:alpha val="100000"/>
            </a:srgbClr>
          </a:solidFill>
          <a:ln w="0">
            <a:noFill/>
            <a:prstDash val="solid"/>
          </a:ln>
        </p:spPr>
      </p:sp>
      <p:sp>
        <p:nvSpPr>
          <p:cNvPr id="3" name="c_full_paired_path_3460">
            <a:extLst>
              <a:ext uri="{FF2B5EF4-FFF2-40B4-BE49-F238E27FC236}">
                <a16:creationId xmlns:a16="http://schemas.microsoft.com/office/drawing/2014/main" id="{E31268D6-96C9-4A7E-A30D-3F5263520DFC}"/>
              </a:ext>
            </a:extLst>
          </p:cNvPr>
          <p:cNvSpPr>
            <a:spLocks noGrp="1"/>
          </p:cNvSpPr>
          <p:nvPr/>
        </p:nvSpPr>
        <p:spPr>
          <a:xfrm>
            <a:off x="997560" y="490704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4" name="c_full_paired_path_3461">
            <a:extLst>
              <a:ext uri="{FF2B5EF4-FFF2-40B4-BE49-F238E27FC236}">
                <a16:creationId xmlns:a16="http://schemas.microsoft.com/office/drawing/2014/main" id="{AD4E5328-6C48-490F-A431-97DE22411EE7}"/>
              </a:ext>
            </a:extLst>
          </p:cNvPr>
          <p:cNvSpPr>
            <a:spLocks noGrp="1"/>
          </p:cNvSpPr>
          <p:nvPr/>
        </p:nvSpPr>
        <p:spPr>
          <a:xfrm>
            <a:off x="1161864" y="474273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5" name="c_full_paired_path_3462">
            <a:extLst>
              <a:ext uri="{FF2B5EF4-FFF2-40B4-BE49-F238E27FC236}">
                <a16:creationId xmlns:a16="http://schemas.microsoft.com/office/drawing/2014/main" id="{EF741777-5917-4FBA-A23E-D438A366EE93}"/>
              </a:ext>
            </a:extLst>
          </p:cNvPr>
          <p:cNvSpPr>
            <a:spLocks noGrp="1"/>
          </p:cNvSpPr>
          <p:nvPr/>
        </p:nvSpPr>
        <p:spPr>
          <a:xfrm>
            <a:off x="1326168" y="4578435"/>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6" name="c_full_paired_path_3463">
            <a:extLst>
              <a:ext uri="{FF2B5EF4-FFF2-40B4-BE49-F238E27FC236}">
                <a16:creationId xmlns:a16="http://schemas.microsoft.com/office/drawing/2014/main" id="{CEE40C73-034A-49FD-A700-7F2BE1F7D60A}"/>
              </a:ext>
            </a:extLst>
          </p:cNvPr>
          <p:cNvSpPr>
            <a:spLocks noGrp="1"/>
          </p:cNvSpPr>
          <p:nvPr/>
        </p:nvSpPr>
        <p:spPr>
          <a:xfrm>
            <a:off x="1490472" y="4414131"/>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7" name="c_full_paired_path_3464">
            <a:extLst>
              <a:ext uri="{FF2B5EF4-FFF2-40B4-BE49-F238E27FC236}">
                <a16:creationId xmlns:a16="http://schemas.microsoft.com/office/drawing/2014/main" id="{9F0C6546-B576-41AE-AD65-63A653199A53}"/>
              </a:ext>
            </a:extLst>
          </p:cNvPr>
          <p:cNvSpPr>
            <a:spLocks noGrp="1"/>
          </p:cNvSpPr>
          <p:nvPr/>
        </p:nvSpPr>
        <p:spPr>
          <a:xfrm>
            <a:off x="1654776" y="4249827"/>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8" name="c_full_paired_path_3465">
            <a:extLst>
              <a:ext uri="{FF2B5EF4-FFF2-40B4-BE49-F238E27FC236}">
                <a16:creationId xmlns:a16="http://schemas.microsoft.com/office/drawing/2014/main" id="{DA253BAD-ABDF-488B-9958-E1AAA9BAED42}"/>
              </a:ext>
            </a:extLst>
          </p:cNvPr>
          <p:cNvSpPr>
            <a:spLocks noGrp="1"/>
          </p:cNvSpPr>
          <p:nvPr/>
        </p:nvSpPr>
        <p:spPr>
          <a:xfrm>
            <a:off x="1819080" y="408552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9" name="c_full_paired_path_3466">
            <a:extLst>
              <a:ext uri="{FF2B5EF4-FFF2-40B4-BE49-F238E27FC236}">
                <a16:creationId xmlns:a16="http://schemas.microsoft.com/office/drawing/2014/main" id="{6F65B8AB-0ADD-4F4B-9D23-76DA4395E8CC}"/>
              </a:ext>
            </a:extLst>
          </p:cNvPr>
          <p:cNvSpPr>
            <a:spLocks noGrp="1"/>
          </p:cNvSpPr>
          <p:nvPr/>
        </p:nvSpPr>
        <p:spPr>
          <a:xfrm>
            <a:off x="1983384" y="392121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0" name="c_full_paired_path_3467">
            <a:extLst>
              <a:ext uri="{FF2B5EF4-FFF2-40B4-BE49-F238E27FC236}">
                <a16:creationId xmlns:a16="http://schemas.microsoft.com/office/drawing/2014/main" id="{F900CDAC-F27F-4D00-808C-22623AA59BFA}"/>
              </a:ext>
            </a:extLst>
          </p:cNvPr>
          <p:cNvSpPr>
            <a:spLocks noGrp="1"/>
          </p:cNvSpPr>
          <p:nvPr/>
        </p:nvSpPr>
        <p:spPr>
          <a:xfrm>
            <a:off x="2147688" y="3756915"/>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1" name="c_full_paired_path_3468">
            <a:extLst>
              <a:ext uri="{FF2B5EF4-FFF2-40B4-BE49-F238E27FC236}">
                <a16:creationId xmlns:a16="http://schemas.microsoft.com/office/drawing/2014/main" id="{992F7EDE-3699-4187-97F4-253AF78362C3}"/>
              </a:ext>
            </a:extLst>
          </p:cNvPr>
          <p:cNvSpPr>
            <a:spLocks noGrp="1"/>
          </p:cNvSpPr>
          <p:nvPr/>
        </p:nvSpPr>
        <p:spPr>
          <a:xfrm>
            <a:off x="2311992" y="3592611"/>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2" name="c_full_paired_path_3469">
            <a:extLst>
              <a:ext uri="{FF2B5EF4-FFF2-40B4-BE49-F238E27FC236}">
                <a16:creationId xmlns:a16="http://schemas.microsoft.com/office/drawing/2014/main" id="{7357C500-C788-4F85-B6A8-FE9D1631AB63}"/>
              </a:ext>
            </a:extLst>
          </p:cNvPr>
          <p:cNvSpPr>
            <a:spLocks noGrp="1"/>
          </p:cNvSpPr>
          <p:nvPr/>
        </p:nvSpPr>
        <p:spPr>
          <a:xfrm>
            <a:off x="2476296" y="3428307"/>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3" name="c_full_paired_path_3470">
            <a:extLst>
              <a:ext uri="{FF2B5EF4-FFF2-40B4-BE49-F238E27FC236}">
                <a16:creationId xmlns:a16="http://schemas.microsoft.com/office/drawing/2014/main" id="{2658C686-FDE7-4A37-8CD1-35F8228A56D4}"/>
              </a:ext>
            </a:extLst>
          </p:cNvPr>
          <p:cNvSpPr>
            <a:spLocks noGrp="1"/>
          </p:cNvSpPr>
          <p:nvPr/>
        </p:nvSpPr>
        <p:spPr>
          <a:xfrm>
            <a:off x="2640600" y="326400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4" name="c_full_paired_path_3471">
            <a:extLst>
              <a:ext uri="{FF2B5EF4-FFF2-40B4-BE49-F238E27FC236}">
                <a16:creationId xmlns:a16="http://schemas.microsoft.com/office/drawing/2014/main" id="{8B417299-D4E0-4D96-B973-BF20A5D3C5DF}"/>
              </a:ext>
            </a:extLst>
          </p:cNvPr>
          <p:cNvSpPr>
            <a:spLocks noGrp="1"/>
          </p:cNvSpPr>
          <p:nvPr/>
        </p:nvSpPr>
        <p:spPr>
          <a:xfrm>
            <a:off x="2804904" y="309969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5" name="c_full_paired_path_3472">
            <a:extLst>
              <a:ext uri="{FF2B5EF4-FFF2-40B4-BE49-F238E27FC236}">
                <a16:creationId xmlns:a16="http://schemas.microsoft.com/office/drawing/2014/main" id="{75B6AF5D-0C3E-41FA-9463-DC8AF1191F36}"/>
              </a:ext>
            </a:extLst>
          </p:cNvPr>
          <p:cNvSpPr>
            <a:spLocks noGrp="1"/>
          </p:cNvSpPr>
          <p:nvPr/>
        </p:nvSpPr>
        <p:spPr>
          <a:xfrm>
            <a:off x="2969208" y="2935395"/>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6" name="c_full_paired_path_3473">
            <a:extLst>
              <a:ext uri="{FF2B5EF4-FFF2-40B4-BE49-F238E27FC236}">
                <a16:creationId xmlns:a16="http://schemas.microsoft.com/office/drawing/2014/main" id="{D24D323B-0AAB-4953-A6D9-205431EDC10A}"/>
              </a:ext>
            </a:extLst>
          </p:cNvPr>
          <p:cNvSpPr>
            <a:spLocks noGrp="1"/>
          </p:cNvSpPr>
          <p:nvPr/>
        </p:nvSpPr>
        <p:spPr>
          <a:xfrm>
            <a:off x="3133512" y="2771091"/>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7" name="c_full_paired_path_3474">
            <a:extLst>
              <a:ext uri="{FF2B5EF4-FFF2-40B4-BE49-F238E27FC236}">
                <a16:creationId xmlns:a16="http://schemas.microsoft.com/office/drawing/2014/main" id="{D6C93D26-ECC1-47AC-A3DA-1D4420988EBC}"/>
              </a:ext>
            </a:extLst>
          </p:cNvPr>
          <p:cNvSpPr>
            <a:spLocks noGrp="1"/>
          </p:cNvSpPr>
          <p:nvPr/>
        </p:nvSpPr>
        <p:spPr>
          <a:xfrm>
            <a:off x="3297816" y="2606787"/>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8" name="c_full_paired_path_3475">
            <a:extLst>
              <a:ext uri="{FF2B5EF4-FFF2-40B4-BE49-F238E27FC236}">
                <a16:creationId xmlns:a16="http://schemas.microsoft.com/office/drawing/2014/main" id="{DE661F20-F97C-427D-9CD4-CE1B715C2791}"/>
              </a:ext>
            </a:extLst>
          </p:cNvPr>
          <p:cNvSpPr>
            <a:spLocks noGrp="1"/>
          </p:cNvSpPr>
          <p:nvPr/>
        </p:nvSpPr>
        <p:spPr>
          <a:xfrm>
            <a:off x="3462120" y="244248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9" name="c_full_paired_path_3476">
            <a:extLst>
              <a:ext uri="{FF2B5EF4-FFF2-40B4-BE49-F238E27FC236}">
                <a16:creationId xmlns:a16="http://schemas.microsoft.com/office/drawing/2014/main" id="{32E4A591-FB12-4D3B-A420-694076BCE097}"/>
              </a:ext>
            </a:extLst>
          </p:cNvPr>
          <p:cNvSpPr>
            <a:spLocks noGrp="1"/>
          </p:cNvSpPr>
          <p:nvPr/>
        </p:nvSpPr>
        <p:spPr>
          <a:xfrm>
            <a:off x="3626424" y="227817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0" name="c_full_paired_path_3477">
            <a:extLst>
              <a:ext uri="{FF2B5EF4-FFF2-40B4-BE49-F238E27FC236}">
                <a16:creationId xmlns:a16="http://schemas.microsoft.com/office/drawing/2014/main" id="{6139024F-A4DF-4A15-BFE9-BE6F714DCD59}"/>
              </a:ext>
            </a:extLst>
          </p:cNvPr>
          <p:cNvSpPr>
            <a:spLocks noGrp="1"/>
          </p:cNvSpPr>
          <p:nvPr/>
        </p:nvSpPr>
        <p:spPr>
          <a:xfrm>
            <a:off x="3790728" y="2113876"/>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1" name="c_full_paired_path_3478">
            <a:extLst>
              <a:ext uri="{FF2B5EF4-FFF2-40B4-BE49-F238E27FC236}">
                <a16:creationId xmlns:a16="http://schemas.microsoft.com/office/drawing/2014/main" id="{C5ACB852-8A4C-47D6-B995-40BBCAFDE653}"/>
              </a:ext>
            </a:extLst>
          </p:cNvPr>
          <p:cNvSpPr>
            <a:spLocks noGrp="1"/>
          </p:cNvSpPr>
          <p:nvPr/>
        </p:nvSpPr>
        <p:spPr>
          <a:xfrm>
            <a:off x="3955032" y="1949572"/>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2" name="c_full_paired_path_3479">
            <a:extLst>
              <a:ext uri="{FF2B5EF4-FFF2-40B4-BE49-F238E27FC236}">
                <a16:creationId xmlns:a16="http://schemas.microsoft.com/office/drawing/2014/main" id="{D982BD72-53B6-4F6E-B162-028CDF267045}"/>
              </a:ext>
            </a:extLst>
          </p:cNvPr>
          <p:cNvSpPr>
            <a:spLocks noGrp="1"/>
          </p:cNvSpPr>
          <p:nvPr/>
        </p:nvSpPr>
        <p:spPr>
          <a:xfrm>
            <a:off x="4119336" y="1785268"/>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3" name="c_full_paired_path_3480">
            <a:extLst>
              <a:ext uri="{FF2B5EF4-FFF2-40B4-BE49-F238E27FC236}">
                <a16:creationId xmlns:a16="http://schemas.microsoft.com/office/drawing/2014/main" id="{873A80DD-F049-48AC-BE25-C3E768AF9035}"/>
              </a:ext>
            </a:extLst>
          </p:cNvPr>
          <p:cNvSpPr>
            <a:spLocks noGrp="1"/>
          </p:cNvSpPr>
          <p:nvPr/>
        </p:nvSpPr>
        <p:spPr>
          <a:xfrm>
            <a:off x="997560" y="4989196"/>
            <a:ext cx="191" cy="53497"/>
          </a:xfrm>
          <a:custGeom>
            <a:avLst/>
            <a:gdLst/>
            <a:ahLst/>
            <a:cxnLst/>
            <a:rect l="0" t="0" r="0" b="0"/>
            <a:pathLst>
              <a:path w="191" h="53497">
                <a:moveTo>
                  <a:pt x="0" y="0"/>
                </a:moveTo>
                <a:lnTo>
                  <a:pt x="0" y="53497"/>
                </a:lnTo>
              </a:path>
            </a:pathLst>
          </a:custGeom>
          <a:solidFill>
            <a:srgbClr val="000000">
              <a:alpha val="100000"/>
            </a:srgbClr>
          </a:solidFill>
          <a:ln w="12793">
            <a:solidFill>
              <a:srgbClr val="000000">
                <a:alpha val="100000"/>
              </a:srgbClr>
            </a:solidFill>
            <a:prstDash val="solid"/>
          </a:ln>
        </p:spPr>
      </p:sp>
      <p:sp>
        <p:nvSpPr>
          <p:cNvPr id="24" name="c_full_paired_text_3481">
            <a:extLst>
              <a:ext uri="{FF2B5EF4-FFF2-40B4-BE49-F238E27FC236}">
                <a16:creationId xmlns:a16="http://schemas.microsoft.com/office/drawing/2014/main" id="{DCA1F3FA-C9CA-4B09-9C3A-8E4A2A798646}"/>
              </a:ext>
            </a:extLst>
          </p:cNvPr>
          <p:cNvSpPr>
            <a:spLocks noGrp="1"/>
          </p:cNvSpPr>
          <p:nvPr/>
        </p:nvSpPr>
        <p:spPr>
          <a:xfrm rot="0">
            <a:off x="785433" y="510366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25" name="c_full_paired_path_3482">
            <a:extLst>
              <a:ext uri="{FF2B5EF4-FFF2-40B4-BE49-F238E27FC236}">
                <a16:creationId xmlns:a16="http://schemas.microsoft.com/office/drawing/2014/main" id="{2F470E94-0994-42A5-803E-139F24D4CF36}"/>
              </a:ext>
            </a:extLst>
          </p:cNvPr>
          <p:cNvSpPr>
            <a:spLocks noGrp="1"/>
          </p:cNvSpPr>
          <p:nvPr/>
        </p:nvSpPr>
        <p:spPr>
          <a:xfrm>
            <a:off x="2640600" y="4989196"/>
            <a:ext cx="191" cy="53497"/>
          </a:xfrm>
          <a:custGeom>
            <a:avLst/>
            <a:gdLst/>
            <a:ahLst/>
            <a:cxnLst/>
            <a:rect l="0" t="0" r="0" b="0"/>
            <a:pathLst>
              <a:path w="191" h="53497">
                <a:moveTo>
                  <a:pt x="0" y="0"/>
                </a:moveTo>
                <a:lnTo>
                  <a:pt x="0" y="53497"/>
                </a:lnTo>
              </a:path>
            </a:pathLst>
          </a:custGeom>
          <a:solidFill>
            <a:srgbClr val="000000">
              <a:alpha val="100000"/>
            </a:srgbClr>
          </a:solidFill>
          <a:ln w="12793">
            <a:solidFill>
              <a:srgbClr val="000000">
                <a:alpha val="100000"/>
              </a:srgbClr>
            </a:solidFill>
            <a:prstDash val="solid"/>
          </a:ln>
        </p:spPr>
      </p:sp>
      <p:sp>
        <p:nvSpPr>
          <p:cNvPr id="26" name="c_full_paired_text_3483">
            <a:extLst>
              <a:ext uri="{FF2B5EF4-FFF2-40B4-BE49-F238E27FC236}">
                <a16:creationId xmlns:a16="http://schemas.microsoft.com/office/drawing/2014/main" id="{58BE324C-EC46-4B25-85B3-E7C4BC423131}"/>
              </a:ext>
            </a:extLst>
          </p:cNvPr>
          <p:cNvSpPr>
            <a:spLocks noGrp="1"/>
          </p:cNvSpPr>
          <p:nvPr/>
        </p:nvSpPr>
        <p:spPr>
          <a:xfrm rot="0">
            <a:off x="2428473" y="510366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27" name="c_full_paired_path_3484">
            <a:extLst>
              <a:ext uri="{FF2B5EF4-FFF2-40B4-BE49-F238E27FC236}">
                <a16:creationId xmlns:a16="http://schemas.microsoft.com/office/drawing/2014/main" id="{B07C6676-019E-4FEC-A724-ED0AB4829316}"/>
              </a:ext>
            </a:extLst>
          </p:cNvPr>
          <p:cNvSpPr>
            <a:spLocks noGrp="1"/>
          </p:cNvSpPr>
          <p:nvPr/>
        </p:nvSpPr>
        <p:spPr>
          <a:xfrm>
            <a:off x="4283640" y="4989196"/>
            <a:ext cx="191" cy="53497"/>
          </a:xfrm>
          <a:custGeom>
            <a:avLst/>
            <a:gdLst/>
            <a:ahLst/>
            <a:cxnLst/>
            <a:rect l="0" t="0" r="0" b="0"/>
            <a:pathLst>
              <a:path w="191" h="53497">
                <a:moveTo>
                  <a:pt x="0" y="0"/>
                </a:moveTo>
                <a:lnTo>
                  <a:pt x="0" y="53497"/>
                </a:lnTo>
              </a:path>
            </a:pathLst>
          </a:custGeom>
          <a:solidFill>
            <a:srgbClr val="000000">
              <a:alpha val="100000"/>
            </a:srgbClr>
          </a:solidFill>
          <a:ln w="12793">
            <a:solidFill>
              <a:srgbClr val="000000">
                <a:alpha val="100000"/>
              </a:srgbClr>
            </a:solidFill>
            <a:prstDash val="solid"/>
          </a:ln>
        </p:spPr>
      </p:sp>
      <p:sp>
        <p:nvSpPr>
          <p:cNvPr id="28" name="c_full_paired_text_3485">
            <a:extLst>
              <a:ext uri="{FF2B5EF4-FFF2-40B4-BE49-F238E27FC236}">
                <a16:creationId xmlns:a16="http://schemas.microsoft.com/office/drawing/2014/main" id="{E5CD8EBA-9FAC-4634-BB15-4276259EA76D}"/>
              </a:ext>
            </a:extLst>
          </p:cNvPr>
          <p:cNvSpPr>
            <a:spLocks noGrp="1"/>
          </p:cNvSpPr>
          <p:nvPr/>
        </p:nvSpPr>
        <p:spPr>
          <a:xfrm rot="0">
            <a:off x="4071513" y="510366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29" name="c_full_paired_text_3486">
            <a:extLst>
              <a:ext uri="{FF2B5EF4-FFF2-40B4-BE49-F238E27FC236}">
                <a16:creationId xmlns:a16="http://schemas.microsoft.com/office/drawing/2014/main" id="{25F4B560-B065-4C18-9EE1-6A0428D6B227}"/>
              </a:ext>
            </a:extLst>
          </p:cNvPr>
          <p:cNvSpPr>
            <a:spLocks noGrp="1"/>
          </p:cNvSpPr>
          <p:nvPr/>
        </p:nvSpPr>
        <p:spPr>
          <a:xfrm rot="0">
            <a:off x="1906773" y="5356442"/>
            <a:ext cx="1479284"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LigandSeek (CA2)</a:t>
            </a:r>
          </a:p>
        </p:txBody>
      </p:sp>
      <p:sp>
        <p:nvSpPr>
          <p:cNvPr id="30" name="c_full_paired_path_3487">
            <a:extLst>
              <a:ext uri="{FF2B5EF4-FFF2-40B4-BE49-F238E27FC236}">
                <a16:creationId xmlns:a16="http://schemas.microsoft.com/office/drawing/2014/main" id="{99B49CDD-B1C6-4486-8825-BB61433BC33A}"/>
              </a:ext>
            </a:extLst>
          </p:cNvPr>
          <p:cNvSpPr>
            <a:spLocks noGrp="1"/>
          </p:cNvSpPr>
          <p:nvPr/>
        </p:nvSpPr>
        <p:spPr>
          <a:xfrm>
            <a:off x="944063" y="4989196"/>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31" name="c_full_paired_text_3488">
            <a:extLst>
              <a:ext uri="{FF2B5EF4-FFF2-40B4-BE49-F238E27FC236}">
                <a16:creationId xmlns:a16="http://schemas.microsoft.com/office/drawing/2014/main" id="{57B09EF5-CD2A-41FA-AFF7-7A93DD70E298}"/>
              </a:ext>
            </a:extLst>
          </p:cNvPr>
          <p:cNvSpPr>
            <a:spLocks noGrp="1"/>
          </p:cNvSpPr>
          <p:nvPr/>
        </p:nvSpPr>
        <p:spPr>
          <a:xfrm rot="0">
            <a:off x="438400" y="4905476"/>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32" name="c_full_paired_path_3489">
            <a:extLst>
              <a:ext uri="{FF2B5EF4-FFF2-40B4-BE49-F238E27FC236}">
                <a16:creationId xmlns:a16="http://schemas.microsoft.com/office/drawing/2014/main" id="{B098BD0B-BAF2-4208-943D-AE5259111C5C}"/>
              </a:ext>
            </a:extLst>
          </p:cNvPr>
          <p:cNvSpPr>
            <a:spLocks noGrp="1"/>
          </p:cNvSpPr>
          <p:nvPr/>
        </p:nvSpPr>
        <p:spPr>
          <a:xfrm>
            <a:off x="944063" y="3346156"/>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33" name="c_full_paired_text_3490">
            <a:extLst>
              <a:ext uri="{FF2B5EF4-FFF2-40B4-BE49-F238E27FC236}">
                <a16:creationId xmlns:a16="http://schemas.microsoft.com/office/drawing/2014/main" id="{1981E980-3180-474E-B71F-EA6FF70B13B8}"/>
              </a:ext>
            </a:extLst>
          </p:cNvPr>
          <p:cNvSpPr>
            <a:spLocks noGrp="1"/>
          </p:cNvSpPr>
          <p:nvPr/>
        </p:nvSpPr>
        <p:spPr>
          <a:xfrm rot="0">
            <a:off x="438400" y="3262436"/>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34" name="c_full_paired_path_3491">
            <a:extLst>
              <a:ext uri="{FF2B5EF4-FFF2-40B4-BE49-F238E27FC236}">
                <a16:creationId xmlns:a16="http://schemas.microsoft.com/office/drawing/2014/main" id="{518E1B2C-6E42-4EAB-80DB-8CB00E73BCBC}"/>
              </a:ext>
            </a:extLst>
          </p:cNvPr>
          <p:cNvSpPr>
            <a:spLocks noGrp="1"/>
          </p:cNvSpPr>
          <p:nvPr/>
        </p:nvSpPr>
        <p:spPr>
          <a:xfrm>
            <a:off x="944063" y="1703116"/>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35" name="c_full_paired_text_3492">
            <a:extLst>
              <a:ext uri="{FF2B5EF4-FFF2-40B4-BE49-F238E27FC236}">
                <a16:creationId xmlns:a16="http://schemas.microsoft.com/office/drawing/2014/main" id="{E2A12D53-7951-4FE7-81DA-DD24F94D7B6F}"/>
              </a:ext>
            </a:extLst>
          </p:cNvPr>
          <p:cNvSpPr>
            <a:spLocks noGrp="1"/>
          </p:cNvSpPr>
          <p:nvPr/>
        </p:nvSpPr>
        <p:spPr>
          <a:xfrm rot="0">
            <a:off x="438400" y="1619396"/>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36" name="c_full_paired_text_3493">
            <a:extLst>
              <a:ext uri="{FF2B5EF4-FFF2-40B4-BE49-F238E27FC236}">
                <a16:creationId xmlns:a16="http://schemas.microsoft.com/office/drawing/2014/main" id="{362428ED-2BC4-4E4E-A1D9-B7D2A6C43BD7}"/>
              </a:ext>
            </a:extLst>
          </p:cNvPr>
          <p:cNvSpPr>
            <a:spLocks noGrp="1"/>
          </p:cNvSpPr>
          <p:nvPr/>
        </p:nvSpPr>
        <p:spPr>
          <a:xfrm rot="-5400000">
            <a:off x="-727439" y="3215321"/>
            <a:ext cx="2013510"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LigandSeek2-Find (CA2)</a:t>
            </a:r>
          </a:p>
        </p:txBody>
      </p:sp>
      <p:sp>
        <p:nvSpPr>
          <p:cNvPr id="37" name="c_full_paired_ellipse_3494">
            <a:extLst>
              <a:ext uri="{FF2B5EF4-FFF2-40B4-BE49-F238E27FC236}">
                <a16:creationId xmlns:a16="http://schemas.microsoft.com/office/drawing/2014/main" id="{42C91889-39D5-40CE-A3B2-97F870C1E200}"/>
              </a:ext>
            </a:extLst>
          </p:cNvPr>
          <p:cNvSpPr>
            <a:spLocks noGrp="1"/>
          </p:cNvSpPr>
          <p:nvPr/>
        </p:nvSpPr>
        <p:spPr>
          <a:xfrm>
            <a:off x="4245068" y="1664544"/>
            <a:ext cx="77143" cy="77143"/>
          </a:xfrm>
          <a:prstGeom prst="ellipse">
            <a:avLst/>
          </a:prstGeom>
          <a:solidFill>
            <a:srgbClr val="365D8D">
              <a:alpha val="82000"/>
            </a:srgbClr>
          </a:solidFill>
          <a:ln w="5117">
            <a:solidFill>
              <a:srgbClr val="FFFFFF">
                <a:alpha val="82000"/>
              </a:srgbClr>
            </a:solidFill>
            <a:prstDash val="solid"/>
          </a:ln>
        </p:spPr>
      </p:sp>
      <p:sp>
        <p:nvSpPr>
          <p:cNvPr id="38" name="c_full_paired_ellipse_3495">
            <a:extLst>
              <a:ext uri="{FF2B5EF4-FFF2-40B4-BE49-F238E27FC236}">
                <a16:creationId xmlns:a16="http://schemas.microsoft.com/office/drawing/2014/main" id="{502088BD-43CD-485F-9C0E-D2D4AD69D56A}"/>
              </a:ext>
            </a:extLst>
          </p:cNvPr>
          <p:cNvSpPr>
            <a:spLocks noGrp="1"/>
          </p:cNvSpPr>
          <p:nvPr/>
        </p:nvSpPr>
        <p:spPr>
          <a:xfrm>
            <a:off x="958988" y="2536920"/>
            <a:ext cx="77143" cy="77143"/>
          </a:xfrm>
          <a:prstGeom prst="ellipse">
            <a:avLst/>
          </a:prstGeom>
          <a:solidFill>
            <a:srgbClr val="31688E">
              <a:alpha val="82000"/>
            </a:srgbClr>
          </a:solidFill>
          <a:ln w="5117">
            <a:solidFill>
              <a:srgbClr val="FFFFFF">
                <a:alpha val="82000"/>
              </a:srgbClr>
            </a:solidFill>
            <a:prstDash val="solid"/>
          </a:ln>
        </p:spPr>
      </p:sp>
      <p:sp>
        <p:nvSpPr>
          <p:cNvPr id="39" name="c_full_paired_ellipse_3496">
            <a:extLst>
              <a:ext uri="{FF2B5EF4-FFF2-40B4-BE49-F238E27FC236}">
                <a16:creationId xmlns:a16="http://schemas.microsoft.com/office/drawing/2014/main" id="{5044FB89-3873-4002-9938-E43B072531ED}"/>
              </a:ext>
            </a:extLst>
          </p:cNvPr>
          <p:cNvSpPr>
            <a:spLocks noGrp="1"/>
          </p:cNvSpPr>
          <p:nvPr/>
        </p:nvSpPr>
        <p:spPr>
          <a:xfrm>
            <a:off x="4245068" y="1664544"/>
            <a:ext cx="77143" cy="77143"/>
          </a:xfrm>
          <a:prstGeom prst="ellipse">
            <a:avLst/>
          </a:prstGeom>
          <a:solidFill>
            <a:srgbClr val="443983">
              <a:alpha val="82000"/>
            </a:srgbClr>
          </a:solidFill>
          <a:ln w="5117">
            <a:solidFill>
              <a:srgbClr val="FFFFFF">
                <a:alpha val="82000"/>
              </a:srgbClr>
            </a:solidFill>
            <a:prstDash val="solid"/>
          </a:ln>
        </p:spPr>
      </p:sp>
      <p:sp>
        <p:nvSpPr>
          <p:cNvPr id="40" name="c_full_paired_ellipse_3497">
            <a:extLst>
              <a:ext uri="{FF2B5EF4-FFF2-40B4-BE49-F238E27FC236}">
                <a16:creationId xmlns:a16="http://schemas.microsoft.com/office/drawing/2014/main" id="{9DEB7D97-F7C4-46A9-A4FA-3CFE08AE6809}"/>
              </a:ext>
            </a:extLst>
          </p:cNvPr>
          <p:cNvSpPr>
            <a:spLocks noGrp="1"/>
          </p:cNvSpPr>
          <p:nvPr/>
        </p:nvSpPr>
        <p:spPr>
          <a:xfrm>
            <a:off x="958988" y="4402944"/>
            <a:ext cx="77143" cy="77143"/>
          </a:xfrm>
          <a:prstGeom prst="ellipse">
            <a:avLst/>
          </a:prstGeom>
          <a:solidFill>
            <a:srgbClr val="404588">
              <a:alpha val="82000"/>
            </a:srgbClr>
          </a:solidFill>
          <a:ln w="5117">
            <a:solidFill>
              <a:srgbClr val="FFFFFF">
                <a:alpha val="82000"/>
              </a:srgbClr>
            </a:solidFill>
            <a:prstDash val="solid"/>
          </a:ln>
        </p:spPr>
      </p:sp>
      <p:sp>
        <p:nvSpPr>
          <p:cNvPr id="41" name="c_full_paired_ellipse_3498">
            <a:extLst>
              <a:ext uri="{FF2B5EF4-FFF2-40B4-BE49-F238E27FC236}">
                <a16:creationId xmlns:a16="http://schemas.microsoft.com/office/drawing/2014/main" id="{43254C88-3F77-4EF1-8E19-00D0F860E937}"/>
              </a:ext>
            </a:extLst>
          </p:cNvPr>
          <p:cNvSpPr>
            <a:spLocks noGrp="1"/>
          </p:cNvSpPr>
          <p:nvPr/>
        </p:nvSpPr>
        <p:spPr>
          <a:xfrm>
            <a:off x="2861456" y="3078292"/>
            <a:ext cx="77143" cy="77143"/>
          </a:xfrm>
          <a:prstGeom prst="ellipse">
            <a:avLst/>
          </a:prstGeom>
          <a:solidFill>
            <a:srgbClr val="33638D">
              <a:alpha val="82000"/>
            </a:srgbClr>
          </a:solidFill>
          <a:ln w="5117">
            <a:solidFill>
              <a:srgbClr val="FFFFFF">
                <a:alpha val="82000"/>
              </a:srgbClr>
            </a:solidFill>
            <a:prstDash val="solid"/>
          </a:ln>
        </p:spPr>
      </p:sp>
      <p:sp>
        <p:nvSpPr>
          <p:cNvPr id="42" name="c_full_paired_ellipse_3499">
            <a:extLst>
              <a:ext uri="{FF2B5EF4-FFF2-40B4-BE49-F238E27FC236}">
                <a16:creationId xmlns:a16="http://schemas.microsoft.com/office/drawing/2014/main" id="{463AEEF5-A1BA-41AA-9933-4CC379C66212}"/>
              </a:ext>
            </a:extLst>
          </p:cNvPr>
          <p:cNvSpPr>
            <a:spLocks noGrp="1"/>
          </p:cNvSpPr>
          <p:nvPr/>
        </p:nvSpPr>
        <p:spPr>
          <a:xfrm>
            <a:off x="958988" y="1664544"/>
            <a:ext cx="77143" cy="77143"/>
          </a:xfrm>
          <a:prstGeom prst="ellipse">
            <a:avLst/>
          </a:prstGeom>
          <a:solidFill>
            <a:srgbClr val="482677">
              <a:alpha val="82000"/>
            </a:srgbClr>
          </a:solidFill>
          <a:ln w="5117">
            <a:solidFill>
              <a:srgbClr val="FFFFFF">
                <a:alpha val="82000"/>
              </a:srgbClr>
            </a:solidFill>
            <a:prstDash val="solid"/>
          </a:ln>
        </p:spPr>
      </p:sp>
      <p:sp>
        <p:nvSpPr>
          <p:cNvPr id="43" name="c_full_paired_ellipse_3500">
            <a:extLst>
              <a:ext uri="{FF2B5EF4-FFF2-40B4-BE49-F238E27FC236}">
                <a16:creationId xmlns:a16="http://schemas.microsoft.com/office/drawing/2014/main" id="{37BC120E-E811-46F5-8BE1-5AB180E715FC}"/>
              </a:ext>
            </a:extLst>
          </p:cNvPr>
          <p:cNvSpPr>
            <a:spLocks noGrp="1"/>
          </p:cNvSpPr>
          <p:nvPr/>
        </p:nvSpPr>
        <p:spPr>
          <a:xfrm>
            <a:off x="4245068" y="1664544"/>
            <a:ext cx="77143" cy="77143"/>
          </a:xfrm>
          <a:prstGeom prst="ellipse">
            <a:avLst/>
          </a:prstGeom>
          <a:solidFill>
            <a:srgbClr val="39568C">
              <a:alpha val="82000"/>
            </a:srgbClr>
          </a:solidFill>
          <a:ln w="5117">
            <a:solidFill>
              <a:srgbClr val="FFFFFF">
                <a:alpha val="82000"/>
              </a:srgbClr>
            </a:solidFill>
            <a:prstDash val="solid"/>
          </a:ln>
        </p:spPr>
      </p:sp>
      <p:sp>
        <p:nvSpPr>
          <p:cNvPr id="44" name="c_full_paired_ellipse_3501">
            <a:extLst>
              <a:ext uri="{FF2B5EF4-FFF2-40B4-BE49-F238E27FC236}">
                <a16:creationId xmlns:a16="http://schemas.microsoft.com/office/drawing/2014/main" id="{A2EBECD3-7CDA-4C36-A3F5-5BEF02FCE0A3}"/>
              </a:ext>
            </a:extLst>
          </p:cNvPr>
          <p:cNvSpPr>
            <a:spLocks noGrp="1"/>
          </p:cNvSpPr>
          <p:nvPr/>
        </p:nvSpPr>
        <p:spPr>
          <a:xfrm>
            <a:off x="4245068" y="1664544"/>
            <a:ext cx="77143" cy="77143"/>
          </a:xfrm>
          <a:prstGeom prst="ellipse">
            <a:avLst/>
          </a:prstGeom>
          <a:solidFill>
            <a:srgbClr val="33628D">
              <a:alpha val="82000"/>
            </a:srgbClr>
          </a:solidFill>
          <a:ln w="5117">
            <a:solidFill>
              <a:srgbClr val="FFFFFF">
                <a:alpha val="82000"/>
              </a:srgbClr>
            </a:solidFill>
            <a:prstDash val="solid"/>
          </a:ln>
        </p:spPr>
      </p:sp>
      <p:sp>
        <p:nvSpPr>
          <p:cNvPr id="45" name="c_full_paired_ellipse_3502">
            <a:extLst>
              <a:ext uri="{FF2B5EF4-FFF2-40B4-BE49-F238E27FC236}">
                <a16:creationId xmlns:a16="http://schemas.microsoft.com/office/drawing/2014/main" id="{F5357997-DA4C-4E8C-BCDD-763F69776337}"/>
              </a:ext>
            </a:extLst>
          </p:cNvPr>
          <p:cNvSpPr>
            <a:spLocks noGrp="1"/>
          </p:cNvSpPr>
          <p:nvPr/>
        </p:nvSpPr>
        <p:spPr>
          <a:xfrm>
            <a:off x="1736694" y="4074336"/>
            <a:ext cx="77143" cy="77143"/>
          </a:xfrm>
          <a:prstGeom prst="ellipse">
            <a:avLst/>
          </a:prstGeom>
          <a:solidFill>
            <a:srgbClr val="46327E">
              <a:alpha val="82000"/>
            </a:srgbClr>
          </a:solidFill>
          <a:ln w="5117">
            <a:solidFill>
              <a:srgbClr val="FFFFFF">
                <a:alpha val="82000"/>
              </a:srgbClr>
            </a:solidFill>
            <a:prstDash val="solid"/>
          </a:ln>
        </p:spPr>
      </p:sp>
      <p:sp>
        <p:nvSpPr>
          <p:cNvPr id="46" name="c_full_paired_ellipse_3503">
            <a:extLst>
              <a:ext uri="{FF2B5EF4-FFF2-40B4-BE49-F238E27FC236}">
                <a16:creationId xmlns:a16="http://schemas.microsoft.com/office/drawing/2014/main" id="{B0BA5DC4-7FC2-4E3A-9F45-0C201284F5D8}"/>
              </a:ext>
            </a:extLst>
          </p:cNvPr>
          <p:cNvSpPr>
            <a:spLocks noGrp="1"/>
          </p:cNvSpPr>
          <p:nvPr/>
        </p:nvSpPr>
        <p:spPr>
          <a:xfrm>
            <a:off x="4245068" y="1664544"/>
            <a:ext cx="77143" cy="77143"/>
          </a:xfrm>
          <a:prstGeom prst="ellipse">
            <a:avLst/>
          </a:prstGeom>
          <a:solidFill>
            <a:srgbClr val="355F8D">
              <a:alpha val="82000"/>
            </a:srgbClr>
          </a:solidFill>
          <a:ln w="5117">
            <a:solidFill>
              <a:srgbClr val="FFFFFF">
                <a:alpha val="82000"/>
              </a:srgbClr>
            </a:solidFill>
            <a:prstDash val="solid"/>
          </a:ln>
        </p:spPr>
      </p:sp>
      <p:sp>
        <p:nvSpPr>
          <p:cNvPr id="47" name="c_full_paired_ellipse_3504">
            <a:extLst>
              <a:ext uri="{FF2B5EF4-FFF2-40B4-BE49-F238E27FC236}">
                <a16:creationId xmlns:a16="http://schemas.microsoft.com/office/drawing/2014/main" id="{85449241-2A00-463D-8C7F-35DD73C68651}"/>
              </a:ext>
            </a:extLst>
          </p:cNvPr>
          <p:cNvSpPr>
            <a:spLocks noGrp="1"/>
          </p:cNvSpPr>
          <p:nvPr/>
        </p:nvSpPr>
        <p:spPr>
          <a:xfrm>
            <a:off x="3325383" y="3367121"/>
            <a:ext cx="77143" cy="77143"/>
          </a:xfrm>
          <a:prstGeom prst="ellipse">
            <a:avLst/>
          </a:prstGeom>
          <a:solidFill>
            <a:srgbClr val="65CB5E">
              <a:alpha val="82000"/>
            </a:srgbClr>
          </a:solidFill>
          <a:ln w="5117">
            <a:solidFill>
              <a:srgbClr val="FFFFFF">
                <a:alpha val="82000"/>
              </a:srgbClr>
            </a:solidFill>
            <a:prstDash val="solid"/>
          </a:ln>
        </p:spPr>
      </p:sp>
      <p:sp>
        <p:nvSpPr>
          <p:cNvPr id="48" name="c_full_paired_ellipse_3505">
            <a:extLst>
              <a:ext uri="{FF2B5EF4-FFF2-40B4-BE49-F238E27FC236}">
                <a16:creationId xmlns:a16="http://schemas.microsoft.com/office/drawing/2014/main" id="{923D7A7A-F380-4394-A65E-2387EC9C85DB}"/>
              </a:ext>
            </a:extLst>
          </p:cNvPr>
          <p:cNvSpPr>
            <a:spLocks noGrp="1"/>
          </p:cNvSpPr>
          <p:nvPr/>
        </p:nvSpPr>
        <p:spPr>
          <a:xfrm>
            <a:off x="3646532" y="2964197"/>
            <a:ext cx="77143" cy="77143"/>
          </a:xfrm>
          <a:prstGeom prst="ellipse">
            <a:avLst/>
          </a:prstGeom>
          <a:solidFill>
            <a:srgbClr val="3C508B">
              <a:alpha val="82000"/>
            </a:srgbClr>
          </a:solidFill>
          <a:ln w="5117">
            <a:solidFill>
              <a:srgbClr val="FFFFFF">
                <a:alpha val="82000"/>
              </a:srgbClr>
            </a:solidFill>
            <a:prstDash val="solid"/>
          </a:ln>
        </p:spPr>
      </p:sp>
      <p:sp>
        <p:nvSpPr>
          <p:cNvPr id="49" name="c_full_paired_ellipse_3506">
            <a:extLst>
              <a:ext uri="{FF2B5EF4-FFF2-40B4-BE49-F238E27FC236}">
                <a16:creationId xmlns:a16="http://schemas.microsoft.com/office/drawing/2014/main" id="{B9F9DEAE-BF3B-4CDB-9778-B4E0E13A67BD}"/>
              </a:ext>
            </a:extLst>
          </p:cNvPr>
          <p:cNvSpPr>
            <a:spLocks noGrp="1"/>
          </p:cNvSpPr>
          <p:nvPr/>
        </p:nvSpPr>
        <p:spPr>
          <a:xfrm>
            <a:off x="3213865" y="3446993"/>
            <a:ext cx="77143" cy="77143"/>
          </a:xfrm>
          <a:prstGeom prst="ellipse">
            <a:avLst/>
          </a:prstGeom>
          <a:solidFill>
            <a:srgbClr val="31688E">
              <a:alpha val="82000"/>
            </a:srgbClr>
          </a:solidFill>
          <a:ln w="5117">
            <a:solidFill>
              <a:srgbClr val="FFFFFF">
                <a:alpha val="82000"/>
              </a:srgbClr>
            </a:solidFill>
            <a:prstDash val="solid"/>
          </a:ln>
        </p:spPr>
      </p:sp>
      <p:sp>
        <p:nvSpPr>
          <p:cNvPr id="50" name="c_full_paired_ellipse_3507">
            <a:extLst>
              <a:ext uri="{FF2B5EF4-FFF2-40B4-BE49-F238E27FC236}">
                <a16:creationId xmlns:a16="http://schemas.microsoft.com/office/drawing/2014/main" id="{288DD616-8CE5-465C-8B63-C0015D251103}"/>
              </a:ext>
            </a:extLst>
          </p:cNvPr>
          <p:cNvSpPr>
            <a:spLocks noGrp="1"/>
          </p:cNvSpPr>
          <p:nvPr/>
        </p:nvSpPr>
        <p:spPr>
          <a:xfrm>
            <a:off x="2602028" y="2896824"/>
            <a:ext cx="77143" cy="77143"/>
          </a:xfrm>
          <a:prstGeom prst="ellipse">
            <a:avLst/>
          </a:prstGeom>
          <a:solidFill>
            <a:srgbClr val="30698E">
              <a:alpha val="82000"/>
            </a:srgbClr>
          </a:solidFill>
          <a:ln w="5117">
            <a:solidFill>
              <a:srgbClr val="FFFFFF">
                <a:alpha val="82000"/>
              </a:srgbClr>
            </a:solidFill>
            <a:prstDash val="solid"/>
          </a:ln>
        </p:spPr>
      </p:sp>
      <p:sp>
        <p:nvSpPr>
          <p:cNvPr id="51" name="c_full_paired_ellipse_3508">
            <a:extLst>
              <a:ext uri="{FF2B5EF4-FFF2-40B4-BE49-F238E27FC236}">
                <a16:creationId xmlns:a16="http://schemas.microsoft.com/office/drawing/2014/main" id="{FBD1FD58-FC1A-4D52-BD71-AFD9C42D0E5A}"/>
              </a:ext>
            </a:extLst>
          </p:cNvPr>
          <p:cNvSpPr>
            <a:spLocks noGrp="1"/>
          </p:cNvSpPr>
          <p:nvPr/>
        </p:nvSpPr>
        <p:spPr>
          <a:xfrm>
            <a:off x="2054348" y="3855264"/>
            <a:ext cx="77143" cy="77143"/>
          </a:xfrm>
          <a:prstGeom prst="ellipse">
            <a:avLst/>
          </a:prstGeom>
          <a:solidFill>
            <a:srgbClr val="3A548C">
              <a:alpha val="82000"/>
            </a:srgbClr>
          </a:solidFill>
          <a:ln w="5117">
            <a:solidFill>
              <a:srgbClr val="FFFFFF">
                <a:alpha val="82000"/>
              </a:srgbClr>
            </a:solidFill>
            <a:prstDash val="solid"/>
          </a:ln>
        </p:spPr>
      </p:sp>
      <p:sp>
        <p:nvSpPr>
          <p:cNvPr id="52" name="c_full_paired_ellipse_3509">
            <a:extLst>
              <a:ext uri="{FF2B5EF4-FFF2-40B4-BE49-F238E27FC236}">
                <a16:creationId xmlns:a16="http://schemas.microsoft.com/office/drawing/2014/main" id="{A085CEB4-E3E9-4017-BFF8-B93BB1862E6B}"/>
              </a:ext>
            </a:extLst>
          </p:cNvPr>
          <p:cNvSpPr>
            <a:spLocks noGrp="1"/>
          </p:cNvSpPr>
          <p:nvPr/>
        </p:nvSpPr>
        <p:spPr>
          <a:xfrm>
            <a:off x="2602028" y="3307584"/>
            <a:ext cx="77143" cy="77143"/>
          </a:xfrm>
          <a:prstGeom prst="ellipse">
            <a:avLst/>
          </a:prstGeom>
          <a:solidFill>
            <a:srgbClr val="39568C">
              <a:alpha val="82000"/>
            </a:srgbClr>
          </a:solidFill>
          <a:ln w="5117">
            <a:solidFill>
              <a:srgbClr val="FFFFFF">
                <a:alpha val="82000"/>
              </a:srgbClr>
            </a:solidFill>
            <a:prstDash val="solid"/>
          </a:ln>
        </p:spPr>
      </p:sp>
      <p:sp>
        <p:nvSpPr>
          <p:cNvPr id="53" name="c_full_paired_ellipse_3510">
            <a:extLst>
              <a:ext uri="{FF2B5EF4-FFF2-40B4-BE49-F238E27FC236}">
                <a16:creationId xmlns:a16="http://schemas.microsoft.com/office/drawing/2014/main" id="{9C9139F2-4CF1-4AE2-B62A-F32336B34865}"/>
              </a:ext>
            </a:extLst>
          </p:cNvPr>
          <p:cNvSpPr>
            <a:spLocks noGrp="1"/>
          </p:cNvSpPr>
          <p:nvPr/>
        </p:nvSpPr>
        <p:spPr>
          <a:xfrm>
            <a:off x="958988" y="3307584"/>
            <a:ext cx="77143" cy="77143"/>
          </a:xfrm>
          <a:prstGeom prst="ellipse">
            <a:avLst/>
          </a:prstGeom>
          <a:solidFill>
            <a:srgbClr val="375B8D">
              <a:alpha val="82000"/>
            </a:srgbClr>
          </a:solidFill>
          <a:ln w="5117">
            <a:solidFill>
              <a:srgbClr val="FFFFFF">
                <a:alpha val="82000"/>
              </a:srgbClr>
            </a:solidFill>
            <a:prstDash val="solid"/>
          </a:ln>
        </p:spPr>
      </p:sp>
      <p:sp>
        <p:nvSpPr>
          <p:cNvPr id="54" name="c_full_paired_ellipse_3511">
            <a:extLst>
              <a:ext uri="{FF2B5EF4-FFF2-40B4-BE49-F238E27FC236}">
                <a16:creationId xmlns:a16="http://schemas.microsoft.com/office/drawing/2014/main" id="{DEA1E0B4-07BE-43F7-AF3B-28BCDF62C3EE}"/>
              </a:ext>
            </a:extLst>
          </p:cNvPr>
          <p:cNvSpPr>
            <a:spLocks noGrp="1"/>
          </p:cNvSpPr>
          <p:nvPr/>
        </p:nvSpPr>
        <p:spPr>
          <a:xfrm>
            <a:off x="3423548" y="1664544"/>
            <a:ext cx="77143" cy="77143"/>
          </a:xfrm>
          <a:prstGeom prst="ellipse">
            <a:avLst/>
          </a:prstGeom>
          <a:solidFill>
            <a:srgbClr val="2B748E">
              <a:alpha val="82000"/>
            </a:srgbClr>
          </a:solidFill>
          <a:ln w="5117">
            <a:solidFill>
              <a:srgbClr val="FFFFFF">
                <a:alpha val="82000"/>
              </a:srgbClr>
            </a:solidFill>
            <a:prstDash val="solid"/>
          </a:ln>
        </p:spPr>
      </p:sp>
      <p:sp>
        <p:nvSpPr>
          <p:cNvPr id="55" name="c_full_paired_ellipse_3512">
            <a:extLst>
              <a:ext uri="{FF2B5EF4-FFF2-40B4-BE49-F238E27FC236}">
                <a16:creationId xmlns:a16="http://schemas.microsoft.com/office/drawing/2014/main" id="{FD610DB1-DC2E-4EB4-8168-7748B5C0EF1B}"/>
              </a:ext>
            </a:extLst>
          </p:cNvPr>
          <p:cNvSpPr>
            <a:spLocks noGrp="1"/>
          </p:cNvSpPr>
          <p:nvPr/>
        </p:nvSpPr>
        <p:spPr>
          <a:xfrm>
            <a:off x="4071544" y="1801238"/>
            <a:ext cx="77143" cy="77143"/>
          </a:xfrm>
          <a:prstGeom prst="ellipse">
            <a:avLst/>
          </a:prstGeom>
          <a:solidFill>
            <a:srgbClr val="481A6C">
              <a:alpha val="82000"/>
            </a:srgbClr>
          </a:solidFill>
          <a:ln w="5117">
            <a:solidFill>
              <a:srgbClr val="FFFFFF">
                <a:alpha val="82000"/>
              </a:srgbClr>
            </a:solidFill>
            <a:prstDash val="solid"/>
          </a:ln>
        </p:spPr>
      </p:sp>
      <p:sp>
        <p:nvSpPr>
          <p:cNvPr id="56" name="c_full_paired_ellipse_3513">
            <a:extLst>
              <a:ext uri="{FF2B5EF4-FFF2-40B4-BE49-F238E27FC236}">
                <a16:creationId xmlns:a16="http://schemas.microsoft.com/office/drawing/2014/main" id="{E9917CA5-360C-415E-90AE-054F1986C337}"/>
              </a:ext>
            </a:extLst>
          </p:cNvPr>
          <p:cNvSpPr>
            <a:spLocks noGrp="1"/>
          </p:cNvSpPr>
          <p:nvPr/>
        </p:nvSpPr>
        <p:spPr>
          <a:xfrm>
            <a:off x="2362418" y="2486064"/>
            <a:ext cx="77143" cy="77143"/>
          </a:xfrm>
          <a:prstGeom prst="ellipse">
            <a:avLst/>
          </a:prstGeom>
          <a:solidFill>
            <a:srgbClr val="472E7C">
              <a:alpha val="82000"/>
            </a:srgbClr>
          </a:solidFill>
          <a:ln w="5117">
            <a:solidFill>
              <a:srgbClr val="FFFFFF">
                <a:alpha val="82000"/>
              </a:srgbClr>
            </a:solidFill>
            <a:prstDash val="solid"/>
          </a:ln>
        </p:spPr>
      </p:sp>
      <p:sp>
        <p:nvSpPr>
          <p:cNvPr id="57" name="c_full_paired_ellipse_3514">
            <a:extLst>
              <a:ext uri="{FF2B5EF4-FFF2-40B4-BE49-F238E27FC236}">
                <a16:creationId xmlns:a16="http://schemas.microsoft.com/office/drawing/2014/main" id="{B071D37D-9D9B-426A-80E3-7DD28AE57979}"/>
              </a:ext>
            </a:extLst>
          </p:cNvPr>
          <p:cNvSpPr>
            <a:spLocks noGrp="1"/>
          </p:cNvSpPr>
          <p:nvPr/>
        </p:nvSpPr>
        <p:spPr>
          <a:xfrm>
            <a:off x="2008708" y="3443582"/>
            <a:ext cx="77143" cy="77143"/>
          </a:xfrm>
          <a:prstGeom prst="ellipse">
            <a:avLst/>
          </a:prstGeom>
          <a:solidFill>
            <a:srgbClr val="46075A">
              <a:alpha val="82000"/>
            </a:srgbClr>
          </a:solidFill>
          <a:ln w="5117">
            <a:solidFill>
              <a:srgbClr val="FFFFFF">
                <a:alpha val="82000"/>
              </a:srgbClr>
            </a:solidFill>
            <a:prstDash val="solid"/>
          </a:ln>
        </p:spPr>
      </p:sp>
      <p:sp>
        <p:nvSpPr>
          <p:cNvPr id="58" name="c_full_paired_ellipse_3515">
            <a:extLst>
              <a:ext uri="{FF2B5EF4-FFF2-40B4-BE49-F238E27FC236}">
                <a16:creationId xmlns:a16="http://schemas.microsoft.com/office/drawing/2014/main" id="{404639D8-19A4-4C2A-AF25-2E7B84FA2946}"/>
              </a:ext>
            </a:extLst>
          </p:cNvPr>
          <p:cNvSpPr>
            <a:spLocks noGrp="1"/>
          </p:cNvSpPr>
          <p:nvPr/>
        </p:nvSpPr>
        <p:spPr>
          <a:xfrm>
            <a:off x="4245068" y="4402944"/>
            <a:ext cx="77143" cy="77143"/>
          </a:xfrm>
          <a:prstGeom prst="ellipse">
            <a:avLst/>
          </a:prstGeom>
          <a:solidFill>
            <a:srgbClr val="470D60">
              <a:alpha val="82000"/>
            </a:srgbClr>
          </a:solidFill>
          <a:ln w="5117">
            <a:solidFill>
              <a:srgbClr val="FFFFFF">
                <a:alpha val="82000"/>
              </a:srgbClr>
            </a:solidFill>
            <a:prstDash val="solid"/>
          </a:ln>
        </p:spPr>
      </p:sp>
      <p:sp>
        <p:nvSpPr>
          <p:cNvPr id="59" name="c_full_paired_ellipse_3516">
            <a:extLst>
              <a:ext uri="{FF2B5EF4-FFF2-40B4-BE49-F238E27FC236}">
                <a16:creationId xmlns:a16="http://schemas.microsoft.com/office/drawing/2014/main" id="{08E996B1-26A3-4C6E-BFC9-46062ADFA848}"/>
              </a:ext>
            </a:extLst>
          </p:cNvPr>
          <p:cNvSpPr>
            <a:spLocks noGrp="1"/>
          </p:cNvSpPr>
          <p:nvPr/>
        </p:nvSpPr>
        <p:spPr>
          <a:xfrm>
            <a:off x="975018" y="2321760"/>
            <a:ext cx="77143" cy="77143"/>
          </a:xfrm>
          <a:prstGeom prst="ellipse">
            <a:avLst/>
          </a:prstGeom>
          <a:solidFill>
            <a:srgbClr val="482979">
              <a:alpha val="82000"/>
            </a:srgbClr>
          </a:solidFill>
          <a:ln w="5117">
            <a:solidFill>
              <a:srgbClr val="FFFFFF">
                <a:alpha val="82000"/>
              </a:srgbClr>
            </a:solidFill>
            <a:prstDash val="solid"/>
          </a:ln>
        </p:spPr>
      </p:sp>
      <p:sp>
        <p:nvSpPr>
          <p:cNvPr id="60" name="c_full_paired_ellipse_3517">
            <a:extLst>
              <a:ext uri="{FF2B5EF4-FFF2-40B4-BE49-F238E27FC236}">
                <a16:creationId xmlns:a16="http://schemas.microsoft.com/office/drawing/2014/main" id="{F3A54D03-0B82-4DEC-A7E2-E51B85B55628}"/>
              </a:ext>
            </a:extLst>
          </p:cNvPr>
          <p:cNvSpPr>
            <a:spLocks noGrp="1"/>
          </p:cNvSpPr>
          <p:nvPr/>
        </p:nvSpPr>
        <p:spPr>
          <a:xfrm>
            <a:off x="3012788" y="2896824"/>
            <a:ext cx="77143" cy="77143"/>
          </a:xfrm>
          <a:prstGeom prst="ellipse">
            <a:avLst/>
          </a:prstGeom>
          <a:solidFill>
            <a:srgbClr val="2D708E">
              <a:alpha val="82000"/>
            </a:srgbClr>
          </a:solidFill>
          <a:ln w="5117">
            <a:solidFill>
              <a:srgbClr val="FFFFFF">
                <a:alpha val="82000"/>
              </a:srgbClr>
            </a:solidFill>
            <a:prstDash val="solid"/>
          </a:ln>
        </p:spPr>
      </p:sp>
      <p:sp>
        <p:nvSpPr>
          <p:cNvPr id="61" name="c_full_paired_ellipse_3518">
            <a:extLst>
              <a:ext uri="{FF2B5EF4-FFF2-40B4-BE49-F238E27FC236}">
                <a16:creationId xmlns:a16="http://schemas.microsoft.com/office/drawing/2014/main" id="{19B426B1-442D-4579-A583-18E2E0F34698}"/>
              </a:ext>
            </a:extLst>
          </p:cNvPr>
          <p:cNvSpPr>
            <a:spLocks noGrp="1"/>
          </p:cNvSpPr>
          <p:nvPr/>
        </p:nvSpPr>
        <p:spPr>
          <a:xfrm>
            <a:off x="958988" y="4129104"/>
            <a:ext cx="77143" cy="77143"/>
          </a:xfrm>
          <a:prstGeom prst="ellipse">
            <a:avLst/>
          </a:prstGeom>
          <a:solidFill>
            <a:srgbClr val="443B84">
              <a:alpha val="82000"/>
            </a:srgbClr>
          </a:solidFill>
          <a:ln w="5117">
            <a:solidFill>
              <a:srgbClr val="FFFFFF">
                <a:alpha val="82000"/>
              </a:srgbClr>
            </a:solidFill>
            <a:prstDash val="solid"/>
          </a:ln>
        </p:spPr>
      </p:sp>
      <p:sp>
        <p:nvSpPr>
          <p:cNvPr id="62" name="c_full_paired_ellipse_3519">
            <a:extLst>
              <a:ext uri="{FF2B5EF4-FFF2-40B4-BE49-F238E27FC236}">
                <a16:creationId xmlns:a16="http://schemas.microsoft.com/office/drawing/2014/main" id="{39598E54-1B22-470F-8617-9C02FEB8B1B2}"/>
              </a:ext>
            </a:extLst>
          </p:cNvPr>
          <p:cNvSpPr>
            <a:spLocks noGrp="1"/>
          </p:cNvSpPr>
          <p:nvPr/>
        </p:nvSpPr>
        <p:spPr>
          <a:xfrm>
            <a:off x="2602028" y="4950624"/>
            <a:ext cx="77143" cy="77143"/>
          </a:xfrm>
          <a:prstGeom prst="ellipse">
            <a:avLst/>
          </a:prstGeom>
          <a:solidFill>
            <a:srgbClr val="1F988B">
              <a:alpha val="82000"/>
            </a:srgbClr>
          </a:solidFill>
          <a:ln w="5117">
            <a:solidFill>
              <a:srgbClr val="FFFFFF">
                <a:alpha val="82000"/>
              </a:srgbClr>
            </a:solidFill>
            <a:prstDash val="solid"/>
          </a:ln>
        </p:spPr>
      </p:sp>
      <p:sp>
        <p:nvSpPr>
          <p:cNvPr id="63" name="c_full_paired_ellipse_3520">
            <a:extLst>
              <a:ext uri="{FF2B5EF4-FFF2-40B4-BE49-F238E27FC236}">
                <a16:creationId xmlns:a16="http://schemas.microsoft.com/office/drawing/2014/main" id="{C732A1B0-6C8B-4305-AE0D-E9BBA07A805B}"/>
              </a:ext>
            </a:extLst>
          </p:cNvPr>
          <p:cNvSpPr>
            <a:spLocks noGrp="1"/>
          </p:cNvSpPr>
          <p:nvPr/>
        </p:nvSpPr>
        <p:spPr>
          <a:xfrm>
            <a:off x="2602028" y="3526656"/>
            <a:ext cx="77143" cy="77143"/>
          </a:xfrm>
          <a:prstGeom prst="ellipse">
            <a:avLst/>
          </a:prstGeom>
          <a:solidFill>
            <a:srgbClr val="3D4D8A">
              <a:alpha val="82000"/>
            </a:srgbClr>
          </a:solidFill>
          <a:ln w="5117">
            <a:solidFill>
              <a:srgbClr val="FFFFFF">
                <a:alpha val="82000"/>
              </a:srgbClr>
            </a:solidFill>
            <a:prstDash val="solid"/>
          </a:ln>
        </p:spPr>
      </p:sp>
      <p:sp>
        <p:nvSpPr>
          <p:cNvPr id="64" name="c_full_paired_ellipse_3521">
            <a:extLst>
              <a:ext uri="{FF2B5EF4-FFF2-40B4-BE49-F238E27FC236}">
                <a16:creationId xmlns:a16="http://schemas.microsoft.com/office/drawing/2014/main" id="{0E6CD907-1FE4-4100-8022-406B8409EA43}"/>
              </a:ext>
            </a:extLst>
          </p:cNvPr>
          <p:cNvSpPr>
            <a:spLocks noGrp="1"/>
          </p:cNvSpPr>
          <p:nvPr/>
        </p:nvSpPr>
        <p:spPr>
          <a:xfrm>
            <a:off x="1464539" y="4260494"/>
            <a:ext cx="77143" cy="77143"/>
          </a:xfrm>
          <a:prstGeom prst="ellipse">
            <a:avLst/>
          </a:prstGeom>
          <a:solidFill>
            <a:srgbClr val="277F8E">
              <a:alpha val="82000"/>
            </a:srgbClr>
          </a:solidFill>
          <a:ln w="5117">
            <a:solidFill>
              <a:srgbClr val="FFFFFF">
                <a:alpha val="82000"/>
              </a:srgbClr>
            </a:solidFill>
            <a:prstDash val="solid"/>
          </a:ln>
        </p:spPr>
      </p:sp>
      <p:sp>
        <p:nvSpPr>
          <p:cNvPr id="65" name="c_full_paired_ellipse_3522">
            <a:extLst>
              <a:ext uri="{FF2B5EF4-FFF2-40B4-BE49-F238E27FC236}">
                <a16:creationId xmlns:a16="http://schemas.microsoft.com/office/drawing/2014/main" id="{AD65212E-387D-46BE-9881-C85D495C8F55}"/>
              </a:ext>
            </a:extLst>
          </p:cNvPr>
          <p:cNvSpPr>
            <a:spLocks noGrp="1"/>
          </p:cNvSpPr>
          <p:nvPr/>
        </p:nvSpPr>
        <p:spPr>
          <a:xfrm>
            <a:off x="1897868" y="4011744"/>
            <a:ext cx="77143" cy="77143"/>
          </a:xfrm>
          <a:prstGeom prst="ellipse">
            <a:avLst/>
          </a:prstGeom>
          <a:solidFill>
            <a:srgbClr val="1F9E89">
              <a:alpha val="82000"/>
            </a:srgbClr>
          </a:solidFill>
          <a:ln w="5117">
            <a:solidFill>
              <a:srgbClr val="FFFFFF">
                <a:alpha val="82000"/>
              </a:srgbClr>
            </a:solidFill>
            <a:prstDash val="solid"/>
          </a:ln>
        </p:spPr>
      </p:sp>
      <p:sp>
        <p:nvSpPr>
          <p:cNvPr id="66" name="c_full_paired_ellipse_3523">
            <a:extLst>
              <a:ext uri="{FF2B5EF4-FFF2-40B4-BE49-F238E27FC236}">
                <a16:creationId xmlns:a16="http://schemas.microsoft.com/office/drawing/2014/main" id="{1E945FEB-6E63-42E5-A85E-8562FB752755}"/>
              </a:ext>
            </a:extLst>
          </p:cNvPr>
          <p:cNvSpPr>
            <a:spLocks noGrp="1"/>
          </p:cNvSpPr>
          <p:nvPr/>
        </p:nvSpPr>
        <p:spPr>
          <a:xfrm>
            <a:off x="4245068" y="1664544"/>
            <a:ext cx="77143" cy="77143"/>
          </a:xfrm>
          <a:prstGeom prst="ellipse">
            <a:avLst/>
          </a:prstGeom>
          <a:solidFill>
            <a:srgbClr val="1FA188">
              <a:alpha val="82000"/>
            </a:srgbClr>
          </a:solidFill>
          <a:ln w="5117">
            <a:solidFill>
              <a:srgbClr val="FFFFFF">
                <a:alpha val="82000"/>
              </a:srgbClr>
            </a:solidFill>
            <a:prstDash val="solid"/>
          </a:ln>
        </p:spPr>
      </p:sp>
      <p:sp>
        <p:nvSpPr>
          <p:cNvPr id="67" name="c_full_paired_ellipse_3524">
            <a:extLst>
              <a:ext uri="{FF2B5EF4-FFF2-40B4-BE49-F238E27FC236}">
                <a16:creationId xmlns:a16="http://schemas.microsoft.com/office/drawing/2014/main" id="{82DFE53F-5072-4642-A0FF-07C162CDBA6E}"/>
              </a:ext>
            </a:extLst>
          </p:cNvPr>
          <p:cNvSpPr>
            <a:spLocks noGrp="1"/>
          </p:cNvSpPr>
          <p:nvPr/>
        </p:nvSpPr>
        <p:spPr>
          <a:xfrm>
            <a:off x="958988" y="4950624"/>
            <a:ext cx="77143" cy="77143"/>
          </a:xfrm>
          <a:prstGeom prst="ellipse">
            <a:avLst/>
          </a:prstGeom>
          <a:solidFill>
            <a:srgbClr val="481A6C">
              <a:alpha val="82000"/>
            </a:srgbClr>
          </a:solidFill>
          <a:ln w="5117">
            <a:solidFill>
              <a:srgbClr val="FFFFFF">
                <a:alpha val="82000"/>
              </a:srgbClr>
            </a:solidFill>
            <a:prstDash val="solid"/>
          </a:ln>
        </p:spPr>
      </p:sp>
      <p:sp>
        <p:nvSpPr>
          <p:cNvPr id="68" name="c_full_paired_ellipse_3525">
            <a:extLst>
              <a:ext uri="{FF2B5EF4-FFF2-40B4-BE49-F238E27FC236}">
                <a16:creationId xmlns:a16="http://schemas.microsoft.com/office/drawing/2014/main" id="{6F0AB36B-793D-4976-BF0A-C930C90203CF}"/>
              </a:ext>
            </a:extLst>
          </p:cNvPr>
          <p:cNvSpPr>
            <a:spLocks noGrp="1"/>
          </p:cNvSpPr>
          <p:nvPr/>
        </p:nvSpPr>
        <p:spPr>
          <a:xfrm>
            <a:off x="1710557" y="4130767"/>
            <a:ext cx="77143" cy="77143"/>
          </a:xfrm>
          <a:prstGeom prst="ellipse">
            <a:avLst/>
          </a:prstGeom>
          <a:solidFill>
            <a:srgbClr val="2D718E">
              <a:alpha val="82000"/>
            </a:srgbClr>
          </a:solidFill>
          <a:ln w="5117">
            <a:solidFill>
              <a:srgbClr val="FFFFFF">
                <a:alpha val="82000"/>
              </a:srgbClr>
            </a:solidFill>
            <a:prstDash val="solid"/>
          </a:ln>
        </p:spPr>
      </p:sp>
      <p:sp>
        <p:nvSpPr>
          <p:cNvPr id="69" name="c_full_paired_ellipse_3526">
            <a:extLst>
              <a:ext uri="{FF2B5EF4-FFF2-40B4-BE49-F238E27FC236}">
                <a16:creationId xmlns:a16="http://schemas.microsoft.com/office/drawing/2014/main" id="{B08270CC-57F2-460D-9A35-0C7624FEBEB2}"/>
              </a:ext>
            </a:extLst>
          </p:cNvPr>
          <p:cNvSpPr>
            <a:spLocks noGrp="1"/>
          </p:cNvSpPr>
          <p:nvPr/>
        </p:nvSpPr>
        <p:spPr>
          <a:xfrm>
            <a:off x="958988" y="4950624"/>
            <a:ext cx="77143" cy="77143"/>
          </a:xfrm>
          <a:prstGeom prst="ellipse">
            <a:avLst/>
          </a:prstGeom>
          <a:solidFill>
            <a:srgbClr val="453781">
              <a:alpha val="82000"/>
            </a:srgbClr>
          </a:solidFill>
          <a:ln w="5117">
            <a:solidFill>
              <a:srgbClr val="FFFFFF">
                <a:alpha val="82000"/>
              </a:srgbClr>
            </a:solidFill>
            <a:prstDash val="solid"/>
          </a:ln>
        </p:spPr>
      </p:sp>
      <p:sp>
        <p:nvSpPr>
          <p:cNvPr id="70" name="c_full_paired_ellipse_3527">
            <a:extLst>
              <a:ext uri="{FF2B5EF4-FFF2-40B4-BE49-F238E27FC236}">
                <a16:creationId xmlns:a16="http://schemas.microsoft.com/office/drawing/2014/main" id="{C667B638-9B8F-47D6-B4A4-F369A4CD0F04}"/>
              </a:ext>
            </a:extLst>
          </p:cNvPr>
          <p:cNvSpPr>
            <a:spLocks noGrp="1"/>
          </p:cNvSpPr>
          <p:nvPr/>
        </p:nvSpPr>
        <p:spPr>
          <a:xfrm>
            <a:off x="1780508" y="4402944"/>
            <a:ext cx="77143" cy="77143"/>
          </a:xfrm>
          <a:prstGeom prst="ellipse">
            <a:avLst/>
          </a:prstGeom>
          <a:solidFill>
            <a:srgbClr val="355E8D">
              <a:alpha val="82000"/>
            </a:srgbClr>
          </a:solidFill>
          <a:ln w="5117">
            <a:solidFill>
              <a:srgbClr val="FFFFFF">
                <a:alpha val="82000"/>
              </a:srgbClr>
            </a:solidFill>
            <a:prstDash val="solid"/>
          </a:ln>
        </p:spPr>
      </p:sp>
      <p:sp>
        <p:nvSpPr>
          <p:cNvPr id="71" name="c_full_paired_ellipse_3528">
            <a:extLst>
              <a:ext uri="{FF2B5EF4-FFF2-40B4-BE49-F238E27FC236}">
                <a16:creationId xmlns:a16="http://schemas.microsoft.com/office/drawing/2014/main" id="{E8F49CEE-2F05-4CB9-AC45-16D94EA65AA5}"/>
              </a:ext>
            </a:extLst>
          </p:cNvPr>
          <p:cNvSpPr>
            <a:spLocks noGrp="1"/>
          </p:cNvSpPr>
          <p:nvPr/>
        </p:nvSpPr>
        <p:spPr>
          <a:xfrm>
            <a:off x="2602028" y="1664544"/>
            <a:ext cx="77143" cy="77143"/>
          </a:xfrm>
          <a:prstGeom prst="ellipse">
            <a:avLst/>
          </a:prstGeom>
          <a:solidFill>
            <a:srgbClr val="39568C">
              <a:alpha val="82000"/>
            </a:srgbClr>
          </a:solidFill>
          <a:ln w="5117">
            <a:solidFill>
              <a:srgbClr val="FFFFFF">
                <a:alpha val="82000"/>
              </a:srgbClr>
            </a:solidFill>
            <a:prstDash val="solid"/>
          </a:ln>
        </p:spPr>
      </p:sp>
      <p:sp>
        <p:nvSpPr>
          <p:cNvPr id="72" name="c_full_paired_ellipse_3529">
            <a:extLst>
              <a:ext uri="{FF2B5EF4-FFF2-40B4-BE49-F238E27FC236}">
                <a16:creationId xmlns:a16="http://schemas.microsoft.com/office/drawing/2014/main" id="{6D9BBDFC-9650-421D-91BE-C13AAF2C7A08}"/>
              </a:ext>
            </a:extLst>
          </p:cNvPr>
          <p:cNvSpPr>
            <a:spLocks noGrp="1"/>
          </p:cNvSpPr>
          <p:nvPr/>
        </p:nvSpPr>
        <p:spPr>
          <a:xfrm>
            <a:off x="958988" y="4950624"/>
            <a:ext cx="77143" cy="77143"/>
          </a:xfrm>
          <a:prstGeom prst="ellipse">
            <a:avLst/>
          </a:prstGeom>
          <a:solidFill>
            <a:srgbClr val="20928C">
              <a:alpha val="82000"/>
            </a:srgbClr>
          </a:solidFill>
          <a:ln w="5117">
            <a:solidFill>
              <a:srgbClr val="FFFFFF">
                <a:alpha val="82000"/>
              </a:srgbClr>
            </a:solidFill>
            <a:prstDash val="solid"/>
          </a:ln>
        </p:spPr>
      </p:sp>
      <p:sp>
        <p:nvSpPr>
          <p:cNvPr id="73" name="c_full_paired_ellipse_3530">
            <a:extLst>
              <a:ext uri="{FF2B5EF4-FFF2-40B4-BE49-F238E27FC236}">
                <a16:creationId xmlns:a16="http://schemas.microsoft.com/office/drawing/2014/main" id="{EA320FEF-B1F5-4CD3-9EB3-A6BFB7FF4FD7}"/>
              </a:ext>
            </a:extLst>
          </p:cNvPr>
          <p:cNvSpPr>
            <a:spLocks noGrp="1"/>
          </p:cNvSpPr>
          <p:nvPr/>
        </p:nvSpPr>
        <p:spPr>
          <a:xfrm>
            <a:off x="958988" y="4950624"/>
            <a:ext cx="77143" cy="77143"/>
          </a:xfrm>
          <a:prstGeom prst="ellipse">
            <a:avLst/>
          </a:prstGeom>
          <a:solidFill>
            <a:srgbClr val="1F988B">
              <a:alpha val="82000"/>
            </a:srgbClr>
          </a:solidFill>
          <a:ln w="5117">
            <a:solidFill>
              <a:srgbClr val="FFFFFF">
                <a:alpha val="82000"/>
              </a:srgbClr>
            </a:solidFill>
            <a:prstDash val="solid"/>
          </a:ln>
        </p:spPr>
      </p:sp>
      <p:sp>
        <p:nvSpPr>
          <p:cNvPr id="74" name="c_full_paired_ellipse_3531">
            <a:extLst>
              <a:ext uri="{FF2B5EF4-FFF2-40B4-BE49-F238E27FC236}">
                <a16:creationId xmlns:a16="http://schemas.microsoft.com/office/drawing/2014/main" id="{6D3429E2-FB38-48A4-A8F1-88AB5976CB17}"/>
              </a:ext>
            </a:extLst>
          </p:cNvPr>
          <p:cNvSpPr>
            <a:spLocks noGrp="1"/>
          </p:cNvSpPr>
          <p:nvPr/>
        </p:nvSpPr>
        <p:spPr>
          <a:xfrm>
            <a:off x="4245068" y="1664544"/>
            <a:ext cx="77143" cy="77143"/>
          </a:xfrm>
          <a:prstGeom prst="ellipse">
            <a:avLst/>
          </a:prstGeom>
          <a:solidFill>
            <a:srgbClr val="3D4D8A">
              <a:alpha val="82000"/>
            </a:srgbClr>
          </a:solidFill>
          <a:ln w="5117">
            <a:solidFill>
              <a:srgbClr val="FFFFFF">
                <a:alpha val="82000"/>
              </a:srgbClr>
            </a:solidFill>
            <a:prstDash val="solid"/>
          </a:ln>
        </p:spPr>
      </p:sp>
      <p:sp>
        <p:nvSpPr>
          <p:cNvPr id="75" name="c_full_paired_ellipse_3532">
            <a:extLst>
              <a:ext uri="{FF2B5EF4-FFF2-40B4-BE49-F238E27FC236}">
                <a16:creationId xmlns:a16="http://schemas.microsoft.com/office/drawing/2014/main" id="{A461701C-3DDB-465C-BCCD-9E0793AF8FC6}"/>
              </a:ext>
            </a:extLst>
          </p:cNvPr>
          <p:cNvSpPr>
            <a:spLocks noGrp="1"/>
          </p:cNvSpPr>
          <p:nvPr/>
        </p:nvSpPr>
        <p:spPr>
          <a:xfrm>
            <a:off x="2854804" y="1664544"/>
            <a:ext cx="77143" cy="77143"/>
          </a:xfrm>
          <a:prstGeom prst="ellipse">
            <a:avLst/>
          </a:prstGeom>
          <a:solidFill>
            <a:srgbClr val="3E4C8A">
              <a:alpha val="82000"/>
            </a:srgbClr>
          </a:solidFill>
          <a:ln w="5117">
            <a:solidFill>
              <a:srgbClr val="FFFFFF">
                <a:alpha val="82000"/>
              </a:srgbClr>
            </a:solidFill>
            <a:prstDash val="solid"/>
          </a:ln>
        </p:spPr>
      </p:sp>
      <p:sp>
        <p:nvSpPr>
          <p:cNvPr id="76" name="c_full_paired_ellipse_3533">
            <a:extLst>
              <a:ext uri="{FF2B5EF4-FFF2-40B4-BE49-F238E27FC236}">
                <a16:creationId xmlns:a16="http://schemas.microsoft.com/office/drawing/2014/main" id="{BEB8300C-DF58-4071-B076-9C41F0DEB0DB}"/>
              </a:ext>
            </a:extLst>
          </p:cNvPr>
          <p:cNvSpPr>
            <a:spLocks noGrp="1"/>
          </p:cNvSpPr>
          <p:nvPr/>
        </p:nvSpPr>
        <p:spPr>
          <a:xfrm>
            <a:off x="3834308" y="2075304"/>
            <a:ext cx="77143" cy="77143"/>
          </a:xfrm>
          <a:prstGeom prst="ellipse">
            <a:avLst/>
          </a:prstGeom>
          <a:solidFill>
            <a:srgbClr val="26828E">
              <a:alpha val="82000"/>
            </a:srgbClr>
          </a:solidFill>
          <a:ln w="5117">
            <a:solidFill>
              <a:srgbClr val="FFFFFF">
                <a:alpha val="82000"/>
              </a:srgbClr>
            </a:solidFill>
            <a:prstDash val="solid"/>
          </a:ln>
        </p:spPr>
      </p:sp>
      <p:sp>
        <p:nvSpPr>
          <p:cNvPr id="77" name="c_full_paired_ellipse_3534">
            <a:extLst>
              <a:ext uri="{FF2B5EF4-FFF2-40B4-BE49-F238E27FC236}">
                <a16:creationId xmlns:a16="http://schemas.microsoft.com/office/drawing/2014/main" id="{860AEEAF-3432-4D67-A91B-3CFE05BF0578}"/>
              </a:ext>
            </a:extLst>
          </p:cNvPr>
          <p:cNvSpPr>
            <a:spLocks noGrp="1"/>
          </p:cNvSpPr>
          <p:nvPr/>
        </p:nvSpPr>
        <p:spPr>
          <a:xfrm>
            <a:off x="1506668" y="4585504"/>
            <a:ext cx="77143" cy="77143"/>
          </a:xfrm>
          <a:prstGeom prst="ellipse">
            <a:avLst/>
          </a:prstGeom>
          <a:solidFill>
            <a:srgbClr val="2C728E">
              <a:alpha val="82000"/>
            </a:srgbClr>
          </a:solidFill>
          <a:ln w="5117">
            <a:solidFill>
              <a:srgbClr val="FFFFFF">
                <a:alpha val="82000"/>
              </a:srgbClr>
            </a:solidFill>
            <a:prstDash val="solid"/>
          </a:ln>
        </p:spPr>
      </p:sp>
      <p:sp>
        <p:nvSpPr>
          <p:cNvPr id="78" name="c_full_paired_ellipse_3535">
            <a:extLst>
              <a:ext uri="{FF2B5EF4-FFF2-40B4-BE49-F238E27FC236}">
                <a16:creationId xmlns:a16="http://schemas.microsoft.com/office/drawing/2014/main" id="{159C81FC-437D-4089-966B-C5B1687E4D74}"/>
              </a:ext>
            </a:extLst>
          </p:cNvPr>
          <p:cNvSpPr>
            <a:spLocks noGrp="1"/>
          </p:cNvSpPr>
          <p:nvPr/>
        </p:nvSpPr>
        <p:spPr>
          <a:xfrm>
            <a:off x="1782464" y="3307584"/>
            <a:ext cx="77143" cy="77143"/>
          </a:xfrm>
          <a:prstGeom prst="ellipse">
            <a:avLst/>
          </a:prstGeom>
          <a:solidFill>
            <a:srgbClr val="2B748E">
              <a:alpha val="82000"/>
            </a:srgbClr>
          </a:solidFill>
          <a:ln w="5117">
            <a:solidFill>
              <a:srgbClr val="FFFFFF">
                <a:alpha val="82000"/>
              </a:srgbClr>
            </a:solidFill>
            <a:prstDash val="solid"/>
          </a:ln>
        </p:spPr>
      </p:sp>
      <p:sp>
        <p:nvSpPr>
          <p:cNvPr id="79" name="c_full_paired_ellipse_3536">
            <a:extLst>
              <a:ext uri="{FF2B5EF4-FFF2-40B4-BE49-F238E27FC236}">
                <a16:creationId xmlns:a16="http://schemas.microsoft.com/office/drawing/2014/main" id="{6F724162-7510-4B40-AA54-215E9FB0F7DC}"/>
              </a:ext>
            </a:extLst>
          </p:cNvPr>
          <p:cNvSpPr>
            <a:spLocks noGrp="1"/>
          </p:cNvSpPr>
          <p:nvPr/>
        </p:nvSpPr>
        <p:spPr>
          <a:xfrm>
            <a:off x="4245068" y="1664544"/>
            <a:ext cx="77143" cy="77143"/>
          </a:xfrm>
          <a:prstGeom prst="ellipse">
            <a:avLst/>
          </a:prstGeom>
          <a:solidFill>
            <a:srgbClr val="32648E">
              <a:alpha val="82000"/>
            </a:srgbClr>
          </a:solidFill>
          <a:ln w="5117">
            <a:solidFill>
              <a:srgbClr val="FFFFFF">
                <a:alpha val="82000"/>
              </a:srgbClr>
            </a:solidFill>
            <a:prstDash val="solid"/>
          </a:ln>
        </p:spPr>
      </p:sp>
      <p:sp>
        <p:nvSpPr>
          <p:cNvPr id="80" name="c_full_paired_ellipse_3537">
            <a:extLst>
              <a:ext uri="{FF2B5EF4-FFF2-40B4-BE49-F238E27FC236}">
                <a16:creationId xmlns:a16="http://schemas.microsoft.com/office/drawing/2014/main" id="{9413FE37-C296-48F1-B1A5-8212977F9FC9}"/>
              </a:ext>
            </a:extLst>
          </p:cNvPr>
          <p:cNvSpPr>
            <a:spLocks noGrp="1"/>
          </p:cNvSpPr>
          <p:nvPr/>
        </p:nvSpPr>
        <p:spPr>
          <a:xfrm>
            <a:off x="2175294" y="2379698"/>
            <a:ext cx="77143" cy="77143"/>
          </a:xfrm>
          <a:prstGeom prst="ellipse">
            <a:avLst/>
          </a:prstGeom>
          <a:solidFill>
            <a:srgbClr val="2D708E">
              <a:alpha val="82000"/>
            </a:srgbClr>
          </a:solidFill>
          <a:ln w="5117">
            <a:solidFill>
              <a:srgbClr val="FFFFFF">
                <a:alpha val="82000"/>
              </a:srgbClr>
            </a:solidFill>
            <a:prstDash val="solid"/>
          </a:ln>
        </p:spPr>
      </p:sp>
      <p:sp>
        <p:nvSpPr>
          <p:cNvPr id="81" name="c_full_paired_ellipse_3538">
            <a:extLst>
              <a:ext uri="{FF2B5EF4-FFF2-40B4-BE49-F238E27FC236}">
                <a16:creationId xmlns:a16="http://schemas.microsoft.com/office/drawing/2014/main" id="{1A549FA3-EF0B-4BDE-9B06-531FDD3736CA}"/>
              </a:ext>
            </a:extLst>
          </p:cNvPr>
          <p:cNvSpPr>
            <a:spLocks noGrp="1"/>
          </p:cNvSpPr>
          <p:nvPr/>
        </p:nvSpPr>
        <p:spPr>
          <a:xfrm>
            <a:off x="958988" y="1664544"/>
            <a:ext cx="77143" cy="77143"/>
          </a:xfrm>
          <a:prstGeom prst="ellipse">
            <a:avLst/>
          </a:prstGeom>
          <a:solidFill>
            <a:srgbClr val="32648E">
              <a:alpha val="82000"/>
            </a:srgbClr>
          </a:solidFill>
          <a:ln w="5117">
            <a:solidFill>
              <a:srgbClr val="FFFFFF">
                <a:alpha val="82000"/>
              </a:srgbClr>
            </a:solidFill>
            <a:prstDash val="solid"/>
          </a:ln>
        </p:spPr>
      </p:sp>
      <p:sp>
        <p:nvSpPr>
          <p:cNvPr id="82" name="c_full_paired_ellipse_3539">
            <a:extLst>
              <a:ext uri="{FF2B5EF4-FFF2-40B4-BE49-F238E27FC236}">
                <a16:creationId xmlns:a16="http://schemas.microsoft.com/office/drawing/2014/main" id="{81ACA8A8-90C7-425A-8005-69C428FCEA59}"/>
              </a:ext>
            </a:extLst>
          </p:cNvPr>
          <p:cNvSpPr>
            <a:spLocks noGrp="1"/>
          </p:cNvSpPr>
          <p:nvPr/>
        </p:nvSpPr>
        <p:spPr>
          <a:xfrm>
            <a:off x="4245068" y="1664544"/>
            <a:ext cx="77143" cy="77143"/>
          </a:xfrm>
          <a:prstGeom prst="ellipse">
            <a:avLst/>
          </a:prstGeom>
          <a:solidFill>
            <a:srgbClr val="21A685">
              <a:alpha val="82000"/>
            </a:srgbClr>
          </a:solidFill>
          <a:ln w="5117">
            <a:solidFill>
              <a:srgbClr val="FFFFFF">
                <a:alpha val="82000"/>
              </a:srgbClr>
            </a:solidFill>
            <a:prstDash val="solid"/>
          </a:ln>
        </p:spPr>
      </p:sp>
      <p:sp>
        <p:nvSpPr>
          <p:cNvPr id="83" name="c_full_paired_ellipse_3540">
            <a:extLst>
              <a:ext uri="{FF2B5EF4-FFF2-40B4-BE49-F238E27FC236}">
                <a16:creationId xmlns:a16="http://schemas.microsoft.com/office/drawing/2014/main" id="{0719A0C1-E301-44BB-99A7-C6036F7C74C5}"/>
              </a:ext>
            </a:extLst>
          </p:cNvPr>
          <p:cNvSpPr>
            <a:spLocks noGrp="1"/>
          </p:cNvSpPr>
          <p:nvPr/>
        </p:nvSpPr>
        <p:spPr>
          <a:xfrm>
            <a:off x="1917428" y="3939905"/>
            <a:ext cx="77143" cy="77143"/>
          </a:xfrm>
          <a:prstGeom prst="ellipse">
            <a:avLst/>
          </a:prstGeom>
          <a:solidFill>
            <a:srgbClr val="2A788E">
              <a:alpha val="82000"/>
            </a:srgbClr>
          </a:solidFill>
          <a:ln w="5117">
            <a:solidFill>
              <a:srgbClr val="FFFFFF">
                <a:alpha val="82000"/>
              </a:srgbClr>
            </a:solidFill>
            <a:prstDash val="solid"/>
          </a:ln>
        </p:spPr>
      </p:sp>
      <p:sp>
        <p:nvSpPr>
          <p:cNvPr id="84" name="c_full_paired_ellipse_3541">
            <a:extLst>
              <a:ext uri="{FF2B5EF4-FFF2-40B4-BE49-F238E27FC236}">
                <a16:creationId xmlns:a16="http://schemas.microsoft.com/office/drawing/2014/main" id="{E960339F-DDF9-4987-9EE5-D0F192A16CF9}"/>
              </a:ext>
            </a:extLst>
          </p:cNvPr>
          <p:cNvSpPr>
            <a:spLocks noGrp="1"/>
          </p:cNvSpPr>
          <p:nvPr/>
        </p:nvSpPr>
        <p:spPr>
          <a:xfrm>
            <a:off x="958988" y="4402944"/>
            <a:ext cx="77143" cy="77143"/>
          </a:xfrm>
          <a:prstGeom prst="ellipse">
            <a:avLst/>
          </a:prstGeom>
          <a:solidFill>
            <a:srgbClr val="481A6C">
              <a:alpha val="82000"/>
            </a:srgbClr>
          </a:solidFill>
          <a:ln w="5117">
            <a:solidFill>
              <a:srgbClr val="FFFFFF">
                <a:alpha val="82000"/>
              </a:srgbClr>
            </a:solidFill>
            <a:prstDash val="solid"/>
          </a:ln>
        </p:spPr>
      </p:sp>
      <p:sp>
        <p:nvSpPr>
          <p:cNvPr id="85" name="c_full_paired_ellipse_3542">
            <a:extLst>
              <a:ext uri="{FF2B5EF4-FFF2-40B4-BE49-F238E27FC236}">
                <a16:creationId xmlns:a16="http://schemas.microsoft.com/office/drawing/2014/main" id="{F4DFEAC5-DA7D-4EBD-9A8A-6916697CC554}"/>
              </a:ext>
            </a:extLst>
          </p:cNvPr>
          <p:cNvSpPr>
            <a:spLocks noGrp="1"/>
          </p:cNvSpPr>
          <p:nvPr/>
        </p:nvSpPr>
        <p:spPr>
          <a:xfrm>
            <a:off x="2437724" y="3307584"/>
            <a:ext cx="77143" cy="77143"/>
          </a:xfrm>
          <a:prstGeom prst="ellipse">
            <a:avLst/>
          </a:prstGeom>
          <a:solidFill>
            <a:srgbClr val="46085C">
              <a:alpha val="82000"/>
            </a:srgbClr>
          </a:solidFill>
          <a:ln w="5117">
            <a:solidFill>
              <a:srgbClr val="FFFFFF">
                <a:alpha val="82000"/>
              </a:srgbClr>
            </a:solidFill>
            <a:prstDash val="solid"/>
          </a:ln>
        </p:spPr>
      </p:sp>
      <p:sp>
        <p:nvSpPr>
          <p:cNvPr id="86" name="c_full_paired_ellipse_3543">
            <a:extLst>
              <a:ext uri="{FF2B5EF4-FFF2-40B4-BE49-F238E27FC236}">
                <a16:creationId xmlns:a16="http://schemas.microsoft.com/office/drawing/2014/main" id="{CF9EDE3E-C961-4188-B9BD-63150E723E45}"/>
              </a:ext>
            </a:extLst>
          </p:cNvPr>
          <p:cNvSpPr>
            <a:spLocks noGrp="1"/>
          </p:cNvSpPr>
          <p:nvPr/>
        </p:nvSpPr>
        <p:spPr>
          <a:xfrm>
            <a:off x="3423548" y="2486064"/>
            <a:ext cx="77143" cy="77143"/>
          </a:xfrm>
          <a:prstGeom prst="ellipse">
            <a:avLst/>
          </a:prstGeom>
          <a:solidFill>
            <a:srgbClr val="2D708E">
              <a:alpha val="82000"/>
            </a:srgbClr>
          </a:solidFill>
          <a:ln w="5117">
            <a:solidFill>
              <a:srgbClr val="FFFFFF">
                <a:alpha val="82000"/>
              </a:srgbClr>
            </a:solidFill>
            <a:prstDash val="solid"/>
          </a:ln>
        </p:spPr>
      </p:sp>
      <p:sp>
        <p:nvSpPr>
          <p:cNvPr id="87" name="c_full_paired_ellipse_3544">
            <a:extLst>
              <a:ext uri="{FF2B5EF4-FFF2-40B4-BE49-F238E27FC236}">
                <a16:creationId xmlns:a16="http://schemas.microsoft.com/office/drawing/2014/main" id="{1A937358-3E57-438F-9AF6-AE3B4DD6F0F9}"/>
              </a:ext>
            </a:extLst>
          </p:cNvPr>
          <p:cNvSpPr>
            <a:spLocks noGrp="1"/>
          </p:cNvSpPr>
          <p:nvPr/>
        </p:nvSpPr>
        <p:spPr>
          <a:xfrm>
            <a:off x="1688087" y="4050375"/>
            <a:ext cx="77143" cy="77143"/>
          </a:xfrm>
          <a:prstGeom prst="ellipse">
            <a:avLst/>
          </a:prstGeom>
          <a:solidFill>
            <a:srgbClr val="443983">
              <a:alpha val="82000"/>
            </a:srgbClr>
          </a:solidFill>
          <a:ln w="5117">
            <a:solidFill>
              <a:srgbClr val="FFFFFF">
                <a:alpha val="82000"/>
              </a:srgbClr>
            </a:solidFill>
            <a:prstDash val="solid"/>
          </a:ln>
        </p:spPr>
      </p:sp>
      <p:sp>
        <p:nvSpPr>
          <p:cNvPr id="88" name="c_full_paired_ellipse_3545">
            <a:extLst>
              <a:ext uri="{FF2B5EF4-FFF2-40B4-BE49-F238E27FC236}">
                <a16:creationId xmlns:a16="http://schemas.microsoft.com/office/drawing/2014/main" id="{1BC2CF40-444A-4886-B6E4-3D501806A72B}"/>
              </a:ext>
            </a:extLst>
          </p:cNvPr>
          <p:cNvSpPr>
            <a:spLocks noGrp="1"/>
          </p:cNvSpPr>
          <p:nvPr/>
        </p:nvSpPr>
        <p:spPr>
          <a:xfrm>
            <a:off x="958988" y="4950624"/>
            <a:ext cx="77143" cy="77143"/>
          </a:xfrm>
          <a:prstGeom prst="ellipse">
            <a:avLst/>
          </a:prstGeom>
          <a:solidFill>
            <a:srgbClr val="481467">
              <a:alpha val="82000"/>
            </a:srgbClr>
          </a:solidFill>
          <a:ln w="5117">
            <a:solidFill>
              <a:srgbClr val="FFFFFF">
                <a:alpha val="82000"/>
              </a:srgbClr>
            </a:solidFill>
            <a:prstDash val="solid"/>
          </a:ln>
        </p:spPr>
      </p:sp>
      <p:sp>
        <p:nvSpPr>
          <p:cNvPr id="89" name="c_full_paired_ellipse_3546">
            <a:extLst>
              <a:ext uri="{FF2B5EF4-FFF2-40B4-BE49-F238E27FC236}">
                <a16:creationId xmlns:a16="http://schemas.microsoft.com/office/drawing/2014/main" id="{64B44A76-2F03-4D12-83F9-CE525E4CC3E8}"/>
              </a:ext>
            </a:extLst>
          </p:cNvPr>
          <p:cNvSpPr>
            <a:spLocks noGrp="1"/>
          </p:cNvSpPr>
          <p:nvPr/>
        </p:nvSpPr>
        <p:spPr>
          <a:xfrm>
            <a:off x="2154976" y="2578374"/>
            <a:ext cx="77143" cy="77143"/>
          </a:xfrm>
          <a:prstGeom prst="ellipse">
            <a:avLst/>
          </a:prstGeom>
          <a:solidFill>
            <a:srgbClr val="277F8E">
              <a:alpha val="82000"/>
            </a:srgbClr>
          </a:solidFill>
          <a:ln w="5117">
            <a:solidFill>
              <a:srgbClr val="FFFFFF">
                <a:alpha val="82000"/>
              </a:srgbClr>
            </a:solidFill>
            <a:prstDash val="solid"/>
          </a:ln>
        </p:spPr>
      </p:sp>
      <p:sp>
        <p:nvSpPr>
          <p:cNvPr id="90" name="c_full_paired_ellipse_3547">
            <a:extLst>
              <a:ext uri="{FF2B5EF4-FFF2-40B4-BE49-F238E27FC236}">
                <a16:creationId xmlns:a16="http://schemas.microsoft.com/office/drawing/2014/main" id="{9A1833A5-B7C0-4EDF-AF4F-AD01A9D52CD7}"/>
              </a:ext>
            </a:extLst>
          </p:cNvPr>
          <p:cNvSpPr>
            <a:spLocks noGrp="1"/>
          </p:cNvSpPr>
          <p:nvPr/>
        </p:nvSpPr>
        <p:spPr>
          <a:xfrm>
            <a:off x="1545428" y="2736842"/>
            <a:ext cx="77143" cy="77143"/>
          </a:xfrm>
          <a:prstGeom prst="ellipse">
            <a:avLst/>
          </a:prstGeom>
          <a:solidFill>
            <a:srgbClr val="25848E">
              <a:alpha val="82000"/>
            </a:srgbClr>
          </a:solidFill>
          <a:ln w="5117">
            <a:solidFill>
              <a:srgbClr val="FFFFFF">
                <a:alpha val="82000"/>
              </a:srgbClr>
            </a:solidFill>
            <a:prstDash val="solid"/>
          </a:ln>
        </p:spPr>
      </p:sp>
      <p:sp>
        <p:nvSpPr>
          <p:cNvPr id="91" name="c_full_paired_ellipse_3548">
            <a:extLst>
              <a:ext uri="{FF2B5EF4-FFF2-40B4-BE49-F238E27FC236}">
                <a16:creationId xmlns:a16="http://schemas.microsoft.com/office/drawing/2014/main" id="{BCEF2ECA-ACEA-46D1-A10D-5DB64A7CC0A6}"/>
              </a:ext>
            </a:extLst>
          </p:cNvPr>
          <p:cNvSpPr>
            <a:spLocks noGrp="1"/>
          </p:cNvSpPr>
          <p:nvPr/>
        </p:nvSpPr>
        <p:spPr>
          <a:xfrm>
            <a:off x="1644892" y="2939598"/>
            <a:ext cx="77143" cy="77143"/>
          </a:xfrm>
          <a:prstGeom prst="ellipse">
            <a:avLst/>
          </a:prstGeom>
          <a:solidFill>
            <a:srgbClr val="31688E">
              <a:alpha val="82000"/>
            </a:srgbClr>
          </a:solidFill>
          <a:ln w="5117">
            <a:solidFill>
              <a:srgbClr val="FFFFFF">
                <a:alpha val="82000"/>
              </a:srgbClr>
            </a:solidFill>
            <a:prstDash val="solid"/>
          </a:ln>
        </p:spPr>
      </p:sp>
      <p:sp>
        <p:nvSpPr>
          <p:cNvPr id="92" name="c_full_paired_ellipse_3549">
            <a:extLst>
              <a:ext uri="{FF2B5EF4-FFF2-40B4-BE49-F238E27FC236}">
                <a16:creationId xmlns:a16="http://schemas.microsoft.com/office/drawing/2014/main" id="{B1FEBA33-26AB-4E8E-894D-D376C44628A7}"/>
              </a:ext>
            </a:extLst>
          </p:cNvPr>
          <p:cNvSpPr>
            <a:spLocks noGrp="1"/>
          </p:cNvSpPr>
          <p:nvPr/>
        </p:nvSpPr>
        <p:spPr>
          <a:xfrm>
            <a:off x="2609200" y="2998536"/>
            <a:ext cx="77143" cy="77143"/>
          </a:xfrm>
          <a:prstGeom prst="ellipse">
            <a:avLst/>
          </a:prstGeom>
          <a:solidFill>
            <a:srgbClr val="1F988B">
              <a:alpha val="82000"/>
            </a:srgbClr>
          </a:solidFill>
          <a:ln w="5117">
            <a:solidFill>
              <a:srgbClr val="FFFFFF">
                <a:alpha val="82000"/>
              </a:srgbClr>
            </a:solidFill>
            <a:prstDash val="solid"/>
          </a:ln>
        </p:spPr>
      </p:sp>
      <p:sp>
        <p:nvSpPr>
          <p:cNvPr id="93" name="c_full_paired_ellipse_3550">
            <a:extLst>
              <a:ext uri="{FF2B5EF4-FFF2-40B4-BE49-F238E27FC236}">
                <a16:creationId xmlns:a16="http://schemas.microsoft.com/office/drawing/2014/main" id="{F4B5F50D-91C5-4D12-88CB-C136E7BD682E}"/>
              </a:ext>
            </a:extLst>
          </p:cNvPr>
          <p:cNvSpPr>
            <a:spLocks noGrp="1"/>
          </p:cNvSpPr>
          <p:nvPr/>
        </p:nvSpPr>
        <p:spPr>
          <a:xfrm>
            <a:off x="1897868" y="3542304"/>
            <a:ext cx="77143" cy="77143"/>
          </a:xfrm>
          <a:prstGeom prst="ellipse">
            <a:avLst/>
          </a:prstGeom>
          <a:solidFill>
            <a:srgbClr val="39568C">
              <a:alpha val="82000"/>
            </a:srgbClr>
          </a:solidFill>
          <a:ln w="5117">
            <a:solidFill>
              <a:srgbClr val="FFFFFF">
                <a:alpha val="82000"/>
              </a:srgbClr>
            </a:solidFill>
            <a:prstDash val="solid"/>
          </a:ln>
        </p:spPr>
      </p:sp>
      <p:sp>
        <p:nvSpPr>
          <p:cNvPr id="94" name="c_full_paired_ellipse_3551">
            <a:extLst>
              <a:ext uri="{FF2B5EF4-FFF2-40B4-BE49-F238E27FC236}">
                <a16:creationId xmlns:a16="http://schemas.microsoft.com/office/drawing/2014/main" id="{EC4A4F68-8C5C-4063-8992-6EF8036BC742}"/>
              </a:ext>
            </a:extLst>
          </p:cNvPr>
          <p:cNvSpPr>
            <a:spLocks noGrp="1"/>
          </p:cNvSpPr>
          <p:nvPr/>
        </p:nvSpPr>
        <p:spPr>
          <a:xfrm>
            <a:off x="3423548" y="3307584"/>
            <a:ext cx="77143" cy="77143"/>
          </a:xfrm>
          <a:prstGeom prst="ellipse">
            <a:avLst/>
          </a:prstGeom>
          <a:solidFill>
            <a:srgbClr val="2A788E">
              <a:alpha val="82000"/>
            </a:srgbClr>
          </a:solidFill>
          <a:ln w="5117">
            <a:solidFill>
              <a:srgbClr val="FFFFFF">
                <a:alpha val="82000"/>
              </a:srgbClr>
            </a:solidFill>
            <a:prstDash val="solid"/>
          </a:ln>
        </p:spPr>
      </p:sp>
      <p:sp>
        <p:nvSpPr>
          <p:cNvPr id="95" name="c_full_paired_ellipse_3552">
            <a:extLst>
              <a:ext uri="{FF2B5EF4-FFF2-40B4-BE49-F238E27FC236}">
                <a16:creationId xmlns:a16="http://schemas.microsoft.com/office/drawing/2014/main" id="{32F28869-520E-4DC1-BA91-7127B1E378C5}"/>
              </a:ext>
            </a:extLst>
          </p:cNvPr>
          <p:cNvSpPr>
            <a:spLocks noGrp="1"/>
          </p:cNvSpPr>
          <p:nvPr/>
        </p:nvSpPr>
        <p:spPr>
          <a:xfrm>
            <a:off x="1197271" y="4874936"/>
            <a:ext cx="77143" cy="77143"/>
          </a:xfrm>
          <a:prstGeom prst="ellipse">
            <a:avLst/>
          </a:prstGeom>
          <a:solidFill>
            <a:srgbClr val="4EC36B">
              <a:alpha val="82000"/>
            </a:srgbClr>
          </a:solidFill>
          <a:ln w="5117">
            <a:solidFill>
              <a:srgbClr val="FFFFFF">
                <a:alpha val="82000"/>
              </a:srgbClr>
            </a:solidFill>
            <a:prstDash val="solid"/>
          </a:ln>
        </p:spPr>
      </p:sp>
      <p:sp>
        <p:nvSpPr>
          <p:cNvPr id="96" name="c_full_paired_ellipse_3553">
            <a:extLst>
              <a:ext uri="{FF2B5EF4-FFF2-40B4-BE49-F238E27FC236}">
                <a16:creationId xmlns:a16="http://schemas.microsoft.com/office/drawing/2014/main" id="{933C51C5-1CE1-4932-A706-9917EF3278EA}"/>
              </a:ext>
            </a:extLst>
          </p:cNvPr>
          <p:cNvSpPr>
            <a:spLocks noGrp="1"/>
          </p:cNvSpPr>
          <p:nvPr/>
        </p:nvSpPr>
        <p:spPr>
          <a:xfrm>
            <a:off x="3149708" y="2759904"/>
            <a:ext cx="77143" cy="77143"/>
          </a:xfrm>
          <a:prstGeom prst="ellipse">
            <a:avLst/>
          </a:prstGeom>
          <a:solidFill>
            <a:srgbClr val="3F4788">
              <a:alpha val="82000"/>
            </a:srgbClr>
          </a:solidFill>
          <a:ln w="5117">
            <a:solidFill>
              <a:srgbClr val="FFFFFF">
                <a:alpha val="82000"/>
              </a:srgbClr>
            </a:solidFill>
            <a:prstDash val="solid"/>
          </a:ln>
        </p:spPr>
      </p:sp>
      <p:sp>
        <p:nvSpPr>
          <p:cNvPr id="97" name="c_full_paired_ellipse_3554">
            <a:extLst>
              <a:ext uri="{FF2B5EF4-FFF2-40B4-BE49-F238E27FC236}">
                <a16:creationId xmlns:a16="http://schemas.microsoft.com/office/drawing/2014/main" id="{3EA6BE0F-1ECD-41F8-BFC4-52B14EB997FF}"/>
              </a:ext>
            </a:extLst>
          </p:cNvPr>
          <p:cNvSpPr>
            <a:spLocks noGrp="1"/>
          </p:cNvSpPr>
          <p:nvPr/>
        </p:nvSpPr>
        <p:spPr>
          <a:xfrm>
            <a:off x="4245068" y="2718828"/>
            <a:ext cx="77143" cy="77143"/>
          </a:xfrm>
          <a:prstGeom prst="ellipse">
            <a:avLst/>
          </a:prstGeom>
          <a:solidFill>
            <a:srgbClr val="39558C">
              <a:alpha val="82000"/>
            </a:srgbClr>
          </a:solidFill>
          <a:ln w="5117">
            <a:solidFill>
              <a:srgbClr val="FFFFFF">
                <a:alpha val="82000"/>
              </a:srgbClr>
            </a:solidFill>
            <a:prstDash val="solid"/>
          </a:ln>
        </p:spPr>
      </p:sp>
      <p:sp>
        <p:nvSpPr>
          <p:cNvPr id="98" name="c_full_paired_ellipse_3555">
            <a:extLst>
              <a:ext uri="{FF2B5EF4-FFF2-40B4-BE49-F238E27FC236}">
                <a16:creationId xmlns:a16="http://schemas.microsoft.com/office/drawing/2014/main" id="{20DD01D1-4CC8-4E09-9C1D-0F3B44701A44}"/>
              </a:ext>
            </a:extLst>
          </p:cNvPr>
          <p:cNvSpPr>
            <a:spLocks noGrp="1"/>
          </p:cNvSpPr>
          <p:nvPr/>
        </p:nvSpPr>
        <p:spPr>
          <a:xfrm>
            <a:off x="958988" y="1664544"/>
            <a:ext cx="77143" cy="77143"/>
          </a:xfrm>
          <a:prstGeom prst="ellipse">
            <a:avLst/>
          </a:prstGeom>
          <a:solidFill>
            <a:srgbClr val="287C8E">
              <a:alpha val="82000"/>
            </a:srgbClr>
          </a:solidFill>
          <a:ln w="5117">
            <a:solidFill>
              <a:srgbClr val="FFFFFF">
                <a:alpha val="82000"/>
              </a:srgbClr>
            </a:solidFill>
            <a:prstDash val="solid"/>
          </a:ln>
        </p:spPr>
      </p:sp>
      <p:sp>
        <p:nvSpPr>
          <p:cNvPr id="99" name="c_full_paired_ellipse_3556">
            <a:extLst>
              <a:ext uri="{FF2B5EF4-FFF2-40B4-BE49-F238E27FC236}">
                <a16:creationId xmlns:a16="http://schemas.microsoft.com/office/drawing/2014/main" id="{C71A6A4B-E899-40FA-9768-E8535FC11A17}"/>
              </a:ext>
            </a:extLst>
          </p:cNvPr>
          <p:cNvSpPr>
            <a:spLocks noGrp="1"/>
          </p:cNvSpPr>
          <p:nvPr/>
        </p:nvSpPr>
        <p:spPr>
          <a:xfrm>
            <a:off x="2602028" y="1664544"/>
            <a:ext cx="77143" cy="77143"/>
          </a:xfrm>
          <a:prstGeom prst="ellipse">
            <a:avLst/>
          </a:prstGeom>
          <a:solidFill>
            <a:srgbClr val="3C508B">
              <a:alpha val="82000"/>
            </a:srgbClr>
          </a:solidFill>
          <a:ln w="5117">
            <a:solidFill>
              <a:srgbClr val="FFFFFF">
                <a:alpha val="82000"/>
              </a:srgbClr>
            </a:solidFill>
            <a:prstDash val="solid"/>
          </a:ln>
        </p:spPr>
      </p:sp>
      <p:sp>
        <p:nvSpPr>
          <p:cNvPr id="100" name="c_full_paired_ellipse_3557">
            <a:extLst>
              <a:ext uri="{FF2B5EF4-FFF2-40B4-BE49-F238E27FC236}">
                <a16:creationId xmlns:a16="http://schemas.microsoft.com/office/drawing/2014/main" id="{C94C02DF-1660-47DC-8EB4-0F9AB2921567}"/>
              </a:ext>
            </a:extLst>
          </p:cNvPr>
          <p:cNvSpPr>
            <a:spLocks noGrp="1"/>
          </p:cNvSpPr>
          <p:nvPr/>
        </p:nvSpPr>
        <p:spPr>
          <a:xfrm>
            <a:off x="958988" y="4129104"/>
            <a:ext cx="77143" cy="77143"/>
          </a:xfrm>
          <a:prstGeom prst="ellipse">
            <a:avLst/>
          </a:prstGeom>
          <a:solidFill>
            <a:srgbClr val="472C7A">
              <a:alpha val="82000"/>
            </a:srgbClr>
          </a:solidFill>
          <a:ln w="5117">
            <a:solidFill>
              <a:srgbClr val="FFFFFF">
                <a:alpha val="82000"/>
              </a:srgbClr>
            </a:solidFill>
            <a:prstDash val="solid"/>
          </a:ln>
        </p:spPr>
      </p:sp>
      <p:sp>
        <p:nvSpPr>
          <p:cNvPr id="101" name="c_full_paired_ellipse_3558">
            <a:extLst>
              <a:ext uri="{FF2B5EF4-FFF2-40B4-BE49-F238E27FC236}">
                <a16:creationId xmlns:a16="http://schemas.microsoft.com/office/drawing/2014/main" id="{CBE691CF-1777-4792-8B28-FA1D9E8B11A3}"/>
              </a:ext>
            </a:extLst>
          </p:cNvPr>
          <p:cNvSpPr>
            <a:spLocks noGrp="1"/>
          </p:cNvSpPr>
          <p:nvPr/>
        </p:nvSpPr>
        <p:spPr>
          <a:xfrm>
            <a:off x="958988" y="4950624"/>
            <a:ext cx="77143" cy="77143"/>
          </a:xfrm>
          <a:prstGeom prst="ellipse">
            <a:avLst/>
          </a:prstGeom>
          <a:solidFill>
            <a:srgbClr val="27808E">
              <a:alpha val="82000"/>
            </a:srgbClr>
          </a:solidFill>
          <a:ln w="5117">
            <a:solidFill>
              <a:srgbClr val="FFFFFF">
                <a:alpha val="82000"/>
              </a:srgbClr>
            </a:solidFill>
            <a:prstDash val="solid"/>
          </a:ln>
        </p:spPr>
      </p:sp>
      <p:sp>
        <p:nvSpPr>
          <p:cNvPr id="102" name="c_full_paired_ellipse_3559">
            <a:extLst>
              <a:ext uri="{FF2B5EF4-FFF2-40B4-BE49-F238E27FC236}">
                <a16:creationId xmlns:a16="http://schemas.microsoft.com/office/drawing/2014/main" id="{D73FCE60-FA59-493E-B082-27D1CC7D6EEF}"/>
              </a:ext>
            </a:extLst>
          </p:cNvPr>
          <p:cNvSpPr>
            <a:spLocks noGrp="1"/>
          </p:cNvSpPr>
          <p:nvPr/>
        </p:nvSpPr>
        <p:spPr>
          <a:xfrm>
            <a:off x="958988" y="3437984"/>
            <a:ext cx="77143" cy="77143"/>
          </a:xfrm>
          <a:prstGeom prst="ellipse">
            <a:avLst/>
          </a:prstGeom>
          <a:solidFill>
            <a:srgbClr val="27808E">
              <a:alpha val="82000"/>
            </a:srgbClr>
          </a:solidFill>
          <a:ln w="5117">
            <a:solidFill>
              <a:srgbClr val="FFFFFF">
                <a:alpha val="82000"/>
              </a:srgbClr>
            </a:solidFill>
            <a:prstDash val="solid"/>
          </a:ln>
        </p:spPr>
      </p:sp>
      <p:sp>
        <p:nvSpPr>
          <p:cNvPr id="103" name="c_full_paired_ellipse_3560">
            <a:extLst>
              <a:ext uri="{FF2B5EF4-FFF2-40B4-BE49-F238E27FC236}">
                <a16:creationId xmlns:a16="http://schemas.microsoft.com/office/drawing/2014/main" id="{99E15713-38E0-47E3-812F-A031D77F65B4}"/>
              </a:ext>
            </a:extLst>
          </p:cNvPr>
          <p:cNvSpPr>
            <a:spLocks noGrp="1"/>
          </p:cNvSpPr>
          <p:nvPr/>
        </p:nvSpPr>
        <p:spPr>
          <a:xfrm>
            <a:off x="1428428" y="2737550"/>
            <a:ext cx="77143" cy="77143"/>
          </a:xfrm>
          <a:prstGeom prst="ellipse">
            <a:avLst/>
          </a:prstGeom>
          <a:solidFill>
            <a:srgbClr val="33638D">
              <a:alpha val="82000"/>
            </a:srgbClr>
          </a:solidFill>
          <a:ln w="5117">
            <a:solidFill>
              <a:srgbClr val="FFFFFF">
                <a:alpha val="82000"/>
              </a:srgbClr>
            </a:solidFill>
            <a:prstDash val="solid"/>
          </a:ln>
        </p:spPr>
      </p:sp>
      <p:sp>
        <p:nvSpPr>
          <p:cNvPr id="104" name="c_full_paired_ellipse_3561">
            <a:extLst>
              <a:ext uri="{FF2B5EF4-FFF2-40B4-BE49-F238E27FC236}">
                <a16:creationId xmlns:a16="http://schemas.microsoft.com/office/drawing/2014/main" id="{735432C4-C8CE-443D-8723-2494252FB17B}"/>
              </a:ext>
            </a:extLst>
          </p:cNvPr>
          <p:cNvSpPr>
            <a:spLocks noGrp="1"/>
          </p:cNvSpPr>
          <p:nvPr/>
        </p:nvSpPr>
        <p:spPr>
          <a:xfrm>
            <a:off x="958988" y="4950624"/>
            <a:ext cx="77143" cy="77143"/>
          </a:xfrm>
          <a:prstGeom prst="ellipse">
            <a:avLst/>
          </a:prstGeom>
          <a:solidFill>
            <a:srgbClr val="39558C">
              <a:alpha val="82000"/>
            </a:srgbClr>
          </a:solidFill>
          <a:ln w="5117">
            <a:solidFill>
              <a:srgbClr val="FFFFFF">
                <a:alpha val="82000"/>
              </a:srgbClr>
            </a:solidFill>
            <a:prstDash val="solid"/>
          </a:ln>
        </p:spPr>
      </p:sp>
      <p:sp>
        <p:nvSpPr>
          <p:cNvPr id="105" name="c_full_paired_ellipse_3562">
            <a:extLst>
              <a:ext uri="{FF2B5EF4-FFF2-40B4-BE49-F238E27FC236}">
                <a16:creationId xmlns:a16="http://schemas.microsoft.com/office/drawing/2014/main" id="{D4857790-4FE8-4065-8E1B-D7632D2231D1}"/>
              </a:ext>
            </a:extLst>
          </p:cNvPr>
          <p:cNvSpPr>
            <a:spLocks noGrp="1"/>
          </p:cNvSpPr>
          <p:nvPr/>
        </p:nvSpPr>
        <p:spPr>
          <a:xfrm>
            <a:off x="3775628" y="1664544"/>
            <a:ext cx="77143" cy="77143"/>
          </a:xfrm>
          <a:prstGeom prst="ellipse">
            <a:avLst/>
          </a:prstGeom>
          <a:solidFill>
            <a:srgbClr val="23888E">
              <a:alpha val="82000"/>
            </a:srgbClr>
          </a:solidFill>
          <a:ln w="5117">
            <a:solidFill>
              <a:srgbClr val="FFFFFF">
                <a:alpha val="82000"/>
              </a:srgbClr>
            </a:solidFill>
            <a:prstDash val="solid"/>
          </a:ln>
        </p:spPr>
      </p:sp>
      <p:sp>
        <p:nvSpPr>
          <p:cNvPr id="106" name="c_full_paired_ellipse_3563">
            <a:extLst>
              <a:ext uri="{FF2B5EF4-FFF2-40B4-BE49-F238E27FC236}">
                <a16:creationId xmlns:a16="http://schemas.microsoft.com/office/drawing/2014/main" id="{C8DDEB64-1D53-442D-ACDA-289EC7330C5A}"/>
              </a:ext>
            </a:extLst>
          </p:cNvPr>
          <p:cNvSpPr>
            <a:spLocks noGrp="1"/>
          </p:cNvSpPr>
          <p:nvPr/>
        </p:nvSpPr>
        <p:spPr>
          <a:xfrm>
            <a:off x="1506668" y="3051298"/>
            <a:ext cx="77143" cy="77143"/>
          </a:xfrm>
          <a:prstGeom prst="ellipse">
            <a:avLst/>
          </a:prstGeom>
          <a:solidFill>
            <a:srgbClr val="3C508B">
              <a:alpha val="82000"/>
            </a:srgbClr>
          </a:solidFill>
          <a:ln w="5117">
            <a:solidFill>
              <a:srgbClr val="FFFFFF">
                <a:alpha val="82000"/>
              </a:srgbClr>
            </a:solidFill>
            <a:prstDash val="solid"/>
          </a:ln>
        </p:spPr>
      </p:sp>
      <p:sp>
        <p:nvSpPr>
          <p:cNvPr id="107" name="c_full_paired_ellipse_3564">
            <a:extLst>
              <a:ext uri="{FF2B5EF4-FFF2-40B4-BE49-F238E27FC236}">
                <a16:creationId xmlns:a16="http://schemas.microsoft.com/office/drawing/2014/main" id="{B60D3C94-DB99-472A-AEE5-3EA3C91D0FEC}"/>
              </a:ext>
            </a:extLst>
          </p:cNvPr>
          <p:cNvSpPr>
            <a:spLocks noGrp="1"/>
          </p:cNvSpPr>
          <p:nvPr/>
        </p:nvSpPr>
        <p:spPr>
          <a:xfrm>
            <a:off x="2602028" y="3307584"/>
            <a:ext cx="77143" cy="77143"/>
          </a:xfrm>
          <a:prstGeom prst="ellipse">
            <a:avLst/>
          </a:prstGeom>
          <a:solidFill>
            <a:srgbClr val="2F6C8E">
              <a:alpha val="82000"/>
            </a:srgbClr>
          </a:solidFill>
          <a:ln w="5117">
            <a:solidFill>
              <a:srgbClr val="FFFFFF">
                <a:alpha val="82000"/>
              </a:srgbClr>
            </a:solidFill>
            <a:prstDash val="solid"/>
          </a:ln>
        </p:spPr>
      </p:sp>
      <p:sp>
        <p:nvSpPr>
          <p:cNvPr id="108" name="c_full_paired_ellipse_3565">
            <a:extLst>
              <a:ext uri="{FF2B5EF4-FFF2-40B4-BE49-F238E27FC236}">
                <a16:creationId xmlns:a16="http://schemas.microsoft.com/office/drawing/2014/main" id="{D4CB3DEF-5694-45FD-8730-2927222CD595}"/>
              </a:ext>
            </a:extLst>
          </p:cNvPr>
          <p:cNvSpPr>
            <a:spLocks noGrp="1"/>
          </p:cNvSpPr>
          <p:nvPr/>
        </p:nvSpPr>
        <p:spPr>
          <a:xfrm>
            <a:off x="3875384" y="1828848"/>
            <a:ext cx="77143" cy="77143"/>
          </a:xfrm>
          <a:prstGeom prst="ellipse">
            <a:avLst/>
          </a:prstGeom>
          <a:solidFill>
            <a:srgbClr val="27808E">
              <a:alpha val="82000"/>
            </a:srgbClr>
          </a:solidFill>
          <a:ln w="5117">
            <a:solidFill>
              <a:srgbClr val="FFFFFF">
                <a:alpha val="82000"/>
              </a:srgbClr>
            </a:solidFill>
            <a:prstDash val="solid"/>
          </a:ln>
        </p:spPr>
      </p:sp>
      <p:sp>
        <p:nvSpPr>
          <p:cNvPr id="109" name="c_full_paired_ellipse_3566">
            <a:extLst>
              <a:ext uri="{FF2B5EF4-FFF2-40B4-BE49-F238E27FC236}">
                <a16:creationId xmlns:a16="http://schemas.microsoft.com/office/drawing/2014/main" id="{41AC1D44-072C-424A-87C7-0233C56EB504}"/>
              </a:ext>
            </a:extLst>
          </p:cNvPr>
          <p:cNvSpPr>
            <a:spLocks noGrp="1"/>
          </p:cNvSpPr>
          <p:nvPr/>
        </p:nvSpPr>
        <p:spPr>
          <a:xfrm>
            <a:off x="2054348" y="3855264"/>
            <a:ext cx="77143" cy="77143"/>
          </a:xfrm>
          <a:prstGeom prst="ellipse">
            <a:avLst/>
          </a:prstGeom>
          <a:solidFill>
            <a:srgbClr val="3E4A89">
              <a:alpha val="82000"/>
            </a:srgbClr>
          </a:solidFill>
          <a:ln w="5117">
            <a:solidFill>
              <a:srgbClr val="FFFFFF">
                <a:alpha val="82000"/>
              </a:srgbClr>
            </a:solidFill>
            <a:prstDash val="solid"/>
          </a:ln>
        </p:spPr>
      </p:sp>
      <p:sp>
        <p:nvSpPr>
          <p:cNvPr id="110" name="c_full_paired_ellipse_3567">
            <a:extLst>
              <a:ext uri="{FF2B5EF4-FFF2-40B4-BE49-F238E27FC236}">
                <a16:creationId xmlns:a16="http://schemas.microsoft.com/office/drawing/2014/main" id="{2DAF8E21-3224-4ECD-BAE5-AC327462A75C}"/>
              </a:ext>
            </a:extLst>
          </p:cNvPr>
          <p:cNvSpPr>
            <a:spLocks noGrp="1"/>
          </p:cNvSpPr>
          <p:nvPr/>
        </p:nvSpPr>
        <p:spPr>
          <a:xfrm>
            <a:off x="2602028" y="3307584"/>
            <a:ext cx="77143" cy="77143"/>
          </a:xfrm>
          <a:prstGeom prst="ellipse">
            <a:avLst/>
          </a:prstGeom>
          <a:solidFill>
            <a:srgbClr val="2AB07F">
              <a:alpha val="82000"/>
            </a:srgbClr>
          </a:solidFill>
          <a:ln w="5117">
            <a:solidFill>
              <a:srgbClr val="FFFFFF">
                <a:alpha val="82000"/>
              </a:srgbClr>
            </a:solidFill>
            <a:prstDash val="solid"/>
          </a:ln>
        </p:spPr>
      </p:sp>
      <p:sp>
        <p:nvSpPr>
          <p:cNvPr id="111" name="c_full_paired_ellipse_3568">
            <a:extLst>
              <a:ext uri="{FF2B5EF4-FFF2-40B4-BE49-F238E27FC236}">
                <a16:creationId xmlns:a16="http://schemas.microsoft.com/office/drawing/2014/main" id="{821FF633-9D38-4091-9C0D-C70C920AD637}"/>
              </a:ext>
            </a:extLst>
          </p:cNvPr>
          <p:cNvSpPr>
            <a:spLocks noGrp="1"/>
          </p:cNvSpPr>
          <p:nvPr/>
        </p:nvSpPr>
        <p:spPr>
          <a:xfrm>
            <a:off x="1649065" y="4590720"/>
            <a:ext cx="77143" cy="77143"/>
          </a:xfrm>
          <a:prstGeom prst="ellipse">
            <a:avLst/>
          </a:prstGeom>
          <a:solidFill>
            <a:srgbClr val="414487">
              <a:alpha val="82000"/>
            </a:srgbClr>
          </a:solidFill>
          <a:ln w="5117">
            <a:solidFill>
              <a:srgbClr val="FFFFFF">
                <a:alpha val="82000"/>
              </a:srgbClr>
            </a:solidFill>
            <a:prstDash val="solid"/>
          </a:ln>
        </p:spPr>
      </p:sp>
      <p:sp>
        <p:nvSpPr>
          <p:cNvPr id="112" name="c_full_paired_ellipse_3569">
            <a:extLst>
              <a:ext uri="{FF2B5EF4-FFF2-40B4-BE49-F238E27FC236}">
                <a16:creationId xmlns:a16="http://schemas.microsoft.com/office/drawing/2014/main" id="{CA236204-ACCA-4FB5-A012-77F924DCF6E5}"/>
              </a:ext>
            </a:extLst>
          </p:cNvPr>
          <p:cNvSpPr>
            <a:spLocks noGrp="1"/>
          </p:cNvSpPr>
          <p:nvPr/>
        </p:nvSpPr>
        <p:spPr>
          <a:xfrm>
            <a:off x="3110588" y="3093076"/>
            <a:ext cx="77143" cy="77143"/>
          </a:xfrm>
          <a:prstGeom prst="ellipse">
            <a:avLst/>
          </a:prstGeom>
          <a:solidFill>
            <a:srgbClr val="460A5D">
              <a:alpha val="82000"/>
            </a:srgbClr>
          </a:solidFill>
          <a:ln w="5117">
            <a:solidFill>
              <a:srgbClr val="FFFFFF">
                <a:alpha val="82000"/>
              </a:srgbClr>
            </a:solidFill>
            <a:prstDash val="solid"/>
          </a:ln>
        </p:spPr>
      </p:sp>
      <p:sp>
        <p:nvSpPr>
          <p:cNvPr id="113" name="c_full_paired_ellipse_3570">
            <a:extLst>
              <a:ext uri="{FF2B5EF4-FFF2-40B4-BE49-F238E27FC236}">
                <a16:creationId xmlns:a16="http://schemas.microsoft.com/office/drawing/2014/main" id="{FC049643-C5A5-4DD5-AEE6-BBE1973EAA59}"/>
              </a:ext>
            </a:extLst>
          </p:cNvPr>
          <p:cNvSpPr>
            <a:spLocks noGrp="1"/>
          </p:cNvSpPr>
          <p:nvPr/>
        </p:nvSpPr>
        <p:spPr>
          <a:xfrm>
            <a:off x="958988" y="4950624"/>
            <a:ext cx="77143" cy="77143"/>
          </a:xfrm>
          <a:prstGeom prst="ellipse">
            <a:avLst/>
          </a:prstGeom>
          <a:solidFill>
            <a:srgbClr val="482878">
              <a:alpha val="82000"/>
            </a:srgbClr>
          </a:solidFill>
          <a:ln w="5117">
            <a:solidFill>
              <a:srgbClr val="FFFFFF">
                <a:alpha val="82000"/>
              </a:srgbClr>
            </a:solidFill>
            <a:prstDash val="solid"/>
          </a:ln>
        </p:spPr>
      </p:sp>
      <p:sp>
        <p:nvSpPr>
          <p:cNvPr id="114" name="c_full_paired_ellipse_3571">
            <a:extLst>
              <a:ext uri="{FF2B5EF4-FFF2-40B4-BE49-F238E27FC236}">
                <a16:creationId xmlns:a16="http://schemas.microsoft.com/office/drawing/2014/main" id="{E5DB1E48-B9A4-45D4-9FFE-CF758D946E75}"/>
              </a:ext>
            </a:extLst>
          </p:cNvPr>
          <p:cNvSpPr>
            <a:spLocks noGrp="1"/>
          </p:cNvSpPr>
          <p:nvPr/>
        </p:nvSpPr>
        <p:spPr>
          <a:xfrm>
            <a:off x="1506668" y="3855264"/>
            <a:ext cx="77143" cy="77143"/>
          </a:xfrm>
          <a:prstGeom prst="ellipse">
            <a:avLst/>
          </a:prstGeom>
          <a:solidFill>
            <a:srgbClr val="1FA188">
              <a:alpha val="82000"/>
            </a:srgbClr>
          </a:solidFill>
          <a:ln w="5117">
            <a:solidFill>
              <a:srgbClr val="FFFFFF">
                <a:alpha val="82000"/>
              </a:srgbClr>
            </a:solidFill>
            <a:prstDash val="solid"/>
          </a:ln>
        </p:spPr>
      </p:sp>
      <p:sp>
        <p:nvSpPr>
          <p:cNvPr id="115" name="c_full_paired_ellipse_3572">
            <a:extLst>
              <a:ext uri="{FF2B5EF4-FFF2-40B4-BE49-F238E27FC236}">
                <a16:creationId xmlns:a16="http://schemas.microsoft.com/office/drawing/2014/main" id="{50C91572-D17A-4C10-B5B6-FDAB5CE2DA6B}"/>
              </a:ext>
            </a:extLst>
          </p:cNvPr>
          <p:cNvSpPr>
            <a:spLocks noGrp="1"/>
          </p:cNvSpPr>
          <p:nvPr/>
        </p:nvSpPr>
        <p:spPr>
          <a:xfrm>
            <a:off x="3149708" y="2759904"/>
            <a:ext cx="77143" cy="77143"/>
          </a:xfrm>
          <a:prstGeom prst="ellipse">
            <a:avLst/>
          </a:prstGeom>
          <a:solidFill>
            <a:srgbClr val="228C8D">
              <a:alpha val="82000"/>
            </a:srgbClr>
          </a:solidFill>
          <a:ln w="5117">
            <a:solidFill>
              <a:srgbClr val="FFFFFF">
                <a:alpha val="82000"/>
              </a:srgbClr>
            </a:solidFill>
            <a:prstDash val="solid"/>
          </a:ln>
        </p:spPr>
      </p:sp>
      <p:sp>
        <p:nvSpPr>
          <p:cNvPr id="116" name="c_full_paired_ellipse_3573">
            <a:extLst>
              <a:ext uri="{FF2B5EF4-FFF2-40B4-BE49-F238E27FC236}">
                <a16:creationId xmlns:a16="http://schemas.microsoft.com/office/drawing/2014/main" id="{E20CF15F-76DD-4C48-BB4C-680664549478}"/>
              </a:ext>
            </a:extLst>
          </p:cNvPr>
          <p:cNvSpPr>
            <a:spLocks noGrp="1"/>
          </p:cNvSpPr>
          <p:nvPr/>
        </p:nvSpPr>
        <p:spPr>
          <a:xfrm>
            <a:off x="1997842" y="2096637"/>
            <a:ext cx="77143" cy="77143"/>
          </a:xfrm>
          <a:prstGeom prst="ellipse">
            <a:avLst/>
          </a:prstGeom>
          <a:solidFill>
            <a:srgbClr val="218F8D">
              <a:alpha val="82000"/>
            </a:srgbClr>
          </a:solidFill>
          <a:ln w="5117">
            <a:solidFill>
              <a:srgbClr val="FFFFFF">
                <a:alpha val="82000"/>
              </a:srgbClr>
            </a:solidFill>
            <a:prstDash val="solid"/>
          </a:ln>
        </p:spPr>
      </p:sp>
      <p:sp>
        <p:nvSpPr>
          <p:cNvPr id="117" name="c_full_paired_ellipse_3574">
            <a:extLst>
              <a:ext uri="{FF2B5EF4-FFF2-40B4-BE49-F238E27FC236}">
                <a16:creationId xmlns:a16="http://schemas.microsoft.com/office/drawing/2014/main" id="{AC6FC7EB-122E-483B-B12A-D4F684D39A31}"/>
              </a:ext>
            </a:extLst>
          </p:cNvPr>
          <p:cNvSpPr>
            <a:spLocks noGrp="1"/>
          </p:cNvSpPr>
          <p:nvPr/>
        </p:nvSpPr>
        <p:spPr>
          <a:xfrm>
            <a:off x="2602028" y="3307584"/>
            <a:ext cx="77143" cy="77143"/>
          </a:xfrm>
          <a:prstGeom prst="ellipse">
            <a:avLst/>
          </a:prstGeom>
          <a:solidFill>
            <a:srgbClr val="38588C">
              <a:alpha val="82000"/>
            </a:srgbClr>
          </a:solidFill>
          <a:ln w="5117">
            <a:solidFill>
              <a:srgbClr val="FFFFFF">
                <a:alpha val="82000"/>
              </a:srgbClr>
            </a:solidFill>
            <a:prstDash val="solid"/>
          </a:ln>
        </p:spPr>
      </p:sp>
      <p:sp>
        <p:nvSpPr>
          <p:cNvPr id="118" name="c_full_paired_ellipse_3575">
            <a:extLst>
              <a:ext uri="{FF2B5EF4-FFF2-40B4-BE49-F238E27FC236}">
                <a16:creationId xmlns:a16="http://schemas.microsoft.com/office/drawing/2014/main" id="{2F0B2A56-2B8E-47E9-9567-4B8002D1E106}"/>
              </a:ext>
            </a:extLst>
          </p:cNvPr>
          <p:cNvSpPr>
            <a:spLocks noGrp="1"/>
          </p:cNvSpPr>
          <p:nvPr/>
        </p:nvSpPr>
        <p:spPr>
          <a:xfrm>
            <a:off x="1780508" y="4129104"/>
            <a:ext cx="77143" cy="77143"/>
          </a:xfrm>
          <a:prstGeom prst="ellipse">
            <a:avLst/>
          </a:prstGeom>
          <a:solidFill>
            <a:srgbClr val="32658E">
              <a:alpha val="82000"/>
            </a:srgbClr>
          </a:solidFill>
          <a:ln w="5117">
            <a:solidFill>
              <a:srgbClr val="FFFFFF">
                <a:alpha val="82000"/>
              </a:srgbClr>
            </a:solidFill>
            <a:prstDash val="solid"/>
          </a:ln>
        </p:spPr>
      </p:sp>
      <p:sp>
        <p:nvSpPr>
          <p:cNvPr id="119" name="c_full_paired_ellipse_3576">
            <a:extLst>
              <a:ext uri="{FF2B5EF4-FFF2-40B4-BE49-F238E27FC236}">
                <a16:creationId xmlns:a16="http://schemas.microsoft.com/office/drawing/2014/main" id="{35923756-2BCE-4444-A199-2AD629A8F751}"/>
              </a:ext>
            </a:extLst>
          </p:cNvPr>
          <p:cNvSpPr>
            <a:spLocks noGrp="1"/>
          </p:cNvSpPr>
          <p:nvPr/>
        </p:nvSpPr>
        <p:spPr>
          <a:xfrm>
            <a:off x="4245068" y="2603424"/>
            <a:ext cx="77143" cy="77143"/>
          </a:xfrm>
          <a:prstGeom prst="ellipse">
            <a:avLst/>
          </a:prstGeom>
          <a:solidFill>
            <a:srgbClr val="2A788E">
              <a:alpha val="82000"/>
            </a:srgbClr>
          </a:solidFill>
          <a:ln w="5117">
            <a:solidFill>
              <a:srgbClr val="FFFFFF">
                <a:alpha val="82000"/>
              </a:srgbClr>
            </a:solidFill>
            <a:prstDash val="solid"/>
          </a:ln>
        </p:spPr>
      </p:sp>
      <p:sp>
        <p:nvSpPr>
          <p:cNvPr id="120" name="c_full_paired_ellipse_3577">
            <a:extLst>
              <a:ext uri="{FF2B5EF4-FFF2-40B4-BE49-F238E27FC236}">
                <a16:creationId xmlns:a16="http://schemas.microsoft.com/office/drawing/2014/main" id="{A51A7BAB-783D-42B1-B540-7EC4DF93A9F8}"/>
              </a:ext>
            </a:extLst>
          </p:cNvPr>
          <p:cNvSpPr>
            <a:spLocks noGrp="1"/>
          </p:cNvSpPr>
          <p:nvPr/>
        </p:nvSpPr>
        <p:spPr>
          <a:xfrm>
            <a:off x="4245068" y="1664544"/>
            <a:ext cx="77143" cy="77143"/>
          </a:xfrm>
          <a:prstGeom prst="ellipse">
            <a:avLst/>
          </a:prstGeom>
          <a:solidFill>
            <a:srgbClr val="39568C">
              <a:alpha val="82000"/>
            </a:srgbClr>
          </a:solidFill>
          <a:ln w="5117">
            <a:solidFill>
              <a:srgbClr val="FFFFFF">
                <a:alpha val="82000"/>
              </a:srgbClr>
            </a:solidFill>
            <a:prstDash val="solid"/>
          </a:ln>
        </p:spPr>
      </p:sp>
      <p:sp>
        <p:nvSpPr>
          <p:cNvPr id="121" name="c_full_paired_ellipse_3578">
            <a:extLst>
              <a:ext uri="{FF2B5EF4-FFF2-40B4-BE49-F238E27FC236}">
                <a16:creationId xmlns:a16="http://schemas.microsoft.com/office/drawing/2014/main" id="{FCE8C6F9-188B-491A-9298-05E5BB30D578}"/>
              </a:ext>
            </a:extLst>
          </p:cNvPr>
          <p:cNvSpPr>
            <a:spLocks noGrp="1"/>
          </p:cNvSpPr>
          <p:nvPr/>
        </p:nvSpPr>
        <p:spPr>
          <a:xfrm>
            <a:off x="4245068" y="1664544"/>
            <a:ext cx="77143" cy="77143"/>
          </a:xfrm>
          <a:prstGeom prst="ellipse">
            <a:avLst/>
          </a:prstGeom>
          <a:solidFill>
            <a:srgbClr val="228B8D">
              <a:alpha val="82000"/>
            </a:srgbClr>
          </a:solidFill>
          <a:ln w="5117">
            <a:solidFill>
              <a:srgbClr val="FFFFFF">
                <a:alpha val="82000"/>
              </a:srgbClr>
            </a:solidFill>
            <a:prstDash val="solid"/>
          </a:ln>
        </p:spPr>
      </p:sp>
      <p:sp>
        <p:nvSpPr>
          <p:cNvPr id="122" name="c_full_paired_ellipse_3579">
            <a:extLst>
              <a:ext uri="{FF2B5EF4-FFF2-40B4-BE49-F238E27FC236}">
                <a16:creationId xmlns:a16="http://schemas.microsoft.com/office/drawing/2014/main" id="{29360F0D-4E93-4E2D-9C15-65D9B56022BA}"/>
              </a:ext>
            </a:extLst>
          </p:cNvPr>
          <p:cNvSpPr>
            <a:spLocks noGrp="1"/>
          </p:cNvSpPr>
          <p:nvPr/>
        </p:nvSpPr>
        <p:spPr>
          <a:xfrm>
            <a:off x="1041140" y="3955936"/>
            <a:ext cx="77143" cy="77143"/>
          </a:xfrm>
          <a:prstGeom prst="ellipse">
            <a:avLst/>
          </a:prstGeom>
          <a:solidFill>
            <a:srgbClr val="2D708E">
              <a:alpha val="82000"/>
            </a:srgbClr>
          </a:solidFill>
          <a:ln w="5117">
            <a:solidFill>
              <a:srgbClr val="FFFFFF">
                <a:alpha val="82000"/>
              </a:srgbClr>
            </a:solidFill>
            <a:prstDash val="solid"/>
          </a:ln>
        </p:spPr>
      </p:sp>
      <p:sp>
        <p:nvSpPr>
          <p:cNvPr id="123" name="c_full_paired_ellipse_3580">
            <a:extLst>
              <a:ext uri="{FF2B5EF4-FFF2-40B4-BE49-F238E27FC236}">
                <a16:creationId xmlns:a16="http://schemas.microsoft.com/office/drawing/2014/main" id="{5520B2B1-EBC1-46BF-ACAA-0217CAD0D62C}"/>
              </a:ext>
            </a:extLst>
          </p:cNvPr>
          <p:cNvSpPr>
            <a:spLocks noGrp="1"/>
          </p:cNvSpPr>
          <p:nvPr/>
        </p:nvSpPr>
        <p:spPr>
          <a:xfrm>
            <a:off x="958988" y="3125024"/>
            <a:ext cx="77143" cy="77143"/>
          </a:xfrm>
          <a:prstGeom prst="ellipse">
            <a:avLst/>
          </a:prstGeom>
          <a:solidFill>
            <a:srgbClr val="2D708E">
              <a:alpha val="82000"/>
            </a:srgbClr>
          </a:solidFill>
          <a:ln w="5117">
            <a:solidFill>
              <a:srgbClr val="FFFFFF">
                <a:alpha val="82000"/>
              </a:srgbClr>
            </a:solidFill>
            <a:prstDash val="solid"/>
          </a:ln>
        </p:spPr>
      </p:sp>
      <p:sp>
        <p:nvSpPr>
          <p:cNvPr id="124" name="c_full_paired_ellipse_3581">
            <a:extLst>
              <a:ext uri="{FF2B5EF4-FFF2-40B4-BE49-F238E27FC236}">
                <a16:creationId xmlns:a16="http://schemas.microsoft.com/office/drawing/2014/main" id="{E19963D5-FE5F-451C-9C25-5513E5AD0ECB}"/>
              </a:ext>
            </a:extLst>
          </p:cNvPr>
          <p:cNvSpPr>
            <a:spLocks noGrp="1"/>
          </p:cNvSpPr>
          <p:nvPr/>
        </p:nvSpPr>
        <p:spPr>
          <a:xfrm>
            <a:off x="4245068" y="1664544"/>
            <a:ext cx="77143" cy="77143"/>
          </a:xfrm>
          <a:prstGeom prst="ellipse">
            <a:avLst/>
          </a:prstGeom>
          <a:solidFill>
            <a:srgbClr val="34618D">
              <a:alpha val="82000"/>
            </a:srgbClr>
          </a:solidFill>
          <a:ln w="5117">
            <a:solidFill>
              <a:srgbClr val="FFFFFF">
                <a:alpha val="82000"/>
              </a:srgbClr>
            </a:solidFill>
            <a:prstDash val="solid"/>
          </a:ln>
        </p:spPr>
      </p:sp>
      <p:sp>
        <p:nvSpPr>
          <p:cNvPr id="125" name="c_full_paired_ellipse_3582">
            <a:extLst>
              <a:ext uri="{FF2B5EF4-FFF2-40B4-BE49-F238E27FC236}">
                <a16:creationId xmlns:a16="http://schemas.microsoft.com/office/drawing/2014/main" id="{6D0414FE-5473-4D6A-97A8-71467187ED82}"/>
              </a:ext>
            </a:extLst>
          </p:cNvPr>
          <p:cNvSpPr>
            <a:spLocks noGrp="1"/>
          </p:cNvSpPr>
          <p:nvPr/>
        </p:nvSpPr>
        <p:spPr>
          <a:xfrm>
            <a:off x="958988" y="3572456"/>
            <a:ext cx="77143" cy="77143"/>
          </a:xfrm>
          <a:prstGeom prst="ellipse">
            <a:avLst/>
          </a:prstGeom>
          <a:solidFill>
            <a:srgbClr val="22A884">
              <a:alpha val="82000"/>
            </a:srgbClr>
          </a:solidFill>
          <a:ln w="5117">
            <a:solidFill>
              <a:srgbClr val="FFFFFF">
                <a:alpha val="82000"/>
              </a:srgbClr>
            </a:solidFill>
            <a:prstDash val="solid"/>
          </a:ln>
        </p:spPr>
      </p:sp>
      <p:sp>
        <p:nvSpPr>
          <p:cNvPr id="126" name="c_full_paired_ellipse_3583">
            <a:extLst>
              <a:ext uri="{FF2B5EF4-FFF2-40B4-BE49-F238E27FC236}">
                <a16:creationId xmlns:a16="http://schemas.microsoft.com/office/drawing/2014/main" id="{A8C1FD97-88F8-4AC8-A6E9-6F51B2C90AC7}"/>
              </a:ext>
            </a:extLst>
          </p:cNvPr>
          <p:cNvSpPr>
            <a:spLocks noGrp="1"/>
          </p:cNvSpPr>
          <p:nvPr/>
        </p:nvSpPr>
        <p:spPr>
          <a:xfrm>
            <a:off x="3908897" y="1831080"/>
            <a:ext cx="77143" cy="77143"/>
          </a:xfrm>
          <a:prstGeom prst="ellipse">
            <a:avLst/>
          </a:prstGeom>
          <a:solidFill>
            <a:srgbClr val="25AC82">
              <a:alpha val="82000"/>
            </a:srgbClr>
          </a:solidFill>
          <a:ln w="5117">
            <a:solidFill>
              <a:srgbClr val="FFFFFF">
                <a:alpha val="82000"/>
              </a:srgbClr>
            </a:solidFill>
            <a:prstDash val="solid"/>
          </a:ln>
        </p:spPr>
      </p:sp>
      <p:sp>
        <p:nvSpPr>
          <p:cNvPr id="127" name="c_full_paired_ellipse_3584">
            <a:extLst>
              <a:ext uri="{FF2B5EF4-FFF2-40B4-BE49-F238E27FC236}">
                <a16:creationId xmlns:a16="http://schemas.microsoft.com/office/drawing/2014/main" id="{C2700BB6-C650-4014-96F8-7DE9809E1093}"/>
              </a:ext>
            </a:extLst>
          </p:cNvPr>
          <p:cNvSpPr>
            <a:spLocks noGrp="1"/>
          </p:cNvSpPr>
          <p:nvPr/>
        </p:nvSpPr>
        <p:spPr>
          <a:xfrm>
            <a:off x="2602028" y="3307584"/>
            <a:ext cx="77143" cy="77143"/>
          </a:xfrm>
          <a:prstGeom prst="ellipse">
            <a:avLst/>
          </a:prstGeom>
          <a:solidFill>
            <a:srgbClr val="306A8E">
              <a:alpha val="82000"/>
            </a:srgbClr>
          </a:solidFill>
          <a:ln w="5117">
            <a:solidFill>
              <a:srgbClr val="FFFFFF">
                <a:alpha val="82000"/>
              </a:srgbClr>
            </a:solidFill>
            <a:prstDash val="solid"/>
          </a:ln>
        </p:spPr>
      </p:sp>
      <p:sp>
        <p:nvSpPr>
          <p:cNvPr id="128" name="c_full_paired_ellipse_3585">
            <a:extLst>
              <a:ext uri="{FF2B5EF4-FFF2-40B4-BE49-F238E27FC236}">
                <a16:creationId xmlns:a16="http://schemas.microsoft.com/office/drawing/2014/main" id="{236D77C3-990A-451F-9EA6-F349FABB4C21}"/>
              </a:ext>
            </a:extLst>
          </p:cNvPr>
          <p:cNvSpPr>
            <a:spLocks noGrp="1"/>
          </p:cNvSpPr>
          <p:nvPr/>
        </p:nvSpPr>
        <p:spPr>
          <a:xfrm>
            <a:off x="1506668" y="3855264"/>
            <a:ext cx="77143" cy="77143"/>
          </a:xfrm>
          <a:prstGeom prst="ellipse">
            <a:avLst/>
          </a:prstGeom>
          <a:solidFill>
            <a:srgbClr val="34618D">
              <a:alpha val="82000"/>
            </a:srgbClr>
          </a:solidFill>
          <a:ln w="5117">
            <a:solidFill>
              <a:srgbClr val="FFFFFF">
                <a:alpha val="82000"/>
              </a:srgbClr>
            </a:solidFill>
            <a:prstDash val="solid"/>
          </a:ln>
        </p:spPr>
      </p:sp>
      <p:sp>
        <p:nvSpPr>
          <p:cNvPr id="129" name="c_full_paired_ellipse_3586">
            <a:extLst>
              <a:ext uri="{FF2B5EF4-FFF2-40B4-BE49-F238E27FC236}">
                <a16:creationId xmlns:a16="http://schemas.microsoft.com/office/drawing/2014/main" id="{A1902615-0D49-41C9-8B0A-4CB89F277BC3}"/>
              </a:ext>
            </a:extLst>
          </p:cNvPr>
          <p:cNvSpPr>
            <a:spLocks noGrp="1"/>
          </p:cNvSpPr>
          <p:nvPr/>
        </p:nvSpPr>
        <p:spPr>
          <a:xfrm>
            <a:off x="4245068" y="1664544"/>
            <a:ext cx="77143" cy="77143"/>
          </a:xfrm>
          <a:prstGeom prst="ellipse">
            <a:avLst/>
          </a:prstGeom>
          <a:solidFill>
            <a:srgbClr val="39558C">
              <a:alpha val="82000"/>
            </a:srgbClr>
          </a:solidFill>
          <a:ln w="5117">
            <a:solidFill>
              <a:srgbClr val="FFFFFF">
                <a:alpha val="82000"/>
              </a:srgbClr>
            </a:solidFill>
            <a:prstDash val="solid"/>
          </a:ln>
        </p:spPr>
      </p:sp>
      <p:sp>
        <p:nvSpPr>
          <p:cNvPr id="130" name="c_full_paired_ellipse_3587">
            <a:extLst>
              <a:ext uri="{FF2B5EF4-FFF2-40B4-BE49-F238E27FC236}">
                <a16:creationId xmlns:a16="http://schemas.microsoft.com/office/drawing/2014/main" id="{0B4395C2-4883-4E30-82F8-8D872D5B8515}"/>
              </a:ext>
            </a:extLst>
          </p:cNvPr>
          <p:cNvSpPr>
            <a:spLocks noGrp="1"/>
          </p:cNvSpPr>
          <p:nvPr/>
        </p:nvSpPr>
        <p:spPr>
          <a:xfrm>
            <a:off x="3971228" y="1938384"/>
            <a:ext cx="77143" cy="77143"/>
          </a:xfrm>
          <a:prstGeom prst="ellipse">
            <a:avLst/>
          </a:prstGeom>
          <a:solidFill>
            <a:srgbClr val="218E8D">
              <a:alpha val="82000"/>
            </a:srgbClr>
          </a:solidFill>
          <a:ln w="5117">
            <a:solidFill>
              <a:srgbClr val="FFFFFF">
                <a:alpha val="82000"/>
              </a:srgbClr>
            </a:solidFill>
            <a:prstDash val="solid"/>
          </a:ln>
        </p:spPr>
      </p:sp>
      <p:sp>
        <p:nvSpPr>
          <p:cNvPr id="131" name="c_full_paired_ellipse_3588">
            <a:extLst>
              <a:ext uri="{FF2B5EF4-FFF2-40B4-BE49-F238E27FC236}">
                <a16:creationId xmlns:a16="http://schemas.microsoft.com/office/drawing/2014/main" id="{47B8F972-E0B4-4077-BC61-5AEACE256EA2}"/>
              </a:ext>
            </a:extLst>
          </p:cNvPr>
          <p:cNvSpPr>
            <a:spLocks noGrp="1"/>
          </p:cNvSpPr>
          <p:nvPr/>
        </p:nvSpPr>
        <p:spPr>
          <a:xfrm>
            <a:off x="958988" y="4950624"/>
            <a:ext cx="77143" cy="77143"/>
          </a:xfrm>
          <a:prstGeom prst="ellipse">
            <a:avLst/>
          </a:prstGeom>
          <a:solidFill>
            <a:srgbClr val="472F7D">
              <a:alpha val="82000"/>
            </a:srgbClr>
          </a:solidFill>
          <a:ln w="5117">
            <a:solidFill>
              <a:srgbClr val="FFFFFF">
                <a:alpha val="82000"/>
              </a:srgbClr>
            </a:solidFill>
            <a:prstDash val="solid"/>
          </a:ln>
        </p:spPr>
      </p:sp>
      <p:sp>
        <p:nvSpPr>
          <p:cNvPr id="132" name="c_full_paired_ellipse_3589">
            <a:extLst>
              <a:ext uri="{FF2B5EF4-FFF2-40B4-BE49-F238E27FC236}">
                <a16:creationId xmlns:a16="http://schemas.microsoft.com/office/drawing/2014/main" id="{D15E022C-0167-46A5-8F4B-7967B477D692}"/>
              </a:ext>
            </a:extLst>
          </p:cNvPr>
          <p:cNvSpPr>
            <a:spLocks noGrp="1"/>
          </p:cNvSpPr>
          <p:nvPr/>
        </p:nvSpPr>
        <p:spPr>
          <a:xfrm>
            <a:off x="958988" y="4037824"/>
            <a:ext cx="77143" cy="77143"/>
          </a:xfrm>
          <a:prstGeom prst="ellipse">
            <a:avLst/>
          </a:prstGeom>
          <a:solidFill>
            <a:srgbClr val="453781">
              <a:alpha val="82000"/>
            </a:srgbClr>
          </a:solidFill>
          <a:ln w="5117">
            <a:solidFill>
              <a:srgbClr val="FFFFFF">
                <a:alpha val="82000"/>
              </a:srgbClr>
            </a:solidFill>
            <a:prstDash val="solid"/>
          </a:ln>
        </p:spPr>
      </p:sp>
      <p:sp>
        <p:nvSpPr>
          <p:cNvPr id="133" name="c_full_paired_ellipse_3590">
            <a:extLst>
              <a:ext uri="{FF2B5EF4-FFF2-40B4-BE49-F238E27FC236}">
                <a16:creationId xmlns:a16="http://schemas.microsoft.com/office/drawing/2014/main" id="{3F838589-EEC6-4671-A88F-0A6272EAE16D}"/>
              </a:ext>
            </a:extLst>
          </p:cNvPr>
          <p:cNvSpPr>
            <a:spLocks noGrp="1"/>
          </p:cNvSpPr>
          <p:nvPr/>
        </p:nvSpPr>
        <p:spPr>
          <a:xfrm>
            <a:off x="2602028" y="3307584"/>
            <a:ext cx="77143" cy="77143"/>
          </a:xfrm>
          <a:prstGeom prst="ellipse">
            <a:avLst/>
          </a:prstGeom>
          <a:solidFill>
            <a:srgbClr val="287D8E">
              <a:alpha val="82000"/>
            </a:srgbClr>
          </a:solidFill>
          <a:ln w="5117">
            <a:solidFill>
              <a:srgbClr val="FFFFFF">
                <a:alpha val="82000"/>
              </a:srgbClr>
            </a:solidFill>
            <a:prstDash val="solid"/>
          </a:ln>
        </p:spPr>
      </p:sp>
      <p:sp>
        <p:nvSpPr>
          <p:cNvPr id="134" name="c_full_paired_ellipse_3591">
            <a:extLst>
              <a:ext uri="{FF2B5EF4-FFF2-40B4-BE49-F238E27FC236}">
                <a16:creationId xmlns:a16="http://schemas.microsoft.com/office/drawing/2014/main" id="{1C7896DA-76EC-4917-8648-884E802C2281}"/>
              </a:ext>
            </a:extLst>
          </p:cNvPr>
          <p:cNvSpPr>
            <a:spLocks noGrp="1"/>
          </p:cNvSpPr>
          <p:nvPr/>
        </p:nvSpPr>
        <p:spPr>
          <a:xfrm>
            <a:off x="1780508" y="3307584"/>
            <a:ext cx="77143" cy="77143"/>
          </a:xfrm>
          <a:prstGeom prst="ellipse">
            <a:avLst/>
          </a:prstGeom>
          <a:solidFill>
            <a:srgbClr val="297A8E">
              <a:alpha val="82000"/>
            </a:srgbClr>
          </a:solidFill>
          <a:ln w="5117">
            <a:solidFill>
              <a:srgbClr val="FFFFFF">
                <a:alpha val="82000"/>
              </a:srgbClr>
            </a:solidFill>
            <a:prstDash val="solid"/>
          </a:ln>
        </p:spPr>
      </p:sp>
      <p:sp>
        <p:nvSpPr>
          <p:cNvPr id="135" name="c_full_paired_ellipse_3592">
            <a:extLst>
              <a:ext uri="{FF2B5EF4-FFF2-40B4-BE49-F238E27FC236}">
                <a16:creationId xmlns:a16="http://schemas.microsoft.com/office/drawing/2014/main" id="{40423B30-885C-40F6-8D23-A7C79BCEA396}"/>
              </a:ext>
            </a:extLst>
          </p:cNvPr>
          <p:cNvSpPr>
            <a:spLocks noGrp="1"/>
          </p:cNvSpPr>
          <p:nvPr/>
        </p:nvSpPr>
        <p:spPr>
          <a:xfrm>
            <a:off x="1428428" y="4481184"/>
            <a:ext cx="77143" cy="77143"/>
          </a:xfrm>
          <a:prstGeom prst="ellipse">
            <a:avLst/>
          </a:prstGeom>
          <a:solidFill>
            <a:srgbClr val="38588C">
              <a:alpha val="82000"/>
            </a:srgbClr>
          </a:solidFill>
          <a:ln w="5117">
            <a:solidFill>
              <a:srgbClr val="FFFFFF">
                <a:alpha val="82000"/>
              </a:srgbClr>
            </a:solidFill>
            <a:prstDash val="solid"/>
          </a:ln>
        </p:spPr>
      </p:sp>
      <p:sp>
        <p:nvSpPr>
          <p:cNvPr id="136" name="c_full_paired_ellipse_3593">
            <a:extLst>
              <a:ext uri="{FF2B5EF4-FFF2-40B4-BE49-F238E27FC236}">
                <a16:creationId xmlns:a16="http://schemas.microsoft.com/office/drawing/2014/main" id="{784A6E74-421B-444C-AE69-074491E88451}"/>
              </a:ext>
            </a:extLst>
          </p:cNvPr>
          <p:cNvSpPr>
            <a:spLocks noGrp="1"/>
          </p:cNvSpPr>
          <p:nvPr/>
        </p:nvSpPr>
        <p:spPr>
          <a:xfrm>
            <a:off x="2405902" y="3378037"/>
            <a:ext cx="77143" cy="77143"/>
          </a:xfrm>
          <a:prstGeom prst="ellipse">
            <a:avLst/>
          </a:prstGeom>
          <a:solidFill>
            <a:srgbClr val="2D708E">
              <a:alpha val="82000"/>
            </a:srgbClr>
          </a:solidFill>
          <a:ln w="5117">
            <a:solidFill>
              <a:srgbClr val="FFFFFF">
                <a:alpha val="82000"/>
              </a:srgbClr>
            </a:solidFill>
            <a:prstDash val="solid"/>
          </a:ln>
        </p:spPr>
      </p:sp>
      <p:sp>
        <p:nvSpPr>
          <p:cNvPr id="137" name="c_full_paired_ellipse_3594">
            <a:extLst>
              <a:ext uri="{FF2B5EF4-FFF2-40B4-BE49-F238E27FC236}">
                <a16:creationId xmlns:a16="http://schemas.microsoft.com/office/drawing/2014/main" id="{4BBC343B-5C10-4EE7-B37D-456BB65D3972}"/>
              </a:ext>
            </a:extLst>
          </p:cNvPr>
          <p:cNvSpPr>
            <a:spLocks noGrp="1"/>
          </p:cNvSpPr>
          <p:nvPr/>
        </p:nvSpPr>
        <p:spPr>
          <a:xfrm>
            <a:off x="3149708" y="2759904"/>
            <a:ext cx="77143" cy="77143"/>
          </a:xfrm>
          <a:prstGeom prst="ellipse">
            <a:avLst/>
          </a:prstGeom>
          <a:solidFill>
            <a:srgbClr val="287C8E">
              <a:alpha val="82000"/>
            </a:srgbClr>
          </a:solidFill>
          <a:ln w="5117">
            <a:solidFill>
              <a:srgbClr val="FFFFFF">
                <a:alpha val="82000"/>
              </a:srgbClr>
            </a:solidFill>
            <a:prstDash val="solid"/>
          </a:ln>
        </p:spPr>
      </p:sp>
      <p:sp>
        <p:nvSpPr>
          <p:cNvPr id="138" name="c_full_paired_ellipse_3595">
            <a:extLst>
              <a:ext uri="{FF2B5EF4-FFF2-40B4-BE49-F238E27FC236}">
                <a16:creationId xmlns:a16="http://schemas.microsoft.com/office/drawing/2014/main" id="{7A96C5FE-A761-413E-A75E-56E3492F672E}"/>
              </a:ext>
            </a:extLst>
          </p:cNvPr>
          <p:cNvSpPr>
            <a:spLocks noGrp="1"/>
          </p:cNvSpPr>
          <p:nvPr/>
        </p:nvSpPr>
        <p:spPr>
          <a:xfrm>
            <a:off x="2784588" y="2759904"/>
            <a:ext cx="77143" cy="77143"/>
          </a:xfrm>
          <a:prstGeom prst="ellipse">
            <a:avLst/>
          </a:prstGeom>
          <a:solidFill>
            <a:srgbClr val="2A788E">
              <a:alpha val="82000"/>
            </a:srgbClr>
          </a:solidFill>
          <a:ln w="5117">
            <a:solidFill>
              <a:srgbClr val="FFFFFF">
                <a:alpha val="82000"/>
              </a:srgbClr>
            </a:solidFill>
            <a:prstDash val="solid"/>
          </a:ln>
        </p:spPr>
      </p:sp>
      <p:sp>
        <p:nvSpPr>
          <p:cNvPr id="139" name="c_full_paired_ellipse_3596">
            <a:extLst>
              <a:ext uri="{FF2B5EF4-FFF2-40B4-BE49-F238E27FC236}">
                <a16:creationId xmlns:a16="http://schemas.microsoft.com/office/drawing/2014/main" id="{4045FDB3-26F9-40B9-9D88-37EB31C39599}"/>
              </a:ext>
            </a:extLst>
          </p:cNvPr>
          <p:cNvSpPr>
            <a:spLocks noGrp="1"/>
          </p:cNvSpPr>
          <p:nvPr/>
        </p:nvSpPr>
        <p:spPr>
          <a:xfrm>
            <a:off x="958988" y="4950624"/>
            <a:ext cx="77143" cy="77143"/>
          </a:xfrm>
          <a:prstGeom prst="ellipse">
            <a:avLst/>
          </a:prstGeom>
          <a:solidFill>
            <a:srgbClr val="3E4989">
              <a:alpha val="82000"/>
            </a:srgbClr>
          </a:solidFill>
          <a:ln w="5117">
            <a:solidFill>
              <a:srgbClr val="FFFFFF">
                <a:alpha val="82000"/>
              </a:srgbClr>
            </a:solidFill>
            <a:prstDash val="solid"/>
          </a:ln>
        </p:spPr>
      </p:sp>
      <p:sp>
        <p:nvSpPr>
          <p:cNvPr id="140" name="c_full_paired_ellipse_3597">
            <a:extLst>
              <a:ext uri="{FF2B5EF4-FFF2-40B4-BE49-F238E27FC236}">
                <a16:creationId xmlns:a16="http://schemas.microsoft.com/office/drawing/2014/main" id="{DBE760B3-8FB6-4562-8923-8B160948FC24}"/>
              </a:ext>
            </a:extLst>
          </p:cNvPr>
          <p:cNvSpPr>
            <a:spLocks noGrp="1"/>
          </p:cNvSpPr>
          <p:nvPr/>
        </p:nvSpPr>
        <p:spPr>
          <a:xfrm>
            <a:off x="1780508" y="3307584"/>
            <a:ext cx="77143" cy="77143"/>
          </a:xfrm>
          <a:prstGeom prst="ellipse">
            <a:avLst/>
          </a:prstGeom>
          <a:solidFill>
            <a:srgbClr val="31688E">
              <a:alpha val="82000"/>
            </a:srgbClr>
          </a:solidFill>
          <a:ln w="5117">
            <a:solidFill>
              <a:srgbClr val="FFFFFF">
                <a:alpha val="82000"/>
              </a:srgbClr>
            </a:solidFill>
            <a:prstDash val="solid"/>
          </a:ln>
        </p:spPr>
      </p:sp>
      <p:sp>
        <p:nvSpPr>
          <p:cNvPr id="141" name="c_full_paired_ellipse_3598">
            <a:extLst>
              <a:ext uri="{FF2B5EF4-FFF2-40B4-BE49-F238E27FC236}">
                <a16:creationId xmlns:a16="http://schemas.microsoft.com/office/drawing/2014/main" id="{91D5AFE6-5182-4EB6-BC9F-5E19C06600F2}"/>
              </a:ext>
            </a:extLst>
          </p:cNvPr>
          <p:cNvSpPr>
            <a:spLocks noGrp="1"/>
          </p:cNvSpPr>
          <p:nvPr/>
        </p:nvSpPr>
        <p:spPr>
          <a:xfrm>
            <a:off x="3856910" y="2460992"/>
            <a:ext cx="77143" cy="77143"/>
          </a:xfrm>
          <a:prstGeom prst="ellipse">
            <a:avLst/>
          </a:prstGeom>
          <a:solidFill>
            <a:srgbClr val="28AE80">
              <a:alpha val="82000"/>
            </a:srgbClr>
          </a:solidFill>
          <a:ln w="5117">
            <a:solidFill>
              <a:srgbClr val="FFFFFF">
                <a:alpha val="82000"/>
              </a:srgbClr>
            </a:solidFill>
            <a:prstDash val="solid"/>
          </a:ln>
        </p:spPr>
      </p:sp>
      <p:sp>
        <p:nvSpPr>
          <p:cNvPr id="142" name="c_full_paired_ellipse_3599">
            <a:extLst>
              <a:ext uri="{FF2B5EF4-FFF2-40B4-BE49-F238E27FC236}">
                <a16:creationId xmlns:a16="http://schemas.microsoft.com/office/drawing/2014/main" id="{3593E9F9-13E3-45EB-B994-ACD20484B476}"/>
              </a:ext>
            </a:extLst>
          </p:cNvPr>
          <p:cNvSpPr>
            <a:spLocks noGrp="1"/>
          </p:cNvSpPr>
          <p:nvPr/>
        </p:nvSpPr>
        <p:spPr>
          <a:xfrm>
            <a:off x="4245068" y="2718828"/>
            <a:ext cx="77143" cy="77143"/>
          </a:xfrm>
          <a:prstGeom prst="ellipse">
            <a:avLst/>
          </a:prstGeom>
          <a:solidFill>
            <a:srgbClr val="23888E">
              <a:alpha val="82000"/>
            </a:srgbClr>
          </a:solidFill>
          <a:ln w="5117">
            <a:solidFill>
              <a:srgbClr val="FFFFFF">
                <a:alpha val="82000"/>
              </a:srgbClr>
            </a:solidFill>
            <a:prstDash val="solid"/>
          </a:ln>
        </p:spPr>
      </p:sp>
      <p:sp>
        <p:nvSpPr>
          <p:cNvPr id="143" name="c_full_paired_ellipse_3600">
            <a:extLst>
              <a:ext uri="{FF2B5EF4-FFF2-40B4-BE49-F238E27FC236}">
                <a16:creationId xmlns:a16="http://schemas.microsoft.com/office/drawing/2014/main" id="{BB0BBD81-19E0-48A5-9B11-7B42F938E2E6}"/>
              </a:ext>
            </a:extLst>
          </p:cNvPr>
          <p:cNvSpPr>
            <a:spLocks noGrp="1"/>
          </p:cNvSpPr>
          <p:nvPr/>
        </p:nvSpPr>
        <p:spPr>
          <a:xfrm>
            <a:off x="3587852" y="3307584"/>
            <a:ext cx="77143" cy="77143"/>
          </a:xfrm>
          <a:prstGeom prst="ellipse">
            <a:avLst/>
          </a:prstGeom>
          <a:solidFill>
            <a:srgbClr val="34B679">
              <a:alpha val="82000"/>
            </a:srgbClr>
          </a:solidFill>
          <a:ln w="5117">
            <a:solidFill>
              <a:srgbClr val="FFFFFF">
                <a:alpha val="82000"/>
              </a:srgbClr>
            </a:solidFill>
            <a:prstDash val="solid"/>
          </a:ln>
        </p:spPr>
      </p:sp>
      <p:sp>
        <p:nvSpPr>
          <p:cNvPr id="144" name="c_full_paired_ellipse_3601">
            <a:extLst>
              <a:ext uri="{FF2B5EF4-FFF2-40B4-BE49-F238E27FC236}">
                <a16:creationId xmlns:a16="http://schemas.microsoft.com/office/drawing/2014/main" id="{398D7727-47FC-4609-9543-4EE600BF74BF}"/>
              </a:ext>
            </a:extLst>
          </p:cNvPr>
          <p:cNvSpPr>
            <a:spLocks noGrp="1"/>
          </p:cNvSpPr>
          <p:nvPr/>
        </p:nvSpPr>
        <p:spPr>
          <a:xfrm>
            <a:off x="1828217" y="3968657"/>
            <a:ext cx="77143" cy="77143"/>
          </a:xfrm>
          <a:prstGeom prst="ellipse">
            <a:avLst/>
          </a:prstGeom>
          <a:solidFill>
            <a:srgbClr val="39568C">
              <a:alpha val="82000"/>
            </a:srgbClr>
          </a:solidFill>
          <a:ln w="5117">
            <a:solidFill>
              <a:srgbClr val="FFFFFF">
                <a:alpha val="82000"/>
              </a:srgbClr>
            </a:solidFill>
            <a:prstDash val="solid"/>
          </a:ln>
        </p:spPr>
      </p:sp>
      <p:sp>
        <p:nvSpPr>
          <p:cNvPr id="145" name="c_full_paired_ellipse_3602">
            <a:extLst>
              <a:ext uri="{FF2B5EF4-FFF2-40B4-BE49-F238E27FC236}">
                <a16:creationId xmlns:a16="http://schemas.microsoft.com/office/drawing/2014/main" id="{8D5AC4CB-6614-432D-B939-F714C7B0862D}"/>
              </a:ext>
            </a:extLst>
          </p:cNvPr>
          <p:cNvSpPr>
            <a:spLocks noGrp="1"/>
          </p:cNvSpPr>
          <p:nvPr/>
        </p:nvSpPr>
        <p:spPr>
          <a:xfrm>
            <a:off x="3423548" y="2650368"/>
            <a:ext cx="77143" cy="77143"/>
          </a:xfrm>
          <a:prstGeom prst="ellipse">
            <a:avLst/>
          </a:prstGeom>
          <a:solidFill>
            <a:srgbClr val="38598C">
              <a:alpha val="82000"/>
            </a:srgbClr>
          </a:solidFill>
          <a:ln w="5117">
            <a:solidFill>
              <a:srgbClr val="FFFFFF">
                <a:alpha val="82000"/>
              </a:srgbClr>
            </a:solidFill>
            <a:prstDash val="solid"/>
          </a:ln>
        </p:spPr>
      </p:sp>
      <p:sp>
        <p:nvSpPr>
          <p:cNvPr id="146" name="c_full_paired_ellipse_3603">
            <a:extLst>
              <a:ext uri="{FF2B5EF4-FFF2-40B4-BE49-F238E27FC236}">
                <a16:creationId xmlns:a16="http://schemas.microsoft.com/office/drawing/2014/main" id="{C0E42682-8D94-43BB-AE69-FEF4BE2F0C6F}"/>
              </a:ext>
            </a:extLst>
          </p:cNvPr>
          <p:cNvSpPr>
            <a:spLocks noGrp="1"/>
          </p:cNvSpPr>
          <p:nvPr/>
        </p:nvSpPr>
        <p:spPr>
          <a:xfrm>
            <a:off x="958988" y="1664544"/>
            <a:ext cx="77143" cy="77143"/>
          </a:xfrm>
          <a:prstGeom prst="ellipse">
            <a:avLst/>
          </a:prstGeom>
          <a:solidFill>
            <a:srgbClr val="46327E">
              <a:alpha val="82000"/>
            </a:srgbClr>
          </a:solidFill>
          <a:ln w="5117">
            <a:solidFill>
              <a:srgbClr val="FFFFFF">
                <a:alpha val="82000"/>
              </a:srgbClr>
            </a:solidFill>
            <a:prstDash val="solid"/>
          </a:ln>
        </p:spPr>
      </p:sp>
      <p:sp>
        <p:nvSpPr>
          <p:cNvPr id="147" name="c_full_paired_ellipse_3604">
            <a:extLst>
              <a:ext uri="{FF2B5EF4-FFF2-40B4-BE49-F238E27FC236}">
                <a16:creationId xmlns:a16="http://schemas.microsoft.com/office/drawing/2014/main" id="{2A590ADD-4294-4605-B2A2-C9CBAA0E1DC8}"/>
              </a:ext>
            </a:extLst>
          </p:cNvPr>
          <p:cNvSpPr>
            <a:spLocks noGrp="1"/>
          </p:cNvSpPr>
          <p:nvPr/>
        </p:nvSpPr>
        <p:spPr>
          <a:xfrm>
            <a:off x="958988" y="2486064"/>
            <a:ext cx="77143" cy="77143"/>
          </a:xfrm>
          <a:prstGeom prst="ellipse">
            <a:avLst/>
          </a:prstGeom>
          <a:solidFill>
            <a:srgbClr val="46085C">
              <a:alpha val="82000"/>
            </a:srgbClr>
          </a:solidFill>
          <a:ln w="5117">
            <a:solidFill>
              <a:srgbClr val="FFFFFF">
                <a:alpha val="82000"/>
              </a:srgbClr>
            </a:solidFill>
            <a:prstDash val="solid"/>
          </a:ln>
        </p:spPr>
      </p:sp>
      <p:sp>
        <p:nvSpPr>
          <p:cNvPr id="148" name="c_full_paired_ellipse_3605">
            <a:extLst>
              <a:ext uri="{FF2B5EF4-FFF2-40B4-BE49-F238E27FC236}">
                <a16:creationId xmlns:a16="http://schemas.microsoft.com/office/drawing/2014/main" id="{620E6930-9C0A-4102-B3CB-2197F1477E7E}"/>
              </a:ext>
            </a:extLst>
          </p:cNvPr>
          <p:cNvSpPr>
            <a:spLocks noGrp="1"/>
          </p:cNvSpPr>
          <p:nvPr/>
        </p:nvSpPr>
        <p:spPr>
          <a:xfrm>
            <a:off x="2602028" y="1664544"/>
            <a:ext cx="77143" cy="77143"/>
          </a:xfrm>
          <a:prstGeom prst="ellipse">
            <a:avLst/>
          </a:prstGeom>
          <a:solidFill>
            <a:srgbClr val="1F9E89">
              <a:alpha val="82000"/>
            </a:srgbClr>
          </a:solidFill>
          <a:ln w="5117">
            <a:solidFill>
              <a:srgbClr val="FFFFFF">
                <a:alpha val="82000"/>
              </a:srgbClr>
            </a:solidFill>
            <a:prstDash val="solid"/>
          </a:ln>
        </p:spPr>
      </p:sp>
      <p:sp>
        <p:nvSpPr>
          <p:cNvPr id="149" name="c_full_paired_ellipse_3606">
            <a:extLst>
              <a:ext uri="{FF2B5EF4-FFF2-40B4-BE49-F238E27FC236}">
                <a16:creationId xmlns:a16="http://schemas.microsoft.com/office/drawing/2014/main" id="{87A89360-607E-40E3-9190-3F949A1590BB}"/>
              </a:ext>
            </a:extLst>
          </p:cNvPr>
          <p:cNvSpPr>
            <a:spLocks noGrp="1"/>
          </p:cNvSpPr>
          <p:nvPr/>
        </p:nvSpPr>
        <p:spPr>
          <a:xfrm>
            <a:off x="1407665" y="2656333"/>
            <a:ext cx="77143" cy="77143"/>
          </a:xfrm>
          <a:prstGeom prst="ellipse">
            <a:avLst/>
          </a:prstGeom>
          <a:solidFill>
            <a:srgbClr val="39568C">
              <a:alpha val="82000"/>
            </a:srgbClr>
          </a:solidFill>
          <a:ln w="5117">
            <a:solidFill>
              <a:srgbClr val="FFFFFF">
                <a:alpha val="82000"/>
              </a:srgbClr>
            </a:solidFill>
            <a:prstDash val="solid"/>
          </a:ln>
        </p:spPr>
      </p:sp>
      <p:sp>
        <p:nvSpPr>
          <p:cNvPr id="150" name="c_full_paired_ellipse_3607">
            <a:extLst>
              <a:ext uri="{FF2B5EF4-FFF2-40B4-BE49-F238E27FC236}">
                <a16:creationId xmlns:a16="http://schemas.microsoft.com/office/drawing/2014/main" id="{78B93C96-D900-422A-B38B-674561FA50F9}"/>
              </a:ext>
            </a:extLst>
          </p:cNvPr>
          <p:cNvSpPr>
            <a:spLocks noGrp="1"/>
          </p:cNvSpPr>
          <p:nvPr/>
        </p:nvSpPr>
        <p:spPr>
          <a:xfrm>
            <a:off x="3697388" y="2212224"/>
            <a:ext cx="77143" cy="77143"/>
          </a:xfrm>
          <a:prstGeom prst="ellipse">
            <a:avLst/>
          </a:prstGeom>
          <a:solidFill>
            <a:srgbClr val="25AC82">
              <a:alpha val="82000"/>
            </a:srgbClr>
          </a:solidFill>
          <a:ln w="5117">
            <a:solidFill>
              <a:srgbClr val="FFFFFF">
                <a:alpha val="82000"/>
              </a:srgbClr>
            </a:solidFill>
            <a:prstDash val="solid"/>
          </a:ln>
        </p:spPr>
      </p:sp>
      <p:sp>
        <p:nvSpPr>
          <p:cNvPr id="151" name="c_full_paired_ellipse_3608">
            <a:extLst>
              <a:ext uri="{FF2B5EF4-FFF2-40B4-BE49-F238E27FC236}">
                <a16:creationId xmlns:a16="http://schemas.microsoft.com/office/drawing/2014/main" id="{FB1BE618-F5C5-44BB-B446-EE9AA094813C}"/>
              </a:ext>
            </a:extLst>
          </p:cNvPr>
          <p:cNvSpPr>
            <a:spLocks noGrp="1"/>
          </p:cNvSpPr>
          <p:nvPr/>
        </p:nvSpPr>
        <p:spPr>
          <a:xfrm>
            <a:off x="3149708" y="2759904"/>
            <a:ext cx="77143" cy="77143"/>
          </a:xfrm>
          <a:prstGeom prst="ellipse">
            <a:avLst/>
          </a:prstGeom>
          <a:solidFill>
            <a:srgbClr val="277F8E">
              <a:alpha val="82000"/>
            </a:srgbClr>
          </a:solidFill>
          <a:ln w="5117">
            <a:solidFill>
              <a:srgbClr val="FFFFFF">
                <a:alpha val="82000"/>
              </a:srgbClr>
            </a:solidFill>
            <a:prstDash val="solid"/>
          </a:ln>
        </p:spPr>
      </p:sp>
      <p:sp>
        <p:nvSpPr>
          <p:cNvPr id="152" name="c_full_paired_ellipse_3609">
            <a:extLst>
              <a:ext uri="{FF2B5EF4-FFF2-40B4-BE49-F238E27FC236}">
                <a16:creationId xmlns:a16="http://schemas.microsoft.com/office/drawing/2014/main" id="{BE6DAF55-F2C6-4E7A-B31F-9E27B2597113}"/>
              </a:ext>
            </a:extLst>
          </p:cNvPr>
          <p:cNvSpPr>
            <a:spLocks noGrp="1"/>
          </p:cNvSpPr>
          <p:nvPr/>
        </p:nvSpPr>
        <p:spPr>
          <a:xfrm>
            <a:off x="1780508" y="3307584"/>
            <a:ext cx="77143" cy="77143"/>
          </a:xfrm>
          <a:prstGeom prst="ellipse">
            <a:avLst/>
          </a:prstGeom>
          <a:solidFill>
            <a:srgbClr val="2E6F8E">
              <a:alpha val="82000"/>
            </a:srgbClr>
          </a:solidFill>
          <a:ln w="5117">
            <a:solidFill>
              <a:srgbClr val="FFFFFF">
                <a:alpha val="82000"/>
              </a:srgbClr>
            </a:solidFill>
            <a:prstDash val="solid"/>
          </a:ln>
        </p:spPr>
      </p:sp>
      <p:sp>
        <p:nvSpPr>
          <p:cNvPr id="153" name="c_full_paired_ellipse_3610">
            <a:extLst>
              <a:ext uri="{FF2B5EF4-FFF2-40B4-BE49-F238E27FC236}">
                <a16:creationId xmlns:a16="http://schemas.microsoft.com/office/drawing/2014/main" id="{388826C1-8AF8-4D32-8856-56F7D492D5EF}"/>
              </a:ext>
            </a:extLst>
          </p:cNvPr>
          <p:cNvSpPr>
            <a:spLocks noGrp="1"/>
          </p:cNvSpPr>
          <p:nvPr/>
        </p:nvSpPr>
        <p:spPr>
          <a:xfrm>
            <a:off x="2406700" y="3652270"/>
            <a:ext cx="77143" cy="77143"/>
          </a:xfrm>
          <a:prstGeom prst="ellipse">
            <a:avLst/>
          </a:prstGeom>
          <a:solidFill>
            <a:srgbClr val="3E4989">
              <a:alpha val="82000"/>
            </a:srgbClr>
          </a:solidFill>
          <a:ln w="5117">
            <a:solidFill>
              <a:srgbClr val="FFFFFF">
                <a:alpha val="82000"/>
              </a:srgbClr>
            </a:solidFill>
            <a:prstDash val="solid"/>
          </a:ln>
        </p:spPr>
      </p:sp>
      <p:sp>
        <p:nvSpPr>
          <p:cNvPr id="154" name="c_full_paired_ellipse_3611">
            <a:extLst>
              <a:ext uri="{FF2B5EF4-FFF2-40B4-BE49-F238E27FC236}">
                <a16:creationId xmlns:a16="http://schemas.microsoft.com/office/drawing/2014/main" id="{0C9AE673-8FF1-47C5-85F1-B7CB47F1BA9E}"/>
              </a:ext>
            </a:extLst>
          </p:cNvPr>
          <p:cNvSpPr>
            <a:spLocks noGrp="1"/>
          </p:cNvSpPr>
          <p:nvPr/>
        </p:nvSpPr>
        <p:spPr>
          <a:xfrm>
            <a:off x="4245068" y="1664544"/>
            <a:ext cx="77143" cy="77143"/>
          </a:xfrm>
          <a:prstGeom prst="ellipse">
            <a:avLst/>
          </a:prstGeom>
          <a:solidFill>
            <a:srgbClr val="481B6D">
              <a:alpha val="82000"/>
            </a:srgbClr>
          </a:solidFill>
          <a:ln w="5117">
            <a:solidFill>
              <a:srgbClr val="FFFFFF">
                <a:alpha val="82000"/>
              </a:srgbClr>
            </a:solidFill>
            <a:prstDash val="solid"/>
          </a:ln>
        </p:spPr>
      </p:sp>
      <p:sp>
        <p:nvSpPr>
          <p:cNvPr id="155" name="c_full_paired_ellipse_3612">
            <a:extLst>
              <a:ext uri="{FF2B5EF4-FFF2-40B4-BE49-F238E27FC236}">
                <a16:creationId xmlns:a16="http://schemas.microsoft.com/office/drawing/2014/main" id="{EB5F1895-3042-45CE-A973-BE62F16AE5DA}"/>
              </a:ext>
            </a:extLst>
          </p:cNvPr>
          <p:cNvSpPr>
            <a:spLocks noGrp="1"/>
          </p:cNvSpPr>
          <p:nvPr/>
        </p:nvSpPr>
        <p:spPr>
          <a:xfrm>
            <a:off x="958988" y="4950624"/>
            <a:ext cx="77143" cy="77143"/>
          </a:xfrm>
          <a:prstGeom prst="ellipse">
            <a:avLst/>
          </a:prstGeom>
          <a:solidFill>
            <a:srgbClr val="38588C">
              <a:alpha val="82000"/>
            </a:srgbClr>
          </a:solidFill>
          <a:ln w="5117">
            <a:solidFill>
              <a:srgbClr val="FFFFFF">
                <a:alpha val="82000"/>
              </a:srgbClr>
            </a:solidFill>
            <a:prstDash val="solid"/>
          </a:ln>
        </p:spPr>
      </p:sp>
      <p:sp>
        <p:nvSpPr>
          <p:cNvPr id="156" name="c_full_paired_ellipse_3613">
            <a:extLst>
              <a:ext uri="{FF2B5EF4-FFF2-40B4-BE49-F238E27FC236}">
                <a16:creationId xmlns:a16="http://schemas.microsoft.com/office/drawing/2014/main" id="{20F3F425-8D4F-4C30-B15B-A16A0E75B72A}"/>
              </a:ext>
            </a:extLst>
          </p:cNvPr>
          <p:cNvSpPr>
            <a:spLocks noGrp="1"/>
          </p:cNvSpPr>
          <p:nvPr/>
        </p:nvSpPr>
        <p:spPr>
          <a:xfrm>
            <a:off x="2602028" y="3307584"/>
            <a:ext cx="77143" cy="77143"/>
          </a:xfrm>
          <a:prstGeom prst="ellipse">
            <a:avLst/>
          </a:prstGeom>
          <a:solidFill>
            <a:srgbClr val="277E8E">
              <a:alpha val="82000"/>
            </a:srgbClr>
          </a:solidFill>
          <a:ln w="5117">
            <a:solidFill>
              <a:srgbClr val="FFFFFF">
                <a:alpha val="82000"/>
              </a:srgbClr>
            </a:solidFill>
            <a:prstDash val="solid"/>
          </a:ln>
        </p:spPr>
      </p:sp>
      <p:sp>
        <p:nvSpPr>
          <p:cNvPr id="157" name="c_full_paired_ellipse_3614">
            <a:extLst>
              <a:ext uri="{FF2B5EF4-FFF2-40B4-BE49-F238E27FC236}">
                <a16:creationId xmlns:a16="http://schemas.microsoft.com/office/drawing/2014/main" id="{6C86702F-6783-46AC-9CEA-43CC172F2191}"/>
              </a:ext>
            </a:extLst>
          </p:cNvPr>
          <p:cNvSpPr>
            <a:spLocks noGrp="1"/>
          </p:cNvSpPr>
          <p:nvPr/>
        </p:nvSpPr>
        <p:spPr>
          <a:xfrm>
            <a:off x="958988" y="4950624"/>
            <a:ext cx="77143" cy="77143"/>
          </a:xfrm>
          <a:prstGeom prst="ellipse">
            <a:avLst/>
          </a:prstGeom>
          <a:solidFill>
            <a:srgbClr val="306A8E">
              <a:alpha val="82000"/>
            </a:srgbClr>
          </a:solidFill>
          <a:ln w="5117">
            <a:solidFill>
              <a:srgbClr val="FFFFFF">
                <a:alpha val="82000"/>
              </a:srgbClr>
            </a:solidFill>
            <a:prstDash val="solid"/>
          </a:ln>
        </p:spPr>
      </p:sp>
      <p:sp>
        <p:nvSpPr>
          <p:cNvPr id="158" name="c_full_paired_ellipse_3615">
            <a:extLst>
              <a:ext uri="{FF2B5EF4-FFF2-40B4-BE49-F238E27FC236}">
                <a16:creationId xmlns:a16="http://schemas.microsoft.com/office/drawing/2014/main" id="{7E1C15FD-5E3F-4AE1-AF93-A53DD30EDC05}"/>
              </a:ext>
            </a:extLst>
          </p:cNvPr>
          <p:cNvSpPr>
            <a:spLocks noGrp="1"/>
          </p:cNvSpPr>
          <p:nvPr/>
        </p:nvSpPr>
        <p:spPr>
          <a:xfrm>
            <a:off x="2142268" y="3120977"/>
            <a:ext cx="77143" cy="77143"/>
          </a:xfrm>
          <a:prstGeom prst="ellipse">
            <a:avLst/>
          </a:prstGeom>
          <a:solidFill>
            <a:srgbClr val="23888E">
              <a:alpha val="82000"/>
            </a:srgbClr>
          </a:solidFill>
          <a:ln w="5117">
            <a:solidFill>
              <a:srgbClr val="FFFFFF">
                <a:alpha val="82000"/>
              </a:srgbClr>
            </a:solidFill>
            <a:prstDash val="solid"/>
          </a:ln>
        </p:spPr>
      </p:sp>
      <p:sp>
        <p:nvSpPr>
          <p:cNvPr id="159" name="c_full_paired_ellipse_3616">
            <a:extLst>
              <a:ext uri="{FF2B5EF4-FFF2-40B4-BE49-F238E27FC236}">
                <a16:creationId xmlns:a16="http://schemas.microsoft.com/office/drawing/2014/main" id="{680DFA10-5ACA-4A2A-AD43-552679B8B617}"/>
              </a:ext>
            </a:extLst>
          </p:cNvPr>
          <p:cNvSpPr>
            <a:spLocks noGrp="1"/>
          </p:cNvSpPr>
          <p:nvPr/>
        </p:nvSpPr>
        <p:spPr>
          <a:xfrm>
            <a:off x="3907332" y="1834064"/>
            <a:ext cx="77143" cy="77143"/>
          </a:xfrm>
          <a:prstGeom prst="ellipse">
            <a:avLst/>
          </a:prstGeom>
          <a:solidFill>
            <a:srgbClr val="23888E">
              <a:alpha val="82000"/>
            </a:srgbClr>
          </a:solidFill>
          <a:ln w="5117">
            <a:solidFill>
              <a:srgbClr val="FFFFFF">
                <a:alpha val="82000"/>
              </a:srgbClr>
            </a:solidFill>
            <a:prstDash val="solid"/>
          </a:ln>
        </p:spPr>
      </p:sp>
      <p:sp>
        <p:nvSpPr>
          <p:cNvPr id="160" name="c_full_paired_ellipse_3617">
            <a:extLst>
              <a:ext uri="{FF2B5EF4-FFF2-40B4-BE49-F238E27FC236}">
                <a16:creationId xmlns:a16="http://schemas.microsoft.com/office/drawing/2014/main" id="{EB77DDBB-5C7E-4143-8487-0A8B38E842C5}"/>
              </a:ext>
            </a:extLst>
          </p:cNvPr>
          <p:cNvSpPr>
            <a:spLocks noGrp="1"/>
          </p:cNvSpPr>
          <p:nvPr/>
        </p:nvSpPr>
        <p:spPr>
          <a:xfrm>
            <a:off x="1850761" y="4283139"/>
            <a:ext cx="77143" cy="77143"/>
          </a:xfrm>
          <a:prstGeom prst="ellipse">
            <a:avLst/>
          </a:prstGeom>
          <a:solidFill>
            <a:srgbClr val="472E7C">
              <a:alpha val="82000"/>
            </a:srgbClr>
          </a:solidFill>
          <a:ln w="5117">
            <a:solidFill>
              <a:srgbClr val="FFFFFF">
                <a:alpha val="82000"/>
              </a:srgbClr>
            </a:solidFill>
            <a:prstDash val="solid"/>
          </a:ln>
        </p:spPr>
      </p:sp>
      <p:sp>
        <p:nvSpPr>
          <p:cNvPr id="161" name="c_full_paired_ellipse_3618">
            <a:extLst>
              <a:ext uri="{FF2B5EF4-FFF2-40B4-BE49-F238E27FC236}">
                <a16:creationId xmlns:a16="http://schemas.microsoft.com/office/drawing/2014/main" id="{582A42E2-9591-47F8-9589-DF3B31CC9D9B}"/>
              </a:ext>
            </a:extLst>
          </p:cNvPr>
          <p:cNvSpPr>
            <a:spLocks noGrp="1"/>
          </p:cNvSpPr>
          <p:nvPr/>
        </p:nvSpPr>
        <p:spPr>
          <a:xfrm>
            <a:off x="958988" y="1664544"/>
            <a:ext cx="77143" cy="77143"/>
          </a:xfrm>
          <a:prstGeom prst="ellipse">
            <a:avLst/>
          </a:prstGeom>
          <a:solidFill>
            <a:srgbClr val="39568C">
              <a:alpha val="82000"/>
            </a:srgbClr>
          </a:solidFill>
          <a:ln w="5117">
            <a:solidFill>
              <a:srgbClr val="FFFFFF">
                <a:alpha val="82000"/>
              </a:srgbClr>
            </a:solidFill>
            <a:prstDash val="solid"/>
          </a:ln>
        </p:spPr>
      </p:sp>
      <p:sp>
        <p:nvSpPr>
          <p:cNvPr id="162" name="c_full_paired_ellipse_3619">
            <a:extLst>
              <a:ext uri="{FF2B5EF4-FFF2-40B4-BE49-F238E27FC236}">
                <a16:creationId xmlns:a16="http://schemas.microsoft.com/office/drawing/2014/main" id="{4645BF5A-2C67-4F71-8886-35B72047A964}"/>
              </a:ext>
            </a:extLst>
          </p:cNvPr>
          <p:cNvSpPr>
            <a:spLocks noGrp="1"/>
          </p:cNvSpPr>
          <p:nvPr/>
        </p:nvSpPr>
        <p:spPr>
          <a:xfrm>
            <a:off x="958988" y="1664544"/>
            <a:ext cx="77143" cy="77143"/>
          </a:xfrm>
          <a:prstGeom prst="ellipse">
            <a:avLst/>
          </a:prstGeom>
          <a:solidFill>
            <a:srgbClr val="21908D">
              <a:alpha val="82000"/>
            </a:srgbClr>
          </a:solidFill>
          <a:ln w="5117">
            <a:solidFill>
              <a:srgbClr val="FFFFFF">
                <a:alpha val="82000"/>
              </a:srgbClr>
            </a:solidFill>
            <a:prstDash val="solid"/>
          </a:ln>
        </p:spPr>
      </p:sp>
      <p:sp>
        <p:nvSpPr>
          <p:cNvPr id="163" name="c_full_paired_ellipse_3620">
            <a:extLst>
              <a:ext uri="{FF2B5EF4-FFF2-40B4-BE49-F238E27FC236}">
                <a16:creationId xmlns:a16="http://schemas.microsoft.com/office/drawing/2014/main" id="{E2E69022-CDEC-47A3-9DBE-AC2BE3EBEEDE}"/>
              </a:ext>
            </a:extLst>
          </p:cNvPr>
          <p:cNvSpPr>
            <a:spLocks noGrp="1"/>
          </p:cNvSpPr>
          <p:nvPr/>
        </p:nvSpPr>
        <p:spPr>
          <a:xfrm>
            <a:off x="2054348" y="3462760"/>
            <a:ext cx="77143" cy="77143"/>
          </a:xfrm>
          <a:prstGeom prst="ellipse">
            <a:avLst/>
          </a:prstGeom>
          <a:solidFill>
            <a:srgbClr val="414487">
              <a:alpha val="82000"/>
            </a:srgbClr>
          </a:solidFill>
          <a:ln w="5117">
            <a:solidFill>
              <a:srgbClr val="FFFFFF">
                <a:alpha val="82000"/>
              </a:srgbClr>
            </a:solidFill>
            <a:prstDash val="solid"/>
          </a:ln>
        </p:spPr>
      </p:sp>
      <p:sp>
        <p:nvSpPr>
          <p:cNvPr id="164" name="c_full_paired_ellipse_3621">
            <a:extLst>
              <a:ext uri="{FF2B5EF4-FFF2-40B4-BE49-F238E27FC236}">
                <a16:creationId xmlns:a16="http://schemas.microsoft.com/office/drawing/2014/main" id="{76B07A80-ABF0-4B14-97F2-D4192CDF9312}"/>
              </a:ext>
            </a:extLst>
          </p:cNvPr>
          <p:cNvSpPr>
            <a:spLocks noGrp="1"/>
          </p:cNvSpPr>
          <p:nvPr/>
        </p:nvSpPr>
        <p:spPr>
          <a:xfrm>
            <a:off x="958988" y="4950624"/>
            <a:ext cx="77143" cy="77143"/>
          </a:xfrm>
          <a:prstGeom prst="ellipse">
            <a:avLst/>
          </a:prstGeom>
          <a:solidFill>
            <a:srgbClr val="27808E">
              <a:alpha val="82000"/>
            </a:srgbClr>
          </a:solidFill>
          <a:ln w="5117">
            <a:solidFill>
              <a:srgbClr val="FFFFFF">
                <a:alpha val="82000"/>
              </a:srgbClr>
            </a:solidFill>
            <a:prstDash val="solid"/>
          </a:ln>
        </p:spPr>
      </p:sp>
      <p:sp>
        <p:nvSpPr>
          <p:cNvPr id="165" name="c_full_paired_ellipse_3622">
            <a:extLst>
              <a:ext uri="{FF2B5EF4-FFF2-40B4-BE49-F238E27FC236}">
                <a16:creationId xmlns:a16="http://schemas.microsoft.com/office/drawing/2014/main" id="{78F94E1F-4C41-4C94-9A9A-E3AE6DFE5CA7}"/>
              </a:ext>
            </a:extLst>
          </p:cNvPr>
          <p:cNvSpPr>
            <a:spLocks noGrp="1"/>
          </p:cNvSpPr>
          <p:nvPr/>
        </p:nvSpPr>
        <p:spPr>
          <a:xfrm>
            <a:off x="4245068" y="1664544"/>
            <a:ext cx="77143" cy="77143"/>
          </a:xfrm>
          <a:prstGeom prst="ellipse">
            <a:avLst/>
          </a:prstGeom>
          <a:solidFill>
            <a:srgbClr val="404588">
              <a:alpha val="82000"/>
            </a:srgbClr>
          </a:solidFill>
          <a:ln w="5117">
            <a:solidFill>
              <a:srgbClr val="FFFFFF">
                <a:alpha val="82000"/>
              </a:srgbClr>
            </a:solidFill>
            <a:prstDash val="solid"/>
          </a:ln>
        </p:spPr>
      </p:sp>
      <p:sp>
        <p:nvSpPr>
          <p:cNvPr id="166" name="c_full_paired_ellipse_3623">
            <a:extLst>
              <a:ext uri="{FF2B5EF4-FFF2-40B4-BE49-F238E27FC236}">
                <a16:creationId xmlns:a16="http://schemas.microsoft.com/office/drawing/2014/main" id="{FF96E199-F605-4D31-B449-028168E4D4C0}"/>
              </a:ext>
            </a:extLst>
          </p:cNvPr>
          <p:cNvSpPr>
            <a:spLocks noGrp="1"/>
          </p:cNvSpPr>
          <p:nvPr/>
        </p:nvSpPr>
        <p:spPr>
          <a:xfrm>
            <a:off x="2602028" y="3307584"/>
            <a:ext cx="77143" cy="77143"/>
          </a:xfrm>
          <a:prstGeom prst="ellipse">
            <a:avLst/>
          </a:prstGeom>
          <a:solidFill>
            <a:srgbClr val="2C728E">
              <a:alpha val="82000"/>
            </a:srgbClr>
          </a:solidFill>
          <a:ln w="5117">
            <a:solidFill>
              <a:srgbClr val="FFFFFF">
                <a:alpha val="82000"/>
              </a:srgbClr>
            </a:solidFill>
            <a:prstDash val="solid"/>
          </a:ln>
        </p:spPr>
      </p:sp>
      <p:sp>
        <p:nvSpPr>
          <p:cNvPr id="167" name="c_full_paired_ellipse_3624">
            <a:extLst>
              <a:ext uri="{FF2B5EF4-FFF2-40B4-BE49-F238E27FC236}">
                <a16:creationId xmlns:a16="http://schemas.microsoft.com/office/drawing/2014/main" id="{AB2826F1-1FFB-4DAC-A946-7F6265934776}"/>
              </a:ext>
            </a:extLst>
          </p:cNvPr>
          <p:cNvSpPr>
            <a:spLocks noGrp="1"/>
          </p:cNvSpPr>
          <p:nvPr/>
        </p:nvSpPr>
        <p:spPr>
          <a:xfrm>
            <a:off x="1665291" y="4931064"/>
            <a:ext cx="77143" cy="77143"/>
          </a:xfrm>
          <a:prstGeom prst="ellipse">
            <a:avLst/>
          </a:prstGeom>
          <a:solidFill>
            <a:srgbClr val="365D8D">
              <a:alpha val="82000"/>
            </a:srgbClr>
          </a:solidFill>
          <a:ln w="5117">
            <a:solidFill>
              <a:srgbClr val="FFFFFF">
                <a:alpha val="82000"/>
              </a:srgbClr>
            </a:solidFill>
            <a:prstDash val="solid"/>
          </a:ln>
        </p:spPr>
      </p:sp>
      <p:sp>
        <p:nvSpPr>
          <p:cNvPr id="168" name="c_full_paired_ellipse_3625">
            <a:extLst>
              <a:ext uri="{FF2B5EF4-FFF2-40B4-BE49-F238E27FC236}">
                <a16:creationId xmlns:a16="http://schemas.microsoft.com/office/drawing/2014/main" id="{4E382E09-825F-4B04-9FBE-6DCF3D0E7C29}"/>
              </a:ext>
            </a:extLst>
          </p:cNvPr>
          <p:cNvSpPr>
            <a:spLocks noGrp="1"/>
          </p:cNvSpPr>
          <p:nvPr/>
        </p:nvSpPr>
        <p:spPr>
          <a:xfrm>
            <a:off x="2602028" y="4402944"/>
            <a:ext cx="77143" cy="77143"/>
          </a:xfrm>
          <a:prstGeom prst="ellipse">
            <a:avLst/>
          </a:prstGeom>
          <a:solidFill>
            <a:srgbClr val="30698E">
              <a:alpha val="82000"/>
            </a:srgbClr>
          </a:solidFill>
          <a:ln w="5117">
            <a:solidFill>
              <a:srgbClr val="FFFFFF">
                <a:alpha val="82000"/>
              </a:srgbClr>
            </a:solidFill>
            <a:prstDash val="solid"/>
          </a:ln>
        </p:spPr>
      </p:sp>
      <p:sp>
        <p:nvSpPr>
          <p:cNvPr id="169" name="c_full_paired_ellipse_3626">
            <a:extLst>
              <a:ext uri="{FF2B5EF4-FFF2-40B4-BE49-F238E27FC236}">
                <a16:creationId xmlns:a16="http://schemas.microsoft.com/office/drawing/2014/main" id="{CCEB4E80-98C8-4978-B4F7-C98F289FB782}"/>
              </a:ext>
            </a:extLst>
          </p:cNvPr>
          <p:cNvSpPr>
            <a:spLocks noGrp="1"/>
          </p:cNvSpPr>
          <p:nvPr/>
        </p:nvSpPr>
        <p:spPr>
          <a:xfrm>
            <a:off x="4245068" y="1664544"/>
            <a:ext cx="77143" cy="77143"/>
          </a:xfrm>
          <a:prstGeom prst="ellipse">
            <a:avLst/>
          </a:prstGeom>
          <a:solidFill>
            <a:srgbClr val="26828E">
              <a:alpha val="82000"/>
            </a:srgbClr>
          </a:solidFill>
          <a:ln w="5117">
            <a:solidFill>
              <a:srgbClr val="FFFFFF">
                <a:alpha val="82000"/>
              </a:srgbClr>
            </a:solidFill>
            <a:prstDash val="solid"/>
          </a:ln>
        </p:spPr>
      </p:sp>
      <p:sp>
        <p:nvSpPr>
          <p:cNvPr id="170" name="c_full_paired_ellipse_3627">
            <a:extLst>
              <a:ext uri="{FF2B5EF4-FFF2-40B4-BE49-F238E27FC236}">
                <a16:creationId xmlns:a16="http://schemas.microsoft.com/office/drawing/2014/main" id="{C47FC15D-28A0-4C1A-82E3-BC54FF51D2B9}"/>
              </a:ext>
            </a:extLst>
          </p:cNvPr>
          <p:cNvSpPr>
            <a:spLocks noGrp="1"/>
          </p:cNvSpPr>
          <p:nvPr/>
        </p:nvSpPr>
        <p:spPr>
          <a:xfrm>
            <a:off x="2602028" y="3307584"/>
            <a:ext cx="77143" cy="77143"/>
          </a:xfrm>
          <a:prstGeom prst="ellipse">
            <a:avLst/>
          </a:prstGeom>
          <a:solidFill>
            <a:srgbClr val="3D4D8A">
              <a:alpha val="82000"/>
            </a:srgbClr>
          </a:solidFill>
          <a:ln w="5117">
            <a:solidFill>
              <a:srgbClr val="FFFFFF">
                <a:alpha val="82000"/>
              </a:srgbClr>
            </a:solidFill>
            <a:prstDash val="solid"/>
          </a:ln>
        </p:spPr>
      </p:sp>
      <p:sp>
        <p:nvSpPr>
          <p:cNvPr id="171" name="c_full_paired_ellipse_3628">
            <a:extLst>
              <a:ext uri="{FF2B5EF4-FFF2-40B4-BE49-F238E27FC236}">
                <a16:creationId xmlns:a16="http://schemas.microsoft.com/office/drawing/2014/main" id="{CDEBDC72-18AA-408D-81F0-16D7C4527B5F}"/>
              </a:ext>
            </a:extLst>
          </p:cNvPr>
          <p:cNvSpPr>
            <a:spLocks noGrp="1"/>
          </p:cNvSpPr>
          <p:nvPr/>
        </p:nvSpPr>
        <p:spPr>
          <a:xfrm>
            <a:off x="1399414" y="3585366"/>
            <a:ext cx="77143" cy="77143"/>
          </a:xfrm>
          <a:prstGeom prst="ellipse">
            <a:avLst/>
          </a:prstGeom>
          <a:solidFill>
            <a:srgbClr val="2B748E">
              <a:alpha val="82000"/>
            </a:srgbClr>
          </a:solidFill>
          <a:ln w="5117">
            <a:solidFill>
              <a:srgbClr val="FFFFFF">
                <a:alpha val="82000"/>
              </a:srgbClr>
            </a:solidFill>
            <a:prstDash val="solid"/>
          </a:ln>
        </p:spPr>
      </p:sp>
      <p:sp>
        <p:nvSpPr>
          <p:cNvPr id="172" name="c_full_paired_ellipse_3629">
            <a:extLst>
              <a:ext uri="{FF2B5EF4-FFF2-40B4-BE49-F238E27FC236}">
                <a16:creationId xmlns:a16="http://schemas.microsoft.com/office/drawing/2014/main" id="{784E33DA-A8E4-4663-BC96-B56BE5808E1E}"/>
              </a:ext>
            </a:extLst>
          </p:cNvPr>
          <p:cNvSpPr>
            <a:spLocks noGrp="1"/>
          </p:cNvSpPr>
          <p:nvPr/>
        </p:nvSpPr>
        <p:spPr>
          <a:xfrm>
            <a:off x="4245068" y="1664544"/>
            <a:ext cx="77143" cy="77143"/>
          </a:xfrm>
          <a:prstGeom prst="ellipse">
            <a:avLst/>
          </a:prstGeom>
          <a:solidFill>
            <a:srgbClr val="2F6B8E">
              <a:alpha val="82000"/>
            </a:srgbClr>
          </a:solidFill>
          <a:ln w="5117">
            <a:solidFill>
              <a:srgbClr val="FFFFFF">
                <a:alpha val="82000"/>
              </a:srgbClr>
            </a:solidFill>
            <a:prstDash val="solid"/>
          </a:ln>
        </p:spPr>
      </p:sp>
      <p:sp>
        <p:nvSpPr>
          <p:cNvPr id="173" name="c_full_paired_ellipse_3630">
            <a:extLst>
              <a:ext uri="{FF2B5EF4-FFF2-40B4-BE49-F238E27FC236}">
                <a16:creationId xmlns:a16="http://schemas.microsoft.com/office/drawing/2014/main" id="{A9AB3E2B-9CC2-4D09-BB7F-25232132BE10}"/>
              </a:ext>
            </a:extLst>
          </p:cNvPr>
          <p:cNvSpPr>
            <a:spLocks noGrp="1"/>
          </p:cNvSpPr>
          <p:nvPr/>
        </p:nvSpPr>
        <p:spPr>
          <a:xfrm>
            <a:off x="2282548" y="3462760"/>
            <a:ext cx="77143" cy="77143"/>
          </a:xfrm>
          <a:prstGeom prst="ellipse">
            <a:avLst/>
          </a:prstGeom>
          <a:solidFill>
            <a:srgbClr val="3D4D8A">
              <a:alpha val="82000"/>
            </a:srgbClr>
          </a:solidFill>
          <a:ln w="5117">
            <a:solidFill>
              <a:srgbClr val="FFFFFF">
                <a:alpha val="82000"/>
              </a:srgbClr>
            </a:solidFill>
            <a:prstDash val="solid"/>
          </a:ln>
        </p:spPr>
      </p:sp>
      <p:sp>
        <p:nvSpPr>
          <p:cNvPr id="174" name="c_full_paired_ellipse_3631">
            <a:extLst>
              <a:ext uri="{FF2B5EF4-FFF2-40B4-BE49-F238E27FC236}">
                <a16:creationId xmlns:a16="http://schemas.microsoft.com/office/drawing/2014/main" id="{61D34068-4C54-4FDA-8764-B4E0BE221965}"/>
              </a:ext>
            </a:extLst>
          </p:cNvPr>
          <p:cNvSpPr>
            <a:spLocks noGrp="1"/>
          </p:cNvSpPr>
          <p:nvPr/>
        </p:nvSpPr>
        <p:spPr>
          <a:xfrm>
            <a:off x="3149708" y="2759904"/>
            <a:ext cx="77143" cy="77143"/>
          </a:xfrm>
          <a:prstGeom prst="ellipse">
            <a:avLst/>
          </a:prstGeom>
          <a:solidFill>
            <a:srgbClr val="355F8D">
              <a:alpha val="82000"/>
            </a:srgbClr>
          </a:solidFill>
          <a:ln w="5117">
            <a:solidFill>
              <a:srgbClr val="FFFFFF">
                <a:alpha val="82000"/>
              </a:srgbClr>
            </a:solidFill>
            <a:prstDash val="solid"/>
          </a:ln>
        </p:spPr>
      </p:sp>
      <p:sp>
        <p:nvSpPr>
          <p:cNvPr id="175" name="c_full_paired_ellipse_3632">
            <a:extLst>
              <a:ext uri="{FF2B5EF4-FFF2-40B4-BE49-F238E27FC236}">
                <a16:creationId xmlns:a16="http://schemas.microsoft.com/office/drawing/2014/main" id="{0D420953-70C5-44A6-AD36-DC399E3DE46A}"/>
              </a:ext>
            </a:extLst>
          </p:cNvPr>
          <p:cNvSpPr>
            <a:spLocks noGrp="1"/>
          </p:cNvSpPr>
          <p:nvPr/>
        </p:nvSpPr>
        <p:spPr>
          <a:xfrm>
            <a:off x="958988" y="4950624"/>
            <a:ext cx="77143" cy="77143"/>
          </a:xfrm>
          <a:prstGeom prst="ellipse">
            <a:avLst/>
          </a:prstGeom>
          <a:solidFill>
            <a:srgbClr val="5EC962">
              <a:alpha val="82000"/>
            </a:srgbClr>
          </a:solidFill>
          <a:ln w="5117">
            <a:solidFill>
              <a:srgbClr val="FFFFFF">
                <a:alpha val="82000"/>
              </a:srgbClr>
            </a:solidFill>
            <a:prstDash val="solid"/>
          </a:ln>
        </p:spPr>
      </p:sp>
      <p:sp>
        <p:nvSpPr>
          <p:cNvPr id="176" name="c_full_paired_ellipse_3633">
            <a:extLst>
              <a:ext uri="{FF2B5EF4-FFF2-40B4-BE49-F238E27FC236}">
                <a16:creationId xmlns:a16="http://schemas.microsoft.com/office/drawing/2014/main" id="{6BC9296D-5876-4B5A-BEEA-49190B19D910}"/>
              </a:ext>
            </a:extLst>
          </p:cNvPr>
          <p:cNvSpPr>
            <a:spLocks noGrp="1"/>
          </p:cNvSpPr>
          <p:nvPr/>
        </p:nvSpPr>
        <p:spPr>
          <a:xfrm>
            <a:off x="3697388" y="3581424"/>
            <a:ext cx="77143" cy="77143"/>
          </a:xfrm>
          <a:prstGeom prst="ellipse">
            <a:avLst/>
          </a:prstGeom>
          <a:solidFill>
            <a:srgbClr val="25AC82">
              <a:alpha val="82000"/>
            </a:srgbClr>
          </a:solidFill>
          <a:ln w="5117">
            <a:solidFill>
              <a:srgbClr val="FFFFFF">
                <a:alpha val="82000"/>
              </a:srgbClr>
            </a:solidFill>
            <a:prstDash val="solid"/>
          </a:ln>
        </p:spPr>
      </p:sp>
      <p:sp>
        <p:nvSpPr>
          <p:cNvPr id="177" name="c_full_paired_ellipse_3634">
            <a:extLst>
              <a:ext uri="{FF2B5EF4-FFF2-40B4-BE49-F238E27FC236}">
                <a16:creationId xmlns:a16="http://schemas.microsoft.com/office/drawing/2014/main" id="{7599B11D-DF68-4612-81EC-4DC4C00ED601}"/>
              </a:ext>
            </a:extLst>
          </p:cNvPr>
          <p:cNvSpPr>
            <a:spLocks noGrp="1"/>
          </p:cNvSpPr>
          <p:nvPr/>
        </p:nvSpPr>
        <p:spPr>
          <a:xfrm>
            <a:off x="3149708" y="2759904"/>
            <a:ext cx="77143" cy="77143"/>
          </a:xfrm>
          <a:prstGeom prst="ellipse">
            <a:avLst/>
          </a:prstGeom>
          <a:solidFill>
            <a:srgbClr val="33628D">
              <a:alpha val="82000"/>
            </a:srgbClr>
          </a:solidFill>
          <a:ln w="5117">
            <a:solidFill>
              <a:srgbClr val="FFFFFF">
                <a:alpha val="82000"/>
              </a:srgbClr>
            </a:solidFill>
            <a:prstDash val="solid"/>
          </a:ln>
        </p:spPr>
      </p:sp>
      <p:sp>
        <p:nvSpPr>
          <p:cNvPr id="178" name="c_full_paired_ellipse_3635">
            <a:extLst>
              <a:ext uri="{FF2B5EF4-FFF2-40B4-BE49-F238E27FC236}">
                <a16:creationId xmlns:a16="http://schemas.microsoft.com/office/drawing/2014/main" id="{071F9E55-F42E-4BB1-A07E-20B6AD40A9DC}"/>
              </a:ext>
            </a:extLst>
          </p:cNvPr>
          <p:cNvSpPr>
            <a:spLocks noGrp="1"/>
          </p:cNvSpPr>
          <p:nvPr/>
        </p:nvSpPr>
        <p:spPr>
          <a:xfrm>
            <a:off x="958988" y="4950624"/>
            <a:ext cx="77143" cy="77143"/>
          </a:xfrm>
          <a:prstGeom prst="ellipse">
            <a:avLst/>
          </a:prstGeom>
          <a:solidFill>
            <a:srgbClr val="443983">
              <a:alpha val="82000"/>
            </a:srgbClr>
          </a:solidFill>
          <a:ln w="5117">
            <a:solidFill>
              <a:srgbClr val="FFFFFF">
                <a:alpha val="82000"/>
              </a:srgbClr>
            </a:solidFill>
            <a:prstDash val="solid"/>
          </a:ln>
        </p:spPr>
      </p:sp>
      <p:sp>
        <p:nvSpPr>
          <p:cNvPr id="179" name="c_full_paired_ellipse_3636">
            <a:extLst>
              <a:ext uri="{FF2B5EF4-FFF2-40B4-BE49-F238E27FC236}">
                <a16:creationId xmlns:a16="http://schemas.microsoft.com/office/drawing/2014/main" id="{FFA01814-0D6D-424B-B15D-DBEB6F31167C}"/>
              </a:ext>
            </a:extLst>
          </p:cNvPr>
          <p:cNvSpPr>
            <a:spLocks noGrp="1"/>
          </p:cNvSpPr>
          <p:nvPr/>
        </p:nvSpPr>
        <p:spPr>
          <a:xfrm>
            <a:off x="1773771" y="3914523"/>
            <a:ext cx="77143" cy="77143"/>
          </a:xfrm>
          <a:prstGeom prst="ellipse">
            <a:avLst/>
          </a:prstGeom>
          <a:solidFill>
            <a:srgbClr val="2F6B8E">
              <a:alpha val="82000"/>
            </a:srgbClr>
          </a:solidFill>
          <a:ln w="5117">
            <a:solidFill>
              <a:srgbClr val="FFFFFF">
                <a:alpha val="82000"/>
              </a:srgbClr>
            </a:solidFill>
            <a:prstDash val="solid"/>
          </a:ln>
        </p:spPr>
      </p:sp>
      <p:sp>
        <p:nvSpPr>
          <p:cNvPr id="180" name="c_full_paired_ellipse_3637">
            <a:extLst>
              <a:ext uri="{FF2B5EF4-FFF2-40B4-BE49-F238E27FC236}">
                <a16:creationId xmlns:a16="http://schemas.microsoft.com/office/drawing/2014/main" id="{5806AB41-BF5F-4127-9A05-FE22EA650203}"/>
              </a:ext>
            </a:extLst>
          </p:cNvPr>
          <p:cNvSpPr>
            <a:spLocks noGrp="1"/>
          </p:cNvSpPr>
          <p:nvPr/>
        </p:nvSpPr>
        <p:spPr>
          <a:xfrm>
            <a:off x="958988" y="4950624"/>
            <a:ext cx="77143" cy="77143"/>
          </a:xfrm>
          <a:prstGeom prst="ellipse">
            <a:avLst/>
          </a:prstGeom>
          <a:solidFill>
            <a:srgbClr val="470E61">
              <a:alpha val="82000"/>
            </a:srgbClr>
          </a:solidFill>
          <a:ln w="5117">
            <a:solidFill>
              <a:srgbClr val="FFFFFF">
                <a:alpha val="82000"/>
              </a:srgbClr>
            </a:solidFill>
            <a:prstDash val="solid"/>
          </a:ln>
        </p:spPr>
      </p:sp>
      <p:sp>
        <p:nvSpPr>
          <p:cNvPr id="181" name="c_full_paired_ellipse_3638">
            <a:extLst>
              <a:ext uri="{FF2B5EF4-FFF2-40B4-BE49-F238E27FC236}">
                <a16:creationId xmlns:a16="http://schemas.microsoft.com/office/drawing/2014/main" id="{8F12C1CE-3428-42AD-947C-0402715843A5}"/>
              </a:ext>
            </a:extLst>
          </p:cNvPr>
          <p:cNvSpPr>
            <a:spLocks noGrp="1"/>
          </p:cNvSpPr>
          <p:nvPr/>
        </p:nvSpPr>
        <p:spPr>
          <a:xfrm>
            <a:off x="1123292" y="3928703"/>
            <a:ext cx="77143" cy="77143"/>
          </a:xfrm>
          <a:prstGeom prst="ellipse">
            <a:avLst/>
          </a:prstGeom>
          <a:solidFill>
            <a:srgbClr val="21908D">
              <a:alpha val="82000"/>
            </a:srgbClr>
          </a:solidFill>
          <a:ln w="5117">
            <a:solidFill>
              <a:srgbClr val="FFFFFF">
                <a:alpha val="82000"/>
              </a:srgbClr>
            </a:solidFill>
            <a:prstDash val="solid"/>
          </a:ln>
        </p:spPr>
      </p:sp>
      <p:sp>
        <p:nvSpPr>
          <p:cNvPr id="182" name="c_full_paired_ellipse_3639">
            <a:extLst>
              <a:ext uri="{FF2B5EF4-FFF2-40B4-BE49-F238E27FC236}">
                <a16:creationId xmlns:a16="http://schemas.microsoft.com/office/drawing/2014/main" id="{B5A5B4FA-954E-40C9-9626-232920FEAEE1}"/>
              </a:ext>
            </a:extLst>
          </p:cNvPr>
          <p:cNvSpPr>
            <a:spLocks noGrp="1"/>
          </p:cNvSpPr>
          <p:nvPr/>
        </p:nvSpPr>
        <p:spPr>
          <a:xfrm>
            <a:off x="1156675" y="4720598"/>
            <a:ext cx="77143" cy="77143"/>
          </a:xfrm>
          <a:prstGeom prst="ellipse">
            <a:avLst/>
          </a:prstGeom>
          <a:solidFill>
            <a:srgbClr val="30698E">
              <a:alpha val="82000"/>
            </a:srgbClr>
          </a:solidFill>
          <a:ln w="5117">
            <a:solidFill>
              <a:srgbClr val="FFFFFF">
                <a:alpha val="82000"/>
              </a:srgbClr>
            </a:solidFill>
            <a:prstDash val="solid"/>
          </a:ln>
        </p:spPr>
      </p:sp>
      <p:sp>
        <p:nvSpPr>
          <p:cNvPr id="183" name="c_full_paired_ellipse_3640">
            <a:extLst>
              <a:ext uri="{FF2B5EF4-FFF2-40B4-BE49-F238E27FC236}">
                <a16:creationId xmlns:a16="http://schemas.microsoft.com/office/drawing/2014/main" id="{835C890D-4562-4D0B-8C3F-F38046734BC0}"/>
              </a:ext>
            </a:extLst>
          </p:cNvPr>
          <p:cNvSpPr>
            <a:spLocks noGrp="1"/>
          </p:cNvSpPr>
          <p:nvPr/>
        </p:nvSpPr>
        <p:spPr>
          <a:xfrm>
            <a:off x="2695789" y="2776453"/>
            <a:ext cx="77143" cy="77143"/>
          </a:xfrm>
          <a:prstGeom prst="ellipse">
            <a:avLst/>
          </a:prstGeom>
          <a:solidFill>
            <a:srgbClr val="482475">
              <a:alpha val="82000"/>
            </a:srgbClr>
          </a:solidFill>
          <a:ln w="5117">
            <a:solidFill>
              <a:srgbClr val="FFFFFF">
                <a:alpha val="82000"/>
              </a:srgbClr>
            </a:solidFill>
            <a:prstDash val="solid"/>
          </a:ln>
        </p:spPr>
      </p:sp>
      <p:sp>
        <p:nvSpPr>
          <p:cNvPr id="184" name="c_full_paired_ellipse_3641">
            <a:extLst>
              <a:ext uri="{FF2B5EF4-FFF2-40B4-BE49-F238E27FC236}">
                <a16:creationId xmlns:a16="http://schemas.microsoft.com/office/drawing/2014/main" id="{ECC278D2-7CB7-4B53-A04F-1C5B8C318F8B}"/>
              </a:ext>
            </a:extLst>
          </p:cNvPr>
          <p:cNvSpPr>
            <a:spLocks noGrp="1"/>
          </p:cNvSpPr>
          <p:nvPr/>
        </p:nvSpPr>
        <p:spPr>
          <a:xfrm>
            <a:off x="958988" y="4950624"/>
            <a:ext cx="77143" cy="77143"/>
          </a:xfrm>
          <a:prstGeom prst="ellipse">
            <a:avLst/>
          </a:prstGeom>
          <a:solidFill>
            <a:srgbClr val="2C718E">
              <a:alpha val="82000"/>
            </a:srgbClr>
          </a:solidFill>
          <a:ln w="5117">
            <a:solidFill>
              <a:srgbClr val="FFFFFF">
                <a:alpha val="82000"/>
              </a:srgbClr>
            </a:solidFill>
            <a:prstDash val="solid"/>
          </a:ln>
        </p:spPr>
      </p:sp>
      <p:sp>
        <p:nvSpPr>
          <p:cNvPr id="185" name="c_full_paired_ellipse_3642">
            <a:extLst>
              <a:ext uri="{FF2B5EF4-FFF2-40B4-BE49-F238E27FC236}">
                <a16:creationId xmlns:a16="http://schemas.microsoft.com/office/drawing/2014/main" id="{B72E36A6-2DCF-427D-992A-67A5001AD0DB}"/>
              </a:ext>
            </a:extLst>
          </p:cNvPr>
          <p:cNvSpPr>
            <a:spLocks noGrp="1"/>
          </p:cNvSpPr>
          <p:nvPr/>
        </p:nvSpPr>
        <p:spPr>
          <a:xfrm>
            <a:off x="4245068" y="1664544"/>
            <a:ext cx="77143" cy="77143"/>
          </a:xfrm>
          <a:prstGeom prst="ellipse">
            <a:avLst/>
          </a:prstGeom>
          <a:solidFill>
            <a:srgbClr val="2A788E">
              <a:alpha val="82000"/>
            </a:srgbClr>
          </a:solidFill>
          <a:ln w="5117">
            <a:solidFill>
              <a:srgbClr val="FFFFFF">
                <a:alpha val="82000"/>
              </a:srgbClr>
            </a:solidFill>
            <a:prstDash val="solid"/>
          </a:ln>
        </p:spPr>
      </p:sp>
      <p:sp>
        <p:nvSpPr>
          <p:cNvPr id="186" name="c_full_paired_ellipse_3643">
            <a:extLst>
              <a:ext uri="{FF2B5EF4-FFF2-40B4-BE49-F238E27FC236}">
                <a16:creationId xmlns:a16="http://schemas.microsoft.com/office/drawing/2014/main" id="{CB6EC2DD-527A-4A0E-A46E-079B7D0C26F3}"/>
              </a:ext>
            </a:extLst>
          </p:cNvPr>
          <p:cNvSpPr>
            <a:spLocks noGrp="1"/>
          </p:cNvSpPr>
          <p:nvPr/>
        </p:nvSpPr>
        <p:spPr>
          <a:xfrm>
            <a:off x="4104149" y="1664544"/>
            <a:ext cx="77143" cy="77143"/>
          </a:xfrm>
          <a:prstGeom prst="ellipse">
            <a:avLst/>
          </a:prstGeom>
          <a:solidFill>
            <a:srgbClr val="1F948C">
              <a:alpha val="82000"/>
            </a:srgbClr>
          </a:solidFill>
          <a:ln w="5117">
            <a:solidFill>
              <a:srgbClr val="FFFFFF">
                <a:alpha val="82000"/>
              </a:srgbClr>
            </a:solidFill>
            <a:prstDash val="solid"/>
          </a:ln>
        </p:spPr>
      </p:sp>
      <p:sp>
        <p:nvSpPr>
          <p:cNvPr id="187" name="c_full_paired_ellipse_3644">
            <a:extLst>
              <a:ext uri="{FF2B5EF4-FFF2-40B4-BE49-F238E27FC236}">
                <a16:creationId xmlns:a16="http://schemas.microsoft.com/office/drawing/2014/main" id="{E95FDD2F-D5A4-4FA2-8C34-8DC0E0282A42}"/>
              </a:ext>
            </a:extLst>
          </p:cNvPr>
          <p:cNvSpPr>
            <a:spLocks noGrp="1"/>
          </p:cNvSpPr>
          <p:nvPr/>
        </p:nvSpPr>
        <p:spPr>
          <a:xfrm>
            <a:off x="3149708" y="2759904"/>
            <a:ext cx="77143" cy="77143"/>
          </a:xfrm>
          <a:prstGeom prst="ellipse">
            <a:avLst/>
          </a:prstGeom>
          <a:solidFill>
            <a:srgbClr val="31688E">
              <a:alpha val="82000"/>
            </a:srgbClr>
          </a:solidFill>
          <a:ln w="5117">
            <a:solidFill>
              <a:srgbClr val="FFFFFF">
                <a:alpha val="82000"/>
              </a:srgbClr>
            </a:solidFill>
            <a:prstDash val="solid"/>
          </a:ln>
        </p:spPr>
      </p:sp>
      <p:sp>
        <p:nvSpPr>
          <p:cNvPr id="188" name="c_full_paired_ellipse_3645">
            <a:extLst>
              <a:ext uri="{FF2B5EF4-FFF2-40B4-BE49-F238E27FC236}">
                <a16:creationId xmlns:a16="http://schemas.microsoft.com/office/drawing/2014/main" id="{8B92CB0B-62F8-481C-9B80-726621CDE51F}"/>
              </a:ext>
            </a:extLst>
          </p:cNvPr>
          <p:cNvSpPr>
            <a:spLocks noGrp="1"/>
          </p:cNvSpPr>
          <p:nvPr/>
        </p:nvSpPr>
        <p:spPr>
          <a:xfrm>
            <a:off x="4245068" y="1664544"/>
            <a:ext cx="77143" cy="77143"/>
          </a:xfrm>
          <a:prstGeom prst="ellipse">
            <a:avLst/>
          </a:prstGeom>
          <a:solidFill>
            <a:srgbClr val="3C4F8A">
              <a:alpha val="82000"/>
            </a:srgbClr>
          </a:solidFill>
          <a:ln w="5117">
            <a:solidFill>
              <a:srgbClr val="FFFFFF">
                <a:alpha val="82000"/>
              </a:srgbClr>
            </a:solidFill>
            <a:prstDash val="solid"/>
          </a:ln>
        </p:spPr>
      </p:sp>
      <p:sp>
        <p:nvSpPr>
          <p:cNvPr id="189" name="c_full_paired_ellipse_3646">
            <a:extLst>
              <a:ext uri="{FF2B5EF4-FFF2-40B4-BE49-F238E27FC236}">
                <a16:creationId xmlns:a16="http://schemas.microsoft.com/office/drawing/2014/main" id="{039EAD04-A1D7-45CD-B0D7-32F98628C655}"/>
              </a:ext>
            </a:extLst>
          </p:cNvPr>
          <p:cNvSpPr>
            <a:spLocks noGrp="1"/>
          </p:cNvSpPr>
          <p:nvPr/>
        </p:nvSpPr>
        <p:spPr>
          <a:xfrm>
            <a:off x="958988" y="4129104"/>
            <a:ext cx="77143" cy="77143"/>
          </a:xfrm>
          <a:prstGeom prst="ellipse">
            <a:avLst/>
          </a:prstGeom>
          <a:solidFill>
            <a:srgbClr val="32648E">
              <a:alpha val="82000"/>
            </a:srgbClr>
          </a:solidFill>
          <a:ln w="5117">
            <a:solidFill>
              <a:srgbClr val="FFFFFF">
                <a:alpha val="82000"/>
              </a:srgbClr>
            </a:solidFill>
            <a:prstDash val="solid"/>
          </a:ln>
        </p:spPr>
      </p:sp>
      <p:sp>
        <p:nvSpPr>
          <p:cNvPr id="190" name="c_full_paired_ellipse_3647">
            <a:extLst>
              <a:ext uri="{FF2B5EF4-FFF2-40B4-BE49-F238E27FC236}">
                <a16:creationId xmlns:a16="http://schemas.microsoft.com/office/drawing/2014/main" id="{2A8FCD30-5426-4E0E-B23B-2653AE7D84B9}"/>
              </a:ext>
            </a:extLst>
          </p:cNvPr>
          <p:cNvSpPr>
            <a:spLocks noGrp="1"/>
          </p:cNvSpPr>
          <p:nvPr/>
        </p:nvSpPr>
        <p:spPr>
          <a:xfrm>
            <a:off x="3280049" y="2665038"/>
            <a:ext cx="77143" cy="77143"/>
          </a:xfrm>
          <a:prstGeom prst="ellipse">
            <a:avLst/>
          </a:prstGeom>
          <a:solidFill>
            <a:srgbClr val="2D708E">
              <a:alpha val="82000"/>
            </a:srgbClr>
          </a:solidFill>
          <a:ln w="5117">
            <a:solidFill>
              <a:srgbClr val="FFFFFF">
                <a:alpha val="82000"/>
              </a:srgbClr>
            </a:solidFill>
            <a:prstDash val="solid"/>
          </a:ln>
        </p:spPr>
      </p:sp>
      <p:sp>
        <p:nvSpPr>
          <p:cNvPr id="191" name="c_full_paired_ellipse_3648">
            <a:extLst>
              <a:ext uri="{FF2B5EF4-FFF2-40B4-BE49-F238E27FC236}">
                <a16:creationId xmlns:a16="http://schemas.microsoft.com/office/drawing/2014/main" id="{F29FE090-7A57-4144-9B27-D7627BE70A74}"/>
              </a:ext>
            </a:extLst>
          </p:cNvPr>
          <p:cNvSpPr>
            <a:spLocks noGrp="1"/>
          </p:cNvSpPr>
          <p:nvPr/>
        </p:nvSpPr>
        <p:spPr>
          <a:xfrm>
            <a:off x="1546223" y="4256896"/>
            <a:ext cx="77143" cy="77143"/>
          </a:xfrm>
          <a:prstGeom prst="ellipse">
            <a:avLst/>
          </a:prstGeom>
          <a:solidFill>
            <a:srgbClr val="23888E">
              <a:alpha val="82000"/>
            </a:srgbClr>
          </a:solidFill>
          <a:ln w="5117">
            <a:solidFill>
              <a:srgbClr val="FFFFFF">
                <a:alpha val="82000"/>
              </a:srgbClr>
            </a:solidFill>
            <a:prstDash val="solid"/>
          </a:ln>
        </p:spPr>
      </p:sp>
      <p:sp>
        <p:nvSpPr>
          <p:cNvPr id="192" name="c_full_paired_ellipse_3649">
            <a:extLst>
              <a:ext uri="{FF2B5EF4-FFF2-40B4-BE49-F238E27FC236}">
                <a16:creationId xmlns:a16="http://schemas.microsoft.com/office/drawing/2014/main" id="{C94A7401-B417-458B-841B-56A4453BF3DE}"/>
              </a:ext>
            </a:extLst>
          </p:cNvPr>
          <p:cNvSpPr>
            <a:spLocks noGrp="1"/>
          </p:cNvSpPr>
          <p:nvPr/>
        </p:nvSpPr>
        <p:spPr>
          <a:xfrm>
            <a:off x="2328188" y="2725674"/>
            <a:ext cx="77143" cy="77143"/>
          </a:xfrm>
          <a:prstGeom prst="ellipse">
            <a:avLst/>
          </a:prstGeom>
          <a:solidFill>
            <a:srgbClr val="297A8E">
              <a:alpha val="82000"/>
            </a:srgbClr>
          </a:solidFill>
          <a:ln w="5117">
            <a:solidFill>
              <a:srgbClr val="FFFFFF">
                <a:alpha val="82000"/>
              </a:srgbClr>
            </a:solidFill>
            <a:prstDash val="solid"/>
          </a:ln>
        </p:spPr>
      </p:sp>
      <p:sp>
        <p:nvSpPr>
          <p:cNvPr id="193" name="c_full_paired_ellipse_3650">
            <a:extLst>
              <a:ext uri="{FF2B5EF4-FFF2-40B4-BE49-F238E27FC236}">
                <a16:creationId xmlns:a16="http://schemas.microsoft.com/office/drawing/2014/main" id="{F145FC3E-3395-43C4-983D-3111BBEDEE6A}"/>
              </a:ext>
            </a:extLst>
          </p:cNvPr>
          <p:cNvSpPr>
            <a:spLocks noGrp="1"/>
          </p:cNvSpPr>
          <p:nvPr/>
        </p:nvSpPr>
        <p:spPr>
          <a:xfrm>
            <a:off x="4245068" y="3581424"/>
            <a:ext cx="77143" cy="77143"/>
          </a:xfrm>
          <a:prstGeom prst="ellipse">
            <a:avLst/>
          </a:prstGeom>
          <a:solidFill>
            <a:srgbClr val="375A8C">
              <a:alpha val="82000"/>
            </a:srgbClr>
          </a:solidFill>
          <a:ln w="5117">
            <a:solidFill>
              <a:srgbClr val="FFFFFF">
                <a:alpha val="82000"/>
              </a:srgbClr>
            </a:solidFill>
            <a:prstDash val="solid"/>
          </a:ln>
        </p:spPr>
      </p:sp>
      <p:sp>
        <p:nvSpPr>
          <p:cNvPr id="194" name="c_full_paired_ellipse_3651">
            <a:extLst>
              <a:ext uri="{FF2B5EF4-FFF2-40B4-BE49-F238E27FC236}">
                <a16:creationId xmlns:a16="http://schemas.microsoft.com/office/drawing/2014/main" id="{8D2ED8FB-8047-4B23-A161-260255114A50}"/>
              </a:ext>
            </a:extLst>
          </p:cNvPr>
          <p:cNvSpPr>
            <a:spLocks noGrp="1"/>
          </p:cNvSpPr>
          <p:nvPr/>
        </p:nvSpPr>
        <p:spPr>
          <a:xfrm>
            <a:off x="2602028" y="3307584"/>
            <a:ext cx="77143" cy="77143"/>
          </a:xfrm>
          <a:prstGeom prst="ellipse">
            <a:avLst/>
          </a:prstGeom>
          <a:solidFill>
            <a:srgbClr val="31688E">
              <a:alpha val="82000"/>
            </a:srgbClr>
          </a:solidFill>
          <a:ln w="5117">
            <a:solidFill>
              <a:srgbClr val="FFFFFF">
                <a:alpha val="82000"/>
              </a:srgbClr>
            </a:solidFill>
            <a:prstDash val="solid"/>
          </a:ln>
        </p:spPr>
      </p:sp>
      <p:sp>
        <p:nvSpPr>
          <p:cNvPr id="195" name="c_full_paired_ellipse_3652">
            <a:extLst>
              <a:ext uri="{FF2B5EF4-FFF2-40B4-BE49-F238E27FC236}">
                <a16:creationId xmlns:a16="http://schemas.microsoft.com/office/drawing/2014/main" id="{96FCF9C3-E7A9-4914-A2D5-20096A7C6D67}"/>
              </a:ext>
            </a:extLst>
          </p:cNvPr>
          <p:cNvSpPr>
            <a:spLocks noGrp="1"/>
          </p:cNvSpPr>
          <p:nvPr/>
        </p:nvSpPr>
        <p:spPr>
          <a:xfrm>
            <a:off x="958988" y="3964800"/>
            <a:ext cx="77143" cy="77143"/>
          </a:xfrm>
          <a:prstGeom prst="ellipse">
            <a:avLst/>
          </a:prstGeom>
          <a:solidFill>
            <a:srgbClr val="433E85">
              <a:alpha val="82000"/>
            </a:srgbClr>
          </a:solidFill>
          <a:ln w="5117">
            <a:solidFill>
              <a:srgbClr val="FFFFFF">
                <a:alpha val="82000"/>
              </a:srgbClr>
            </a:solidFill>
            <a:prstDash val="solid"/>
          </a:ln>
        </p:spPr>
      </p:sp>
      <p:sp>
        <p:nvSpPr>
          <p:cNvPr id="196" name="c_full_paired_ellipse_3653">
            <a:extLst>
              <a:ext uri="{FF2B5EF4-FFF2-40B4-BE49-F238E27FC236}">
                <a16:creationId xmlns:a16="http://schemas.microsoft.com/office/drawing/2014/main" id="{62829020-1EA8-4863-9D7F-4DF2C7804995}"/>
              </a:ext>
            </a:extLst>
          </p:cNvPr>
          <p:cNvSpPr>
            <a:spLocks noGrp="1"/>
          </p:cNvSpPr>
          <p:nvPr/>
        </p:nvSpPr>
        <p:spPr>
          <a:xfrm>
            <a:off x="3587852" y="2978976"/>
            <a:ext cx="77143" cy="77143"/>
          </a:xfrm>
          <a:prstGeom prst="ellipse">
            <a:avLst/>
          </a:prstGeom>
          <a:solidFill>
            <a:srgbClr val="34608D">
              <a:alpha val="82000"/>
            </a:srgbClr>
          </a:solidFill>
          <a:ln w="5117">
            <a:solidFill>
              <a:srgbClr val="FFFFFF">
                <a:alpha val="82000"/>
              </a:srgbClr>
            </a:solidFill>
            <a:prstDash val="solid"/>
          </a:ln>
        </p:spPr>
      </p:sp>
      <p:sp>
        <p:nvSpPr>
          <p:cNvPr id="197" name="c_full_paired_ellipse_3654">
            <a:extLst>
              <a:ext uri="{FF2B5EF4-FFF2-40B4-BE49-F238E27FC236}">
                <a16:creationId xmlns:a16="http://schemas.microsoft.com/office/drawing/2014/main" id="{A91E48E7-B9B1-4557-B9E0-50B7F12DE231}"/>
              </a:ext>
            </a:extLst>
          </p:cNvPr>
          <p:cNvSpPr>
            <a:spLocks noGrp="1"/>
          </p:cNvSpPr>
          <p:nvPr/>
        </p:nvSpPr>
        <p:spPr>
          <a:xfrm>
            <a:off x="4245068" y="1664544"/>
            <a:ext cx="77143" cy="77143"/>
          </a:xfrm>
          <a:prstGeom prst="ellipse">
            <a:avLst/>
          </a:prstGeom>
          <a:solidFill>
            <a:srgbClr val="1F968B">
              <a:alpha val="82000"/>
            </a:srgbClr>
          </a:solidFill>
          <a:ln w="5117">
            <a:solidFill>
              <a:srgbClr val="FFFFFF">
                <a:alpha val="82000"/>
              </a:srgbClr>
            </a:solidFill>
            <a:prstDash val="solid"/>
          </a:ln>
        </p:spPr>
      </p:sp>
      <p:sp>
        <p:nvSpPr>
          <p:cNvPr id="198" name="c_full_paired_ellipse_3655">
            <a:extLst>
              <a:ext uri="{FF2B5EF4-FFF2-40B4-BE49-F238E27FC236}">
                <a16:creationId xmlns:a16="http://schemas.microsoft.com/office/drawing/2014/main" id="{0EBC8C64-8ED5-4F81-8A16-360D2F3A86B6}"/>
              </a:ext>
            </a:extLst>
          </p:cNvPr>
          <p:cNvSpPr>
            <a:spLocks noGrp="1"/>
          </p:cNvSpPr>
          <p:nvPr/>
        </p:nvSpPr>
        <p:spPr>
          <a:xfrm>
            <a:off x="3456409" y="1664544"/>
            <a:ext cx="77143" cy="77143"/>
          </a:xfrm>
          <a:prstGeom prst="ellipse">
            <a:avLst/>
          </a:prstGeom>
          <a:solidFill>
            <a:srgbClr val="2B748E">
              <a:alpha val="82000"/>
            </a:srgbClr>
          </a:solidFill>
          <a:ln w="5117">
            <a:solidFill>
              <a:srgbClr val="FFFFFF">
                <a:alpha val="82000"/>
              </a:srgbClr>
            </a:solidFill>
            <a:prstDash val="solid"/>
          </a:ln>
        </p:spPr>
      </p:sp>
      <p:sp>
        <p:nvSpPr>
          <p:cNvPr id="199" name="c_full_paired_ellipse_3656">
            <a:extLst>
              <a:ext uri="{FF2B5EF4-FFF2-40B4-BE49-F238E27FC236}">
                <a16:creationId xmlns:a16="http://schemas.microsoft.com/office/drawing/2014/main" id="{1ECA0C3E-5492-4B7B-9451-CE74E5C0B1A0}"/>
              </a:ext>
            </a:extLst>
          </p:cNvPr>
          <p:cNvSpPr>
            <a:spLocks noGrp="1"/>
          </p:cNvSpPr>
          <p:nvPr/>
        </p:nvSpPr>
        <p:spPr>
          <a:xfrm>
            <a:off x="3149708" y="3125024"/>
            <a:ext cx="77143" cy="77143"/>
          </a:xfrm>
          <a:prstGeom prst="ellipse">
            <a:avLst/>
          </a:prstGeom>
          <a:solidFill>
            <a:srgbClr val="277F8E">
              <a:alpha val="82000"/>
            </a:srgbClr>
          </a:solidFill>
          <a:ln w="5117">
            <a:solidFill>
              <a:srgbClr val="FFFFFF">
                <a:alpha val="82000"/>
              </a:srgbClr>
            </a:solidFill>
            <a:prstDash val="solid"/>
          </a:ln>
        </p:spPr>
      </p:sp>
      <p:sp>
        <p:nvSpPr>
          <p:cNvPr id="200" name="c_full_paired_ellipse_3657">
            <a:extLst>
              <a:ext uri="{FF2B5EF4-FFF2-40B4-BE49-F238E27FC236}">
                <a16:creationId xmlns:a16="http://schemas.microsoft.com/office/drawing/2014/main" id="{4509CBAC-4303-44FC-B149-DB8C5ED2472D}"/>
              </a:ext>
            </a:extLst>
          </p:cNvPr>
          <p:cNvSpPr>
            <a:spLocks noGrp="1"/>
          </p:cNvSpPr>
          <p:nvPr/>
        </p:nvSpPr>
        <p:spPr>
          <a:xfrm>
            <a:off x="4245068" y="1664544"/>
            <a:ext cx="77143" cy="77143"/>
          </a:xfrm>
          <a:prstGeom prst="ellipse">
            <a:avLst/>
          </a:prstGeom>
          <a:solidFill>
            <a:srgbClr val="404588">
              <a:alpha val="82000"/>
            </a:srgbClr>
          </a:solidFill>
          <a:ln w="5117">
            <a:solidFill>
              <a:srgbClr val="FFFFFF">
                <a:alpha val="82000"/>
              </a:srgbClr>
            </a:solidFill>
            <a:prstDash val="solid"/>
          </a:ln>
        </p:spPr>
      </p:sp>
      <p:sp>
        <p:nvSpPr>
          <p:cNvPr id="201" name="c_full_paired_ellipse_3658">
            <a:extLst>
              <a:ext uri="{FF2B5EF4-FFF2-40B4-BE49-F238E27FC236}">
                <a16:creationId xmlns:a16="http://schemas.microsoft.com/office/drawing/2014/main" id="{BF578654-7BE8-4819-9AFB-F7F247D6AA6A}"/>
              </a:ext>
            </a:extLst>
          </p:cNvPr>
          <p:cNvSpPr>
            <a:spLocks noGrp="1"/>
          </p:cNvSpPr>
          <p:nvPr/>
        </p:nvSpPr>
        <p:spPr>
          <a:xfrm>
            <a:off x="4245068" y="2212224"/>
            <a:ext cx="77143" cy="77143"/>
          </a:xfrm>
          <a:prstGeom prst="ellipse">
            <a:avLst/>
          </a:prstGeom>
          <a:solidFill>
            <a:srgbClr val="25848E">
              <a:alpha val="82000"/>
            </a:srgbClr>
          </a:solidFill>
          <a:ln w="5117">
            <a:solidFill>
              <a:srgbClr val="FFFFFF">
                <a:alpha val="82000"/>
              </a:srgbClr>
            </a:solidFill>
            <a:prstDash val="solid"/>
          </a:ln>
        </p:spPr>
      </p:sp>
      <p:sp>
        <p:nvSpPr>
          <p:cNvPr id="202" name="c_full_paired_ellipse_3659">
            <a:extLst>
              <a:ext uri="{FF2B5EF4-FFF2-40B4-BE49-F238E27FC236}">
                <a16:creationId xmlns:a16="http://schemas.microsoft.com/office/drawing/2014/main" id="{9958491C-494B-4B02-97FC-8571C7976BE6}"/>
              </a:ext>
            </a:extLst>
          </p:cNvPr>
          <p:cNvSpPr>
            <a:spLocks noGrp="1"/>
          </p:cNvSpPr>
          <p:nvPr/>
        </p:nvSpPr>
        <p:spPr>
          <a:xfrm>
            <a:off x="2333777" y="4114015"/>
            <a:ext cx="77143" cy="77143"/>
          </a:xfrm>
          <a:prstGeom prst="ellipse">
            <a:avLst/>
          </a:prstGeom>
          <a:solidFill>
            <a:srgbClr val="1FA188">
              <a:alpha val="82000"/>
            </a:srgbClr>
          </a:solidFill>
          <a:ln w="5117">
            <a:solidFill>
              <a:srgbClr val="FFFFFF">
                <a:alpha val="82000"/>
              </a:srgbClr>
            </a:solidFill>
            <a:prstDash val="solid"/>
          </a:ln>
        </p:spPr>
      </p:sp>
      <p:sp>
        <p:nvSpPr>
          <p:cNvPr id="203" name="c_full_paired_ellipse_3660">
            <a:extLst>
              <a:ext uri="{FF2B5EF4-FFF2-40B4-BE49-F238E27FC236}">
                <a16:creationId xmlns:a16="http://schemas.microsoft.com/office/drawing/2014/main" id="{6CF93418-0805-4BD8-8125-5B0ADEEE3F40}"/>
              </a:ext>
            </a:extLst>
          </p:cNvPr>
          <p:cNvSpPr>
            <a:spLocks noGrp="1"/>
          </p:cNvSpPr>
          <p:nvPr/>
        </p:nvSpPr>
        <p:spPr>
          <a:xfrm>
            <a:off x="2447784" y="3545014"/>
            <a:ext cx="77143" cy="77143"/>
          </a:xfrm>
          <a:prstGeom prst="ellipse">
            <a:avLst/>
          </a:prstGeom>
          <a:solidFill>
            <a:srgbClr val="1F9A8A">
              <a:alpha val="82000"/>
            </a:srgbClr>
          </a:solidFill>
          <a:ln w="5117">
            <a:solidFill>
              <a:srgbClr val="FFFFFF">
                <a:alpha val="82000"/>
              </a:srgbClr>
            </a:solidFill>
            <a:prstDash val="solid"/>
          </a:ln>
        </p:spPr>
      </p:sp>
      <p:sp>
        <p:nvSpPr>
          <p:cNvPr id="204" name="c_full_paired_ellipse_3661">
            <a:extLst>
              <a:ext uri="{FF2B5EF4-FFF2-40B4-BE49-F238E27FC236}">
                <a16:creationId xmlns:a16="http://schemas.microsoft.com/office/drawing/2014/main" id="{F5FD2B43-22A5-4CD4-AB30-74EB6E706C79}"/>
              </a:ext>
            </a:extLst>
          </p:cNvPr>
          <p:cNvSpPr>
            <a:spLocks noGrp="1"/>
          </p:cNvSpPr>
          <p:nvPr/>
        </p:nvSpPr>
        <p:spPr>
          <a:xfrm>
            <a:off x="958988" y="1664544"/>
            <a:ext cx="77143" cy="77143"/>
          </a:xfrm>
          <a:prstGeom prst="ellipse">
            <a:avLst/>
          </a:prstGeom>
          <a:solidFill>
            <a:srgbClr val="2B748E">
              <a:alpha val="82000"/>
            </a:srgbClr>
          </a:solidFill>
          <a:ln w="5117">
            <a:solidFill>
              <a:srgbClr val="FFFFFF">
                <a:alpha val="82000"/>
              </a:srgbClr>
            </a:solidFill>
            <a:prstDash val="solid"/>
          </a:ln>
        </p:spPr>
      </p:sp>
      <p:sp>
        <p:nvSpPr>
          <p:cNvPr id="205" name="c_full_paired_ellipse_3662">
            <a:extLst>
              <a:ext uri="{FF2B5EF4-FFF2-40B4-BE49-F238E27FC236}">
                <a16:creationId xmlns:a16="http://schemas.microsoft.com/office/drawing/2014/main" id="{188320F8-3E7B-4757-96A8-344E3A4412AF}"/>
              </a:ext>
            </a:extLst>
          </p:cNvPr>
          <p:cNvSpPr>
            <a:spLocks noGrp="1"/>
          </p:cNvSpPr>
          <p:nvPr/>
        </p:nvSpPr>
        <p:spPr>
          <a:xfrm>
            <a:off x="2342393" y="3435973"/>
            <a:ext cx="77143" cy="77143"/>
          </a:xfrm>
          <a:prstGeom prst="ellipse">
            <a:avLst/>
          </a:prstGeom>
          <a:solidFill>
            <a:srgbClr val="414487">
              <a:alpha val="82000"/>
            </a:srgbClr>
          </a:solidFill>
          <a:ln w="5117">
            <a:solidFill>
              <a:srgbClr val="FFFFFF">
                <a:alpha val="82000"/>
              </a:srgbClr>
            </a:solidFill>
            <a:prstDash val="solid"/>
          </a:ln>
        </p:spPr>
      </p:sp>
      <p:sp>
        <p:nvSpPr>
          <p:cNvPr id="206" name="c_full_paired_ellipse_3663">
            <a:extLst>
              <a:ext uri="{FF2B5EF4-FFF2-40B4-BE49-F238E27FC236}">
                <a16:creationId xmlns:a16="http://schemas.microsoft.com/office/drawing/2014/main" id="{6E1EE5F9-CF84-4E3D-B6F2-CF1B166293AC}"/>
              </a:ext>
            </a:extLst>
          </p:cNvPr>
          <p:cNvSpPr>
            <a:spLocks noGrp="1"/>
          </p:cNvSpPr>
          <p:nvPr/>
        </p:nvSpPr>
        <p:spPr>
          <a:xfrm>
            <a:off x="2273420" y="3636192"/>
            <a:ext cx="77143" cy="77143"/>
          </a:xfrm>
          <a:prstGeom prst="ellipse">
            <a:avLst/>
          </a:prstGeom>
          <a:solidFill>
            <a:srgbClr val="482475">
              <a:alpha val="82000"/>
            </a:srgbClr>
          </a:solidFill>
          <a:ln w="5117">
            <a:solidFill>
              <a:srgbClr val="FFFFFF">
                <a:alpha val="82000"/>
              </a:srgbClr>
            </a:solidFill>
            <a:prstDash val="solid"/>
          </a:ln>
        </p:spPr>
      </p:sp>
      <p:sp>
        <p:nvSpPr>
          <p:cNvPr id="207" name="c_full_paired_ellipse_3664">
            <a:extLst>
              <a:ext uri="{FF2B5EF4-FFF2-40B4-BE49-F238E27FC236}">
                <a16:creationId xmlns:a16="http://schemas.microsoft.com/office/drawing/2014/main" id="{77315A1D-6165-4DA5-9ACE-057D38D36987}"/>
              </a:ext>
            </a:extLst>
          </p:cNvPr>
          <p:cNvSpPr>
            <a:spLocks noGrp="1"/>
          </p:cNvSpPr>
          <p:nvPr/>
        </p:nvSpPr>
        <p:spPr>
          <a:xfrm>
            <a:off x="4245068" y="1664544"/>
            <a:ext cx="77143" cy="77143"/>
          </a:xfrm>
          <a:prstGeom prst="ellipse">
            <a:avLst/>
          </a:prstGeom>
          <a:solidFill>
            <a:srgbClr val="31688E">
              <a:alpha val="82000"/>
            </a:srgbClr>
          </a:solidFill>
          <a:ln w="5117">
            <a:solidFill>
              <a:srgbClr val="FFFFFF">
                <a:alpha val="82000"/>
              </a:srgbClr>
            </a:solidFill>
            <a:prstDash val="solid"/>
          </a:ln>
        </p:spPr>
      </p:sp>
      <p:sp>
        <p:nvSpPr>
          <p:cNvPr id="208" name="c_full_paired_ellipse_3665">
            <a:extLst>
              <a:ext uri="{FF2B5EF4-FFF2-40B4-BE49-F238E27FC236}">
                <a16:creationId xmlns:a16="http://schemas.microsoft.com/office/drawing/2014/main" id="{0DD73E03-97A5-4EFA-82CE-2D5EFDB3E42A}"/>
              </a:ext>
            </a:extLst>
          </p:cNvPr>
          <p:cNvSpPr>
            <a:spLocks noGrp="1"/>
          </p:cNvSpPr>
          <p:nvPr/>
        </p:nvSpPr>
        <p:spPr>
          <a:xfrm>
            <a:off x="1335498" y="4250312"/>
            <a:ext cx="77143" cy="77143"/>
          </a:xfrm>
          <a:prstGeom prst="ellipse">
            <a:avLst/>
          </a:prstGeom>
          <a:solidFill>
            <a:srgbClr val="2A788E">
              <a:alpha val="82000"/>
            </a:srgbClr>
          </a:solidFill>
          <a:ln w="5117">
            <a:solidFill>
              <a:srgbClr val="FFFFFF">
                <a:alpha val="82000"/>
              </a:srgbClr>
            </a:solidFill>
            <a:prstDash val="solid"/>
          </a:ln>
        </p:spPr>
      </p:sp>
      <p:sp>
        <p:nvSpPr>
          <p:cNvPr id="209" name="c_full_paired_ellipse_3666">
            <a:extLst>
              <a:ext uri="{FF2B5EF4-FFF2-40B4-BE49-F238E27FC236}">
                <a16:creationId xmlns:a16="http://schemas.microsoft.com/office/drawing/2014/main" id="{58E34C64-447E-418E-AE5B-DA9AF48F9CE2}"/>
              </a:ext>
            </a:extLst>
          </p:cNvPr>
          <p:cNvSpPr>
            <a:spLocks noGrp="1"/>
          </p:cNvSpPr>
          <p:nvPr/>
        </p:nvSpPr>
        <p:spPr>
          <a:xfrm>
            <a:off x="1115468" y="4676784"/>
            <a:ext cx="77143" cy="77143"/>
          </a:xfrm>
          <a:prstGeom prst="ellipse">
            <a:avLst/>
          </a:prstGeom>
          <a:solidFill>
            <a:srgbClr val="472F7D">
              <a:alpha val="82000"/>
            </a:srgbClr>
          </a:solidFill>
          <a:ln w="5117">
            <a:solidFill>
              <a:srgbClr val="FFFFFF">
                <a:alpha val="82000"/>
              </a:srgbClr>
            </a:solidFill>
            <a:prstDash val="solid"/>
          </a:ln>
        </p:spPr>
      </p:sp>
      <p:sp>
        <p:nvSpPr>
          <p:cNvPr id="210" name="c_full_paired_ellipse_3667">
            <a:extLst>
              <a:ext uri="{FF2B5EF4-FFF2-40B4-BE49-F238E27FC236}">
                <a16:creationId xmlns:a16="http://schemas.microsoft.com/office/drawing/2014/main" id="{E69684AB-7BC2-4084-A02A-9ED02A18FC8E}"/>
              </a:ext>
            </a:extLst>
          </p:cNvPr>
          <p:cNvSpPr>
            <a:spLocks noGrp="1"/>
          </p:cNvSpPr>
          <p:nvPr/>
        </p:nvSpPr>
        <p:spPr>
          <a:xfrm>
            <a:off x="4166828" y="1664544"/>
            <a:ext cx="77143" cy="77143"/>
          </a:xfrm>
          <a:prstGeom prst="ellipse">
            <a:avLst/>
          </a:prstGeom>
          <a:solidFill>
            <a:srgbClr val="482878">
              <a:alpha val="82000"/>
            </a:srgbClr>
          </a:solidFill>
          <a:ln w="5117">
            <a:solidFill>
              <a:srgbClr val="FFFFFF">
                <a:alpha val="82000"/>
              </a:srgbClr>
            </a:solidFill>
            <a:prstDash val="solid"/>
          </a:ln>
        </p:spPr>
      </p:sp>
      <p:sp>
        <p:nvSpPr>
          <p:cNvPr id="211" name="c_full_paired_ellipse_3668">
            <a:extLst>
              <a:ext uri="{FF2B5EF4-FFF2-40B4-BE49-F238E27FC236}">
                <a16:creationId xmlns:a16="http://schemas.microsoft.com/office/drawing/2014/main" id="{C36532B6-1B80-4A0E-81EF-3FA53DDC8145}"/>
              </a:ext>
            </a:extLst>
          </p:cNvPr>
          <p:cNvSpPr>
            <a:spLocks noGrp="1"/>
          </p:cNvSpPr>
          <p:nvPr/>
        </p:nvSpPr>
        <p:spPr>
          <a:xfrm>
            <a:off x="1780508" y="3307584"/>
            <a:ext cx="77143" cy="77143"/>
          </a:xfrm>
          <a:prstGeom prst="ellipse">
            <a:avLst/>
          </a:prstGeom>
          <a:solidFill>
            <a:srgbClr val="39568C">
              <a:alpha val="82000"/>
            </a:srgbClr>
          </a:solidFill>
          <a:ln w="5117">
            <a:solidFill>
              <a:srgbClr val="FFFFFF">
                <a:alpha val="82000"/>
              </a:srgbClr>
            </a:solidFill>
            <a:prstDash val="solid"/>
          </a:ln>
        </p:spPr>
      </p:sp>
      <p:sp>
        <p:nvSpPr>
          <p:cNvPr id="212" name="c_full_paired_ellipse_3669">
            <a:extLst>
              <a:ext uri="{FF2B5EF4-FFF2-40B4-BE49-F238E27FC236}">
                <a16:creationId xmlns:a16="http://schemas.microsoft.com/office/drawing/2014/main" id="{D5417E7B-B559-45FC-ABB1-EE2D9880FFFF}"/>
              </a:ext>
            </a:extLst>
          </p:cNvPr>
          <p:cNvSpPr>
            <a:spLocks noGrp="1"/>
          </p:cNvSpPr>
          <p:nvPr/>
        </p:nvSpPr>
        <p:spPr>
          <a:xfrm>
            <a:off x="958988" y="4950624"/>
            <a:ext cx="77143" cy="77143"/>
          </a:xfrm>
          <a:prstGeom prst="ellipse">
            <a:avLst/>
          </a:prstGeom>
          <a:solidFill>
            <a:srgbClr val="31688E">
              <a:alpha val="82000"/>
            </a:srgbClr>
          </a:solidFill>
          <a:ln w="5117">
            <a:solidFill>
              <a:srgbClr val="FFFFFF">
                <a:alpha val="82000"/>
              </a:srgbClr>
            </a:solidFill>
            <a:prstDash val="solid"/>
          </a:ln>
        </p:spPr>
      </p:sp>
      <p:sp>
        <p:nvSpPr>
          <p:cNvPr id="213" name="c_full_paired_ellipse_3670">
            <a:extLst>
              <a:ext uri="{FF2B5EF4-FFF2-40B4-BE49-F238E27FC236}">
                <a16:creationId xmlns:a16="http://schemas.microsoft.com/office/drawing/2014/main" id="{897A4EDE-CA1A-46D9-AA09-5415BE9BEC95}"/>
              </a:ext>
            </a:extLst>
          </p:cNvPr>
          <p:cNvSpPr>
            <a:spLocks noGrp="1"/>
          </p:cNvSpPr>
          <p:nvPr/>
        </p:nvSpPr>
        <p:spPr>
          <a:xfrm>
            <a:off x="997125" y="3667703"/>
            <a:ext cx="77143" cy="77143"/>
          </a:xfrm>
          <a:prstGeom prst="ellipse">
            <a:avLst/>
          </a:prstGeom>
          <a:solidFill>
            <a:srgbClr val="2C718E">
              <a:alpha val="82000"/>
            </a:srgbClr>
          </a:solidFill>
          <a:ln w="5117">
            <a:solidFill>
              <a:srgbClr val="FFFFFF">
                <a:alpha val="82000"/>
              </a:srgbClr>
            </a:solidFill>
            <a:prstDash val="solid"/>
          </a:ln>
        </p:spPr>
      </p:sp>
      <p:sp>
        <p:nvSpPr>
          <p:cNvPr id="214" name="c_full_paired_ellipse_3671">
            <a:extLst>
              <a:ext uri="{FF2B5EF4-FFF2-40B4-BE49-F238E27FC236}">
                <a16:creationId xmlns:a16="http://schemas.microsoft.com/office/drawing/2014/main" id="{DA9A83DC-B1DB-436A-9A77-40F055567A60}"/>
              </a:ext>
            </a:extLst>
          </p:cNvPr>
          <p:cNvSpPr>
            <a:spLocks noGrp="1"/>
          </p:cNvSpPr>
          <p:nvPr/>
        </p:nvSpPr>
        <p:spPr>
          <a:xfrm>
            <a:off x="958988" y="4950624"/>
            <a:ext cx="77143" cy="77143"/>
          </a:xfrm>
          <a:prstGeom prst="ellipse">
            <a:avLst/>
          </a:prstGeom>
          <a:solidFill>
            <a:srgbClr val="27808E">
              <a:alpha val="82000"/>
            </a:srgbClr>
          </a:solidFill>
          <a:ln w="5117">
            <a:solidFill>
              <a:srgbClr val="FFFFFF">
                <a:alpha val="82000"/>
              </a:srgbClr>
            </a:solidFill>
            <a:prstDash val="solid"/>
          </a:ln>
        </p:spPr>
      </p:sp>
      <p:sp>
        <p:nvSpPr>
          <p:cNvPr id="215" name="c_full_paired_ellipse_3672">
            <a:extLst>
              <a:ext uri="{FF2B5EF4-FFF2-40B4-BE49-F238E27FC236}">
                <a16:creationId xmlns:a16="http://schemas.microsoft.com/office/drawing/2014/main" id="{AA595DB9-9783-40B4-BF53-CEF65E1BB6E3}"/>
              </a:ext>
            </a:extLst>
          </p:cNvPr>
          <p:cNvSpPr>
            <a:spLocks noGrp="1"/>
          </p:cNvSpPr>
          <p:nvPr/>
        </p:nvSpPr>
        <p:spPr>
          <a:xfrm>
            <a:off x="958988" y="4715904"/>
            <a:ext cx="77143" cy="77143"/>
          </a:xfrm>
          <a:prstGeom prst="ellipse">
            <a:avLst/>
          </a:prstGeom>
          <a:solidFill>
            <a:srgbClr val="3A548C">
              <a:alpha val="82000"/>
            </a:srgbClr>
          </a:solidFill>
          <a:ln w="5117">
            <a:solidFill>
              <a:srgbClr val="FFFFFF">
                <a:alpha val="82000"/>
              </a:srgbClr>
            </a:solidFill>
            <a:prstDash val="solid"/>
          </a:ln>
        </p:spPr>
      </p:sp>
      <p:sp>
        <p:nvSpPr>
          <p:cNvPr id="216" name="c_full_paired_path_3673">
            <a:extLst>
              <a:ext uri="{FF2B5EF4-FFF2-40B4-BE49-F238E27FC236}">
                <a16:creationId xmlns:a16="http://schemas.microsoft.com/office/drawing/2014/main" id="{39CB8973-545D-4581-AAA7-A38379AFD2C6}"/>
              </a:ext>
            </a:extLst>
          </p:cNvPr>
          <p:cNvSpPr>
            <a:spLocks noGrp="1"/>
          </p:cNvSpPr>
          <p:nvPr/>
        </p:nvSpPr>
        <p:spPr>
          <a:xfrm>
            <a:off x="997560" y="1703116"/>
            <a:ext cx="191" cy="3286080"/>
          </a:xfrm>
          <a:custGeom>
            <a:avLst/>
            <a:gdLst/>
            <a:ahLst/>
            <a:cxnLst/>
            <a:rect l="0" t="0" r="0" b="0"/>
            <a:pathLst>
              <a:path w="191" h="3286080">
                <a:moveTo>
                  <a:pt x="0" y="3286080"/>
                </a:moveTo>
                <a:lnTo>
                  <a:pt x="0" y="0"/>
                </a:lnTo>
              </a:path>
            </a:pathLst>
          </a:custGeom>
          <a:noFill/>
          <a:ln w="15119">
            <a:solidFill>
              <a:srgbClr val="000000">
                <a:alpha val="100000"/>
              </a:srgbClr>
            </a:solidFill>
            <a:prstDash val="solid"/>
          </a:ln>
        </p:spPr>
      </p:sp>
      <p:sp>
        <p:nvSpPr>
          <p:cNvPr id="217" name="c_full_paired_path_3674">
            <a:extLst>
              <a:ext uri="{FF2B5EF4-FFF2-40B4-BE49-F238E27FC236}">
                <a16:creationId xmlns:a16="http://schemas.microsoft.com/office/drawing/2014/main" id="{E3893D3C-80AD-4A90-87B5-5C2A8FEC9927}"/>
              </a:ext>
            </a:extLst>
          </p:cNvPr>
          <p:cNvSpPr>
            <a:spLocks noGrp="1"/>
          </p:cNvSpPr>
          <p:nvPr/>
        </p:nvSpPr>
        <p:spPr>
          <a:xfrm>
            <a:off x="997560" y="4989196"/>
            <a:ext cx="3286080" cy="191"/>
          </a:xfrm>
          <a:custGeom>
            <a:avLst/>
            <a:gdLst/>
            <a:ahLst/>
            <a:cxnLst/>
            <a:rect l="0" t="0" r="0" b="0"/>
            <a:pathLst>
              <a:path w="3286080" h="191">
                <a:moveTo>
                  <a:pt x="0" y="0"/>
                </a:moveTo>
                <a:lnTo>
                  <a:pt x="3286080" y="0"/>
                </a:lnTo>
              </a:path>
            </a:pathLst>
          </a:custGeom>
          <a:noFill/>
          <a:ln w="15119">
            <a:solidFill>
              <a:srgbClr val="000000">
                <a:alpha val="100000"/>
              </a:srgbClr>
            </a:solidFill>
            <a:prstDash val="solid"/>
          </a:ln>
        </p:spPr>
      </p:sp>
      <p:sp>
        <p:nvSpPr>
          <p:cNvPr id="218" name="c_full_paired_text_3675">
            <a:extLst>
              <a:ext uri="{FF2B5EF4-FFF2-40B4-BE49-F238E27FC236}">
                <a16:creationId xmlns:a16="http://schemas.microsoft.com/office/drawing/2014/main" id="{243F1F42-101E-4B86-B939-07A86DC9AED2}"/>
              </a:ext>
            </a:extLst>
          </p:cNvPr>
          <p:cNvSpPr>
            <a:spLocks noGrp="1"/>
          </p:cNvSpPr>
          <p:nvPr/>
        </p:nvSpPr>
        <p:spPr>
          <a:xfrm rot="0">
            <a:off x="997560" y="1314441"/>
            <a:ext cx="2252310"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CA2: one-to-one PRAUC₀.₃</a:t>
            </a:r>
          </a:p>
        </p:txBody>
      </p:sp>
      <p:sp>
        <p:nvSpPr>
          <p:cNvPr id="219" name="c_full_paired_text_3676">
            <a:extLst>
              <a:ext uri="{FF2B5EF4-FFF2-40B4-BE49-F238E27FC236}">
                <a16:creationId xmlns:a16="http://schemas.microsoft.com/office/drawing/2014/main" id="{7F51737A-50D4-4A63-9527-8AE1197C8E29}"/>
              </a:ext>
            </a:extLst>
          </p:cNvPr>
          <p:cNvSpPr>
            <a:spLocks noGrp="1"/>
          </p:cNvSpPr>
          <p:nvPr/>
        </p:nvSpPr>
        <p:spPr>
          <a:xfrm rot="0">
            <a:off x="509109" y="1269579"/>
            <a:ext cx="118577" cy="319819"/>
          </a:xfrm>
          <a:prstGeom prst="rect">
            <a:avLst/>
          </a:prstGeom>
          <a:noFill/>
          <a:ln w="0">
            <a:noFill/>
          </a:ln>
        </p:spPr>
        <p:txBody>
          <a:bodyPr wrap="none" lIns="0" tIns="0" rIns="0" bIns="0" anchor="ctr">
            <a:noAutofit/>
          </a:bodyPr>
          <a:lstStyle>
            <a:defPPr algn="l">
              <a:defRPr sz="2015" b="1">
                <a:solidFill>
                  <a:srgbClr val="000000"/>
                </a:solidFill>
                <a:latin typeface="Calibri"/>
                <a:ea typeface="Calibri"/>
                <a:cs typeface="Calibri"/>
              </a:defRPr>
            </a:defPPr>
          </a:lstStyle>
          <a:p>
            <a:pPr algn="l">
              <a:defRPr sz="2015" b="1">
                <a:solidFill>
                  <a:srgbClr val="000000"/>
                </a:solidFill>
                <a:latin typeface="Calibri"/>
                <a:ea typeface="Calibri"/>
                <a:cs typeface="Calibri"/>
              </a:defRPr>
            </a:pPr>
            <a:r>
              <a:rPr sz="2015" b="1">
                <a:solidFill>
                  <a:srgbClr val="000000"/>
                </a:solidFill>
                <a:latin typeface="Calibri"/>
                <a:ea typeface="Calibri"/>
                <a:cs typeface="Calibri"/>
              </a:rPr>
              <a:t>c</a:t>
            </a:r>
          </a:p>
        </p:txBody>
      </p:sp>
      <p:sp>
        <p:nvSpPr>
          <p:cNvPr id="220" name="c_full_paired_path_3677">
            <a:extLst>
              <a:ext uri="{FF2B5EF4-FFF2-40B4-BE49-F238E27FC236}">
                <a16:creationId xmlns:a16="http://schemas.microsoft.com/office/drawing/2014/main" id="{795CECEC-1039-4AED-8F82-D9B3604FF1CD}"/>
              </a:ext>
            </a:extLst>
          </p:cNvPr>
          <p:cNvSpPr>
            <a:spLocks noGrp="1"/>
          </p:cNvSpPr>
          <p:nvPr/>
        </p:nvSpPr>
        <p:spPr>
          <a:xfrm>
            <a:off x="4365792" y="1703116"/>
            <a:ext cx="58680" cy="3286080"/>
          </a:xfrm>
          <a:custGeom>
            <a:avLst/>
            <a:gdLst/>
            <a:ahLst/>
            <a:cxnLst/>
            <a:rect l="0" t="0" r="0" b="0"/>
            <a:pathLst>
              <a:path w="58680" h="3286080">
                <a:moveTo>
                  <a:pt x="0" y="3286080"/>
                </a:moveTo>
                <a:lnTo>
                  <a:pt x="58680" y="3286080"/>
                </a:lnTo>
                <a:lnTo>
                  <a:pt x="58680" y="0"/>
                </a:lnTo>
                <a:lnTo>
                  <a:pt x="0" y="0"/>
                </a:lnTo>
                <a:lnTo>
                  <a:pt x="0" y="3286080"/>
                </a:lnTo>
                <a:close/>
              </a:path>
            </a:pathLst>
          </a:custGeom>
          <a:solidFill>
            <a:srgbClr val="FFFFFF">
              <a:alpha val="100000"/>
            </a:srgbClr>
          </a:solidFill>
          <a:ln w="0">
            <a:noFill/>
            <a:prstDash val="solid"/>
          </a:ln>
        </p:spPr>
      </p:sp>
      <p:sp>
        <p:nvSpPr>
          <p:cNvPr id="221" name="c_full_paired_path_3678">
            <a:extLst>
              <a:ext uri="{FF2B5EF4-FFF2-40B4-BE49-F238E27FC236}">
                <a16:creationId xmlns:a16="http://schemas.microsoft.com/office/drawing/2014/main" id="{A87D0372-227A-454A-8A9C-784160024166}"/>
              </a:ext>
            </a:extLst>
          </p:cNvPr>
          <p:cNvSpPr>
            <a:spLocks noGrp="1"/>
          </p:cNvSpPr>
          <p:nvPr/>
        </p:nvSpPr>
        <p:spPr>
          <a:xfrm>
            <a:off x="4365792" y="49763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DE725">
              <a:alpha val="100000"/>
            </a:srgbClr>
          </a:solidFill>
          <a:ln w="4652">
            <a:solidFill>
              <a:srgbClr val="FDE725">
                <a:alpha val="100000"/>
              </a:srgbClr>
            </a:solidFill>
            <a:prstDash val="solid"/>
          </a:ln>
        </p:spPr>
      </p:sp>
      <p:sp>
        <p:nvSpPr>
          <p:cNvPr id="222" name="c_full_paired_path_3679">
            <a:extLst>
              <a:ext uri="{FF2B5EF4-FFF2-40B4-BE49-F238E27FC236}">
                <a16:creationId xmlns:a16="http://schemas.microsoft.com/office/drawing/2014/main" id="{CC7CF4DC-984C-4041-BDD6-3233EECB2AF7}"/>
              </a:ext>
            </a:extLst>
          </p:cNvPr>
          <p:cNvSpPr>
            <a:spLocks noGrp="1"/>
          </p:cNvSpPr>
          <p:nvPr/>
        </p:nvSpPr>
        <p:spPr>
          <a:xfrm>
            <a:off x="4365792" y="49635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BE723">
              <a:alpha val="100000"/>
            </a:srgbClr>
          </a:solidFill>
          <a:ln w="4652">
            <a:solidFill>
              <a:srgbClr val="FBE723">
                <a:alpha val="100000"/>
              </a:srgbClr>
            </a:solidFill>
            <a:prstDash val="solid"/>
          </a:ln>
        </p:spPr>
      </p:sp>
      <p:sp>
        <p:nvSpPr>
          <p:cNvPr id="223" name="c_full_paired_path_3680">
            <a:extLst>
              <a:ext uri="{FF2B5EF4-FFF2-40B4-BE49-F238E27FC236}">
                <a16:creationId xmlns:a16="http://schemas.microsoft.com/office/drawing/2014/main" id="{1E073F8C-5B51-4BDE-8E21-CEC94E0AA7A8}"/>
              </a:ext>
            </a:extLst>
          </p:cNvPr>
          <p:cNvSpPr>
            <a:spLocks noGrp="1"/>
          </p:cNvSpPr>
          <p:nvPr/>
        </p:nvSpPr>
        <p:spPr>
          <a:xfrm>
            <a:off x="4365792" y="49506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8E621">
              <a:alpha val="100000"/>
            </a:srgbClr>
          </a:solidFill>
          <a:ln w="4652">
            <a:solidFill>
              <a:srgbClr val="F8E621">
                <a:alpha val="100000"/>
              </a:srgbClr>
            </a:solidFill>
            <a:prstDash val="solid"/>
          </a:ln>
        </p:spPr>
      </p:sp>
      <p:sp>
        <p:nvSpPr>
          <p:cNvPr id="224" name="c_full_paired_path_3681">
            <a:extLst>
              <a:ext uri="{FF2B5EF4-FFF2-40B4-BE49-F238E27FC236}">
                <a16:creationId xmlns:a16="http://schemas.microsoft.com/office/drawing/2014/main" id="{D910EF48-CBAD-49FC-8406-09448CD625BA}"/>
              </a:ext>
            </a:extLst>
          </p:cNvPr>
          <p:cNvSpPr>
            <a:spLocks noGrp="1"/>
          </p:cNvSpPr>
          <p:nvPr/>
        </p:nvSpPr>
        <p:spPr>
          <a:xfrm>
            <a:off x="4365792" y="493785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6E620">
              <a:alpha val="100000"/>
            </a:srgbClr>
          </a:solidFill>
          <a:ln w="4652">
            <a:solidFill>
              <a:srgbClr val="F6E620">
                <a:alpha val="100000"/>
              </a:srgbClr>
            </a:solidFill>
            <a:prstDash val="solid"/>
          </a:ln>
        </p:spPr>
      </p:sp>
      <p:sp>
        <p:nvSpPr>
          <p:cNvPr id="225" name="c_full_paired_path_3682">
            <a:extLst>
              <a:ext uri="{FF2B5EF4-FFF2-40B4-BE49-F238E27FC236}">
                <a16:creationId xmlns:a16="http://schemas.microsoft.com/office/drawing/2014/main" id="{8EC14603-987E-4843-8A47-6DE9F712C670}"/>
              </a:ext>
            </a:extLst>
          </p:cNvPr>
          <p:cNvSpPr>
            <a:spLocks noGrp="1"/>
          </p:cNvSpPr>
          <p:nvPr/>
        </p:nvSpPr>
        <p:spPr>
          <a:xfrm>
            <a:off x="4365792" y="49250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4E61E">
              <a:alpha val="100000"/>
            </a:srgbClr>
          </a:solidFill>
          <a:ln w="4652">
            <a:solidFill>
              <a:srgbClr val="F4E61E">
                <a:alpha val="100000"/>
              </a:srgbClr>
            </a:solidFill>
            <a:prstDash val="solid"/>
          </a:ln>
        </p:spPr>
      </p:sp>
      <p:sp>
        <p:nvSpPr>
          <p:cNvPr id="226" name="c_full_paired_path_3683">
            <a:extLst>
              <a:ext uri="{FF2B5EF4-FFF2-40B4-BE49-F238E27FC236}">
                <a16:creationId xmlns:a16="http://schemas.microsoft.com/office/drawing/2014/main" id="{F8B31102-54E6-420F-9C10-56147708E7EB}"/>
              </a:ext>
            </a:extLst>
          </p:cNvPr>
          <p:cNvSpPr>
            <a:spLocks noGrp="1"/>
          </p:cNvSpPr>
          <p:nvPr/>
        </p:nvSpPr>
        <p:spPr>
          <a:xfrm>
            <a:off x="4365792" y="49121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1E51D">
              <a:alpha val="100000"/>
            </a:srgbClr>
          </a:solidFill>
          <a:ln w="4652">
            <a:solidFill>
              <a:srgbClr val="F1E51D">
                <a:alpha val="100000"/>
              </a:srgbClr>
            </a:solidFill>
            <a:prstDash val="solid"/>
          </a:ln>
        </p:spPr>
      </p:sp>
      <p:sp>
        <p:nvSpPr>
          <p:cNvPr id="227" name="c_full_paired_path_3684">
            <a:extLst>
              <a:ext uri="{FF2B5EF4-FFF2-40B4-BE49-F238E27FC236}">
                <a16:creationId xmlns:a16="http://schemas.microsoft.com/office/drawing/2014/main" id="{4815AE70-3A0D-4C28-819B-0ADBCED2ADBA}"/>
              </a:ext>
            </a:extLst>
          </p:cNvPr>
          <p:cNvSpPr>
            <a:spLocks noGrp="1"/>
          </p:cNvSpPr>
          <p:nvPr/>
        </p:nvSpPr>
        <p:spPr>
          <a:xfrm>
            <a:off x="4365792" y="48993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FE51C">
              <a:alpha val="100000"/>
            </a:srgbClr>
          </a:solidFill>
          <a:ln w="4652">
            <a:solidFill>
              <a:srgbClr val="EFE51C">
                <a:alpha val="100000"/>
              </a:srgbClr>
            </a:solidFill>
            <a:prstDash val="solid"/>
          </a:ln>
        </p:spPr>
      </p:sp>
      <p:sp>
        <p:nvSpPr>
          <p:cNvPr id="228" name="c_full_paired_path_3685">
            <a:extLst>
              <a:ext uri="{FF2B5EF4-FFF2-40B4-BE49-F238E27FC236}">
                <a16:creationId xmlns:a16="http://schemas.microsoft.com/office/drawing/2014/main" id="{5F6336A2-EEA4-4ECC-AB12-7BEEA36AE26A}"/>
              </a:ext>
            </a:extLst>
          </p:cNvPr>
          <p:cNvSpPr>
            <a:spLocks noGrp="1"/>
          </p:cNvSpPr>
          <p:nvPr/>
        </p:nvSpPr>
        <p:spPr>
          <a:xfrm>
            <a:off x="4365792" y="488650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CE51B">
              <a:alpha val="100000"/>
            </a:srgbClr>
          </a:solidFill>
          <a:ln w="4652">
            <a:solidFill>
              <a:srgbClr val="ECE51B">
                <a:alpha val="100000"/>
              </a:srgbClr>
            </a:solidFill>
            <a:prstDash val="solid"/>
          </a:ln>
        </p:spPr>
      </p:sp>
      <p:sp>
        <p:nvSpPr>
          <p:cNvPr id="229" name="c_full_paired_path_3686">
            <a:extLst>
              <a:ext uri="{FF2B5EF4-FFF2-40B4-BE49-F238E27FC236}">
                <a16:creationId xmlns:a16="http://schemas.microsoft.com/office/drawing/2014/main" id="{79A9CCCB-13CB-48AF-AA76-4738D431A960}"/>
              </a:ext>
            </a:extLst>
          </p:cNvPr>
          <p:cNvSpPr>
            <a:spLocks noGrp="1"/>
          </p:cNvSpPr>
          <p:nvPr/>
        </p:nvSpPr>
        <p:spPr>
          <a:xfrm>
            <a:off x="4365792" y="48736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AE51A">
              <a:alpha val="100000"/>
            </a:srgbClr>
          </a:solidFill>
          <a:ln w="4652">
            <a:solidFill>
              <a:srgbClr val="EAE51A">
                <a:alpha val="100000"/>
              </a:srgbClr>
            </a:solidFill>
            <a:prstDash val="solid"/>
          </a:ln>
        </p:spPr>
      </p:sp>
      <p:sp>
        <p:nvSpPr>
          <p:cNvPr id="230" name="c_full_paired_path_3687">
            <a:extLst>
              <a:ext uri="{FF2B5EF4-FFF2-40B4-BE49-F238E27FC236}">
                <a16:creationId xmlns:a16="http://schemas.microsoft.com/office/drawing/2014/main" id="{81D15255-B24E-4B28-A56D-F87DD8F12D8E}"/>
              </a:ext>
            </a:extLst>
          </p:cNvPr>
          <p:cNvSpPr>
            <a:spLocks noGrp="1"/>
          </p:cNvSpPr>
          <p:nvPr/>
        </p:nvSpPr>
        <p:spPr>
          <a:xfrm>
            <a:off x="4365792" y="48608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7E419">
              <a:alpha val="100000"/>
            </a:srgbClr>
          </a:solidFill>
          <a:ln w="4652">
            <a:solidFill>
              <a:srgbClr val="E7E419">
                <a:alpha val="100000"/>
              </a:srgbClr>
            </a:solidFill>
            <a:prstDash val="solid"/>
          </a:ln>
        </p:spPr>
      </p:sp>
      <p:sp>
        <p:nvSpPr>
          <p:cNvPr id="231" name="c_full_paired_path_3688">
            <a:extLst>
              <a:ext uri="{FF2B5EF4-FFF2-40B4-BE49-F238E27FC236}">
                <a16:creationId xmlns:a16="http://schemas.microsoft.com/office/drawing/2014/main" id="{4DBF6A18-2C63-4F46-BFB9-D9EAC4736DDC}"/>
              </a:ext>
            </a:extLst>
          </p:cNvPr>
          <p:cNvSpPr>
            <a:spLocks noGrp="1"/>
          </p:cNvSpPr>
          <p:nvPr/>
        </p:nvSpPr>
        <p:spPr>
          <a:xfrm>
            <a:off x="4365792" y="48479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5E419">
              <a:alpha val="100000"/>
            </a:srgbClr>
          </a:solidFill>
          <a:ln w="4652">
            <a:solidFill>
              <a:srgbClr val="E5E419">
                <a:alpha val="100000"/>
              </a:srgbClr>
            </a:solidFill>
            <a:prstDash val="solid"/>
          </a:ln>
        </p:spPr>
      </p:sp>
      <p:sp>
        <p:nvSpPr>
          <p:cNvPr id="232" name="c_full_paired_path_3689">
            <a:extLst>
              <a:ext uri="{FF2B5EF4-FFF2-40B4-BE49-F238E27FC236}">
                <a16:creationId xmlns:a16="http://schemas.microsoft.com/office/drawing/2014/main" id="{BB8B5AA7-2AE3-4A91-9500-EE5BB33CB235}"/>
              </a:ext>
            </a:extLst>
          </p:cNvPr>
          <p:cNvSpPr>
            <a:spLocks noGrp="1"/>
          </p:cNvSpPr>
          <p:nvPr/>
        </p:nvSpPr>
        <p:spPr>
          <a:xfrm>
            <a:off x="4365792" y="483516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2E418">
              <a:alpha val="100000"/>
            </a:srgbClr>
          </a:solidFill>
          <a:ln w="4652">
            <a:solidFill>
              <a:srgbClr val="E2E418">
                <a:alpha val="100000"/>
              </a:srgbClr>
            </a:solidFill>
            <a:prstDash val="solid"/>
          </a:ln>
        </p:spPr>
      </p:sp>
      <p:sp>
        <p:nvSpPr>
          <p:cNvPr id="233" name="c_full_paired_path_3690">
            <a:extLst>
              <a:ext uri="{FF2B5EF4-FFF2-40B4-BE49-F238E27FC236}">
                <a16:creationId xmlns:a16="http://schemas.microsoft.com/office/drawing/2014/main" id="{5BC6B922-F49D-4925-A9FD-86DE1491CE4C}"/>
              </a:ext>
            </a:extLst>
          </p:cNvPr>
          <p:cNvSpPr>
            <a:spLocks noGrp="1"/>
          </p:cNvSpPr>
          <p:nvPr/>
        </p:nvSpPr>
        <p:spPr>
          <a:xfrm>
            <a:off x="4365792" y="48223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FE318">
              <a:alpha val="100000"/>
            </a:srgbClr>
          </a:solidFill>
          <a:ln w="4652">
            <a:solidFill>
              <a:srgbClr val="DFE318">
                <a:alpha val="100000"/>
              </a:srgbClr>
            </a:solidFill>
            <a:prstDash val="solid"/>
          </a:ln>
        </p:spPr>
      </p:sp>
      <p:sp>
        <p:nvSpPr>
          <p:cNvPr id="234" name="c_full_paired_path_3691">
            <a:extLst>
              <a:ext uri="{FF2B5EF4-FFF2-40B4-BE49-F238E27FC236}">
                <a16:creationId xmlns:a16="http://schemas.microsoft.com/office/drawing/2014/main" id="{F08616D8-04F8-4805-8A24-905F21C81389}"/>
              </a:ext>
            </a:extLst>
          </p:cNvPr>
          <p:cNvSpPr>
            <a:spLocks noGrp="1"/>
          </p:cNvSpPr>
          <p:nvPr/>
        </p:nvSpPr>
        <p:spPr>
          <a:xfrm>
            <a:off x="4365792" y="48094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DE318">
              <a:alpha val="100000"/>
            </a:srgbClr>
          </a:solidFill>
          <a:ln w="4652">
            <a:solidFill>
              <a:srgbClr val="DDE318">
                <a:alpha val="100000"/>
              </a:srgbClr>
            </a:solidFill>
            <a:prstDash val="solid"/>
          </a:ln>
        </p:spPr>
      </p:sp>
      <p:sp>
        <p:nvSpPr>
          <p:cNvPr id="235" name="c_full_paired_path_3692">
            <a:extLst>
              <a:ext uri="{FF2B5EF4-FFF2-40B4-BE49-F238E27FC236}">
                <a16:creationId xmlns:a16="http://schemas.microsoft.com/office/drawing/2014/main" id="{CD394AC0-B9FC-49FE-B512-6F3041C1BE51}"/>
              </a:ext>
            </a:extLst>
          </p:cNvPr>
          <p:cNvSpPr>
            <a:spLocks noGrp="1"/>
          </p:cNvSpPr>
          <p:nvPr/>
        </p:nvSpPr>
        <p:spPr>
          <a:xfrm>
            <a:off x="4365792" y="47966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AE319">
              <a:alpha val="100000"/>
            </a:srgbClr>
          </a:solidFill>
          <a:ln w="4652">
            <a:solidFill>
              <a:srgbClr val="DAE319">
                <a:alpha val="100000"/>
              </a:srgbClr>
            </a:solidFill>
            <a:prstDash val="solid"/>
          </a:ln>
        </p:spPr>
      </p:sp>
      <p:sp>
        <p:nvSpPr>
          <p:cNvPr id="236" name="c_full_paired_path_3693">
            <a:extLst>
              <a:ext uri="{FF2B5EF4-FFF2-40B4-BE49-F238E27FC236}">
                <a16:creationId xmlns:a16="http://schemas.microsoft.com/office/drawing/2014/main" id="{36DAF712-4FFB-4995-94BC-FCB535FB0B3E}"/>
              </a:ext>
            </a:extLst>
          </p:cNvPr>
          <p:cNvSpPr>
            <a:spLocks noGrp="1"/>
          </p:cNvSpPr>
          <p:nvPr/>
        </p:nvSpPr>
        <p:spPr>
          <a:xfrm>
            <a:off x="4365792" y="478381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8E219">
              <a:alpha val="100000"/>
            </a:srgbClr>
          </a:solidFill>
          <a:ln w="4652">
            <a:solidFill>
              <a:srgbClr val="D8E219">
                <a:alpha val="100000"/>
              </a:srgbClr>
            </a:solidFill>
            <a:prstDash val="solid"/>
          </a:ln>
        </p:spPr>
      </p:sp>
      <p:sp>
        <p:nvSpPr>
          <p:cNvPr id="237" name="c_full_paired_path_3694">
            <a:extLst>
              <a:ext uri="{FF2B5EF4-FFF2-40B4-BE49-F238E27FC236}">
                <a16:creationId xmlns:a16="http://schemas.microsoft.com/office/drawing/2014/main" id="{9260F7EB-306C-4D9D-83CD-C21A17E135C7}"/>
              </a:ext>
            </a:extLst>
          </p:cNvPr>
          <p:cNvSpPr>
            <a:spLocks noGrp="1"/>
          </p:cNvSpPr>
          <p:nvPr/>
        </p:nvSpPr>
        <p:spPr>
          <a:xfrm>
            <a:off x="4365792" y="477097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5E21A">
              <a:alpha val="100000"/>
            </a:srgbClr>
          </a:solidFill>
          <a:ln w="4652">
            <a:solidFill>
              <a:srgbClr val="D5E21A">
                <a:alpha val="100000"/>
              </a:srgbClr>
            </a:solidFill>
            <a:prstDash val="solid"/>
          </a:ln>
        </p:spPr>
      </p:sp>
      <p:sp>
        <p:nvSpPr>
          <p:cNvPr id="238" name="c_full_paired_path_3695">
            <a:extLst>
              <a:ext uri="{FF2B5EF4-FFF2-40B4-BE49-F238E27FC236}">
                <a16:creationId xmlns:a16="http://schemas.microsoft.com/office/drawing/2014/main" id="{6F25DBAC-6474-4821-B96E-6DDC34965E66}"/>
              </a:ext>
            </a:extLst>
          </p:cNvPr>
          <p:cNvSpPr>
            <a:spLocks noGrp="1"/>
          </p:cNvSpPr>
          <p:nvPr/>
        </p:nvSpPr>
        <p:spPr>
          <a:xfrm>
            <a:off x="4365792" y="475814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2E21B">
              <a:alpha val="100000"/>
            </a:srgbClr>
          </a:solidFill>
          <a:ln w="4652">
            <a:solidFill>
              <a:srgbClr val="D2E21B">
                <a:alpha val="100000"/>
              </a:srgbClr>
            </a:solidFill>
            <a:prstDash val="solid"/>
          </a:ln>
        </p:spPr>
      </p:sp>
      <p:sp>
        <p:nvSpPr>
          <p:cNvPr id="239" name="c_full_paired_path_3696">
            <a:extLst>
              <a:ext uri="{FF2B5EF4-FFF2-40B4-BE49-F238E27FC236}">
                <a16:creationId xmlns:a16="http://schemas.microsoft.com/office/drawing/2014/main" id="{923096EB-8B2C-4BFE-BAC9-DC6CBE508D29}"/>
              </a:ext>
            </a:extLst>
          </p:cNvPr>
          <p:cNvSpPr>
            <a:spLocks noGrp="1"/>
          </p:cNvSpPr>
          <p:nvPr/>
        </p:nvSpPr>
        <p:spPr>
          <a:xfrm>
            <a:off x="4365792" y="474530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0E11C">
              <a:alpha val="100000"/>
            </a:srgbClr>
          </a:solidFill>
          <a:ln w="4652">
            <a:solidFill>
              <a:srgbClr val="D0E11C">
                <a:alpha val="100000"/>
              </a:srgbClr>
            </a:solidFill>
            <a:prstDash val="solid"/>
          </a:ln>
        </p:spPr>
      </p:sp>
      <p:sp>
        <p:nvSpPr>
          <p:cNvPr id="240" name="c_full_paired_path_3697">
            <a:extLst>
              <a:ext uri="{FF2B5EF4-FFF2-40B4-BE49-F238E27FC236}">
                <a16:creationId xmlns:a16="http://schemas.microsoft.com/office/drawing/2014/main" id="{ABEFEB7D-150F-45F8-B16B-B2E890EAA5B3}"/>
              </a:ext>
            </a:extLst>
          </p:cNvPr>
          <p:cNvSpPr>
            <a:spLocks noGrp="1"/>
          </p:cNvSpPr>
          <p:nvPr/>
        </p:nvSpPr>
        <p:spPr>
          <a:xfrm>
            <a:off x="4365792" y="473247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DE11D">
              <a:alpha val="100000"/>
            </a:srgbClr>
          </a:solidFill>
          <a:ln w="4652">
            <a:solidFill>
              <a:srgbClr val="CDE11D">
                <a:alpha val="100000"/>
              </a:srgbClr>
            </a:solidFill>
            <a:prstDash val="solid"/>
          </a:ln>
        </p:spPr>
      </p:sp>
      <p:sp>
        <p:nvSpPr>
          <p:cNvPr id="241" name="c_full_paired_path_3698">
            <a:extLst>
              <a:ext uri="{FF2B5EF4-FFF2-40B4-BE49-F238E27FC236}">
                <a16:creationId xmlns:a16="http://schemas.microsoft.com/office/drawing/2014/main" id="{2AC5AAEF-B4A2-4306-AAF7-79F81D61B872}"/>
              </a:ext>
            </a:extLst>
          </p:cNvPr>
          <p:cNvSpPr>
            <a:spLocks noGrp="1"/>
          </p:cNvSpPr>
          <p:nvPr/>
        </p:nvSpPr>
        <p:spPr>
          <a:xfrm>
            <a:off x="4365792" y="471963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AE11F">
              <a:alpha val="100000"/>
            </a:srgbClr>
          </a:solidFill>
          <a:ln w="4652">
            <a:solidFill>
              <a:srgbClr val="CAE11F">
                <a:alpha val="100000"/>
              </a:srgbClr>
            </a:solidFill>
            <a:prstDash val="solid"/>
          </a:ln>
        </p:spPr>
      </p:sp>
      <p:sp>
        <p:nvSpPr>
          <p:cNvPr id="242" name="c_full_paired_path_3699">
            <a:extLst>
              <a:ext uri="{FF2B5EF4-FFF2-40B4-BE49-F238E27FC236}">
                <a16:creationId xmlns:a16="http://schemas.microsoft.com/office/drawing/2014/main" id="{5E56DC81-C5C6-43A5-B833-E9905AFFAB3D}"/>
              </a:ext>
            </a:extLst>
          </p:cNvPr>
          <p:cNvSpPr>
            <a:spLocks noGrp="1"/>
          </p:cNvSpPr>
          <p:nvPr/>
        </p:nvSpPr>
        <p:spPr>
          <a:xfrm>
            <a:off x="4365792" y="470679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8E020">
              <a:alpha val="100000"/>
            </a:srgbClr>
          </a:solidFill>
          <a:ln w="4652">
            <a:solidFill>
              <a:srgbClr val="C8E020">
                <a:alpha val="100000"/>
              </a:srgbClr>
            </a:solidFill>
            <a:prstDash val="solid"/>
          </a:ln>
        </p:spPr>
      </p:sp>
      <p:sp>
        <p:nvSpPr>
          <p:cNvPr id="243" name="c_full_paired_path_3700">
            <a:extLst>
              <a:ext uri="{FF2B5EF4-FFF2-40B4-BE49-F238E27FC236}">
                <a16:creationId xmlns:a16="http://schemas.microsoft.com/office/drawing/2014/main" id="{20466BC2-1DFC-4CA1-B0EA-0D6169DEC0D9}"/>
              </a:ext>
            </a:extLst>
          </p:cNvPr>
          <p:cNvSpPr>
            <a:spLocks noGrp="1"/>
          </p:cNvSpPr>
          <p:nvPr/>
        </p:nvSpPr>
        <p:spPr>
          <a:xfrm>
            <a:off x="4365792" y="469396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5E021">
              <a:alpha val="100000"/>
            </a:srgbClr>
          </a:solidFill>
          <a:ln w="4652">
            <a:solidFill>
              <a:srgbClr val="C5E021">
                <a:alpha val="100000"/>
              </a:srgbClr>
            </a:solidFill>
            <a:prstDash val="solid"/>
          </a:ln>
        </p:spPr>
      </p:sp>
      <p:sp>
        <p:nvSpPr>
          <p:cNvPr id="244" name="c_full_paired_path_3701">
            <a:extLst>
              <a:ext uri="{FF2B5EF4-FFF2-40B4-BE49-F238E27FC236}">
                <a16:creationId xmlns:a16="http://schemas.microsoft.com/office/drawing/2014/main" id="{D37779B0-3243-46CF-AFA3-99B8B480AAC9}"/>
              </a:ext>
            </a:extLst>
          </p:cNvPr>
          <p:cNvSpPr>
            <a:spLocks noGrp="1"/>
          </p:cNvSpPr>
          <p:nvPr/>
        </p:nvSpPr>
        <p:spPr>
          <a:xfrm>
            <a:off x="4365792" y="468112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2DF23">
              <a:alpha val="100000"/>
            </a:srgbClr>
          </a:solidFill>
          <a:ln w="4652">
            <a:solidFill>
              <a:srgbClr val="C2DF23">
                <a:alpha val="100000"/>
              </a:srgbClr>
            </a:solidFill>
            <a:prstDash val="solid"/>
          </a:ln>
        </p:spPr>
      </p:sp>
      <p:sp>
        <p:nvSpPr>
          <p:cNvPr id="245" name="c_full_paired_path_3702">
            <a:extLst>
              <a:ext uri="{FF2B5EF4-FFF2-40B4-BE49-F238E27FC236}">
                <a16:creationId xmlns:a16="http://schemas.microsoft.com/office/drawing/2014/main" id="{0FB670B7-9766-4FCF-95C6-300FD63AAC7E}"/>
              </a:ext>
            </a:extLst>
          </p:cNvPr>
          <p:cNvSpPr>
            <a:spLocks noGrp="1"/>
          </p:cNvSpPr>
          <p:nvPr/>
        </p:nvSpPr>
        <p:spPr>
          <a:xfrm>
            <a:off x="4365792" y="466828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0DF25">
              <a:alpha val="100000"/>
            </a:srgbClr>
          </a:solidFill>
          <a:ln w="4652">
            <a:solidFill>
              <a:srgbClr val="C0DF25">
                <a:alpha val="100000"/>
              </a:srgbClr>
            </a:solidFill>
            <a:prstDash val="solid"/>
          </a:ln>
        </p:spPr>
      </p:sp>
      <p:sp>
        <p:nvSpPr>
          <p:cNvPr id="246" name="c_full_paired_path_3703">
            <a:extLst>
              <a:ext uri="{FF2B5EF4-FFF2-40B4-BE49-F238E27FC236}">
                <a16:creationId xmlns:a16="http://schemas.microsoft.com/office/drawing/2014/main" id="{7413D46D-BBD2-4364-8D96-BC72BD22A496}"/>
              </a:ext>
            </a:extLst>
          </p:cNvPr>
          <p:cNvSpPr>
            <a:spLocks noGrp="1"/>
          </p:cNvSpPr>
          <p:nvPr/>
        </p:nvSpPr>
        <p:spPr>
          <a:xfrm>
            <a:off x="4365792" y="465545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DDF26">
              <a:alpha val="100000"/>
            </a:srgbClr>
          </a:solidFill>
          <a:ln w="4652">
            <a:solidFill>
              <a:srgbClr val="BDDF26">
                <a:alpha val="100000"/>
              </a:srgbClr>
            </a:solidFill>
            <a:prstDash val="solid"/>
          </a:ln>
        </p:spPr>
      </p:sp>
      <p:sp>
        <p:nvSpPr>
          <p:cNvPr id="247" name="c_full_paired_path_3704">
            <a:extLst>
              <a:ext uri="{FF2B5EF4-FFF2-40B4-BE49-F238E27FC236}">
                <a16:creationId xmlns:a16="http://schemas.microsoft.com/office/drawing/2014/main" id="{21F711F3-D53C-4956-8DAC-DC04500ABBAE}"/>
              </a:ext>
            </a:extLst>
          </p:cNvPr>
          <p:cNvSpPr>
            <a:spLocks noGrp="1"/>
          </p:cNvSpPr>
          <p:nvPr/>
        </p:nvSpPr>
        <p:spPr>
          <a:xfrm>
            <a:off x="4365792" y="464261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ADE28">
              <a:alpha val="100000"/>
            </a:srgbClr>
          </a:solidFill>
          <a:ln w="4652">
            <a:solidFill>
              <a:srgbClr val="BADE28">
                <a:alpha val="100000"/>
              </a:srgbClr>
            </a:solidFill>
            <a:prstDash val="solid"/>
          </a:ln>
        </p:spPr>
      </p:sp>
      <p:sp>
        <p:nvSpPr>
          <p:cNvPr id="248" name="c_full_paired_path_3705">
            <a:extLst>
              <a:ext uri="{FF2B5EF4-FFF2-40B4-BE49-F238E27FC236}">
                <a16:creationId xmlns:a16="http://schemas.microsoft.com/office/drawing/2014/main" id="{8C0F9810-FD32-439D-9B01-0D16EDD3CB08}"/>
              </a:ext>
            </a:extLst>
          </p:cNvPr>
          <p:cNvSpPr>
            <a:spLocks noGrp="1"/>
          </p:cNvSpPr>
          <p:nvPr/>
        </p:nvSpPr>
        <p:spPr>
          <a:xfrm>
            <a:off x="4365792" y="462978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8DE29">
              <a:alpha val="100000"/>
            </a:srgbClr>
          </a:solidFill>
          <a:ln w="4652">
            <a:solidFill>
              <a:srgbClr val="B8DE29">
                <a:alpha val="100000"/>
              </a:srgbClr>
            </a:solidFill>
            <a:prstDash val="solid"/>
          </a:ln>
        </p:spPr>
      </p:sp>
      <p:sp>
        <p:nvSpPr>
          <p:cNvPr id="249" name="c_full_paired_path_3706">
            <a:extLst>
              <a:ext uri="{FF2B5EF4-FFF2-40B4-BE49-F238E27FC236}">
                <a16:creationId xmlns:a16="http://schemas.microsoft.com/office/drawing/2014/main" id="{701BF5F7-BE5A-4D6B-AC6A-CD0CF77E8CB0}"/>
              </a:ext>
            </a:extLst>
          </p:cNvPr>
          <p:cNvSpPr>
            <a:spLocks noGrp="1"/>
          </p:cNvSpPr>
          <p:nvPr/>
        </p:nvSpPr>
        <p:spPr>
          <a:xfrm>
            <a:off x="4365792" y="461694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5DE2B">
              <a:alpha val="100000"/>
            </a:srgbClr>
          </a:solidFill>
          <a:ln w="4652">
            <a:solidFill>
              <a:srgbClr val="B5DE2B">
                <a:alpha val="100000"/>
              </a:srgbClr>
            </a:solidFill>
            <a:prstDash val="solid"/>
          </a:ln>
        </p:spPr>
      </p:sp>
      <p:sp>
        <p:nvSpPr>
          <p:cNvPr id="250" name="c_full_paired_path_3707">
            <a:extLst>
              <a:ext uri="{FF2B5EF4-FFF2-40B4-BE49-F238E27FC236}">
                <a16:creationId xmlns:a16="http://schemas.microsoft.com/office/drawing/2014/main" id="{674460AD-AC6A-4575-A14D-9EBFC51CA06C}"/>
              </a:ext>
            </a:extLst>
          </p:cNvPr>
          <p:cNvSpPr>
            <a:spLocks noGrp="1"/>
          </p:cNvSpPr>
          <p:nvPr/>
        </p:nvSpPr>
        <p:spPr>
          <a:xfrm>
            <a:off x="4365792" y="460410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2DD2D">
              <a:alpha val="100000"/>
            </a:srgbClr>
          </a:solidFill>
          <a:ln w="4652">
            <a:solidFill>
              <a:srgbClr val="B2DD2D">
                <a:alpha val="100000"/>
              </a:srgbClr>
            </a:solidFill>
            <a:prstDash val="solid"/>
          </a:ln>
        </p:spPr>
      </p:sp>
      <p:sp>
        <p:nvSpPr>
          <p:cNvPr id="251" name="c_full_paired_path_3708">
            <a:extLst>
              <a:ext uri="{FF2B5EF4-FFF2-40B4-BE49-F238E27FC236}">
                <a16:creationId xmlns:a16="http://schemas.microsoft.com/office/drawing/2014/main" id="{87589C67-C5BA-4415-A5C3-829D4C80CC3A}"/>
              </a:ext>
            </a:extLst>
          </p:cNvPr>
          <p:cNvSpPr>
            <a:spLocks noGrp="1"/>
          </p:cNvSpPr>
          <p:nvPr/>
        </p:nvSpPr>
        <p:spPr>
          <a:xfrm>
            <a:off x="4365792" y="459127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0DD2F">
              <a:alpha val="100000"/>
            </a:srgbClr>
          </a:solidFill>
          <a:ln w="4652">
            <a:solidFill>
              <a:srgbClr val="B0DD2F">
                <a:alpha val="100000"/>
              </a:srgbClr>
            </a:solidFill>
            <a:prstDash val="solid"/>
          </a:ln>
        </p:spPr>
      </p:sp>
      <p:sp>
        <p:nvSpPr>
          <p:cNvPr id="252" name="c_full_paired_path_3709">
            <a:extLst>
              <a:ext uri="{FF2B5EF4-FFF2-40B4-BE49-F238E27FC236}">
                <a16:creationId xmlns:a16="http://schemas.microsoft.com/office/drawing/2014/main" id="{73105F05-D4E8-4161-8434-7BD1D09EDD7A}"/>
              </a:ext>
            </a:extLst>
          </p:cNvPr>
          <p:cNvSpPr>
            <a:spLocks noGrp="1"/>
          </p:cNvSpPr>
          <p:nvPr/>
        </p:nvSpPr>
        <p:spPr>
          <a:xfrm>
            <a:off x="4365792" y="457843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DDC30">
              <a:alpha val="100000"/>
            </a:srgbClr>
          </a:solidFill>
          <a:ln w="4652">
            <a:solidFill>
              <a:srgbClr val="ADDC30">
                <a:alpha val="100000"/>
              </a:srgbClr>
            </a:solidFill>
            <a:prstDash val="solid"/>
          </a:ln>
        </p:spPr>
      </p:sp>
      <p:sp>
        <p:nvSpPr>
          <p:cNvPr id="253" name="c_full_paired_path_3710">
            <a:extLst>
              <a:ext uri="{FF2B5EF4-FFF2-40B4-BE49-F238E27FC236}">
                <a16:creationId xmlns:a16="http://schemas.microsoft.com/office/drawing/2014/main" id="{6FBC2A8B-C726-4244-9291-4EDBB3ACD512}"/>
              </a:ext>
            </a:extLst>
          </p:cNvPr>
          <p:cNvSpPr>
            <a:spLocks noGrp="1"/>
          </p:cNvSpPr>
          <p:nvPr/>
        </p:nvSpPr>
        <p:spPr>
          <a:xfrm>
            <a:off x="4365792" y="456559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ADC32">
              <a:alpha val="100000"/>
            </a:srgbClr>
          </a:solidFill>
          <a:ln w="4652">
            <a:solidFill>
              <a:srgbClr val="AADC32">
                <a:alpha val="100000"/>
              </a:srgbClr>
            </a:solidFill>
            <a:prstDash val="solid"/>
          </a:ln>
        </p:spPr>
      </p:sp>
      <p:sp>
        <p:nvSpPr>
          <p:cNvPr id="254" name="c_full_paired_path_3711">
            <a:extLst>
              <a:ext uri="{FF2B5EF4-FFF2-40B4-BE49-F238E27FC236}">
                <a16:creationId xmlns:a16="http://schemas.microsoft.com/office/drawing/2014/main" id="{EC84595A-5763-4272-AC60-3C05DB545773}"/>
              </a:ext>
            </a:extLst>
          </p:cNvPr>
          <p:cNvSpPr>
            <a:spLocks noGrp="1"/>
          </p:cNvSpPr>
          <p:nvPr/>
        </p:nvSpPr>
        <p:spPr>
          <a:xfrm>
            <a:off x="4365792" y="455276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8DB34">
              <a:alpha val="100000"/>
            </a:srgbClr>
          </a:solidFill>
          <a:ln w="4652">
            <a:solidFill>
              <a:srgbClr val="A8DB34">
                <a:alpha val="100000"/>
              </a:srgbClr>
            </a:solidFill>
            <a:prstDash val="solid"/>
          </a:ln>
        </p:spPr>
      </p:sp>
      <p:sp>
        <p:nvSpPr>
          <p:cNvPr id="255" name="c_full_paired_path_3712">
            <a:extLst>
              <a:ext uri="{FF2B5EF4-FFF2-40B4-BE49-F238E27FC236}">
                <a16:creationId xmlns:a16="http://schemas.microsoft.com/office/drawing/2014/main" id="{2BE34802-0AE2-46E2-A7D0-4C851EB4FAB4}"/>
              </a:ext>
            </a:extLst>
          </p:cNvPr>
          <p:cNvSpPr>
            <a:spLocks noGrp="1"/>
          </p:cNvSpPr>
          <p:nvPr/>
        </p:nvSpPr>
        <p:spPr>
          <a:xfrm>
            <a:off x="4365792" y="453992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5DB36">
              <a:alpha val="100000"/>
            </a:srgbClr>
          </a:solidFill>
          <a:ln w="4652">
            <a:solidFill>
              <a:srgbClr val="A5DB36">
                <a:alpha val="100000"/>
              </a:srgbClr>
            </a:solidFill>
            <a:prstDash val="solid"/>
          </a:ln>
        </p:spPr>
      </p:sp>
      <p:sp>
        <p:nvSpPr>
          <p:cNvPr id="256" name="c_full_paired_path_3713">
            <a:extLst>
              <a:ext uri="{FF2B5EF4-FFF2-40B4-BE49-F238E27FC236}">
                <a16:creationId xmlns:a16="http://schemas.microsoft.com/office/drawing/2014/main" id="{CDFA1B34-2D25-4508-BD10-A4D757331014}"/>
              </a:ext>
            </a:extLst>
          </p:cNvPr>
          <p:cNvSpPr>
            <a:spLocks noGrp="1"/>
          </p:cNvSpPr>
          <p:nvPr/>
        </p:nvSpPr>
        <p:spPr>
          <a:xfrm>
            <a:off x="4365792" y="452709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2DA37">
              <a:alpha val="100000"/>
            </a:srgbClr>
          </a:solidFill>
          <a:ln w="4652">
            <a:solidFill>
              <a:srgbClr val="A2DA37">
                <a:alpha val="100000"/>
              </a:srgbClr>
            </a:solidFill>
            <a:prstDash val="solid"/>
          </a:ln>
        </p:spPr>
      </p:sp>
      <p:sp>
        <p:nvSpPr>
          <p:cNvPr id="257" name="c_full_paired_path_3714">
            <a:extLst>
              <a:ext uri="{FF2B5EF4-FFF2-40B4-BE49-F238E27FC236}">
                <a16:creationId xmlns:a16="http://schemas.microsoft.com/office/drawing/2014/main" id="{ECF8711C-F6E1-4B1E-BC4F-D9E7FC600370}"/>
              </a:ext>
            </a:extLst>
          </p:cNvPr>
          <p:cNvSpPr>
            <a:spLocks noGrp="1"/>
          </p:cNvSpPr>
          <p:nvPr/>
        </p:nvSpPr>
        <p:spPr>
          <a:xfrm>
            <a:off x="4365792" y="451425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0DA39">
              <a:alpha val="100000"/>
            </a:srgbClr>
          </a:solidFill>
          <a:ln w="4652">
            <a:solidFill>
              <a:srgbClr val="A0DA39">
                <a:alpha val="100000"/>
              </a:srgbClr>
            </a:solidFill>
            <a:prstDash val="solid"/>
          </a:ln>
        </p:spPr>
      </p:sp>
      <p:sp>
        <p:nvSpPr>
          <p:cNvPr id="258" name="c_full_paired_path_3715">
            <a:extLst>
              <a:ext uri="{FF2B5EF4-FFF2-40B4-BE49-F238E27FC236}">
                <a16:creationId xmlns:a16="http://schemas.microsoft.com/office/drawing/2014/main" id="{511FD2F2-9C68-4089-8C84-9FD01DBB62F2}"/>
              </a:ext>
            </a:extLst>
          </p:cNvPr>
          <p:cNvSpPr>
            <a:spLocks noGrp="1"/>
          </p:cNvSpPr>
          <p:nvPr/>
        </p:nvSpPr>
        <p:spPr>
          <a:xfrm>
            <a:off x="4365792" y="450141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DD93B">
              <a:alpha val="100000"/>
            </a:srgbClr>
          </a:solidFill>
          <a:ln w="4652">
            <a:solidFill>
              <a:srgbClr val="9DD93B">
                <a:alpha val="100000"/>
              </a:srgbClr>
            </a:solidFill>
            <a:prstDash val="solid"/>
          </a:ln>
        </p:spPr>
      </p:sp>
      <p:sp>
        <p:nvSpPr>
          <p:cNvPr id="259" name="c_full_paired_path_3716">
            <a:extLst>
              <a:ext uri="{FF2B5EF4-FFF2-40B4-BE49-F238E27FC236}">
                <a16:creationId xmlns:a16="http://schemas.microsoft.com/office/drawing/2014/main" id="{32061BA2-9229-461A-BAD8-96572053C06C}"/>
              </a:ext>
            </a:extLst>
          </p:cNvPr>
          <p:cNvSpPr>
            <a:spLocks noGrp="1"/>
          </p:cNvSpPr>
          <p:nvPr/>
        </p:nvSpPr>
        <p:spPr>
          <a:xfrm>
            <a:off x="4365792" y="448858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BD93C">
              <a:alpha val="100000"/>
            </a:srgbClr>
          </a:solidFill>
          <a:ln w="4652">
            <a:solidFill>
              <a:srgbClr val="9BD93C">
                <a:alpha val="100000"/>
              </a:srgbClr>
            </a:solidFill>
            <a:prstDash val="solid"/>
          </a:ln>
        </p:spPr>
      </p:sp>
      <p:sp>
        <p:nvSpPr>
          <p:cNvPr id="260" name="c_full_paired_path_3717">
            <a:extLst>
              <a:ext uri="{FF2B5EF4-FFF2-40B4-BE49-F238E27FC236}">
                <a16:creationId xmlns:a16="http://schemas.microsoft.com/office/drawing/2014/main" id="{52BEEF06-03B9-4105-8714-35F9836C06BA}"/>
              </a:ext>
            </a:extLst>
          </p:cNvPr>
          <p:cNvSpPr>
            <a:spLocks noGrp="1"/>
          </p:cNvSpPr>
          <p:nvPr/>
        </p:nvSpPr>
        <p:spPr>
          <a:xfrm>
            <a:off x="4365792" y="447574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8D83E">
              <a:alpha val="100000"/>
            </a:srgbClr>
          </a:solidFill>
          <a:ln w="4652">
            <a:solidFill>
              <a:srgbClr val="98D83E">
                <a:alpha val="100000"/>
              </a:srgbClr>
            </a:solidFill>
            <a:prstDash val="solid"/>
          </a:ln>
        </p:spPr>
      </p:sp>
      <p:sp>
        <p:nvSpPr>
          <p:cNvPr id="261" name="c_full_paired_path_3718">
            <a:extLst>
              <a:ext uri="{FF2B5EF4-FFF2-40B4-BE49-F238E27FC236}">
                <a16:creationId xmlns:a16="http://schemas.microsoft.com/office/drawing/2014/main" id="{90477056-649C-4D19-8C4E-5AF239159045}"/>
              </a:ext>
            </a:extLst>
          </p:cNvPr>
          <p:cNvSpPr>
            <a:spLocks noGrp="1"/>
          </p:cNvSpPr>
          <p:nvPr/>
        </p:nvSpPr>
        <p:spPr>
          <a:xfrm>
            <a:off x="4365792" y="446290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5D840">
              <a:alpha val="100000"/>
            </a:srgbClr>
          </a:solidFill>
          <a:ln w="4652">
            <a:solidFill>
              <a:srgbClr val="95D840">
                <a:alpha val="100000"/>
              </a:srgbClr>
            </a:solidFill>
            <a:prstDash val="solid"/>
          </a:ln>
        </p:spPr>
      </p:sp>
      <p:sp>
        <p:nvSpPr>
          <p:cNvPr id="262" name="c_full_paired_path_3719">
            <a:extLst>
              <a:ext uri="{FF2B5EF4-FFF2-40B4-BE49-F238E27FC236}">
                <a16:creationId xmlns:a16="http://schemas.microsoft.com/office/drawing/2014/main" id="{D4978C9F-A19A-4B3A-82E6-59DB11C41575}"/>
              </a:ext>
            </a:extLst>
          </p:cNvPr>
          <p:cNvSpPr>
            <a:spLocks noGrp="1"/>
          </p:cNvSpPr>
          <p:nvPr/>
        </p:nvSpPr>
        <p:spPr>
          <a:xfrm>
            <a:off x="4365792" y="445007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3D741">
              <a:alpha val="100000"/>
            </a:srgbClr>
          </a:solidFill>
          <a:ln w="4652">
            <a:solidFill>
              <a:srgbClr val="93D741">
                <a:alpha val="100000"/>
              </a:srgbClr>
            </a:solidFill>
            <a:prstDash val="solid"/>
          </a:ln>
        </p:spPr>
      </p:sp>
      <p:sp>
        <p:nvSpPr>
          <p:cNvPr id="263" name="c_full_paired_path_3720">
            <a:extLst>
              <a:ext uri="{FF2B5EF4-FFF2-40B4-BE49-F238E27FC236}">
                <a16:creationId xmlns:a16="http://schemas.microsoft.com/office/drawing/2014/main" id="{FB78ECD0-B3D7-461E-9A01-F96DFCE6557A}"/>
              </a:ext>
            </a:extLst>
          </p:cNvPr>
          <p:cNvSpPr>
            <a:spLocks noGrp="1"/>
          </p:cNvSpPr>
          <p:nvPr/>
        </p:nvSpPr>
        <p:spPr>
          <a:xfrm>
            <a:off x="4365792" y="443723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0D743">
              <a:alpha val="100000"/>
            </a:srgbClr>
          </a:solidFill>
          <a:ln w="4652">
            <a:solidFill>
              <a:srgbClr val="90D743">
                <a:alpha val="100000"/>
              </a:srgbClr>
            </a:solidFill>
            <a:prstDash val="solid"/>
          </a:ln>
        </p:spPr>
      </p:sp>
      <p:sp>
        <p:nvSpPr>
          <p:cNvPr id="264" name="c_full_paired_path_3721">
            <a:extLst>
              <a:ext uri="{FF2B5EF4-FFF2-40B4-BE49-F238E27FC236}">
                <a16:creationId xmlns:a16="http://schemas.microsoft.com/office/drawing/2014/main" id="{09BCA83F-95E5-4067-A692-1080525CD530}"/>
              </a:ext>
            </a:extLst>
          </p:cNvPr>
          <p:cNvSpPr>
            <a:spLocks noGrp="1"/>
          </p:cNvSpPr>
          <p:nvPr/>
        </p:nvSpPr>
        <p:spPr>
          <a:xfrm>
            <a:off x="4365792" y="442440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ED645">
              <a:alpha val="100000"/>
            </a:srgbClr>
          </a:solidFill>
          <a:ln w="4652">
            <a:solidFill>
              <a:srgbClr val="8ED645">
                <a:alpha val="100000"/>
              </a:srgbClr>
            </a:solidFill>
            <a:prstDash val="solid"/>
          </a:ln>
        </p:spPr>
      </p:sp>
      <p:sp>
        <p:nvSpPr>
          <p:cNvPr id="265" name="c_full_paired_path_3722">
            <a:extLst>
              <a:ext uri="{FF2B5EF4-FFF2-40B4-BE49-F238E27FC236}">
                <a16:creationId xmlns:a16="http://schemas.microsoft.com/office/drawing/2014/main" id="{B766CA8D-CF77-4AB2-A079-D0EA27EB07E5}"/>
              </a:ext>
            </a:extLst>
          </p:cNvPr>
          <p:cNvSpPr>
            <a:spLocks noGrp="1"/>
          </p:cNvSpPr>
          <p:nvPr/>
        </p:nvSpPr>
        <p:spPr>
          <a:xfrm>
            <a:off x="4365792" y="441156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BD646">
              <a:alpha val="100000"/>
            </a:srgbClr>
          </a:solidFill>
          <a:ln w="4652">
            <a:solidFill>
              <a:srgbClr val="8BD646">
                <a:alpha val="100000"/>
              </a:srgbClr>
            </a:solidFill>
            <a:prstDash val="solid"/>
          </a:ln>
        </p:spPr>
      </p:sp>
      <p:sp>
        <p:nvSpPr>
          <p:cNvPr id="266" name="c_full_paired_path_3723">
            <a:extLst>
              <a:ext uri="{FF2B5EF4-FFF2-40B4-BE49-F238E27FC236}">
                <a16:creationId xmlns:a16="http://schemas.microsoft.com/office/drawing/2014/main" id="{653B5889-58EF-46AE-84C8-03028ADA0203}"/>
              </a:ext>
            </a:extLst>
          </p:cNvPr>
          <p:cNvSpPr>
            <a:spLocks noGrp="1"/>
          </p:cNvSpPr>
          <p:nvPr/>
        </p:nvSpPr>
        <p:spPr>
          <a:xfrm>
            <a:off x="4365792" y="439872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9D548">
              <a:alpha val="100000"/>
            </a:srgbClr>
          </a:solidFill>
          <a:ln w="4652">
            <a:solidFill>
              <a:srgbClr val="89D548">
                <a:alpha val="100000"/>
              </a:srgbClr>
            </a:solidFill>
            <a:prstDash val="solid"/>
          </a:ln>
        </p:spPr>
      </p:sp>
      <p:sp>
        <p:nvSpPr>
          <p:cNvPr id="267" name="c_full_paired_path_3724">
            <a:extLst>
              <a:ext uri="{FF2B5EF4-FFF2-40B4-BE49-F238E27FC236}">
                <a16:creationId xmlns:a16="http://schemas.microsoft.com/office/drawing/2014/main" id="{7D0959C0-E826-4B7B-85DC-721BF4A3D431}"/>
              </a:ext>
            </a:extLst>
          </p:cNvPr>
          <p:cNvSpPr>
            <a:spLocks noGrp="1"/>
          </p:cNvSpPr>
          <p:nvPr/>
        </p:nvSpPr>
        <p:spPr>
          <a:xfrm>
            <a:off x="4365792" y="438589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6D549">
              <a:alpha val="100000"/>
            </a:srgbClr>
          </a:solidFill>
          <a:ln w="4652">
            <a:solidFill>
              <a:srgbClr val="86D549">
                <a:alpha val="100000"/>
              </a:srgbClr>
            </a:solidFill>
            <a:prstDash val="solid"/>
          </a:ln>
        </p:spPr>
      </p:sp>
      <p:sp>
        <p:nvSpPr>
          <p:cNvPr id="268" name="c_full_paired_path_3725">
            <a:extLst>
              <a:ext uri="{FF2B5EF4-FFF2-40B4-BE49-F238E27FC236}">
                <a16:creationId xmlns:a16="http://schemas.microsoft.com/office/drawing/2014/main" id="{8B522FA9-FBCB-4193-8D23-F5A21C7ABE6A}"/>
              </a:ext>
            </a:extLst>
          </p:cNvPr>
          <p:cNvSpPr>
            <a:spLocks noGrp="1"/>
          </p:cNvSpPr>
          <p:nvPr/>
        </p:nvSpPr>
        <p:spPr>
          <a:xfrm>
            <a:off x="4365792" y="437305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4D44B">
              <a:alpha val="100000"/>
            </a:srgbClr>
          </a:solidFill>
          <a:ln w="4652">
            <a:solidFill>
              <a:srgbClr val="84D44B">
                <a:alpha val="100000"/>
              </a:srgbClr>
            </a:solidFill>
            <a:prstDash val="solid"/>
          </a:ln>
        </p:spPr>
      </p:sp>
      <p:sp>
        <p:nvSpPr>
          <p:cNvPr id="269" name="c_full_paired_path_3726">
            <a:extLst>
              <a:ext uri="{FF2B5EF4-FFF2-40B4-BE49-F238E27FC236}">
                <a16:creationId xmlns:a16="http://schemas.microsoft.com/office/drawing/2014/main" id="{CA0E3344-CA94-441F-BCC2-911AD932453C}"/>
              </a:ext>
            </a:extLst>
          </p:cNvPr>
          <p:cNvSpPr>
            <a:spLocks noGrp="1"/>
          </p:cNvSpPr>
          <p:nvPr/>
        </p:nvSpPr>
        <p:spPr>
          <a:xfrm>
            <a:off x="4365792" y="436021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1D34D">
              <a:alpha val="100000"/>
            </a:srgbClr>
          </a:solidFill>
          <a:ln w="4652">
            <a:solidFill>
              <a:srgbClr val="81D34D">
                <a:alpha val="100000"/>
              </a:srgbClr>
            </a:solidFill>
            <a:prstDash val="solid"/>
          </a:ln>
        </p:spPr>
      </p:sp>
      <p:sp>
        <p:nvSpPr>
          <p:cNvPr id="270" name="c_full_paired_path_3727">
            <a:extLst>
              <a:ext uri="{FF2B5EF4-FFF2-40B4-BE49-F238E27FC236}">
                <a16:creationId xmlns:a16="http://schemas.microsoft.com/office/drawing/2014/main" id="{4D374A6D-5F82-407F-88AC-3F16139CEAC8}"/>
              </a:ext>
            </a:extLst>
          </p:cNvPr>
          <p:cNvSpPr>
            <a:spLocks noGrp="1"/>
          </p:cNvSpPr>
          <p:nvPr/>
        </p:nvSpPr>
        <p:spPr>
          <a:xfrm>
            <a:off x="4365792" y="434738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FD34E">
              <a:alpha val="100000"/>
            </a:srgbClr>
          </a:solidFill>
          <a:ln w="4652">
            <a:solidFill>
              <a:srgbClr val="7FD34E">
                <a:alpha val="100000"/>
              </a:srgbClr>
            </a:solidFill>
            <a:prstDash val="solid"/>
          </a:ln>
        </p:spPr>
      </p:sp>
      <p:sp>
        <p:nvSpPr>
          <p:cNvPr id="271" name="c_full_paired_path_3728">
            <a:extLst>
              <a:ext uri="{FF2B5EF4-FFF2-40B4-BE49-F238E27FC236}">
                <a16:creationId xmlns:a16="http://schemas.microsoft.com/office/drawing/2014/main" id="{37695BFE-D36D-4005-B455-9014D72D08EA}"/>
              </a:ext>
            </a:extLst>
          </p:cNvPr>
          <p:cNvSpPr>
            <a:spLocks noGrp="1"/>
          </p:cNvSpPr>
          <p:nvPr/>
        </p:nvSpPr>
        <p:spPr>
          <a:xfrm>
            <a:off x="4365792" y="433454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CD250">
              <a:alpha val="100000"/>
            </a:srgbClr>
          </a:solidFill>
          <a:ln w="4652">
            <a:solidFill>
              <a:srgbClr val="7CD250">
                <a:alpha val="100000"/>
              </a:srgbClr>
            </a:solidFill>
            <a:prstDash val="solid"/>
          </a:ln>
        </p:spPr>
      </p:sp>
      <p:sp>
        <p:nvSpPr>
          <p:cNvPr id="272" name="c_full_paired_path_3729">
            <a:extLst>
              <a:ext uri="{FF2B5EF4-FFF2-40B4-BE49-F238E27FC236}">
                <a16:creationId xmlns:a16="http://schemas.microsoft.com/office/drawing/2014/main" id="{3322D199-9941-4E02-AA6C-EB3D8BB833A4}"/>
              </a:ext>
            </a:extLst>
          </p:cNvPr>
          <p:cNvSpPr>
            <a:spLocks noGrp="1"/>
          </p:cNvSpPr>
          <p:nvPr/>
        </p:nvSpPr>
        <p:spPr>
          <a:xfrm>
            <a:off x="4365792" y="432171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AD151">
              <a:alpha val="100000"/>
            </a:srgbClr>
          </a:solidFill>
          <a:ln w="4652">
            <a:solidFill>
              <a:srgbClr val="7AD151">
                <a:alpha val="100000"/>
              </a:srgbClr>
            </a:solidFill>
            <a:prstDash val="solid"/>
          </a:ln>
        </p:spPr>
      </p:sp>
      <p:sp>
        <p:nvSpPr>
          <p:cNvPr id="273" name="c_full_paired_path_3730">
            <a:extLst>
              <a:ext uri="{FF2B5EF4-FFF2-40B4-BE49-F238E27FC236}">
                <a16:creationId xmlns:a16="http://schemas.microsoft.com/office/drawing/2014/main" id="{F93CBA51-1A3B-483E-82ED-9098B379298A}"/>
              </a:ext>
            </a:extLst>
          </p:cNvPr>
          <p:cNvSpPr>
            <a:spLocks noGrp="1"/>
          </p:cNvSpPr>
          <p:nvPr/>
        </p:nvSpPr>
        <p:spPr>
          <a:xfrm>
            <a:off x="4365792" y="430887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7D153">
              <a:alpha val="100000"/>
            </a:srgbClr>
          </a:solidFill>
          <a:ln w="4652">
            <a:solidFill>
              <a:srgbClr val="77D153">
                <a:alpha val="100000"/>
              </a:srgbClr>
            </a:solidFill>
            <a:prstDash val="solid"/>
          </a:ln>
        </p:spPr>
      </p:sp>
      <p:sp>
        <p:nvSpPr>
          <p:cNvPr id="274" name="c_full_paired_path_3731">
            <a:extLst>
              <a:ext uri="{FF2B5EF4-FFF2-40B4-BE49-F238E27FC236}">
                <a16:creationId xmlns:a16="http://schemas.microsoft.com/office/drawing/2014/main" id="{4B4FE7FB-86A8-4CE5-B606-30A039EF6931}"/>
              </a:ext>
            </a:extLst>
          </p:cNvPr>
          <p:cNvSpPr>
            <a:spLocks noGrp="1"/>
          </p:cNvSpPr>
          <p:nvPr/>
        </p:nvSpPr>
        <p:spPr>
          <a:xfrm>
            <a:off x="4365792" y="429603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5D054">
              <a:alpha val="100000"/>
            </a:srgbClr>
          </a:solidFill>
          <a:ln w="4652">
            <a:solidFill>
              <a:srgbClr val="75D054">
                <a:alpha val="100000"/>
              </a:srgbClr>
            </a:solidFill>
            <a:prstDash val="solid"/>
          </a:ln>
        </p:spPr>
      </p:sp>
      <p:sp>
        <p:nvSpPr>
          <p:cNvPr id="275" name="c_full_paired_path_3732">
            <a:extLst>
              <a:ext uri="{FF2B5EF4-FFF2-40B4-BE49-F238E27FC236}">
                <a16:creationId xmlns:a16="http://schemas.microsoft.com/office/drawing/2014/main" id="{B3F3A861-84B2-4823-9F3D-4DA7EB5F1D63}"/>
              </a:ext>
            </a:extLst>
          </p:cNvPr>
          <p:cNvSpPr>
            <a:spLocks noGrp="1"/>
          </p:cNvSpPr>
          <p:nvPr/>
        </p:nvSpPr>
        <p:spPr>
          <a:xfrm>
            <a:off x="4365792" y="428320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3D056">
              <a:alpha val="100000"/>
            </a:srgbClr>
          </a:solidFill>
          <a:ln w="4652">
            <a:solidFill>
              <a:srgbClr val="73D056">
                <a:alpha val="100000"/>
              </a:srgbClr>
            </a:solidFill>
            <a:prstDash val="solid"/>
          </a:ln>
        </p:spPr>
      </p:sp>
      <p:sp>
        <p:nvSpPr>
          <p:cNvPr id="276" name="c_full_paired_path_3733">
            <a:extLst>
              <a:ext uri="{FF2B5EF4-FFF2-40B4-BE49-F238E27FC236}">
                <a16:creationId xmlns:a16="http://schemas.microsoft.com/office/drawing/2014/main" id="{33CE3D20-2E0F-4FE4-88D6-A73B3729D82B}"/>
              </a:ext>
            </a:extLst>
          </p:cNvPr>
          <p:cNvSpPr>
            <a:spLocks noGrp="1"/>
          </p:cNvSpPr>
          <p:nvPr/>
        </p:nvSpPr>
        <p:spPr>
          <a:xfrm>
            <a:off x="4365792" y="427036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0CF57">
              <a:alpha val="100000"/>
            </a:srgbClr>
          </a:solidFill>
          <a:ln w="4652">
            <a:solidFill>
              <a:srgbClr val="70CF57">
                <a:alpha val="100000"/>
              </a:srgbClr>
            </a:solidFill>
            <a:prstDash val="solid"/>
          </a:ln>
        </p:spPr>
      </p:sp>
      <p:sp>
        <p:nvSpPr>
          <p:cNvPr id="277" name="c_full_paired_path_3734">
            <a:extLst>
              <a:ext uri="{FF2B5EF4-FFF2-40B4-BE49-F238E27FC236}">
                <a16:creationId xmlns:a16="http://schemas.microsoft.com/office/drawing/2014/main" id="{66431D8D-4DE2-4D60-93AC-050DDD1D17CD}"/>
              </a:ext>
            </a:extLst>
          </p:cNvPr>
          <p:cNvSpPr>
            <a:spLocks noGrp="1"/>
          </p:cNvSpPr>
          <p:nvPr/>
        </p:nvSpPr>
        <p:spPr>
          <a:xfrm>
            <a:off x="4365792" y="425752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ECE58">
              <a:alpha val="100000"/>
            </a:srgbClr>
          </a:solidFill>
          <a:ln w="4652">
            <a:solidFill>
              <a:srgbClr val="6ECE58">
                <a:alpha val="100000"/>
              </a:srgbClr>
            </a:solidFill>
            <a:prstDash val="solid"/>
          </a:ln>
        </p:spPr>
      </p:sp>
      <p:sp>
        <p:nvSpPr>
          <p:cNvPr id="278" name="c_full_paired_path_3735">
            <a:extLst>
              <a:ext uri="{FF2B5EF4-FFF2-40B4-BE49-F238E27FC236}">
                <a16:creationId xmlns:a16="http://schemas.microsoft.com/office/drawing/2014/main" id="{0EA02893-9CAB-44C5-A0CE-C86ACE2EF772}"/>
              </a:ext>
            </a:extLst>
          </p:cNvPr>
          <p:cNvSpPr>
            <a:spLocks noGrp="1"/>
          </p:cNvSpPr>
          <p:nvPr/>
        </p:nvSpPr>
        <p:spPr>
          <a:xfrm>
            <a:off x="4365792" y="424469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CCD5A">
              <a:alpha val="100000"/>
            </a:srgbClr>
          </a:solidFill>
          <a:ln w="4652">
            <a:solidFill>
              <a:srgbClr val="6CCD5A">
                <a:alpha val="100000"/>
              </a:srgbClr>
            </a:solidFill>
            <a:prstDash val="solid"/>
          </a:ln>
        </p:spPr>
      </p:sp>
      <p:sp>
        <p:nvSpPr>
          <p:cNvPr id="279" name="c_full_paired_path_3736">
            <a:extLst>
              <a:ext uri="{FF2B5EF4-FFF2-40B4-BE49-F238E27FC236}">
                <a16:creationId xmlns:a16="http://schemas.microsoft.com/office/drawing/2014/main" id="{24A78059-80F2-4F03-88E3-E0D501EDDB5B}"/>
              </a:ext>
            </a:extLst>
          </p:cNvPr>
          <p:cNvSpPr>
            <a:spLocks noGrp="1"/>
          </p:cNvSpPr>
          <p:nvPr/>
        </p:nvSpPr>
        <p:spPr>
          <a:xfrm>
            <a:off x="4365792" y="423185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9CD5B">
              <a:alpha val="100000"/>
            </a:srgbClr>
          </a:solidFill>
          <a:ln w="4652">
            <a:solidFill>
              <a:srgbClr val="69CD5B">
                <a:alpha val="100000"/>
              </a:srgbClr>
            </a:solidFill>
            <a:prstDash val="solid"/>
          </a:ln>
        </p:spPr>
      </p:sp>
      <p:sp>
        <p:nvSpPr>
          <p:cNvPr id="280" name="c_full_paired_path_3737">
            <a:extLst>
              <a:ext uri="{FF2B5EF4-FFF2-40B4-BE49-F238E27FC236}">
                <a16:creationId xmlns:a16="http://schemas.microsoft.com/office/drawing/2014/main" id="{AC321593-351D-4533-BD58-AC0BA5F9741C}"/>
              </a:ext>
            </a:extLst>
          </p:cNvPr>
          <p:cNvSpPr>
            <a:spLocks noGrp="1"/>
          </p:cNvSpPr>
          <p:nvPr/>
        </p:nvSpPr>
        <p:spPr>
          <a:xfrm>
            <a:off x="4365792" y="421902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7CC5C">
              <a:alpha val="100000"/>
            </a:srgbClr>
          </a:solidFill>
          <a:ln w="4652">
            <a:solidFill>
              <a:srgbClr val="67CC5C">
                <a:alpha val="100000"/>
              </a:srgbClr>
            </a:solidFill>
            <a:prstDash val="solid"/>
          </a:ln>
        </p:spPr>
      </p:sp>
      <p:sp>
        <p:nvSpPr>
          <p:cNvPr id="281" name="c_full_paired_path_3738">
            <a:extLst>
              <a:ext uri="{FF2B5EF4-FFF2-40B4-BE49-F238E27FC236}">
                <a16:creationId xmlns:a16="http://schemas.microsoft.com/office/drawing/2014/main" id="{9962FBA7-33DE-4EB7-ADBA-4CFF05C01745}"/>
              </a:ext>
            </a:extLst>
          </p:cNvPr>
          <p:cNvSpPr>
            <a:spLocks noGrp="1"/>
          </p:cNvSpPr>
          <p:nvPr/>
        </p:nvSpPr>
        <p:spPr>
          <a:xfrm>
            <a:off x="4365792" y="420618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5CB5E">
              <a:alpha val="100000"/>
            </a:srgbClr>
          </a:solidFill>
          <a:ln w="4652">
            <a:solidFill>
              <a:srgbClr val="65CB5E">
                <a:alpha val="100000"/>
              </a:srgbClr>
            </a:solidFill>
            <a:prstDash val="solid"/>
          </a:ln>
        </p:spPr>
      </p:sp>
      <p:sp>
        <p:nvSpPr>
          <p:cNvPr id="282" name="c_full_paired_path_3739">
            <a:extLst>
              <a:ext uri="{FF2B5EF4-FFF2-40B4-BE49-F238E27FC236}">
                <a16:creationId xmlns:a16="http://schemas.microsoft.com/office/drawing/2014/main" id="{BB6C14E2-3351-4A22-9219-193F8924AAE9}"/>
              </a:ext>
            </a:extLst>
          </p:cNvPr>
          <p:cNvSpPr>
            <a:spLocks noGrp="1"/>
          </p:cNvSpPr>
          <p:nvPr/>
        </p:nvSpPr>
        <p:spPr>
          <a:xfrm>
            <a:off x="4365792" y="419334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3CB5F">
              <a:alpha val="100000"/>
            </a:srgbClr>
          </a:solidFill>
          <a:ln w="4652">
            <a:solidFill>
              <a:srgbClr val="63CB5F">
                <a:alpha val="100000"/>
              </a:srgbClr>
            </a:solidFill>
            <a:prstDash val="solid"/>
          </a:ln>
        </p:spPr>
      </p:sp>
      <p:sp>
        <p:nvSpPr>
          <p:cNvPr id="283" name="c_full_paired_path_3740">
            <a:extLst>
              <a:ext uri="{FF2B5EF4-FFF2-40B4-BE49-F238E27FC236}">
                <a16:creationId xmlns:a16="http://schemas.microsoft.com/office/drawing/2014/main" id="{2FA70653-B3FD-45CC-9204-D50BF8387AB0}"/>
              </a:ext>
            </a:extLst>
          </p:cNvPr>
          <p:cNvSpPr>
            <a:spLocks noGrp="1"/>
          </p:cNvSpPr>
          <p:nvPr/>
        </p:nvSpPr>
        <p:spPr>
          <a:xfrm>
            <a:off x="4365792" y="418051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0CA60">
              <a:alpha val="100000"/>
            </a:srgbClr>
          </a:solidFill>
          <a:ln w="4652">
            <a:solidFill>
              <a:srgbClr val="60CA60">
                <a:alpha val="100000"/>
              </a:srgbClr>
            </a:solidFill>
            <a:prstDash val="solid"/>
          </a:ln>
        </p:spPr>
      </p:sp>
      <p:sp>
        <p:nvSpPr>
          <p:cNvPr id="284" name="c_full_paired_path_3741">
            <a:extLst>
              <a:ext uri="{FF2B5EF4-FFF2-40B4-BE49-F238E27FC236}">
                <a16:creationId xmlns:a16="http://schemas.microsoft.com/office/drawing/2014/main" id="{A97F12F6-8246-48AA-8795-9C20359D8961}"/>
              </a:ext>
            </a:extLst>
          </p:cNvPr>
          <p:cNvSpPr>
            <a:spLocks noGrp="1"/>
          </p:cNvSpPr>
          <p:nvPr/>
        </p:nvSpPr>
        <p:spPr>
          <a:xfrm>
            <a:off x="4365792" y="416767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EC962">
              <a:alpha val="100000"/>
            </a:srgbClr>
          </a:solidFill>
          <a:ln w="4652">
            <a:solidFill>
              <a:srgbClr val="5EC962">
                <a:alpha val="100000"/>
              </a:srgbClr>
            </a:solidFill>
            <a:prstDash val="solid"/>
          </a:ln>
        </p:spPr>
      </p:sp>
      <p:sp>
        <p:nvSpPr>
          <p:cNvPr id="285" name="c_full_paired_path_3742">
            <a:extLst>
              <a:ext uri="{FF2B5EF4-FFF2-40B4-BE49-F238E27FC236}">
                <a16:creationId xmlns:a16="http://schemas.microsoft.com/office/drawing/2014/main" id="{44C77376-2388-41E8-99ED-C9022DAA3695}"/>
              </a:ext>
            </a:extLst>
          </p:cNvPr>
          <p:cNvSpPr>
            <a:spLocks noGrp="1"/>
          </p:cNvSpPr>
          <p:nvPr/>
        </p:nvSpPr>
        <p:spPr>
          <a:xfrm>
            <a:off x="4365792" y="415483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CC863">
              <a:alpha val="100000"/>
            </a:srgbClr>
          </a:solidFill>
          <a:ln w="4652">
            <a:solidFill>
              <a:srgbClr val="5CC863">
                <a:alpha val="100000"/>
              </a:srgbClr>
            </a:solidFill>
            <a:prstDash val="solid"/>
          </a:ln>
        </p:spPr>
      </p:sp>
      <p:sp>
        <p:nvSpPr>
          <p:cNvPr id="286" name="c_full_paired_path_3743">
            <a:extLst>
              <a:ext uri="{FF2B5EF4-FFF2-40B4-BE49-F238E27FC236}">
                <a16:creationId xmlns:a16="http://schemas.microsoft.com/office/drawing/2014/main" id="{4F8BCFBB-D07F-46B0-8C8D-2B6BC234F463}"/>
              </a:ext>
            </a:extLst>
          </p:cNvPr>
          <p:cNvSpPr>
            <a:spLocks noGrp="1"/>
          </p:cNvSpPr>
          <p:nvPr/>
        </p:nvSpPr>
        <p:spPr>
          <a:xfrm>
            <a:off x="4365792" y="414200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AC864">
              <a:alpha val="100000"/>
            </a:srgbClr>
          </a:solidFill>
          <a:ln w="4652">
            <a:solidFill>
              <a:srgbClr val="5AC864">
                <a:alpha val="100000"/>
              </a:srgbClr>
            </a:solidFill>
            <a:prstDash val="solid"/>
          </a:ln>
        </p:spPr>
      </p:sp>
      <p:sp>
        <p:nvSpPr>
          <p:cNvPr id="287" name="c_full_paired_path_3744">
            <a:extLst>
              <a:ext uri="{FF2B5EF4-FFF2-40B4-BE49-F238E27FC236}">
                <a16:creationId xmlns:a16="http://schemas.microsoft.com/office/drawing/2014/main" id="{15FFA7F9-AFD6-4C74-AD27-051B9E5B43C7}"/>
              </a:ext>
            </a:extLst>
          </p:cNvPr>
          <p:cNvSpPr>
            <a:spLocks noGrp="1"/>
          </p:cNvSpPr>
          <p:nvPr/>
        </p:nvSpPr>
        <p:spPr>
          <a:xfrm>
            <a:off x="4365792" y="412916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8C765">
              <a:alpha val="100000"/>
            </a:srgbClr>
          </a:solidFill>
          <a:ln w="4652">
            <a:solidFill>
              <a:srgbClr val="58C765">
                <a:alpha val="100000"/>
              </a:srgbClr>
            </a:solidFill>
            <a:prstDash val="solid"/>
          </a:ln>
        </p:spPr>
      </p:sp>
      <p:sp>
        <p:nvSpPr>
          <p:cNvPr id="288" name="c_full_paired_path_3745">
            <a:extLst>
              <a:ext uri="{FF2B5EF4-FFF2-40B4-BE49-F238E27FC236}">
                <a16:creationId xmlns:a16="http://schemas.microsoft.com/office/drawing/2014/main" id="{2E0605AB-327C-407E-A79A-AFDFFF5095E2}"/>
              </a:ext>
            </a:extLst>
          </p:cNvPr>
          <p:cNvSpPr>
            <a:spLocks noGrp="1"/>
          </p:cNvSpPr>
          <p:nvPr/>
        </p:nvSpPr>
        <p:spPr>
          <a:xfrm>
            <a:off x="4365792" y="411633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6C667">
              <a:alpha val="100000"/>
            </a:srgbClr>
          </a:solidFill>
          <a:ln w="4652">
            <a:solidFill>
              <a:srgbClr val="56C667">
                <a:alpha val="100000"/>
              </a:srgbClr>
            </a:solidFill>
            <a:prstDash val="solid"/>
          </a:ln>
        </p:spPr>
      </p:sp>
      <p:sp>
        <p:nvSpPr>
          <p:cNvPr id="289" name="c_full_paired_path_3746">
            <a:extLst>
              <a:ext uri="{FF2B5EF4-FFF2-40B4-BE49-F238E27FC236}">
                <a16:creationId xmlns:a16="http://schemas.microsoft.com/office/drawing/2014/main" id="{E827A344-E7E6-47E7-A2CD-50B9AB8D3004}"/>
              </a:ext>
            </a:extLst>
          </p:cNvPr>
          <p:cNvSpPr>
            <a:spLocks noGrp="1"/>
          </p:cNvSpPr>
          <p:nvPr/>
        </p:nvSpPr>
        <p:spPr>
          <a:xfrm>
            <a:off x="4365792" y="410349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4C568">
              <a:alpha val="100000"/>
            </a:srgbClr>
          </a:solidFill>
          <a:ln w="4652">
            <a:solidFill>
              <a:srgbClr val="54C568">
                <a:alpha val="100000"/>
              </a:srgbClr>
            </a:solidFill>
            <a:prstDash val="solid"/>
          </a:ln>
        </p:spPr>
      </p:sp>
      <p:sp>
        <p:nvSpPr>
          <p:cNvPr id="290" name="c_full_paired_path_3747">
            <a:extLst>
              <a:ext uri="{FF2B5EF4-FFF2-40B4-BE49-F238E27FC236}">
                <a16:creationId xmlns:a16="http://schemas.microsoft.com/office/drawing/2014/main" id="{96505B69-DA87-4E51-906B-E2A31994B725}"/>
              </a:ext>
            </a:extLst>
          </p:cNvPr>
          <p:cNvSpPr>
            <a:spLocks noGrp="1"/>
          </p:cNvSpPr>
          <p:nvPr/>
        </p:nvSpPr>
        <p:spPr>
          <a:xfrm>
            <a:off x="4365792" y="409065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2C569">
              <a:alpha val="100000"/>
            </a:srgbClr>
          </a:solidFill>
          <a:ln w="4652">
            <a:solidFill>
              <a:srgbClr val="52C569">
                <a:alpha val="100000"/>
              </a:srgbClr>
            </a:solidFill>
            <a:prstDash val="solid"/>
          </a:ln>
        </p:spPr>
      </p:sp>
      <p:sp>
        <p:nvSpPr>
          <p:cNvPr id="291" name="c_full_paired_path_3748">
            <a:extLst>
              <a:ext uri="{FF2B5EF4-FFF2-40B4-BE49-F238E27FC236}">
                <a16:creationId xmlns:a16="http://schemas.microsoft.com/office/drawing/2014/main" id="{F8BC47BB-C311-428B-A231-FA5487EA88D8}"/>
              </a:ext>
            </a:extLst>
          </p:cNvPr>
          <p:cNvSpPr>
            <a:spLocks noGrp="1"/>
          </p:cNvSpPr>
          <p:nvPr/>
        </p:nvSpPr>
        <p:spPr>
          <a:xfrm>
            <a:off x="4365792" y="407782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0C46A">
              <a:alpha val="100000"/>
            </a:srgbClr>
          </a:solidFill>
          <a:ln w="4652">
            <a:solidFill>
              <a:srgbClr val="50C46A">
                <a:alpha val="100000"/>
              </a:srgbClr>
            </a:solidFill>
            <a:prstDash val="solid"/>
          </a:ln>
        </p:spPr>
      </p:sp>
      <p:sp>
        <p:nvSpPr>
          <p:cNvPr id="292" name="c_full_paired_path_3749">
            <a:extLst>
              <a:ext uri="{FF2B5EF4-FFF2-40B4-BE49-F238E27FC236}">
                <a16:creationId xmlns:a16="http://schemas.microsoft.com/office/drawing/2014/main" id="{2C8B3250-A7F3-405E-9289-08A89A115D31}"/>
              </a:ext>
            </a:extLst>
          </p:cNvPr>
          <p:cNvSpPr>
            <a:spLocks noGrp="1"/>
          </p:cNvSpPr>
          <p:nvPr/>
        </p:nvSpPr>
        <p:spPr>
          <a:xfrm>
            <a:off x="4365792" y="406498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EC36B">
              <a:alpha val="100000"/>
            </a:srgbClr>
          </a:solidFill>
          <a:ln w="4652">
            <a:solidFill>
              <a:srgbClr val="4EC36B">
                <a:alpha val="100000"/>
              </a:srgbClr>
            </a:solidFill>
            <a:prstDash val="solid"/>
          </a:ln>
        </p:spPr>
      </p:sp>
      <p:sp>
        <p:nvSpPr>
          <p:cNvPr id="293" name="c_full_paired_path_3750">
            <a:extLst>
              <a:ext uri="{FF2B5EF4-FFF2-40B4-BE49-F238E27FC236}">
                <a16:creationId xmlns:a16="http://schemas.microsoft.com/office/drawing/2014/main" id="{79D73FAE-2975-492E-A1D8-194584E3E6D8}"/>
              </a:ext>
            </a:extLst>
          </p:cNvPr>
          <p:cNvSpPr>
            <a:spLocks noGrp="1"/>
          </p:cNvSpPr>
          <p:nvPr/>
        </p:nvSpPr>
        <p:spPr>
          <a:xfrm>
            <a:off x="4365792" y="405214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CC26C">
              <a:alpha val="100000"/>
            </a:srgbClr>
          </a:solidFill>
          <a:ln w="4652">
            <a:solidFill>
              <a:srgbClr val="4CC26C">
                <a:alpha val="100000"/>
              </a:srgbClr>
            </a:solidFill>
            <a:prstDash val="solid"/>
          </a:ln>
        </p:spPr>
      </p:sp>
      <p:sp>
        <p:nvSpPr>
          <p:cNvPr id="294" name="c_full_paired_path_3751">
            <a:extLst>
              <a:ext uri="{FF2B5EF4-FFF2-40B4-BE49-F238E27FC236}">
                <a16:creationId xmlns:a16="http://schemas.microsoft.com/office/drawing/2014/main" id="{F150B2D3-59FD-4F03-9CBF-E34F5EFE8D7E}"/>
              </a:ext>
            </a:extLst>
          </p:cNvPr>
          <p:cNvSpPr>
            <a:spLocks noGrp="1"/>
          </p:cNvSpPr>
          <p:nvPr/>
        </p:nvSpPr>
        <p:spPr>
          <a:xfrm>
            <a:off x="4365792" y="403931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AC16D">
              <a:alpha val="100000"/>
            </a:srgbClr>
          </a:solidFill>
          <a:ln w="4652">
            <a:solidFill>
              <a:srgbClr val="4AC16D">
                <a:alpha val="100000"/>
              </a:srgbClr>
            </a:solidFill>
            <a:prstDash val="solid"/>
          </a:ln>
        </p:spPr>
      </p:sp>
      <p:sp>
        <p:nvSpPr>
          <p:cNvPr id="295" name="c_full_paired_path_3752">
            <a:extLst>
              <a:ext uri="{FF2B5EF4-FFF2-40B4-BE49-F238E27FC236}">
                <a16:creationId xmlns:a16="http://schemas.microsoft.com/office/drawing/2014/main" id="{64F41F9B-15EE-4BD3-8110-843587DB7EC8}"/>
              </a:ext>
            </a:extLst>
          </p:cNvPr>
          <p:cNvSpPr>
            <a:spLocks noGrp="1"/>
          </p:cNvSpPr>
          <p:nvPr/>
        </p:nvSpPr>
        <p:spPr>
          <a:xfrm>
            <a:off x="4365792" y="402647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C16E">
              <a:alpha val="100000"/>
            </a:srgbClr>
          </a:solidFill>
          <a:ln w="4652">
            <a:solidFill>
              <a:srgbClr val="48C16E">
                <a:alpha val="100000"/>
              </a:srgbClr>
            </a:solidFill>
            <a:prstDash val="solid"/>
          </a:ln>
        </p:spPr>
      </p:sp>
      <p:sp>
        <p:nvSpPr>
          <p:cNvPr id="296" name="c_full_paired_path_3753">
            <a:extLst>
              <a:ext uri="{FF2B5EF4-FFF2-40B4-BE49-F238E27FC236}">
                <a16:creationId xmlns:a16="http://schemas.microsoft.com/office/drawing/2014/main" id="{E69057F7-6253-4489-9C46-10DCEADE46B8}"/>
              </a:ext>
            </a:extLst>
          </p:cNvPr>
          <p:cNvSpPr>
            <a:spLocks noGrp="1"/>
          </p:cNvSpPr>
          <p:nvPr/>
        </p:nvSpPr>
        <p:spPr>
          <a:xfrm>
            <a:off x="4365792" y="401364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C06F">
              <a:alpha val="100000"/>
            </a:srgbClr>
          </a:solidFill>
          <a:ln w="4652">
            <a:solidFill>
              <a:srgbClr val="46C06F">
                <a:alpha val="100000"/>
              </a:srgbClr>
            </a:solidFill>
            <a:prstDash val="solid"/>
          </a:ln>
        </p:spPr>
      </p:sp>
      <p:sp>
        <p:nvSpPr>
          <p:cNvPr id="297" name="c_full_paired_path_3754">
            <a:extLst>
              <a:ext uri="{FF2B5EF4-FFF2-40B4-BE49-F238E27FC236}">
                <a16:creationId xmlns:a16="http://schemas.microsoft.com/office/drawing/2014/main" id="{A47D6B80-7F9A-4D9E-8737-3E963209131F}"/>
              </a:ext>
            </a:extLst>
          </p:cNvPr>
          <p:cNvSpPr>
            <a:spLocks noGrp="1"/>
          </p:cNvSpPr>
          <p:nvPr/>
        </p:nvSpPr>
        <p:spPr>
          <a:xfrm>
            <a:off x="4365792" y="400080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BF70">
              <a:alpha val="100000"/>
            </a:srgbClr>
          </a:solidFill>
          <a:ln w="4652">
            <a:solidFill>
              <a:srgbClr val="44BF70">
                <a:alpha val="100000"/>
              </a:srgbClr>
            </a:solidFill>
            <a:prstDash val="solid"/>
          </a:ln>
        </p:spPr>
      </p:sp>
      <p:sp>
        <p:nvSpPr>
          <p:cNvPr id="298" name="c_full_paired_path_3755">
            <a:extLst>
              <a:ext uri="{FF2B5EF4-FFF2-40B4-BE49-F238E27FC236}">
                <a16:creationId xmlns:a16="http://schemas.microsoft.com/office/drawing/2014/main" id="{B683FE09-A462-479D-AB08-5905455A1E68}"/>
              </a:ext>
            </a:extLst>
          </p:cNvPr>
          <p:cNvSpPr>
            <a:spLocks noGrp="1"/>
          </p:cNvSpPr>
          <p:nvPr/>
        </p:nvSpPr>
        <p:spPr>
          <a:xfrm>
            <a:off x="4365792" y="398796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BE71">
              <a:alpha val="100000"/>
            </a:srgbClr>
          </a:solidFill>
          <a:ln w="4652">
            <a:solidFill>
              <a:srgbClr val="42BE71">
                <a:alpha val="100000"/>
              </a:srgbClr>
            </a:solidFill>
            <a:prstDash val="solid"/>
          </a:ln>
        </p:spPr>
      </p:sp>
      <p:sp>
        <p:nvSpPr>
          <p:cNvPr id="299" name="c_full_paired_path_3756">
            <a:extLst>
              <a:ext uri="{FF2B5EF4-FFF2-40B4-BE49-F238E27FC236}">
                <a16:creationId xmlns:a16="http://schemas.microsoft.com/office/drawing/2014/main" id="{833AA600-8271-43BE-A519-125E9B683055}"/>
              </a:ext>
            </a:extLst>
          </p:cNvPr>
          <p:cNvSpPr>
            <a:spLocks noGrp="1"/>
          </p:cNvSpPr>
          <p:nvPr/>
        </p:nvSpPr>
        <p:spPr>
          <a:xfrm>
            <a:off x="4365792" y="397513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0BD72">
              <a:alpha val="100000"/>
            </a:srgbClr>
          </a:solidFill>
          <a:ln w="4652">
            <a:solidFill>
              <a:srgbClr val="40BD72">
                <a:alpha val="100000"/>
              </a:srgbClr>
            </a:solidFill>
            <a:prstDash val="solid"/>
          </a:ln>
        </p:spPr>
      </p:sp>
      <p:sp>
        <p:nvSpPr>
          <p:cNvPr id="300" name="c_full_paired_path_3757">
            <a:extLst>
              <a:ext uri="{FF2B5EF4-FFF2-40B4-BE49-F238E27FC236}">
                <a16:creationId xmlns:a16="http://schemas.microsoft.com/office/drawing/2014/main" id="{F9A3CADA-6624-4D3E-84A5-03A1841F6FAA}"/>
              </a:ext>
            </a:extLst>
          </p:cNvPr>
          <p:cNvSpPr>
            <a:spLocks noGrp="1"/>
          </p:cNvSpPr>
          <p:nvPr/>
        </p:nvSpPr>
        <p:spPr>
          <a:xfrm>
            <a:off x="4365792" y="396229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FBC73">
              <a:alpha val="100000"/>
            </a:srgbClr>
          </a:solidFill>
          <a:ln w="4652">
            <a:solidFill>
              <a:srgbClr val="3FBC73">
                <a:alpha val="100000"/>
              </a:srgbClr>
            </a:solidFill>
            <a:prstDash val="solid"/>
          </a:ln>
        </p:spPr>
      </p:sp>
      <p:sp>
        <p:nvSpPr>
          <p:cNvPr id="301" name="c_full_paired_path_3758">
            <a:extLst>
              <a:ext uri="{FF2B5EF4-FFF2-40B4-BE49-F238E27FC236}">
                <a16:creationId xmlns:a16="http://schemas.microsoft.com/office/drawing/2014/main" id="{1F1ADF3E-62F2-4CA0-8663-A5BDA63FA8A0}"/>
              </a:ext>
            </a:extLst>
          </p:cNvPr>
          <p:cNvSpPr>
            <a:spLocks noGrp="1"/>
          </p:cNvSpPr>
          <p:nvPr/>
        </p:nvSpPr>
        <p:spPr>
          <a:xfrm>
            <a:off x="4365792" y="39494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DBC74">
              <a:alpha val="100000"/>
            </a:srgbClr>
          </a:solidFill>
          <a:ln w="4652">
            <a:solidFill>
              <a:srgbClr val="3DBC74">
                <a:alpha val="100000"/>
              </a:srgbClr>
            </a:solidFill>
            <a:prstDash val="solid"/>
          </a:ln>
        </p:spPr>
      </p:sp>
      <p:sp>
        <p:nvSpPr>
          <p:cNvPr id="302" name="c_full_paired_path_3759">
            <a:extLst>
              <a:ext uri="{FF2B5EF4-FFF2-40B4-BE49-F238E27FC236}">
                <a16:creationId xmlns:a16="http://schemas.microsoft.com/office/drawing/2014/main" id="{E595E7F3-BDFF-4AF7-A0D7-115774A86E2A}"/>
              </a:ext>
            </a:extLst>
          </p:cNvPr>
          <p:cNvSpPr>
            <a:spLocks noGrp="1"/>
          </p:cNvSpPr>
          <p:nvPr/>
        </p:nvSpPr>
        <p:spPr>
          <a:xfrm>
            <a:off x="4365792" y="39366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BBB75">
              <a:alpha val="100000"/>
            </a:srgbClr>
          </a:solidFill>
          <a:ln w="4652">
            <a:solidFill>
              <a:srgbClr val="3BBB75">
                <a:alpha val="100000"/>
              </a:srgbClr>
            </a:solidFill>
            <a:prstDash val="solid"/>
          </a:ln>
        </p:spPr>
      </p:sp>
      <p:sp>
        <p:nvSpPr>
          <p:cNvPr id="303" name="c_full_paired_path_3760">
            <a:extLst>
              <a:ext uri="{FF2B5EF4-FFF2-40B4-BE49-F238E27FC236}">
                <a16:creationId xmlns:a16="http://schemas.microsoft.com/office/drawing/2014/main" id="{8B9F9977-74D2-4CD8-949F-1826F0418765}"/>
              </a:ext>
            </a:extLst>
          </p:cNvPr>
          <p:cNvSpPr>
            <a:spLocks noGrp="1"/>
          </p:cNvSpPr>
          <p:nvPr/>
        </p:nvSpPr>
        <p:spPr>
          <a:xfrm>
            <a:off x="4365792" y="39237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ABA76">
              <a:alpha val="100000"/>
            </a:srgbClr>
          </a:solidFill>
          <a:ln w="4652">
            <a:solidFill>
              <a:srgbClr val="3ABA76">
                <a:alpha val="100000"/>
              </a:srgbClr>
            </a:solidFill>
            <a:prstDash val="solid"/>
          </a:ln>
        </p:spPr>
      </p:sp>
      <p:sp>
        <p:nvSpPr>
          <p:cNvPr id="304" name="c_full_paired_path_3761">
            <a:extLst>
              <a:ext uri="{FF2B5EF4-FFF2-40B4-BE49-F238E27FC236}">
                <a16:creationId xmlns:a16="http://schemas.microsoft.com/office/drawing/2014/main" id="{EE73A1D0-A1A2-453C-9447-C2A63739FF14}"/>
              </a:ext>
            </a:extLst>
          </p:cNvPr>
          <p:cNvSpPr>
            <a:spLocks noGrp="1"/>
          </p:cNvSpPr>
          <p:nvPr/>
        </p:nvSpPr>
        <p:spPr>
          <a:xfrm>
            <a:off x="4365792" y="391095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8B977">
              <a:alpha val="100000"/>
            </a:srgbClr>
          </a:solidFill>
          <a:ln w="4652">
            <a:solidFill>
              <a:srgbClr val="38B977">
                <a:alpha val="100000"/>
              </a:srgbClr>
            </a:solidFill>
            <a:prstDash val="solid"/>
          </a:ln>
        </p:spPr>
      </p:sp>
      <p:sp>
        <p:nvSpPr>
          <p:cNvPr id="305" name="c_full_paired_path_3762">
            <a:extLst>
              <a:ext uri="{FF2B5EF4-FFF2-40B4-BE49-F238E27FC236}">
                <a16:creationId xmlns:a16="http://schemas.microsoft.com/office/drawing/2014/main" id="{F4D1F582-C5EA-4FE2-A445-D5593317381D}"/>
              </a:ext>
            </a:extLst>
          </p:cNvPr>
          <p:cNvSpPr>
            <a:spLocks noGrp="1"/>
          </p:cNvSpPr>
          <p:nvPr/>
        </p:nvSpPr>
        <p:spPr>
          <a:xfrm>
            <a:off x="4365792" y="38981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7B878">
              <a:alpha val="100000"/>
            </a:srgbClr>
          </a:solidFill>
          <a:ln w="4652">
            <a:solidFill>
              <a:srgbClr val="37B878">
                <a:alpha val="100000"/>
              </a:srgbClr>
            </a:solidFill>
            <a:prstDash val="solid"/>
          </a:ln>
        </p:spPr>
      </p:sp>
      <p:sp>
        <p:nvSpPr>
          <p:cNvPr id="306" name="c_full_paired_path_3763">
            <a:extLst>
              <a:ext uri="{FF2B5EF4-FFF2-40B4-BE49-F238E27FC236}">
                <a16:creationId xmlns:a16="http://schemas.microsoft.com/office/drawing/2014/main" id="{4E722D24-BCBF-46E6-8AAB-4ECA2ED3C025}"/>
              </a:ext>
            </a:extLst>
          </p:cNvPr>
          <p:cNvSpPr>
            <a:spLocks noGrp="1"/>
          </p:cNvSpPr>
          <p:nvPr/>
        </p:nvSpPr>
        <p:spPr>
          <a:xfrm>
            <a:off x="4365792" y="38852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5B779">
              <a:alpha val="100000"/>
            </a:srgbClr>
          </a:solidFill>
          <a:ln w="4652">
            <a:solidFill>
              <a:srgbClr val="35B779">
                <a:alpha val="100000"/>
              </a:srgbClr>
            </a:solidFill>
            <a:prstDash val="solid"/>
          </a:ln>
        </p:spPr>
      </p:sp>
      <p:sp>
        <p:nvSpPr>
          <p:cNvPr id="307" name="c_full_paired_path_3764">
            <a:extLst>
              <a:ext uri="{FF2B5EF4-FFF2-40B4-BE49-F238E27FC236}">
                <a16:creationId xmlns:a16="http://schemas.microsoft.com/office/drawing/2014/main" id="{2B40C0EE-ECEC-4FB8-84B2-E5DBEFF48E69}"/>
              </a:ext>
            </a:extLst>
          </p:cNvPr>
          <p:cNvSpPr>
            <a:spLocks noGrp="1"/>
          </p:cNvSpPr>
          <p:nvPr/>
        </p:nvSpPr>
        <p:spPr>
          <a:xfrm>
            <a:off x="4365792" y="38724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4B679">
              <a:alpha val="100000"/>
            </a:srgbClr>
          </a:solidFill>
          <a:ln w="4652">
            <a:solidFill>
              <a:srgbClr val="34B679">
                <a:alpha val="100000"/>
              </a:srgbClr>
            </a:solidFill>
            <a:prstDash val="solid"/>
          </a:ln>
        </p:spPr>
      </p:sp>
      <p:sp>
        <p:nvSpPr>
          <p:cNvPr id="308" name="c_full_paired_path_3765">
            <a:extLst>
              <a:ext uri="{FF2B5EF4-FFF2-40B4-BE49-F238E27FC236}">
                <a16:creationId xmlns:a16="http://schemas.microsoft.com/office/drawing/2014/main" id="{BDBB58EC-8C22-4A7E-8A49-71376A405D70}"/>
              </a:ext>
            </a:extLst>
          </p:cNvPr>
          <p:cNvSpPr>
            <a:spLocks noGrp="1"/>
          </p:cNvSpPr>
          <p:nvPr/>
        </p:nvSpPr>
        <p:spPr>
          <a:xfrm>
            <a:off x="4365792" y="385960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2B67A">
              <a:alpha val="100000"/>
            </a:srgbClr>
          </a:solidFill>
          <a:ln w="4652">
            <a:solidFill>
              <a:srgbClr val="32B67A">
                <a:alpha val="100000"/>
              </a:srgbClr>
            </a:solidFill>
            <a:prstDash val="solid"/>
          </a:ln>
        </p:spPr>
      </p:sp>
      <p:sp>
        <p:nvSpPr>
          <p:cNvPr id="309" name="c_full_paired_path_3766">
            <a:extLst>
              <a:ext uri="{FF2B5EF4-FFF2-40B4-BE49-F238E27FC236}">
                <a16:creationId xmlns:a16="http://schemas.microsoft.com/office/drawing/2014/main" id="{CDC49FE4-4B88-4CE9-9199-A151C41DB4AD}"/>
              </a:ext>
            </a:extLst>
          </p:cNvPr>
          <p:cNvSpPr>
            <a:spLocks noGrp="1"/>
          </p:cNvSpPr>
          <p:nvPr/>
        </p:nvSpPr>
        <p:spPr>
          <a:xfrm>
            <a:off x="4365792" y="38467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B57B">
              <a:alpha val="100000"/>
            </a:srgbClr>
          </a:solidFill>
          <a:ln w="4652">
            <a:solidFill>
              <a:srgbClr val="31B57B">
                <a:alpha val="100000"/>
              </a:srgbClr>
            </a:solidFill>
            <a:prstDash val="solid"/>
          </a:ln>
        </p:spPr>
      </p:sp>
      <p:sp>
        <p:nvSpPr>
          <p:cNvPr id="310" name="c_full_paired_path_3767">
            <a:extLst>
              <a:ext uri="{FF2B5EF4-FFF2-40B4-BE49-F238E27FC236}">
                <a16:creationId xmlns:a16="http://schemas.microsoft.com/office/drawing/2014/main" id="{CEEE2AA3-D4A5-46CA-8587-0ACA5C479733}"/>
              </a:ext>
            </a:extLst>
          </p:cNvPr>
          <p:cNvSpPr>
            <a:spLocks noGrp="1"/>
          </p:cNvSpPr>
          <p:nvPr/>
        </p:nvSpPr>
        <p:spPr>
          <a:xfrm>
            <a:off x="4365792" y="38339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FB47C">
              <a:alpha val="100000"/>
            </a:srgbClr>
          </a:solidFill>
          <a:ln w="4652">
            <a:solidFill>
              <a:srgbClr val="2FB47C">
                <a:alpha val="100000"/>
              </a:srgbClr>
            </a:solidFill>
            <a:prstDash val="solid"/>
          </a:ln>
        </p:spPr>
      </p:sp>
      <p:sp>
        <p:nvSpPr>
          <p:cNvPr id="311" name="c_full_paired_path_3768">
            <a:extLst>
              <a:ext uri="{FF2B5EF4-FFF2-40B4-BE49-F238E27FC236}">
                <a16:creationId xmlns:a16="http://schemas.microsoft.com/office/drawing/2014/main" id="{45B9EB1C-18A0-4181-9999-EF24AB5B9D75}"/>
              </a:ext>
            </a:extLst>
          </p:cNvPr>
          <p:cNvSpPr>
            <a:spLocks noGrp="1"/>
          </p:cNvSpPr>
          <p:nvPr/>
        </p:nvSpPr>
        <p:spPr>
          <a:xfrm>
            <a:off x="4365792" y="38210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B37C">
              <a:alpha val="100000"/>
            </a:srgbClr>
          </a:solidFill>
          <a:ln w="4652">
            <a:solidFill>
              <a:srgbClr val="2EB37C">
                <a:alpha val="100000"/>
              </a:srgbClr>
            </a:solidFill>
            <a:prstDash val="solid"/>
          </a:ln>
        </p:spPr>
      </p:sp>
      <p:sp>
        <p:nvSpPr>
          <p:cNvPr id="312" name="c_full_paired_path_3769">
            <a:extLst>
              <a:ext uri="{FF2B5EF4-FFF2-40B4-BE49-F238E27FC236}">
                <a16:creationId xmlns:a16="http://schemas.microsoft.com/office/drawing/2014/main" id="{BE52D636-2841-4507-9284-3626D412ED53}"/>
              </a:ext>
            </a:extLst>
          </p:cNvPr>
          <p:cNvSpPr>
            <a:spLocks noGrp="1"/>
          </p:cNvSpPr>
          <p:nvPr/>
        </p:nvSpPr>
        <p:spPr>
          <a:xfrm>
            <a:off x="4365792" y="380826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DB27D">
              <a:alpha val="100000"/>
            </a:srgbClr>
          </a:solidFill>
          <a:ln w="4652">
            <a:solidFill>
              <a:srgbClr val="2DB27D">
                <a:alpha val="100000"/>
              </a:srgbClr>
            </a:solidFill>
            <a:prstDash val="solid"/>
          </a:ln>
        </p:spPr>
      </p:sp>
      <p:sp>
        <p:nvSpPr>
          <p:cNvPr id="313" name="c_full_paired_path_3770">
            <a:extLst>
              <a:ext uri="{FF2B5EF4-FFF2-40B4-BE49-F238E27FC236}">
                <a16:creationId xmlns:a16="http://schemas.microsoft.com/office/drawing/2014/main" id="{2EADEE88-13BE-4C79-ADE6-5C2928C9D44C}"/>
              </a:ext>
            </a:extLst>
          </p:cNvPr>
          <p:cNvSpPr>
            <a:spLocks noGrp="1"/>
          </p:cNvSpPr>
          <p:nvPr/>
        </p:nvSpPr>
        <p:spPr>
          <a:xfrm>
            <a:off x="4365792" y="37954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B17E">
              <a:alpha val="100000"/>
            </a:srgbClr>
          </a:solidFill>
          <a:ln w="4652">
            <a:solidFill>
              <a:srgbClr val="2CB17E">
                <a:alpha val="100000"/>
              </a:srgbClr>
            </a:solidFill>
            <a:prstDash val="solid"/>
          </a:ln>
        </p:spPr>
      </p:sp>
      <p:sp>
        <p:nvSpPr>
          <p:cNvPr id="314" name="c_full_paired_path_3771">
            <a:extLst>
              <a:ext uri="{FF2B5EF4-FFF2-40B4-BE49-F238E27FC236}">
                <a16:creationId xmlns:a16="http://schemas.microsoft.com/office/drawing/2014/main" id="{FE17BD0B-32C7-4075-9864-5F699D4BE364}"/>
              </a:ext>
            </a:extLst>
          </p:cNvPr>
          <p:cNvSpPr>
            <a:spLocks noGrp="1"/>
          </p:cNvSpPr>
          <p:nvPr/>
        </p:nvSpPr>
        <p:spPr>
          <a:xfrm>
            <a:off x="4365792" y="37825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B07F">
              <a:alpha val="100000"/>
            </a:srgbClr>
          </a:solidFill>
          <a:ln w="4652">
            <a:solidFill>
              <a:srgbClr val="2AB07F">
                <a:alpha val="100000"/>
              </a:srgbClr>
            </a:solidFill>
            <a:prstDash val="solid"/>
          </a:ln>
        </p:spPr>
      </p:sp>
      <p:sp>
        <p:nvSpPr>
          <p:cNvPr id="315" name="c_full_paired_path_3772">
            <a:extLst>
              <a:ext uri="{FF2B5EF4-FFF2-40B4-BE49-F238E27FC236}">
                <a16:creationId xmlns:a16="http://schemas.microsoft.com/office/drawing/2014/main" id="{81E58142-BAAA-48BA-B323-2D6DD01B090F}"/>
              </a:ext>
            </a:extLst>
          </p:cNvPr>
          <p:cNvSpPr>
            <a:spLocks noGrp="1"/>
          </p:cNvSpPr>
          <p:nvPr/>
        </p:nvSpPr>
        <p:spPr>
          <a:xfrm>
            <a:off x="4365792" y="37697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AF7F">
              <a:alpha val="100000"/>
            </a:srgbClr>
          </a:solidFill>
          <a:ln w="4652">
            <a:solidFill>
              <a:srgbClr val="29AF7F">
                <a:alpha val="100000"/>
              </a:srgbClr>
            </a:solidFill>
            <a:prstDash val="solid"/>
          </a:ln>
        </p:spPr>
      </p:sp>
      <p:sp>
        <p:nvSpPr>
          <p:cNvPr id="316" name="c_full_paired_path_3773">
            <a:extLst>
              <a:ext uri="{FF2B5EF4-FFF2-40B4-BE49-F238E27FC236}">
                <a16:creationId xmlns:a16="http://schemas.microsoft.com/office/drawing/2014/main" id="{9E03E12D-5C07-435D-AF00-42D9211632B1}"/>
              </a:ext>
            </a:extLst>
          </p:cNvPr>
          <p:cNvSpPr>
            <a:spLocks noGrp="1"/>
          </p:cNvSpPr>
          <p:nvPr/>
        </p:nvSpPr>
        <p:spPr>
          <a:xfrm>
            <a:off x="4365792" y="375691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8AE80">
              <a:alpha val="100000"/>
            </a:srgbClr>
          </a:solidFill>
          <a:ln w="4652">
            <a:solidFill>
              <a:srgbClr val="28AE80">
                <a:alpha val="100000"/>
              </a:srgbClr>
            </a:solidFill>
            <a:prstDash val="solid"/>
          </a:ln>
        </p:spPr>
      </p:sp>
      <p:sp>
        <p:nvSpPr>
          <p:cNvPr id="317" name="c_full_paired_path_3774">
            <a:extLst>
              <a:ext uri="{FF2B5EF4-FFF2-40B4-BE49-F238E27FC236}">
                <a16:creationId xmlns:a16="http://schemas.microsoft.com/office/drawing/2014/main" id="{32839ADE-4BB3-4FF8-8EE3-2A28D0FC3917}"/>
              </a:ext>
            </a:extLst>
          </p:cNvPr>
          <p:cNvSpPr>
            <a:spLocks noGrp="1"/>
          </p:cNvSpPr>
          <p:nvPr/>
        </p:nvSpPr>
        <p:spPr>
          <a:xfrm>
            <a:off x="4365792" y="374407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AD81">
              <a:alpha val="100000"/>
            </a:srgbClr>
          </a:solidFill>
          <a:ln w="4652">
            <a:solidFill>
              <a:srgbClr val="27AD81">
                <a:alpha val="100000"/>
              </a:srgbClr>
            </a:solidFill>
            <a:prstDash val="solid"/>
          </a:ln>
        </p:spPr>
      </p:sp>
      <p:sp>
        <p:nvSpPr>
          <p:cNvPr id="318" name="c_full_paired_path_3775">
            <a:extLst>
              <a:ext uri="{FF2B5EF4-FFF2-40B4-BE49-F238E27FC236}">
                <a16:creationId xmlns:a16="http://schemas.microsoft.com/office/drawing/2014/main" id="{286386CE-FF7B-4BFE-81B2-1FC81DA7CA96}"/>
              </a:ext>
            </a:extLst>
          </p:cNvPr>
          <p:cNvSpPr>
            <a:spLocks noGrp="1"/>
          </p:cNvSpPr>
          <p:nvPr/>
        </p:nvSpPr>
        <p:spPr>
          <a:xfrm>
            <a:off x="4365792" y="373124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AD81">
              <a:alpha val="100000"/>
            </a:srgbClr>
          </a:solidFill>
          <a:ln w="4652">
            <a:solidFill>
              <a:srgbClr val="26AD81">
                <a:alpha val="100000"/>
              </a:srgbClr>
            </a:solidFill>
            <a:prstDash val="solid"/>
          </a:ln>
        </p:spPr>
      </p:sp>
      <p:sp>
        <p:nvSpPr>
          <p:cNvPr id="319" name="c_full_paired_path_3776">
            <a:extLst>
              <a:ext uri="{FF2B5EF4-FFF2-40B4-BE49-F238E27FC236}">
                <a16:creationId xmlns:a16="http://schemas.microsoft.com/office/drawing/2014/main" id="{6ECB832F-39CD-4C86-AEF5-763EF323743A}"/>
              </a:ext>
            </a:extLst>
          </p:cNvPr>
          <p:cNvSpPr>
            <a:spLocks noGrp="1"/>
          </p:cNvSpPr>
          <p:nvPr/>
        </p:nvSpPr>
        <p:spPr>
          <a:xfrm>
            <a:off x="4365792" y="371840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AC82">
              <a:alpha val="100000"/>
            </a:srgbClr>
          </a:solidFill>
          <a:ln w="4652">
            <a:solidFill>
              <a:srgbClr val="25AC82">
                <a:alpha val="100000"/>
              </a:srgbClr>
            </a:solidFill>
            <a:prstDash val="solid"/>
          </a:ln>
        </p:spPr>
      </p:sp>
      <p:sp>
        <p:nvSpPr>
          <p:cNvPr id="320" name="c_full_paired_path_3777">
            <a:extLst>
              <a:ext uri="{FF2B5EF4-FFF2-40B4-BE49-F238E27FC236}">
                <a16:creationId xmlns:a16="http://schemas.microsoft.com/office/drawing/2014/main" id="{925944BB-D249-4801-8169-38FB251A7771}"/>
              </a:ext>
            </a:extLst>
          </p:cNvPr>
          <p:cNvSpPr>
            <a:spLocks noGrp="1"/>
          </p:cNvSpPr>
          <p:nvPr/>
        </p:nvSpPr>
        <p:spPr>
          <a:xfrm>
            <a:off x="4365792" y="370557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AB82">
              <a:alpha val="100000"/>
            </a:srgbClr>
          </a:solidFill>
          <a:ln w="4652">
            <a:solidFill>
              <a:srgbClr val="25AB82">
                <a:alpha val="100000"/>
              </a:srgbClr>
            </a:solidFill>
            <a:prstDash val="solid"/>
          </a:ln>
        </p:spPr>
      </p:sp>
      <p:sp>
        <p:nvSpPr>
          <p:cNvPr id="321" name="c_full_paired_path_3778">
            <a:extLst>
              <a:ext uri="{FF2B5EF4-FFF2-40B4-BE49-F238E27FC236}">
                <a16:creationId xmlns:a16="http://schemas.microsoft.com/office/drawing/2014/main" id="{E2F76B78-88F0-47F1-B238-2657250F28C0}"/>
              </a:ext>
            </a:extLst>
          </p:cNvPr>
          <p:cNvSpPr>
            <a:spLocks noGrp="1"/>
          </p:cNvSpPr>
          <p:nvPr/>
        </p:nvSpPr>
        <p:spPr>
          <a:xfrm>
            <a:off x="4365792" y="369273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4AA83">
              <a:alpha val="100000"/>
            </a:srgbClr>
          </a:solidFill>
          <a:ln w="4652">
            <a:solidFill>
              <a:srgbClr val="24AA83">
                <a:alpha val="100000"/>
              </a:srgbClr>
            </a:solidFill>
            <a:prstDash val="solid"/>
          </a:ln>
        </p:spPr>
      </p:sp>
      <p:sp>
        <p:nvSpPr>
          <p:cNvPr id="322" name="c_full_paired_path_3779">
            <a:extLst>
              <a:ext uri="{FF2B5EF4-FFF2-40B4-BE49-F238E27FC236}">
                <a16:creationId xmlns:a16="http://schemas.microsoft.com/office/drawing/2014/main" id="{5A6A636C-1D2C-40F4-8E38-02155FAD526A}"/>
              </a:ext>
            </a:extLst>
          </p:cNvPr>
          <p:cNvSpPr>
            <a:spLocks noGrp="1"/>
          </p:cNvSpPr>
          <p:nvPr/>
        </p:nvSpPr>
        <p:spPr>
          <a:xfrm>
            <a:off x="4365792" y="367989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A983">
              <a:alpha val="100000"/>
            </a:srgbClr>
          </a:solidFill>
          <a:ln w="4652">
            <a:solidFill>
              <a:srgbClr val="23A983">
                <a:alpha val="100000"/>
              </a:srgbClr>
            </a:solidFill>
            <a:prstDash val="solid"/>
          </a:ln>
        </p:spPr>
      </p:sp>
      <p:sp>
        <p:nvSpPr>
          <p:cNvPr id="323" name="c_full_paired_path_3780">
            <a:extLst>
              <a:ext uri="{FF2B5EF4-FFF2-40B4-BE49-F238E27FC236}">
                <a16:creationId xmlns:a16="http://schemas.microsoft.com/office/drawing/2014/main" id="{0F19C9F4-3D0A-42A6-B4F2-784E04A59E38}"/>
              </a:ext>
            </a:extLst>
          </p:cNvPr>
          <p:cNvSpPr>
            <a:spLocks noGrp="1"/>
          </p:cNvSpPr>
          <p:nvPr/>
        </p:nvSpPr>
        <p:spPr>
          <a:xfrm>
            <a:off x="4365792" y="366706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A884">
              <a:alpha val="100000"/>
            </a:srgbClr>
          </a:solidFill>
          <a:ln w="4652">
            <a:solidFill>
              <a:srgbClr val="22A884">
                <a:alpha val="100000"/>
              </a:srgbClr>
            </a:solidFill>
            <a:prstDash val="solid"/>
          </a:ln>
        </p:spPr>
      </p:sp>
      <p:sp>
        <p:nvSpPr>
          <p:cNvPr id="324" name="c_full_paired_path_3781">
            <a:extLst>
              <a:ext uri="{FF2B5EF4-FFF2-40B4-BE49-F238E27FC236}">
                <a16:creationId xmlns:a16="http://schemas.microsoft.com/office/drawing/2014/main" id="{57D6927A-2577-41FE-B0F7-A0AA8B0F4D66}"/>
              </a:ext>
            </a:extLst>
          </p:cNvPr>
          <p:cNvSpPr>
            <a:spLocks noGrp="1"/>
          </p:cNvSpPr>
          <p:nvPr/>
        </p:nvSpPr>
        <p:spPr>
          <a:xfrm>
            <a:off x="4365792" y="365422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A785">
              <a:alpha val="100000"/>
            </a:srgbClr>
          </a:solidFill>
          <a:ln w="4652">
            <a:solidFill>
              <a:srgbClr val="22A785">
                <a:alpha val="100000"/>
              </a:srgbClr>
            </a:solidFill>
            <a:prstDash val="solid"/>
          </a:ln>
        </p:spPr>
      </p:sp>
      <p:sp>
        <p:nvSpPr>
          <p:cNvPr id="325" name="c_full_paired_path_3782">
            <a:extLst>
              <a:ext uri="{FF2B5EF4-FFF2-40B4-BE49-F238E27FC236}">
                <a16:creationId xmlns:a16="http://schemas.microsoft.com/office/drawing/2014/main" id="{FA49B93D-4A20-4C9A-87D1-0F224E19292E}"/>
              </a:ext>
            </a:extLst>
          </p:cNvPr>
          <p:cNvSpPr>
            <a:spLocks noGrp="1"/>
          </p:cNvSpPr>
          <p:nvPr/>
        </p:nvSpPr>
        <p:spPr>
          <a:xfrm>
            <a:off x="4365792" y="364138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A685">
              <a:alpha val="100000"/>
            </a:srgbClr>
          </a:solidFill>
          <a:ln w="4652">
            <a:solidFill>
              <a:srgbClr val="21A685">
                <a:alpha val="100000"/>
              </a:srgbClr>
            </a:solidFill>
            <a:prstDash val="solid"/>
          </a:ln>
        </p:spPr>
      </p:sp>
      <p:sp>
        <p:nvSpPr>
          <p:cNvPr id="326" name="c_full_paired_path_3783">
            <a:extLst>
              <a:ext uri="{FF2B5EF4-FFF2-40B4-BE49-F238E27FC236}">
                <a16:creationId xmlns:a16="http://schemas.microsoft.com/office/drawing/2014/main" id="{0DE9AF50-8BD7-4A35-AD8A-AA66D2B0C4A9}"/>
              </a:ext>
            </a:extLst>
          </p:cNvPr>
          <p:cNvSpPr>
            <a:spLocks noGrp="1"/>
          </p:cNvSpPr>
          <p:nvPr/>
        </p:nvSpPr>
        <p:spPr>
          <a:xfrm>
            <a:off x="4365792" y="362855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A585">
              <a:alpha val="100000"/>
            </a:srgbClr>
          </a:solidFill>
          <a:ln w="4652">
            <a:solidFill>
              <a:srgbClr val="21A585">
                <a:alpha val="100000"/>
              </a:srgbClr>
            </a:solidFill>
            <a:prstDash val="solid"/>
          </a:ln>
        </p:spPr>
      </p:sp>
      <p:sp>
        <p:nvSpPr>
          <p:cNvPr id="327" name="c_full_paired_path_3784">
            <a:extLst>
              <a:ext uri="{FF2B5EF4-FFF2-40B4-BE49-F238E27FC236}">
                <a16:creationId xmlns:a16="http://schemas.microsoft.com/office/drawing/2014/main" id="{FDBDE427-D514-42CF-B3A8-16009E6DABAC}"/>
              </a:ext>
            </a:extLst>
          </p:cNvPr>
          <p:cNvSpPr>
            <a:spLocks noGrp="1"/>
          </p:cNvSpPr>
          <p:nvPr/>
        </p:nvSpPr>
        <p:spPr>
          <a:xfrm>
            <a:off x="4365792" y="361571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A486">
              <a:alpha val="100000"/>
            </a:srgbClr>
          </a:solidFill>
          <a:ln w="4652">
            <a:solidFill>
              <a:srgbClr val="20A486">
                <a:alpha val="100000"/>
              </a:srgbClr>
            </a:solidFill>
            <a:prstDash val="solid"/>
          </a:ln>
        </p:spPr>
      </p:sp>
      <p:sp>
        <p:nvSpPr>
          <p:cNvPr id="328" name="c_full_paired_path_3785">
            <a:extLst>
              <a:ext uri="{FF2B5EF4-FFF2-40B4-BE49-F238E27FC236}">
                <a16:creationId xmlns:a16="http://schemas.microsoft.com/office/drawing/2014/main" id="{29DDA570-8D8D-4BB3-9515-C6C42D0931B8}"/>
              </a:ext>
            </a:extLst>
          </p:cNvPr>
          <p:cNvSpPr>
            <a:spLocks noGrp="1"/>
          </p:cNvSpPr>
          <p:nvPr/>
        </p:nvSpPr>
        <p:spPr>
          <a:xfrm>
            <a:off x="4365792" y="360288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A386">
              <a:alpha val="100000"/>
            </a:srgbClr>
          </a:solidFill>
          <a:ln w="4652">
            <a:solidFill>
              <a:srgbClr val="20A386">
                <a:alpha val="100000"/>
              </a:srgbClr>
            </a:solidFill>
            <a:prstDash val="solid"/>
          </a:ln>
        </p:spPr>
      </p:sp>
      <p:sp>
        <p:nvSpPr>
          <p:cNvPr id="329" name="c_full_paired_path_3786">
            <a:extLst>
              <a:ext uri="{FF2B5EF4-FFF2-40B4-BE49-F238E27FC236}">
                <a16:creationId xmlns:a16="http://schemas.microsoft.com/office/drawing/2014/main" id="{EF3B5CDE-F752-47EC-9FA2-F3A864F4A78F}"/>
              </a:ext>
            </a:extLst>
          </p:cNvPr>
          <p:cNvSpPr>
            <a:spLocks noGrp="1"/>
          </p:cNvSpPr>
          <p:nvPr/>
        </p:nvSpPr>
        <p:spPr>
          <a:xfrm>
            <a:off x="4365792" y="359004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287">
              <a:alpha val="100000"/>
            </a:srgbClr>
          </a:solidFill>
          <a:ln w="4652">
            <a:solidFill>
              <a:srgbClr val="1FA287">
                <a:alpha val="100000"/>
              </a:srgbClr>
            </a:solidFill>
            <a:prstDash val="solid"/>
          </a:ln>
        </p:spPr>
      </p:sp>
      <p:sp>
        <p:nvSpPr>
          <p:cNvPr id="330" name="c_full_paired_path_3787">
            <a:extLst>
              <a:ext uri="{FF2B5EF4-FFF2-40B4-BE49-F238E27FC236}">
                <a16:creationId xmlns:a16="http://schemas.microsoft.com/office/drawing/2014/main" id="{F829DE1A-4CAD-481E-95E1-28579B05D1A2}"/>
              </a:ext>
            </a:extLst>
          </p:cNvPr>
          <p:cNvSpPr>
            <a:spLocks noGrp="1"/>
          </p:cNvSpPr>
          <p:nvPr/>
        </p:nvSpPr>
        <p:spPr>
          <a:xfrm>
            <a:off x="4365792" y="357720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187">
              <a:alpha val="100000"/>
            </a:srgbClr>
          </a:solidFill>
          <a:ln w="4652">
            <a:solidFill>
              <a:srgbClr val="1FA187">
                <a:alpha val="100000"/>
              </a:srgbClr>
            </a:solidFill>
            <a:prstDash val="solid"/>
          </a:ln>
        </p:spPr>
      </p:sp>
      <p:sp>
        <p:nvSpPr>
          <p:cNvPr id="331" name="c_full_paired_path_3788">
            <a:extLst>
              <a:ext uri="{FF2B5EF4-FFF2-40B4-BE49-F238E27FC236}">
                <a16:creationId xmlns:a16="http://schemas.microsoft.com/office/drawing/2014/main" id="{D3D6B469-8AF8-48C2-ACB2-B5B86876F67C}"/>
              </a:ext>
            </a:extLst>
          </p:cNvPr>
          <p:cNvSpPr>
            <a:spLocks noGrp="1"/>
          </p:cNvSpPr>
          <p:nvPr/>
        </p:nvSpPr>
        <p:spPr>
          <a:xfrm>
            <a:off x="4365792" y="356437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188">
              <a:alpha val="100000"/>
            </a:srgbClr>
          </a:solidFill>
          <a:ln w="4652">
            <a:solidFill>
              <a:srgbClr val="1FA188">
                <a:alpha val="100000"/>
              </a:srgbClr>
            </a:solidFill>
            <a:prstDash val="solid"/>
          </a:ln>
        </p:spPr>
      </p:sp>
      <p:sp>
        <p:nvSpPr>
          <p:cNvPr id="332" name="c_full_paired_path_3789">
            <a:extLst>
              <a:ext uri="{FF2B5EF4-FFF2-40B4-BE49-F238E27FC236}">
                <a16:creationId xmlns:a16="http://schemas.microsoft.com/office/drawing/2014/main" id="{F8D831E6-55E6-4C63-AC16-620CF278747D}"/>
              </a:ext>
            </a:extLst>
          </p:cNvPr>
          <p:cNvSpPr>
            <a:spLocks noGrp="1"/>
          </p:cNvSpPr>
          <p:nvPr/>
        </p:nvSpPr>
        <p:spPr>
          <a:xfrm>
            <a:off x="4365792" y="355153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088">
              <a:alpha val="100000"/>
            </a:srgbClr>
          </a:solidFill>
          <a:ln w="4652">
            <a:solidFill>
              <a:srgbClr val="1FA088">
                <a:alpha val="100000"/>
              </a:srgbClr>
            </a:solidFill>
            <a:prstDash val="solid"/>
          </a:ln>
        </p:spPr>
      </p:sp>
      <p:sp>
        <p:nvSpPr>
          <p:cNvPr id="333" name="c_full_paired_path_3790">
            <a:extLst>
              <a:ext uri="{FF2B5EF4-FFF2-40B4-BE49-F238E27FC236}">
                <a16:creationId xmlns:a16="http://schemas.microsoft.com/office/drawing/2014/main" id="{8DAB1139-6828-40AF-8FAA-BF236A8842AB}"/>
              </a:ext>
            </a:extLst>
          </p:cNvPr>
          <p:cNvSpPr>
            <a:spLocks noGrp="1"/>
          </p:cNvSpPr>
          <p:nvPr/>
        </p:nvSpPr>
        <p:spPr>
          <a:xfrm>
            <a:off x="4365792" y="353869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F88">
              <a:alpha val="100000"/>
            </a:srgbClr>
          </a:solidFill>
          <a:ln w="4652">
            <a:solidFill>
              <a:srgbClr val="1F9F88">
                <a:alpha val="100000"/>
              </a:srgbClr>
            </a:solidFill>
            <a:prstDash val="solid"/>
          </a:ln>
        </p:spPr>
      </p:sp>
      <p:sp>
        <p:nvSpPr>
          <p:cNvPr id="334" name="c_full_paired_path_3791">
            <a:extLst>
              <a:ext uri="{FF2B5EF4-FFF2-40B4-BE49-F238E27FC236}">
                <a16:creationId xmlns:a16="http://schemas.microsoft.com/office/drawing/2014/main" id="{019E21BC-2702-49D4-830E-CA8A565E7254}"/>
              </a:ext>
            </a:extLst>
          </p:cNvPr>
          <p:cNvSpPr>
            <a:spLocks noGrp="1"/>
          </p:cNvSpPr>
          <p:nvPr/>
        </p:nvSpPr>
        <p:spPr>
          <a:xfrm>
            <a:off x="4365792" y="352586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E89">
              <a:alpha val="100000"/>
            </a:srgbClr>
          </a:solidFill>
          <a:ln w="4652">
            <a:solidFill>
              <a:srgbClr val="1F9E89">
                <a:alpha val="100000"/>
              </a:srgbClr>
            </a:solidFill>
            <a:prstDash val="solid"/>
          </a:ln>
        </p:spPr>
      </p:sp>
      <p:sp>
        <p:nvSpPr>
          <p:cNvPr id="335" name="c_full_paired_path_3792">
            <a:extLst>
              <a:ext uri="{FF2B5EF4-FFF2-40B4-BE49-F238E27FC236}">
                <a16:creationId xmlns:a16="http://schemas.microsoft.com/office/drawing/2014/main" id="{A0ECF6BF-F4AC-4A8A-A28B-2A2EFF6BEC72}"/>
              </a:ext>
            </a:extLst>
          </p:cNvPr>
          <p:cNvSpPr>
            <a:spLocks noGrp="1"/>
          </p:cNvSpPr>
          <p:nvPr/>
        </p:nvSpPr>
        <p:spPr>
          <a:xfrm>
            <a:off x="4365792" y="351302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E9D89">
              <a:alpha val="100000"/>
            </a:srgbClr>
          </a:solidFill>
          <a:ln w="4652">
            <a:solidFill>
              <a:srgbClr val="1E9D89">
                <a:alpha val="100000"/>
              </a:srgbClr>
            </a:solidFill>
            <a:prstDash val="solid"/>
          </a:ln>
        </p:spPr>
      </p:sp>
      <p:sp>
        <p:nvSpPr>
          <p:cNvPr id="336" name="c_full_paired_path_3793">
            <a:extLst>
              <a:ext uri="{FF2B5EF4-FFF2-40B4-BE49-F238E27FC236}">
                <a16:creationId xmlns:a16="http://schemas.microsoft.com/office/drawing/2014/main" id="{03FE37D0-EA33-4C3B-BF58-41DB0B634FCB}"/>
              </a:ext>
            </a:extLst>
          </p:cNvPr>
          <p:cNvSpPr>
            <a:spLocks noGrp="1"/>
          </p:cNvSpPr>
          <p:nvPr/>
        </p:nvSpPr>
        <p:spPr>
          <a:xfrm>
            <a:off x="4365792" y="350019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E9C89">
              <a:alpha val="100000"/>
            </a:srgbClr>
          </a:solidFill>
          <a:ln w="4652">
            <a:solidFill>
              <a:srgbClr val="1E9C89">
                <a:alpha val="100000"/>
              </a:srgbClr>
            </a:solidFill>
            <a:prstDash val="solid"/>
          </a:ln>
        </p:spPr>
      </p:sp>
      <p:sp>
        <p:nvSpPr>
          <p:cNvPr id="337" name="c_full_paired_path_3794">
            <a:extLst>
              <a:ext uri="{FF2B5EF4-FFF2-40B4-BE49-F238E27FC236}">
                <a16:creationId xmlns:a16="http://schemas.microsoft.com/office/drawing/2014/main" id="{CEE52FCF-EE8B-480C-9AC3-479D7DA08082}"/>
              </a:ext>
            </a:extLst>
          </p:cNvPr>
          <p:cNvSpPr>
            <a:spLocks noGrp="1"/>
          </p:cNvSpPr>
          <p:nvPr/>
        </p:nvSpPr>
        <p:spPr>
          <a:xfrm>
            <a:off x="4365792" y="348735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E9B8A">
              <a:alpha val="100000"/>
            </a:srgbClr>
          </a:solidFill>
          <a:ln w="4652">
            <a:solidFill>
              <a:srgbClr val="1E9B8A">
                <a:alpha val="100000"/>
              </a:srgbClr>
            </a:solidFill>
            <a:prstDash val="solid"/>
          </a:ln>
        </p:spPr>
      </p:sp>
      <p:sp>
        <p:nvSpPr>
          <p:cNvPr id="338" name="c_full_paired_path_3795">
            <a:extLst>
              <a:ext uri="{FF2B5EF4-FFF2-40B4-BE49-F238E27FC236}">
                <a16:creationId xmlns:a16="http://schemas.microsoft.com/office/drawing/2014/main" id="{DFB7E13E-E483-4AB2-B4D9-675B20F44758}"/>
              </a:ext>
            </a:extLst>
          </p:cNvPr>
          <p:cNvSpPr>
            <a:spLocks noGrp="1"/>
          </p:cNvSpPr>
          <p:nvPr/>
        </p:nvSpPr>
        <p:spPr>
          <a:xfrm>
            <a:off x="4365792" y="347451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A8A">
              <a:alpha val="100000"/>
            </a:srgbClr>
          </a:solidFill>
          <a:ln w="4652">
            <a:solidFill>
              <a:srgbClr val="1F9A8A">
                <a:alpha val="100000"/>
              </a:srgbClr>
            </a:solidFill>
            <a:prstDash val="solid"/>
          </a:ln>
        </p:spPr>
      </p:sp>
      <p:sp>
        <p:nvSpPr>
          <p:cNvPr id="339" name="c_full_paired_path_3796">
            <a:extLst>
              <a:ext uri="{FF2B5EF4-FFF2-40B4-BE49-F238E27FC236}">
                <a16:creationId xmlns:a16="http://schemas.microsoft.com/office/drawing/2014/main" id="{99137EE6-2272-46A8-B9E6-F887063B02CC}"/>
              </a:ext>
            </a:extLst>
          </p:cNvPr>
          <p:cNvSpPr>
            <a:spLocks noGrp="1"/>
          </p:cNvSpPr>
          <p:nvPr/>
        </p:nvSpPr>
        <p:spPr>
          <a:xfrm>
            <a:off x="4365792" y="346168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98A">
              <a:alpha val="100000"/>
            </a:srgbClr>
          </a:solidFill>
          <a:ln w="4652">
            <a:solidFill>
              <a:srgbClr val="1F998A">
                <a:alpha val="100000"/>
              </a:srgbClr>
            </a:solidFill>
            <a:prstDash val="solid"/>
          </a:ln>
        </p:spPr>
      </p:sp>
      <p:sp>
        <p:nvSpPr>
          <p:cNvPr id="340" name="c_full_paired_path_3797">
            <a:extLst>
              <a:ext uri="{FF2B5EF4-FFF2-40B4-BE49-F238E27FC236}">
                <a16:creationId xmlns:a16="http://schemas.microsoft.com/office/drawing/2014/main" id="{359681A3-1C22-474B-9845-5C9460A42584}"/>
              </a:ext>
            </a:extLst>
          </p:cNvPr>
          <p:cNvSpPr>
            <a:spLocks noGrp="1"/>
          </p:cNvSpPr>
          <p:nvPr/>
        </p:nvSpPr>
        <p:spPr>
          <a:xfrm>
            <a:off x="4365792" y="344884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88B">
              <a:alpha val="100000"/>
            </a:srgbClr>
          </a:solidFill>
          <a:ln w="4652">
            <a:solidFill>
              <a:srgbClr val="1F988B">
                <a:alpha val="100000"/>
              </a:srgbClr>
            </a:solidFill>
            <a:prstDash val="solid"/>
          </a:ln>
        </p:spPr>
      </p:sp>
      <p:sp>
        <p:nvSpPr>
          <p:cNvPr id="341" name="c_full_paired_path_3798">
            <a:extLst>
              <a:ext uri="{FF2B5EF4-FFF2-40B4-BE49-F238E27FC236}">
                <a16:creationId xmlns:a16="http://schemas.microsoft.com/office/drawing/2014/main" id="{1EB90CCA-C6BB-4729-8A31-97C8BEE75437}"/>
              </a:ext>
            </a:extLst>
          </p:cNvPr>
          <p:cNvSpPr>
            <a:spLocks noGrp="1"/>
          </p:cNvSpPr>
          <p:nvPr/>
        </p:nvSpPr>
        <p:spPr>
          <a:xfrm>
            <a:off x="4365792" y="343600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78B">
              <a:alpha val="100000"/>
            </a:srgbClr>
          </a:solidFill>
          <a:ln w="4652">
            <a:solidFill>
              <a:srgbClr val="1F978B">
                <a:alpha val="100000"/>
              </a:srgbClr>
            </a:solidFill>
            <a:prstDash val="solid"/>
          </a:ln>
        </p:spPr>
      </p:sp>
      <p:sp>
        <p:nvSpPr>
          <p:cNvPr id="342" name="c_full_paired_path_3799">
            <a:extLst>
              <a:ext uri="{FF2B5EF4-FFF2-40B4-BE49-F238E27FC236}">
                <a16:creationId xmlns:a16="http://schemas.microsoft.com/office/drawing/2014/main" id="{BBE43914-66C3-40A8-A159-50855BE2C313}"/>
              </a:ext>
            </a:extLst>
          </p:cNvPr>
          <p:cNvSpPr>
            <a:spLocks noGrp="1"/>
          </p:cNvSpPr>
          <p:nvPr/>
        </p:nvSpPr>
        <p:spPr>
          <a:xfrm>
            <a:off x="4365792" y="342317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68B">
              <a:alpha val="100000"/>
            </a:srgbClr>
          </a:solidFill>
          <a:ln w="4652">
            <a:solidFill>
              <a:srgbClr val="1F968B">
                <a:alpha val="100000"/>
              </a:srgbClr>
            </a:solidFill>
            <a:prstDash val="solid"/>
          </a:ln>
        </p:spPr>
      </p:sp>
      <p:sp>
        <p:nvSpPr>
          <p:cNvPr id="343" name="c_full_paired_path_3800">
            <a:extLst>
              <a:ext uri="{FF2B5EF4-FFF2-40B4-BE49-F238E27FC236}">
                <a16:creationId xmlns:a16="http://schemas.microsoft.com/office/drawing/2014/main" id="{62CB1ECA-A969-439F-A645-7AF095275A65}"/>
              </a:ext>
            </a:extLst>
          </p:cNvPr>
          <p:cNvSpPr>
            <a:spLocks noGrp="1"/>
          </p:cNvSpPr>
          <p:nvPr/>
        </p:nvSpPr>
        <p:spPr>
          <a:xfrm>
            <a:off x="4365792" y="341033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58B">
              <a:alpha val="100000"/>
            </a:srgbClr>
          </a:solidFill>
          <a:ln w="4652">
            <a:solidFill>
              <a:srgbClr val="1F958B">
                <a:alpha val="100000"/>
              </a:srgbClr>
            </a:solidFill>
            <a:prstDash val="solid"/>
          </a:ln>
        </p:spPr>
      </p:sp>
      <p:sp>
        <p:nvSpPr>
          <p:cNvPr id="344" name="c_full_paired_path_3801">
            <a:extLst>
              <a:ext uri="{FF2B5EF4-FFF2-40B4-BE49-F238E27FC236}">
                <a16:creationId xmlns:a16="http://schemas.microsoft.com/office/drawing/2014/main" id="{2C8AEBE5-714E-4263-98C7-D61961D139AA}"/>
              </a:ext>
            </a:extLst>
          </p:cNvPr>
          <p:cNvSpPr>
            <a:spLocks noGrp="1"/>
          </p:cNvSpPr>
          <p:nvPr/>
        </p:nvSpPr>
        <p:spPr>
          <a:xfrm>
            <a:off x="4365792" y="339750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48C">
              <a:alpha val="100000"/>
            </a:srgbClr>
          </a:solidFill>
          <a:ln w="4652">
            <a:solidFill>
              <a:srgbClr val="1F948C">
                <a:alpha val="100000"/>
              </a:srgbClr>
            </a:solidFill>
            <a:prstDash val="solid"/>
          </a:ln>
        </p:spPr>
      </p:sp>
      <p:sp>
        <p:nvSpPr>
          <p:cNvPr id="345" name="c_full_paired_path_3802">
            <a:extLst>
              <a:ext uri="{FF2B5EF4-FFF2-40B4-BE49-F238E27FC236}">
                <a16:creationId xmlns:a16="http://schemas.microsoft.com/office/drawing/2014/main" id="{E1BFBB9F-181B-4149-A10C-701F051821DF}"/>
              </a:ext>
            </a:extLst>
          </p:cNvPr>
          <p:cNvSpPr>
            <a:spLocks noGrp="1"/>
          </p:cNvSpPr>
          <p:nvPr/>
        </p:nvSpPr>
        <p:spPr>
          <a:xfrm>
            <a:off x="4365792" y="338466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938C">
              <a:alpha val="100000"/>
            </a:srgbClr>
          </a:solidFill>
          <a:ln w="4652">
            <a:solidFill>
              <a:srgbClr val="20938C">
                <a:alpha val="100000"/>
              </a:srgbClr>
            </a:solidFill>
            <a:prstDash val="solid"/>
          </a:ln>
        </p:spPr>
      </p:sp>
      <p:sp>
        <p:nvSpPr>
          <p:cNvPr id="346" name="c_full_paired_path_3803">
            <a:extLst>
              <a:ext uri="{FF2B5EF4-FFF2-40B4-BE49-F238E27FC236}">
                <a16:creationId xmlns:a16="http://schemas.microsoft.com/office/drawing/2014/main" id="{EBB77548-1C6B-4608-A6E6-CA2EBE150005}"/>
              </a:ext>
            </a:extLst>
          </p:cNvPr>
          <p:cNvSpPr>
            <a:spLocks noGrp="1"/>
          </p:cNvSpPr>
          <p:nvPr/>
        </p:nvSpPr>
        <p:spPr>
          <a:xfrm>
            <a:off x="4365792" y="337182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928C">
              <a:alpha val="100000"/>
            </a:srgbClr>
          </a:solidFill>
          <a:ln w="4652">
            <a:solidFill>
              <a:srgbClr val="20928C">
                <a:alpha val="100000"/>
              </a:srgbClr>
            </a:solidFill>
            <a:prstDash val="solid"/>
          </a:ln>
        </p:spPr>
      </p:sp>
      <p:sp>
        <p:nvSpPr>
          <p:cNvPr id="347" name="c_full_paired_path_3804">
            <a:extLst>
              <a:ext uri="{FF2B5EF4-FFF2-40B4-BE49-F238E27FC236}">
                <a16:creationId xmlns:a16="http://schemas.microsoft.com/office/drawing/2014/main" id="{F4CF384A-C085-4559-A1B0-3799C1E3000E}"/>
              </a:ext>
            </a:extLst>
          </p:cNvPr>
          <p:cNvSpPr>
            <a:spLocks noGrp="1"/>
          </p:cNvSpPr>
          <p:nvPr/>
        </p:nvSpPr>
        <p:spPr>
          <a:xfrm>
            <a:off x="4365792" y="335899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928C">
              <a:alpha val="100000"/>
            </a:srgbClr>
          </a:solidFill>
          <a:ln w="4652">
            <a:solidFill>
              <a:srgbClr val="20928C">
                <a:alpha val="100000"/>
              </a:srgbClr>
            </a:solidFill>
            <a:prstDash val="solid"/>
          </a:ln>
        </p:spPr>
      </p:sp>
      <p:sp>
        <p:nvSpPr>
          <p:cNvPr id="348" name="c_full_paired_path_3805">
            <a:extLst>
              <a:ext uri="{FF2B5EF4-FFF2-40B4-BE49-F238E27FC236}">
                <a16:creationId xmlns:a16="http://schemas.microsoft.com/office/drawing/2014/main" id="{41FCB1A2-31BE-461D-AEB4-E01E3FB7BCA2}"/>
              </a:ext>
            </a:extLst>
          </p:cNvPr>
          <p:cNvSpPr>
            <a:spLocks noGrp="1"/>
          </p:cNvSpPr>
          <p:nvPr/>
        </p:nvSpPr>
        <p:spPr>
          <a:xfrm>
            <a:off x="4365792" y="334615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918C">
              <a:alpha val="100000"/>
            </a:srgbClr>
          </a:solidFill>
          <a:ln w="4652">
            <a:solidFill>
              <a:srgbClr val="21918C">
                <a:alpha val="100000"/>
              </a:srgbClr>
            </a:solidFill>
            <a:prstDash val="solid"/>
          </a:ln>
        </p:spPr>
      </p:sp>
      <p:sp>
        <p:nvSpPr>
          <p:cNvPr id="349" name="c_full_paired_path_3806">
            <a:extLst>
              <a:ext uri="{FF2B5EF4-FFF2-40B4-BE49-F238E27FC236}">
                <a16:creationId xmlns:a16="http://schemas.microsoft.com/office/drawing/2014/main" id="{CCEBE289-AC03-45F9-A5E7-C31761344789}"/>
              </a:ext>
            </a:extLst>
          </p:cNvPr>
          <p:cNvSpPr>
            <a:spLocks noGrp="1"/>
          </p:cNvSpPr>
          <p:nvPr/>
        </p:nvSpPr>
        <p:spPr>
          <a:xfrm>
            <a:off x="4365792" y="333331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908D">
              <a:alpha val="100000"/>
            </a:srgbClr>
          </a:solidFill>
          <a:ln w="4652">
            <a:solidFill>
              <a:srgbClr val="21908D">
                <a:alpha val="100000"/>
              </a:srgbClr>
            </a:solidFill>
            <a:prstDash val="solid"/>
          </a:ln>
        </p:spPr>
      </p:sp>
      <p:sp>
        <p:nvSpPr>
          <p:cNvPr id="350" name="c_full_paired_path_3807">
            <a:extLst>
              <a:ext uri="{FF2B5EF4-FFF2-40B4-BE49-F238E27FC236}">
                <a16:creationId xmlns:a16="http://schemas.microsoft.com/office/drawing/2014/main" id="{17E30C07-8B4A-4D22-AD4A-6A6BBDCAA318}"/>
              </a:ext>
            </a:extLst>
          </p:cNvPr>
          <p:cNvSpPr>
            <a:spLocks noGrp="1"/>
          </p:cNvSpPr>
          <p:nvPr/>
        </p:nvSpPr>
        <p:spPr>
          <a:xfrm>
            <a:off x="4365792" y="332048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8F8D">
              <a:alpha val="100000"/>
            </a:srgbClr>
          </a:solidFill>
          <a:ln w="4652">
            <a:solidFill>
              <a:srgbClr val="218F8D">
                <a:alpha val="100000"/>
              </a:srgbClr>
            </a:solidFill>
            <a:prstDash val="solid"/>
          </a:ln>
        </p:spPr>
      </p:sp>
      <p:sp>
        <p:nvSpPr>
          <p:cNvPr id="351" name="c_full_paired_path_3808">
            <a:extLst>
              <a:ext uri="{FF2B5EF4-FFF2-40B4-BE49-F238E27FC236}">
                <a16:creationId xmlns:a16="http://schemas.microsoft.com/office/drawing/2014/main" id="{994CA5F4-BC01-4304-B04D-25A5C17406F7}"/>
              </a:ext>
            </a:extLst>
          </p:cNvPr>
          <p:cNvSpPr>
            <a:spLocks noGrp="1"/>
          </p:cNvSpPr>
          <p:nvPr/>
        </p:nvSpPr>
        <p:spPr>
          <a:xfrm>
            <a:off x="4365792" y="330764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8E8D">
              <a:alpha val="100000"/>
            </a:srgbClr>
          </a:solidFill>
          <a:ln w="4652">
            <a:solidFill>
              <a:srgbClr val="218E8D">
                <a:alpha val="100000"/>
              </a:srgbClr>
            </a:solidFill>
            <a:prstDash val="solid"/>
          </a:ln>
        </p:spPr>
      </p:sp>
      <p:sp>
        <p:nvSpPr>
          <p:cNvPr id="352" name="c_full_paired_path_3809">
            <a:extLst>
              <a:ext uri="{FF2B5EF4-FFF2-40B4-BE49-F238E27FC236}">
                <a16:creationId xmlns:a16="http://schemas.microsoft.com/office/drawing/2014/main" id="{5CFC3335-0E5D-4B8D-862C-B849D4151ED8}"/>
              </a:ext>
            </a:extLst>
          </p:cNvPr>
          <p:cNvSpPr>
            <a:spLocks noGrp="1"/>
          </p:cNvSpPr>
          <p:nvPr/>
        </p:nvSpPr>
        <p:spPr>
          <a:xfrm>
            <a:off x="4365792" y="329481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8D8D">
              <a:alpha val="100000"/>
            </a:srgbClr>
          </a:solidFill>
          <a:ln w="4652">
            <a:solidFill>
              <a:srgbClr val="228D8D">
                <a:alpha val="100000"/>
              </a:srgbClr>
            </a:solidFill>
            <a:prstDash val="solid"/>
          </a:ln>
        </p:spPr>
      </p:sp>
      <p:sp>
        <p:nvSpPr>
          <p:cNvPr id="353" name="c_full_paired_path_3810">
            <a:extLst>
              <a:ext uri="{FF2B5EF4-FFF2-40B4-BE49-F238E27FC236}">
                <a16:creationId xmlns:a16="http://schemas.microsoft.com/office/drawing/2014/main" id="{6174AD91-B01A-408B-892F-6B0DD0FA6E3A}"/>
              </a:ext>
            </a:extLst>
          </p:cNvPr>
          <p:cNvSpPr>
            <a:spLocks noGrp="1"/>
          </p:cNvSpPr>
          <p:nvPr/>
        </p:nvSpPr>
        <p:spPr>
          <a:xfrm>
            <a:off x="4365792" y="328197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8C8D">
              <a:alpha val="100000"/>
            </a:srgbClr>
          </a:solidFill>
          <a:ln w="4652">
            <a:solidFill>
              <a:srgbClr val="228C8D">
                <a:alpha val="100000"/>
              </a:srgbClr>
            </a:solidFill>
            <a:prstDash val="solid"/>
          </a:ln>
        </p:spPr>
      </p:sp>
      <p:sp>
        <p:nvSpPr>
          <p:cNvPr id="354" name="c_full_paired_path_3811">
            <a:extLst>
              <a:ext uri="{FF2B5EF4-FFF2-40B4-BE49-F238E27FC236}">
                <a16:creationId xmlns:a16="http://schemas.microsoft.com/office/drawing/2014/main" id="{FFF5292C-1B34-488F-8529-7B35E774B8DD}"/>
              </a:ext>
            </a:extLst>
          </p:cNvPr>
          <p:cNvSpPr>
            <a:spLocks noGrp="1"/>
          </p:cNvSpPr>
          <p:nvPr/>
        </p:nvSpPr>
        <p:spPr>
          <a:xfrm>
            <a:off x="4365792" y="326913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8B8D">
              <a:alpha val="100000"/>
            </a:srgbClr>
          </a:solidFill>
          <a:ln w="4652">
            <a:solidFill>
              <a:srgbClr val="228B8D">
                <a:alpha val="100000"/>
              </a:srgbClr>
            </a:solidFill>
            <a:prstDash val="solid"/>
          </a:ln>
        </p:spPr>
      </p:sp>
      <p:sp>
        <p:nvSpPr>
          <p:cNvPr id="355" name="c_full_paired_path_3812">
            <a:extLst>
              <a:ext uri="{FF2B5EF4-FFF2-40B4-BE49-F238E27FC236}">
                <a16:creationId xmlns:a16="http://schemas.microsoft.com/office/drawing/2014/main" id="{EB086513-358F-4179-BA2B-8919D3EE7D4A}"/>
              </a:ext>
            </a:extLst>
          </p:cNvPr>
          <p:cNvSpPr>
            <a:spLocks noGrp="1"/>
          </p:cNvSpPr>
          <p:nvPr/>
        </p:nvSpPr>
        <p:spPr>
          <a:xfrm>
            <a:off x="4365792" y="325630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8A8D">
              <a:alpha val="100000"/>
            </a:srgbClr>
          </a:solidFill>
          <a:ln w="4652">
            <a:solidFill>
              <a:srgbClr val="238A8D">
                <a:alpha val="100000"/>
              </a:srgbClr>
            </a:solidFill>
            <a:prstDash val="solid"/>
          </a:ln>
        </p:spPr>
      </p:sp>
      <p:sp>
        <p:nvSpPr>
          <p:cNvPr id="356" name="c_full_paired_path_3813">
            <a:extLst>
              <a:ext uri="{FF2B5EF4-FFF2-40B4-BE49-F238E27FC236}">
                <a16:creationId xmlns:a16="http://schemas.microsoft.com/office/drawing/2014/main" id="{6F50B700-2472-447C-8144-D4B52E1A5C71}"/>
              </a:ext>
            </a:extLst>
          </p:cNvPr>
          <p:cNvSpPr>
            <a:spLocks noGrp="1"/>
          </p:cNvSpPr>
          <p:nvPr/>
        </p:nvSpPr>
        <p:spPr>
          <a:xfrm>
            <a:off x="4365792" y="324346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898E">
              <a:alpha val="100000"/>
            </a:srgbClr>
          </a:solidFill>
          <a:ln w="4652">
            <a:solidFill>
              <a:srgbClr val="23898E">
                <a:alpha val="100000"/>
              </a:srgbClr>
            </a:solidFill>
            <a:prstDash val="solid"/>
          </a:ln>
        </p:spPr>
      </p:sp>
      <p:sp>
        <p:nvSpPr>
          <p:cNvPr id="357" name="c_full_paired_path_3814">
            <a:extLst>
              <a:ext uri="{FF2B5EF4-FFF2-40B4-BE49-F238E27FC236}">
                <a16:creationId xmlns:a16="http://schemas.microsoft.com/office/drawing/2014/main" id="{1F042EFA-4595-42F0-9A33-D78312D63ED8}"/>
              </a:ext>
            </a:extLst>
          </p:cNvPr>
          <p:cNvSpPr>
            <a:spLocks noGrp="1"/>
          </p:cNvSpPr>
          <p:nvPr/>
        </p:nvSpPr>
        <p:spPr>
          <a:xfrm>
            <a:off x="4365792" y="323062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888E">
              <a:alpha val="100000"/>
            </a:srgbClr>
          </a:solidFill>
          <a:ln w="4652">
            <a:solidFill>
              <a:srgbClr val="23888E">
                <a:alpha val="100000"/>
              </a:srgbClr>
            </a:solidFill>
            <a:prstDash val="solid"/>
          </a:ln>
        </p:spPr>
      </p:sp>
      <p:sp>
        <p:nvSpPr>
          <p:cNvPr id="358" name="c_full_paired_path_3815">
            <a:extLst>
              <a:ext uri="{FF2B5EF4-FFF2-40B4-BE49-F238E27FC236}">
                <a16:creationId xmlns:a16="http://schemas.microsoft.com/office/drawing/2014/main" id="{C1DE9395-E9EF-43DC-91CA-E3613D1C09D0}"/>
              </a:ext>
            </a:extLst>
          </p:cNvPr>
          <p:cNvSpPr>
            <a:spLocks noGrp="1"/>
          </p:cNvSpPr>
          <p:nvPr/>
        </p:nvSpPr>
        <p:spPr>
          <a:xfrm>
            <a:off x="4365792" y="321779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4878E">
              <a:alpha val="100000"/>
            </a:srgbClr>
          </a:solidFill>
          <a:ln w="4652">
            <a:solidFill>
              <a:srgbClr val="24878E">
                <a:alpha val="100000"/>
              </a:srgbClr>
            </a:solidFill>
            <a:prstDash val="solid"/>
          </a:ln>
        </p:spPr>
      </p:sp>
      <p:sp>
        <p:nvSpPr>
          <p:cNvPr id="359" name="c_full_paired_path_3816">
            <a:extLst>
              <a:ext uri="{FF2B5EF4-FFF2-40B4-BE49-F238E27FC236}">
                <a16:creationId xmlns:a16="http://schemas.microsoft.com/office/drawing/2014/main" id="{47D4B2FB-E4C3-4C86-B537-6D682A5EB088}"/>
              </a:ext>
            </a:extLst>
          </p:cNvPr>
          <p:cNvSpPr>
            <a:spLocks noGrp="1"/>
          </p:cNvSpPr>
          <p:nvPr/>
        </p:nvSpPr>
        <p:spPr>
          <a:xfrm>
            <a:off x="4365792" y="320495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4868E">
              <a:alpha val="100000"/>
            </a:srgbClr>
          </a:solidFill>
          <a:ln w="4652">
            <a:solidFill>
              <a:srgbClr val="24868E">
                <a:alpha val="100000"/>
              </a:srgbClr>
            </a:solidFill>
            <a:prstDash val="solid"/>
          </a:ln>
        </p:spPr>
      </p:sp>
      <p:sp>
        <p:nvSpPr>
          <p:cNvPr id="360" name="c_full_paired_path_3817">
            <a:extLst>
              <a:ext uri="{FF2B5EF4-FFF2-40B4-BE49-F238E27FC236}">
                <a16:creationId xmlns:a16="http://schemas.microsoft.com/office/drawing/2014/main" id="{A051BD93-B324-49B8-B6AB-2890AD779C5D}"/>
              </a:ext>
            </a:extLst>
          </p:cNvPr>
          <p:cNvSpPr>
            <a:spLocks noGrp="1"/>
          </p:cNvSpPr>
          <p:nvPr/>
        </p:nvSpPr>
        <p:spPr>
          <a:xfrm>
            <a:off x="4365792" y="319212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858E">
              <a:alpha val="100000"/>
            </a:srgbClr>
          </a:solidFill>
          <a:ln w="4652">
            <a:solidFill>
              <a:srgbClr val="25858E">
                <a:alpha val="100000"/>
              </a:srgbClr>
            </a:solidFill>
            <a:prstDash val="solid"/>
          </a:ln>
        </p:spPr>
      </p:sp>
      <p:sp>
        <p:nvSpPr>
          <p:cNvPr id="361" name="c_full_paired_path_3818">
            <a:extLst>
              <a:ext uri="{FF2B5EF4-FFF2-40B4-BE49-F238E27FC236}">
                <a16:creationId xmlns:a16="http://schemas.microsoft.com/office/drawing/2014/main" id="{C68098C6-7BEA-4AFC-969E-82606159B77D}"/>
              </a:ext>
            </a:extLst>
          </p:cNvPr>
          <p:cNvSpPr>
            <a:spLocks noGrp="1"/>
          </p:cNvSpPr>
          <p:nvPr/>
        </p:nvSpPr>
        <p:spPr>
          <a:xfrm>
            <a:off x="4365792" y="317928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848E">
              <a:alpha val="100000"/>
            </a:srgbClr>
          </a:solidFill>
          <a:ln w="4652">
            <a:solidFill>
              <a:srgbClr val="25848E">
                <a:alpha val="100000"/>
              </a:srgbClr>
            </a:solidFill>
            <a:prstDash val="solid"/>
          </a:ln>
        </p:spPr>
      </p:sp>
      <p:sp>
        <p:nvSpPr>
          <p:cNvPr id="362" name="c_full_paired_path_3819">
            <a:extLst>
              <a:ext uri="{FF2B5EF4-FFF2-40B4-BE49-F238E27FC236}">
                <a16:creationId xmlns:a16="http://schemas.microsoft.com/office/drawing/2014/main" id="{20AA7F83-B65B-47D4-9702-1BC60E27C5F7}"/>
              </a:ext>
            </a:extLst>
          </p:cNvPr>
          <p:cNvSpPr>
            <a:spLocks noGrp="1"/>
          </p:cNvSpPr>
          <p:nvPr/>
        </p:nvSpPr>
        <p:spPr>
          <a:xfrm>
            <a:off x="4365792" y="316644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838E">
              <a:alpha val="100000"/>
            </a:srgbClr>
          </a:solidFill>
          <a:ln w="4652">
            <a:solidFill>
              <a:srgbClr val="25838E">
                <a:alpha val="100000"/>
              </a:srgbClr>
            </a:solidFill>
            <a:prstDash val="solid"/>
          </a:ln>
        </p:spPr>
      </p:sp>
      <p:sp>
        <p:nvSpPr>
          <p:cNvPr id="363" name="c_full_paired_path_3820">
            <a:extLst>
              <a:ext uri="{FF2B5EF4-FFF2-40B4-BE49-F238E27FC236}">
                <a16:creationId xmlns:a16="http://schemas.microsoft.com/office/drawing/2014/main" id="{29DDDDD7-67B7-4408-9C98-8D85E2D28D9E}"/>
              </a:ext>
            </a:extLst>
          </p:cNvPr>
          <p:cNvSpPr>
            <a:spLocks noGrp="1"/>
          </p:cNvSpPr>
          <p:nvPr/>
        </p:nvSpPr>
        <p:spPr>
          <a:xfrm>
            <a:off x="4365792" y="315361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828E">
              <a:alpha val="100000"/>
            </a:srgbClr>
          </a:solidFill>
          <a:ln w="4652">
            <a:solidFill>
              <a:srgbClr val="26828E">
                <a:alpha val="100000"/>
              </a:srgbClr>
            </a:solidFill>
            <a:prstDash val="solid"/>
          </a:ln>
        </p:spPr>
      </p:sp>
      <p:sp>
        <p:nvSpPr>
          <p:cNvPr id="364" name="c_full_paired_path_3821">
            <a:extLst>
              <a:ext uri="{FF2B5EF4-FFF2-40B4-BE49-F238E27FC236}">
                <a16:creationId xmlns:a16="http://schemas.microsoft.com/office/drawing/2014/main" id="{CC67CABE-F4CB-40E2-9212-86B2C3716A60}"/>
              </a:ext>
            </a:extLst>
          </p:cNvPr>
          <p:cNvSpPr>
            <a:spLocks noGrp="1"/>
          </p:cNvSpPr>
          <p:nvPr/>
        </p:nvSpPr>
        <p:spPr>
          <a:xfrm>
            <a:off x="4365792" y="314077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828E">
              <a:alpha val="100000"/>
            </a:srgbClr>
          </a:solidFill>
          <a:ln w="4652">
            <a:solidFill>
              <a:srgbClr val="26828E">
                <a:alpha val="100000"/>
              </a:srgbClr>
            </a:solidFill>
            <a:prstDash val="solid"/>
          </a:ln>
        </p:spPr>
      </p:sp>
      <p:sp>
        <p:nvSpPr>
          <p:cNvPr id="365" name="c_full_paired_path_3822">
            <a:extLst>
              <a:ext uri="{FF2B5EF4-FFF2-40B4-BE49-F238E27FC236}">
                <a16:creationId xmlns:a16="http://schemas.microsoft.com/office/drawing/2014/main" id="{E1E2536A-5706-4FAE-9EC2-FE7C3ED2D2F3}"/>
              </a:ext>
            </a:extLst>
          </p:cNvPr>
          <p:cNvSpPr>
            <a:spLocks noGrp="1"/>
          </p:cNvSpPr>
          <p:nvPr/>
        </p:nvSpPr>
        <p:spPr>
          <a:xfrm>
            <a:off x="4365792" y="312793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818E">
              <a:alpha val="100000"/>
            </a:srgbClr>
          </a:solidFill>
          <a:ln w="4652">
            <a:solidFill>
              <a:srgbClr val="26818E">
                <a:alpha val="100000"/>
              </a:srgbClr>
            </a:solidFill>
            <a:prstDash val="solid"/>
          </a:ln>
        </p:spPr>
      </p:sp>
      <p:sp>
        <p:nvSpPr>
          <p:cNvPr id="366" name="c_full_paired_path_3823">
            <a:extLst>
              <a:ext uri="{FF2B5EF4-FFF2-40B4-BE49-F238E27FC236}">
                <a16:creationId xmlns:a16="http://schemas.microsoft.com/office/drawing/2014/main" id="{B800F4F3-DF7D-40FB-B523-7A27B73CA53C}"/>
              </a:ext>
            </a:extLst>
          </p:cNvPr>
          <p:cNvSpPr>
            <a:spLocks noGrp="1"/>
          </p:cNvSpPr>
          <p:nvPr/>
        </p:nvSpPr>
        <p:spPr>
          <a:xfrm>
            <a:off x="4365792" y="311510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808E">
              <a:alpha val="100000"/>
            </a:srgbClr>
          </a:solidFill>
          <a:ln w="4652">
            <a:solidFill>
              <a:srgbClr val="27808E">
                <a:alpha val="100000"/>
              </a:srgbClr>
            </a:solidFill>
            <a:prstDash val="solid"/>
          </a:ln>
        </p:spPr>
      </p:sp>
      <p:sp>
        <p:nvSpPr>
          <p:cNvPr id="367" name="c_full_paired_path_3824">
            <a:extLst>
              <a:ext uri="{FF2B5EF4-FFF2-40B4-BE49-F238E27FC236}">
                <a16:creationId xmlns:a16="http://schemas.microsoft.com/office/drawing/2014/main" id="{23464DD3-4437-4216-85D4-275DF5BDD0EA}"/>
              </a:ext>
            </a:extLst>
          </p:cNvPr>
          <p:cNvSpPr>
            <a:spLocks noGrp="1"/>
          </p:cNvSpPr>
          <p:nvPr/>
        </p:nvSpPr>
        <p:spPr>
          <a:xfrm>
            <a:off x="4365792" y="310226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7F8E">
              <a:alpha val="100000"/>
            </a:srgbClr>
          </a:solidFill>
          <a:ln w="4652">
            <a:solidFill>
              <a:srgbClr val="277F8E">
                <a:alpha val="100000"/>
              </a:srgbClr>
            </a:solidFill>
            <a:prstDash val="solid"/>
          </a:ln>
        </p:spPr>
      </p:sp>
      <p:sp>
        <p:nvSpPr>
          <p:cNvPr id="368" name="c_full_paired_path_3825">
            <a:extLst>
              <a:ext uri="{FF2B5EF4-FFF2-40B4-BE49-F238E27FC236}">
                <a16:creationId xmlns:a16="http://schemas.microsoft.com/office/drawing/2014/main" id="{87969F49-C00C-4AF2-9B32-EB2293F9B154}"/>
              </a:ext>
            </a:extLst>
          </p:cNvPr>
          <p:cNvSpPr>
            <a:spLocks noGrp="1"/>
          </p:cNvSpPr>
          <p:nvPr/>
        </p:nvSpPr>
        <p:spPr>
          <a:xfrm>
            <a:off x="4365792" y="308943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7E8E">
              <a:alpha val="100000"/>
            </a:srgbClr>
          </a:solidFill>
          <a:ln w="4652">
            <a:solidFill>
              <a:srgbClr val="277E8E">
                <a:alpha val="100000"/>
              </a:srgbClr>
            </a:solidFill>
            <a:prstDash val="solid"/>
          </a:ln>
        </p:spPr>
      </p:sp>
      <p:sp>
        <p:nvSpPr>
          <p:cNvPr id="369" name="c_full_paired_path_3826">
            <a:extLst>
              <a:ext uri="{FF2B5EF4-FFF2-40B4-BE49-F238E27FC236}">
                <a16:creationId xmlns:a16="http://schemas.microsoft.com/office/drawing/2014/main" id="{5C4827BD-DF5E-4BC9-9E08-FB7B8AFC9A59}"/>
              </a:ext>
            </a:extLst>
          </p:cNvPr>
          <p:cNvSpPr>
            <a:spLocks noGrp="1"/>
          </p:cNvSpPr>
          <p:nvPr/>
        </p:nvSpPr>
        <p:spPr>
          <a:xfrm>
            <a:off x="4365792" y="307659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87D8E">
              <a:alpha val="100000"/>
            </a:srgbClr>
          </a:solidFill>
          <a:ln w="4652">
            <a:solidFill>
              <a:srgbClr val="287D8E">
                <a:alpha val="100000"/>
              </a:srgbClr>
            </a:solidFill>
            <a:prstDash val="solid"/>
          </a:ln>
        </p:spPr>
      </p:sp>
      <p:sp>
        <p:nvSpPr>
          <p:cNvPr id="370" name="c_full_paired_path_3827">
            <a:extLst>
              <a:ext uri="{FF2B5EF4-FFF2-40B4-BE49-F238E27FC236}">
                <a16:creationId xmlns:a16="http://schemas.microsoft.com/office/drawing/2014/main" id="{4587700A-B139-4B26-99F0-19241F482075}"/>
              </a:ext>
            </a:extLst>
          </p:cNvPr>
          <p:cNvSpPr>
            <a:spLocks noGrp="1"/>
          </p:cNvSpPr>
          <p:nvPr/>
        </p:nvSpPr>
        <p:spPr>
          <a:xfrm>
            <a:off x="4365792" y="306375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87C8E">
              <a:alpha val="100000"/>
            </a:srgbClr>
          </a:solidFill>
          <a:ln w="4652">
            <a:solidFill>
              <a:srgbClr val="287C8E">
                <a:alpha val="100000"/>
              </a:srgbClr>
            </a:solidFill>
            <a:prstDash val="solid"/>
          </a:ln>
        </p:spPr>
      </p:sp>
      <p:sp>
        <p:nvSpPr>
          <p:cNvPr id="371" name="c_full_paired_path_3828">
            <a:extLst>
              <a:ext uri="{FF2B5EF4-FFF2-40B4-BE49-F238E27FC236}">
                <a16:creationId xmlns:a16="http://schemas.microsoft.com/office/drawing/2014/main" id="{73CE34D0-85DE-43DF-9BBB-1C0DD7AD3F75}"/>
              </a:ext>
            </a:extLst>
          </p:cNvPr>
          <p:cNvSpPr>
            <a:spLocks noGrp="1"/>
          </p:cNvSpPr>
          <p:nvPr/>
        </p:nvSpPr>
        <p:spPr>
          <a:xfrm>
            <a:off x="4365792" y="305092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7B8E">
              <a:alpha val="100000"/>
            </a:srgbClr>
          </a:solidFill>
          <a:ln w="4652">
            <a:solidFill>
              <a:srgbClr val="297B8E">
                <a:alpha val="100000"/>
              </a:srgbClr>
            </a:solidFill>
            <a:prstDash val="solid"/>
          </a:ln>
        </p:spPr>
      </p:sp>
      <p:sp>
        <p:nvSpPr>
          <p:cNvPr id="372" name="c_full_paired_path_3829">
            <a:extLst>
              <a:ext uri="{FF2B5EF4-FFF2-40B4-BE49-F238E27FC236}">
                <a16:creationId xmlns:a16="http://schemas.microsoft.com/office/drawing/2014/main" id="{719E7C7C-15A5-458C-B114-77DF2B7E3AAD}"/>
              </a:ext>
            </a:extLst>
          </p:cNvPr>
          <p:cNvSpPr>
            <a:spLocks noGrp="1"/>
          </p:cNvSpPr>
          <p:nvPr/>
        </p:nvSpPr>
        <p:spPr>
          <a:xfrm>
            <a:off x="4365792" y="303808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7A8E">
              <a:alpha val="100000"/>
            </a:srgbClr>
          </a:solidFill>
          <a:ln w="4652">
            <a:solidFill>
              <a:srgbClr val="297A8E">
                <a:alpha val="100000"/>
              </a:srgbClr>
            </a:solidFill>
            <a:prstDash val="solid"/>
          </a:ln>
        </p:spPr>
      </p:sp>
      <p:sp>
        <p:nvSpPr>
          <p:cNvPr id="373" name="c_full_paired_path_3830">
            <a:extLst>
              <a:ext uri="{FF2B5EF4-FFF2-40B4-BE49-F238E27FC236}">
                <a16:creationId xmlns:a16="http://schemas.microsoft.com/office/drawing/2014/main" id="{7418322C-2FAB-4060-94BF-82301F92DA8C}"/>
              </a:ext>
            </a:extLst>
          </p:cNvPr>
          <p:cNvSpPr>
            <a:spLocks noGrp="1"/>
          </p:cNvSpPr>
          <p:nvPr/>
        </p:nvSpPr>
        <p:spPr>
          <a:xfrm>
            <a:off x="4365792" y="302524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798E">
              <a:alpha val="100000"/>
            </a:srgbClr>
          </a:solidFill>
          <a:ln w="4652">
            <a:solidFill>
              <a:srgbClr val="29798E">
                <a:alpha val="100000"/>
              </a:srgbClr>
            </a:solidFill>
            <a:prstDash val="solid"/>
          </a:ln>
        </p:spPr>
      </p:sp>
      <p:sp>
        <p:nvSpPr>
          <p:cNvPr id="374" name="c_full_paired_path_3831">
            <a:extLst>
              <a:ext uri="{FF2B5EF4-FFF2-40B4-BE49-F238E27FC236}">
                <a16:creationId xmlns:a16="http://schemas.microsoft.com/office/drawing/2014/main" id="{DB196431-8367-4DF4-8C18-0232AF1A54C2}"/>
              </a:ext>
            </a:extLst>
          </p:cNvPr>
          <p:cNvSpPr>
            <a:spLocks noGrp="1"/>
          </p:cNvSpPr>
          <p:nvPr/>
        </p:nvSpPr>
        <p:spPr>
          <a:xfrm>
            <a:off x="4365792" y="301241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788E">
              <a:alpha val="100000"/>
            </a:srgbClr>
          </a:solidFill>
          <a:ln w="4652">
            <a:solidFill>
              <a:srgbClr val="2A788E">
                <a:alpha val="100000"/>
              </a:srgbClr>
            </a:solidFill>
            <a:prstDash val="solid"/>
          </a:ln>
        </p:spPr>
      </p:sp>
      <p:sp>
        <p:nvSpPr>
          <p:cNvPr id="375" name="c_full_paired_path_3832">
            <a:extLst>
              <a:ext uri="{FF2B5EF4-FFF2-40B4-BE49-F238E27FC236}">
                <a16:creationId xmlns:a16="http://schemas.microsoft.com/office/drawing/2014/main" id="{A33CDECE-8375-4757-A52F-2F780FF054FF}"/>
              </a:ext>
            </a:extLst>
          </p:cNvPr>
          <p:cNvSpPr>
            <a:spLocks noGrp="1"/>
          </p:cNvSpPr>
          <p:nvPr/>
        </p:nvSpPr>
        <p:spPr>
          <a:xfrm>
            <a:off x="4365792" y="299957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778E">
              <a:alpha val="100000"/>
            </a:srgbClr>
          </a:solidFill>
          <a:ln w="4652">
            <a:solidFill>
              <a:srgbClr val="2A778E">
                <a:alpha val="100000"/>
              </a:srgbClr>
            </a:solidFill>
            <a:prstDash val="solid"/>
          </a:ln>
        </p:spPr>
      </p:sp>
      <p:sp>
        <p:nvSpPr>
          <p:cNvPr id="376" name="c_full_paired_path_3833">
            <a:extLst>
              <a:ext uri="{FF2B5EF4-FFF2-40B4-BE49-F238E27FC236}">
                <a16:creationId xmlns:a16="http://schemas.microsoft.com/office/drawing/2014/main" id="{238F9A33-4D99-406B-9A1F-65911D22B1E9}"/>
              </a:ext>
            </a:extLst>
          </p:cNvPr>
          <p:cNvSpPr>
            <a:spLocks noGrp="1"/>
          </p:cNvSpPr>
          <p:nvPr/>
        </p:nvSpPr>
        <p:spPr>
          <a:xfrm>
            <a:off x="4365792" y="298674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768E">
              <a:alpha val="100000"/>
            </a:srgbClr>
          </a:solidFill>
          <a:ln w="4652">
            <a:solidFill>
              <a:srgbClr val="2A768E">
                <a:alpha val="100000"/>
              </a:srgbClr>
            </a:solidFill>
            <a:prstDash val="solid"/>
          </a:ln>
        </p:spPr>
      </p:sp>
      <p:sp>
        <p:nvSpPr>
          <p:cNvPr id="377" name="c_full_paired_path_3834">
            <a:extLst>
              <a:ext uri="{FF2B5EF4-FFF2-40B4-BE49-F238E27FC236}">
                <a16:creationId xmlns:a16="http://schemas.microsoft.com/office/drawing/2014/main" id="{296A40B4-56A8-4B05-8A7F-08BDFDD9F6BE}"/>
              </a:ext>
            </a:extLst>
          </p:cNvPr>
          <p:cNvSpPr>
            <a:spLocks noGrp="1"/>
          </p:cNvSpPr>
          <p:nvPr/>
        </p:nvSpPr>
        <p:spPr>
          <a:xfrm>
            <a:off x="4365792" y="297390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B758E">
              <a:alpha val="100000"/>
            </a:srgbClr>
          </a:solidFill>
          <a:ln w="4652">
            <a:solidFill>
              <a:srgbClr val="2B758E">
                <a:alpha val="100000"/>
              </a:srgbClr>
            </a:solidFill>
            <a:prstDash val="solid"/>
          </a:ln>
        </p:spPr>
      </p:sp>
      <p:sp>
        <p:nvSpPr>
          <p:cNvPr id="378" name="c_full_paired_path_3835">
            <a:extLst>
              <a:ext uri="{FF2B5EF4-FFF2-40B4-BE49-F238E27FC236}">
                <a16:creationId xmlns:a16="http://schemas.microsoft.com/office/drawing/2014/main" id="{0B62767E-8E91-419C-AD10-89595E77E917}"/>
              </a:ext>
            </a:extLst>
          </p:cNvPr>
          <p:cNvSpPr>
            <a:spLocks noGrp="1"/>
          </p:cNvSpPr>
          <p:nvPr/>
        </p:nvSpPr>
        <p:spPr>
          <a:xfrm>
            <a:off x="4365792" y="296106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B748E">
              <a:alpha val="100000"/>
            </a:srgbClr>
          </a:solidFill>
          <a:ln w="4652">
            <a:solidFill>
              <a:srgbClr val="2B748E">
                <a:alpha val="100000"/>
              </a:srgbClr>
            </a:solidFill>
            <a:prstDash val="solid"/>
          </a:ln>
        </p:spPr>
      </p:sp>
      <p:sp>
        <p:nvSpPr>
          <p:cNvPr id="379" name="c_full_paired_path_3836">
            <a:extLst>
              <a:ext uri="{FF2B5EF4-FFF2-40B4-BE49-F238E27FC236}">
                <a16:creationId xmlns:a16="http://schemas.microsoft.com/office/drawing/2014/main" id="{CAFF04F4-82B0-4520-8C68-7A79F6A700E2}"/>
              </a:ext>
            </a:extLst>
          </p:cNvPr>
          <p:cNvSpPr>
            <a:spLocks noGrp="1"/>
          </p:cNvSpPr>
          <p:nvPr/>
        </p:nvSpPr>
        <p:spPr>
          <a:xfrm>
            <a:off x="4365792" y="294823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738E">
              <a:alpha val="100000"/>
            </a:srgbClr>
          </a:solidFill>
          <a:ln w="4652">
            <a:solidFill>
              <a:srgbClr val="2C738E">
                <a:alpha val="100000"/>
              </a:srgbClr>
            </a:solidFill>
            <a:prstDash val="solid"/>
          </a:ln>
        </p:spPr>
      </p:sp>
      <p:sp>
        <p:nvSpPr>
          <p:cNvPr id="380" name="c_full_paired_path_3837">
            <a:extLst>
              <a:ext uri="{FF2B5EF4-FFF2-40B4-BE49-F238E27FC236}">
                <a16:creationId xmlns:a16="http://schemas.microsoft.com/office/drawing/2014/main" id="{E914F1E8-DF8D-4C23-BD13-CFFBED865757}"/>
              </a:ext>
            </a:extLst>
          </p:cNvPr>
          <p:cNvSpPr>
            <a:spLocks noGrp="1"/>
          </p:cNvSpPr>
          <p:nvPr/>
        </p:nvSpPr>
        <p:spPr>
          <a:xfrm>
            <a:off x="4365792" y="293539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728E">
              <a:alpha val="100000"/>
            </a:srgbClr>
          </a:solidFill>
          <a:ln w="4652">
            <a:solidFill>
              <a:srgbClr val="2C728E">
                <a:alpha val="100000"/>
              </a:srgbClr>
            </a:solidFill>
            <a:prstDash val="solid"/>
          </a:ln>
        </p:spPr>
      </p:sp>
      <p:sp>
        <p:nvSpPr>
          <p:cNvPr id="381" name="c_full_paired_path_3838">
            <a:extLst>
              <a:ext uri="{FF2B5EF4-FFF2-40B4-BE49-F238E27FC236}">
                <a16:creationId xmlns:a16="http://schemas.microsoft.com/office/drawing/2014/main" id="{2840D78A-D650-4BDA-8E8A-63C806A19E57}"/>
              </a:ext>
            </a:extLst>
          </p:cNvPr>
          <p:cNvSpPr>
            <a:spLocks noGrp="1"/>
          </p:cNvSpPr>
          <p:nvPr/>
        </p:nvSpPr>
        <p:spPr>
          <a:xfrm>
            <a:off x="4365792" y="29225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718E">
              <a:alpha val="100000"/>
            </a:srgbClr>
          </a:solidFill>
          <a:ln w="4652">
            <a:solidFill>
              <a:srgbClr val="2C718E">
                <a:alpha val="100000"/>
              </a:srgbClr>
            </a:solidFill>
            <a:prstDash val="solid"/>
          </a:ln>
        </p:spPr>
      </p:sp>
      <p:sp>
        <p:nvSpPr>
          <p:cNvPr id="382" name="c_full_paired_path_3839">
            <a:extLst>
              <a:ext uri="{FF2B5EF4-FFF2-40B4-BE49-F238E27FC236}">
                <a16:creationId xmlns:a16="http://schemas.microsoft.com/office/drawing/2014/main" id="{D6298424-C4A7-470B-9E05-ADCB43DA4023}"/>
              </a:ext>
            </a:extLst>
          </p:cNvPr>
          <p:cNvSpPr>
            <a:spLocks noGrp="1"/>
          </p:cNvSpPr>
          <p:nvPr/>
        </p:nvSpPr>
        <p:spPr>
          <a:xfrm>
            <a:off x="4365792" y="29097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D718E">
              <a:alpha val="100000"/>
            </a:srgbClr>
          </a:solidFill>
          <a:ln w="4652">
            <a:solidFill>
              <a:srgbClr val="2D718E">
                <a:alpha val="100000"/>
              </a:srgbClr>
            </a:solidFill>
            <a:prstDash val="solid"/>
          </a:ln>
        </p:spPr>
      </p:sp>
      <p:sp>
        <p:nvSpPr>
          <p:cNvPr id="383" name="c_full_paired_path_3840">
            <a:extLst>
              <a:ext uri="{FF2B5EF4-FFF2-40B4-BE49-F238E27FC236}">
                <a16:creationId xmlns:a16="http://schemas.microsoft.com/office/drawing/2014/main" id="{C86BCBBD-9CE3-48FD-9194-B87312E715E4}"/>
              </a:ext>
            </a:extLst>
          </p:cNvPr>
          <p:cNvSpPr>
            <a:spLocks noGrp="1"/>
          </p:cNvSpPr>
          <p:nvPr/>
        </p:nvSpPr>
        <p:spPr>
          <a:xfrm>
            <a:off x="4365792" y="28968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D708E">
              <a:alpha val="100000"/>
            </a:srgbClr>
          </a:solidFill>
          <a:ln w="4652">
            <a:solidFill>
              <a:srgbClr val="2D708E">
                <a:alpha val="100000"/>
              </a:srgbClr>
            </a:solidFill>
            <a:prstDash val="solid"/>
          </a:ln>
        </p:spPr>
      </p:sp>
      <p:sp>
        <p:nvSpPr>
          <p:cNvPr id="384" name="c_full_paired_path_3841">
            <a:extLst>
              <a:ext uri="{FF2B5EF4-FFF2-40B4-BE49-F238E27FC236}">
                <a16:creationId xmlns:a16="http://schemas.microsoft.com/office/drawing/2014/main" id="{0C798661-EA61-47D1-9DCB-CA5CE4039EF6}"/>
              </a:ext>
            </a:extLst>
          </p:cNvPr>
          <p:cNvSpPr>
            <a:spLocks noGrp="1"/>
          </p:cNvSpPr>
          <p:nvPr/>
        </p:nvSpPr>
        <p:spPr>
          <a:xfrm>
            <a:off x="4365792" y="288405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6F8E">
              <a:alpha val="100000"/>
            </a:srgbClr>
          </a:solidFill>
          <a:ln w="4652">
            <a:solidFill>
              <a:srgbClr val="2E6F8E">
                <a:alpha val="100000"/>
              </a:srgbClr>
            </a:solidFill>
            <a:prstDash val="solid"/>
          </a:ln>
        </p:spPr>
      </p:sp>
      <p:sp>
        <p:nvSpPr>
          <p:cNvPr id="385" name="c_full_paired_path_3842">
            <a:extLst>
              <a:ext uri="{FF2B5EF4-FFF2-40B4-BE49-F238E27FC236}">
                <a16:creationId xmlns:a16="http://schemas.microsoft.com/office/drawing/2014/main" id="{283FE600-86D8-430D-AF84-FB97F6FFAB16}"/>
              </a:ext>
            </a:extLst>
          </p:cNvPr>
          <p:cNvSpPr>
            <a:spLocks noGrp="1"/>
          </p:cNvSpPr>
          <p:nvPr/>
        </p:nvSpPr>
        <p:spPr>
          <a:xfrm>
            <a:off x="4365792" y="28712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6E8E">
              <a:alpha val="100000"/>
            </a:srgbClr>
          </a:solidFill>
          <a:ln w="4652">
            <a:solidFill>
              <a:srgbClr val="2E6E8E">
                <a:alpha val="100000"/>
              </a:srgbClr>
            </a:solidFill>
            <a:prstDash val="solid"/>
          </a:ln>
        </p:spPr>
      </p:sp>
      <p:sp>
        <p:nvSpPr>
          <p:cNvPr id="386" name="c_full_paired_path_3843">
            <a:extLst>
              <a:ext uri="{FF2B5EF4-FFF2-40B4-BE49-F238E27FC236}">
                <a16:creationId xmlns:a16="http://schemas.microsoft.com/office/drawing/2014/main" id="{5A857613-75FC-4976-AF56-24D6E31C8C56}"/>
              </a:ext>
            </a:extLst>
          </p:cNvPr>
          <p:cNvSpPr>
            <a:spLocks noGrp="1"/>
          </p:cNvSpPr>
          <p:nvPr/>
        </p:nvSpPr>
        <p:spPr>
          <a:xfrm>
            <a:off x="4365792" y="28583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6D8E">
              <a:alpha val="100000"/>
            </a:srgbClr>
          </a:solidFill>
          <a:ln w="4652">
            <a:solidFill>
              <a:srgbClr val="2E6D8E">
                <a:alpha val="100000"/>
              </a:srgbClr>
            </a:solidFill>
            <a:prstDash val="solid"/>
          </a:ln>
        </p:spPr>
      </p:sp>
      <p:sp>
        <p:nvSpPr>
          <p:cNvPr id="387" name="c_full_paired_path_3844">
            <a:extLst>
              <a:ext uri="{FF2B5EF4-FFF2-40B4-BE49-F238E27FC236}">
                <a16:creationId xmlns:a16="http://schemas.microsoft.com/office/drawing/2014/main" id="{1C3AAEA6-6788-4D36-BA87-643B9AF86E8F}"/>
              </a:ext>
            </a:extLst>
          </p:cNvPr>
          <p:cNvSpPr>
            <a:spLocks noGrp="1"/>
          </p:cNvSpPr>
          <p:nvPr/>
        </p:nvSpPr>
        <p:spPr>
          <a:xfrm>
            <a:off x="4365792" y="28455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F6C8E">
              <a:alpha val="100000"/>
            </a:srgbClr>
          </a:solidFill>
          <a:ln w="4652">
            <a:solidFill>
              <a:srgbClr val="2F6C8E">
                <a:alpha val="100000"/>
              </a:srgbClr>
            </a:solidFill>
            <a:prstDash val="solid"/>
          </a:ln>
        </p:spPr>
      </p:sp>
      <p:sp>
        <p:nvSpPr>
          <p:cNvPr id="388" name="c_full_paired_path_3845">
            <a:extLst>
              <a:ext uri="{FF2B5EF4-FFF2-40B4-BE49-F238E27FC236}">
                <a16:creationId xmlns:a16="http://schemas.microsoft.com/office/drawing/2014/main" id="{FF83AC77-E495-4F4F-B519-65F08F5E82D3}"/>
              </a:ext>
            </a:extLst>
          </p:cNvPr>
          <p:cNvSpPr>
            <a:spLocks noGrp="1"/>
          </p:cNvSpPr>
          <p:nvPr/>
        </p:nvSpPr>
        <p:spPr>
          <a:xfrm>
            <a:off x="4365792" y="283270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F6B8E">
              <a:alpha val="100000"/>
            </a:srgbClr>
          </a:solidFill>
          <a:ln w="4652">
            <a:solidFill>
              <a:srgbClr val="2F6B8E">
                <a:alpha val="100000"/>
              </a:srgbClr>
            </a:solidFill>
            <a:prstDash val="solid"/>
          </a:ln>
        </p:spPr>
      </p:sp>
      <p:sp>
        <p:nvSpPr>
          <p:cNvPr id="389" name="c_full_paired_path_3846">
            <a:extLst>
              <a:ext uri="{FF2B5EF4-FFF2-40B4-BE49-F238E27FC236}">
                <a16:creationId xmlns:a16="http://schemas.microsoft.com/office/drawing/2014/main" id="{1D181783-38EB-462D-96CD-A7E1683942CC}"/>
              </a:ext>
            </a:extLst>
          </p:cNvPr>
          <p:cNvSpPr>
            <a:spLocks noGrp="1"/>
          </p:cNvSpPr>
          <p:nvPr/>
        </p:nvSpPr>
        <p:spPr>
          <a:xfrm>
            <a:off x="4365792" y="28198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06A8E">
              <a:alpha val="100000"/>
            </a:srgbClr>
          </a:solidFill>
          <a:ln w="4652">
            <a:solidFill>
              <a:srgbClr val="306A8E">
                <a:alpha val="100000"/>
              </a:srgbClr>
            </a:solidFill>
            <a:prstDash val="solid"/>
          </a:ln>
        </p:spPr>
      </p:sp>
      <p:sp>
        <p:nvSpPr>
          <p:cNvPr id="390" name="c_full_paired_path_3847">
            <a:extLst>
              <a:ext uri="{FF2B5EF4-FFF2-40B4-BE49-F238E27FC236}">
                <a16:creationId xmlns:a16="http://schemas.microsoft.com/office/drawing/2014/main" id="{7FA2275F-5EA6-4614-AB76-E3752FB8EDD3}"/>
              </a:ext>
            </a:extLst>
          </p:cNvPr>
          <p:cNvSpPr>
            <a:spLocks noGrp="1"/>
          </p:cNvSpPr>
          <p:nvPr/>
        </p:nvSpPr>
        <p:spPr>
          <a:xfrm>
            <a:off x="4365792" y="28070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0698E">
              <a:alpha val="100000"/>
            </a:srgbClr>
          </a:solidFill>
          <a:ln w="4652">
            <a:solidFill>
              <a:srgbClr val="30698E">
                <a:alpha val="100000"/>
              </a:srgbClr>
            </a:solidFill>
            <a:prstDash val="solid"/>
          </a:ln>
        </p:spPr>
      </p:sp>
      <p:sp>
        <p:nvSpPr>
          <p:cNvPr id="391" name="c_full_paired_path_3848">
            <a:extLst>
              <a:ext uri="{FF2B5EF4-FFF2-40B4-BE49-F238E27FC236}">
                <a16:creationId xmlns:a16="http://schemas.microsoft.com/office/drawing/2014/main" id="{174B8144-AF38-4B84-865E-DFE720912F0C}"/>
              </a:ext>
            </a:extLst>
          </p:cNvPr>
          <p:cNvSpPr>
            <a:spLocks noGrp="1"/>
          </p:cNvSpPr>
          <p:nvPr/>
        </p:nvSpPr>
        <p:spPr>
          <a:xfrm>
            <a:off x="4365792" y="27941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688E">
              <a:alpha val="100000"/>
            </a:srgbClr>
          </a:solidFill>
          <a:ln w="4652">
            <a:solidFill>
              <a:srgbClr val="31688E">
                <a:alpha val="100000"/>
              </a:srgbClr>
            </a:solidFill>
            <a:prstDash val="solid"/>
          </a:ln>
        </p:spPr>
      </p:sp>
      <p:sp>
        <p:nvSpPr>
          <p:cNvPr id="392" name="c_full_paired_path_3849">
            <a:extLst>
              <a:ext uri="{FF2B5EF4-FFF2-40B4-BE49-F238E27FC236}">
                <a16:creationId xmlns:a16="http://schemas.microsoft.com/office/drawing/2014/main" id="{207BFEE2-6DEE-4927-B105-7C92FEC2A665}"/>
              </a:ext>
            </a:extLst>
          </p:cNvPr>
          <p:cNvSpPr>
            <a:spLocks noGrp="1"/>
          </p:cNvSpPr>
          <p:nvPr/>
        </p:nvSpPr>
        <p:spPr>
          <a:xfrm>
            <a:off x="4365792" y="278136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678E">
              <a:alpha val="100000"/>
            </a:srgbClr>
          </a:solidFill>
          <a:ln w="4652">
            <a:solidFill>
              <a:srgbClr val="31678E">
                <a:alpha val="100000"/>
              </a:srgbClr>
            </a:solidFill>
            <a:prstDash val="solid"/>
          </a:ln>
        </p:spPr>
      </p:sp>
      <p:sp>
        <p:nvSpPr>
          <p:cNvPr id="393" name="c_full_paired_path_3850">
            <a:extLst>
              <a:ext uri="{FF2B5EF4-FFF2-40B4-BE49-F238E27FC236}">
                <a16:creationId xmlns:a16="http://schemas.microsoft.com/office/drawing/2014/main" id="{F7C0E642-2654-4830-BDBF-A5EF02EEF43B}"/>
              </a:ext>
            </a:extLst>
          </p:cNvPr>
          <p:cNvSpPr>
            <a:spLocks noGrp="1"/>
          </p:cNvSpPr>
          <p:nvPr/>
        </p:nvSpPr>
        <p:spPr>
          <a:xfrm>
            <a:off x="4365792" y="27685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668E">
              <a:alpha val="100000"/>
            </a:srgbClr>
          </a:solidFill>
          <a:ln w="4652">
            <a:solidFill>
              <a:srgbClr val="31668E">
                <a:alpha val="100000"/>
              </a:srgbClr>
            </a:solidFill>
            <a:prstDash val="solid"/>
          </a:ln>
        </p:spPr>
      </p:sp>
      <p:sp>
        <p:nvSpPr>
          <p:cNvPr id="394" name="c_full_paired_path_3851">
            <a:extLst>
              <a:ext uri="{FF2B5EF4-FFF2-40B4-BE49-F238E27FC236}">
                <a16:creationId xmlns:a16="http://schemas.microsoft.com/office/drawing/2014/main" id="{4A9B7ECB-BFC0-4B7F-82CF-B9429EB73494}"/>
              </a:ext>
            </a:extLst>
          </p:cNvPr>
          <p:cNvSpPr>
            <a:spLocks noGrp="1"/>
          </p:cNvSpPr>
          <p:nvPr/>
        </p:nvSpPr>
        <p:spPr>
          <a:xfrm>
            <a:off x="4365792" y="27556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2658E">
              <a:alpha val="100000"/>
            </a:srgbClr>
          </a:solidFill>
          <a:ln w="4652">
            <a:solidFill>
              <a:srgbClr val="32658E">
                <a:alpha val="100000"/>
              </a:srgbClr>
            </a:solidFill>
            <a:prstDash val="solid"/>
          </a:ln>
        </p:spPr>
      </p:sp>
      <p:sp>
        <p:nvSpPr>
          <p:cNvPr id="395" name="c_full_paired_path_3852">
            <a:extLst>
              <a:ext uri="{FF2B5EF4-FFF2-40B4-BE49-F238E27FC236}">
                <a16:creationId xmlns:a16="http://schemas.microsoft.com/office/drawing/2014/main" id="{7548C737-C46E-4D4B-9FF3-251A3E4A5941}"/>
              </a:ext>
            </a:extLst>
          </p:cNvPr>
          <p:cNvSpPr>
            <a:spLocks noGrp="1"/>
          </p:cNvSpPr>
          <p:nvPr/>
        </p:nvSpPr>
        <p:spPr>
          <a:xfrm>
            <a:off x="4365792" y="27428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2648E">
              <a:alpha val="100000"/>
            </a:srgbClr>
          </a:solidFill>
          <a:ln w="4652">
            <a:solidFill>
              <a:srgbClr val="32648E">
                <a:alpha val="100000"/>
              </a:srgbClr>
            </a:solidFill>
            <a:prstDash val="solid"/>
          </a:ln>
        </p:spPr>
      </p:sp>
      <p:sp>
        <p:nvSpPr>
          <p:cNvPr id="396" name="c_full_paired_path_3853">
            <a:extLst>
              <a:ext uri="{FF2B5EF4-FFF2-40B4-BE49-F238E27FC236}">
                <a16:creationId xmlns:a16="http://schemas.microsoft.com/office/drawing/2014/main" id="{056DFE5B-D428-4B69-994C-60A6E7DEA31E}"/>
              </a:ext>
            </a:extLst>
          </p:cNvPr>
          <p:cNvSpPr>
            <a:spLocks noGrp="1"/>
          </p:cNvSpPr>
          <p:nvPr/>
        </p:nvSpPr>
        <p:spPr>
          <a:xfrm>
            <a:off x="4365792" y="273001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3638D">
              <a:alpha val="100000"/>
            </a:srgbClr>
          </a:solidFill>
          <a:ln w="4652">
            <a:solidFill>
              <a:srgbClr val="33638D">
                <a:alpha val="100000"/>
              </a:srgbClr>
            </a:solidFill>
            <a:prstDash val="solid"/>
          </a:ln>
        </p:spPr>
      </p:sp>
      <p:sp>
        <p:nvSpPr>
          <p:cNvPr id="397" name="c_full_paired_path_3854">
            <a:extLst>
              <a:ext uri="{FF2B5EF4-FFF2-40B4-BE49-F238E27FC236}">
                <a16:creationId xmlns:a16="http://schemas.microsoft.com/office/drawing/2014/main" id="{9203DD3B-EC2D-4AB6-BAE0-F85380368238}"/>
              </a:ext>
            </a:extLst>
          </p:cNvPr>
          <p:cNvSpPr>
            <a:spLocks noGrp="1"/>
          </p:cNvSpPr>
          <p:nvPr/>
        </p:nvSpPr>
        <p:spPr>
          <a:xfrm>
            <a:off x="4365792" y="271717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3628D">
              <a:alpha val="100000"/>
            </a:srgbClr>
          </a:solidFill>
          <a:ln w="4652">
            <a:solidFill>
              <a:srgbClr val="33628D">
                <a:alpha val="100000"/>
              </a:srgbClr>
            </a:solidFill>
            <a:prstDash val="solid"/>
          </a:ln>
        </p:spPr>
      </p:sp>
      <p:sp>
        <p:nvSpPr>
          <p:cNvPr id="398" name="c_full_paired_path_3855">
            <a:extLst>
              <a:ext uri="{FF2B5EF4-FFF2-40B4-BE49-F238E27FC236}">
                <a16:creationId xmlns:a16="http://schemas.microsoft.com/office/drawing/2014/main" id="{A2209C87-A3E9-464E-A30B-393F2F9B998C}"/>
              </a:ext>
            </a:extLst>
          </p:cNvPr>
          <p:cNvSpPr>
            <a:spLocks noGrp="1"/>
          </p:cNvSpPr>
          <p:nvPr/>
        </p:nvSpPr>
        <p:spPr>
          <a:xfrm>
            <a:off x="4365792" y="270434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4618D">
              <a:alpha val="100000"/>
            </a:srgbClr>
          </a:solidFill>
          <a:ln w="4652">
            <a:solidFill>
              <a:srgbClr val="34618D">
                <a:alpha val="100000"/>
              </a:srgbClr>
            </a:solidFill>
            <a:prstDash val="solid"/>
          </a:ln>
        </p:spPr>
      </p:sp>
      <p:sp>
        <p:nvSpPr>
          <p:cNvPr id="399" name="c_full_paired_path_3856">
            <a:extLst>
              <a:ext uri="{FF2B5EF4-FFF2-40B4-BE49-F238E27FC236}">
                <a16:creationId xmlns:a16="http://schemas.microsoft.com/office/drawing/2014/main" id="{2D00F898-6605-41C7-B905-6399FB1BE7AF}"/>
              </a:ext>
            </a:extLst>
          </p:cNvPr>
          <p:cNvSpPr>
            <a:spLocks noGrp="1"/>
          </p:cNvSpPr>
          <p:nvPr/>
        </p:nvSpPr>
        <p:spPr>
          <a:xfrm>
            <a:off x="4365792" y="269150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4608D">
              <a:alpha val="100000"/>
            </a:srgbClr>
          </a:solidFill>
          <a:ln w="4652">
            <a:solidFill>
              <a:srgbClr val="34608D">
                <a:alpha val="100000"/>
              </a:srgbClr>
            </a:solidFill>
            <a:prstDash val="solid"/>
          </a:ln>
        </p:spPr>
      </p:sp>
      <p:sp>
        <p:nvSpPr>
          <p:cNvPr id="400" name="c_full_paired_path_3857">
            <a:extLst>
              <a:ext uri="{FF2B5EF4-FFF2-40B4-BE49-F238E27FC236}">
                <a16:creationId xmlns:a16="http://schemas.microsoft.com/office/drawing/2014/main" id="{F6E75A4F-1EC5-494C-AEBA-D2E85210A493}"/>
              </a:ext>
            </a:extLst>
          </p:cNvPr>
          <p:cNvSpPr>
            <a:spLocks noGrp="1"/>
          </p:cNvSpPr>
          <p:nvPr/>
        </p:nvSpPr>
        <p:spPr>
          <a:xfrm>
            <a:off x="4365792" y="267867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55F8D">
              <a:alpha val="100000"/>
            </a:srgbClr>
          </a:solidFill>
          <a:ln w="4652">
            <a:solidFill>
              <a:srgbClr val="355F8D">
                <a:alpha val="100000"/>
              </a:srgbClr>
            </a:solidFill>
            <a:prstDash val="solid"/>
          </a:ln>
        </p:spPr>
      </p:sp>
      <p:sp>
        <p:nvSpPr>
          <p:cNvPr id="401" name="c_full_paired_path_3858">
            <a:extLst>
              <a:ext uri="{FF2B5EF4-FFF2-40B4-BE49-F238E27FC236}">
                <a16:creationId xmlns:a16="http://schemas.microsoft.com/office/drawing/2014/main" id="{DA5454F3-A7D4-4592-9536-B7685284B5E4}"/>
              </a:ext>
            </a:extLst>
          </p:cNvPr>
          <p:cNvSpPr>
            <a:spLocks noGrp="1"/>
          </p:cNvSpPr>
          <p:nvPr/>
        </p:nvSpPr>
        <p:spPr>
          <a:xfrm>
            <a:off x="4365792" y="266583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55E8D">
              <a:alpha val="100000"/>
            </a:srgbClr>
          </a:solidFill>
          <a:ln w="4652">
            <a:solidFill>
              <a:srgbClr val="355E8D">
                <a:alpha val="100000"/>
              </a:srgbClr>
            </a:solidFill>
            <a:prstDash val="solid"/>
          </a:ln>
        </p:spPr>
      </p:sp>
      <p:sp>
        <p:nvSpPr>
          <p:cNvPr id="402" name="c_full_paired_path_3859">
            <a:extLst>
              <a:ext uri="{FF2B5EF4-FFF2-40B4-BE49-F238E27FC236}">
                <a16:creationId xmlns:a16="http://schemas.microsoft.com/office/drawing/2014/main" id="{4CC846DC-26CE-4A35-A626-FDB6E5480CF2}"/>
              </a:ext>
            </a:extLst>
          </p:cNvPr>
          <p:cNvSpPr>
            <a:spLocks noGrp="1"/>
          </p:cNvSpPr>
          <p:nvPr/>
        </p:nvSpPr>
        <p:spPr>
          <a:xfrm>
            <a:off x="4365792" y="265299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65D8D">
              <a:alpha val="100000"/>
            </a:srgbClr>
          </a:solidFill>
          <a:ln w="4652">
            <a:solidFill>
              <a:srgbClr val="365D8D">
                <a:alpha val="100000"/>
              </a:srgbClr>
            </a:solidFill>
            <a:prstDash val="solid"/>
          </a:ln>
        </p:spPr>
      </p:sp>
      <p:sp>
        <p:nvSpPr>
          <p:cNvPr id="403" name="c_full_paired_path_3860">
            <a:extLst>
              <a:ext uri="{FF2B5EF4-FFF2-40B4-BE49-F238E27FC236}">
                <a16:creationId xmlns:a16="http://schemas.microsoft.com/office/drawing/2014/main" id="{E4B41CCF-3381-4485-B3C5-076409B59A50}"/>
              </a:ext>
            </a:extLst>
          </p:cNvPr>
          <p:cNvSpPr>
            <a:spLocks noGrp="1"/>
          </p:cNvSpPr>
          <p:nvPr/>
        </p:nvSpPr>
        <p:spPr>
          <a:xfrm>
            <a:off x="4365792" y="264016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65C8D">
              <a:alpha val="100000"/>
            </a:srgbClr>
          </a:solidFill>
          <a:ln w="4652">
            <a:solidFill>
              <a:srgbClr val="365C8D">
                <a:alpha val="100000"/>
              </a:srgbClr>
            </a:solidFill>
            <a:prstDash val="solid"/>
          </a:ln>
        </p:spPr>
      </p:sp>
      <p:sp>
        <p:nvSpPr>
          <p:cNvPr id="404" name="c_full_paired_path_3861">
            <a:extLst>
              <a:ext uri="{FF2B5EF4-FFF2-40B4-BE49-F238E27FC236}">
                <a16:creationId xmlns:a16="http://schemas.microsoft.com/office/drawing/2014/main" id="{BB9782A9-FECA-4C43-99B6-ACA9E52F54C4}"/>
              </a:ext>
            </a:extLst>
          </p:cNvPr>
          <p:cNvSpPr>
            <a:spLocks noGrp="1"/>
          </p:cNvSpPr>
          <p:nvPr/>
        </p:nvSpPr>
        <p:spPr>
          <a:xfrm>
            <a:off x="4365792" y="262732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75B8D">
              <a:alpha val="100000"/>
            </a:srgbClr>
          </a:solidFill>
          <a:ln w="4652">
            <a:solidFill>
              <a:srgbClr val="375B8D">
                <a:alpha val="100000"/>
              </a:srgbClr>
            </a:solidFill>
            <a:prstDash val="solid"/>
          </a:ln>
        </p:spPr>
      </p:sp>
      <p:sp>
        <p:nvSpPr>
          <p:cNvPr id="405" name="c_full_paired_path_3862">
            <a:extLst>
              <a:ext uri="{FF2B5EF4-FFF2-40B4-BE49-F238E27FC236}">
                <a16:creationId xmlns:a16="http://schemas.microsoft.com/office/drawing/2014/main" id="{026E7EB1-F453-4C46-8BA9-E6D99D186B3D}"/>
              </a:ext>
            </a:extLst>
          </p:cNvPr>
          <p:cNvSpPr>
            <a:spLocks noGrp="1"/>
          </p:cNvSpPr>
          <p:nvPr/>
        </p:nvSpPr>
        <p:spPr>
          <a:xfrm>
            <a:off x="4365792" y="261448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75A8C">
              <a:alpha val="100000"/>
            </a:srgbClr>
          </a:solidFill>
          <a:ln w="4652">
            <a:solidFill>
              <a:srgbClr val="375A8C">
                <a:alpha val="100000"/>
              </a:srgbClr>
            </a:solidFill>
            <a:prstDash val="solid"/>
          </a:ln>
        </p:spPr>
      </p:sp>
      <p:sp>
        <p:nvSpPr>
          <p:cNvPr id="406" name="c_full_paired_path_3863">
            <a:extLst>
              <a:ext uri="{FF2B5EF4-FFF2-40B4-BE49-F238E27FC236}">
                <a16:creationId xmlns:a16="http://schemas.microsoft.com/office/drawing/2014/main" id="{FC8CFF6C-6BEC-465A-BD55-D68B836194F0}"/>
              </a:ext>
            </a:extLst>
          </p:cNvPr>
          <p:cNvSpPr>
            <a:spLocks noGrp="1"/>
          </p:cNvSpPr>
          <p:nvPr/>
        </p:nvSpPr>
        <p:spPr>
          <a:xfrm>
            <a:off x="4365792" y="260165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8598C">
              <a:alpha val="100000"/>
            </a:srgbClr>
          </a:solidFill>
          <a:ln w="4652">
            <a:solidFill>
              <a:srgbClr val="38598C">
                <a:alpha val="100000"/>
              </a:srgbClr>
            </a:solidFill>
            <a:prstDash val="solid"/>
          </a:ln>
        </p:spPr>
      </p:sp>
      <p:sp>
        <p:nvSpPr>
          <p:cNvPr id="407" name="c_full_paired_path_3864">
            <a:extLst>
              <a:ext uri="{FF2B5EF4-FFF2-40B4-BE49-F238E27FC236}">
                <a16:creationId xmlns:a16="http://schemas.microsoft.com/office/drawing/2014/main" id="{3B3A8BF4-BE4A-4C12-9D3F-AE39A98291B8}"/>
              </a:ext>
            </a:extLst>
          </p:cNvPr>
          <p:cNvSpPr>
            <a:spLocks noGrp="1"/>
          </p:cNvSpPr>
          <p:nvPr/>
        </p:nvSpPr>
        <p:spPr>
          <a:xfrm>
            <a:off x="4365792" y="258881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8588C">
              <a:alpha val="100000"/>
            </a:srgbClr>
          </a:solidFill>
          <a:ln w="4652">
            <a:solidFill>
              <a:srgbClr val="38588C">
                <a:alpha val="100000"/>
              </a:srgbClr>
            </a:solidFill>
            <a:prstDash val="solid"/>
          </a:ln>
        </p:spPr>
      </p:sp>
      <p:sp>
        <p:nvSpPr>
          <p:cNvPr id="408" name="c_full_paired_path_3865">
            <a:extLst>
              <a:ext uri="{FF2B5EF4-FFF2-40B4-BE49-F238E27FC236}">
                <a16:creationId xmlns:a16="http://schemas.microsoft.com/office/drawing/2014/main" id="{FE41ACE5-CCF6-4D1E-B861-B95FDF3F77D8}"/>
              </a:ext>
            </a:extLst>
          </p:cNvPr>
          <p:cNvSpPr>
            <a:spLocks noGrp="1"/>
          </p:cNvSpPr>
          <p:nvPr/>
        </p:nvSpPr>
        <p:spPr>
          <a:xfrm>
            <a:off x="4365792" y="257598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9568C">
              <a:alpha val="100000"/>
            </a:srgbClr>
          </a:solidFill>
          <a:ln w="4652">
            <a:solidFill>
              <a:srgbClr val="39568C">
                <a:alpha val="100000"/>
              </a:srgbClr>
            </a:solidFill>
            <a:prstDash val="solid"/>
          </a:ln>
        </p:spPr>
      </p:sp>
      <p:sp>
        <p:nvSpPr>
          <p:cNvPr id="409" name="c_full_paired_path_3866">
            <a:extLst>
              <a:ext uri="{FF2B5EF4-FFF2-40B4-BE49-F238E27FC236}">
                <a16:creationId xmlns:a16="http://schemas.microsoft.com/office/drawing/2014/main" id="{4DCBA424-327A-4EE6-B48B-D60D080BFE57}"/>
              </a:ext>
            </a:extLst>
          </p:cNvPr>
          <p:cNvSpPr>
            <a:spLocks noGrp="1"/>
          </p:cNvSpPr>
          <p:nvPr/>
        </p:nvSpPr>
        <p:spPr>
          <a:xfrm>
            <a:off x="4365792" y="256314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9558C">
              <a:alpha val="100000"/>
            </a:srgbClr>
          </a:solidFill>
          <a:ln w="4652">
            <a:solidFill>
              <a:srgbClr val="39558C">
                <a:alpha val="100000"/>
              </a:srgbClr>
            </a:solidFill>
            <a:prstDash val="solid"/>
          </a:ln>
        </p:spPr>
      </p:sp>
      <p:sp>
        <p:nvSpPr>
          <p:cNvPr id="410" name="c_full_paired_path_3867">
            <a:extLst>
              <a:ext uri="{FF2B5EF4-FFF2-40B4-BE49-F238E27FC236}">
                <a16:creationId xmlns:a16="http://schemas.microsoft.com/office/drawing/2014/main" id="{EC00425E-6EE2-4907-B9AD-DBA20CCE09D4}"/>
              </a:ext>
            </a:extLst>
          </p:cNvPr>
          <p:cNvSpPr>
            <a:spLocks noGrp="1"/>
          </p:cNvSpPr>
          <p:nvPr/>
        </p:nvSpPr>
        <p:spPr>
          <a:xfrm>
            <a:off x="4365792" y="255030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A548C">
              <a:alpha val="100000"/>
            </a:srgbClr>
          </a:solidFill>
          <a:ln w="4652">
            <a:solidFill>
              <a:srgbClr val="3A548C">
                <a:alpha val="100000"/>
              </a:srgbClr>
            </a:solidFill>
            <a:prstDash val="solid"/>
          </a:ln>
        </p:spPr>
      </p:sp>
      <p:sp>
        <p:nvSpPr>
          <p:cNvPr id="411" name="c_full_paired_path_3868">
            <a:extLst>
              <a:ext uri="{FF2B5EF4-FFF2-40B4-BE49-F238E27FC236}">
                <a16:creationId xmlns:a16="http://schemas.microsoft.com/office/drawing/2014/main" id="{35FAF317-F81E-4ABF-9F6A-2E051EEB1B80}"/>
              </a:ext>
            </a:extLst>
          </p:cNvPr>
          <p:cNvSpPr>
            <a:spLocks noGrp="1"/>
          </p:cNvSpPr>
          <p:nvPr/>
        </p:nvSpPr>
        <p:spPr>
          <a:xfrm>
            <a:off x="4365792" y="253747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A538B">
              <a:alpha val="100000"/>
            </a:srgbClr>
          </a:solidFill>
          <a:ln w="4652">
            <a:solidFill>
              <a:srgbClr val="3A538B">
                <a:alpha val="100000"/>
              </a:srgbClr>
            </a:solidFill>
            <a:prstDash val="solid"/>
          </a:ln>
        </p:spPr>
      </p:sp>
      <p:sp>
        <p:nvSpPr>
          <p:cNvPr id="412" name="c_full_paired_path_3869">
            <a:extLst>
              <a:ext uri="{FF2B5EF4-FFF2-40B4-BE49-F238E27FC236}">
                <a16:creationId xmlns:a16="http://schemas.microsoft.com/office/drawing/2014/main" id="{5BA02F62-2831-4B84-B8D0-A99C43261D2D}"/>
              </a:ext>
            </a:extLst>
          </p:cNvPr>
          <p:cNvSpPr>
            <a:spLocks noGrp="1"/>
          </p:cNvSpPr>
          <p:nvPr/>
        </p:nvSpPr>
        <p:spPr>
          <a:xfrm>
            <a:off x="4365792" y="252463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B528B">
              <a:alpha val="100000"/>
            </a:srgbClr>
          </a:solidFill>
          <a:ln w="4652">
            <a:solidFill>
              <a:srgbClr val="3B528B">
                <a:alpha val="100000"/>
              </a:srgbClr>
            </a:solidFill>
            <a:prstDash val="solid"/>
          </a:ln>
        </p:spPr>
      </p:sp>
      <p:sp>
        <p:nvSpPr>
          <p:cNvPr id="413" name="c_full_paired_path_3870">
            <a:extLst>
              <a:ext uri="{FF2B5EF4-FFF2-40B4-BE49-F238E27FC236}">
                <a16:creationId xmlns:a16="http://schemas.microsoft.com/office/drawing/2014/main" id="{165D9282-EE42-4B60-AFAE-EFBF80DB7FCA}"/>
              </a:ext>
            </a:extLst>
          </p:cNvPr>
          <p:cNvSpPr>
            <a:spLocks noGrp="1"/>
          </p:cNvSpPr>
          <p:nvPr/>
        </p:nvSpPr>
        <p:spPr>
          <a:xfrm>
            <a:off x="4365792" y="251179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B518B">
              <a:alpha val="100000"/>
            </a:srgbClr>
          </a:solidFill>
          <a:ln w="4652">
            <a:solidFill>
              <a:srgbClr val="3B518B">
                <a:alpha val="100000"/>
              </a:srgbClr>
            </a:solidFill>
            <a:prstDash val="solid"/>
          </a:ln>
        </p:spPr>
      </p:sp>
      <p:sp>
        <p:nvSpPr>
          <p:cNvPr id="414" name="c_full_paired_path_3871">
            <a:extLst>
              <a:ext uri="{FF2B5EF4-FFF2-40B4-BE49-F238E27FC236}">
                <a16:creationId xmlns:a16="http://schemas.microsoft.com/office/drawing/2014/main" id="{5E92C762-EAA2-4FE6-992B-6A734B8789CC}"/>
              </a:ext>
            </a:extLst>
          </p:cNvPr>
          <p:cNvSpPr>
            <a:spLocks noGrp="1"/>
          </p:cNvSpPr>
          <p:nvPr/>
        </p:nvSpPr>
        <p:spPr>
          <a:xfrm>
            <a:off x="4365792" y="249896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C508B">
              <a:alpha val="100000"/>
            </a:srgbClr>
          </a:solidFill>
          <a:ln w="4652">
            <a:solidFill>
              <a:srgbClr val="3C508B">
                <a:alpha val="100000"/>
              </a:srgbClr>
            </a:solidFill>
            <a:prstDash val="solid"/>
          </a:ln>
        </p:spPr>
      </p:sp>
      <p:sp>
        <p:nvSpPr>
          <p:cNvPr id="415" name="c_full_paired_path_3872">
            <a:extLst>
              <a:ext uri="{FF2B5EF4-FFF2-40B4-BE49-F238E27FC236}">
                <a16:creationId xmlns:a16="http://schemas.microsoft.com/office/drawing/2014/main" id="{779337EF-148D-4084-998A-281CB2732467}"/>
              </a:ext>
            </a:extLst>
          </p:cNvPr>
          <p:cNvSpPr>
            <a:spLocks noGrp="1"/>
          </p:cNvSpPr>
          <p:nvPr/>
        </p:nvSpPr>
        <p:spPr>
          <a:xfrm>
            <a:off x="4365792" y="248612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C4F8A">
              <a:alpha val="100000"/>
            </a:srgbClr>
          </a:solidFill>
          <a:ln w="4652">
            <a:solidFill>
              <a:srgbClr val="3C4F8A">
                <a:alpha val="100000"/>
              </a:srgbClr>
            </a:solidFill>
            <a:prstDash val="solid"/>
          </a:ln>
        </p:spPr>
      </p:sp>
      <p:sp>
        <p:nvSpPr>
          <p:cNvPr id="416" name="c_full_paired_path_3873">
            <a:extLst>
              <a:ext uri="{FF2B5EF4-FFF2-40B4-BE49-F238E27FC236}">
                <a16:creationId xmlns:a16="http://schemas.microsoft.com/office/drawing/2014/main" id="{FEDCE40E-59A2-4877-8A7E-EDB598CC3634}"/>
              </a:ext>
            </a:extLst>
          </p:cNvPr>
          <p:cNvSpPr>
            <a:spLocks noGrp="1"/>
          </p:cNvSpPr>
          <p:nvPr/>
        </p:nvSpPr>
        <p:spPr>
          <a:xfrm>
            <a:off x="4365792" y="247329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D4E8A">
              <a:alpha val="100000"/>
            </a:srgbClr>
          </a:solidFill>
          <a:ln w="4652">
            <a:solidFill>
              <a:srgbClr val="3D4E8A">
                <a:alpha val="100000"/>
              </a:srgbClr>
            </a:solidFill>
            <a:prstDash val="solid"/>
          </a:ln>
        </p:spPr>
      </p:sp>
      <p:sp>
        <p:nvSpPr>
          <p:cNvPr id="417" name="c_full_paired_path_3874">
            <a:extLst>
              <a:ext uri="{FF2B5EF4-FFF2-40B4-BE49-F238E27FC236}">
                <a16:creationId xmlns:a16="http://schemas.microsoft.com/office/drawing/2014/main" id="{65783859-2B13-49E0-B643-C36DB0ACE21E}"/>
              </a:ext>
            </a:extLst>
          </p:cNvPr>
          <p:cNvSpPr>
            <a:spLocks noGrp="1"/>
          </p:cNvSpPr>
          <p:nvPr/>
        </p:nvSpPr>
        <p:spPr>
          <a:xfrm>
            <a:off x="4365792" y="246045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D4D8A">
              <a:alpha val="100000"/>
            </a:srgbClr>
          </a:solidFill>
          <a:ln w="4652">
            <a:solidFill>
              <a:srgbClr val="3D4D8A">
                <a:alpha val="100000"/>
              </a:srgbClr>
            </a:solidFill>
            <a:prstDash val="solid"/>
          </a:ln>
        </p:spPr>
      </p:sp>
      <p:sp>
        <p:nvSpPr>
          <p:cNvPr id="418" name="c_full_paired_path_3875">
            <a:extLst>
              <a:ext uri="{FF2B5EF4-FFF2-40B4-BE49-F238E27FC236}">
                <a16:creationId xmlns:a16="http://schemas.microsoft.com/office/drawing/2014/main" id="{EC5C9233-035C-496B-A62F-D109D05EF0B8}"/>
              </a:ext>
            </a:extLst>
          </p:cNvPr>
          <p:cNvSpPr>
            <a:spLocks noGrp="1"/>
          </p:cNvSpPr>
          <p:nvPr/>
        </p:nvSpPr>
        <p:spPr>
          <a:xfrm>
            <a:off x="4365792" y="244761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E4C8A">
              <a:alpha val="100000"/>
            </a:srgbClr>
          </a:solidFill>
          <a:ln w="4652">
            <a:solidFill>
              <a:srgbClr val="3E4C8A">
                <a:alpha val="100000"/>
              </a:srgbClr>
            </a:solidFill>
            <a:prstDash val="solid"/>
          </a:ln>
        </p:spPr>
      </p:sp>
      <p:sp>
        <p:nvSpPr>
          <p:cNvPr id="419" name="c_full_paired_path_3876">
            <a:extLst>
              <a:ext uri="{FF2B5EF4-FFF2-40B4-BE49-F238E27FC236}">
                <a16:creationId xmlns:a16="http://schemas.microsoft.com/office/drawing/2014/main" id="{F6687E96-AE8C-4E0F-B94A-73F79BA62DFC}"/>
              </a:ext>
            </a:extLst>
          </p:cNvPr>
          <p:cNvSpPr>
            <a:spLocks noGrp="1"/>
          </p:cNvSpPr>
          <p:nvPr/>
        </p:nvSpPr>
        <p:spPr>
          <a:xfrm>
            <a:off x="4365792" y="243478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E4A89">
              <a:alpha val="100000"/>
            </a:srgbClr>
          </a:solidFill>
          <a:ln w="4652">
            <a:solidFill>
              <a:srgbClr val="3E4A89">
                <a:alpha val="100000"/>
              </a:srgbClr>
            </a:solidFill>
            <a:prstDash val="solid"/>
          </a:ln>
        </p:spPr>
      </p:sp>
      <p:sp>
        <p:nvSpPr>
          <p:cNvPr id="420" name="c_full_paired_path_3877">
            <a:extLst>
              <a:ext uri="{FF2B5EF4-FFF2-40B4-BE49-F238E27FC236}">
                <a16:creationId xmlns:a16="http://schemas.microsoft.com/office/drawing/2014/main" id="{C2D3C805-EACC-4D25-A234-E04F241023AB}"/>
              </a:ext>
            </a:extLst>
          </p:cNvPr>
          <p:cNvSpPr>
            <a:spLocks noGrp="1"/>
          </p:cNvSpPr>
          <p:nvPr/>
        </p:nvSpPr>
        <p:spPr>
          <a:xfrm>
            <a:off x="4365792" y="242194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E4989">
              <a:alpha val="100000"/>
            </a:srgbClr>
          </a:solidFill>
          <a:ln w="4652">
            <a:solidFill>
              <a:srgbClr val="3E4989">
                <a:alpha val="100000"/>
              </a:srgbClr>
            </a:solidFill>
            <a:prstDash val="solid"/>
          </a:ln>
        </p:spPr>
      </p:sp>
      <p:sp>
        <p:nvSpPr>
          <p:cNvPr id="421" name="c_full_paired_path_3878">
            <a:extLst>
              <a:ext uri="{FF2B5EF4-FFF2-40B4-BE49-F238E27FC236}">
                <a16:creationId xmlns:a16="http://schemas.microsoft.com/office/drawing/2014/main" id="{51263E98-41F3-4662-B42B-FADB6332354E}"/>
              </a:ext>
            </a:extLst>
          </p:cNvPr>
          <p:cNvSpPr>
            <a:spLocks noGrp="1"/>
          </p:cNvSpPr>
          <p:nvPr/>
        </p:nvSpPr>
        <p:spPr>
          <a:xfrm>
            <a:off x="4365792" y="240910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F4889">
              <a:alpha val="100000"/>
            </a:srgbClr>
          </a:solidFill>
          <a:ln w="4652">
            <a:solidFill>
              <a:srgbClr val="3F4889">
                <a:alpha val="100000"/>
              </a:srgbClr>
            </a:solidFill>
            <a:prstDash val="solid"/>
          </a:ln>
        </p:spPr>
      </p:sp>
      <p:sp>
        <p:nvSpPr>
          <p:cNvPr id="422" name="c_full_paired_path_3879">
            <a:extLst>
              <a:ext uri="{FF2B5EF4-FFF2-40B4-BE49-F238E27FC236}">
                <a16:creationId xmlns:a16="http://schemas.microsoft.com/office/drawing/2014/main" id="{4F2A8BB7-F155-4983-A9A5-9BEF0F0DF182}"/>
              </a:ext>
            </a:extLst>
          </p:cNvPr>
          <p:cNvSpPr>
            <a:spLocks noGrp="1"/>
          </p:cNvSpPr>
          <p:nvPr/>
        </p:nvSpPr>
        <p:spPr>
          <a:xfrm>
            <a:off x="4365792" y="239627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F4788">
              <a:alpha val="100000"/>
            </a:srgbClr>
          </a:solidFill>
          <a:ln w="4652">
            <a:solidFill>
              <a:srgbClr val="3F4788">
                <a:alpha val="100000"/>
              </a:srgbClr>
            </a:solidFill>
            <a:prstDash val="solid"/>
          </a:ln>
        </p:spPr>
      </p:sp>
      <p:sp>
        <p:nvSpPr>
          <p:cNvPr id="423" name="c_full_paired_path_3880">
            <a:extLst>
              <a:ext uri="{FF2B5EF4-FFF2-40B4-BE49-F238E27FC236}">
                <a16:creationId xmlns:a16="http://schemas.microsoft.com/office/drawing/2014/main" id="{B1F1E878-0A54-44A4-88A4-509D4167902C}"/>
              </a:ext>
            </a:extLst>
          </p:cNvPr>
          <p:cNvSpPr>
            <a:spLocks noGrp="1"/>
          </p:cNvSpPr>
          <p:nvPr/>
        </p:nvSpPr>
        <p:spPr>
          <a:xfrm>
            <a:off x="4365792" y="238343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04688">
              <a:alpha val="100000"/>
            </a:srgbClr>
          </a:solidFill>
          <a:ln w="4652">
            <a:solidFill>
              <a:srgbClr val="404688">
                <a:alpha val="100000"/>
              </a:srgbClr>
            </a:solidFill>
            <a:prstDash val="solid"/>
          </a:ln>
        </p:spPr>
      </p:sp>
      <p:sp>
        <p:nvSpPr>
          <p:cNvPr id="424" name="c_full_paired_path_3881">
            <a:extLst>
              <a:ext uri="{FF2B5EF4-FFF2-40B4-BE49-F238E27FC236}">
                <a16:creationId xmlns:a16="http://schemas.microsoft.com/office/drawing/2014/main" id="{7200B778-F212-4179-BBDA-1F170E88C873}"/>
              </a:ext>
            </a:extLst>
          </p:cNvPr>
          <p:cNvSpPr>
            <a:spLocks noGrp="1"/>
          </p:cNvSpPr>
          <p:nvPr/>
        </p:nvSpPr>
        <p:spPr>
          <a:xfrm>
            <a:off x="4365792" y="237060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04588">
              <a:alpha val="100000"/>
            </a:srgbClr>
          </a:solidFill>
          <a:ln w="4652">
            <a:solidFill>
              <a:srgbClr val="404588">
                <a:alpha val="100000"/>
              </a:srgbClr>
            </a:solidFill>
            <a:prstDash val="solid"/>
          </a:ln>
        </p:spPr>
      </p:sp>
      <p:sp>
        <p:nvSpPr>
          <p:cNvPr id="425" name="c_full_paired_path_3882">
            <a:extLst>
              <a:ext uri="{FF2B5EF4-FFF2-40B4-BE49-F238E27FC236}">
                <a16:creationId xmlns:a16="http://schemas.microsoft.com/office/drawing/2014/main" id="{3C381954-A79C-4732-99FE-0948A107E2EA}"/>
              </a:ext>
            </a:extLst>
          </p:cNvPr>
          <p:cNvSpPr>
            <a:spLocks noGrp="1"/>
          </p:cNvSpPr>
          <p:nvPr/>
        </p:nvSpPr>
        <p:spPr>
          <a:xfrm>
            <a:off x="4365792" y="235776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14487">
              <a:alpha val="100000"/>
            </a:srgbClr>
          </a:solidFill>
          <a:ln w="4652">
            <a:solidFill>
              <a:srgbClr val="414487">
                <a:alpha val="100000"/>
              </a:srgbClr>
            </a:solidFill>
            <a:prstDash val="solid"/>
          </a:ln>
        </p:spPr>
      </p:sp>
      <p:sp>
        <p:nvSpPr>
          <p:cNvPr id="426" name="c_full_paired_path_3883">
            <a:extLst>
              <a:ext uri="{FF2B5EF4-FFF2-40B4-BE49-F238E27FC236}">
                <a16:creationId xmlns:a16="http://schemas.microsoft.com/office/drawing/2014/main" id="{60F26CAC-008B-490D-95F4-49E7275A0243}"/>
              </a:ext>
            </a:extLst>
          </p:cNvPr>
          <p:cNvSpPr>
            <a:spLocks noGrp="1"/>
          </p:cNvSpPr>
          <p:nvPr/>
        </p:nvSpPr>
        <p:spPr>
          <a:xfrm>
            <a:off x="4365792" y="234492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14287">
              <a:alpha val="100000"/>
            </a:srgbClr>
          </a:solidFill>
          <a:ln w="4652">
            <a:solidFill>
              <a:srgbClr val="414287">
                <a:alpha val="100000"/>
              </a:srgbClr>
            </a:solidFill>
            <a:prstDash val="solid"/>
          </a:ln>
        </p:spPr>
      </p:sp>
      <p:sp>
        <p:nvSpPr>
          <p:cNvPr id="427" name="c_full_paired_path_3884">
            <a:extLst>
              <a:ext uri="{FF2B5EF4-FFF2-40B4-BE49-F238E27FC236}">
                <a16:creationId xmlns:a16="http://schemas.microsoft.com/office/drawing/2014/main" id="{F987C463-70D2-4BF0-9354-8DCE2A37ADAD}"/>
              </a:ext>
            </a:extLst>
          </p:cNvPr>
          <p:cNvSpPr>
            <a:spLocks noGrp="1"/>
          </p:cNvSpPr>
          <p:nvPr/>
        </p:nvSpPr>
        <p:spPr>
          <a:xfrm>
            <a:off x="4365792" y="233209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4186">
              <a:alpha val="100000"/>
            </a:srgbClr>
          </a:solidFill>
          <a:ln w="4652">
            <a:solidFill>
              <a:srgbClr val="424186">
                <a:alpha val="100000"/>
              </a:srgbClr>
            </a:solidFill>
            <a:prstDash val="solid"/>
          </a:ln>
        </p:spPr>
      </p:sp>
      <p:sp>
        <p:nvSpPr>
          <p:cNvPr id="428" name="c_full_paired_path_3885">
            <a:extLst>
              <a:ext uri="{FF2B5EF4-FFF2-40B4-BE49-F238E27FC236}">
                <a16:creationId xmlns:a16="http://schemas.microsoft.com/office/drawing/2014/main" id="{2D8F7BB7-6035-4681-A7F9-C3631F266A0F}"/>
              </a:ext>
            </a:extLst>
          </p:cNvPr>
          <p:cNvSpPr>
            <a:spLocks noGrp="1"/>
          </p:cNvSpPr>
          <p:nvPr/>
        </p:nvSpPr>
        <p:spPr>
          <a:xfrm>
            <a:off x="4365792" y="231925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4086">
              <a:alpha val="100000"/>
            </a:srgbClr>
          </a:solidFill>
          <a:ln w="4652">
            <a:solidFill>
              <a:srgbClr val="424086">
                <a:alpha val="100000"/>
              </a:srgbClr>
            </a:solidFill>
            <a:prstDash val="solid"/>
          </a:ln>
        </p:spPr>
      </p:sp>
      <p:sp>
        <p:nvSpPr>
          <p:cNvPr id="429" name="c_full_paired_path_3886">
            <a:extLst>
              <a:ext uri="{FF2B5EF4-FFF2-40B4-BE49-F238E27FC236}">
                <a16:creationId xmlns:a16="http://schemas.microsoft.com/office/drawing/2014/main" id="{78730E19-973A-4863-A32D-12DDDFCE10D2}"/>
              </a:ext>
            </a:extLst>
          </p:cNvPr>
          <p:cNvSpPr>
            <a:spLocks noGrp="1"/>
          </p:cNvSpPr>
          <p:nvPr/>
        </p:nvSpPr>
        <p:spPr>
          <a:xfrm>
            <a:off x="4365792" y="230641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3F85">
              <a:alpha val="100000"/>
            </a:srgbClr>
          </a:solidFill>
          <a:ln w="4652">
            <a:solidFill>
              <a:srgbClr val="423F85">
                <a:alpha val="100000"/>
              </a:srgbClr>
            </a:solidFill>
            <a:prstDash val="solid"/>
          </a:ln>
        </p:spPr>
      </p:sp>
      <p:sp>
        <p:nvSpPr>
          <p:cNvPr id="430" name="c_full_paired_path_3887">
            <a:extLst>
              <a:ext uri="{FF2B5EF4-FFF2-40B4-BE49-F238E27FC236}">
                <a16:creationId xmlns:a16="http://schemas.microsoft.com/office/drawing/2014/main" id="{C49D4CE9-24F4-4F6D-B618-36D250D69E56}"/>
              </a:ext>
            </a:extLst>
          </p:cNvPr>
          <p:cNvSpPr>
            <a:spLocks noGrp="1"/>
          </p:cNvSpPr>
          <p:nvPr/>
        </p:nvSpPr>
        <p:spPr>
          <a:xfrm>
            <a:off x="4365792" y="229358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33E85">
              <a:alpha val="100000"/>
            </a:srgbClr>
          </a:solidFill>
          <a:ln w="4652">
            <a:solidFill>
              <a:srgbClr val="433E85">
                <a:alpha val="100000"/>
              </a:srgbClr>
            </a:solidFill>
            <a:prstDash val="solid"/>
          </a:ln>
        </p:spPr>
      </p:sp>
      <p:sp>
        <p:nvSpPr>
          <p:cNvPr id="431" name="c_full_paired_path_3888">
            <a:extLst>
              <a:ext uri="{FF2B5EF4-FFF2-40B4-BE49-F238E27FC236}">
                <a16:creationId xmlns:a16="http://schemas.microsoft.com/office/drawing/2014/main" id="{5E89236A-4DCB-4BDC-B93A-D563CCDEB062}"/>
              </a:ext>
            </a:extLst>
          </p:cNvPr>
          <p:cNvSpPr>
            <a:spLocks noGrp="1"/>
          </p:cNvSpPr>
          <p:nvPr/>
        </p:nvSpPr>
        <p:spPr>
          <a:xfrm>
            <a:off x="4365792" y="228074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33D84">
              <a:alpha val="100000"/>
            </a:srgbClr>
          </a:solidFill>
          <a:ln w="4652">
            <a:solidFill>
              <a:srgbClr val="433D84">
                <a:alpha val="100000"/>
              </a:srgbClr>
            </a:solidFill>
            <a:prstDash val="solid"/>
          </a:ln>
        </p:spPr>
      </p:sp>
      <p:sp>
        <p:nvSpPr>
          <p:cNvPr id="432" name="c_full_paired_path_3889">
            <a:extLst>
              <a:ext uri="{FF2B5EF4-FFF2-40B4-BE49-F238E27FC236}">
                <a16:creationId xmlns:a16="http://schemas.microsoft.com/office/drawing/2014/main" id="{39293034-4F20-4D30-9E6E-5733EE67D399}"/>
              </a:ext>
            </a:extLst>
          </p:cNvPr>
          <p:cNvSpPr>
            <a:spLocks noGrp="1"/>
          </p:cNvSpPr>
          <p:nvPr/>
        </p:nvSpPr>
        <p:spPr>
          <a:xfrm>
            <a:off x="4365792" y="226791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3B84">
              <a:alpha val="100000"/>
            </a:srgbClr>
          </a:solidFill>
          <a:ln w="4652">
            <a:solidFill>
              <a:srgbClr val="443B84">
                <a:alpha val="100000"/>
              </a:srgbClr>
            </a:solidFill>
            <a:prstDash val="solid"/>
          </a:ln>
        </p:spPr>
      </p:sp>
      <p:sp>
        <p:nvSpPr>
          <p:cNvPr id="433" name="c_full_paired_path_3890">
            <a:extLst>
              <a:ext uri="{FF2B5EF4-FFF2-40B4-BE49-F238E27FC236}">
                <a16:creationId xmlns:a16="http://schemas.microsoft.com/office/drawing/2014/main" id="{2D5A8E5A-E42A-42D1-B3A8-3F7219818ED8}"/>
              </a:ext>
            </a:extLst>
          </p:cNvPr>
          <p:cNvSpPr>
            <a:spLocks noGrp="1"/>
          </p:cNvSpPr>
          <p:nvPr/>
        </p:nvSpPr>
        <p:spPr>
          <a:xfrm>
            <a:off x="4365792" y="225507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3A83">
              <a:alpha val="100000"/>
            </a:srgbClr>
          </a:solidFill>
          <a:ln w="4652">
            <a:solidFill>
              <a:srgbClr val="443A83">
                <a:alpha val="100000"/>
              </a:srgbClr>
            </a:solidFill>
            <a:prstDash val="solid"/>
          </a:ln>
        </p:spPr>
      </p:sp>
      <p:sp>
        <p:nvSpPr>
          <p:cNvPr id="434" name="c_full_paired_path_3891">
            <a:extLst>
              <a:ext uri="{FF2B5EF4-FFF2-40B4-BE49-F238E27FC236}">
                <a16:creationId xmlns:a16="http://schemas.microsoft.com/office/drawing/2014/main" id="{7381A031-3C17-41AA-A21F-E6BD5395D524}"/>
              </a:ext>
            </a:extLst>
          </p:cNvPr>
          <p:cNvSpPr>
            <a:spLocks noGrp="1"/>
          </p:cNvSpPr>
          <p:nvPr/>
        </p:nvSpPr>
        <p:spPr>
          <a:xfrm>
            <a:off x="4365792" y="224223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3983">
              <a:alpha val="100000"/>
            </a:srgbClr>
          </a:solidFill>
          <a:ln w="4652">
            <a:solidFill>
              <a:srgbClr val="443983">
                <a:alpha val="100000"/>
              </a:srgbClr>
            </a:solidFill>
            <a:prstDash val="solid"/>
          </a:ln>
        </p:spPr>
      </p:sp>
      <p:sp>
        <p:nvSpPr>
          <p:cNvPr id="435" name="c_full_paired_path_3892">
            <a:extLst>
              <a:ext uri="{FF2B5EF4-FFF2-40B4-BE49-F238E27FC236}">
                <a16:creationId xmlns:a16="http://schemas.microsoft.com/office/drawing/2014/main" id="{CD89A893-68FF-4022-8BF1-7D195592E0D5}"/>
              </a:ext>
            </a:extLst>
          </p:cNvPr>
          <p:cNvSpPr>
            <a:spLocks noGrp="1"/>
          </p:cNvSpPr>
          <p:nvPr/>
        </p:nvSpPr>
        <p:spPr>
          <a:xfrm>
            <a:off x="4365792" y="222940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3882">
              <a:alpha val="100000"/>
            </a:srgbClr>
          </a:solidFill>
          <a:ln w="4652">
            <a:solidFill>
              <a:srgbClr val="453882">
                <a:alpha val="100000"/>
              </a:srgbClr>
            </a:solidFill>
            <a:prstDash val="solid"/>
          </a:ln>
        </p:spPr>
      </p:sp>
      <p:sp>
        <p:nvSpPr>
          <p:cNvPr id="436" name="c_full_paired_path_3893">
            <a:extLst>
              <a:ext uri="{FF2B5EF4-FFF2-40B4-BE49-F238E27FC236}">
                <a16:creationId xmlns:a16="http://schemas.microsoft.com/office/drawing/2014/main" id="{856EACC7-6A1A-4FB2-B48C-C798E4D6FE51}"/>
              </a:ext>
            </a:extLst>
          </p:cNvPr>
          <p:cNvSpPr>
            <a:spLocks noGrp="1"/>
          </p:cNvSpPr>
          <p:nvPr/>
        </p:nvSpPr>
        <p:spPr>
          <a:xfrm>
            <a:off x="4365792" y="221656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3781">
              <a:alpha val="100000"/>
            </a:srgbClr>
          </a:solidFill>
          <a:ln w="4652">
            <a:solidFill>
              <a:srgbClr val="453781">
                <a:alpha val="100000"/>
              </a:srgbClr>
            </a:solidFill>
            <a:prstDash val="solid"/>
          </a:ln>
        </p:spPr>
      </p:sp>
      <p:sp>
        <p:nvSpPr>
          <p:cNvPr id="437" name="c_full_paired_path_3894">
            <a:extLst>
              <a:ext uri="{FF2B5EF4-FFF2-40B4-BE49-F238E27FC236}">
                <a16:creationId xmlns:a16="http://schemas.microsoft.com/office/drawing/2014/main" id="{1607A80A-EC60-432E-AAA3-7B490DCD33EC}"/>
              </a:ext>
            </a:extLst>
          </p:cNvPr>
          <p:cNvSpPr>
            <a:spLocks noGrp="1"/>
          </p:cNvSpPr>
          <p:nvPr/>
        </p:nvSpPr>
        <p:spPr>
          <a:xfrm>
            <a:off x="4365792" y="220372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3581">
              <a:alpha val="100000"/>
            </a:srgbClr>
          </a:solidFill>
          <a:ln w="4652">
            <a:solidFill>
              <a:srgbClr val="453581">
                <a:alpha val="100000"/>
              </a:srgbClr>
            </a:solidFill>
            <a:prstDash val="solid"/>
          </a:ln>
        </p:spPr>
      </p:sp>
      <p:sp>
        <p:nvSpPr>
          <p:cNvPr id="438" name="c_full_paired_path_3895">
            <a:extLst>
              <a:ext uri="{FF2B5EF4-FFF2-40B4-BE49-F238E27FC236}">
                <a16:creationId xmlns:a16="http://schemas.microsoft.com/office/drawing/2014/main" id="{1222A58A-E0C4-499E-9E76-197097FD54B7}"/>
              </a:ext>
            </a:extLst>
          </p:cNvPr>
          <p:cNvSpPr>
            <a:spLocks noGrp="1"/>
          </p:cNvSpPr>
          <p:nvPr/>
        </p:nvSpPr>
        <p:spPr>
          <a:xfrm>
            <a:off x="4365792" y="219089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480">
              <a:alpha val="100000"/>
            </a:srgbClr>
          </a:solidFill>
          <a:ln w="4652">
            <a:solidFill>
              <a:srgbClr val="463480">
                <a:alpha val="100000"/>
              </a:srgbClr>
            </a:solidFill>
            <a:prstDash val="solid"/>
          </a:ln>
        </p:spPr>
      </p:sp>
      <p:sp>
        <p:nvSpPr>
          <p:cNvPr id="439" name="c_full_paired_path_3896">
            <a:extLst>
              <a:ext uri="{FF2B5EF4-FFF2-40B4-BE49-F238E27FC236}">
                <a16:creationId xmlns:a16="http://schemas.microsoft.com/office/drawing/2014/main" id="{6C85DAA2-9C2B-446C-8DE0-952999E8B415}"/>
              </a:ext>
            </a:extLst>
          </p:cNvPr>
          <p:cNvSpPr>
            <a:spLocks noGrp="1"/>
          </p:cNvSpPr>
          <p:nvPr/>
        </p:nvSpPr>
        <p:spPr>
          <a:xfrm>
            <a:off x="4365792" y="217805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37F">
              <a:alpha val="100000"/>
            </a:srgbClr>
          </a:solidFill>
          <a:ln w="4652">
            <a:solidFill>
              <a:srgbClr val="46337F">
                <a:alpha val="100000"/>
              </a:srgbClr>
            </a:solidFill>
            <a:prstDash val="solid"/>
          </a:ln>
        </p:spPr>
      </p:sp>
      <p:sp>
        <p:nvSpPr>
          <p:cNvPr id="440" name="c_full_paired_path_3897">
            <a:extLst>
              <a:ext uri="{FF2B5EF4-FFF2-40B4-BE49-F238E27FC236}">
                <a16:creationId xmlns:a16="http://schemas.microsoft.com/office/drawing/2014/main" id="{24B77DE9-BADB-456A-BED9-729B746544CC}"/>
              </a:ext>
            </a:extLst>
          </p:cNvPr>
          <p:cNvSpPr>
            <a:spLocks noGrp="1"/>
          </p:cNvSpPr>
          <p:nvPr/>
        </p:nvSpPr>
        <p:spPr>
          <a:xfrm>
            <a:off x="4365792" y="216522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27E">
              <a:alpha val="100000"/>
            </a:srgbClr>
          </a:solidFill>
          <a:ln w="4652">
            <a:solidFill>
              <a:srgbClr val="46327E">
                <a:alpha val="100000"/>
              </a:srgbClr>
            </a:solidFill>
            <a:prstDash val="solid"/>
          </a:ln>
        </p:spPr>
      </p:sp>
      <p:sp>
        <p:nvSpPr>
          <p:cNvPr id="441" name="c_full_paired_path_3898">
            <a:extLst>
              <a:ext uri="{FF2B5EF4-FFF2-40B4-BE49-F238E27FC236}">
                <a16:creationId xmlns:a16="http://schemas.microsoft.com/office/drawing/2014/main" id="{C5195CB0-3BCE-464B-8B34-00E9A4DA414D}"/>
              </a:ext>
            </a:extLst>
          </p:cNvPr>
          <p:cNvSpPr>
            <a:spLocks noGrp="1"/>
          </p:cNvSpPr>
          <p:nvPr/>
        </p:nvSpPr>
        <p:spPr>
          <a:xfrm>
            <a:off x="4365792" y="215238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07E">
              <a:alpha val="100000"/>
            </a:srgbClr>
          </a:solidFill>
          <a:ln w="4652">
            <a:solidFill>
              <a:srgbClr val="46307E">
                <a:alpha val="100000"/>
              </a:srgbClr>
            </a:solidFill>
            <a:prstDash val="solid"/>
          </a:ln>
        </p:spPr>
      </p:sp>
      <p:sp>
        <p:nvSpPr>
          <p:cNvPr id="442" name="c_full_paired_path_3899">
            <a:extLst>
              <a:ext uri="{FF2B5EF4-FFF2-40B4-BE49-F238E27FC236}">
                <a16:creationId xmlns:a16="http://schemas.microsoft.com/office/drawing/2014/main" id="{92ECAC33-7C22-4655-9163-51A51CDAD282}"/>
              </a:ext>
            </a:extLst>
          </p:cNvPr>
          <p:cNvSpPr>
            <a:spLocks noGrp="1"/>
          </p:cNvSpPr>
          <p:nvPr/>
        </p:nvSpPr>
        <p:spPr>
          <a:xfrm>
            <a:off x="4365792" y="213954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F7D">
              <a:alpha val="100000"/>
            </a:srgbClr>
          </a:solidFill>
          <a:ln w="4652">
            <a:solidFill>
              <a:srgbClr val="472F7D">
                <a:alpha val="100000"/>
              </a:srgbClr>
            </a:solidFill>
            <a:prstDash val="solid"/>
          </a:ln>
        </p:spPr>
      </p:sp>
      <p:sp>
        <p:nvSpPr>
          <p:cNvPr id="443" name="c_full_paired_path_3900">
            <a:extLst>
              <a:ext uri="{FF2B5EF4-FFF2-40B4-BE49-F238E27FC236}">
                <a16:creationId xmlns:a16="http://schemas.microsoft.com/office/drawing/2014/main" id="{0DF9373B-9651-4ECF-A461-C8DDACF433BB}"/>
              </a:ext>
            </a:extLst>
          </p:cNvPr>
          <p:cNvSpPr>
            <a:spLocks noGrp="1"/>
          </p:cNvSpPr>
          <p:nvPr/>
        </p:nvSpPr>
        <p:spPr>
          <a:xfrm>
            <a:off x="4365792" y="212671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E7C">
              <a:alpha val="100000"/>
            </a:srgbClr>
          </a:solidFill>
          <a:ln w="4652">
            <a:solidFill>
              <a:srgbClr val="472E7C">
                <a:alpha val="100000"/>
              </a:srgbClr>
            </a:solidFill>
            <a:prstDash val="solid"/>
          </a:ln>
        </p:spPr>
      </p:sp>
      <p:sp>
        <p:nvSpPr>
          <p:cNvPr id="444" name="c_full_paired_path_3901">
            <a:extLst>
              <a:ext uri="{FF2B5EF4-FFF2-40B4-BE49-F238E27FC236}">
                <a16:creationId xmlns:a16="http://schemas.microsoft.com/office/drawing/2014/main" id="{43DC7EFE-3A62-4193-9F91-553109B37785}"/>
              </a:ext>
            </a:extLst>
          </p:cNvPr>
          <p:cNvSpPr>
            <a:spLocks noGrp="1"/>
          </p:cNvSpPr>
          <p:nvPr/>
        </p:nvSpPr>
        <p:spPr>
          <a:xfrm>
            <a:off x="4365792" y="211387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D7B">
              <a:alpha val="100000"/>
            </a:srgbClr>
          </a:solidFill>
          <a:ln w="4652">
            <a:solidFill>
              <a:srgbClr val="472D7B">
                <a:alpha val="100000"/>
              </a:srgbClr>
            </a:solidFill>
            <a:prstDash val="solid"/>
          </a:ln>
        </p:spPr>
      </p:sp>
      <p:sp>
        <p:nvSpPr>
          <p:cNvPr id="445" name="c_full_paired_path_3902">
            <a:extLst>
              <a:ext uri="{FF2B5EF4-FFF2-40B4-BE49-F238E27FC236}">
                <a16:creationId xmlns:a16="http://schemas.microsoft.com/office/drawing/2014/main" id="{807C0B20-4999-46B3-A7D2-09AD2393472D}"/>
              </a:ext>
            </a:extLst>
          </p:cNvPr>
          <p:cNvSpPr>
            <a:spLocks noGrp="1"/>
          </p:cNvSpPr>
          <p:nvPr/>
        </p:nvSpPr>
        <p:spPr>
          <a:xfrm>
            <a:off x="4365792" y="210103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C7A">
              <a:alpha val="100000"/>
            </a:srgbClr>
          </a:solidFill>
          <a:ln w="4652">
            <a:solidFill>
              <a:srgbClr val="472C7A">
                <a:alpha val="100000"/>
              </a:srgbClr>
            </a:solidFill>
            <a:prstDash val="solid"/>
          </a:ln>
        </p:spPr>
      </p:sp>
      <p:sp>
        <p:nvSpPr>
          <p:cNvPr id="446" name="c_full_paired_path_3903">
            <a:extLst>
              <a:ext uri="{FF2B5EF4-FFF2-40B4-BE49-F238E27FC236}">
                <a16:creationId xmlns:a16="http://schemas.microsoft.com/office/drawing/2014/main" id="{B9387C0D-AF94-4A5F-B4E6-81EF10F40F8E}"/>
              </a:ext>
            </a:extLst>
          </p:cNvPr>
          <p:cNvSpPr>
            <a:spLocks noGrp="1"/>
          </p:cNvSpPr>
          <p:nvPr/>
        </p:nvSpPr>
        <p:spPr>
          <a:xfrm>
            <a:off x="4365792" y="208820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A7A">
              <a:alpha val="100000"/>
            </a:srgbClr>
          </a:solidFill>
          <a:ln w="4652">
            <a:solidFill>
              <a:srgbClr val="472A7A">
                <a:alpha val="100000"/>
              </a:srgbClr>
            </a:solidFill>
            <a:prstDash val="solid"/>
          </a:ln>
        </p:spPr>
      </p:sp>
      <p:sp>
        <p:nvSpPr>
          <p:cNvPr id="447" name="c_full_paired_path_3904">
            <a:extLst>
              <a:ext uri="{FF2B5EF4-FFF2-40B4-BE49-F238E27FC236}">
                <a16:creationId xmlns:a16="http://schemas.microsoft.com/office/drawing/2014/main" id="{16B66816-94A0-4B44-ADD7-926343E79C24}"/>
              </a:ext>
            </a:extLst>
          </p:cNvPr>
          <p:cNvSpPr>
            <a:spLocks noGrp="1"/>
          </p:cNvSpPr>
          <p:nvPr/>
        </p:nvSpPr>
        <p:spPr>
          <a:xfrm>
            <a:off x="4365792" y="207536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979">
              <a:alpha val="100000"/>
            </a:srgbClr>
          </a:solidFill>
          <a:ln w="4652">
            <a:solidFill>
              <a:srgbClr val="482979">
                <a:alpha val="100000"/>
              </a:srgbClr>
            </a:solidFill>
            <a:prstDash val="solid"/>
          </a:ln>
        </p:spPr>
      </p:sp>
      <p:sp>
        <p:nvSpPr>
          <p:cNvPr id="448" name="c_full_paired_path_3905">
            <a:extLst>
              <a:ext uri="{FF2B5EF4-FFF2-40B4-BE49-F238E27FC236}">
                <a16:creationId xmlns:a16="http://schemas.microsoft.com/office/drawing/2014/main" id="{4B7DFDE7-FDBD-4C4B-9C46-0F7A6C6A9BF8}"/>
              </a:ext>
            </a:extLst>
          </p:cNvPr>
          <p:cNvSpPr>
            <a:spLocks noGrp="1"/>
          </p:cNvSpPr>
          <p:nvPr/>
        </p:nvSpPr>
        <p:spPr>
          <a:xfrm>
            <a:off x="4365792" y="206253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878">
              <a:alpha val="100000"/>
            </a:srgbClr>
          </a:solidFill>
          <a:ln w="4652">
            <a:solidFill>
              <a:srgbClr val="482878">
                <a:alpha val="100000"/>
              </a:srgbClr>
            </a:solidFill>
            <a:prstDash val="solid"/>
          </a:ln>
        </p:spPr>
      </p:sp>
      <p:sp>
        <p:nvSpPr>
          <p:cNvPr id="449" name="c_full_paired_path_3906">
            <a:extLst>
              <a:ext uri="{FF2B5EF4-FFF2-40B4-BE49-F238E27FC236}">
                <a16:creationId xmlns:a16="http://schemas.microsoft.com/office/drawing/2014/main" id="{45B0BCF5-7974-43F0-90A4-A1FBD431EC87}"/>
              </a:ext>
            </a:extLst>
          </p:cNvPr>
          <p:cNvSpPr>
            <a:spLocks noGrp="1"/>
          </p:cNvSpPr>
          <p:nvPr/>
        </p:nvSpPr>
        <p:spPr>
          <a:xfrm>
            <a:off x="4365792" y="204969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677">
              <a:alpha val="100000"/>
            </a:srgbClr>
          </a:solidFill>
          <a:ln w="4652">
            <a:solidFill>
              <a:srgbClr val="482677">
                <a:alpha val="100000"/>
              </a:srgbClr>
            </a:solidFill>
            <a:prstDash val="solid"/>
          </a:ln>
        </p:spPr>
      </p:sp>
      <p:sp>
        <p:nvSpPr>
          <p:cNvPr id="450" name="c_full_paired_path_3907">
            <a:extLst>
              <a:ext uri="{FF2B5EF4-FFF2-40B4-BE49-F238E27FC236}">
                <a16:creationId xmlns:a16="http://schemas.microsoft.com/office/drawing/2014/main" id="{0AD76756-516D-4585-89B1-41BA00898FB3}"/>
              </a:ext>
            </a:extLst>
          </p:cNvPr>
          <p:cNvSpPr>
            <a:spLocks noGrp="1"/>
          </p:cNvSpPr>
          <p:nvPr/>
        </p:nvSpPr>
        <p:spPr>
          <a:xfrm>
            <a:off x="4365792" y="203685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576">
              <a:alpha val="100000"/>
            </a:srgbClr>
          </a:solidFill>
          <a:ln w="4652">
            <a:solidFill>
              <a:srgbClr val="482576">
                <a:alpha val="100000"/>
              </a:srgbClr>
            </a:solidFill>
            <a:prstDash val="solid"/>
          </a:ln>
        </p:spPr>
      </p:sp>
      <p:sp>
        <p:nvSpPr>
          <p:cNvPr id="451" name="c_full_paired_path_3908">
            <a:extLst>
              <a:ext uri="{FF2B5EF4-FFF2-40B4-BE49-F238E27FC236}">
                <a16:creationId xmlns:a16="http://schemas.microsoft.com/office/drawing/2014/main" id="{CE2E1DC3-A1CE-430F-BCB1-E6410F340DBC}"/>
              </a:ext>
            </a:extLst>
          </p:cNvPr>
          <p:cNvSpPr>
            <a:spLocks noGrp="1"/>
          </p:cNvSpPr>
          <p:nvPr/>
        </p:nvSpPr>
        <p:spPr>
          <a:xfrm>
            <a:off x="4365792" y="202402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475">
              <a:alpha val="100000"/>
            </a:srgbClr>
          </a:solidFill>
          <a:ln w="4652">
            <a:solidFill>
              <a:srgbClr val="482475">
                <a:alpha val="100000"/>
              </a:srgbClr>
            </a:solidFill>
            <a:prstDash val="solid"/>
          </a:ln>
        </p:spPr>
      </p:sp>
      <p:sp>
        <p:nvSpPr>
          <p:cNvPr id="452" name="c_full_paired_path_3909">
            <a:extLst>
              <a:ext uri="{FF2B5EF4-FFF2-40B4-BE49-F238E27FC236}">
                <a16:creationId xmlns:a16="http://schemas.microsoft.com/office/drawing/2014/main" id="{6AD217F7-2C0E-499E-B814-9608104FD9FC}"/>
              </a:ext>
            </a:extLst>
          </p:cNvPr>
          <p:cNvSpPr>
            <a:spLocks noGrp="1"/>
          </p:cNvSpPr>
          <p:nvPr/>
        </p:nvSpPr>
        <p:spPr>
          <a:xfrm>
            <a:off x="4365792" y="201118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374">
              <a:alpha val="100000"/>
            </a:srgbClr>
          </a:solidFill>
          <a:ln w="4652">
            <a:solidFill>
              <a:srgbClr val="482374">
                <a:alpha val="100000"/>
              </a:srgbClr>
            </a:solidFill>
            <a:prstDash val="solid"/>
          </a:ln>
        </p:spPr>
      </p:sp>
      <p:sp>
        <p:nvSpPr>
          <p:cNvPr id="453" name="c_full_paired_path_3910">
            <a:extLst>
              <a:ext uri="{FF2B5EF4-FFF2-40B4-BE49-F238E27FC236}">
                <a16:creationId xmlns:a16="http://schemas.microsoft.com/office/drawing/2014/main" id="{A8CAE50C-F201-4DDA-9BAF-C39887B347FC}"/>
              </a:ext>
            </a:extLst>
          </p:cNvPr>
          <p:cNvSpPr>
            <a:spLocks noGrp="1"/>
          </p:cNvSpPr>
          <p:nvPr/>
        </p:nvSpPr>
        <p:spPr>
          <a:xfrm>
            <a:off x="4365792" y="199834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173">
              <a:alpha val="100000"/>
            </a:srgbClr>
          </a:solidFill>
          <a:ln w="4652">
            <a:solidFill>
              <a:srgbClr val="482173">
                <a:alpha val="100000"/>
              </a:srgbClr>
            </a:solidFill>
            <a:prstDash val="solid"/>
          </a:ln>
        </p:spPr>
      </p:sp>
      <p:sp>
        <p:nvSpPr>
          <p:cNvPr id="454" name="c_full_paired_path_3911">
            <a:extLst>
              <a:ext uri="{FF2B5EF4-FFF2-40B4-BE49-F238E27FC236}">
                <a16:creationId xmlns:a16="http://schemas.microsoft.com/office/drawing/2014/main" id="{33D15FAE-64FD-42EE-8ADF-BB2F33146EC5}"/>
              </a:ext>
            </a:extLst>
          </p:cNvPr>
          <p:cNvSpPr>
            <a:spLocks noGrp="1"/>
          </p:cNvSpPr>
          <p:nvPr/>
        </p:nvSpPr>
        <p:spPr>
          <a:xfrm>
            <a:off x="4365792" y="198551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071">
              <a:alpha val="100000"/>
            </a:srgbClr>
          </a:solidFill>
          <a:ln w="4652">
            <a:solidFill>
              <a:srgbClr val="482071">
                <a:alpha val="100000"/>
              </a:srgbClr>
            </a:solidFill>
            <a:prstDash val="solid"/>
          </a:ln>
        </p:spPr>
      </p:sp>
      <p:sp>
        <p:nvSpPr>
          <p:cNvPr id="455" name="c_full_paired_path_3912">
            <a:extLst>
              <a:ext uri="{FF2B5EF4-FFF2-40B4-BE49-F238E27FC236}">
                <a16:creationId xmlns:a16="http://schemas.microsoft.com/office/drawing/2014/main" id="{CBA80189-2D89-4F75-BD50-4F4EE371FFD4}"/>
              </a:ext>
            </a:extLst>
          </p:cNvPr>
          <p:cNvSpPr>
            <a:spLocks noGrp="1"/>
          </p:cNvSpPr>
          <p:nvPr/>
        </p:nvSpPr>
        <p:spPr>
          <a:xfrm>
            <a:off x="4365792" y="197267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F70">
              <a:alpha val="100000"/>
            </a:srgbClr>
          </a:solidFill>
          <a:ln w="4652">
            <a:solidFill>
              <a:srgbClr val="481F70">
                <a:alpha val="100000"/>
              </a:srgbClr>
            </a:solidFill>
            <a:prstDash val="solid"/>
          </a:ln>
        </p:spPr>
      </p:sp>
      <p:sp>
        <p:nvSpPr>
          <p:cNvPr id="456" name="c_full_paired_path_3913">
            <a:extLst>
              <a:ext uri="{FF2B5EF4-FFF2-40B4-BE49-F238E27FC236}">
                <a16:creationId xmlns:a16="http://schemas.microsoft.com/office/drawing/2014/main" id="{AEC150E8-8937-46F6-A722-445A8FB92FE5}"/>
              </a:ext>
            </a:extLst>
          </p:cNvPr>
          <p:cNvSpPr>
            <a:spLocks noGrp="1"/>
          </p:cNvSpPr>
          <p:nvPr/>
        </p:nvSpPr>
        <p:spPr>
          <a:xfrm>
            <a:off x="4365792" y="195984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D6F">
              <a:alpha val="100000"/>
            </a:srgbClr>
          </a:solidFill>
          <a:ln w="4652">
            <a:solidFill>
              <a:srgbClr val="481D6F">
                <a:alpha val="100000"/>
              </a:srgbClr>
            </a:solidFill>
            <a:prstDash val="solid"/>
          </a:ln>
        </p:spPr>
      </p:sp>
      <p:sp>
        <p:nvSpPr>
          <p:cNvPr id="457" name="c_full_paired_path_3914">
            <a:extLst>
              <a:ext uri="{FF2B5EF4-FFF2-40B4-BE49-F238E27FC236}">
                <a16:creationId xmlns:a16="http://schemas.microsoft.com/office/drawing/2014/main" id="{03D78D60-6724-48A0-B219-E7F0989FB131}"/>
              </a:ext>
            </a:extLst>
          </p:cNvPr>
          <p:cNvSpPr>
            <a:spLocks noGrp="1"/>
          </p:cNvSpPr>
          <p:nvPr/>
        </p:nvSpPr>
        <p:spPr>
          <a:xfrm>
            <a:off x="4365792" y="194700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C6E">
              <a:alpha val="100000"/>
            </a:srgbClr>
          </a:solidFill>
          <a:ln w="4652">
            <a:solidFill>
              <a:srgbClr val="481C6E">
                <a:alpha val="100000"/>
              </a:srgbClr>
            </a:solidFill>
            <a:prstDash val="solid"/>
          </a:ln>
        </p:spPr>
      </p:sp>
      <p:sp>
        <p:nvSpPr>
          <p:cNvPr id="458" name="c_full_paired_path_3915">
            <a:extLst>
              <a:ext uri="{FF2B5EF4-FFF2-40B4-BE49-F238E27FC236}">
                <a16:creationId xmlns:a16="http://schemas.microsoft.com/office/drawing/2014/main" id="{7D19C995-AA1D-47E9-AB16-1E2E58E84E76}"/>
              </a:ext>
            </a:extLst>
          </p:cNvPr>
          <p:cNvSpPr>
            <a:spLocks noGrp="1"/>
          </p:cNvSpPr>
          <p:nvPr/>
        </p:nvSpPr>
        <p:spPr>
          <a:xfrm>
            <a:off x="4365792" y="193416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B6D">
              <a:alpha val="100000"/>
            </a:srgbClr>
          </a:solidFill>
          <a:ln w="4652">
            <a:solidFill>
              <a:srgbClr val="481B6D">
                <a:alpha val="100000"/>
              </a:srgbClr>
            </a:solidFill>
            <a:prstDash val="solid"/>
          </a:ln>
        </p:spPr>
      </p:sp>
      <p:sp>
        <p:nvSpPr>
          <p:cNvPr id="459" name="c_full_paired_path_3916">
            <a:extLst>
              <a:ext uri="{FF2B5EF4-FFF2-40B4-BE49-F238E27FC236}">
                <a16:creationId xmlns:a16="http://schemas.microsoft.com/office/drawing/2014/main" id="{62B0B6E8-C9E3-405B-9EF4-F089C41D0CD0}"/>
              </a:ext>
            </a:extLst>
          </p:cNvPr>
          <p:cNvSpPr>
            <a:spLocks noGrp="1"/>
          </p:cNvSpPr>
          <p:nvPr/>
        </p:nvSpPr>
        <p:spPr>
          <a:xfrm>
            <a:off x="4365792" y="192133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A6C">
              <a:alpha val="100000"/>
            </a:srgbClr>
          </a:solidFill>
          <a:ln w="4652">
            <a:solidFill>
              <a:srgbClr val="481A6C">
                <a:alpha val="100000"/>
              </a:srgbClr>
            </a:solidFill>
            <a:prstDash val="solid"/>
          </a:ln>
        </p:spPr>
      </p:sp>
      <p:sp>
        <p:nvSpPr>
          <p:cNvPr id="460" name="c_full_paired_path_3917">
            <a:extLst>
              <a:ext uri="{FF2B5EF4-FFF2-40B4-BE49-F238E27FC236}">
                <a16:creationId xmlns:a16="http://schemas.microsoft.com/office/drawing/2014/main" id="{E9C8AA2D-6764-43C4-BBEC-10337EA40FBF}"/>
              </a:ext>
            </a:extLst>
          </p:cNvPr>
          <p:cNvSpPr>
            <a:spLocks noGrp="1"/>
          </p:cNvSpPr>
          <p:nvPr/>
        </p:nvSpPr>
        <p:spPr>
          <a:xfrm>
            <a:off x="4365792" y="190849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86A">
              <a:alpha val="100000"/>
            </a:srgbClr>
          </a:solidFill>
          <a:ln w="4652">
            <a:solidFill>
              <a:srgbClr val="48186A">
                <a:alpha val="100000"/>
              </a:srgbClr>
            </a:solidFill>
            <a:prstDash val="solid"/>
          </a:ln>
        </p:spPr>
      </p:sp>
      <p:sp>
        <p:nvSpPr>
          <p:cNvPr id="461" name="c_full_paired_path_3918">
            <a:extLst>
              <a:ext uri="{FF2B5EF4-FFF2-40B4-BE49-F238E27FC236}">
                <a16:creationId xmlns:a16="http://schemas.microsoft.com/office/drawing/2014/main" id="{835097DA-AE53-4BEC-A7C9-C23F5F12BAC0}"/>
              </a:ext>
            </a:extLst>
          </p:cNvPr>
          <p:cNvSpPr>
            <a:spLocks noGrp="1"/>
          </p:cNvSpPr>
          <p:nvPr/>
        </p:nvSpPr>
        <p:spPr>
          <a:xfrm>
            <a:off x="4365792" y="18956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769">
              <a:alpha val="100000"/>
            </a:srgbClr>
          </a:solidFill>
          <a:ln w="4652">
            <a:solidFill>
              <a:srgbClr val="481769">
                <a:alpha val="100000"/>
              </a:srgbClr>
            </a:solidFill>
            <a:prstDash val="solid"/>
          </a:ln>
        </p:spPr>
      </p:sp>
      <p:sp>
        <p:nvSpPr>
          <p:cNvPr id="462" name="c_full_paired_path_3919">
            <a:extLst>
              <a:ext uri="{FF2B5EF4-FFF2-40B4-BE49-F238E27FC236}">
                <a16:creationId xmlns:a16="http://schemas.microsoft.com/office/drawing/2014/main" id="{099264CF-6F24-4D7E-A6DF-90F1C8E6AD27}"/>
              </a:ext>
            </a:extLst>
          </p:cNvPr>
          <p:cNvSpPr>
            <a:spLocks noGrp="1"/>
          </p:cNvSpPr>
          <p:nvPr/>
        </p:nvSpPr>
        <p:spPr>
          <a:xfrm>
            <a:off x="4365792" y="18828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668">
              <a:alpha val="100000"/>
            </a:srgbClr>
          </a:solidFill>
          <a:ln w="4652">
            <a:solidFill>
              <a:srgbClr val="481668">
                <a:alpha val="100000"/>
              </a:srgbClr>
            </a:solidFill>
            <a:prstDash val="solid"/>
          </a:ln>
        </p:spPr>
      </p:sp>
      <p:sp>
        <p:nvSpPr>
          <p:cNvPr id="463" name="c_full_paired_path_3920">
            <a:extLst>
              <a:ext uri="{FF2B5EF4-FFF2-40B4-BE49-F238E27FC236}">
                <a16:creationId xmlns:a16="http://schemas.microsoft.com/office/drawing/2014/main" id="{C403F178-CC23-4D98-B215-2E1744BE537A}"/>
              </a:ext>
            </a:extLst>
          </p:cNvPr>
          <p:cNvSpPr>
            <a:spLocks noGrp="1"/>
          </p:cNvSpPr>
          <p:nvPr/>
        </p:nvSpPr>
        <p:spPr>
          <a:xfrm>
            <a:off x="4365792" y="18699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467">
              <a:alpha val="100000"/>
            </a:srgbClr>
          </a:solidFill>
          <a:ln w="4652">
            <a:solidFill>
              <a:srgbClr val="481467">
                <a:alpha val="100000"/>
              </a:srgbClr>
            </a:solidFill>
            <a:prstDash val="solid"/>
          </a:ln>
        </p:spPr>
      </p:sp>
      <p:sp>
        <p:nvSpPr>
          <p:cNvPr id="464" name="c_full_paired_path_3921">
            <a:extLst>
              <a:ext uri="{FF2B5EF4-FFF2-40B4-BE49-F238E27FC236}">
                <a16:creationId xmlns:a16="http://schemas.microsoft.com/office/drawing/2014/main" id="{209B9604-0A5C-46B2-B5E8-DF206941528A}"/>
              </a:ext>
            </a:extLst>
          </p:cNvPr>
          <p:cNvSpPr>
            <a:spLocks noGrp="1"/>
          </p:cNvSpPr>
          <p:nvPr/>
        </p:nvSpPr>
        <p:spPr>
          <a:xfrm>
            <a:off x="4365792" y="185715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1365">
              <a:alpha val="100000"/>
            </a:srgbClr>
          </a:solidFill>
          <a:ln w="4652">
            <a:solidFill>
              <a:srgbClr val="471365">
                <a:alpha val="100000"/>
              </a:srgbClr>
            </a:solidFill>
            <a:prstDash val="solid"/>
          </a:ln>
        </p:spPr>
      </p:sp>
      <p:sp>
        <p:nvSpPr>
          <p:cNvPr id="465" name="c_full_paired_path_3922">
            <a:extLst>
              <a:ext uri="{FF2B5EF4-FFF2-40B4-BE49-F238E27FC236}">
                <a16:creationId xmlns:a16="http://schemas.microsoft.com/office/drawing/2014/main" id="{9DB395D2-723C-41A3-AA8E-394628BA2334}"/>
              </a:ext>
            </a:extLst>
          </p:cNvPr>
          <p:cNvSpPr>
            <a:spLocks noGrp="1"/>
          </p:cNvSpPr>
          <p:nvPr/>
        </p:nvSpPr>
        <p:spPr>
          <a:xfrm>
            <a:off x="4365792" y="18443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1164">
              <a:alpha val="100000"/>
            </a:srgbClr>
          </a:solidFill>
          <a:ln w="4652">
            <a:solidFill>
              <a:srgbClr val="471164">
                <a:alpha val="100000"/>
              </a:srgbClr>
            </a:solidFill>
            <a:prstDash val="solid"/>
          </a:ln>
        </p:spPr>
      </p:sp>
      <p:sp>
        <p:nvSpPr>
          <p:cNvPr id="466" name="c_full_paired_path_3923">
            <a:extLst>
              <a:ext uri="{FF2B5EF4-FFF2-40B4-BE49-F238E27FC236}">
                <a16:creationId xmlns:a16="http://schemas.microsoft.com/office/drawing/2014/main" id="{F2BEF2B6-AF72-47D8-BAB0-5FFC0E153A74}"/>
              </a:ext>
            </a:extLst>
          </p:cNvPr>
          <p:cNvSpPr>
            <a:spLocks noGrp="1"/>
          </p:cNvSpPr>
          <p:nvPr/>
        </p:nvSpPr>
        <p:spPr>
          <a:xfrm>
            <a:off x="4365792" y="18314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1063">
              <a:alpha val="100000"/>
            </a:srgbClr>
          </a:solidFill>
          <a:ln w="4652">
            <a:solidFill>
              <a:srgbClr val="471063">
                <a:alpha val="100000"/>
              </a:srgbClr>
            </a:solidFill>
            <a:prstDash val="solid"/>
          </a:ln>
        </p:spPr>
      </p:sp>
      <p:sp>
        <p:nvSpPr>
          <p:cNvPr id="467" name="c_full_paired_path_3924">
            <a:extLst>
              <a:ext uri="{FF2B5EF4-FFF2-40B4-BE49-F238E27FC236}">
                <a16:creationId xmlns:a16="http://schemas.microsoft.com/office/drawing/2014/main" id="{D3E146BA-22BA-4E21-B2D4-67F276008032}"/>
              </a:ext>
            </a:extLst>
          </p:cNvPr>
          <p:cNvSpPr>
            <a:spLocks noGrp="1"/>
          </p:cNvSpPr>
          <p:nvPr/>
        </p:nvSpPr>
        <p:spPr>
          <a:xfrm>
            <a:off x="4365792" y="18186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0E61">
              <a:alpha val="100000"/>
            </a:srgbClr>
          </a:solidFill>
          <a:ln w="4652">
            <a:solidFill>
              <a:srgbClr val="470E61">
                <a:alpha val="100000"/>
              </a:srgbClr>
            </a:solidFill>
            <a:prstDash val="solid"/>
          </a:ln>
        </p:spPr>
      </p:sp>
      <p:sp>
        <p:nvSpPr>
          <p:cNvPr id="468" name="c_full_paired_path_3925">
            <a:extLst>
              <a:ext uri="{FF2B5EF4-FFF2-40B4-BE49-F238E27FC236}">
                <a16:creationId xmlns:a16="http://schemas.microsoft.com/office/drawing/2014/main" id="{BBCBD7A6-DBFE-4C47-B2D4-AC2C3E7CBFF5}"/>
              </a:ext>
            </a:extLst>
          </p:cNvPr>
          <p:cNvSpPr>
            <a:spLocks noGrp="1"/>
          </p:cNvSpPr>
          <p:nvPr/>
        </p:nvSpPr>
        <p:spPr>
          <a:xfrm>
            <a:off x="4365792" y="180580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0D60">
              <a:alpha val="100000"/>
            </a:srgbClr>
          </a:solidFill>
          <a:ln w="4652">
            <a:solidFill>
              <a:srgbClr val="470D60">
                <a:alpha val="100000"/>
              </a:srgbClr>
            </a:solidFill>
            <a:prstDash val="solid"/>
          </a:ln>
        </p:spPr>
      </p:sp>
      <p:sp>
        <p:nvSpPr>
          <p:cNvPr id="469" name="c_full_paired_path_3926">
            <a:extLst>
              <a:ext uri="{FF2B5EF4-FFF2-40B4-BE49-F238E27FC236}">
                <a16:creationId xmlns:a16="http://schemas.microsoft.com/office/drawing/2014/main" id="{67DB2109-8C0C-4083-879F-48FA2309807D}"/>
              </a:ext>
            </a:extLst>
          </p:cNvPr>
          <p:cNvSpPr>
            <a:spLocks noGrp="1"/>
          </p:cNvSpPr>
          <p:nvPr/>
        </p:nvSpPr>
        <p:spPr>
          <a:xfrm>
            <a:off x="4365792" y="17929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B5E">
              <a:alpha val="100000"/>
            </a:srgbClr>
          </a:solidFill>
          <a:ln w="4652">
            <a:solidFill>
              <a:srgbClr val="460B5E">
                <a:alpha val="100000"/>
              </a:srgbClr>
            </a:solidFill>
            <a:prstDash val="solid"/>
          </a:ln>
        </p:spPr>
      </p:sp>
      <p:sp>
        <p:nvSpPr>
          <p:cNvPr id="470" name="c_full_paired_path_3927">
            <a:extLst>
              <a:ext uri="{FF2B5EF4-FFF2-40B4-BE49-F238E27FC236}">
                <a16:creationId xmlns:a16="http://schemas.microsoft.com/office/drawing/2014/main" id="{9ECDC768-77EF-4FFE-B11B-52468E6975D6}"/>
              </a:ext>
            </a:extLst>
          </p:cNvPr>
          <p:cNvSpPr>
            <a:spLocks noGrp="1"/>
          </p:cNvSpPr>
          <p:nvPr/>
        </p:nvSpPr>
        <p:spPr>
          <a:xfrm>
            <a:off x="4365792" y="17801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A5D">
              <a:alpha val="100000"/>
            </a:srgbClr>
          </a:solidFill>
          <a:ln w="4652">
            <a:solidFill>
              <a:srgbClr val="460A5D">
                <a:alpha val="100000"/>
              </a:srgbClr>
            </a:solidFill>
            <a:prstDash val="solid"/>
          </a:ln>
        </p:spPr>
      </p:sp>
      <p:sp>
        <p:nvSpPr>
          <p:cNvPr id="471" name="c_full_paired_path_3928">
            <a:extLst>
              <a:ext uri="{FF2B5EF4-FFF2-40B4-BE49-F238E27FC236}">
                <a16:creationId xmlns:a16="http://schemas.microsoft.com/office/drawing/2014/main" id="{8B85B970-1722-4363-BA43-A5A1BB0B716B}"/>
              </a:ext>
            </a:extLst>
          </p:cNvPr>
          <p:cNvSpPr>
            <a:spLocks noGrp="1"/>
          </p:cNvSpPr>
          <p:nvPr/>
        </p:nvSpPr>
        <p:spPr>
          <a:xfrm>
            <a:off x="4365792" y="17672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85C">
              <a:alpha val="100000"/>
            </a:srgbClr>
          </a:solidFill>
          <a:ln w="4652">
            <a:solidFill>
              <a:srgbClr val="46085C">
                <a:alpha val="100000"/>
              </a:srgbClr>
            </a:solidFill>
            <a:prstDash val="solid"/>
          </a:ln>
        </p:spPr>
      </p:sp>
      <p:sp>
        <p:nvSpPr>
          <p:cNvPr id="472" name="c_full_paired_path_3929">
            <a:extLst>
              <a:ext uri="{FF2B5EF4-FFF2-40B4-BE49-F238E27FC236}">
                <a16:creationId xmlns:a16="http://schemas.microsoft.com/office/drawing/2014/main" id="{713FDDC0-57A4-41F2-A10B-7228C765D751}"/>
              </a:ext>
            </a:extLst>
          </p:cNvPr>
          <p:cNvSpPr>
            <a:spLocks noGrp="1"/>
          </p:cNvSpPr>
          <p:nvPr/>
        </p:nvSpPr>
        <p:spPr>
          <a:xfrm>
            <a:off x="4365792" y="175446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75A">
              <a:alpha val="100000"/>
            </a:srgbClr>
          </a:solidFill>
          <a:ln w="4652">
            <a:solidFill>
              <a:srgbClr val="46075A">
                <a:alpha val="100000"/>
              </a:srgbClr>
            </a:solidFill>
            <a:prstDash val="solid"/>
          </a:ln>
        </p:spPr>
      </p:sp>
      <p:sp>
        <p:nvSpPr>
          <p:cNvPr id="473" name="c_full_paired_path_3930">
            <a:extLst>
              <a:ext uri="{FF2B5EF4-FFF2-40B4-BE49-F238E27FC236}">
                <a16:creationId xmlns:a16="http://schemas.microsoft.com/office/drawing/2014/main" id="{D073972D-F83D-4DB4-8337-CDC38A3719D8}"/>
              </a:ext>
            </a:extLst>
          </p:cNvPr>
          <p:cNvSpPr>
            <a:spLocks noGrp="1"/>
          </p:cNvSpPr>
          <p:nvPr/>
        </p:nvSpPr>
        <p:spPr>
          <a:xfrm>
            <a:off x="4365792" y="17416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0559">
              <a:alpha val="100000"/>
            </a:srgbClr>
          </a:solidFill>
          <a:ln w="4652">
            <a:solidFill>
              <a:srgbClr val="450559">
                <a:alpha val="100000"/>
              </a:srgbClr>
            </a:solidFill>
            <a:prstDash val="solid"/>
          </a:ln>
        </p:spPr>
      </p:sp>
      <p:sp>
        <p:nvSpPr>
          <p:cNvPr id="474" name="c_full_paired_path_3931">
            <a:extLst>
              <a:ext uri="{FF2B5EF4-FFF2-40B4-BE49-F238E27FC236}">
                <a16:creationId xmlns:a16="http://schemas.microsoft.com/office/drawing/2014/main" id="{F78D6A86-0E72-4FF5-A7C0-BC5DBC7C9963}"/>
              </a:ext>
            </a:extLst>
          </p:cNvPr>
          <p:cNvSpPr>
            <a:spLocks noGrp="1"/>
          </p:cNvSpPr>
          <p:nvPr/>
        </p:nvSpPr>
        <p:spPr>
          <a:xfrm>
            <a:off x="4365792" y="17287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0457">
              <a:alpha val="100000"/>
            </a:srgbClr>
          </a:solidFill>
          <a:ln w="4652">
            <a:solidFill>
              <a:srgbClr val="450457">
                <a:alpha val="100000"/>
              </a:srgbClr>
            </a:solidFill>
            <a:prstDash val="solid"/>
          </a:ln>
        </p:spPr>
      </p:sp>
      <p:sp>
        <p:nvSpPr>
          <p:cNvPr id="475" name="c_full_paired_path_3932">
            <a:extLst>
              <a:ext uri="{FF2B5EF4-FFF2-40B4-BE49-F238E27FC236}">
                <a16:creationId xmlns:a16="http://schemas.microsoft.com/office/drawing/2014/main" id="{07265ABB-8C6D-4086-B9B7-E08B209C37AE}"/>
              </a:ext>
            </a:extLst>
          </p:cNvPr>
          <p:cNvSpPr>
            <a:spLocks noGrp="1"/>
          </p:cNvSpPr>
          <p:nvPr/>
        </p:nvSpPr>
        <p:spPr>
          <a:xfrm>
            <a:off x="4365792" y="17159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0256">
              <a:alpha val="100000"/>
            </a:srgbClr>
          </a:solidFill>
          <a:ln w="4652">
            <a:solidFill>
              <a:srgbClr val="440256">
                <a:alpha val="100000"/>
              </a:srgbClr>
            </a:solidFill>
            <a:prstDash val="solid"/>
          </a:ln>
        </p:spPr>
      </p:sp>
      <p:sp>
        <p:nvSpPr>
          <p:cNvPr id="476" name="c_full_paired_path_3933">
            <a:extLst>
              <a:ext uri="{FF2B5EF4-FFF2-40B4-BE49-F238E27FC236}">
                <a16:creationId xmlns:a16="http://schemas.microsoft.com/office/drawing/2014/main" id="{C3575D70-7B6E-4849-BAC9-A801DD6B709E}"/>
              </a:ext>
            </a:extLst>
          </p:cNvPr>
          <p:cNvSpPr>
            <a:spLocks noGrp="1"/>
          </p:cNvSpPr>
          <p:nvPr/>
        </p:nvSpPr>
        <p:spPr>
          <a:xfrm>
            <a:off x="4365792" y="170311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0154">
              <a:alpha val="100000"/>
            </a:srgbClr>
          </a:solidFill>
          <a:ln w="4652">
            <a:solidFill>
              <a:srgbClr val="440154">
                <a:alpha val="100000"/>
              </a:srgbClr>
            </a:solidFill>
            <a:prstDash val="solid"/>
          </a:ln>
        </p:spPr>
      </p:sp>
      <p:sp>
        <p:nvSpPr>
          <p:cNvPr id="477" name="c_full_paired_path_3934">
            <a:extLst>
              <a:ext uri="{FF2B5EF4-FFF2-40B4-BE49-F238E27FC236}">
                <a16:creationId xmlns:a16="http://schemas.microsoft.com/office/drawing/2014/main" id="{8D0FB7EE-4042-43B5-A51F-4069202A66FE}"/>
              </a:ext>
            </a:extLst>
          </p:cNvPr>
          <p:cNvSpPr>
            <a:spLocks noGrp="1"/>
          </p:cNvSpPr>
          <p:nvPr/>
        </p:nvSpPr>
        <p:spPr>
          <a:xfrm>
            <a:off x="4424472" y="4989196"/>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478" name="c_full_paired_text_3935">
            <a:extLst>
              <a:ext uri="{FF2B5EF4-FFF2-40B4-BE49-F238E27FC236}">
                <a16:creationId xmlns:a16="http://schemas.microsoft.com/office/drawing/2014/main" id="{E91FBB31-4B7B-4D5A-871B-B59BAD53304F}"/>
              </a:ext>
            </a:extLst>
          </p:cNvPr>
          <p:cNvSpPr>
            <a:spLocks noGrp="1"/>
          </p:cNvSpPr>
          <p:nvPr/>
        </p:nvSpPr>
        <p:spPr>
          <a:xfrm rot="0">
            <a:off x="4505880" y="490547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a:t>
            </a:r>
          </a:p>
        </p:txBody>
      </p:sp>
      <p:sp>
        <p:nvSpPr>
          <p:cNvPr id="479" name="c_full_paired_path_3936">
            <a:extLst>
              <a:ext uri="{FF2B5EF4-FFF2-40B4-BE49-F238E27FC236}">
                <a16:creationId xmlns:a16="http://schemas.microsoft.com/office/drawing/2014/main" id="{EB8CDA1A-6F40-4773-A250-EEBAF12B7495}"/>
              </a:ext>
            </a:extLst>
          </p:cNvPr>
          <p:cNvSpPr>
            <a:spLocks noGrp="1"/>
          </p:cNvSpPr>
          <p:nvPr/>
        </p:nvSpPr>
        <p:spPr>
          <a:xfrm>
            <a:off x="4424472" y="3893835"/>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480" name="c_full_paired_text_3937">
            <a:extLst>
              <a:ext uri="{FF2B5EF4-FFF2-40B4-BE49-F238E27FC236}">
                <a16:creationId xmlns:a16="http://schemas.microsoft.com/office/drawing/2014/main" id="{92DF9604-0561-4CF3-A1C4-8C28E691C9FC}"/>
              </a:ext>
            </a:extLst>
          </p:cNvPr>
          <p:cNvSpPr>
            <a:spLocks noGrp="1"/>
          </p:cNvSpPr>
          <p:nvPr/>
        </p:nvSpPr>
        <p:spPr>
          <a:xfrm rot="0">
            <a:off x="4505880" y="381011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2.0</a:t>
            </a:r>
          </a:p>
        </p:txBody>
      </p:sp>
      <p:sp>
        <p:nvSpPr>
          <p:cNvPr id="481" name="c_full_paired_path_3938">
            <a:extLst>
              <a:ext uri="{FF2B5EF4-FFF2-40B4-BE49-F238E27FC236}">
                <a16:creationId xmlns:a16="http://schemas.microsoft.com/office/drawing/2014/main" id="{FCBC123A-AFFD-4EFC-89B0-72EEA0EA6078}"/>
              </a:ext>
            </a:extLst>
          </p:cNvPr>
          <p:cNvSpPr>
            <a:spLocks noGrp="1"/>
          </p:cNvSpPr>
          <p:nvPr/>
        </p:nvSpPr>
        <p:spPr>
          <a:xfrm>
            <a:off x="4424472" y="2798476"/>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482" name="c_full_paired_text_3939">
            <a:extLst>
              <a:ext uri="{FF2B5EF4-FFF2-40B4-BE49-F238E27FC236}">
                <a16:creationId xmlns:a16="http://schemas.microsoft.com/office/drawing/2014/main" id="{4BC831E5-ED5F-406B-A04A-ECD76AB95F78}"/>
              </a:ext>
            </a:extLst>
          </p:cNvPr>
          <p:cNvSpPr>
            <a:spLocks noGrp="1"/>
          </p:cNvSpPr>
          <p:nvPr/>
        </p:nvSpPr>
        <p:spPr>
          <a:xfrm rot="0">
            <a:off x="4505880" y="271475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3.0</a:t>
            </a:r>
          </a:p>
        </p:txBody>
      </p:sp>
      <p:sp>
        <p:nvSpPr>
          <p:cNvPr id="483" name="c_full_paired_path_3940">
            <a:extLst>
              <a:ext uri="{FF2B5EF4-FFF2-40B4-BE49-F238E27FC236}">
                <a16:creationId xmlns:a16="http://schemas.microsoft.com/office/drawing/2014/main" id="{EBA2582F-ACC6-45F5-B724-8A8DC9319C16}"/>
              </a:ext>
            </a:extLst>
          </p:cNvPr>
          <p:cNvSpPr>
            <a:spLocks noGrp="1"/>
          </p:cNvSpPr>
          <p:nvPr/>
        </p:nvSpPr>
        <p:spPr>
          <a:xfrm>
            <a:off x="4424472" y="1703116"/>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484" name="c_full_paired_text_3941">
            <a:extLst>
              <a:ext uri="{FF2B5EF4-FFF2-40B4-BE49-F238E27FC236}">
                <a16:creationId xmlns:a16="http://schemas.microsoft.com/office/drawing/2014/main" id="{2D2DBB6D-891E-44CD-929A-02457B9A984E}"/>
              </a:ext>
            </a:extLst>
          </p:cNvPr>
          <p:cNvSpPr>
            <a:spLocks noGrp="1"/>
          </p:cNvSpPr>
          <p:nvPr/>
        </p:nvSpPr>
        <p:spPr>
          <a:xfrm rot="0">
            <a:off x="4505880" y="161939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4.0</a:t>
            </a:r>
          </a:p>
        </p:txBody>
      </p:sp>
      <p:sp>
        <p:nvSpPr>
          <p:cNvPr id="485" name="c_full_paired_text_3942">
            <a:extLst>
              <a:ext uri="{FF2B5EF4-FFF2-40B4-BE49-F238E27FC236}">
                <a16:creationId xmlns:a16="http://schemas.microsoft.com/office/drawing/2014/main" id="{97824908-5F7D-4C5B-9252-3A5C6C71CB4D}"/>
              </a:ext>
            </a:extLst>
          </p:cNvPr>
          <p:cNvSpPr>
            <a:spLocks noGrp="1"/>
          </p:cNvSpPr>
          <p:nvPr/>
        </p:nvSpPr>
        <p:spPr>
          <a:xfrm rot="-5400000">
            <a:off x="4378901" y="3229858"/>
            <a:ext cx="1080080"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Resolution (Å)</a:t>
            </a:r>
          </a:p>
        </p:txBody>
      </p:sp>
      <p:sp>
        <p:nvSpPr>
          <p:cNvPr id="486" name="c_full_paired_text_3943">
            <a:extLst>
              <a:ext uri="{FF2B5EF4-FFF2-40B4-BE49-F238E27FC236}">
                <a16:creationId xmlns:a16="http://schemas.microsoft.com/office/drawing/2014/main" id="{69D2098F-EAC1-45AC-B8F1-6C6BD7A1668C}"/>
              </a:ext>
            </a:extLst>
          </p:cNvPr>
          <p:cNvSpPr>
            <a:spLocks noGrp="1"/>
          </p:cNvSpPr>
          <p:nvPr/>
        </p:nvSpPr>
        <p:spPr>
          <a:xfrm rot="0">
            <a:off x="997560" y="827586"/>
            <a:ext cx="1001789" cy="290744"/>
          </a:xfrm>
          <a:prstGeom prst="rect">
            <a:avLst/>
          </a:prstGeom>
          <a:noFill/>
          <a:ln w="0">
            <a:noFill/>
          </a:ln>
        </p:spPr>
        <p:txBody>
          <a:bodyPr wrap="none" lIns="0" tIns="0" rIns="0" bIns="0" anchor="ctr">
            <a:noAutofit/>
          </a:bodyPr>
          <a:lstStyle>
            <a:defPPr algn="l">
              <a:defRPr sz="1831" b="1">
                <a:solidFill>
                  <a:srgbClr val="000000"/>
                </a:solidFill>
                <a:latin typeface="Calibri"/>
                <a:ea typeface="Calibri"/>
                <a:cs typeface="Calibri"/>
              </a:defRPr>
            </a:defPPr>
          </a:lstStyle>
          <a:p>
            <a:pPr algn="l">
              <a:defRPr sz="1831" b="1">
                <a:solidFill>
                  <a:srgbClr val="000000"/>
                </a:solidFill>
                <a:latin typeface="Calibri"/>
                <a:ea typeface="Calibri"/>
                <a:cs typeface="Calibri"/>
              </a:defRPr>
            </a:pPr>
            <a:r>
              <a:rPr sz="1831" b="1">
                <a:solidFill>
                  <a:srgbClr val="000000"/>
                </a:solidFill>
                <a:latin typeface="Calibri"/>
                <a:ea typeface="Calibri"/>
                <a:cs typeface="Calibri"/>
              </a:rPr>
              <a:t>All ligands</a:t>
            </a:r>
          </a:p>
        </p:txBody>
      </p:sp>
      <p:sp>
        <p:nvSpPr>
          <p:cNvPr id="487" name="c_full_paired_path_3944">
            <a:extLst>
              <a:ext uri="{FF2B5EF4-FFF2-40B4-BE49-F238E27FC236}">
                <a16:creationId xmlns:a16="http://schemas.microsoft.com/office/drawing/2014/main" id="{866423B3-1570-495E-A5BC-B0704853177A}"/>
              </a:ext>
            </a:extLst>
          </p:cNvPr>
          <p:cNvSpPr>
            <a:spLocks noGrp="1"/>
          </p:cNvSpPr>
          <p:nvPr/>
        </p:nvSpPr>
        <p:spPr>
          <a:xfrm>
            <a:off x="1203337" y="5618366"/>
            <a:ext cx="197706" cy="138394"/>
          </a:xfrm>
          <a:custGeom>
            <a:pathLst>
              <a:path w="197706" h="138394">
                <a:moveTo>
                  <a:pt x="0" y="138394"/>
                </a:moveTo>
                <a:lnTo>
                  <a:pt x="197706" y="138394"/>
                </a:lnTo>
                <a:lnTo>
                  <a:pt x="197706" y="0"/>
                </a:lnTo>
                <a:lnTo>
                  <a:pt x="0" y="0"/>
                </a:lnTo>
                <a:lnTo>
                  <a:pt x="0" y="138394"/>
                </a:lnTo>
                <a:close/>
              </a:path>
            </a:pathLst>
          </a:custGeom>
          <a:solidFill>
            <a:srgbClr val="566AB4">
              <a:alpha val="100000"/>
            </a:srgbClr>
          </a:solidFill>
          <a:ln w="0">
            <a:noFill/>
            <a:prstDash val="solid"/>
          </a:ln>
        </p:spPr>
      </p:sp>
      <p:sp>
        <p:nvSpPr>
          <p:cNvPr id="488" name="c_full_paired_text_3945">
            <a:extLst>
              <a:ext uri="{FF2B5EF4-FFF2-40B4-BE49-F238E27FC236}">
                <a16:creationId xmlns:a16="http://schemas.microsoft.com/office/drawing/2014/main" id="{F8D79484-9378-4258-B65D-2380802B923C}"/>
              </a:ext>
            </a:extLst>
          </p:cNvPr>
          <p:cNvSpPr>
            <a:spLocks noGrp="1"/>
          </p:cNvSpPr>
          <p:nvPr/>
        </p:nvSpPr>
        <p:spPr>
          <a:xfrm rot="0">
            <a:off x="1490011" y="5600572"/>
            <a:ext cx="1902294"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(CA2)</a:t>
            </a:r>
          </a:p>
        </p:txBody>
      </p:sp>
      <p:sp>
        <p:nvSpPr>
          <p:cNvPr id="489" name="c_full_paired_path_3946">
            <a:extLst>
              <a:ext uri="{FF2B5EF4-FFF2-40B4-BE49-F238E27FC236}">
                <a16:creationId xmlns:a16="http://schemas.microsoft.com/office/drawing/2014/main" id="{F79880A2-724D-429C-9394-67F28D417279}"/>
              </a:ext>
            </a:extLst>
          </p:cNvPr>
          <p:cNvSpPr>
            <a:spLocks noGrp="1"/>
          </p:cNvSpPr>
          <p:nvPr/>
        </p:nvSpPr>
        <p:spPr>
          <a:xfrm>
            <a:off x="3578622" y="5618366"/>
            <a:ext cx="197706" cy="138394"/>
          </a:xfrm>
          <a:custGeom>
            <a:pathLst>
              <a:path w="197706" h="138394">
                <a:moveTo>
                  <a:pt x="0" y="138394"/>
                </a:moveTo>
                <a:lnTo>
                  <a:pt x="197706" y="138394"/>
                </a:lnTo>
                <a:lnTo>
                  <a:pt x="197706" y="0"/>
                </a:lnTo>
                <a:lnTo>
                  <a:pt x="0" y="0"/>
                </a:lnTo>
                <a:lnTo>
                  <a:pt x="0" y="138394"/>
                </a:lnTo>
                <a:close/>
              </a:path>
            </a:pathLst>
          </a:custGeom>
          <a:solidFill>
            <a:srgbClr val="B08A60">
              <a:alpha val="100000"/>
            </a:srgbClr>
          </a:solidFill>
          <a:ln w="0">
            <a:noFill/>
            <a:prstDash val="solid"/>
          </a:ln>
        </p:spPr>
      </p:sp>
      <p:sp>
        <p:nvSpPr>
          <p:cNvPr id="490" name="c_full_paired_text_3947">
            <a:extLst>
              <a:ext uri="{FF2B5EF4-FFF2-40B4-BE49-F238E27FC236}">
                <a16:creationId xmlns:a16="http://schemas.microsoft.com/office/drawing/2014/main" id="{AFCBEC6A-77C7-41D6-A462-886BD9436163}"/>
              </a:ext>
            </a:extLst>
          </p:cNvPr>
          <p:cNvSpPr>
            <a:spLocks noGrp="1"/>
          </p:cNvSpPr>
          <p:nvPr/>
        </p:nvSpPr>
        <p:spPr>
          <a:xfrm rot="0">
            <a:off x="3865296" y="5600572"/>
            <a:ext cx="139774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(CA2)</a:t>
            </a:r>
          </a:p>
        </p:txBody>
      </p:sp>
    </p:spTree>
    <p:extLst>
      <p:ext uri="{BB962C8B-B14F-4D97-AF65-F5344CB8AC3E}">
        <p14:creationId xmlns:p14="http://schemas.microsoft.com/office/powerpoint/2010/main" val="1561257555"/>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6" name="d_small_paired_path_3948">
            <a:extLst>
              <a:ext uri="{FF2B5EF4-FFF2-40B4-BE49-F238E27FC236}">
                <a16:creationId xmlns:a16="http://schemas.microsoft.com/office/drawing/2014/main" id="{B409FDD3-4494-4EC1-BFC4-9D6D35F37E4B}"/>
              </a:ext>
            </a:extLst>
          </p:cNvPr>
          <p:cNvSpPr>
            <a:spLocks noGrp="1"/>
          </p:cNvSpPr>
          <p:nvPr/>
        </p:nvSpPr>
        <p:spPr>
          <a:xfrm>
            <a:off x="0" y="617865"/>
            <a:ext cx="5868000" cy="5604270"/>
          </a:xfrm>
          <a:custGeom>
            <a:avLst/>
            <a:gdLst/>
            <a:ahLst/>
            <a:cxnLst/>
            <a:rect l="0" t="0" r="0" b="0"/>
            <a:pathLst>
              <a:path w="5868000" h="5604270">
                <a:moveTo>
                  <a:pt x="0" y="5604270"/>
                </a:moveTo>
                <a:lnTo>
                  <a:pt x="5868000" y="5604270"/>
                </a:lnTo>
                <a:lnTo>
                  <a:pt x="5868000" y="0"/>
                </a:lnTo>
                <a:lnTo>
                  <a:pt x="0" y="0"/>
                </a:lnTo>
                <a:lnTo>
                  <a:pt x="0" y="5604270"/>
                </a:lnTo>
                <a:close/>
              </a:path>
            </a:pathLst>
          </a:custGeom>
          <a:solidFill>
            <a:srgbClr val="FFFFFF">
              <a:alpha val="100000"/>
            </a:srgbClr>
          </a:solidFill>
          <a:ln w="0">
            <a:noFill/>
            <a:prstDash val="solid"/>
          </a:ln>
        </p:spPr>
      </p:sp>
      <p:sp>
        <p:nvSpPr>
          <p:cNvPr id="2" name="d_small_paired_path_3949">
            <a:extLst>
              <a:ext uri="{FF2B5EF4-FFF2-40B4-BE49-F238E27FC236}">
                <a16:creationId xmlns:a16="http://schemas.microsoft.com/office/drawing/2014/main" id="{E8E8AB47-47AE-4E96-89C2-CEBDEC731947}"/>
              </a:ext>
            </a:extLst>
          </p:cNvPr>
          <p:cNvSpPr>
            <a:spLocks noGrp="1"/>
          </p:cNvSpPr>
          <p:nvPr/>
        </p:nvSpPr>
        <p:spPr>
          <a:xfrm>
            <a:off x="997560" y="1703116"/>
            <a:ext cx="3286080" cy="3286080"/>
          </a:xfrm>
          <a:custGeom>
            <a:avLst/>
            <a:gdLst/>
            <a:ahLst/>
            <a:cxnLst/>
            <a:rect l="0" t="0" r="0" b="0"/>
            <a:pathLst>
              <a:path w="3286080" h="3286080">
                <a:moveTo>
                  <a:pt x="0" y="3286080"/>
                </a:moveTo>
                <a:lnTo>
                  <a:pt x="3286080" y="3286080"/>
                </a:lnTo>
                <a:lnTo>
                  <a:pt x="3286080" y="0"/>
                </a:lnTo>
                <a:lnTo>
                  <a:pt x="0" y="0"/>
                </a:lnTo>
                <a:lnTo>
                  <a:pt x="0" y="3286080"/>
                </a:lnTo>
                <a:close/>
              </a:path>
            </a:pathLst>
          </a:custGeom>
          <a:solidFill>
            <a:srgbClr val="FFFFFF">
              <a:alpha val="100000"/>
            </a:srgbClr>
          </a:solidFill>
          <a:ln w="0">
            <a:noFill/>
            <a:prstDash val="solid"/>
          </a:ln>
        </p:spPr>
      </p:sp>
      <p:sp>
        <p:nvSpPr>
          <p:cNvPr id="3" name="d_small_paired_path_3950">
            <a:extLst>
              <a:ext uri="{FF2B5EF4-FFF2-40B4-BE49-F238E27FC236}">
                <a16:creationId xmlns:a16="http://schemas.microsoft.com/office/drawing/2014/main" id="{37950D36-3FCD-47FA-9569-49FF582A6204}"/>
              </a:ext>
            </a:extLst>
          </p:cNvPr>
          <p:cNvSpPr>
            <a:spLocks noGrp="1"/>
          </p:cNvSpPr>
          <p:nvPr/>
        </p:nvSpPr>
        <p:spPr>
          <a:xfrm>
            <a:off x="997560" y="490704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4" name="d_small_paired_path_3951">
            <a:extLst>
              <a:ext uri="{FF2B5EF4-FFF2-40B4-BE49-F238E27FC236}">
                <a16:creationId xmlns:a16="http://schemas.microsoft.com/office/drawing/2014/main" id="{49BA4432-299E-424A-BAF8-1B896AC50505}"/>
              </a:ext>
            </a:extLst>
          </p:cNvPr>
          <p:cNvSpPr>
            <a:spLocks noGrp="1"/>
          </p:cNvSpPr>
          <p:nvPr/>
        </p:nvSpPr>
        <p:spPr>
          <a:xfrm>
            <a:off x="1161864" y="474273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5" name="d_small_paired_path_3952">
            <a:extLst>
              <a:ext uri="{FF2B5EF4-FFF2-40B4-BE49-F238E27FC236}">
                <a16:creationId xmlns:a16="http://schemas.microsoft.com/office/drawing/2014/main" id="{BF8AF95F-BB68-4DD8-9A0B-FFF5B3890D44}"/>
              </a:ext>
            </a:extLst>
          </p:cNvPr>
          <p:cNvSpPr>
            <a:spLocks noGrp="1"/>
          </p:cNvSpPr>
          <p:nvPr/>
        </p:nvSpPr>
        <p:spPr>
          <a:xfrm>
            <a:off x="1326168" y="4578435"/>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6" name="d_small_paired_path_3953">
            <a:extLst>
              <a:ext uri="{FF2B5EF4-FFF2-40B4-BE49-F238E27FC236}">
                <a16:creationId xmlns:a16="http://schemas.microsoft.com/office/drawing/2014/main" id="{63B9064B-3F5B-4932-A0E6-EDC4E8C9A599}"/>
              </a:ext>
            </a:extLst>
          </p:cNvPr>
          <p:cNvSpPr>
            <a:spLocks noGrp="1"/>
          </p:cNvSpPr>
          <p:nvPr/>
        </p:nvSpPr>
        <p:spPr>
          <a:xfrm>
            <a:off x="1490472" y="4414131"/>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7" name="d_small_paired_path_3954">
            <a:extLst>
              <a:ext uri="{FF2B5EF4-FFF2-40B4-BE49-F238E27FC236}">
                <a16:creationId xmlns:a16="http://schemas.microsoft.com/office/drawing/2014/main" id="{E2F671B0-FB04-4415-A507-D053237B6873}"/>
              </a:ext>
            </a:extLst>
          </p:cNvPr>
          <p:cNvSpPr>
            <a:spLocks noGrp="1"/>
          </p:cNvSpPr>
          <p:nvPr/>
        </p:nvSpPr>
        <p:spPr>
          <a:xfrm>
            <a:off x="1654776" y="4249827"/>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8" name="d_small_paired_path_3955">
            <a:extLst>
              <a:ext uri="{FF2B5EF4-FFF2-40B4-BE49-F238E27FC236}">
                <a16:creationId xmlns:a16="http://schemas.microsoft.com/office/drawing/2014/main" id="{CDA79120-12C5-4E9C-BCFD-5A7EEC8986D5}"/>
              </a:ext>
            </a:extLst>
          </p:cNvPr>
          <p:cNvSpPr>
            <a:spLocks noGrp="1"/>
          </p:cNvSpPr>
          <p:nvPr/>
        </p:nvSpPr>
        <p:spPr>
          <a:xfrm>
            <a:off x="1819080" y="408552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9" name="d_small_paired_path_3956">
            <a:extLst>
              <a:ext uri="{FF2B5EF4-FFF2-40B4-BE49-F238E27FC236}">
                <a16:creationId xmlns:a16="http://schemas.microsoft.com/office/drawing/2014/main" id="{FD2E986F-72EF-4CB3-AF72-70979ACCCD39}"/>
              </a:ext>
            </a:extLst>
          </p:cNvPr>
          <p:cNvSpPr>
            <a:spLocks noGrp="1"/>
          </p:cNvSpPr>
          <p:nvPr/>
        </p:nvSpPr>
        <p:spPr>
          <a:xfrm>
            <a:off x="1983384" y="392121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0" name="d_small_paired_path_3957">
            <a:extLst>
              <a:ext uri="{FF2B5EF4-FFF2-40B4-BE49-F238E27FC236}">
                <a16:creationId xmlns:a16="http://schemas.microsoft.com/office/drawing/2014/main" id="{0245C7A7-AE7B-4C66-871D-A107B4F9B675}"/>
              </a:ext>
            </a:extLst>
          </p:cNvPr>
          <p:cNvSpPr>
            <a:spLocks noGrp="1"/>
          </p:cNvSpPr>
          <p:nvPr/>
        </p:nvSpPr>
        <p:spPr>
          <a:xfrm>
            <a:off x="2147688" y="3756915"/>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1" name="d_small_paired_path_3958">
            <a:extLst>
              <a:ext uri="{FF2B5EF4-FFF2-40B4-BE49-F238E27FC236}">
                <a16:creationId xmlns:a16="http://schemas.microsoft.com/office/drawing/2014/main" id="{30B9CEEA-5446-4968-A91F-8CD874CD8F21}"/>
              </a:ext>
            </a:extLst>
          </p:cNvPr>
          <p:cNvSpPr>
            <a:spLocks noGrp="1"/>
          </p:cNvSpPr>
          <p:nvPr/>
        </p:nvSpPr>
        <p:spPr>
          <a:xfrm>
            <a:off x="2311992" y="3592611"/>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2" name="d_small_paired_path_3959">
            <a:extLst>
              <a:ext uri="{FF2B5EF4-FFF2-40B4-BE49-F238E27FC236}">
                <a16:creationId xmlns:a16="http://schemas.microsoft.com/office/drawing/2014/main" id="{60E58DE5-F833-4D4F-B2C6-535FF2922B48}"/>
              </a:ext>
            </a:extLst>
          </p:cNvPr>
          <p:cNvSpPr>
            <a:spLocks noGrp="1"/>
          </p:cNvSpPr>
          <p:nvPr/>
        </p:nvSpPr>
        <p:spPr>
          <a:xfrm>
            <a:off x="2476296" y="3428307"/>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3" name="d_small_paired_path_3960">
            <a:extLst>
              <a:ext uri="{FF2B5EF4-FFF2-40B4-BE49-F238E27FC236}">
                <a16:creationId xmlns:a16="http://schemas.microsoft.com/office/drawing/2014/main" id="{D5B7C216-530F-4028-8BC1-DC572D83F236}"/>
              </a:ext>
            </a:extLst>
          </p:cNvPr>
          <p:cNvSpPr>
            <a:spLocks noGrp="1"/>
          </p:cNvSpPr>
          <p:nvPr/>
        </p:nvSpPr>
        <p:spPr>
          <a:xfrm>
            <a:off x="2640600" y="326400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4" name="d_small_paired_path_3961">
            <a:extLst>
              <a:ext uri="{FF2B5EF4-FFF2-40B4-BE49-F238E27FC236}">
                <a16:creationId xmlns:a16="http://schemas.microsoft.com/office/drawing/2014/main" id="{C475CD0C-A5EB-45F8-BFC6-9BEE80276627}"/>
              </a:ext>
            </a:extLst>
          </p:cNvPr>
          <p:cNvSpPr>
            <a:spLocks noGrp="1"/>
          </p:cNvSpPr>
          <p:nvPr/>
        </p:nvSpPr>
        <p:spPr>
          <a:xfrm>
            <a:off x="2804904" y="309969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5" name="d_small_paired_path_3962">
            <a:extLst>
              <a:ext uri="{FF2B5EF4-FFF2-40B4-BE49-F238E27FC236}">
                <a16:creationId xmlns:a16="http://schemas.microsoft.com/office/drawing/2014/main" id="{6B141BB1-2F06-4218-A913-6E5C6EA1B6FA}"/>
              </a:ext>
            </a:extLst>
          </p:cNvPr>
          <p:cNvSpPr>
            <a:spLocks noGrp="1"/>
          </p:cNvSpPr>
          <p:nvPr/>
        </p:nvSpPr>
        <p:spPr>
          <a:xfrm>
            <a:off x="2969208" y="2935395"/>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6" name="d_small_paired_path_3963">
            <a:extLst>
              <a:ext uri="{FF2B5EF4-FFF2-40B4-BE49-F238E27FC236}">
                <a16:creationId xmlns:a16="http://schemas.microsoft.com/office/drawing/2014/main" id="{A9E99984-60D8-4D37-8157-22A39E106AAC}"/>
              </a:ext>
            </a:extLst>
          </p:cNvPr>
          <p:cNvSpPr>
            <a:spLocks noGrp="1"/>
          </p:cNvSpPr>
          <p:nvPr/>
        </p:nvSpPr>
        <p:spPr>
          <a:xfrm>
            <a:off x="3133512" y="2771091"/>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7" name="d_small_paired_path_3964">
            <a:extLst>
              <a:ext uri="{FF2B5EF4-FFF2-40B4-BE49-F238E27FC236}">
                <a16:creationId xmlns:a16="http://schemas.microsoft.com/office/drawing/2014/main" id="{FF91C245-8D06-49C9-B8F5-15DD1E5AB217}"/>
              </a:ext>
            </a:extLst>
          </p:cNvPr>
          <p:cNvSpPr>
            <a:spLocks noGrp="1"/>
          </p:cNvSpPr>
          <p:nvPr/>
        </p:nvSpPr>
        <p:spPr>
          <a:xfrm>
            <a:off x="3297816" y="2606787"/>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8" name="d_small_paired_path_3965">
            <a:extLst>
              <a:ext uri="{FF2B5EF4-FFF2-40B4-BE49-F238E27FC236}">
                <a16:creationId xmlns:a16="http://schemas.microsoft.com/office/drawing/2014/main" id="{84CCA43C-3903-4DA2-BAF4-780645599B84}"/>
              </a:ext>
            </a:extLst>
          </p:cNvPr>
          <p:cNvSpPr>
            <a:spLocks noGrp="1"/>
          </p:cNvSpPr>
          <p:nvPr/>
        </p:nvSpPr>
        <p:spPr>
          <a:xfrm>
            <a:off x="3462120" y="2442483"/>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19" name="d_small_paired_path_3966">
            <a:extLst>
              <a:ext uri="{FF2B5EF4-FFF2-40B4-BE49-F238E27FC236}">
                <a16:creationId xmlns:a16="http://schemas.microsoft.com/office/drawing/2014/main" id="{EE0EAFA9-274F-4911-99B0-C3DB13C92C65}"/>
              </a:ext>
            </a:extLst>
          </p:cNvPr>
          <p:cNvSpPr>
            <a:spLocks noGrp="1"/>
          </p:cNvSpPr>
          <p:nvPr/>
        </p:nvSpPr>
        <p:spPr>
          <a:xfrm>
            <a:off x="3626424" y="2278179"/>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0" name="d_small_paired_path_3967">
            <a:extLst>
              <a:ext uri="{FF2B5EF4-FFF2-40B4-BE49-F238E27FC236}">
                <a16:creationId xmlns:a16="http://schemas.microsoft.com/office/drawing/2014/main" id="{F439A19B-739D-4CC6-B034-F038ED5B4CE2}"/>
              </a:ext>
            </a:extLst>
          </p:cNvPr>
          <p:cNvSpPr>
            <a:spLocks noGrp="1"/>
          </p:cNvSpPr>
          <p:nvPr/>
        </p:nvSpPr>
        <p:spPr>
          <a:xfrm>
            <a:off x="3790728" y="2113876"/>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1" name="d_small_paired_path_3968">
            <a:extLst>
              <a:ext uri="{FF2B5EF4-FFF2-40B4-BE49-F238E27FC236}">
                <a16:creationId xmlns:a16="http://schemas.microsoft.com/office/drawing/2014/main" id="{B8EC1D27-7F08-4213-A822-26D0A4CCCDC2}"/>
              </a:ext>
            </a:extLst>
          </p:cNvPr>
          <p:cNvSpPr>
            <a:spLocks noGrp="1"/>
          </p:cNvSpPr>
          <p:nvPr/>
        </p:nvSpPr>
        <p:spPr>
          <a:xfrm>
            <a:off x="3955032" y="1949572"/>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2" name="d_small_paired_path_3969">
            <a:extLst>
              <a:ext uri="{FF2B5EF4-FFF2-40B4-BE49-F238E27FC236}">
                <a16:creationId xmlns:a16="http://schemas.microsoft.com/office/drawing/2014/main" id="{4BE2A2DE-181A-48A9-914D-19BC1E0E76CC}"/>
              </a:ext>
            </a:extLst>
          </p:cNvPr>
          <p:cNvSpPr>
            <a:spLocks noGrp="1"/>
          </p:cNvSpPr>
          <p:nvPr/>
        </p:nvSpPr>
        <p:spPr>
          <a:xfrm>
            <a:off x="4119336" y="1785268"/>
            <a:ext cx="82152" cy="82152"/>
          </a:xfrm>
          <a:custGeom>
            <a:avLst/>
            <a:gdLst/>
            <a:ahLst/>
            <a:cxnLst/>
            <a:rect l="0" t="0" r="0" b="0"/>
            <a:pathLst>
              <a:path w="82152" h="82152">
                <a:moveTo>
                  <a:pt x="0" y="82152"/>
                </a:moveTo>
                <a:lnTo>
                  <a:pt x="82152" y="0"/>
                </a:lnTo>
              </a:path>
            </a:pathLst>
          </a:custGeom>
          <a:noFill/>
          <a:ln w="15119">
            <a:solidFill>
              <a:srgbClr val="939CA2">
                <a:alpha val="100000"/>
              </a:srgbClr>
            </a:solidFill>
            <a:prstDash val="solid"/>
          </a:ln>
        </p:spPr>
      </p:sp>
      <p:sp>
        <p:nvSpPr>
          <p:cNvPr id="23" name="d_small_paired_path_3970">
            <a:extLst>
              <a:ext uri="{FF2B5EF4-FFF2-40B4-BE49-F238E27FC236}">
                <a16:creationId xmlns:a16="http://schemas.microsoft.com/office/drawing/2014/main" id="{FB2907D3-5425-4D00-A80A-AE87D2422BB4}"/>
              </a:ext>
            </a:extLst>
          </p:cNvPr>
          <p:cNvSpPr>
            <a:spLocks noGrp="1"/>
          </p:cNvSpPr>
          <p:nvPr/>
        </p:nvSpPr>
        <p:spPr>
          <a:xfrm>
            <a:off x="997560" y="4989196"/>
            <a:ext cx="191" cy="53497"/>
          </a:xfrm>
          <a:custGeom>
            <a:avLst/>
            <a:gdLst/>
            <a:ahLst/>
            <a:cxnLst/>
            <a:rect l="0" t="0" r="0" b="0"/>
            <a:pathLst>
              <a:path w="191" h="53497">
                <a:moveTo>
                  <a:pt x="0" y="0"/>
                </a:moveTo>
                <a:lnTo>
                  <a:pt x="0" y="53497"/>
                </a:lnTo>
              </a:path>
            </a:pathLst>
          </a:custGeom>
          <a:solidFill>
            <a:srgbClr val="000000">
              <a:alpha val="100000"/>
            </a:srgbClr>
          </a:solidFill>
          <a:ln w="12793">
            <a:solidFill>
              <a:srgbClr val="000000">
                <a:alpha val="100000"/>
              </a:srgbClr>
            </a:solidFill>
            <a:prstDash val="solid"/>
          </a:ln>
        </p:spPr>
      </p:sp>
      <p:sp>
        <p:nvSpPr>
          <p:cNvPr id="24" name="d_small_paired_text_3971">
            <a:extLst>
              <a:ext uri="{FF2B5EF4-FFF2-40B4-BE49-F238E27FC236}">
                <a16:creationId xmlns:a16="http://schemas.microsoft.com/office/drawing/2014/main" id="{793C9515-B178-402A-B4A7-89C115EE0C83}"/>
              </a:ext>
            </a:extLst>
          </p:cNvPr>
          <p:cNvSpPr>
            <a:spLocks noGrp="1"/>
          </p:cNvSpPr>
          <p:nvPr/>
        </p:nvSpPr>
        <p:spPr>
          <a:xfrm rot="0">
            <a:off x="785433" y="510366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25" name="d_small_paired_path_3972">
            <a:extLst>
              <a:ext uri="{FF2B5EF4-FFF2-40B4-BE49-F238E27FC236}">
                <a16:creationId xmlns:a16="http://schemas.microsoft.com/office/drawing/2014/main" id="{E1AD5807-9A61-4268-8811-8CE91697760A}"/>
              </a:ext>
            </a:extLst>
          </p:cNvPr>
          <p:cNvSpPr>
            <a:spLocks noGrp="1"/>
          </p:cNvSpPr>
          <p:nvPr/>
        </p:nvSpPr>
        <p:spPr>
          <a:xfrm>
            <a:off x="2640600" y="4989196"/>
            <a:ext cx="191" cy="53497"/>
          </a:xfrm>
          <a:custGeom>
            <a:avLst/>
            <a:gdLst/>
            <a:ahLst/>
            <a:cxnLst/>
            <a:rect l="0" t="0" r="0" b="0"/>
            <a:pathLst>
              <a:path w="191" h="53497">
                <a:moveTo>
                  <a:pt x="0" y="0"/>
                </a:moveTo>
                <a:lnTo>
                  <a:pt x="0" y="53497"/>
                </a:lnTo>
              </a:path>
            </a:pathLst>
          </a:custGeom>
          <a:solidFill>
            <a:srgbClr val="000000">
              <a:alpha val="100000"/>
            </a:srgbClr>
          </a:solidFill>
          <a:ln w="12793">
            <a:solidFill>
              <a:srgbClr val="000000">
                <a:alpha val="100000"/>
              </a:srgbClr>
            </a:solidFill>
            <a:prstDash val="solid"/>
          </a:ln>
        </p:spPr>
      </p:sp>
      <p:sp>
        <p:nvSpPr>
          <p:cNvPr id="26" name="d_small_paired_text_3973">
            <a:extLst>
              <a:ext uri="{FF2B5EF4-FFF2-40B4-BE49-F238E27FC236}">
                <a16:creationId xmlns:a16="http://schemas.microsoft.com/office/drawing/2014/main" id="{2E7D5F29-6D7A-4D28-B39A-62A41B012F6B}"/>
              </a:ext>
            </a:extLst>
          </p:cNvPr>
          <p:cNvSpPr>
            <a:spLocks noGrp="1"/>
          </p:cNvSpPr>
          <p:nvPr/>
        </p:nvSpPr>
        <p:spPr>
          <a:xfrm rot="0">
            <a:off x="2428473" y="510366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27" name="d_small_paired_path_3974">
            <a:extLst>
              <a:ext uri="{FF2B5EF4-FFF2-40B4-BE49-F238E27FC236}">
                <a16:creationId xmlns:a16="http://schemas.microsoft.com/office/drawing/2014/main" id="{50CB06EA-5270-4695-969D-7931302D0B16}"/>
              </a:ext>
            </a:extLst>
          </p:cNvPr>
          <p:cNvSpPr>
            <a:spLocks noGrp="1"/>
          </p:cNvSpPr>
          <p:nvPr/>
        </p:nvSpPr>
        <p:spPr>
          <a:xfrm>
            <a:off x="4283640" y="4989196"/>
            <a:ext cx="191" cy="53497"/>
          </a:xfrm>
          <a:custGeom>
            <a:avLst/>
            <a:gdLst/>
            <a:ahLst/>
            <a:cxnLst/>
            <a:rect l="0" t="0" r="0" b="0"/>
            <a:pathLst>
              <a:path w="191" h="53497">
                <a:moveTo>
                  <a:pt x="0" y="0"/>
                </a:moveTo>
                <a:lnTo>
                  <a:pt x="0" y="53497"/>
                </a:lnTo>
              </a:path>
            </a:pathLst>
          </a:custGeom>
          <a:solidFill>
            <a:srgbClr val="000000">
              <a:alpha val="100000"/>
            </a:srgbClr>
          </a:solidFill>
          <a:ln w="12793">
            <a:solidFill>
              <a:srgbClr val="000000">
                <a:alpha val="100000"/>
              </a:srgbClr>
            </a:solidFill>
            <a:prstDash val="solid"/>
          </a:ln>
        </p:spPr>
      </p:sp>
      <p:sp>
        <p:nvSpPr>
          <p:cNvPr id="28" name="d_small_paired_text_3975">
            <a:extLst>
              <a:ext uri="{FF2B5EF4-FFF2-40B4-BE49-F238E27FC236}">
                <a16:creationId xmlns:a16="http://schemas.microsoft.com/office/drawing/2014/main" id="{D696835E-C26D-4FE6-8E9B-16FB9D37724A}"/>
              </a:ext>
            </a:extLst>
          </p:cNvPr>
          <p:cNvSpPr>
            <a:spLocks noGrp="1"/>
          </p:cNvSpPr>
          <p:nvPr/>
        </p:nvSpPr>
        <p:spPr>
          <a:xfrm rot="0">
            <a:off x="4071513" y="510366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29" name="d_small_paired_text_3976">
            <a:extLst>
              <a:ext uri="{FF2B5EF4-FFF2-40B4-BE49-F238E27FC236}">
                <a16:creationId xmlns:a16="http://schemas.microsoft.com/office/drawing/2014/main" id="{43877B2A-D9A6-4054-B36D-74CCE2B19D6C}"/>
              </a:ext>
            </a:extLst>
          </p:cNvPr>
          <p:cNvSpPr>
            <a:spLocks noGrp="1"/>
          </p:cNvSpPr>
          <p:nvPr/>
        </p:nvSpPr>
        <p:spPr>
          <a:xfrm rot="0">
            <a:off x="1906773" y="5356442"/>
            <a:ext cx="1479284"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LigandSeek (CA2)</a:t>
            </a:r>
          </a:p>
        </p:txBody>
      </p:sp>
      <p:sp>
        <p:nvSpPr>
          <p:cNvPr id="30" name="d_small_paired_path_3977">
            <a:extLst>
              <a:ext uri="{FF2B5EF4-FFF2-40B4-BE49-F238E27FC236}">
                <a16:creationId xmlns:a16="http://schemas.microsoft.com/office/drawing/2014/main" id="{AB4C52CA-9CEA-42C8-AEFB-13C71A7DA269}"/>
              </a:ext>
            </a:extLst>
          </p:cNvPr>
          <p:cNvSpPr>
            <a:spLocks noGrp="1"/>
          </p:cNvSpPr>
          <p:nvPr/>
        </p:nvSpPr>
        <p:spPr>
          <a:xfrm>
            <a:off x="944063" y="4989196"/>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31" name="d_small_paired_text_3978">
            <a:extLst>
              <a:ext uri="{FF2B5EF4-FFF2-40B4-BE49-F238E27FC236}">
                <a16:creationId xmlns:a16="http://schemas.microsoft.com/office/drawing/2014/main" id="{4871CEC0-8AAD-4C37-9508-2600F2CBD2B5}"/>
              </a:ext>
            </a:extLst>
          </p:cNvPr>
          <p:cNvSpPr>
            <a:spLocks noGrp="1"/>
          </p:cNvSpPr>
          <p:nvPr/>
        </p:nvSpPr>
        <p:spPr>
          <a:xfrm rot="0">
            <a:off x="438400" y="4905476"/>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32" name="d_small_paired_path_3979">
            <a:extLst>
              <a:ext uri="{FF2B5EF4-FFF2-40B4-BE49-F238E27FC236}">
                <a16:creationId xmlns:a16="http://schemas.microsoft.com/office/drawing/2014/main" id="{D5988859-0A13-4C65-A963-47FFB34BF804}"/>
              </a:ext>
            </a:extLst>
          </p:cNvPr>
          <p:cNvSpPr>
            <a:spLocks noGrp="1"/>
          </p:cNvSpPr>
          <p:nvPr/>
        </p:nvSpPr>
        <p:spPr>
          <a:xfrm>
            <a:off x="944063" y="3346156"/>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33" name="d_small_paired_text_3980">
            <a:extLst>
              <a:ext uri="{FF2B5EF4-FFF2-40B4-BE49-F238E27FC236}">
                <a16:creationId xmlns:a16="http://schemas.microsoft.com/office/drawing/2014/main" id="{A7726C23-6FA8-41E7-BAA4-D764EA7937E5}"/>
              </a:ext>
            </a:extLst>
          </p:cNvPr>
          <p:cNvSpPr>
            <a:spLocks noGrp="1"/>
          </p:cNvSpPr>
          <p:nvPr/>
        </p:nvSpPr>
        <p:spPr>
          <a:xfrm rot="0">
            <a:off x="438400" y="3262436"/>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34" name="d_small_paired_path_3981">
            <a:extLst>
              <a:ext uri="{FF2B5EF4-FFF2-40B4-BE49-F238E27FC236}">
                <a16:creationId xmlns:a16="http://schemas.microsoft.com/office/drawing/2014/main" id="{2DB08CBB-DAD9-4CB1-88A9-24AFB4F4919D}"/>
              </a:ext>
            </a:extLst>
          </p:cNvPr>
          <p:cNvSpPr>
            <a:spLocks noGrp="1"/>
          </p:cNvSpPr>
          <p:nvPr/>
        </p:nvSpPr>
        <p:spPr>
          <a:xfrm>
            <a:off x="944063" y="1703116"/>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35" name="d_small_paired_text_3982">
            <a:extLst>
              <a:ext uri="{FF2B5EF4-FFF2-40B4-BE49-F238E27FC236}">
                <a16:creationId xmlns:a16="http://schemas.microsoft.com/office/drawing/2014/main" id="{EB5D92AF-F0F5-4BF6-B04A-89A8E9180590}"/>
              </a:ext>
            </a:extLst>
          </p:cNvPr>
          <p:cNvSpPr>
            <a:spLocks noGrp="1"/>
          </p:cNvSpPr>
          <p:nvPr/>
        </p:nvSpPr>
        <p:spPr>
          <a:xfrm rot="0">
            <a:off x="438400" y="1619396"/>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36" name="d_small_paired_text_3983">
            <a:extLst>
              <a:ext uri="{FF2B5EF4-FFF2-40B4-BE49-F238E27FC236}">
                <a16:creationId xmlns:a16="http://schemas.microsoft.com/office/drawing/2014/main" id="{9487A89C-5F84-431F-9D5D-D2365AFFCBC5}"/>
              </a:ext>
            </a:extLst>
          </p:cNvPr>
          <p:cNvSpPr>
            <a:spLocks noGrp="1"/>
          </p:cNvSpPr>
          <p:nvPr/>
        </p:nvSpPr>
        <p:spPr>
          <a:xfrm rot="-5400000">
            <a:off x="-727439" y="3215321"/>
            <a:ext cx="2013510"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LigandSeek2-Find (CA2)</a:t>
            </a:r>
          </a:p>
        </p:txBody>
      </p:sp>
      <p:sp>
        <p:nvSpPr>
          <p:cNvPr id="37" name="d_small_paired_ellipse_3984">
            <a:extLst>
              <a:ext uri="{FF2B5EF4-FFF2-40B4-BE49-F238E27FC236}">
                <a16:creationId xmlns:a16="http://schemas.microsoft.com/office/drawing/2014/main" id="{BB6FA884-9010-4BB3-832B-BE2F1B46E180}"/>
              </a:ext>
            </a:extLst>
          </p:cNvPr>
          <p:cNvSpPr>
            <a:spLocks noGrp="1"/>
          </p:cNvSpPr>
          <p:nvPr/>
        </p:nvSpPr>
        <p:spPr>
          <a:xfrm>
            <a:off x="4245068" y="1664544"/>
            <a:ext cx="77143" cy="77143"/>
          </a:xfrm>
          <a:prstGeom prst="ellipse">
            <a:avLst/>
          </a:prstGeom>
          <a:solidFill>
            <a:srgbClr val="443983">
              <a:alpha val="82000"/>
            </a:srgbClr>
          </a:solidFill>
          <a:ln w="5117">
            <a:solidFill>
              <a:srgbClr val="FFFFFF">
                <a:alpha val="82000"/>
              </a:srgbClr>
            </a:solidFill>
            <a:prstDash val="solid"/>
          </a:ln>
        </p:spPr>
      </p:sp>
      <p:sp>
        <p:nvSpPr>
          <p:cNvPr id="38" name="d_small_paired_ellipse_3985">
            <a:extLst>
              <a:ext uri="{FF2B5EF4-FFF2-40B4-BE49-F238E27FC236}">
                <a16:creationId xmlns:a16="http://schemas.microsoft.com/office/drawing/2014/main" id="{D68FAC15-4BCE-4689-99CB-D014B24436CE}"/>
              </a:ext>
            </a:extLst>
          </p:cNvPr>
          <p:cNvSpPr>
            <a:spLocks noGrp="1"/>
          </p:cNvSpPr>
          <p:nvPr/>
        </p:nvSpPr>
        <p:spPr>
          <a:xfrm>
            <a:off x="4245068" y="1716596"/>
            <a:ext cx="77143" cy="77143"/>
          </a:xfrm>
          <a:prstGeom prst="ellipse">
            <a:avLst/>
          </a:prstGeom>
          <a:solidFill>
            <a:srgbClr val="33638D">
              <a:alpha val="82000"/>
            </a:srgbClr>
          </a:solidFill>
          <a:ln w="5117">
            <a:solidFill>
              <a:srgbClr val="FFFFFF">
                <a:alpha val="82000"/>
              </a:srgbClr>
            </a:solidFill>
            <a:prstDash val="solid"/>
          </a:ln>
        </p:spPr>
      </p:sp>
      <p:sp>
        <p:nvSpPr>
          <p:cNvPr id="39" name="d_small_paired_ellipse_3986">
            <a:extLst>
              <a:ext uri="{FF2B5EF4-FFF2-40B4-BE49-F238E27FC236}">
                <a16:creationId xmlns:a16="http://schemas.microsoft.com/office/drawing/2014/main" id="{4057D091-BEC3-4B2A-839F-F314AD08D6E3}"/>
              </a:ext>
            </a:extLst>
          </p:cNvPr>
          <p:cNvSpPr>
            <a:spLocks noGrp="1"/>
          </p:cNvSpPr>
          <p:nvPr/>
        </p:nvSpPr>
        <p:spPr>
          <a:xfrm>
            <a:off x="4245068" y="1664544"/>
            <a:ext cx="77143" cy="77143"/>
          </a:xfrm>
          <a:prstGeom prst="ellipse">
            <a:avLst/>
          </a:prstGeom>
          <a:solidFill>
            <a:srgbClr val="39568C">
              <a:alpha val="82000"/>
            </a:srgbClr>
          </a:solidFill>
          <a:ln w="5117">
            <a:solidFill>
              <a:srgbClr val="FFFFFF">
                <a:alpha val="82000"/>
              </a:srgbClr>
            </a:solidFill>
            <a:prstDash val="solid"/>
          </a:ln>
        </p:spPr>
      </p:sp>
      <p:sp>
        <p:nvSpPr>
          <p:cNvPr id="40" name="d_small_paired_ellipse_3987">
            <a:extLst>
              <a:ext uri="{FF2B5EF4-FFF2-40B4-BE49-F238E27FC236}">
                <a16:creationId xmlns:a16="http://schemas.microsoft.com/office/drawing/2014/main" id="{C6A8AD12-E58A-42E7-A8CA-035ECECD0C04}"/>
              </a:ext>
            </a:extLst>
          </p:cNvPr>
          <p:cNvSpPr>
            <a:spLocks noGrp="1"/>
          </p:cNvSpPr>
          <p:nvPr/>
        </p:nvSpPr>
        <p:spPr>
          <a:xfrm>
            <a:off x="4245068" y="1664544"/>
            <a:ext cx="77143" cy="77143"/>
          </a:xfrm>
          <a:prstGeom prst="ellipse">
            <a:avLst/>
          </a:prstGeom>
          <a:solidFill>
            <a:srgbClr val="33628D">
              <a:alpha val="82000"/>
            </a:srgbClr>
          </a:solidFill>
          <a:ln w="5117">
            <a:solidFill>
              <a:srgbClr val="FFFFFF">
                <a:alpha val="82000"/>
              </a:srgbClr>
            </a:solidFill>
            <a:prstDash val="solid"/>
          </a:ln>
        </p:spPr>
      </p:sp>
      <p:sp>
        <p:nvSpPr>
          <p:cNvPr id="41" name="d_small_paired_ellipse_3988">
            <a:extLst>
              <a:ext uri="{FF2B5EF4-FFF2-40B4-BE49-F238E27FC236}">
                <a16:creationId xmlns:a16="http://schemas.microsoft.com/office/drawing/2014/main" id="{5381DC89-451F-46EF-B4FC-D6C1FD3E62FA}"/>
              </a:ext>
            </a:extLst>
          </p:cNvPr>
          <p:cNvSpPr>
            <a:spLocks noGrp="1"/>
          </p:cNvSpPr>
          <p:nvPr/>
        </p:nvSpPr>
        <p:spPr>
          <a:xfrm>
            <a:off x="4245068" y="1664544"/>
            <a:ext cx="77143" cy="77143"/>
          </a:xfrm>
          <a:prstGeom prst="ellipse">
            <a:avLst/>
          </a:prstGeom>
          <a:solidFill>
            <a:srgbClr val="355F8D">
              <a:alpha val="82000"/>
            </a:srgbClr>
          </a:solidFill>
          <a:ln w="5117">
            <a:solidFill>
              <a:srgbClr val="FFFFFF">
                <a:alpha val="82000"/>
              </a:srgbClr>
            </a:solidFill>
            <a:prstDash val="solid"/>
          </a:ln>
        </p:spPr>
      </p:sp>
      <p:sp>
        <p:nvSpPr>
          <p:cNvPr id="42" name="d_small_paired_ellipse_3989">
            <a:extLst>
              <a:ext uri="{FF2B5EF4-FFF2-40B4-BE49-F238E27FC236}">
                <a16:creationId xmlns:a16="http://schemas.microsoft.com/office/drawing/2014/main" id="{CF568CDD-3BEE-4B90-AE24-7A8266F05761}"/>
              </a:ext>
            </a:extLst>
          </p:cNvPr>
          <p:cNvSpPr>
            <a:spLocks noGrp="1"/>
          </p:cNvSpPr>
          <p:nvPr/>
        </p:nvSpPr>
        <p:spPr>
          <a:xfrm>
            <a:off x="3325383" y="3367121"/>
            <a:ext cx="77143" cy="77143"/>
          </a:xfrm>
          <a:prstGeom prst="ellipse">
            <a:avLst/>
          </a:prstGeom>
          <a:solidFill>
            <a:srgbClr val="65CB5E">
              <a:alpha val="82000"/>
            </a:srgbClr>
          </a:solidFill>
          <a:ln w="5117">
            <a:solidFill>
              <a:srgbClr val="FFFFFF">
                <a:alpha val="82000"/>
              </a:srgbClr>
            </a:solidFill>
            <a:prstDash val="solid"/>
          </a:ln>
        </p:spPr>
      </p:sp>
      <p:sp>
        <p:nvSpPr>
          <p:cNvPr id="43" name="d_small_paired_ellipse_3990">
            <a:extLst>
              <a:ext uri="{FF2B5EF4-FFF2-40B4-BE49-F238E27FC236}">
                <a16:creationId xmlns:a16="http://schemas.microsoft.com/office/drawing/2014/main" id="{3E1D71FD-3469-4C87-A658-704317E13118}"/>
              </a:ext>
            </a:extLst>
          </p:cNvPr>
          <p:cNvSpPr>
            <a:spLocks noGrp="1"/>
          </p:cNvSpPr>
          <p:nvPr/>
        </p:nvSpPr>
        <p:spPr>
          <a:xfrm>
            <a:off x="3646532" y="2964197"/>
            <a:ext cx="77143" cy="77143"/>
          </a:xfrm>
          <a:prstGeom prst="ellipse">
            <a:avLst/>
          </a:prstGeom>
          <a:solidFill>
            <a:srgbClr val="3C508B">
              <a:alpha val="82000"/>
            </a:srgbClr>
          </a:solidFill>
          <a:ln w="5117">
            <a:solidFill>
              <a:srgbClr val="FFFFFF">
                <a:alpha val="82000"/>
              </a:srgbClr>
            </a:solidFill>
            <a:prstDash val="solid"/>
          </a:ln>
        </p:spPr>
      </p:sp>
      <p:sp>
        <p:nvSpPr>
          <p:cNvPr id="44" name="d_small_paired_ellipse_3991">
            <a:extLst>
              <a:ext uri="{FF2B5EF4-FFF2-40B4-BE49-F238E27FC236}">
                <a16:creationId xmlns:a16="http://schemas.microsoft.com/office/drawing/2014/main" id="{50FB28B3-5047-461E-A722-E2FCB32427E4}"/>
              </a:ext>
            </a:extLst>
          </p:cNvPr>
          <p:cNvSpPr>
            <a:spLocks noGrp="1"/>
          </p:cNvSpPr>
          <p:nvPr/>
        </p:nvSpPr>
        <p:spPr>
          <a:xfrm>
            <a:off x="3213865" y="3446993"/>
            <a:ext cx="77143" cy="77143"/>
          </a:xfrm>
          <a:prstGeom prst="ellipse">
            <a:avLst/>
          </a:prstGeom>
          <a:solidFill>
            <a:srgbClr val="31688E">
              <a:alpha val="82000"/>
            </a:srgbClr>
          </a:solidFill>
          <a:ln w="5117">
            <a:solidFill>
              <a:srgbClr val="FFFFFF">
                <a:alpha val="82000"/>
              </a:srgbClr>
            </a:solidFill>
            <a:prstDash val="solid"/>
          </a:ln>
        </p:spPr>
      </p:sp>
      <p:sp>
        <p:nvSpPr>
          <p:cNvPr id="45" name="d_small_paired_ellipse_3992">
            <a:extLst>
              <a:ext uri="{FF2B5EF4-FFF2-40B4-BE49-F238E27FC236}">
                <a16:creationId xmlns:a16="http://schemas.microsoft.com/office/drawing/2014/main" id="{761DB4D7-8380-4FD9-A269-3C88F51C0BF5}"/>
              </a:ext>
            </a:extLst>
          </p:cNvPr>
          <p:cNvSpPr>
            <a:spLocks noGrp="1"/>
          </p:cNvSpPr>
          <p:nvPr/>
        </p:nvSpPr>
        <p:spPr>
          <a:xfrm>
            <a:off x="3149708" y="2759904"/>
            <a:ext cx="77143" cy="77143"/>
          </a:xfrm>
          <a:prstGeom prst="ellipse">
            <a:avLst/>
          </a:prstGeom>
          <a:solidFill>
            <a:srgbClr val="3A548C">
              <a:alpha val="82000"/>
            </a:srgbClr>
          </a:solidFill>
          <a:ln w="5117">
            <a:solidFill>
              <a:srgbClr val="FFFFFF">
                <a:alpha val="82000"/>
              </a:srgbClr>
            </a:solidFill>
            <a:prstDash val="solid"/>
          </a:ln>
        </p:spPr>
      </p:sp>
      <p:sp>
        <p:nvSpPr>
          <p:cNvPr id="46" name="d_small_paired_ellipse_3993">
            <a:extLst>
              <a:ext uri="{FF2B5EF4-FFF2-40B4-BE49-F238E27FC236}">
                <a16:creationId xmlns:a16="http://schemas.microsoft.com/office/drawing/2014/main" id="{8B5533B9-B5B6-4F6B-A32F-C16CFDFC0D14}"/>
              </a:ext>
            </a:extLst>
          </p:cNvPr>
          <p:cNvSpPr>
            <a:spLocks noGrp="1"/>
          </p:cNvSpPr>
          <p:nvPr/>
        </p:nvSpPr>
        <p:spPr>
          <a:xfrm>
            <a:off x="4245068" y="1664544"/>
            <a:ext cx="77143" cy="77143"/>
          </a:xfrm>
          <a:prstGeom prst="ellipse">
            <a:avLst/>
          </a:prstGeom>
          <a:solidFill>
            <a:srgbClr val="39568C">
              <a:alpha val="82000"/>
            </a:srgbClr>
          </a:solidFill>
          <a:ln w="5117">
            <a:solidFill>
              <a:srgbClr val="FFFFFF">
                <a:alpha val="82000"/>
              </a:srgbClr>
            </a:solidFill>
            <a:prstDash val="solid"/>
          </a:ln>
        </p:spPr>
      </p:sp>
      <p:sp>
        <p:nvSpPr>
          <p:cNvPr id="47" name="d_small_paired_ellipse_3994">
            <a:extLst>
              <a:ext uri="{FF2B5EF4-FFF2-40B4-BE49-F238E27FC236}">
                <a16:creationId xmlns:a16="http://schemas.microsoft.com/office/drawing/2014/main" id="{6F010824-7531-400D-BC0B-C48E1C584F82}"/>
              </a:ext>
            </a:extLst>
          </p:cNvPr>
          <p:cNvSpPr>
            <a:spLocks noGrp="1"/>
          </p:cNvSpPr>
          <p:nvPr/>
        </p:nvSpPr>
        <p:spPr>
          <a:xfrm>
            <a:off x="3423548" y="1664544"/>
            <a:ext cx="77143" cy="77143"/>
          </a:xfrm>
          <a:prstGeom prst="ellipse">
            <a:avLst/>
          </a:prstGeom>
          <a:solidFill>
            <a:srgbClr val="2B748E">
              <a:alpha val="82000"/>
            </a:srgbClr>
          </a:solidFill>
          <a:ln w="5117">
            <a:solidFill>
              <a:srgbClr val="FFFFFF">
                <a:alpha val="82000"/>
              </a:srgbClr>
            </a:solidFill>
            <a:prstDash val="solid"/>
          </a:ln>
        </p:spPr>
      </p:sp>
      <p:sp>
        <p:nvSpPr>
          <p:cNvPr id="48" name="d_small_paired_ellipse_3995">
            <a:extLst>
              <a:ext uri="{FF2B5EF4-FFF2-40B4-BE49-F238E27FC236}">
                <a16:creationId xmlns:a16="http://schemas.microsoft.com/office/drawing/2014/main" id="{9AB18329-9FD8-4944-9C30-E42AA7822265}"/>
              </a:ext>
            </a:extLst>
          </p:cNvPr>
          <p:cNvSpPr>
            <a:spLocks noGrp="1"/>
          </p:cNvSpPr>
          <p:nvPr/>
        </p:nvSpPr>
        <p:spPr>
          <a:xfrm>
            <a:off x="4071544" y="1801238"/>
            <a:ext cx="77143" cy="77143"/>
          </a:xfrm>
          <a:prstGeom prst="ellipse">
            <a:avLst/>
          </a:prstGeom>
          <a:solidFill>
            <a:srgbClr val="481A6C">
              <a:alpha val="82000"/>
            </a:srgbClr>
          </a:solidFill>
          <a:ln w="5117">
            <a:solidFill>
              <a:srgbClr val="FFFFFF">
                <a:alpha val="82000"/>
              </a:srgbClr>
            </a:solidFill>
            <a:prstDash val="solid"/>
          </a:ln>
        </p:spPr>
      </p:sp>
      <p:sp>
        <p:nvSpPr>
          <p:cNvPr id="49" name="d_small_paired_ellipse_3996">
            <a:extLst>
              <a:ext uri="{FF2B5EF4-FFF2-40B4-BE49-F238E27FC236}">
                <a16:creationId xmlns:a16="http://schemas.microsoft.com/office/drawing/2014/main" id="{A7872FDA-14D3-4D91-AD04-64215D85C590}"/>
              </a:ext>
            </a:extLst>
          </p:cNvPr>
          <p:cNvSpPr>
            <a:spLocks noGrp="1"/>
          </p:cNvSpPr>
          <p:nvPr/>
        </p:nvSpPr>
        <p:spPr>
          <a:xfrm>
            <a:off x="2008708" y="3443582"/>
            <a:ext cx="77143" cy="77143"/>
          </a:xfrm>
          <a:prstGeom prst="ellipse">
            <a:avLst/>
          </a:prstGeom>
          <a:solidFill>
            <a:srgbClr val="46075A">
              <a:alpha val="82000"/>
            </a:srgbClr>
          </a:solidFill>
          <a:ln w="5117">
            <a:solidFill>
              <a:srgbClr val="FFFFFF">
                <a:alpha val="82000"/>
              </a:srgbClr>
            </a:solidFill>
            <a:prstDash val="solid"/>
          </a:ln>
        </p:spPr>
      </p:sp>
      <p:sp>
        <p:nvSpPr>
          <p:cNvPr id="50" name="d_small_paired_ellipse_3997">
            <a:extLst>
              <a:ext uri="{FF2B5EF4-FFF2-40B4-BE49-F238E27FC236}">
                <a16:creationId xmlns:a16="http://schemas.microsoft.com/office/drawing/2014/main" id="{7F53366F-A964-48A4-AC15-B10CF4C9A87C}"/>
              </a:ext>
            </a:extLst>
          </p:cNvPr>
          <p:cNvSpPr>
            <a:spLocks noGrp="1"/>
          </p:cNvSpPr>
          <p:nvPr/>
        </p:nvSpPr>
        <p:spPr>
          <a:xfrm>
            <a:off x="4245068" y="4402944"/>
            <a:ext cx="77143" cy="77143"/>
          </a:xfrm>
          <a:prstGeom prst="ellipse">
            <a:avLst/>
          </a:prstGeom>
          <a:solidFill>
            <a:srgbClr val="470D60">
              <a:alpha val="82000"/>
            </a:srgbClr>
          </a:solidFill>
          <a:ln w="5117">
            <a:solidFill>
              <a:srgbClr val="FFFFFF">
                <a:alpha val="82000"/>
              </a:srgbClr>
            </a:solidFill>
            <a:prstDash val="solid"/>
          </a:ln>
        </p:spPr>
      </p:sp>
      <p:sp>
        <p:nvSpPr>
          <p:cNvPr id="51" name="d_small_paired_ellipse_3998">
            <a:extLst>
              <a:ext uri="{FF2B5EF4-FFF2-40B4-BE49-F238E27FC236}">
                <a16:creationId xmlns:a16="http://schemas.microsoft.com/office/drawing/2014/main" id="{211F4D48-36F0-4466-A26A-FF63A10CC339}"/>
              </a:ext>
            </a:extLst>
          </p:cNvPr>
          <p:cNvSpPr>
            <a:spLocks noGrp="1"/>
          </p:cNvSpPr>
          <p:nvPr/>
        </p:nvSpPr>
        <p:spPr>
          <a:xfrm>
            <a:off x="4245068" y="1664544"/>
            <a:ext cx="77143" cy="77143"/>
          </a:xfrm>
          <a:prstGeom prst="ellipse">
            <a:avLst/>
          </a:prstGeom>
          <a:solidFill>
            <a:srgbClr val="2D708E">
              <a:alpha val="82000"/>
            </a:srgbClr>
          </a:solidFill>
          <a:ln w="5117">
            <a:solidFill>
              <a:srgbClr val="FFFFFF">
                <a:alpha val="82000"/>
              </a:srgbClr>
            </a:solidFill>
            <a:prstDash val="solid"/>
          </a:ln>
        </p:spPr>
      </p:sp>
      <p:sp>
        <p:nvSpPr>
          <p:cNvPr id="52" name="d_small_paired_ellipse_3999">
            <a:extLst>
              <a:ext uri="{FF2B5EF4-FFF2-40B4-BE49-F238E27FC236}">
                <a16:creationId xmlns:a16="http://schemas.microsoft.com/office/drawing/2014/main" id="{DEFBA87A-698E-44BA-A106-CA437BD713F4}"/>
              </a:ext>
            </a:extLst>
          </p:cNvPr>
          <p:cNvSpPr>
            <a:spLocks noGrp="1"/>
          </p:cNvSpPr>
          <p:nvPr/>
        </p:nvSpPr>
        <p:spPr>
          <a:xfrm>
            <a:off x="2602028" y="4950624"/>
            <a:ext cx="77143" cy="77143"/>
          </a:xfrm>
          <a:prstGeom prst="ellipse">
            <a:avLst/>
          </a:prstGeom>
          <a:solidFill>
            <a:srgbClr val="1F988B">
              <a:alpha val="82000"/>
            </a:srgbClr>
          </a:solidFill>
          <a:ln w="5117">
            <a:solidFill>
              <a:srgbClr val="FFFFFF">
                <a:alpha val="82000"/>
              </a:srgbClr>
            </a:solidFill>
            <a:prstDash val="solid"/>
          </a:ln>
        </p:spPr>
      </p:sp>
      <p:sp>
        <p:nvSpPr>
          <p:cNvPr id="53" name="d_small_paired_ellipse_4000">
            <a:extLst>
              <a:ext uri="{FF2B5EF4-FFF2-40B4-BE49-F238E27FC236}">
                <a16:creationId xmlns:a16="http://schemas.microsoft.com/office/drawing/2014/main" id="{DEFAAA3E-7631-40C0-8F6A-765C90A73511}"/>
              </a:ext>
            </a:extLst>
          </p:cNvPr>
          <p:cNvSpPr>
            <a:spLocks noGrp="1"/>
          </p:cNvSpPr>
          <p:nvPr/>
        </p:nvSpPr>
        <p:spPr>
          <a:xfrm>
            <a:off x="3149708" y="2759904"/>
            <a:ext cx="77143" cy="77143"/>
          </a:xfrm>
          <a:prstGeom prst="ellipse">
            <a:avLst/>
          </a:prstGeom>
          <a:solidFill>
            <a:srgbClr val="1F9E89">
              <a:alpha val="82000"/>
            </a:srgbClr>
          </a:solidFill>
          <a:ln w="5117">
            <a:solidFill>
              <a:srgbClr val="FFFFFF">
                <a:alpha val="82000"/>
              </a:srgbClr>
            </a:solidFill>
            <a:prstDash val="solid"/>
          </a:ln>
        </p:spPr>
      </p:sp>
      <p:sp>
        <p:nvSpPr>
          <p:cNvPr id="54" name="d_small_paired_ellipse_4001">
            <a:extLst>
              <a:ext uri="{FF2B5EF4-FFF2-40B4-BE49-F238E27FC236}">
                <a16:creationId xmlns:a16="http://schemas.microsoft.com/office/drawing/2014/main" id="{32848353-5D8E-4B53-AEDE-68610393D780}"/>
              </a:ext>
            </a:extLst>
          </p:cNvPr>
          <p:cNvSpPr>
            <a:spLocks noGrp="1"/>
          </p:cNvSpPr>
          <p:nvPr/>
        </p:nvSpPr>
        <p:spPr>
          <a:xfrm>
            <a:off x="4245068" y="1664544"/>
            <a:ext cx="77143" cy="77143"/>
          </a:xfrm>
          <a:prstGeom prst="ellipse">
            <a:avLst/>
          </a:prstGeom>
          <a:solidFill>
            <a:srgbClr val="1FA188">
              <a:alpha val="82000"/>
            </a:srgbClr>
          </a:solidFill>
          <a:ln w="5117">
            <a:solidFill>
              <a:srgbClr val="FFFFFF">
                <a:alpha val="82000"/>
              </a:srgbClr>
            </a:solidFill>
            <a:prstDash val="solid"/>
          </a:ln>
        </p:spPr>
      </p:sp>
      <p:sp>
        <p:nvSpPr>
          <p:cNvPr id="55" name="d_small_paired_ellipse_4002">
            <a:extLst>
              <a:ext uri="{FF2B5EF4-FFF2-40B4-BE49-F238E27FC236}">
                <a16:creationId xmlns:a16="http://schemas.microsoft.com/office/drawing/2014/main" id="{9FE4430D-46D4-457A-A262-581B4D0D34B4}"/>
              </a:ext>
            </a:extLst>
          </p:cNvPr>
          <p:cNvSpPr>
            <a:spLocks noGrp="1"/>
          </p:cNvSpPr>
          <p:nvPr/>
        </p:nvSpPr>
        <p:spPr>
          <a:xfrm>
            <a:off x="1936028" y="3884810"/>
            <a:ext cx="77143" cy="77143"/>
          </a:xfrm>
          <a:prstGeom prst="ellipse">
            <a:avLst/>
          </a:prstGeom>
          <a:solidFill>
            <a:srgbClr val="2D718E">
              <a:alpha val="82000"/>
            </a:srgbClr>
          </a:solidFill>
          <a:ln w="5117">
            <a:solidFill>
              <a:srgbClr val="FFFFFF">
                <a:alpha val="82000"/>
              </a:srgbClr>
            </a:solidFill>
            <a:prstDash val="solid"/>
          </a:ln>
        </p:spPr>
      </p:sp>
      <p:sp>
        <p:nvSpPr>
          <p:cNvPr id="56" name="d_small_paired_ellipse_4003">
            <a:extLst>
              <a:ext uri="{FF2B5EF4-FFF2-40B4-BE49-F238E27FC236}">
                <a16:creationId xmlns:a16="http://schemas.microsoft.com/office/drawing/2014/main" id="{A106D8DD-94AB-4CEA-9D6E-29BAF74C2A5D}"/>
              </a:ext>
            </a:extLst>
          </p:cNvPr>
          <p:cNvSpPr>
            <a:spLocks noGrp="1"/>
          </p:cNvSpPr>
          <p:nvPr/>
        </p:nvSpPr>
        <p:spPr>
          <a:xfrm>
            <a:off x="958988" y="4950624"/>
            <a:ext cx="77143" cy="77143"/>
          </a:xfrm>
          <a:prstGeom prst="ellipse">
            <a:avLst/>
          </a:prstGeom>
          <a:solidFill>
            <a:srgbClr val="453781">
              <a:alpha val="82000"/>
            </a:srgbClr>
          </a:solidFill>
          <a:ln w="5117">
            <a:solidFill>
              <a:srgbClr val="FFFFFF">
                <a:alpha val="82000"/>
              </a:srgbClr>
            </a:solidFill>
            <a:prstDash val="solid"/>
          </a:ln>
        </p:spPr>
      </p:sp>
      <p:sp>
        <p:nvSpPr>
          <p:cNvPr id="57" name="d_small_paired_ellipse_4004">
            <a:extLst>
              <a:ext uri="{FF2B5EF4-FFF2-40B4-BE49-F238E27FC236}">
                <a16:creationId xmlns:a16="http://schemas.microsoft.com/office/drawing/2014/main" id="{C6DF8245-2133-43C6-A033-324CE50E9A0B}"/>
              </a:ext>
            </a:extLst>
          </p:cNvPr>
          <p:cNvSpPr>
            <a:spLocks noGrp="1"/>
          </p:cNvSpPr>
          <p:nvPr/>
        </p:nvSpPr>
        <p:spPr>
          <a:xfrm>
            <a:off x="1780508" y="4402944"/>
            <a:ext cx="77143" cy="77143"/>
          </a:xfrm>
          <a:prstGeom prst="ellipse">
            <a:avLst/>
          </a:prstGeom>
          <a:solidFill>
            <a:srgbClr val="355E8D">
              <a:alpha val="82000"/>
            </a:srgbClr>
          </a:solidFill>
          <a:ln w="5117">
            <a:solidFill>
              <a:srgbClr val="FFFFFF">
                <a:alpha val="82000"/>
              </a:srgbClr>
            </a:solidFill>
            <a:prstDash val="solid"/>
          </a:ln>
        </p:spPr>
      </p:sp>
      <p:sp>
        <p:nvSpPr>
          <p:cNvPr id="58" name="d_small_paired_ellipse_4005">
            <a:extLst>
              <a:ext uri="{FF2B5EF4-FFF2-40B4-BE49-F238E27FC236}">
                <a16:creationId xmlns:a16="http://schemas.microsoft.com/office/drawing/2014/main" id="{F29920DA-A71F-49DA-8F04-DB0D43E786F5}"/>
              </a:ext>
            </a:extLst>
          </p:cNvPr>
          <p:cNvSpPr>
            <a:spLocks noGrp="1"/>
          </p:cNvSpPr>
          <p:nvPr/>
        </p:nvSpPr>
        <p:spPr>
          <a:xfrm>
            <a:off x="958988" y="4950624"/>
            <a:ext cx="77143" cy="77143"/>
          </a:xfrm>
          <a:prstGeom prst="ellipse">
            <a:avLst/>
          </a:prstGeom>
          <a:solidFill>
            <a:srgbClr val="20928C">
              <a:alpha val="82000"/>
            </a:srgbClr>
          </a:solidFill>
          <a:ln w="5117">
            <a:solidFill>
              <a:srgbClr val="FFFFFF">
                <a:alpha val="82000"/>
              </a:srgbClr>
            </a:solidFill>
            <a:prstDash val="solid"/>
          </a:ln>
        </p:spPr>
      </p:sp>
      <p:sp>
        <p:nvSpPr>
          <p:cNvPr id="59" name="d_small_paired_ellipse_4006">
            <a:extLst>
              <a:ext uri="{FF2B5EF4-FFF2-40B4-BE49-F238E27FC236}">
                <a16:creationId xmlns:a16="http://schemas.microsoft.com/office/drawing/2014/main" id="{F7A5E84A-4F06-4E6B-9448-10FFB1F11737}"/>
              </a:ext>
            </a:extLst>
          </p:cNvPr>
          <p:cNvSpPr>
            <a:spLocks noGrp="1"/>
          </p:cNvSpPr>
          <p:nvPr/>
        </p:nvSpPr>
        <p:spPr>
          <a:xfrm>
            <a:off x="3834308" y="2075304"/>
            <a:ext cx="77143" cy="77143"/>
          </a:xfrm>
          <a:prstGeom prst="ellipse">
            <a:avLst/>
          </a:prstGeom>
          <a:solidFill>
            <a:srgbClr val="26828E">
              <a:alpha val="82000"/>
            </a:srgbClr>
          </a:solidFill>
          <a:ln w="5117">
            <a:solidFill>
              <a:srgbClr val="FFFFFF">
                <a:alpha val="82000"/>
              </a:srgbClr>
            </a:solidFill>
            <a:prstDash val="solid"/>
          </a:ln>
        </p:spPr>
      </p:sp>
      <p:sp>
        <p:nvSpPr>
          <p:cNvPr id="60" name="d_small_paired_ellipse_4007">
            <a:extLst>
              <a:ext uri="{FF2B5EF4-FFF2-40B4-BE49-F238E27FC236}">
                <a16:creationId xmlns:a16="http://schemas.microsoft.com/office/drawing/2014/main" id="{81A3A4AC-0AB3-41DE-B98F-181655E68B20}"/>
              </a:ext>
            </a:extLst>
          </p:cNvPr>
          <p:cNvSpPr>
            <a:spLocks noGrp="1"/>
          </p:cNvSpPr>
          <p:nvPr/>
        </p:nvSpPr>
        <p:spPr>
          <a:xfrm>
            <a:off x="2605940" y="1664544"/>
            <a:ext cx="77143" cy="77143"/>
          </a:xfrm>
          <a:prstGeom prst="ellipse">
            <a:avLst/>
          </a:prstGeom>
          <a:solidFill>
            <a:srgbClr val="2B748E">
              <a:alpha val="82000"/>
            </a:srgbClr>
          </a:solidFill>
          <a:ln w="5117">
            <a:solidFill>
              <a:srgbClr val="FFFFFF">
                <a:alpha val="82000"/>
              </a:srgbClr>
            </a:solidFill>
            <a:prstDash val="solid"/>
          </a:ln>
        </p:spPr>
      </p:sp>
      <p:sp>
        <p:nvSpPr>
          <p:cNvPr id="61" name="d_small_paired_ellipse_4008">
            <a:extLst>
              <a:ext uri="{FF2B5EF4-FFF2-40B4-BE49-F238E27FC236}">
                <a16:creationId xmlns:a16="http://schemas.microsoft.com/office/drawing/2014/main" id="{F9AAE077-F3AE-4F91-BE6A-B7148FBEB0DC}"/>
              </a:ext>
            </a:extLst>
          </p:cNvPr>
          <p:cNvSpPr>
            <a:spLocks noGrp="1"/>
          </p:cNvSpPr>
          <p:nvPr/>
        </p:nvSpPr>
        <p:spPr>
          <a:xfrm>
            <a:off x="958988" y="1664544"/>
            <a:ext cx="77143" cy="77143"/>
          </a:xfrm>
          <a:prstGeom prst="ellipse">
            <a:avLst/>
          </a:prstGeom>
          <a:solidFill>
            <a:srgbClr val="32648E">
              <a:alpha val="82000"/>
            </a:srgbClr>
          </a:solidFill>
          <a:ln w="5117">
            <a:solidFill>
              <a:srgbClr val="FFFFFF">
                <a:alpha val="82000"/>
              </a:srgbClr>
            </a:solidFill>
            <a:prstDash val="solid"/>
          </a:ln>
        </p:spPr>
      </p:sp>
      <p:sp>
        <p:nvSpPr>
          <p:cNvPr id="62" name="d_small_paired_ellipse_4009">
            <a:extLst>
              <a:ext uri="{FF2B5EF4-FFF2-40B4-BE49-F238E27FC236}">
                <a16:creationId xmlns:a16="http://schemas.microsoft.com/office/drawing/2014/main" id="{3E9A7537-D75C-482B-8DC9-B680490301C9}"/>
              </a:ext>
            </a:extLst>
          </p:cNvPr>
          <p:cNvSpPr>
            <a:spLocks noGrp="1"/>
          </p:cNvSpPr>
          <p:nvPr/>
        </p:nvSpPr>
        <p:spPr>
          <a:xfrm>
            <a:off x="1917428" y="3939905"/>
            <a:ext cx="77143" cy="77143"/>
          </a:xfrm>
          <a:prstGeom prst="ellipse">
            <a:avLst/>
          </a:prstGeom>
          <a:solidFill>
            <a:srgbClr val="2A788E">
              <a:alpha val="82000"/>
            </a:srgbClr>
          </a:solidFill>
          <a:ln w="5117">
            <a:solidFill>
              <a:srgbClr val="FFFFFF">
                <a:alpha val="82000"/>
              </a:srgbClr>
            </a:solidFill>
            <a:prstDash val="solid"/>
          </a:ln>
        </p:spPr>
      </p:sp>
      <p:sp>
        <p:nvSpPr>
          <p:cNvPr id="63" name="d_small_paired_ellipse_4010">
            <a:extLst>
              <a:ext uri="{FF2B5EF4-FFF2-40B4-BE49-F238E27FC236}">
                <a16:creationId xmlns:a16="http://schemas.microsoft.com/office/drawing/2014/main" id="{C6DF3044-16A8-4CFF-8F22-86D5D1765036}"/>
              </a:ext>
            </a:extLst>
          </p:cNvPr>
          <p:cNvSpPr>
            <a:spLocks noGrp="1"/>
          </p:cNvSpPr>
          <p:nvPr/>
        </p:nvSpPr>
        <p:spPr>
          <a:xfrm>
            <a:off x="958988" y="4402944"/>
            <a:ext cx="77143" cy="77143"/>
          </a:xfrm>
          <a:prstGeom prst="ellipse">
            <a:avLst/>
          </a:prstGeom>
          <a:solidFill>
            <a:srgbClr val="481A6C">
              <a:alpha val="82000"/>
            </a:srgbClr>
          </a:solidFill>
          <a:ln w="5117">
            <a:solidFill>
              <a:srgbClr val="FFFFFF">
                <a:alpha val="82000"/>
              </a:srgbClr>
            </a:solidFill>
            <a:prstDash val="solid"/>
          </a:ln>
        </p:spPr>
      </p:sp>
      <p:sp>
        <p:nvSpPr>
          <p:cNvPr id="64" name="d_small_paired_ellipse_4011">
            <a:extLst>
              <a:ext uri="{FF2B5EF4-FFF2-40B4-BE49-F238E27FC236}">
                <a16:creationId xmlns:a16="http://schemas.microsoft.com/office/drawing/2014/main" id="{F55B3D1F-E097-41D6-BF5E-846A1B52C869}"/>
              </a:ext>
            </a:extLst>
          </p:cNvPr>
          <p:cNvSpPr>
            <a:spLocks noGrp="1"/>
          </p:cNvSpPr>
          <p:nvPr/>
        </p:nvSpPr>
        <p:spPr>
          <a:xfrm>
            <a:off x="4245068" y="1664544"/>
            <a:ext cx="77143" cy="77143"/>
          </a:xfrm>
          <a:prstGeom prst="ellipse">
            <a:avLst/>
          </a:prstGeom>
          <a:solidFill>
            <a:srgbClr val="2D708E">
              <a:alpha val="82000"/>
            </a:srgbClr>
          </a:solidFill>
          <a:ln w="5117">
            <a:solidFill>
              <a:srgbClr val="FFFFFF">
                <a:alpha val="82000"/>
              </a:srgbClr>
            </a:solidFill>
            <a:prstDash val="solid"/>
          </a:ln>
        </p:spPr>
      </p:sp>
      <p:sp>
        <p:nvSpPr>
          <p:cNvPr id="65" name="d_small_paired_ellipse_4012">
            <a:extLst>
              <a:ext uri="{FF2B5EF4-FFF2-40B4-BE49-F238E27FC236}">
                <a16:creationId xmlns:a16="http://schemas.microsoft.com/office/drawing/2014/main" id="{299EB8B1-4AB8-49FC-A685-62F710B88A77}"/>
              </a:ext>
            </a:extLst>
          </p:cNvPr>
          <p:cNvSpPr>
            <a:spLocks noGrp="1"/>
          </p:cNvSpPr>
          <p:nvPr/>
        </p:nvSpPr>
        <p:spPr>
          <a:xfrm>
            <a:off x="958988" y="4950624"/>
            <a:ext cx="77143" cy="77143"/>
          </a:xfrm>
          <a:prstGeom prst="ellipse">
            <a:avLst/>
          </a:prstGeom>
          <a:solidFill>
            <a:srgbClr val="481467">
              <a:alpha val="82000"/>
            </a:srgbClr>
          </a:solidFill>
          <a:ln w="5117">
            <a:solidFill>
              <a:srgbClr val="FFFFFF">
                <a:alpha val="82000"/>
              </a:srgbClr>
            </a:solidFill>
            <a:prstDash val="solid"/>
          </a:ln>
        </p:spPr>
      </p:sp>
      <p:sp>
        <p:nvSpPr>
          <p:cNvPr id="66" name="d_small_paired_ellipse_4013">
            <a:extLst>
              <a:ext uri="{FF2B5EF4-FFF2-40B4-BE49-F238E27FC236}">
                <a16:creationId xmlns:a16="http://schemas.microsoft.com/office/drawing/2014/main" id="{E03D182C-BF40-4C38-B0BF-FAA655DF194B}"/>
              </a:ext>
            </a:extLst>
          </p:cNvPr>
          <p:cNvSpPr>
            <a:spLocks noGrp="1"/>
          </p:cNvSpPr>
          <p:nvPr/>
        </p:nvSpPr>
        <p:spPr>
          <a:xfrm>
            <a:off x="1395888" y="4197149"/>
            <a:ext cx="77143" cy="77143"/>
          </a:xfrm>
          <a:prstGeom prst="ellipse">
            <a:avLst/>
          </a:prstGeom>
          <a:solidFill>
            <a:srgbClr val="277F8E">
              <a:alpha val="82000"/>
            </a:srgbClr>
          </a:solidFill>
          <a:ln w="5117">
            <a:solidFill>
              <a:srgbClr val="FFFFFF">
                <a:alpha val="82000"/>
              </a:srgbClr>
            </a:solidFill>
            <a:prstDash val="solid"/>
          </a:ln>
        </p:spPr>
      </p:sp>
      <p:sp>
        <p:nvSpPr>
          <p:cNvPr id="67" name="d_small_paired_ellipse_4014">
            <a:extLst>
              <a:ext uri="{FF2B5EF4-FFF2-40B4-BE49-F238E27FC236}">
                <a16:creationId xmlns:a16="http://schemas.microsoft.com/office/drawing/2014/main" id="{0FE18AEE-444F-4625-98D7-32C07A7CF2FE}"/>
              </a:ext>
            </a:extLst>
          </p:cNvPr>
          <p:cNvSpPr>
            <a:spLocks noGrp="1"/>
          </p:cNvSpPr>
          <p:nvPr/>
        </p:nvSpPr>
        <p:spPr>
          <a:xfrm>
            <a:off x="1506668" y="3307584"/>
            <a:ext cx="77143" cy="77143"/>
          </a:xfrm>
          <a:prstGeom prst="ellipse">
            <a:avLst/>
          </a:prstGeom>
          <a:solidFill>
            <a:srgbClr val="39568C">
              <a:alpha val="82000"/>
            </a:srgbClr>
          </a:solidFill>
          <a:ln w="5117">
            <a:solidFill>
              <a:srgbClr val="FFFFFF">
                <a:alpha val="82000"/>
              </a:srgbClr>
            </a:solidFill>
            <a:prstDash val="solid"/>
          </a:ln>
        </p:spPr>
      </p:sp>
      <p:sp>
        <p:nvSpPr>
          <p:cNvPr id="68" name="d_small_paired_ellipse_4015">
            <a:extLst>
              <a:ext uri="{FF2B5EF4-FFF2-40B4-BE49-F238E27FC236}">
                <a16:creationId xmlns:a16="http://schemas.microsoft.com/office/drawing/2014/main" id="{AF7F0575-6396-4146-B788-B2448C445781}"/>
              </a:ext>
            </a:extLst>
          </p:cNvPr>
          <p:cNvSpPr>
            <a:spLocks noGrp="1"/>
          </p:cNvSpPr>
          <p:nvPr/>
        </p:nvSpPr>
        <p:spPr>
          <a:xfrm>
            <a:off x="3423548" y="3307584"/>
            <a:ext cx="77143" cy="77143"/>
          </a:xfrm>
          <a:prstGeom prst="ellipse">
            <a:avLst/>
          </a:prstGeom>
          <a:solidFill>
            <a:srgbClr val="2A788E">
              <a:alpha val="82000"/>
            </a:srgbClr>
          </a:solidFill>
          <a:ln w="5117">
            <a:solidFill>
              <a:srgbClr val="FFFFFF">
                <a:alpha val="82000"/>
              </a:srgbClr>
            </a:solidFill>
            <a:prstDash val="solid"/>
          </a:ln>
        </p:spPr>
      </p:sp>
      <p:sp>
        <p:nvSpPr>
          <p:cNvPr id="69" name="d_small_paired_ellipse_4016">
            <a:extLst>
              <a:ext uri="{FF2B5EF4-FFF2-40B4-BE49-F238E27FC236}">
                <a16:creationId xmlns:a16="http://schemas.microsoft.com/office/drawing/2014/main" id="{5A1C48C1-446E-4D34-A931-77A609261803}"/>
              </a:ext>
            </a:extLst>
          </p:cNvPr>
          <p:cNvSpPr>
            <a:spLocks noGrp="1"/>
          </p:cNvSpPr>
          <p:nvPr/>
        </p:nvSpPr>
        <p:spPr>
          <a:xfrm>
            <a:off x="1241761" y="4897323"/>
            <a:ext cx="77143" cy="77143"/>
          </a:xfrm>
          <a:prstGeom prst="ellipse">
            <a:avLst/>
          </a:prstGeom>
          <a:solidFill>
            <a:srgbClr val="4EC36B">
              <a:alpha val="82000"/>
            </a:srgbClr>
          </a:solidFill>
          <a:ln w="5117">
            <a:solidFill>
              <a:srgbClr val="FFFFFF">
                <a:alpha val="82000"/>
              </a:srgbClr>
            </a:solidFill>
            <a:prstDash val="solid"/>
          </a:ln>
        </p:spPr>
      </p:sp>
      <p:sp>
        <p:nvSpPr>
          <p:cNvPr id="70" name="d_small_paired_ellipse_4017">
            <a:extLst>
              <a:ext uri="{FF2B5EF4-FFF2-40B4-BE49-F238E27FC236}">
                <a16:creationId xmlns:a16="http://schemas.microsoft.com/office/drawing/2014/main" id="{FC07CA48-4B9F-435B-8177-EA5B6933F0E3}"/>
              </a:ext>
            </a:extLst>
          </p:cNvPr>
          <p:cNvSpPr>
            <a:spLocks noGrp="1"/>
          </p:cNvSpPr>
          <p:nvPr/>
        </p:nvSpPr>
        <p:spPr>
          <a:xfrm>
            <a:off x="4245068" y="1664544"/>
            <a:ext cx="77143" cy="77143"/>
          </a:xfrm>
          <a:prstGeom prst="ellipse">
            <a:avLst/>
          </a:prstGeom>
          <a:solidFill>
            <a:srgbClr val="3F4788">
              <a:alpha val="82000"/>
            </a:srgbClr>
          </a:solidFill>
          <a:ln w="5117">
            <a:solidFill>
              <a:srgbClr val="FFFFFF">
                <a:alpha val="82000"/>
              </a:srgbClr>
            </a:solidFill>
            <a:prstDash val="solid"/>
          </a:ln>
        </p:spPr>
      </p:sp>
      <p:sp>
        <p:nvSpPr>
          <p:cNvPr id="71" name="d_small_paired_ellipse_4018">
            <a:extLst>
              <a:ext uri="{FF2B5EF4-FFF2-40B4-BE49-F238E27FC236}">
                <a16:creationId xmlns:a16="http://schemas.microsoft.com/office/drawing/2014/main" id="{9558880E-D040-45A9-BA3B-3389BC6B2780}"/>
              </a:ext>
            </a:extLst>
          </p:cNvPr>
          <p:cNvSpPr>
            <a:spLocks noGrp="1"/>
          </p:cNvSpPr>
          <p:nvPr/>
        </p:nvSpPr>
        <p:spPr>
          <a:xfrm>
            <a:off x="958988" y="4950624"/>
            <a:ext cx="77143" cy="77143"/>
          </a:xfrm>
          <a:prstGeom prst="ellipse">
            <a:avLst/>
          </a:prstGeom>
          <a:solidFill>
            <a:srgbClr val="27808E">
              <a:alpha val="82000"/>
            </a:srgbClr>
          </a:solidFill>
          <a:ln w="5117">
            <a:solidFill>
              <a:srgbClr val="FFFFFF">
                <a:alpha val="82000"/>
              </a:srgbClr>
            </a:solidFill>
            <a:prstDash val="solid"/>
          </a:ln>
        </p:spPr>
      </p:sp>
      <p:sp>
        <p:nvSpPr>
          <p:cNvPr id="72" name="d_small_paired_ellipse_4019">
            <a:extLst>
              <a:ext uri="{FF2B5EF4-FFF2-40B4-BE49-F238E27FC236}">
                <a16:creationId xmlns:a16="http://schemas.microsoft.com/office/drawing/2014/main" id="{9E0F884C-933F-460C-A343-9AFBB6C54BBB}"/>
              </a:ext>
            </a:extLst>
          </p:cNvPr>
          <p:cNvSpPr>
            <a:spLocks noGrp="1"/>
          </p:cNvSpPr>
          <p:nvPr/>
        </p:nvSpPr>
        <p:spPr>
          <a:xfrm>
            <a:off x="958988" y="4950624"/>
            <a:ext cx="77143" cy="77143"/>
          </a:xfrm>
          <a:prstGeom prst="ellipse">
            <a:avLst/>
          </a:prstGeom>
          <a:solidFill>
            <a:srgbClr val="33638D">
              <a:alpha val="82000"/>
            </a:srgbClr>
          </a:solidFill>
          <a:ln w="5117">
            <a:solidFill>
              <a:srgbClr val="FFFFFF">
                <a:alpha val="82000"/>
              </a:srgbClr>
            </a:solidFill>
            <a:prstDash val="solid"/>
          </a:ln>
        </p:spPr>
      </p:sp>
      <p:sp>
        <p:nvSpPr>
          <p:cNvPr id="73" name="d_small_paired_ellipse_4020">
            <a:extLst>
              <a:ext uri="{FF2B5EF4-FFF2-40B4-BE49-F238E27FC236}">
                <a16:creationId xmlns:a16="http://schemas.microsoft.com/office/drawing/2014/main" id="{C01FE231-E7D0-4D1F-9498-57FEA409AD1C}"/>
              </a:ext>
            </a:extLst>
          </p:cNvPr>
          <p:cNvSpPr>
            <a:spLocks noGrp="1"/>
          </p:cNvSpPr>
          <p:nvPr/>
        </p:nvSpPr>
        <p:spPr>
          <a:xfrm>
            <a:off x="4245068" y="1664544"/>
            <a:ext cx="77143" cy="77143"/>
          </a:xfrm>
          <a:prstGeom prst="ellipse">
            <a:avLst/>
          </a:prstGeom>
          <a:solidFill>
            <a:srgbClr val="2F6C8E">
              <a:alpha val="82000"/>
            </a:srgbClr>
          </a:solidFill>
          <a:ln w="5117">
            <a:solidFill>
              <a:srgbClr val="FFFFFF">
                <a:alpha val="82000"/>
              </a:srgbClr>
            </a:solidFill>
            <a:prstDash val="solid"/>
          </a:ln>
        </p:spPr>
      </p:sp>
      <p:sp>
        <p:nvSpPr>
          <p:cNvPr id="74" name="d_small_paired_ellipse_4021">
            <a:extLst>
              <a:ext uri="{FF2B5EF4-FFF2-40B4-BE49-F238E27FC236}">
                <a16:creationId xmlns:a16="http://schemas.microsoft.com/office/drawing/2014/main" id="{7C1DE35B-21A0-40A7-8D41-742D3F3031C8}"/>
              </a:ext>
            </a:extLst>
          </p:cNvPr>
          <p:cNvSpPr>
            <a:spLocks noGrp="1"/>
          </p:cNvSpPr>
          <p:nvPr/>
        </p:nvSpPr>
        <p:spPr>
          <a:xfrm>
            <a:off x="3606108" y="1938384"/>
            <a:ext cx="77143" cy="77143"/>
          </a:xfrm>
          <a:prstGeom prst="ellipse">
            <a:avLst/>
          </a:prstGeom>
          <a:solidFill>
            <a:srgbClr val="27808E">
              <a:alpha val="82000"/>
            </a:srgbClr>
          </a:solidFill>
          <a:ln w="5117">
            <a:solidFill>
              <a:srgbClr val="FFFFFF">
                <a:alpha val="82000"/>
              </a:srgbClr>
            </a:solidFill>
            <a:prstDash val="solid"/>
          </a:ln>
        </p:spPr>
      </p:sp>
      <p:sp>
        <p:nvSpPr>
          <p:cNvPr id="75" name="d_small_paired_ellipse_4022">
            <a:extLst>
              <a:ext uri="{FF2B5EF4-FFF2-40B4-BE49-F238E27FC236}">
                <a16:creationId xmlns:a16="http://schemas.microsoft.com/office/drawing/2014/main" id="{F17071D6-B786-4699-9C9F-6D727D61DFA8}"/>
              </a:ext>
            </a:extLst>
          </p:cNvPr>
          <p:cNvSpPr>
            <a:spLocks noGrp="1"/>
          </p:cNvSpPr>
          <p:nvPr/>
        </p:nvSpPr>
        <p:spPr>
          <a:xfrm>
            <a:off x="4245068" y="1664544"/>
            <a:ext cx="77143" cy="77143"/>
          </a:xfrm>
          <a:prstGeom prst="ellipse">
            <a:avLst/>
          </a:prstGeom>
          <a:solidFill>
            <a:srgbClr val="3E4A89">
              <a:alpha val="82000"/>
            </a:srgbClr>
          </a:solidFill>
          <a:ln w="5117">
            <a:solidFill>
              <a:srgbClr val="FFFFFF">
                <a:alpha val="82000"/>
              </a:srgbClr>
            </a:solidFill>
            <a:prstDash val="solid"/>
          </a:ln>
        </p:spPr>
      </p:sp>
      <p:sp>
        <p:nvSpPr>
          <p:cNvPr id="76" name="d_small_paired_ellipse_4023">
            <a:extLst>
              <a:ext uri="{FF2B5EF4-FFF2-40B4-BE49-F238E27FC236}">
                <a16:creationId xmlns:a16="http://schemas.microsoft.com/office/drawing/2014/main" id="{8205B5CA-2AB8-4C38-A1A6-5674ACE7724B}"/>
              </a:ext>
            </a:extLst>
          </p:cNvPr>
          <p:cNvSpPr>
            <a:spLocks noGrp="1"/>
          </p:cNvSpPr>
          <p:nvPr/>
        </p:nvSpPr>
        <p:spPr>
          <a:xfrm>
            <a:off x="958988" y="3307584"/>
            <a:ext cx="77143" cy="77143"/>
          </a:xfrm>
          <a:prstGeom prst="ellipse">
            <a:avLst/>
          </a:prstGeom>
          <a:solidFill>
            <a:srgbClr val="2AB07F">
              <a:alpha val="82000"/>
            </a:srgbClr>
          </a:solidFill>
          <a:ln w="5117">
            <a:solidFill>
              <a:srgbClr val="FFFFFF">
                <a:alpha val="82000"/>
              </a:srgbClr>
            </a:solidFill>
            <a:prstDash val="solid"/>
          </a:ln>
        </p:spPr>
      </p:sp>
      <p:sp>
        <p:nvSpPr>
          <p:cNvPr id="77" name="d_small_paired_ellipse_4024">
            <a:extLst>
              <a:ext uri="{FF2B5EF4-FFF2-40B4-BE49-F238E27FC236}">
                <a16:creationId xmlns:a16="http://schemas.microsoft.com/office/drawing/2014/main" id="{3CBB8709-9C50-49B2-BB29-00748E5B1992}"/>
              </a:ext>
            </a:extLst>
          </p:cNvPr>
          <p:cNvSpPr>
            <a:spLocks noGrp="1"/>
          </p:cNvSpPr>
          <p:nvPr/>
        </p:nvSpPr>
        <p:spPr>
          <a:xfrm>
            <a:off x="3110588" y="3093076"/>
            <a:ext cx="77143" cy="77143"/>
          </a:xfrm>
          <a:prstGeom prst="ellipse">
            <a:avLst/>
          </a:prstGeom>
          <a:solidFill>
            <a:srgbClr val="460A5D">
              <a:alpha val="82000"/>
            </a:srgbClr>
          </a:solidFill>
          <a:ln w="5117">
            <a:solidFill>
              <a:srgbClr val="FFFFFF">
                <a:alpha val="82000"/>
              </a:srgbClr>
            </a:solidFill>
            <a:prstDash val="solid"/>
          </a:ln>
        </p:spPr>
      </p:sp>
      <p:sp>
        <p:nvSpPr>
          <p:cNvPr id="78" name="d_small_paired_ellipse_4025">
            <a:extLst>
              <a:ext uri="{FF2B5EF4-FFF2-40B4-BE49-F238E27FC236}">
                <a16:creationId xmlns:a16="http://schemas.microsoft.com/office/drawing/2014/main" id="{9E46C39B-250D-4D1F-B748-AC0014511CB2}"/>
              </a:ext>
            </a:extLst>
          </p:cNvPr>
          <p:cNvSpPr>
            <a:spLocks noGrp="1"/>
          </p:cNvSpPr>
          <p:nvPr/>
        </p:nvSpPr>
        <p:spPr>
          <a:xfrm>
            <a:off x="2602028" y="1664544"/>
            <a:ext cx="77143" cy="77143"/>
          </a:xfrm>
          <a:prstGeom prst="ellipse">
            <a:avLst/>
          </a:prstGeom>
          <a:solidFill>
            <a:srgbClr val="1FA188">
              <a:alpha val="82000"/>
            </a:srgbClr>
          </a:solidFill>
          <a:ln w="5117">
            <a:solidFill>
              <a:srgbClr val="FFFFFF">
                <a:alpha val="82000"/>
              </a:srgbClr>
            </a:solidFill>
            <a:prstDash val="solid"/>
          </a:ln>
        </p:spPr>
      </p:sp>
      <p:sp>
        <p:nvSpPr>
          <p:cNvPr id="79" name="d_small_paired_ellipse_4026">
            <a:extLst>
              <a:ext uri="{FF2B5EF4-FFF2-40B4-BE49-F238E27FC236}">
                <a16:creationId xmlns:a16="http://schemas.microsoft.com/office/drawing/2014/main" id="{2357A2B5-BECD-480B-843A-471B24E8955E}"/>
              </a:ext>
            </a:extLst>
          </p:cNvPr>
          <p:cNvSpPr>
            <a:spLocks noGrp="1"/>
          </p:cNvSpPr>
          <p:nvPr/>
        </p:nvSpPr>
        <p:spPr>
          <a:xfrm>
            <a:off x="4245068" y="1664544"/>
            <a:ext cx="77143" cy="77143"/>
          </a:xfrm>
          <a:prstGeom prst="ellipse">
            <a:avLst/>
          </a:prstGeom>
          <a:solidFill>
            <a:srgbClr val="38588C">
              <a:alpha val="82000"/>
            </a:srgbClr>
          </a:solidFill>
          <a:ln w="5117">
            <a:solidFill>
              <a:srgbClr val="FFFFFF">
                <a:alpha val="82000"/>
              </a:srgbClr>
            </a:solidFill>
            <a:prstDash val="solid"/>
          </a:ln>
        </p:spPr>
      </p:sp>
      <p:sp>
        <p:nvSpPr>
          <p:cNvPr id="80" name="d_small_paired_ellipse_4027">
            <a:extLst>
              <a:ext uri="{FF2B5EF4-FFF2-40B4-BE49-F238E27FC236}">
                <a16:creationId xmlns:a16="http://schemas.microsoft.com/office/drawing/2014/main" id="{71DD9EC3-4BCF-4B5A-B70E-FD7148A78DF7}"/>
              </a:ext>
            </a:extLst>
          </p:cNvPr>
          <p:cNvSpPr>
            <a:spLocks noGrp="1"/>
          </p:cNvSpPr>
          <p:nvPr/>
        </p:nvSpPr>
        <p:spPr>
          <a:xfrm>
            <a:off x="2602028" y="3307584"/>
            <a:ext cx="77143" cy="77143"/>
          </a:xfrm>
          <a:prstGeom prst="ellipse">
            <a:avLst/>
          </a:prstGeom>
          <a:solidFill>
            <a:srgbClr val="32658E">
              <a:alpha val="82000"/>
            </a:srgbClr>
          </a:solidFill>
          <a:ln w="5117">
            <a:solidFill>
              <a:srgbClr val="FFFFFF">
                <a:alpha val="82000"/>
              </a:srgbClr>
            </a:solidFill>
            <a:prstDash val="solid"/>
          </a:ln>
        </p:spPr>
      </p:sp>
      <p:sp>
        <p:nvSpPr>
          <p:cNvPr id="81" name="d_small_paired_ellipse_4028">
            <a:extLst>
              <a:ext uri="{FF2B5EF4-FFF2-40B4-BE49-F238E27FC236}">
                <a16:creationId xmlns:a16="http://schemas.microsoft.com/office/drawing/2014/main" id="{DC6B68E0-7E7B-4E65-AFDA-BA0F46A28B53}"/>
              </a:ext>
            </a:extLst>
          </p:cNvPr>
          <p:cNvSpPr>
            <a:spLocks noGrp="1"/>
          </p:cNvSpPr>
          <p:nvPr/>
        </p:nvSpPr>
        <p:spPr>
          <a:xfrm>
            <a:off x="4245068" y="2603424"/>
            <a:ext cx="77143" cy="77143"/>
          </a:xfrm>
          <a:prstGeom prst="ellipse">
            <a:avLst/>
          </a:prstGeom>
          <a:solidFill>
            <a:srgbClr val="2A788E">
              <a:alpha val="82000"/>
            </a:srgbClr>
          </a:solidFill>
          <a:ln w="5117">
            <a:solidFill>
              <a:srgbClr val="FFFFFF">
                <a:alpha val="82000"/>
              </a:srgbClr>
            </a:solidFill>
            <a:prstDash val="solid"/>
          </a:ln>
        </p:spPr>
      </p:sp>
      <p:sp>
        <p:nvSpPr>
          <p:cNvPr id="82" name="d_small_paired_ellipse_4029">
            <a:extLst>
              <a:ext uri="{FF2B5EF4-FFF2-40B4-BE49-F238E27FC236}">
                <a16:creationId xmlns:a16="http://schemas.microsoft.com/office/drawing/2014/main" id="{83C9A322-51F0-4D47-AFB0-7E320A1A16C0}"/>
              </a:ext>
            </a:extLst>
          </p:cNvPr>
          <p:cNvSpPr>
            <a:spLocks noGrp="1"/>
          </p:cNvSpPr>
          <p:nvPr/>
        </p:nvSpPr>
        <p:spPr>
          <a:xfrm>
            <a:off x="4245068" y="1664544"/>
            <a:ext cx="77143" cy="77143"/>
          </a:xfrm>
          <a:prstGeom prst="ellipse">
            <a:avLst/>
          </a:prstGeom>
          <a:solidFill>
            <a:srgbClr val="39568C">
              <a:alpha val="82000"/>
            </a:srgbClr>
          </a:solidFill>
          <a:ln w="5117">
            <a:solidFill>
              <a:srgbClr val="FFFFFF">
                <a:alpha val="82000"/>
              </a:srgbClr>
            </a:solidFill>
            <a:prstDash val="solid"/>
          </a:ln>
        </p:spPr>
      </p:sp>
      <p:sp>
        <p:nvSpPr>
          <p:cNvPr id="83" name="d_small_paired_ellipse_4030">
            <a:extLst>
              <a:ext uri="{FF2B5EF4-FFF2-40B4-BE49-F238E27FC236}">
                <a16:creationId xmlns:a16="http://schemas.microsoft.com/office/drawing/2014/main" id="{52D5AC62-E09A-4080-B778-D7D630EBB85B}"/>
              </a:ext>
            </a:extLst>
          </p:cNvPr>
          <p:cNvSpPr>
            <a:spLocks noGrp="1"/>
          </p:cNvSpPr>
          <p:nvPr/>
        </p:nvSpPr>
        <p:spPr>
          <a:xfrm>
            <a:off x="4245068" y="1664544"/>
            <a:ext cx="77143" cy="77143"/>
          </a:xfrm>
          <a:prstGeom prst="ellipse">
            <a:avLst/>
          </a:prstGeom>
          <a:solidFill>
            <a:srgbClr val="228B8D">
              <a:alpha val="82000"/>
            </a:srgbClr>
          </a:solidFill>
          <a:ln w="5117">
            <a:solidFill>
              <a:srgbClr val="FFFFFF">
                <a:alpha val="82000"/>
              </a:srgbClr>
            </a:solidFill>
            <a:prstDash val="solid"/>
          </a:ln>
        </p:spPr>
      </p:sp>
      <p:sp>
        <p:nvSpPr>
          <p:cNvPr id="84" name="d_small_paired_ellipse_4031">
            <a:extLst>
              <a:ext uri="{FF2B5EF4-FFF2-40B4-BE49-F238E27FC236}">
                <a16:creationId xmlns:a16="http://schemas.microsoft.com/office/drawing/2014/main" id="{B7C1012A-6FBE-462F-A080-1CA95D606429}"/>
              </a:ext>
            </a:extLst>
          </p:cNvPr>
          <p:cNvSpPr>
            <a:spLocks noGrp="1"/>
          </p:cNvSpPr>
          <p:nvPr/>
        </p:nvSpPr>
        <p:spPr>
          <a:xfrm>
            <a:off x="1041140" y="3955936"/>
            <a:ext cx="77143" cy="77143"/>
          </a:xfrm>
          <a:prstGeom prst="ellipse">
            <a:avLst/>
          </a:prstGeom>
          <a:solidFill>
            <a:srgbClr val="2D708E">
              <a:alpha val="82000"/>
            </a:srgbClr>
          </a:solidFill>
          <a:ln w="5117">
            <a:solidFill>
              <a:srgbClr val="FFFFFF">
                <a:alpha val="82000"/>
              </a:srgbClr>
            </a:solidFill>
            <a:prstDash val="solid"/>
          </a:ln>
        </p:spPr>
      </p:sp>
      <p:sp>
        <p:nvSpPr>
          <p:cNvPr id="85" name="d_small_paired_ellipse_4032">
            <a:extLst>
              <a:ext uri="{FF2B5EF4-FFF2-40B4-BE49-F238E27FC236}">
                <a16:creationId xmlns:a16="http://schemas.microsoft.com/office/drawing/2014/main" id="{79B04A3D-5EF4-4467-AF7B-2F72F16417E6}"/>
              </a:ext>
            </a:extLst>
          </p:cNvPr>
          <p:cNvSpPr>
            <a:spLocks noGrp="1"/>
          </p:cNvSpPr>
          <p:nvPr/>
        </p:nvSpPr>
        <p:spPr>
          <a:xfrm>
            <a:off x="3908897" y="1831080"/>
            <a:ext cx="77143" cy="77143"/>
          </a:xfrm>
          <a:prstGeom prst="ellipse">
            <a:avLst/>
          </a:prstGeom>
          <a:solidFill>
            <a:srgbClr val="25AC82">
              <a:alpha val="82000"/>
            </a:srgbClr>
          </a:solidFill>
          <a:ln w="5117">
            <a:solidFill>
              <a:srgbClr val="FFFFFF">
                <a:alpha val="82000"/>
              </a:srgbClr>
            </a:solidFill>
            <a:prstDash val="solid"/>
          </a:ln>
        </p:spPr>
      </p:sp>
      <p:sp>
        <p:nvSpPr>
          <p:cNvPr id="86" name="d_small_paired_ellipse_4033">
            <a:extLst>
              <a:ext uri="{FF2B5EF4-FFF2-40B4-BE49-F238E27FC236}">
                <a16:creationId xmlns:a16="http://schemas.microsoft.com/office/drawing/2014/main" id="{A6A04959-1F27-4E38-A50F-6D1ABA4BF801}"/>
              </a:ext>
            </a:extLst>
          </p:cNvPr>
          <p:cNvSpPr>
            <a:spLocks noGrp="1"/>
          </p:cNvSpPr>
          <p:nvPr/>
        </p:nvSpPr>
        <p:spPr>
          <a:xfrm>
            <a:off x="958988" y="4950624"/>
            <a:ext cx="77143" cy="77143"/>
          </a:xfrm>
          <a:prstGeom prst="ellipse">
            <a:avLst/>
          </a:prstGeom>
          <a:solidFill>
            <a:srgbClr val="306A8E">
              <a:alpha val="82000"/>
            </a:srgbClr>
          </a:solidFill>
          <a:ln w="5117">
            <a:solidFill>
              <a:srgbClr val="FFFFFF">
                <a:alpha val="82000"/>
              </a:srgbClr>
            </a:solidFill>
            <a:prstDash val="solid"/>
          </a:ln>
        </p:spPr>
      </p:sp>
      <p:sp>
        <p:nvSpPr>
          <p:cNvPr id="87" name="d_small_paired_ellipse_4034">
            <a:extLst>
              <a:ext uri="{FF2B5EF4-FFF2-40B4-BE49-F238E27FC236}">
                <a16:creationId xmlns:a16="http://schemas.microsoft.com/office/drawing/2014/main" id="{C826C3C8-56FA-44D7-AE7B-240BDDAA691B}"/>
              </a:ext>
            </a:extLst>
          </p:cNvPr>
          <p:cNvSpPr>
            <a:spLocks noGrp="1"/>
          </p:cNvSpPr>
          <p:nvPr/>
        </p:nvSpPr>
        <p:spPr>
          <a:xfrm>
            <a:off x="958988" y="4129104"/>
            <a:ext cx="77143" cy="77143"/>
          </a:xfrm>
          <a:prstGeom prst="ellipse">
            <a:avLst/>
          </a:prstGeom>
          <a:solidFill>
            <a:srgbClr val="34618D">
              <a:alpha val="82000"/>
            </a:srgbClr>
          </a:solidFill>
          <a:ln w="5117">
            <a:solidFill>
              <a:srgbClr val="FFFFFF">
                <a:alpha val="82000"/>
              </a:srgbClr>
            </a:solidFill>
            <a:prstDash val="solid"/>
          </a:ln>
        </p:spPr>
      </p:sp>
      <p:sp>
        <p:nvSpPr>
          <p:cNvPr id="88" name="d_small_paired_ellipse_4035">
            <a:extLst>
              <a:ext uri="{FF2B5EF4-FFF2-40B4-BE49-F238E27FC236}">
                <a16:creationId xmlns:a16="http://schemas.microsoft.com/office/drawing/2014/main" id="{EC1F2168-7579-4F46-9F06-73A791000AEB}"/>
              </a:ext>
            </a:extLst>
          </p:cNvPr>
          <p:cNvSpPr>
            <a:spLocks noGrp="1"/>
          </p:cNvSpPr>
          <p:nvPr/>
        </p:nvSpPr>
        <p:spPr>
          <a:xfrm>
            <a:off x="958988" y="4037824"/>
            <a:ext cx="77143" cy="77143"/>
          </a:xfrm>
          <a:prstGeom prst="ellipse">
            <a:avLst/>
          </a:prstGeom>
          <a:solidFill>
            <a:srgbClr val="453781">
              <a:alpha val="82000"/>
            </a:srgbClr>
          </a:solidFill>
          <a:ln w="5117">
            <a:solidFill>
              <a:srgbClr val="FFFFFF">
                <a:alpha val="82000"/>
              </a:srgbClr>
            </a:solidFill>
            <a:prstDash val="solid"/>
          </a:ln>
        </p:spPr>
      </p:sp>
      <p:sp>
        <p:nvSpPr>
          <p:cNvPr id="89" name="d_small_paired_ellipse_4036">
            <a:extLst>
              <a:ext uri="{FF2B5EF4-FFF2-40B4-BE49-F238E27FC236}">
                <a16:creationId xmlns:a16="http://schemas.microsoft.com/office/drawing/2014/main" id="{2EB7C72C-F5DE-4D39-BD02-A9F91293E51E}"/>
              </a:ext>
            </a:extLst>
          </p:cNvPr>
          <p:cNvSpPr>
            <a:spLocks noGrp="1"/>
          </p:cNvSpPr>
          <p:nvPr/>
        </p:nvSpPr>
        <p:spPr>
          <a:xfrm>
            <a:off x="1780508" y="3307584"/>
            <a:ext cx="77143" cy="77143"/>
          </a:xfrm>
          <a:prstGeom prst="ellipse">
            <a:avLst/>
          </a:prstGeom>
          <a:solidFill>
            <a:srgbClr val="297A8E">
              <a:alpha val="82000"/>
            </a:srgbClr>
          </a:solidFill>
          <a:ln w="5117">
            <a:solidFill>
              <a:srgbClr val="FFFFFF">
                <a:alpha val="82000"/>
              </a:srgbClr>
            </a:solidFill>
            <a:prstDash val="solid"/>
          </a:ln>
        </p:spPr>
      </p:sp>
      <p:sp>
        <p:nvSpPr>
          <p:cNvPr id="90" name="d_small_paired_ellipse_4037">
            <a:extLst>
              <a:ext uri="{FF2B5EF4-FFF2-40B4-BE49-F238E27FC236}">
                <a16:creationId xmlns:a16="http://schemas.microsoft.com/office/drawing/2014/main" id="{9BC01716-6FEC-4C15-982D-DB92EBD205DE}"/>
              </a:ext>
            </a:extLst>
          </p:cNvPr>
          <p:cNvSpPr>
            <a:spLocks noGrp="1"/>
          </p:cNvSpPr>
          <p:nvPr/>
        </p:nvSpPr>
        <p:spPr>
          <a:xfrm>
            <a:off x="1428428" y="4481184"/>
            <a:ext cx="77143" cy="77143"/>
          </a:xfrm>
          <a:prstGeom prst="ellipse">
            <a:avLst/>
          </a:prstGeom>
          <a:solidFill>
            <a:srgbClr val="38588C">
              <a:alpha val="82000"/>
            </a:srgbClr>
          </a:solidFill>
          <a:ln w="5117">
            <a:solidFill>
              <a:srgbClr val="FFFFFF">
                <a:alpha val="82000"/>
              </a:srgbClr>
            </a:solidFill>
            <a:prstDash val="solid"/>
          </a:ln>
        </p:spPr>
      </p:sp>
      <p:sp>
        <p:nvSpPr>
          <p:cNvPr id="91" name="d_small_paired_ellipse_4038">
            <a:extLst>
              <a:ext uri="{FF2B5EF4-FFF2-40B4-BE49-F238E27FC236}">
                <a16:creationId xmlns:a16="http://schemas.microsoft.com/office/drawing/2014/main" id="{52168697-2431-4A9B-8DEF-2F8F91DD38CD}"/>
              </a:ext>
            </a:extLst>
          </p:cNvPr>
          <p:cNvSpPr>
            <a:spLocks noGrp="1"/>
          </p:cNvSpPr>
          <p:nvPr/>
        </p:nvSpPr>
        <p:spPr>
          <a:xfrm>
            <a:off x="3423548" y="2486064"/>
            <a:ext cx="77143" cy="77143"/>
          </a:xfrm>
          <a:prstGeom prst="ellipse">
            <a:avLst/>
          </a:prstGeom>
          <a:solidFill>
            <a:srgbClr val="287C8E">
              <a:alpha val="82000"/>
            </a:srgbClr>
          </a:solidFill>
          <a:ln w="5117">
            <a:solidFill>
              <a:srgbClr val="FFFFFF">
                <a:alpha val="82000"/>
              </a:srgbClr>
            </a:solidFill>
            <a:prstDash val="solid"/>
          </a:ln>
        </p:spPr>
      </p:sp>
      <p:sp>
        <p:nvSpPr>
          <p:cNvPr id="92" name="d_small_paired_ellipse_4039">
            <a:extLst>
              <a:ext uri="{FF2B5EF4-FFF2-40B4-BE49-F238E27FC236}">
                <a16:creationId xmlns:a16="http://schemas.microsoft.com/office/drawing/2014/main" id="{3E32A6A1-7821-4AEB-8938-B1BD2BB489F7}"/>
              </a:ext>
            </a:extLst>
          </p:cNvPr>
          <p:cNvSpPr>
            <a:spLocks noGrp="1"/>
          </p:cNvSpPr>
          <p:nvPr/>
        </p:nvSpPr>
        <p:spPr>
          <a:xfrm>
            <a:off x="1780508" y="3307584"/>
            <a:ext cx="77143" cy="77143"/>
          </a:xfrm>
          <a:prstGeom prst="ellipse">
            <a:avLst/>
          </a:prstGeom>
          <a:solidFill>
            <a:srgbClr val="31688E">
              <a:alpha val="82000"/>
            </a:srgbClr>
          </a:solidFill>
          <a:ln w="5117">
            <a:solidFill>
              <a:srgbClr val="FFFFFF">
                <a:alpha val="82000"/>
              </a:srgbClr>
            </a:solidFill>
            <a:prstDash val="solid"/>
          </a:ln>
        </p:spPr>
      </p:sp>
      <p:sp>
        <p:nvSpPr>
          <p:cNvPr id="93" name="d_small_paired_ellipse_4040">
            <a:extLst>
              <a:ext uri="{FF2B5EF4-FFF2-40B4-BE49-F238E27FC236}">
                <a16:creationId xmlns:a16="http://schemas.microsoft.com/office/drawing/2014/main" id="{3E3E4765-F21A-450A-82B0-87E8D89FE70A}"/>
              </a:ext>
            </a:extLst>
          </p:cNvPr>
          <p:cNvSpPr>
            <a:spLocks noGrp="1"/>
          </p:cNvSpPr>
          <p:nvPr/>
        </p:nvSpPr>
        <p:spPr>
          <a:xfrm>
            <a:off x="4245068" y="2718828"/>
            <a:ext cx="77143" cy="77143"/>
          </a:xfrm>
          <a:prstGeom prst="ellipse">
            <a:avLst/>
          </a:prstGeom>
          <a:solidFill>
            <a:srgbClr val="23888E">
              <a:alpha val="82000"/>
            </a:srgbClr>
          </a:solidFill>
          <a:ln w="5117">
            <a:solidFill>
              <a:srgbClr val="FFFFFF">
                <a:alpha val="82000"/>
              </a:srgbClr>
            </a:solidFill>
            <a:prstDash val="solid"/>
          </a:ln>
        </p:spPr>
      </p:sp>
      <p:sp>
        <p:nvSpPr>
          <p:cNvPr id="94" name="d_small_paired_ellipse_4041">
            <a:extLst>
              <a:ext uri="{FF2B5EF4-FFF2-40B4-BE49-F238E27FC236}">
                <a16:creationId xmlns:a16="http://schemas.microsoft.com/office/drawing/2014/main" id="{1FBAB0D9-DF3C-4E20-A299-D59B7C4213C0}"/>
              </a:ext>
            </a:extLst>
          </p:cNvPr>
          <p:cNvSpPr>
            <a:spLocks noGrp="1"/>
          </p:cNvSpPr>
          <p:nvPr/>
        </p:nvSpPr>
        <p:spPr>
          <a:xfrm>
            <a:off x="4245068" y="1664544"/>
            <a:ext cx="77143" cy="77143"/>
          </a:xfrm>
          <a:prstGeom prst="ellipse">
            <a:avLst/>
          </a:prstGeom>
          <a:solidFill>
            <a:srgbClr val="34B679">
              <a:alpha val="82000"/>
            </a:srgbClr>
          </a:solidFill>
          <a:ln w="5117">
            <a:solidFill>
              <a:srgbClr val="FFFFFF">
                <a:alpha val="82000"/>
              </a:srgbClr>
            </a:solidFill>
            <a:prstDash val="solid"/>
          </a:ln>
        </p:spPr>
      </p:sp>
      <p:sp>
        <p:nvSpPr>
          <p:cNvPr id="95" name="d_small_paired_ellipse_4042">
            <a:extLst>
              <a:ext uri="{FF2B5EF4-FFF2-40B4-BE49-F238E27FC236}">
                <a16:creationId xmlns:a16="http://schemas.microsoft.com/office/drawing/2014/main" id="{2A8C46D3-6249-413B-A424-1706025C785E}"/>
              </a:ext>
            </a:extLst>
          </p:cNvPr>
          <p:cNvSpPr>
            <a:spLocks noGrp="1"/>
          </p:cNvSpPr>
          <p:nvPr/>
        </p:nvSpPr>
        <p:spPr>
          <a:xfrm>
            <a:off x="2819424" y="3399677"/>
            <a:ext cx="77143" cy="77143"/>
          </a:xfrm>
          <a:prstGeom prst="ellipse">
            <a:avLst/>
          </a:prstGeom>
          <a:solidFill>
            <a:srgbClr val="39568C">
              <a:alpha val="82000"/>
            </a:srgbClr>
          </a:solidFill>
          <a:ln w="5117">
            <a:solidFill>
              <a:srgbClr val="FFFFFF">
                <a:alpha val="82000"/>
              </a:srgbClr>
            </a:solidFill>
            <a:prstDash val="solid"/>
          </a:ln>
        </p:spPr>
      </p:sp>
      <p:sp>
        <p:nvSpPr>
          <p:cNvPr id="96" name="d_small_paired_ellipse_4043">
            <a:extLst>
              <a:ext uri="{FF2B5EF4-FFF2-40B4-BE49-F238E27FC236}">
                <a16:creationId xmlns:a16="http://schemas.microsoft.com/office/drawing/2014/main" id="{28C88132-126B-4D3A-BC7D-EFFB6C6563DF}"/>
              </a:ext>
            </a:extLst>
          </p:cNvPr>
          <p:cNvSpPr>
            <a:spLocks noGrp="1"/>
          </p:cNvSpPr>
          <p:nvPr/>
        </p:nvSpPr>
        <p:spPr>
          <a:xfrm>
            <a:off x="958988" y="1664544"/>
            <a:ext cx="77143" cy="77143"/>
          </a:xfrm>
          <a:prstGeom prst="ellipse">
            <a:avLst/>
          </a:prstGeom>
          <a:solidFill>
            <a:srgbClr val="46327E">
              <a:alpha val="82000"/>
            </a:srgbClr>
          </a:solidFill>
          <a:ln w="5117">
            <a:solidFill>
              <a:srgbClr val="FFFFFF">
                <a:alpha val="82000"/>
              </a:srgbClr>
            </a:solidFill>
            <a:prstDash val="solid"/>
          </a:ln>
        </p:spPr>
      </p:sp>
      <p:sp>
        <p:nvSpPr>
          <p:cNvPr id="97" name="d_small_paired_ellipse_4044">
            <a:extLst>
              <a:ext uri="{FF2B5EF4-FFF2-40B4-BE49-F238E27FC236}">
                <a16:creationId xmlns:a16="http://schemas.microsoft.com/office/drawing/2014/main" id="{B7397D15-F761-434D-A1AB-6915C5A3D47C}"/>
              </a:ext>
            </a:extLst>
          </p:cNvPr>
          <p:cNvSpPr>
            <a:spLocks noGrp="1"/>
          </p:cNvSpPr>
          <p:nvPr/>
        </p:nvSpPr>
        <p:spPr>
          <a:xfrm>
            <a:off x="3423548" y="2486064"/>
            <a:ext cx="77143" cy="77143"/>
          </a:xfrm>
          <a:prstGeom prst="ellipse">
            <a:avLst/>
          </a:prstGeom>
          <a:solidFill>
            <a:srgbClr val="25AC82">
              <a:alpha val="82000"/>
            </a:srgbClr>
          </a:solidFill>
          <a:ln w="5117">
            <a:solidFill>
              <a:srgbClr val="FFFFFF">
                <a:alpha val="82000"/>
              </a:srgbClr>
            </a:solidFill>
            <a:prstDash val="solid"/>
          </a:ln>
        </p:spPr>
      </p:sp>
      <p:sp>
        <p:nvSpPr>
          <p:cNvPr id="98" name="d_small_paired_ellipse_4045">
            <a:extLst>
              <a:ext uri="{FF2B5EF4-FFF2-40B4-BE49-F238E27FC236}">
                <a16:creationId xmlns:a16="http://schemas.microsoft.com/office/drawing/2014/main" id="{74EB0828-E28C-451E-AA65-7C04D96061FA}"/>
              </a:ext>
            </a:extLst>
          </p:cNvPr>
          <p:cNvSpPr>
            <a:spLocks noGrp="1"/>
          </p:cNvSpPr>
          <p:nvPr/>
        </p:nvSpPr>
        <p:spPr>
          <a:xfrm>
            <a:off x="958988" y="4950624"/>
            <a:ext cx="77143" cy="77143"/>
          </a:xfrm>
          <a:prstGeom prst="ellipse">
            <a:avLst/>
          </a:prstGeom>
          <a:solidFill>
            <a:srgbClr val="2E6F8E">
              <a:alpha val="82000"/>
            </a:srgbClr>
          </a:solidFill>
          <a:ln w="5117">
            <a:solidFill>
              <a:srgbClr val="FFFFFF">
                <a:alpha val="82000"/>
              </a:srgbClr>
            </a:solidFill>
            <a:prstDash val="solid"/>
          </a:ln>
        </p:spPr>
      </p:sp>
      <p:sp>
        <p:nvSpPr>
          <p:cNvPr id="99" name="d_small_paired_ellipse_4046">
            <a:extLst>
              <a:ext uri="{FF2B5EF4-FFF2-40B4-BE49-F238E27FC236}">
                <a16:creationId xmlns:a16="http://schemas.microsoft.com/office/drawing/2014/main" id="{7A77EE75-5704-4699-AD01-9F62B5A83EF9}"/>
              </a:ext>
            </a:extLst>
          </p:cNvPr>
          <p:cNvSpPr>
            <a:spLocks noGrp="1"/>
          </p:cNvSpPr>
          <p:nvPr/>
        </p:nvSpPr>
        <p:spPr>
          <a:xfrm>
            <a:off x="4245068" y="1664544"/>
            <a:ext cx="77143" cy="77143"/>
          </a:xfrm>
          <a:prstGeom prst="ellipse">
            <a:avLst/>
          </a:prstGeom>
          <a:solidFill>
            <a:srgbClr val="277E8E">
              <a:alpha val="82000"/>
            </a:srgbClr>
          </a:solidFill>
          <a:ln w="5117">
            <a:solidFill>
              <a:srgbClr val="FFFFFF">
                <a:alpha val="82000"/>
              </a:srgbClr>
            </a:solidFill>
            <a:prstDash val="solid"/>
          </a:ln>
        </p:spPr>
      </p:sp>
      <p:sp>
        <p:nvSpPr>
          <p:cNvPr id="100" name="d_small_paired_ellipse_4047">
            <a:extLst>
              <a:ext uri="{FF2B5EF4-FFF2-40B4-BE49-F238E27FC236}">
                <a16:creationId xmlns:a16="http://schemas.microsoft.com/office/drawing/2014/main" id="{FB7EB199-193F-48B3-807B-7AD0944CB8C0}"/>
              </a:ext>
            </a:extLst>
          </p:cNvPr>
          <p:cNvSpPr>
            <a:spLocks noGrp="1"/>
          </p:cNvSpPr>
          <p:nvPr/>
        </p:nvSpPr>
        <p:spPr>
          <a:xfrm>
            <a:off x="958988" y="4950624"/>
            <a:ext cx="77143" cy="77143"/>
          </a:xfrm>
          <a:prstGeom prst="ellipse">
            <a:avLst/>
          </a:prstGeom>
          <a:solidFill>
            <a:srgbClr val="306A8E">
              <a:alpha val="82000"/>
            </a:srgbClr>
          </a:solidFill>
          <a:ln w="5117">
            <a:solidFill>
              <a:srgbClr val="FFFFFF">
                <a:alpha val="82000"/>
              </a:srgbClr>
            </a:solidFill>
            <a:prstDash val="solid"/>
          </a:ln>
        </p:spPr>
      </p:sp>
      <p:sp>
        <p:nvSpPr>
          <p:cNvPr id="101" name="d_small_paired_ellipse_4048">
            <a:extLst>
              <a:ext uri="{FF2B5EF4-FFF2-40B4-BE49-F238E27FC236}">
                <a16:creationId xmlns:a16="http://schemas.microsoft.com/office/drawing/2014/main" id="{B47CF89C-31ED-4476-986E-8C3A1EE308CD}"/>
              </a:ext>
            </a:extLst>
          </p:cNvPr>
          <p:cNvSpPr>
            <a:spLocks noGrp="1"/>
          </p:cNvSpPr>
          <p:nvPr/>
        </p:nvSpPr>
        <p:spPr>
          <a:xfrm>
            <a:off x="1534052" y="4895856"/>
            <a:ext cx="77143" cy="77143"/>
          </a:xfrm>
          <a:prstGeom prst="ellipse">
            <a:avLst/>
          </a:prstGeom>
          <a:solidFill>
            <a:srgbClr val="472E7C">
              <a:alpha val="82000"/>
            </a:srgbClr>
          </a:solidFill>
          <a:ln w="5117">
            <a:solidFill>
              <a:srgbClr val="FFFFFF">
                <a:alpha val="82000"/>
              </a:srgbClr>
            </a:solidFill>
            <a:prstDash val="solid"/>
          </a:ln>
        </p:spPr>
      </p:sp>
      <p:sp>
        <p:nvSpPr>
          <p:cNvPr id="102" name="d_small_paired_ellipse_4049">
            <a:extLst>
              <a:ext uri="{FF2B5EF4-FFF2-40B4-BE49-F238E27FC236}">
                <a16:creationId xmlns:a16="http://schemas.microsoft.com/office/drawing/2014/main" id="{1E421C76-546A-4365-BF25-23BE6AC19138}"/>
              </a:ext>
            </a:extLst>
          </p:cNvPr>
          <p:cNvSpPr>
            <a:spLocks noGrp="1"/>
          </p:cNvSpPr>
          <p:nvPr/>
        </p:nvSpPr>
        <p:spPr>
          <a:xfrm>
            <a:off x="4245068" y="1664544"/>
            <a:ext cx="77143" cy="77143"/>
          </a:xfrm>
          <a:prstGeom prst="ellipse">
            <a:avLst/>
          </a:prstGeom>
          <a:solidFill>
            <a:srgbClr val="404588">
              <a:alpha val="82000"/>
            </a:srgbClr>
          </a:solidFill>
          <a:ln w="5117">
            <a:solidFill>
              <a:srgbClr val="FFFFFF">
                <a:alpha val="82000"/>
              </a:srgbClr>
            </a:solidFill>
            <a:prstDash val="solid"/>
          </a:ln>
        </p:spPr>
      </p:sp>
      <p:sp>
        <p:nvSpPr>
          <p:cNvPr id="103" name="d_small_paired_ellipse_4050">
            <a:extLst>
              <a:ext uri="{FF2B5EF4-FFF2-40B4-BE49-F238E27FC236}">
                <a16:creationId xmlns:a16="http://schemas.microsoft.com/office/drawing/2014/main" id="{C4D2999B-9004-4A8D-B144-8FC4ED7268B1}"/>
              </a:ext>
            </a:extLst>
          </p:cNvPr>
          <p:cNvSpPr>
            <a:spLocks noGrp="1"/>
          </p:cNvSpPr>
          <p:nvPr/>
        </p:nvSpPr>
        <p:spPr>
          <a:xfrm>
            <a:off x="4245068" y="1664544"/>
            <a:ext cx="77143" cy="77143"/>
          </a:xfrm>
          <a:prstGeom prst="ellipse">
            <a:avLst/>
          </a:prstGeom>
          <a:solidFill>
            <a:srgbClr val="2C728E">
              <a:alpha val="82000"/>
            </a:srgbClr>
          </a:solidFill>
          <a:ln w="5117">
            <a:solidFill>
              <a:srgbClr val="FFFFFF">
                <a:alpha val="82000"/>
              </a:srgbClr>
            </a:solidFill>
            <a:prstDash val="solid"/>
          </a:ln>
        </p:spPr>
      </p:sp>
      <p:sp>
        <p:nvSpPr>
          <p:cNvPr id="104" name="d_small_paired_ellipse_4051">
            <a:extLst>
              <a:ext uri="{FF2B5EF4-FFF2-40B4-BE49-F238E27FC236}">
                <a16:creationId xmlns:a16="http://schemas.microsoft.com/office/drawing/2014/main" id="{650640BC-97D4-41EC-801C-B35A0386E15F}"/>
              </a:ext>
            </a:extLst>
          </p:cNvPr>
          <p:cNvSpPr>
            <a:spLocks noGrp="1"/>
          </p:cNvSpPr>
          <p:nvPr/>
        </p:nvSpPr>
        <p:spPr>
          <a:xfrm>
            <a:off x="1665291" y="4931064"/>
            <a:ext cx="77143" cy="77143"/>
          </a:xfrm>
          <a:prstGeom prst="ellipse">
            <a:avLst/>
          </a:prstGeom>
          <a:solidFill>
            <a:srgbClr val="365D8D">
              <a:alpha val="82000"/>
            </a:srgbClr>
          </a:solidFill>
          <a:ln w="5117">
            <a:solidFill>
              <a:srgbClr val="FFFFFF">
                <a:alpha val="82000"/>
              </a:srgbClr>
            </a:solidFill>
            <a:prstDash val="solid"/>
          </a:ln>
        </p:spPr>
      </p:sp>
      <p:sp>
        <p:nvSpPr>
          <p:cNvPr id="105" name="d_small_paired_ellipse_4052">
            <a:extLst>
              <a:ext uri="{FF2B5EF4-FFF2-40B4-BE49-F238E27FC236}">
                <a16:creationId xmlns:a16="http://schemas.microsoft.com/office/drawing/2014/main" id="{5BEFA159-7041-466B-8843-DE57FDA18E48}"/>
              </a:ext>
            </a:extLst>
          </p:cNvPr>
          <p:cNvSpPr>
            <a:spLocks noGrp="1"/>
          </p:cNvSpPr>
          <p:nvPr/>
        </p:nvSpPr>
        <p:spPr>
          <a:xfrm>
            <a:off x="4245068" y="3855264"/>
            <a:ext cx="77143" cy="77143"/>
          </a:xfrm>
          <a:prstGeom prst="ellipse">
            <a:avLst/>
          </a:prstGeom>
          <a:solidFill>
            <a:srgbClr val="30698E">
              <a:alpha val="82000"/>
            </a:srgbClr>
          </a:solidFill>
          <a:ln w="5117">
            <a:solidFill>
              <a:srgbClr val="FFFFFF">
                <a:alpha val="82000"/>
              </a:srgbClr>
            </a:solidFill>
            <a:prstDash val="solid"/>
          </a:ln>
        </p:spPr>
      </p:sp>
      <p:sp>
        <p:nvSpPr>
          <p:cNvPr id="106" name="d_small_paired_ellipse_4053">
            <a:extLst>
              <a:ext uri="{FF2B5EF4-FFF2-40B4-BE49-F238E27FC236}">
                <a16:creationId xmlns:a16="http://schemas.microsoft.com/office/drawing/2014/main" id="{25C04590-72D3-4205-B625-CBB42A77302C}"/>
              </a:ext>
            </a:extLst>
          </p:cNvPr>
          <p:cNvSpPr>
            <a:spLocks noGrp="1"/>
          </p:cNvSpPr>
          <p:nvPr/>
        </p:nvSpPr>
        <p:spPr>
          <a:xfrm>
            <a:off x="4245068" y="1664544"/>
            <a:ext cx="77143" cy="77143"/>
          </a:xfrm>
          <a:prstGeom prst="ellipse">
            <a:avLst/>
          </a:prstGeom>
          <a:solidFill>
            <a:srgbClr val="3D4D8A">
              <a:alpha val="82000"/>
            </a:srgbClr>
          </a:solidFill>
          <a:ln w="5117">
            <a:solidFill>
              <a:srgbClr val="FFFFFF">
                <a:alpha val="82000"/>
              </a:srgbClr>
            </a:solidFill>
            <a:prstDash val="solid"/>
          </a:ln>
        </p:spPr>
      </p:sp>
      <p:sp>
        <p:nvSpPr>
          <p:cNvPr id="107" name="d_small_paired_ellipse_4054">
            <a:extLst>
              <a:ext uri="{FF2B5EF4-FFF2-40B4-BE49-F238E27FC236}">
                <a16:creationId xmlns:a16="http://schemas.microsoft.com/office/drawing/2014/main" id="{D2CA7881-8C13-4D05-B75C-E433C4B307DB}"/>
              </a:ext>
            </a:extLst>
          </p:cNvPr>
          <p:cNvSpPr>
            <a:spLocks noGrp="1"/>
          </p:cNvSpPr>
          <p:nvPr/>
        </p:nvSpPr>
        <p:spPr>
          <a:xfrm>
            <a:off x="4245068" y="1664544"/>
            <a:ext cx="77143" cy="77143"/>
          </a:xfrm>
          <a:prstGeom prst="ellipse">
            <a:avLst/>
          </a:prstGeom>
          <a:solidFill>
            <a:srgbClr val="2F6B8E">
              <a:alpha val="82000"/>
            </a:srgbClr>
          </a:solidFill>
          <a:ln w="5117">
            <a:solidFill>
              <a:srgbClr val="FFFFFF">
                <a:alpha val="82000"/>
              </a:srgbClr>
            </a:solidFill>
            <a:prstDash val="solid"/>
          </a:ln>
        </p:spPr>
      </p:sp>
      <p:sp>
        <p:nvSpPr>
          <p:cNvPr id="108" name="d_small_paired_ellipse_4055">
            <a:extLst>
              <a:ext uri="{FF2B5EF4-FFF2-40B4-BE49-F238E27FC236}">
                <a16:creationId xmlns:a16="http://schemas.microsoft.com/office/drawing/2014/main" id="{3206F7D2-D4DA-48DA-901A-39BD69D56A8C}"/>
              </a:ext>
            </a:extLst>
          </p:cNvPr>
          <p:cNvSpPr>
            <a:spLocks noGrp="1"/>
          </p:cNvSpPr>
          <p:nvPr/>
        </p:nvSpPr>
        <p:spPr>
          <a:xfrm>
            <a:off x="4245068" y="1664544"/>
            <a:ext cx="77143" cy="77143"/>
          </a:xfrm>
          <a:prstGeom prst="ellipse">
            <a:avLst/>
          </a:prstGeom>
          <a:solidFill>
            <a:srgbClr val="355F8D">
              <a:alpha val="82000"/>
            </a:srgbClr>
          </a:solidFill>
          <a:ln w="5117">
            <a:solidFill>
              <a:srgbClr val="FFFFFF">
                <a:alpha val="82000"/>
              </a:srgbClr>
            </a:solidFill>
            <a:prstDash val="solid"/>
          </a:ln>
        </p:spPr>
      </p:sp>
      <p:sp>
        <p:nvSpPr>
          <p:cNvPr id="109" name="d_small_paired_ellipse_4056">
            <a:extLst>
              <a:ext uri="{FF2B5EF4-FFF2-40B4-BE49-F238E27FC236}">
                <a16:creationId xmlns:a16="http://schemas.microsoft.com/office/drawing/2014/main" id="{D8B3A80B-02CD-435E-9255-02DF0B6961C0}"/>
              </a:ext>
            </a:extLst>
          </p:cNvPr>
          <p:cNvSpPr>
            <a:spLocks noGrp="1"/>
          </p:cNvSpPr>
          <p:nvPr/>
        </p:nvSpPr>
        <p:spPr>
          <a:xfrm>
            <a:off x="958988" y="4950624"/>
            <a:ext cx="77143" cy="77143"/>
          </a:xfrm>
          <a:prstGeom prst="ellipse">
            <a:avLst/>
          </a:prstGeom>
          <a:solidFill>
            <a:srgbClr val="5EC962">
              <a:alpha val="82000"/>
            </a:srgbClr>
          </a:solidFill>
          <a:ln w="5117">
            <a:solidFill>
              <a:srgbClr val="FFFFFF">
                <a:alpha val="82000"/>
              </a:srgbClr>
            </a:solidFill>
            <a:prstDash val="solid"/>
          </a:ln>
        </p:spPr>
      </p:sp>
      <p:sp>
        <p:nvSpPr>
          <p:cNvPr id="110" name="d_small_paired_ellipse_4057">
            <a:extLst>
              <a:ext uri="{FF2B5EF4-FFF2-40B4-BE49-F238E27FC236}">
                <a16:creationId xmlns:a16="http://schemas.microsoft.com/office/drawing/2014/main" id="{6B65B2BF-D761-464F-BF11-C0EC86C8F7BA}"/>
              </a:ext>
            </a:extLst>
          </p:cNvPr>
          <p:cNvSpPr>
            <a:spLocks noGrp="1"/>
          </p:cNvSpPr>
          <p:nvPr/>
        </p:nvSpPr>
        <p:spPr>
          <a:xfrm>
            <a:off x="4245068" y="1664544"/>
            <a:ext cx="77143" cy="77143"/>
          </a:xfrm>
          <a:prstGeom prst="ellipse">
            <a:avLst/>
          </a:prstGeom>
          <a:solidFill>
            <a:srgbClr val="33628D">
              <a:alpha val="82000"/>
            </a:srgbClr>
          </a:solidFill>
          <a:ln w="5117">
            <a:solidFill>
              <a:srgbClr val="FFFFFF">
                <a:alpha val="82000"/>
              </a:srgbClr>
            </a:solidFill>
            <a:prstDash val="solid"/>
          </a:ln>
        </p:spPr>
      </p:sp>
      <p:sp>
        <p:nvSpPr>
          <p:cNvPr id="111" name="d_small_paired_ellipse_4058">
            <a:extLst>
              <a:ext uri="{FF2B5EF4-FFF2-40B4-BE49-F238E27FC236}">
                <a16:creationId xmlns:a16="http://schemas.microsoft.com/office/drawing/2014/main" id="{A32865FB-4DCF-40B3-A6C0-5FDC33FABC50}"/>
              </a:ext>
            </a:extLst>
          </p:cNvPr>
          <p:cNvSpPr>
            <a:spLocks noGrp="1"/>
          </p:cNvSpPr>
          <p:nvPr/>
        </p:nvSpPr>
        <p:spPr>
          <a:xfrm>
            <a:off x="2181162" y="4040867"/>
            <a:ext cx="77143" cy="77143"/>
          </a:xfrm>
          <a:prstGeom prst="ellipse">
            <a:avLst/>
          </a:prstGeom>
          <a:solidFill>
            <a:srgbClr val="2F6B8E">
              <a:alpha val="82000"/>
            </a:srgbClr>
          </a:solidFill>
          <a:ln w="5117">
            <a:solidFill>
              <a:srgbClr val="FFFFFF">
                <a:alpha val="82000"/>
              </a:srgbClr>
            </a:solidFill>
            <a:prstDash val="solid"/>
          </a:ln>
        </p:spPr>
      </p:sp>
      <p:sp>
        <p:nvSpPr>
          <p:cNvPr id="112" name="d_small_paired_ellipse_4059">
            <a:extLst>
              <a:ext uri="{FF2B5EF4-FFF2-40B4-BE49-F238E27FC236}">
                <a16:creationId xmlns:a16="http://schemas.microsoft.com/office/drawing/2014/main" id="{90F42DB6-D186-4691-8F4A-0DA0601935F3}"/>
              </a:ext>
            </a:extLst>
          </p:cNvPr>
          <p:cNvSpPr>
            <a:spLocks noGrp="1"/>
          </p:cNvSpPr>
          <p:nvPr/>
        </p:nvSpPr>
        <p:spPr>
          <a:xfrm>
            <a:off x="1141548" y="3815156"/>
            <a:ext cx="77143" cy="77143"/>
          </a:xfrm>
          <a:prstGeom prst="ellipse">
            <a:avLst/>
          </a:prstGeom>
          <a:solidFill>
            <a:srgbClr val="21908D">
              <a:alpha val="82000"/>
            </a:srgbClr>
          </a:solidFill>
          <a:ln w="5117">
            <a:solidFill>
              <a:srgbClr val="FFFFFF">
                <a:alpha val="82000"/>
              </a:srgbClr>
            </a:solidFill>
            <a:prstDash val="solid"/>
          </a:ln>
        </p:spPr>
      </p:sp>
      <p:sp>
        <p:nvSpPr>
          <p:cNvPr id="113" name="d_small_paired_ellipse_4060">
            <a:extLst>
              <a:ext uri="{FF2B5EF4-FFF2-40B4-BE49-F238E27FC236}">
                <a16:creationId xmlns:a16="http://schemas.microsoft.com/office/drawing/2014/main" id="{EE3BA766-A94E-4506-9A3F-EB5C83BC5E00}"/>
              </a:ext>
            </a:extLst>
          </p:cNvPr>
          <p:cNvSpPr>
            <a:spLocks noGrp="1"/>
          </p:cNvSpPr>
          <p:nvPr/>
        </p:nvSpPr>
        <p:spPr>
          <a:xfrm>
            <a:off x="1156675" y="4720598"/>
            <a:ext cx="77143" cy="77143"/>
          </a:xfrm>
          <a:prstGeom prst="ellipse">
            <a:avLst/>
          </a:prstGeom>
          <a:solidFill>
            <a:srgbClr val="30698E">
              <a:alpha val="82000"/>
            </a:srgbClr>
          </a:solidFill>
          <a:ln w="5117">
            <a:solidFill>
              <a:srgbClr val="FFFFFF">
                <a:alpha val="82000"/>
              </a:srgbClr>
            </a:solidFill>
            <a:prstDash val="solid"/>
          </a:ln>
        </p:spPr>
      </p:sp>
      <p:sp>
        <p:nvSpPr>
          <p:cNvPr id="114" name="d_small_paired_ellipse_4061">
            <a:extLst>
              <a:ext uri="{FF2B5EF4-FFF2-40B4-BE49-F238E27FC236}">
                <a16:creationId xmlns:a16="http://schemas.microsoft.com/office/drawing/2014/main" id="{7EB849B7-182A-48A8-A3A8-6E60CDD85AAD}"/>
              </a:ext>
            </a:extLst>
          </p:cNvPr>
          <p:cNvSpPr>
            <a:spLocks noGrp="1"/>
          </p:cNvSpPr>
          <p:nvPr/>
        </p:nvSpPr>
        <p:spPr>
          <a:xfrm>
            <a:off x="958988" y="4950624"/>
            <a:ext cx="77143" cy="77143"/>
          </a:xfrm>
          <a:prstGeom prst="ellipse">
            <a:avLst/>
          </a:prstGeom>
          <a:solidFill>
            <a:srgbClr val="482475">
              <a:alpha val="82000"/>
            </a:srgbClr>
          </a:solidFill>
          <a:ln w="5117">
            <a:solidFill>
              <a:srgbClr val="FFFFFF">
                <a:alpha val="82000"/>
              </a:srgbClr>
            </a:solidFill>
            <a:prstDash val="solid"/>
          </a:ln>
        </p:spPr>
      </p:sp>
      <p:sp>
        <p:nvSpPr>
          <p:cNvPr id="115" name="d_small_paired_ellipse_4062">
            <a:extLst>
              <a:ext uri="{FF2B5EF4-FFF2-40B4-BE49-F238E27FC236}">
                <a16:creationId xmlns:a16="http://schemas.microsoft.com/office/drawing/2014/main" id="{6A600FEB-D4F2-4CDD-AA10-85254DAFC0F9}"/>
              </a:ext>
            </a:extLst>
          </p:cNvPr>
          <p:cNvSpPr>
            <a:spLocks noGrp="1"/>
          </p:cNvSpPr>
          <p:nvPr/>
        </p:nvSpPr>
        <p:spPr>
          <a:xfrm>
            <a:off x="958988" y="4950624"/>
            <a:ext cx="77143" cy="77143"/>
          </a:xfrm>
          <a:prstGeom prst="ellipse">
            <a:avLst/>
          </a:prstGeom>
          <a:solidFill>
            <a:srgbClr val="2C718E">
              <a:alpha val="82000"/>
            </a:srgbClr>
          </a:solidFill>
          <a:ln w="5117">
            <a:solidFill>
              <a:srgbClr val="FFFFFF">
                <a:alpha val="82000"/>
              </a:srgbClr>
            </a:solidFill>
            <a:prstDash val="solid"/>
          </a:ln>
        </p:spPr>
      </p:sp>
      <p:sp>
        <p:nvSpPr>
          <p:cNvPr id="116" name="d_small_paired_ellipse_4063">
            <a:extLst>
              <a:ext uri="{FF2B5EF4-FFF2-40B4-BE49-F238E27FC236}">
                <a16:creationId xmlns:a16="http://schemas.microsoft.com/office/drawing/2014/main" id="{C8900CE2-3A79-42C6-9540-FC282E8E03B6}"/>
              </a:ext>
            </a:extLst>
          </p:cNvPr>
          <p:cNvSpPr>
            <a:spLocks noGrp="1"/>
          </p:cNvSpPr>
          <p:nvPr/>
        </p:nvSpPr>
        <p:spPr>
          <a:xfrm>
            <a:off x="4104149" y="1664544"/>
            <a:ext cx="77143" cy="77143"/>
          </a:xfrm>
          <a:prstGeom prst="ellipse">
            <a:avLst/>
          </a:prstGeom>
          <a:solidFill>
            <a:srgbClr val="1F948C">
              <a:alpha val="82000"/>
            </a:srgbClr>
          </a:solidFill>
          <a:ln w="5117">
            <a:solidFill>
              <a:srgbClr val="FFFFFF">
                <a:alpha val="82000"/>
              </a:srgbClr>
            </a:solidFill>
            <a:prstDash val="solid"/>
          </a:ln>
        </p:spPr>
      </p:sp>
      <p:sp>
        <p:nvSpPr>
          <p:cNvPr id="117" name="d_small_paired_ellipse_4064">
            <a:extLst>
              <a:ext uri="{FF2B5EF4-FFF2-40B4-BE49-F238E27FC236}">
                <a16:creationId xmlns:a16="http://schemas.microsoft.com/office/drawing/2014/main" id="{1E5413E2-8FC1-497A-B12E-AC603CC65B9A}"/>
              </a:ext>
            </a:extLst>
          </p:cNvPr>
          <p:cNvSpPr>
            <a:spLocks noGrp="1"/>
          </p:cNvSpPr>
          <p:nvPr/>
        </p:nvSpPr>
        <p:spPr>
          <a:xfrm>
            <a:off x="4245068" y="1664544"/>
            <a:ext cx="77143" cy="77143"/>
          </a:xfrm>
          <a:prstGeom prst="ellipse">
            <a:avLst/>
          </a:prstGeom>
          <a:solidFill>
            <a:srgbClr val="31688E">
              <a:alpha val="82000"/>
            </a:srgbClr>
          </a:solidFill>
          <a:ln w="5117">
            <a:solidFill>
              <a:srgbClr val="FFFFFF">
                <a:alpha val="82000"/>
              </a:srgbClr>
            </a:solidFill>
            <a:prstDash val="solid"/>
          </a:ln>
        </p:spPr>
      </p:sp>
      <p:sp>
        <p:nvSpPr>
          <p:cNvPr id="118" name="d_small_paired_ellipse_4065">
            <a:extLst>
              <a:ext uri="{FF2B5EF4-FFF2-40B4-BE49-F238E27FC236}">
                <a16:creationId xmlns:a16="http://schemas.microsoft.com/office/drawing/2014/main" id="{D9F5E8EA-F433-4DA3-A36F-FC4B9ED5F6FF}"/>
              </a:ext>
            </a:extLst>
          </p:cNvPr>
          <p:cNvSpPr>
            <a:spLocks noGrp="1"/>
          </p:cNvSpPr>
          <p:nvPr/>
        </p:nvSpPr>
        <p:spPr>
          <a:xfrm>
            <a:off x="4245068" y="1664544"/>
            <a:ext cx="77143" cy="77143"/>
          </a:xfrm>
          <a:prstGeom prst="ellipse">
            <a:avLst/>
          </a:prstGeom>
          <a:solidFill>
            <a:srgbClr val="3C4F8A">
              <a:alpha val="82000"/>
            </a:srgbClr>
          </a:solidFill>
          <a:ln w="5117">
            <a:solidFill>
              <a:srgbClr val="FFFFFF">
                <a:alpha val="82000"/>
              </a:srgbClr>
            </a:solidFill>
            <a:prstDash val="solid"/>
          </a:ln>
        </p:spPr>
      </p:sp>
      <p:sp>
        <p:nvSpPr>
          <p:cNvPr id="119" name="d_small_paired_ellipse_4066">
            <a:extLst>
              <a:ext uri="{FF2B5EF4-FFF2-40B4-BE49-F238E27FC236}">
                <a16:creationId xmlns:a16="http://schemas.microsoft.com/office/drawing/2014/main" id="{56997B04-0B05-47DD-A680-4C5E5F161C33}"/>
              </a:ext>
            </a:extLst>
          </p:cNvPr>
          <p:cNvSpPr>
            <a:spLocks noGrp="1"/>
          </p:cNvSpPr>
          <p:nvPr/>
        </p:nvSpPr>
        <p:spPr>
          <a:xfrm>
            <a:off x="4245068" y="4402944"/>
            <a:ext cx="77143" cy="77143"/>
          </a:xfrm>
          <a:prstGeom prst="ellipse">
            <a:avLst/>
          </a:prstGeom>
          <a:solidFill>
            <a:srgbClr val="2D708E">
              <a:alpha val="82000"/>
            </a:srgbClr>
          </a:solidFill>
          <a:ln w="5117">
            <a:solidFill>
              <a:srgbClr val="FFFFFF">
                <a:alpha val="82000"/>
              </a:srgbClr>
            </a:solidFill>
            <a:prstDash val="solid"/>
          </a:ln>
        </p:spPr>
      </p:sp>
      <p:sp>
        <p:nvSpPr>
          <p:cNvPr id="120" name="d_small_paired_ellipse_4067">
            <a:extLst>
              <a:ext uri="{FF2B5EF4-FFF2-40B4-BE49-F238E27FC236}">
                <a16:creationId xmlns:a16="http://schemas.microsoft.com/office/drawing/2014/main" id="{83B78F22-0A89-4A03-BB3D-6D8727EBBB13}"/>
              </a:ext>
            </a:extLst>
          </p:cNvPr>
          <p:cNvSpPr>
            <a:spLocks noGrp="1"/>
          </p:cNvSpPr>
          <p:nvPr/>
        </p:nvSpPr>
        <p:spPr>
          <a:xfrm>
            <a:off x="1546223" y="4256896"/>
            <a:ext cx="77143" cy="77143"/>
          </a:xfrm>
          <a:prstGeom prst="ellipse">
            <a:avLst/>
          </a:prstGeom>
          <a:solidFill>
            <a:srgbClr val="23888E">
              <a:alpha val="82000"/>
            </a:srgbClr>
          </a:solidFill>
          <a:ln w="5117">
            <a:solidFill>
              <a:srgbClr val="FFFFFF">
                <a:alpha val="82000"/>
              </a:srgbClr>
            </a:solidFill>
            <a:prstDash val="solid"/>
          </a:ln>
        </p:spPr>
      </p:sp>
      <p:sp>
        <p:nvSpPr>
          <p:cNvPr id="121" name="d_small_paired_ellipse_4068">
            <a:extLst>
              <a:ext uri="{FF2B5EF4-FFF2-40B4-BE49-F238E27FC236}">
                <a16:creationId xmlns:a16="http://schemas.microsoft.com/office/drawing/2014/main" id="{988146ED-97C9-4722-93D7-B3EF2CDA238B}"/>
              </a:ext>
            </a:extLst>
          </p:cNvPr>
          <p:cNvSpPr>
            <a:spLocks noGrp="1"/>
          </p:cNvSpPr>
          <p:nvPr/>
        </p:nvSpPr>
        <p:spPr>
          <a:xfrm>
            <a:off x="4245068" y="3581424"/>
            <a:ext cx="77143" cy="77143"/>
          </a:xfrm>
          <a:prstGeom prst="ellipse">
            <a:avLst/>
          </a:prstGeom>
          <a:solidFill>
            <a:srgbClr val="375A8C">
              <a:alpha val="82000"/>
            </a:srgbClr>
          </a:solidFill>
          <a:ln w="5117">
            <a:solidFill>
              <a:srgbClr val="FFFFFF">
                <a:alpha val="82000"/>
              </a:srgbClr>
            </a:solidFill>
            <a:prstDash val="solid"/>
          </a:ln>
        </p:spPr>
      </p:sp>
      <p:sp>
        <p:nvSpPr>
          <p:cNvPr id="122" name="d_small_paired_ellipse_4069">
            <a:extLst>
              <a:ext uri="{FF2B5EF4-FFF2-40B4-BE49-F238E27FC236}">
                <a16:creationId xmlns:a16="http://schemas.microsoft.com/office/drawing/2014/main" id="{DB839BD6-94EF-44A5-B742-704CF7B2F40B}"/>
              </a:ext>
            </a:extLst>
          </p:cNvPr>
          <p:cNvSpPr>
            <a:spLocks noGrp="1"/>
          </p:cNvSpPr>
          <p:nvPr/>
        </p:nvSpPr>
        <p:spPr>
          <a:xfrm>
            <a:off x="3149708" y="2759904"/>
            <a:ext cx="77143" cy="77143"/>
          </a:xfrm>
          <a:prstGeom prst="ellipse">
            <a:avLst/>
          </a:prstGeom>
          <a:solidFill>
            <a:srgbClr val="31688E">
              <a:alpha val="82000"/>
            </a:srgbClr>
          </a:solidFill>
          <a:ln w="5117">
            <a:solidFill>
              <a:srgbClr val="FFFFFF">
                <a:alpha val="82000"/>
              </a:srgbClr>
            </a:solidFill>
            <a:prstDash val="solid"/>
          </a:ln>
        </p:spPr>
      </p:sp>
      <p:sp>
        <p:nvSpPr>
          <p:cNvPr id="123" name="d_small_paired_ellipse_4070">
            <a:extLst>
              <a:ext uri="{FF2B5EF4-FFF2-40B4-BE49-F238E27FC236}">
                <a16:creationId xmlns:a16="http://schemas.microsoft.com/office/drawing/2014/main" id="{5C0E48C6-F9C7-4C06-A6FE-45E00141802D}"/>
              </a:ext>
            </a:extLst>
          </p:cNvPr>
          <p:cNvSpPr>
            <a:spLocks noGrp="1"/>
          </p:cNvSpPr>
          <p:nvPr/>
        </p:nvSpPr>
        <p:spPr>
          <a:xfrm>
            <a:off x="3587852" y="2978976"/>
            <a:ext cx="77143" cy="77143"/>
          </a:xfrm>
          <a:prstGeom prst="ellipse">
            <a:avLst/>
          </a:prstGeom>
          <a:solidFill>
            <a:srgbClr val="34608D">
              <a:alpha val="82000"/>
            </a:srgbClr>
          </a:solidFill>
          <a:ln w="5117">
            <a:solidFill>
              <a:srgbClr val="FFFFFF">
                <a:alpha val="82000"/>
              </a:srgbClr>
            </a:solidFill>
            <a:prstDash val="solid"/>
          </a:ln>
        </p:spPr>
      </p:sp>
      <p:sp>
        <p:nvSpPr>
          <p:cNvPr id="124" name="d_small_paired_ellipse_4071">
            <a:extLst>
              <a:ext uri="{FF2B5EF4-FFF2-40B4-BE49-F238E27FC236}">
                <a16:creationId xmlns:a16="http://schemas.microsoft.com/office/drawing/2014/main" id="{FBF3E6CD-563F-45F8-BE61-9FA31F39CA91}"/>
              </a:ext>
            </a:extLst>
          </p:cNvPr>
          <p:cNvSpPr>
            <a:spLocks noGrp="1"/>
          </p:cNvSpPr>
          <p:nvPr/>
        </p:nvSpPr>
        <p:spPr>
          <a:xfrm>
            <a:off x="958988" y="4950624"/>
            <a:ext cx="77143" cy="77143"/>
          </a:xfrm>
          <a:prstGeom prst="ellipse">
            <a:avLst/>
          </a:prstGeom>
          <a:solidFill>
            <a:srgbClr val="277F8E">
              <a:alpha val="82000"/>
            </a:srgbClr>
          </a:solidFill>
          <a:ln w="5117">
            <a:solidFill>
              <a:srgbClr val="FFFFFF">
                <a:alpha val="82000"/>
              </a:srgbClr>
            </a:solidFill>
            <a:prstDash val="solid"/>
          </a:ln>
        </p:spPr>
      </p:sp>
      <p:sp>
        <p:nvSpPr>
          <p:cNvPr id="125" name="d_small_paired_ellipse_4072">
            <a:extLst>
              <a:ext uri="{FF2B5EF4-FFF2-40B4-BE49-F238E27FC236}">
                <a16:creationId xmlns:a16="http://schemas.microsoft.com/office/drawing/2014/main" id="{E99C37B1-A25B-49AF-B18C-34363B096EBB}"/>
              </a:ext>
            </a:extLst>
          </p:cNvPr>
          <p:cNvSpPr>
            <a:spLocks noGrp="1"/>
          </p:cNvSpPr>
          <p:nvPr/>
        </p:nvSpPr>
        <p:spPr>
          <a:xfrm>
            <a:off x="4245068" y="1664544"/>
            <a:ext cx="77143" cy="77143"/>
          </a:xfrm>
          <a:prstGeom prst="ellipse">
            <a:avLst/>
          </a:prstGeom>
          <a:solidFill>
            <a:srgbClr val="404588">
              <a:alpha val="82000"/>
            </a:srgbClr>
          </a:solidFill>
          <a:ln w="5117">
            <a:solidFill>
              <a:srgbClr val="FFFFFF">
                <a:alpha val="82000"/>
              </a:srgbClr>
            </a:solidFill>
            <a:prstDash val="solid"/>
          </a:ln>
        </p:spPr>
      </p:sp>
      <p:sp>
        <p:nvSpPr>
          <p:cNvPr id="126" name="d_small_paired_ellipse_4073">
            <a:extLst>
              <a:ext uri="{FF2B5EF4-FFF2-40B4-BE49-F238E27FC236}">
                <a16:creationId xmlns:a16="http://schemas.microsoft.com/office/drawing/2014/main" id="{E5C92A57-4115-43FE-B216-02C92A5F6EF9}"/>
              </a:ext>
            </a:extLst>
          </p:cNvPr>
          <p:cNvSpPr>
            <a:spLocks noGrp="1"/>
          </p:cNvSpPr>
          <p:nvPr/>
        </p:nvSpPr>
        <p:spPr>
          <a:xfrm>
            <a:off x="4166828" y="2998536"/>
            <a:ext cx="77143" cy="77143"/>
          </a:xfrm>
          <a:prstGeom prst="ellipse">
            <a:avLst/>
          </a:prstGeom>
          <a:solidFill>
            <a:srgbClr val="1FA188">
              <a:alpha val="82000"/>
            </a:srgbClr>
          </a:solidFill>
          <a:ln w="5117">
            <a:solidFill>
              <a:srgbClr val="FFFFFF">
                <a:alpha val="82000"/>
              </a:srgbClr>
            </a:solidFill>
            <a:prstDash val="solid"/>
          </a:ln>
        </p:spPr>
      </p:sp>
      <p:sp>
        <p:nvSpPr>
          <p:cNvPr id="127" name="d_small_paired_ellipse_4074">
            <a:extLst>
              <a:ext uri="{FF2B5EF4-FFF2-40B4-BE49-F238E27FC236}">
                <a16:creationId xmlns:a16="http://schemas.microsoft.com/office/drawing/2014/main" id="{D4D714AA-7E6C-4A36-9DD5-5C04C13F63D6}"/>
              </a:ext>
            </a:extLst>
          </p:cNvPr>
          <p:cNvSpPr>
            <a:spLocks noGrp="1"/>
          </p:cNvSpPr>
          <p:nvPr/>
        </p:nvSpPr>
        <p:spPr>
          <a:xfrm>
            <a:off x="4245068" y="1664544"/>
            <a:ext cx="77143" cy="77143"/>
          </a:xfrm>
          <a:prstGeom prst="ellipse">
            <a:avLst/>
          </a:prstGeom>
          <a:solidFill>
            <a:srgbClr val="31688E">
              <a:alpha val="82000"/>
            </a:srgbClr>
          </a:solidFill>
          <a:ln w="5117">
            <a:solidFill>
              <a:srgbClr val="FFFFFF">
                <a:alpha val="82000"/>
              </a:srgbClr>
            </a:solidFill>
            <a:prstDash val="solid"/>
          </a:ln>
        </p:spPr>
      </p:sp>
      <p:sp>
        <p:nvSpPr>
          <p:cNvPr id="128" name="d_small_paired_ellipse_4075">
            <a:extLst>
              <a:ext uri="{FF2B5EF4-FFF2-40B4-BE49-F238E27FC236}">
                <a16:creationId xmlns:a16="http://schemas.microsoft.com/office/drawing/2014/main" id="{0E90B02F-A770-40EA-B9FF-40E50076F85F}"/>
              </a:ext>
            </a:extLst>
          </p:cNvPr>
          <p:cNvSpPr>
            <a:spLocks noGrp="1"/>
          </p:cNvSpPr>
          <p:nvPr/>
        </p:nvSpPr>
        <p:spPr>
          <a:xfrm>
            <a:off x="1428428" y="4129104"/>
            <a:ext cx="77143" cy="77143"/>
          </a:xfrm>
          <a:prstGeom prst="ellipse">
            <a:avLst/>
          </a:prstGeom>
          <a:solidFill>
            <a:srgbClr val="472F7D">
              <a:alpha val="82000"/>
            </a:srgbClr>
          </a:solidFill>
          <a:ln w="5117">
            <a:solidFill>
              <a:srgbClr val="FFFFFF">
                <a:alpha val="82000"/>
              </a:srgbClr>
            </a:solidFill>
            <a:prstDash val="solid"/>
          </a:ln>
        </p:spPr>
      </p:sp>
      <p:sp>
        <p:nvSpPr>
          <p:cNvPr id="129" name="d_small_paired_ellipse_4076">
            <a:extLst>
              <a:ext uri="{FF2B5EF4-FFF2-40B4-BE49-F238E27FC236}">
                <a16:creationId xmlns:a16="http://schemas.microsoft.com/office/drawing/2014/main" id="{997CB3C8-0FC0-4DEE-8AD7-1535770DF402}"/>
              </a:ext>
            </a:extLst>
          </p:cNvPr>
          <p:cNvSpPr>
            <a:spLocks noGrp="1"/>
          </p:cNvSpPr>
          <p:nvPr/>
        </p:nvSpPr>
        <p:spPr>
          <a:xfrm>
            <a:off x="1780508" y="3307584"/>
            <a:ext cx="77143" cy="77143"/>
          </a:xfrm>
          <a:prstGeom prst="ellipse">
            <a:avLst/>
          </a:prstGeom>
          <a:solidFill>
            <a:srgbClr val="39568C">
              <a:alpha val="82000"/>
            </a:srgbClr>
          </a:solidFill>
          <a:ln w="5117">
            <a:solidFill>
              <a:srgbClr val="FFFFFF">
                <a:alpha val="82000"/>
              </a:srgbClr>
            </a:solidFill>
            <a:prstDash val="solid"/>
          </a:ln>
        </p:spPr>
      </p:sp>
      <p:sp>
        <p:nvSpPr>
          <p:cNvPr id="130" name="d_small_paired_ellipse_4077">
            <a:extLst>
              <a:ext uri="{FF2B5EF4-FFF2-40B4-BE49-F238E27FC236}">
                <a16:creationId xmlns:a16="http://schemas.microsoft.com/office/drawing/2014/main" id="{CD69A3A5-5854-4138-9949-5236B8156C69}"/>
              </a:ext>
            </a:extLst>
          </p:cNvPr>
          <p:cNvSpPr>
            <a:spLocks noGrp="1"/>
          </p:cNvSpPr>
          <p:nvPr/>
        </p:nvSpPr>
        <p:spPr>
          <a:xfrm>
            <a:off x="958988" y="4715904"/>
            <a:ext cx="77143" cy="77143"/>
          </a:xfrm>
          <a:prstGeom prst="ellipse">
            <a:avLst/>
          </a:prstGeom>
          <a:solidFill>
            <a:srgbClr val="3A548C">
              <a:alpha val="82000"/>
            </a:srgbClr>
          </a:solidFill>
          <a:ln w="5117">
            <a:solidFill>
              <a:srgbClr val="FFFFFF">
                <a:alpha val="82000"/>
              </a:srgbClr>
            </a:solidFill>
            <a:prstDash val="solid"/>
          </a:ln>
        </p:spPr>
      </p:sp>
      <p:sp>
        <p:nvSpPr>
          <p:cNvPr id="131" name="d_small_paired_path_4078">
            <a:extLst>
              <a:ext uri="{FF2B5EF4-FFF2-40B4-BE49-F238E27FC236}">
                <a16:creationId xmlns:a16="http://schemas.microsoft.com/office/drawing/2014/main" id="{4AF38404-398F-44E6-819B-DC5B1EBE0B86}"/>
              </a:ext>
            </a:extLst>
          </p:cNvPr>
          <p:cNvSpPr>
            <a:spLocks noGrp="1"/>
          </p:cNvSpPr>
          <p:nvPr/>
        </p:nvSpPr>
        <p:spPr>
          <a:xfrm>
            <a:off x="997560" y="1703116"/>
            <a:ext cx="191" cy="3286080"/>
          </a:xfrm>
          <a:custGeom>
            <a:avLst/>
            <a:gdLst/>
            <a:ahLst/>
            <a:cxnLst/>
            <a:rect l="0" t="0" r="0" b="0"/>
            <a:pathLst>
              <a:path w="191" h="3286080">
                <a:moveTo>
                  <a:pt x="0" y="3286080"/>
                </a:moveTo>
                <a:lnTo>
                  <a:pt x="0" y="0"/>
                </a:lnTo>
              </a:path>
            </a:pathLst>
          </a:custGeom>
          <a:noFill/>
          <a:ln w="15119">
            <a:solidFill>
              <a:srgbClr val="000000">
                <a:alpha val="100000"/>
              </a:srgbClr>
            </a:solidFill>
            <a:prstDash val="solid"/>
          </a:ln>
        </p:spPr>
      </p:sp>
      <p:sp>
        <p:nvSpPr>
          <p:cNvPr id="132" name="d_small_paired_path_4079">
            <a:extLst>
              <a:ext uri="{FF2B5EF4-FFF2-40B4-BE49-F238E27FC236}">
                <a16:creationId xmlns:a16="http://schemas.microsoft.com/office/drawing/2014/main" id="{8DDDA382-1BA3-419D-86CF-B65521CCC7DB}"/>
              </a:ext>
            </a:extLst>
          </p:cNvPr>
          <p:cNvSpPr>
            <a:spLocks noGrp="1"/>
          </p:cNvSpPr>
          <p:nvPr/>
        </p:nvSpPr>
        <p:spPr>
          <a:xfrm>
            <a:off x="997560" y="4989196"/>
            <a:ext cx="3286080" cy="191"/>
          </a:xfrm>
          <a:custGeom>
            <a:avLst/>
            <a:gdLst/>
            <a:ahLst/>
            <a:cxnLst/>
            <a:rect l="0" t="0" r="0" b="0"/>
            <a:pathLst>
              <a:path w="3286080" h="191">
                <a:moveTo>
                  <a:pt x="0" y="0"/>
                </a:moveTo>
                <a:lnTo>
                  <a:pt x="3286080" y="0"/>
                </a:lnTo>
              </a:path>
            </a:pathLst>
          </a:custGeom>
          <a:noFill/>
          <a:ln w="15119">
            <a:solidFill>
              <a:srgbClr val="000000">
                <a:alpha val="100000"/>
              </a:srgbClr>
            </a:solidFill>
            <a:prstDash val="solid"/>
          </a:ln>
        </p:spPr>
      </p:sp>
      <p:sp>
        <p:nvSpPr>
          <p:cNvPr id="133" name="d_small_paired_text_4080">
            <a:extLst>
              <a:ext uri="{FF2B5EF4-FFF2-40B4-BE49-F238E27FC236}">
                <a16:creationId xmlns:a16="http://schemas.microsoft.com/office/drawing/2014/main" id="{98A4217D-01B6-4B7E-96D9-316E694B2EF0}"/>
              </a:ext>
            </a:extLst>
          </p:cNvPr>
          <p:cNvSpPr>
            <a:spLocks noGrp="1"/>
          </p:cNvSpPr>
          <p:nvPr/>
        </p:nvSpPr>
        <p:spPr>
          <a:xfrm rot="0">
            <a:off x="997560" y="1314441"/>
            <a:ext cx="2252310"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CA2: one-to-one PRAUC₀.₃</a:t>
            </a:r>
          </a:p>
        </p:txBody>
      </p:sp>
      <p:sp>
        <p:nvSpPr>
          <p:cNvPr id="134" name="d_small_paired_text_4081">
            <a:extLst>
              <a:ext uri="{FF2B5EF4-FFF2-40B4-BE49-F238E27FC236}">
                <a16:creationId xmlns:a16="http://schemas.microsoft.com/office/drawing/2014/main" id="{8B33DB6F-47B7-4865-9300-444C0119BECF}"/>
              </a:ext>
            </a:extLst>
          </p:cNvPr>
          <p:cNvSpPr>
            <a:spLocks noGrp="1"/>
          </p:cNvSpPr>
          <p:nvPr/>
        </p:nvSpPr>
        <p:spPr>
          <a:xfrm rot="0">
            <a:off x="509109" y="1269579"/>
            <a:ext cx="149024" cy="319819"/>
          </a:xfrm>
          <a:prstGeom prst="rect">
            <a:avLst/>
          </a:prstGeom>
          <a:noFill/>
          <a:ln w="0">
            <a:noFill/>
          </a:ln>
        </p:spPr>
        <p:txBody>
          <a:bodyPr wrap="none" lIns="0" tIns="0" rIns="0" bIns="0" anchor="ctr">
            <a:noAutofit/>
          </a:bodyPr>
          <a:lstStyle>
            <a:defPPr algn="l">
              <a:defRPr sz="2015" b="1">
                <a:solidFill>
                  <a:srgbClr val="000000"/>
                </a:solidFill>
                <a:latin typeface="Calibri"/>
                <a:ea typeface="Calibri"/>
                <a:cs typeface="Calibri"/>
              </a:defRPr>
            </a:defPPr>
          </a:lstStyle>
          <a:p>
            <a:pPr algn="l">
              <a:defRPr sz="2015" b="1">
                <a:solidFill>
                  <a:srgbClr val="000000"/>
                </a:solidFill>
                <a:latin typeface="Calibri"/>
                <a:ea typeface="Calibri"/>
                <a:cs typeface="Calibri"/>
              </a:defRPr>
            </a:pPr>
            <a:r>
              <a:rPr sz="2015" b="1">
                <a:solidFill>
                  <a:srgbClr val="000000"/>
                </a:solidFill>
                <a:latin typeface="Calibri"/>
                <a:ea typeface="Calibri"/>
                <a:cs typeface="Calibri"/>
              </a:rPr>
              <a:t>d</a:t>
            </a:r>
          </a:p>
        </p:txBody>
      </p:sp>
      <p:sp>
        <p:nvSpPr>
          <p:cNvPr id="135" name="d_small_paired_path_4082">
            <a:extLst>
              <a:ext uri="{FF2B5EF4-FFF2-40B4-BE49-F238E27FC236}">
                <a16:creationId xmlns:a16="http://schemas.microsoft.com/office/drawing/2014/main" id="{646AC37B-6FB6-47AD-A5E4-76F2029BA731}"/>
              </a:ext>
            </a:extLst>
          </p:cNvPr>
          <p:cNvSpPr>
            <a:spLocks noGrp="1"/>
          </p:cNvSpPr>
          <p:nvPr/>
        </p:nvSpPr>
        <p:spPr>
          <a:xfrm>
            <a:off x="4365792" y="1703116"/>
            <a:ext cx="58680" cy="3286080"/>
          </a:xfrm>
          <a:custGeom>
            <a:avLst/>
            <a:gdLst/>
            <a:ahLst/>
            <a:cxnLst/>
            <a:rect l="0" t="0" r="0" b="0"/>
            <a:pathLst>
              <a:path w="58680" h="3286080">
                <a:moveTo>
                  <a:pt x="0" y="3286080"/>
                </a:moveTo>
                <a:lnTo>
                  <a:pt x="58680" y="3286080"/>
                </a:lnTo>
                <a:lnTo>
                  <a:pt x="58680" y="0"/>
                </a:lnTo>
                <a:lnTo>
                  <a:pt x="0" y="0"/>
                </a:lnTo>
                <a:lnTo>
                  <a:pt x="0" y="3286080"/>
                </a:lnTo>
                <a:close/>
              </a:path>
            </a:pathLst>
          </a:custGeom>
          <a:solidFill>
            <a:srgbClr val="FFFFFF">
              <a:alpha val="100000"/>
            </a:srgbClr>
          </a:solidFill>
          <a:ln w="0">
            <a:noFill/>
            <a:prstDash val="solid"/>
          </a:ln>
        </p:spPr>
      </p:sp>
      <p:sp>
        <p:nvSpPr>
          <p:cNvPr id="136" name="d_small_paired_path_4083">
            <a:extLst>
              <a:ext uri="{FF2B5EF4-FFF2-40B4-BE49-F238E27FC236}">
                <a16:creationId xmlns:a16="http://schemas.microsoft.com/office/drawing/2014/main" id="{6CD305DA-9C60-422F-8B4F-F774CE623367}"/>
              </a:ext>
            </a:extLst>
          </p:cNvPr>
          <p:cNvSpPr>
            <a:spLocks noGrp="1"/>
          </p:cNvSpPr>
          <p:nvPr/>
        </p:nvSpPr>
        <p:spPr>
          <a:xfrm>
            <a:off x="4365792" y="49763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DE725">
              <a:alpha val="100000"/>
            </a:srgbClr>
          </a:solidFill>
          <a:ln w="4652">
            <a:solidFill>
              <a:srgbClr val="FDE725">
                <a:alpha val="100000"/>
              </a:srgbClr>
            </a:solidFill>
            <a:prstDash val="solid"/>
          </a:ln>
        </p:spPr>
      </p:sp>
      <p:sp>
        <p:nvSpPr>
          <p:cNvPr id="137" name="d_small_paired_path_4084">
            <a:extLst>
              <a:ext uri="{FF2B5EF4-FFF2-40B4-BE49-F238E27FC236}">
                <a16:creationId xmlns:a16="http://schemas.microsoft.com/office/drawing/2014/main" id="{F811318A-8E36-4280-8C7C-D2D673C08B77}"/>
              </a:ext>
            </a:extLst>
          </p:cNvPr>
          <p:cNvSpPr>
            <a:spLocks noGrp="1"/>
          </p:cNvSpPr>
          <p:nvPr/>
        </p:nvSpPr>
        <p:spPr>
          <a:xfrm>
            <a:off x="4365792" y="49635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BE723">
              <a:alpha val="100000"/>
            </a:srgbClr>
          </a:solidFill>
          <a:ln w="4652">
            <a:solidFill>
              <a:srgbClr val="FBE723">
                <a:alpha val="100000"/>
              </a:srgbClr>
            </a:solidFill>
            <a:prstDash val="solid"/>
          </a:ln>
        </p:spPr>
      </p:sp>
      <p:sp>
        <p:nvSpPr>
          <p:cNvPr id="138" name="d_small_paired_path_4085">
            <a:extLst>
              <a:ext uri="{FF2B5EF4-FFF2-40B4-BE49-F238E27FC236}">
                <a16:creationId xmlns:a16="http://schemas.microsoft.com/office/drawing/2014/main" id="{FF6BF7E2-DA20-4D0C-BD2C-3AD280FA395A}"/>
              </a:ext>
            </a:extLst>
          </p:cNvPr>
          <p:cNvSpPr>
            <a:spLocks noGrp="1"/>
          </p:cNvSpPr>
          <p:nvPr/>
        </p:nvSpPr>
        <p:spPr>
          <a:xfrm>
            <a:off x="4365792" y="49506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8E621">
              <a:alpha val="100000"/>
            </a:srgbClr>
          </a:solidFill>
          <a:ln w="4652">
            <a:solidFill>
              <a:srgbClr val="F8E621">
                <a:alpha val="100000"/>
              </a:srgbClr>
            </a:solidFill>
            <a:prstDash val="solid"/>
          </a:ln>
        </p:spPr>
      </p:sp>
      <p:sp>
        <p:nvSpPr>
          <p:cNvPr id="139" name="d_small_paired_path_4086">
            <a:extLst>
              <a:ext uri="{FF2B5EF4-FFF2-40B4-BE49-F238E27FC236}">
                <a16:creationId xmlns:a16="http://schemas.microsoft.com/office/drawing/2014/main" id="{1F51CE93-3B4E-4A80-BF73-470B6DF1A23B}"/>
              </a:ext>
            </a:extLst>
          </p:cNvPr>
          <p:cNvSpPr>
            <a:spLocks noGrp="1"/>
          </p:cNvSpPr>
          <p:nvPr/>
        </p:nvSpPr>
        <p:spPr>
          <a:xfrm>
            <a:off x="4365792" y="493785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6E620">
              <a:alpha val="100000"/>
            </a:srgbClr>
          </a:solidFill>
          <a:ln w="4652">
            <a:solidFill>
              <a:srgbClr val="F6E620">
                <a:alpha val="100000"/>
              </a:srgbClr>
            </a:solidFill>
            <a:prstDash val="solid"/>
          </a:ln>
        </p:spPr>
      </p:sp>
      <p:sp>
        <p:nvSpPr>
          <p:cNvPr id="140" name="d_small_paired_path_4087">
            <a:extLst>
              <a:ext uri="{FF2B5EF4-FFF2-40B4-BE49-F238E27FC236}">
                <a16:creationId xmlns:a16="http://schemas.microsoft.com/office/drawing/2014/main" id="{7BDD962B-A58B-4274-A111-053C7A41356A}"/>
              </a:ext>
            </a:extLst>
          </p:cNvPr>
          <p:cNvSpPr>
            <a:spLocks noGrp="1"/>
          </p:cNvSpPr>
          <p:nvPr/>
        </p:nvSpPr>
        <p:spPr>
          <a:xfrm>
            <a:off x="4365792" y="49250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4E61E">
              <a:alpha val="100000"/>
            </a:srgbClr>
          </a:solidFill>
          <a:ln w="4652">
            <a:solidFill>
              <a:srgbClr val="F4E61E">
                <a:alpha val="100000"/>
              </a:srgbClr>
            </a:solidFill>
            <a:prstDash val="solid"/>
          </a:ln>
        </p:spPr>
      </p:sp>
      <p:sp>
        <p:nvSpPr>
          <p:cNvPr id="141" name="d_small_paired_path_4088">
            <a:extLst>
              <a:ext uri="{FF2B5EF4-FFF2-40B4-BE49-F238E27FC236}">
                <a16:creationId xmlns:a16="http://schemas.microsoft.com/office/drawing/2014/main" id="{844B1BDD-D167-49AC-9B27-CB691D2B9F9D}"/>
              </a:ext>
            </a:extLst>
          </p:cNvPr>
          <p:cNvSpPr>
            <a:spLocks noGrp="1"/>
          </p:cNvSpPr>
          <p:nvPr/>
        </p:nvSpPr>
        <p:spPr>
          <a:xfrm>
            <a:off x="4365792" y="49121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F1E51D">
              <a:alpha val="100000"/>
            </a:srgbClr>
          </a:solidFill>
          <a:ln w="4652">
            <a:solidFill>
              <a:srgbClr val="F1E51D">
                <a:alpha val="100000"/>
              </a:srgbClr>
            </a:solidFill>
            <a:prstDash val="solid"/>
          </a:ln>
        </p:spPr>
      </p:sp>
      <p:sp>
        <p:nvSpPr>
          <p:cNvPr id="142" name="d_small_paired_path_4089">
            <a:extLst>
              <a:ext uri="{FF2B5EF4-FFF2-40B4-BE49-F238E27FC236}">
                <a16:creationId xmlns:a16="http://schemas.microsoft.com/office/drawing/2014/main" id="{2BFA75B1-43CA-4C96-934F-FBE615658B06}"/>
              </a:ext>
            </a:extLst>
          </p:cNvPr>
          <p:cNvSpPr>
            <a:spLocks noGrp="1"/>
          </p:cNvSpPr>
          <p:nvPr/>
        </p:nvSpPr>
        <p:spPr>
          <a:xfrm>
            <a:off x="4365792" y="48993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FE51C">
              <a:alpha val="100000"/>
            </a:srgbClr>
          </a:solidFill>
          <a:ln w="4652">
            <a:solidFill>
              <a:srgbClr val="EFE51C">
                <a:alpha val="100000"/>
              </a:srgbClr>
            </a:solidFill>
            <a:prstDash val="solid"/>
          </a:ln>
        </p:spPr>
      </p:sp>
      <p:sp>
        <p:nvSpPr>
          <p:cNvPr id="143" name="d_small_paired_path_4090">
            <a:extLst>
              <a:ext uri="{FF2B5EF4-FFF2-40B4-BE49-F238E27FC236}">
                <a16:creationId xmlns:a16="http://schemas.microsoft.com/office/drawing/2014/main" id="{D324A0E2-0D14-4347-A632-CAB07A024BA3}"/>
              </a:ext>
            </a:extLst>
          </p:cNvPr>
          <p:cNvSpPr>
            <a:spLocks noGrp="1"/>
          </p:cNvSpPr>
          <p:nvPr/>
        </p:nvSpPr>
        <p:spPr>
          <a:xfrm>
            <a:off x="4365792" y="488650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CE51B">
              <a:alpha val="100000"/>
            </a:srgbClr>
          </a:solidFill>
          <a:ln w="4652">
            <a:solidFill>
              <a:srgbClr val="ECE51B">
                <a:alpha val="100000"/>
              </a:srgbClr>
            </a:solidFill>
            <a:prstDash val="solid"/>
          </a:ln>
        </p:spPr>
      </p:sp>
      <p:sp>
        <p:nvSpPr>
          <p:cNvPr id="144" name="d_small_paired_path_4091">
            <a:extLst>
              <a:ext uri="{FF2B5EF4-FFF2-40B4-BE49-F238E27FC236}">
                <a16:creationId xmlns:a16="http://schemas.microsoft.com/office/drawing/2014/main" id="{48193C2A-9159-434F-AC95-C82E4DCEEF2C}"/>
              </a:ext>
            </a:extLst>
          </p:cNvPr>
          <p:cNvSpPr>
            <a:spLocks noGrp="1"/>
          </p:cNvSpPr>
          <p:nvPr/>
        </p:nvSpPr>
        <p:spPr>
          <a:xfrm>
            <a:off x="4365792" y="48736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AE51A">
              <a:alpha val="100000"/>
            </a:srgbClr>
          </a:solidFill>
          <a:ln w="4652">
            <a:solidFill>
              <a:srgbClr val="EAE51A">
                <a:alpha val="100000"/>
              </a:srgbClr>
            </a:solidFill>
            <a:prstDash val="solid"/>
          </a:ln>
        </p:spPr>
      </p:sp>
      <p:sp>
        <p:nvSpPr>
          <p:cNvPr id="145" name="d_small_paired_path_4092">
            <a:extLst>
              <a:ext uri="{FF2B5EF4-FFF2-40B4-BE49-F238E27FC236}">
                <a16:creationId xmlns:a16="http://schemas.microsoft.com/office/drawing/2014/main" id="{923C4C3F-9CA5-4A7A-919A-5B82DBD8214C}"/>
              </a:ext>
            </a:extLst>
          </p:cNvPr>
          <p:cNvSpPr>
            <a:spLocks noGrp="1"/>
          </p:cNvSpPr>
          <p:nvPr/>
        </p:nvSpPr>
        <p:spPr>
          <a:xfrm>
            <a:off x="4365792" y="48608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7E419">
              <a:alpha val="100000"/>
            </a:srgbClr>
          </a:solidFill>
          <a:ln w="4652">
            <a:solidFill>
              <a:srgbClr val="E7E419">
                <a:alpha val="100000"/>
              </a:srgbClr>
            </a:solidFill>
            <a:prstDash val="solid"/>
          </a:ln>
        </p:spPr>
      </p:sp>
      <p:sp>
        <p:nvSpPr>
          <p:cNvPr id="146" name="d_small_paired_path_4093">
            <a:extLst>
              <a:ext uri="{FF2B5EF4-FFF2-40B4-BE49-F238E27FC236}">
                <a16:creationId xmlns:a16="http://schemas.microsoft.com/office/drawing/2014/main" id="{74EB704C-1E9B-4734-B01B-36297088348B}"/>
              </a:ext>
            </a:extLst>
          </p:cNvPr>
          <p:cNvSpPr>
            <a:spLocks noGrp="1"/>
          </p:cNvSpPr>
          <p:nvPr/>
        </p:nvSpPr>
        <p:spPr>
          <a:xfrm>
            <a:off x="4365792" y="48479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5E419">
              <a:alpha val="100000"/>
            </a:srgbClr>
          </a:solidFill>
          <a:ln w="4652">
            <a:solidFill>
              <a:srgbClr val="E5E419">
                <a:alpha val="100000"/>
              </a:srgbClr>
            </a:solidFill>
            <a:prstDash val="solid"/>
          </a:ln>
        </p:spPr>
      </p:sp>
      <p:sp>
        <p:nvSpPr>
          <p:cNvPr id="147" name="d_small_paired_path_4094">
            <a:extLst>
              <a:ext uri="{FF2B5EF4-FFF2-40B4-BE49-F238E27FC236}">
                <a16:creationId xmlns:a16="http://schemas.microsoft.com/office/drawing/2014/main" id="{A336389A-65F9-4F86-A46A-E3B0C2C1FE7F}"/>
              </a:ext>
            </a:extLst>
          </p:cNvPr>
          <p:cNvSpPr>
            <a:spLocks noGrp="1"/>
          </p:cNvSpPr>
          <p:nvPr/>
        </p:nvSpPr>
        <p:spPr>
          <a:xfrm>
            <a:off x="4365792" y="483516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E2E418">
              <a:alpha val="100000"/>
            </a:srgbClr>
          </a:solidFill>
          <a:ln w="4652">
            <a:solidFill>
              <a:srgbClr val="E2E418">
                <a:alpha val="100000"/>
              </a:srgbClr>
            </a:solidFill>
            <a:prstDash val="solid"/>
          </a:ln>
        </p:spPr>
      </p:sp>
      <p:sp>
        <p:nvSpPr>
          <p:cNvPr id="148" name="d_small_paired_path_4095">
            <a:extLst>
              <a:ext uri="{FF2B5EF4-FFF2-40B4-BE49-F238E27FC236}">
                <a16:creationId xmlns:a16="http://schemas.microsoft.com/office/drawing/2014/main" id="{9CDC11B5-A04D-4330-839F-B6E04A109E92}"/>
              </a:ext>
            </a:extLst>
          </p:cNvPr>
          <p:cNvSpPr>
            <a:spLocks noGrp="1"/>
          </p:cNvSpPr>
          <p:nvPr/>
        </p:nvSpPr>
        <p:spPr>
          <a:xfrm>
            <a:off x="4365792" y="48223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FE318">
              <a:alpha val="100000"/>
            </a:srgbClr>
          </a:solidFill>
          <a:ln w="4652">
            <a:solidFill>
              <a:srgbClr val="DFE318">
                <a:alpha val="100000"/>
              </a:srgbClr>
            </a:solidFill>
            <a:prstDash val="solid"/>
          </a:ln>
        </p:spPr>
      </p:sp>
      <p:sp>
        <p:nvSpPr>
          <p:cNvPr id="149" name="d_small_paired_path_4096">
            <a:extLst>
              <a:ext uri="{FF2B5EF4-FFF2-40B4-BE49-F238E27FC236}">
                <a16:creationId xmlns:a16="http://schemas.microsoft.com/office/drawing/2014/main" id="{317A12B9-310B-47A9-B2EA-C7BFE3365276}"/>
              </a:ext>
            </a:extLst>
          </p:cNvPr>
          <p:cNvSpPr>
            <a:spLocks noGrp="1"/>
          </p:cNvSpPr>
          <p:nvPr/>
        </p:nvSpPr>
        <p:spPr>
          <a:xfrm>
            <a:off x="4365792" y="48094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DE318">
              <a:alpha val="100000"/>
            </a:srgbClr>
          </a:solidFill>
          <a:ln w="4652">
            <a:solidFill>
              <a:srgbClr val="DDE318">
                <a:alpha val="100000"/>
              </a:srgbClr>
            </a:solidFill>
            <a:prstDash val="solid"/>
          </a:ln>
        </p:spPr>
      </p:sp>
      <p:sp>
        <p:nvSpPr>
          <p:cNvPr id="150" name="d_small_paired_path_4097">
            <a:extLst>
              <a:ext uri="{FF2B5EF4-FFF2-40B4-BE49-F238E27FC236}">
                <a16:creationId xmlns:a16="http://schemas.microsoft.com/office/drawing/2014/main" id="{506D7970-1097-42EF-A6E2-AD8404958C21}"/>
              </a:ext>
            </a:extLst>
          </p:cNvPr>
          <p:cNvSpPr>
            <a:spLocks noGrp="1"/>
          </p:cNvSpPr>
          <p:nvPr/>
        </p:nvSpPr>
        <p:spPr>
          <a:xfrm>
            <a:off x="4365792" y="47966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AE319">
              <a:alpha val="100000"/>
            </a:srgbClr>
          </a:solidFill>
          <a:ln w="4652">
            <a:solidFill>
              <a:srgbClr val="DAE319">
                <a:alpha val="100000"/>
              </a:srgbClr>
            </a:solidFill>
            <a:prstDash val="solid"/>
          </a:ln>
        </p:spPr>
      </p:sp>
      <p:sp>
        <p:nvSpPr>
          <p:cNvPr id="151" name="d_small_paired_path_4098">
            <a:extLst>
              <a:ext uri="{FF2B5EF4-FFF2-40B4-BE49-F238E27FC236}">
                <a16:creationId xmlns:a16="http://schemas.microsoft.com/office/drawing/2014/main" id="{DAB9304F-716B-42BA-8700-E1B6392CFE2D}"/>
              </a:ext>
            </a:extLst>
          </p:cNvPr>
          <p:cNvSpPr>
            <a:spLocks noGrp="1"/>
          </p:cNvSpPr>
          <p:nvPr/>
        </p:nvSpPr>
        <p:spPr>
          <a:xfrm>
            <a:off x="4365792" y="478381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8E219">
              <a:alpha val="100000"/>
            </a:srgbClr>
          </a:solidFill>
          <a:ln w="4652">
            <a:solidFill>
              <a:srgbClr val="D8E219">
                <a:alpha val="100000"/>
              </a:srgbClr>
            </a:solidFill>
            <a:prstDash val="solid"/>
          </a:ln>
        </p:spPr>
      </p:sp>
      <p:sp>
        <p:nvSpPr>
          <p:cNvPr id="152" name="d_small_paired_path_4099">
            <a:extLst>
              <a:ext uri="{FF2B5EF4-FFF2-40B4-BE49-F238E27FC236}">
                <a16:creationId xmlns:a16="http://schemas.microsoft.com/office/drawing/2014/main" id="{6882E0A0-EAE9-459F-B8CE-E9808A125903}"/>
              </a:ext>
            </a:extLst>
          </p:cNvPr>
          <p:cNvSpPr>
            <a:spLocks noGrp="1"/>
          </p:cNvSpPr>
          <p:nvPr/>
        </p:nvSpPr>
        <p:spPr>
          <a:xfrm>
            <a:off x="4365792" y="477097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5E21A">
              <a:alpha val="100000"/>
            </a:srgbClr>
          </a:solidFill>
          <a:ln w="4652">
            <a:solidFill>
              <a:srgbClr val="D5E21A">
                <a:alpha val="100000"/>
              </a:srgbClr>
            </a:solidFill>
            <a:prstDash val="solid"/>
          </a:ln>
        </p:spPr>
      </p:sp>
      <p:sp>
        <p:nvSpPr>
          <p:cNvPr id="153" name="d_small_paired_path_4100">
            <a:extLst>
              <a:ext uri="{FF2B5EF4-FFF2-40B4-BE49-F238E27FC236}">
                <a16:creationId xmlns:a16="http://schemas.microsoft.com/office/drawing/2014/main" id="{C38706F9-9EE2-4A49-AAF8-0F0D2A7DA2DF}"/>
              </a:ext>
            </a:extLst>
          </p:cNvPr>
          <p:cNvSpPr>
            <a:spLocks noGrp="1"/>
          </p:cNvSpPr>
          <p:nvPr/>
        </p:nvSpPr>
        <p:spPr>
          <a:xfrm>
            <a:off x="4365792" y="475814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2E21B">
              <a:alpha val="100000"/>
            </a:srgbClr>
          </a:solidFill>
          <a:ln w="4652">
            <a:solidFill>
              <a:srgbClr val="D2E21B">
                <a:alpha val="100000"/>
              </a:srgbClr>
            </a:solidFill>
            <a:prstDash val="solid"/>
          </a:ln>
        </p:spPr>
      </p:sp>
      <p:sp>
        <p:nvSpPr>
          <p:cNvPr id="154" name="d_small_paired_path_4101">
            <a:extLst>
              <a:ext uri="{FF2B5EF4-FFF2-40B4-BE49-F238E27FC236}">
                <a16:creationId xmlns:a16="http://schemas.microsoft.com/office/drawing/2014/main" id="{9F9D26D3-D29A-46AC-B572-DEF89E04A5BE}"/>
              </a:ext>
            </a:extLst>
          </p:cNvPr>
          <p:cNvSpPr>
            <a:spLocks noGrp="1"/>
          </p:cNvSpPr>
          <p:nvPr/>
        </p:nvSpPr>
        <p:spPr>
          <a:xfrm>
            <a:off x="4365792" y="474530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D0E11C">
              <a:alpha val="100000"/>
            </a:srgbClr>
          </a:solidFill>
          <a:ln w="4652">
            <a:solidFill>
              <a:srgbClr val="D0E11C">
                <a:alpha val="100000"/>
              </a:srgbClr>
            </a:solidFill>
            <a:prstDash val="solid"/>
          </a:ln>
        </p:spPr>
      </p:sp>
      <p:sp>
        <p:nvSpPr>
          <p:cNvPr id="155" name="d_small_paired_path_4102">
            <a:extLst>
              <a:ext uri="{FF2B5EF4-FFF2-40B4-BE49-F238E27FC236}">
                <a16:creationId xmlns:a16="http://schemas.microsoft.com/office/drawing/2014/main" id="{0BBE7C32-C1BE-4FDB-8148-E50226C1B681}"/>
              </a:ext>
            </a:extLst>
          </p:cNvPr>
          <p:cNvSpPr>
            <a:spLocks noGrp="1"/>
          </p:cNvSpPr>
          <p:nvPr/>
        </p:nvSpPr>
        <p:spPr>
          <a:xfrm>
            <a:off x="4365792" y="473247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DE11D">
              <a:alpha val="100000"/>
            </a:srgbClr>
          </a:solidFill>
          <a:ln w="4652">
            <a:solidFill>
              <a:srgbClr val="CDE11D">
                <a:alpha val="100000"/>
              </a:srgbClr>
            </a:solidFill>
            <a:prstDash val="solid"/>
          </a:ln>
        </p:spPr>
      </p:sp>
      <p:sp>
        <p:nvSpPr>
          <p:cNvPr id="156" name="d_small_paired_path_4103">
            <a:extLst>
              <a:ext uri="{FF2B5EF4-FFF2-40B4-BE49-F238E27FC236}">
                <a16:creationId xmlns:a16="http://schemas.microsoft.com/office/drawing/2014/main" id="{D28E2118-36E2-40F6-8B12-56581DD2DAE3}"/>
              </a:ext>
            </a:extLst>
          </p:cNvPr>
          <p:cNvSpPr>
            <a:spLocks noGrp="1"/>
          </p:cNvSpPr>
          <p:nvPr/>
        </p:nvSpPr>
        <p:spPr>
          <a:xfrm>
            <a:off x="4365792" y="471963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AE11F">
              <a:alpha val="100000"/>
            </a:srgbClr>
          </a:solidFill>
          <a:ln w="4652">
            <a:solidFill>
              <a:srgbClr val="CAE11F">
                <a:alpha val="100000"/>
              </a:srgbClr>
            </a:solidFill>
            <a:prstDash val="solid"/>
          </a:ln>
        </p:spPr>
      </p:sp>
      <p:sp>
        <p:nvSpPr>
          <p:cNvPr id="157" name="d_small_paired_path_4104">
            <a:extLst>
              <a:ext uri="{FF2B5EF4-FFF2-40B4-BE49-F238E27FC236}">
                <a16:creationId xmlns:a16="http://schemas.microsoft.com/office/drawing/2014/main" id="{CF9792E1-4CAD-4D2D-BC6E-D08D1B8E0E94}"/>
              </a:ext>
            </a:extLst>
          </p:cNvPr>
          <p:cNvSpPr>
            <a:spLocks noGrp="1"/>
          </p:cNvSpPr>
          <p:nvPr/>
        </p:nvSpPr>
        <p:spPr>
          <a:xfrm>
            <a:off x="4365792" y="470679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8E020">
              <a:alpha val="100000"/>
            </a:srgbClr>
          </a:solidFill>
          <a:ln w="4652">
            <a:solidFill>
              <a:srgbClr val="C8E020">
                <a:alpha val="100000"/>
              </a:srgbClr>
            </a:solidFill>
            <a:prstDash val="solid"/>
          </a:ln>
        </p:spPr>
      </p:sp>
      <p:sp>
        <p:nvSpPr>
          <p:cNvPr id="158" name="d_small_paired_path_4105">
            <a:extLst>
              <a:ext uri="{FF2B5EF4-FFF2-40B4-BE49-F238E27FC236}">
                <a16:creationId xmlns:a16="http://schemas.microsoft.com/office/drawing/2014/main" id="{7AFCF14C-2A2C-47D5-AF8C-292E70C8845D}"/>
              </a:ext>
            </a:extLst>
          </p:cNvPr>
          <p:cNvSpPr>
            <a:spLocks noGrp="1"/>
          </p:cNvSpPr>
          <p:nvPr/>
        </p:nvSpPr>
        <p:spPr>
          <a:xfrm>
            <a:off x="4365792" y="469396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5E021">
              <a:alpha val="100000"/>
            </a:srgbClr>
          </a:solidFill>
          <a:ln w="4652">
            <a:solidFill>
              <a:srgbClr val="C5E021">
                <a:alpha val="100000"/>
              </a:srgbClr>
            </a:solidFill>
            <a:prstDash val="solid"/>
          </a:ln>
        </p:spPr>
      </p:sp>
      <p:sp>
        <p:nvSpPr>
          <p:cNvPr id="159" name="d_small_paired_path_4106">
            <a:extLst>
              <a:ext uri="{FF2B5EF4-FFF2-40B4-BE49-F238E27FC236}">
                <a16:creationId xmlns:a16="http://schemas.microsoft.com/office/drawing/2014/main" id="{2BFD07C6-A239-42ED-AF59-3FE17987FCD3}"/>
              </a:ext>
            </a:extLst>
          </p:cNvPr>
          <p:cNvSpPr>
            <a:spLocks noGrp="1"/>
          </p:cNvSpPr>
          <p:nvPr/>
        </p:nvSpPr>
        <p:spPr>
          <a:xfrm>
            <a:off x="4365792" y="468112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2DF23">
              <a:alpha val="100000"/>
            </a:srgbClr>
          </a:solidFill>
          <a:ln w="4652">
            <a:solidFill>
              <a:srgbClr val="C2DF23">
                <a:alpha val="100000"/>
              </a:srgbClr>
            </a:solidFill>
            <a:prstDash val="solid"/>
          </a:ln>
        </p:spPr>
      </p:sp>
      <p:sp>
        <p:nvSpPr>
          <p:cNvPr id="160" name="d_small_paired_path_4107">
            <a:extLst>
              <a:ext uri="{FF2B5EF4-FFF2-40B4-BE49-F238E27FC236}">
                <a16:creationId xmlns:a16="http://schemas.microsoft.com/office/drawing/2014/main" id="{3E92FC38-C166-45AC-A24A-447779796407}"/>
              </a:ext>
            </a:extLst>
          </p:cNvPr>
          <p:cNvSpPr>
            <a:spLocks noGrp="1"/>
          </p:cNvSpPr>
          <p:nvPr/>
        </p:nvSpPr>
        <p:spPr>
          <a:xfrm>
            <a:off x="4365792" y="466828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C0DF25">
              <a:alpha val="100000"/>
            </a:srgbClr>
          </a:solidFill>
          <a:ln w="4652">
            <a:solidFill>
              <a:srgbClr val="C0DF25">
                <a:alpha val="100000"/>
              </a:srgbClr>
            </a:solidFill>
            <a:prstDash val="solid"/>
          </a:ln>
        </p:spPr>
      </p:sp>
      <p:sp>
        <p:nvSpPr>
          <p:cNvPr id="161" name="d_small_paired_path_4108">
            <a:extLst>
              <a:ext uri="{FF2B5EF4-FFF2-40B4-BE49-F238E27FC236}">
                <a16:creationId xmlns:a16="http://schemas.microsoft.com/office/drawing/2014/main" id="{526B5CD2-5DA6-4F08-808A-B90D983194FC}"/>
              </a:ext>
            </a:extLst>
          </p:cNvPr>
          <p:cNvSpPr>
            <a:spLocks noGrp="1"/>
          </p:cNvSpPr>
          <p:nvPr/>
        </p:nvSpPr>
        <p:spPr>
          <a:xfrm>
            <a:off x="4365792" y="465545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DDF26">
              <a:alpha val="100000"/>
            </a:srgbClr>
          </a:solidFill>
          <a:ln w="4652">
            <a:solidFill>
              <a:srgbClr val="BDDF26">
                <a:alpha val="100000"/>
              </a:srgbClr>
            </a:solidFill>
            <a:prstDash val="solid"/>
          </a:ln>
        </p:spPr>
      </p:sp>
      <p:sp>
        <p:nvSpPr>
          <p:cNvPr id="162" name="d_small_paired_path_4109">
            <a:extLst>
              <a:ext uri="{FF2B5EF4-FFF2-40B4-BE49-F238E27FC236}">
                <a16:creationId xmlns:a16="http://schemas.microsoft.com/office/drawing/2014/main" id="{02256DB6-AC3B-4454-8A6C-379B6676A0A1}"/>
              </a:ext>
            </a:extLst>
          </p:cNvPr>
          <p:cNvSpPr>
            <a:spLocks noGrp="1"/>
          </p:cNvSpPr>
          <p:nvPr/>
        </p:nvSpPr>
        <p:spPr>
          <a:xfrm>
            <a:off x="4365792" y="464261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ADE28">
              <a:alpha val="100000"/>
            </a:srgbClr>
          </a:solidFill>
          <a:ln w="4652">
            <a:solidFill>
              <a:srgbClr val="BADE28">
                <a:alpha val="100000"/>
              </a:srgbClr>
            </a:solidFill>
            <a:prstDash val="solid"/>
          </a:ln>
        </p:spPr>
      </p:sp>
      <p:sp>
        <p:nvSpPr>
          <p:cNvPr id="163" name="d_small_paired_path_4110">
            <a:extLst>
              <a:ext uri="{FF2B5EF4-FFF2-40B4-BE49-F238E27FC236}">
                <a16:creationId xmlns:a16="http://schemas.microsoft.com/office/drawing/2014/main" id="{2EA3F74E-AC2A-4B62-BD24-13AED2E15BB4}"/>
              </a:ext>
            </a:extLst>
          </p:cNvPr>
          <p:cNvSpPr>
            <a:spLocks noGrp="1"/>
          </p:cNvSpPr>
          <p:nvPr/>
        </p:nvSpPr>
        <p:spPr>
          <a:xfrm>
            <a:off x="4365792" y="462978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8DE29">
              <a:alpha val="100000"/>
            </a:srgbClr>
          </a:solidFill>
          <a:ln w="4652">
            <a:solidFill>
              <a:srgbClr val="B8DE29">
                <a:alpha val="100000"/>
              </a:srgbClr>
            </a:solidFill>
            <a:prstDash val="solid"/>
          </a:ln>
        </p:spPr>
      </p:sp>
      <p:sp>
        <p:nvSpPr>
          <p:cNvPr id="164" name="d_small_paired_path_4111">
            <a:extLst>
              <a:ext uri="{FF2B5EF4-FFF2-40B4-BE49-F238E27FC236}">
                <a16:creationId xmlns:a16="http://schemas.microsoft.com/office/drawing/2014/main" id="{912FEE6C-1DDE-4530-87E0-D8ECE259C954}"/>
              </a:ext>
            </a:extLst>
          </p:cNvPr>
          <p:cNvSpPr>
            <a:spLocks noGrp="1"/>
          </p:cNvSpPr>
          <p:nvPr/>
        </p:nvSpPr>
        <p:spPr>
          <a:xfrm>
            <a:off x="4365792" y="461694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5DE2B">
              <a:alpha val="100000"/>
            </a:srgbClr>
          </a:solidFill>
          <a:ln w="4652">
            <a:solidFill>
              <a:srgbClr val="B5DE2B">
                <a:alpha val="100000"/>
              </a:srgbClr>
            </a:solidFill>
            <a:prstDash val="solid"/>
          </a:ln>
        </p:spPr>
      </p:sp>
      <p:sp>
        <p:nvSpPr>
          <p:cNvPr id="165" name="d_small_paired_path_4112">
            <a:extLst>
              <a:ext uri="{FF2B5EF4-FFF2-40B4-BE49-F238E27FC236}">
                <a16:creationId xmlns:a16="http://schemas.microsoft.com/office/drawing/2014/main" id="{2F6B0A68-5E50-41DD-8B08-61671384CB10}"/>
              </a:ext>
            </a:extLst>
          </p:cNvPr>
          <p:cNvSpPr>
            <a:spLocks noGrp="1"/>
          </p:cNvSpPr>
          <p:nvPr/>
        </p:nvSpPr>
        <p:spPr>
          <a:xfrm>
            <a:off x="4365792" y="460410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2DD2D">
              <a:alpha val="100000"/>
            </a:srgbClr>
          </a:solidFill>
          <a:ln w="4652">
            <a:solidFill>
              <a:srgbClr val="B2DD2D">
                <a:alpha val="100000"/>
              </a:srgbClr>
            </a:solidFill>
            <a:prstDash val="solid"/>
          </a:ln>
        </p:spPr>
      </p:sp>
      <p:sp>
        <p:nvSpPr>
          <p:cNvPr id="166" name="d_small_paired_path_4113">
            <a:extLst>
              <a:ext uri="{FF2B5EF4-FFF2-40B4-BE49-F238E27FC236}">
                <a16:creationId xmlns:a16="http://schemas.microsoft.com/office/drawing/2014/main" id="{F5934D82-A09B-4FC8-AE6C-C1DAB3D1D078}"/>
              </a:ext>
            </a:extLst>
          </p:cNvPr>
          <p:cNvSpPr>
            <a:spLocks noGrp="1"/>
          </p:cNvSpPr>
          <p:nvPr/>
        </p:nvSpPr>
        <p:spPr>
          <a:xfrm>
            <a:off x="4365792" y="459127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B0DD2F">
              <a:alpha val="100000"/>
            </a:srgbClr>
          </a:solidFill>
          <a:ln w="4652">
            <a:solidFill>
              <a:srgbClr val="B0DD2F">
                <a:alpha val="100000"/>
              </a:srgbClr>
            </a:solidFill>
            <a:prstDash val="solid"/>
          </a:ln>
        </p:spPr>
      </p:sp>
      <p:sp>
        <p:nvSpPr>
          <p:cNvPr id="167" name="d_small_paired_path_4114">
            <a:extLst>
              <a:ext uri="{FF2B5EF4-FFF2-40B4-BE49-F238E27FC236}">
                <a16:creationId xmlns:a16="http://schemas.microsoft.com/office/drawing/2014/main" id="{DC092503-1069-4C66-BE10-FF50EFC759BA}"/>
              </a:ext>
            </a:extLst>
          </p:cNvPr>
          <p:cNvSpPr>
            <a:spLocks noGrp="1"/>
          </p:cNvSpPr>
          <p:nvPr/>
        </p:nvSpPr>
        <p:spPr>
          <a:xfrm>
            <a:off x="4365792" y="457843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DDC30">
              <a:alpha val="100000"/>
            </a:srgbClr>
          </a:solidFill>
          <a:ln w="4652">
            <a:solidFill>
              <a:srgbClr val="ADDC30">
                <a:alpha val="100000"/>
              </a:srgbClr>
            </a:solidFill>
            <a:prstDash val="solid"/>
          </a:ln>
        </p:spPr>
      </p:sp>
      <p:sp>
        <p:nvSpPr>
          <p:cNvPr id="168" name="d_small_paired_path_4115">
            <a:extLst>
              <a:ext uri="{FF2B5EF4-FFF2-40B4-BE49-F238E27FC236}">
                <a16:creationId xmlns:a16="http://schemas.microsoft.com/office/drawing/2014/main" id="{5F7AFB2F-C1AF-4F0F-AFCA-21084EAA8697}"/>
              </a:ext>
            </a:extLst>
          </p:cNvPr>
          <p:cNvSpPr>
            <a:spLocks noGrp="1"/>
          </p:cNvSpPr>
          <p:nvPr/>
        </p:nvSpPr>
        <p:spPr>
          <a:xfrm>
            <a:off x="4365792" y="456559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ADC32">
              <a:alpha val="100000"/>
            </a:srgbClr>
          </a:solidFill>
          <a:ln w="4652">
            <a:solidFill>
              <a:srgbClr val="AADC32">
                <a:alpha val="100000"/>
              </a:srgbClr>
            </a:solidFill>
            <a:prstDash val="solid"/>
          </a:ln>
        </p:spPr>
      </p:sp>
      <p:sp>
        <p:nvSpPr>
          <p:cNvPr id="169" name="d_small_paired_path_4116">
            <a:extLst>
              <a:ext uri="{FF2B5EF4-FFF2-40B4-BE49-F238E27FC236}">
                <a16:creationId xmlns:a16="http://schemas.microsoft.com/office/drawing/2014/main" id="{CBE71059-71EC-468F-826B-200F457D3640}"/>
              </a:ext>
            </a:extLst>
          </p:cNvPr>
          <p:cNvSpPr>
            <a:spLocks noGrp="1"/>
          </p:cNvSpPr>
          <p:nvPr/>
        </p:nvSpPr>
        <p:spPr>
          <a:xfrm>
            <a:off x="4365792" y="455276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8DB34">
              <a:alpha val="100000"/>
            </a:srgbClr>
          </a:solidFill>
          <a:ln w="4652">
            <a:solidFill>
              <a:srgbClr val="A8DB34">
                <a:alpha val="100000"/>
              </a:srgbClr>
            </a:solidFill>
            <a:prstDash val="solid"/>
          </a:ln>
        </p:spPr>
      </p:sp>
      <p:sp>
        <p:nvSpPr>
          <p:cNvPr id="170" name="d_small_paired_path_4117">
            <a:extLst>
              <a:ext uri="{FF2B5EF4-FFF2-40B4-BE49-F238E27FC236}">
                <a16:creationId xmlns:a16="http://schemas.microsoft.com/office/drawing/2014/main" id="{0577CFC3-BA60-4084-8886-1FE0260DA1B3}"/>
              </a:ext>
            </a:extLst>
          </p:cNvPr>
          <p:cNvSpPr>
            <a:spLocks noGrp="1"/>
          </p:cNvSpPr>
          <p:nvPr/>
        </p:nvSpPr>
        <p:spPr>
          <a:xfrm>
            <a:off x="4365792" y="453992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5DB36">
              <a:alpha val="100000"/>
            </a:srgbClr>
          </a:solidFill>
          <a:ln w="4652">
            <a:solidFill>
              <a:srgbClr val="A5DB36">
                <a:alpha val="100000"/>
              </a:srgbClr>
            </a:solidFill>
            <a:prstDash val="solid"/>
          </a:ln>
        </p:spPr>
      </p:sp>
      <p:sp>
        <p:nvSpPr>
          <p:cNvPr id="171" name="d_small_paired_path_4118">
            <a:extLst>
              <a:ext uri="{FF2B5EF4-FFF2-40B4-BE49-F238E27FC236}">
                <a16:creationId xmlns:a16="http://schemas.microsoft.com/office/drawing/2014/main" id="{27EEE320-FC9C-44CA-A7BA-0573AD83410B}"/>
              </a:ext>
            </a:extLst>
          </p:cNvPr>
          <p:cNvSpPr>
            <a:spLocks noGrp="1"/>
          </p:cNvSpPr>
          <p:nvPr/>
        </p:nvSpPr>
        <p:spPr>
          <a:xfrm>
            <a:off x="4365792" y="452709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2DA37">
              <a:alpha val="100000"/>
            </a:srgbClr>
          </a:solidFill>
          <a:ln w="4652">
            <a:solidFill>
              <a:srgbClr val="A2DA37">
                <a:alpha val="100000"/>
              </a:srgbClr>
            </a:solidFill>
            <a:prstDash val="solid"/>
          </a:ln>
        </p:spPr>
      </p:sp>
      <p:sp>
        <p:nvSpPr>
          <p:cNvPr id="172" name="d_small_paired_path_4119">
            <a:extLst>
              <a:ext uri="{FF2B5EF4-FFF2-40B4-BE49-F238E27FC236}">
                <a16:creationId xmlns:a16="http://schemas.microsoft.com/office/drawing/2014/main" id="{DCA309FF-A4A2-46EA-BB5B-DA7784C3B61C}"/>
              </a:ext>
            </a:extLst>
          </p:cNvPr>
          <p:cNvSpPr>
            <a:spLocks noGrp="1"/>
          </p:cNvSpPr>
          <p:nvPr/>
        </p:nvSpPr>
        <p:spPr>
          <a:xfrm>
            <a:off x="4365792" y="451425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A0DA39">
              <a:alpha val="100000"/>
            </a:srgbClr>
          </a:solidFill>
          <a:ln w="4652">
            <a:solidFill>
              <a:srgbClr val="A0DA39">
                <a:alpha val="100000"/>
              </a:srgbClr>
            </a:solidFill>
            <a:prstDash val="solid"/>
          </a:ln>
        </p:spPr>
      </p:sp>
      <p:sp>
        <p:nvSpPr>
          <p:cNvPr id="173" name="d_small_paired_path_4120">
            <a:extLst>
              <a:ext uri="{FF2B5EF4-FFF2-40B4-BE49-F238E27FC236}">
                <a16:creationId xmlns:a16="http://schemas.microsoft.com/office/drawing/2014/main" id="{6D04E003-5F71-49AD-8FA2-FBA917641B7D}"/>
              </a:ext>
            </a:extLst>
          </p:cNvPr>
          <p:cNvSpPr>
            <a:spLocks noGrp="1"/>
          </p:cNvSpPr>
          <p:nvPr/>
        </p:nvSpPr>
        <p:spPr>
          <a:xfrm>
            <a:off x="4365792" y="450141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DD93B">
              <a:alpha val="100000"/>
            </a:srgbClr>
          </a:solidFill>
          <a:ln w="4652">
            <a:solidFill>
              <a:srgbClr val="9DD93B">
                <a:alpha val="100000"/>
              </a:srgbClr>
            </a:solidFill>
            <a:prstDash val="solid"/>
          </a:ln>
        </p:spPr>
      </p:sp>
      <p:sp>
        <p:nvSpPr>
          <p:cNvPr id="174" name="d_small_paired_path_4121">
            <a:extLst>
              <a:ext uri="{FF2B5EF4-FFF2-40B4-BE49-F238E27FC236}">
                <a16:creationId xmlns:a16="http://schemas.microsoft.com/office/drawing/2014/main" id="{91095427-8E4B-4ADA-AAF1-F1B642CE176B}"/>
              </a:ext>
            </a:extLst>
          </p:cNvPr>
          <p:cNvSpPr>
            <a:spLocks noGrp="1"/>
          </p:cNvSpPr>
          <p:nvPr/>
        </p:nvSpPr>
        <p:spPr>
          <a:xfrm>
            <a:off x="4365792" y="448858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BD93C">
              <a:alpha val="100000"/>
            </a:srgbClr>
          </a:solidFill>
          <a:ln w="4652">
            <a:solidFill>
              <a:srgbClr val="9BD93C">
                <a:alpha val="100000"/>
              </a:srgbClr>
            </a:solidFill>
            <a:prstDash val="solid"/>
          </a:ln>
        </p:spPr>
      </p:sp>
      <p:sp>
        <p:nvSpPr>
          <p:cNvPr id="175" name="d_small_paired_path_4122">
            <a:extLst>
              <a:ext uri="{FF2B5EF4-FFF2-40B4-BE49-F238E27FC236}">
                <a16:creationId xmlns:a16="http://schemas.microsoft.com/office/drawing/2014/main" id="{BF613A1D-44F6-4B5C-B0A5-210DDA25469C}"/>
              </a:ext>
            </a:extLst>
          </p:cNvPr>
          <p:cNvSpPr>
            <a:spLocks noGrp="1"/>
          </p:cNvSpPr>
          <p:nvPr/>
        </p:nvSpPr>
        <p:spPr>
          <a:xfrm>
            <a:off x="4365792" y="447574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8D83E">
              <a:alpha val="100000"/>
            </a:srgbClr>
          </a:solidFill>
          <a:ln w="4652">
            <a:solidFill>
              <a:srgbClr val="98D83E">
                <a:alpha val="100000"/>
              </a:srgbClr>
            </a:solidFill>
            <a:prstDash val="solid"/>
          </a:ln>
        </p:spPr>
      </p:sp>
      <p:sp>
        <p:nvSpPr>
          <p:cNvPr id="176" name="d_small_paired_path_4123">
            <a:extLst>
              <a:ext uri="{FF2B5EF4-FFF2-40B4-BE49-F238E27FC236}">
                <a16:creationId xmlns:a16="http://schemas.microsoft.com/office/drawing/2014/main" id="{71F55E2F-2539-4C91-AEBB-C03E02DCA367}"/>
              </a:ext>
            </a:extLst>
          </p:cNvPr>
          <p:cNvSpPr>
            <a:spLocks noGrp="1"/>
          </p:cNvSpPr>
          <p:nvPr/>
        </p:nvSpPr>
        <p:spPr>
          <a:xfrm>
            <a:off x="4365792" y="446290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5D840">
              <a:alpha val="100000"/>
            </a:srgbClr>
          </a:solidFill>
          <a:ln w="4652">
            <a:solidFill>
              <a:srgbClr val="95D840">
                <a:alpha val="100000"/>
              </a:srgbClr>
            </a:solidFill>
            <a:prstDash val="solid"/>
          </a:ln>
        </p:spPr>
      </p:sp>
      <p:sp>
        <p:nvSpPr>
          <p:cNvPr id="177" name="d_small_paired_path_4124">
            <a:extLst>
              <a:ext uri="{FF2B5EF4-FFF2-40B4-BE49-F238E27FC236}">
                <a16:creationId xmlns:a16="http://schemas.microsoft.com/office/drawing/2014/main" id="{4DCB1B84-34D8-472F-B161-D0BB187C645F}"/>
              </a:ext>
            </a:extLst>
          </p:cNvPr>
          <p:cNvSpPr>
            <a:spLocks noGrp="1"/>
          </p:cNvSpPr>
          <p:nvPr/>
        </p:nvSpPr>
        <p:spPr>
          <a:xfrm>
            <a:off x="4365792" y="445007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3D741">
              <a:alpha val="100000"/>
            </a:srgbClr>
          </a:solidFill>
          <a:ln w="4652">
            <a:solidFill>
              <a:srgbClr val="93D741">
                <a:alpha val="100000"/>
              </a:srgbClr>
            </a:solidFill>
            <a:prstDash val="solid"/>
          </a:ln>
        </p:spPr>
      </p:sp>
      <p:sp>
        <p:nvSpPr>
          <p:cNvPr id="178" name="d_small_paired_path_4125">
            <a:extLst>
              <a:ext uri="{FF2B5EF4-FFF2-40B4-BE49-F238E27FC236}">
                <a16:creationId xmlns:a16="http://schemas.microsoft.com/office/drawing/2014/main" id="{3400A0F1-ABC2-473F-BBF0-05DDDEB0FEFE}"/>
              </a:ext>
            </a:extLst>
          </p:cNvPr>
          <p:cNvSpPr>
            <a:spLocks noGrp="1"/>
          </p:cNvSpPr>
          <p:nvPr/>
        </p:nvSpPr>
        <p:spPr>
          <a:xfrm>
            <a:off x="4365792" y="443723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90D743">
              <a:alpha val="100000"/>
            </a:srgbClr>
          </a:solidFill>
          <a:ln w="4652">
            <a:solidFill>
              <a:srgbClr val="90D743">
                <a:alpha val="100000"/>
              </a:srgbClr>
            </a:solidFill>
            <a:prstDash val="solid"/>
          </a:ln>
        </p:spPr>
      </p:sp>
      <p:sp>
        <p:nvSpPr>
          <p:cNvPr id="179" name="d_small_paired_path_4126">
            <a:extLst>
              <a:ext uri="{FF2B5EF4-FFF2-40B4-BE49-F238E27FC236}">
                <a16:creationId xmlns:a16="http://schemas.microsoft.com/office/drawing/2014/main" id="{780D1D27-8706-4181-8516-49B691EB67DA}"/>
              </a:ext>
            </a:extLst>
          </p:cNvPr>
          <p:cNvSpPr>
            <a:spLocks noGrp="1"/>
          </p:cNvSpPr>
          <p:nvPr/>
        </p:nvSpPr>
        <p:spPr>
          <a:xfrm>
            <a:off x="4365792" y="442440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ED645">
              <a:alpha val="100000"/>
            </a:srgbClr>
          </a:solidFill>
          <a:ln w="4652">
            <a:solidFill>
              <a:srgbClr val="8ED645">
                <a:alpha val="100000"/>
              </a:srgbClr>
            </a:solidFill>
            <a:prstDash val="solid"/>
          </a:ln>
        </p:spPr>
      </p:sp>
      <p:sp>
        <p:nvSpPr>
          <p:cNvPr id="180" name="d_small_paired_path_4127">
            <a:extLst>
              <a:ext uri="{FF2B5EF4-FFF2-40B4-BE49-F238E27FC236}">
                <a16:creationId xmlns:a16="http://schemas.microsoft.com/office/drawing/2014/main" id="{74E34434-1D9F-41CC-9EFB-8BBDFDF037DE}"/>
              </a:ext>
            </a:extLst>
          </p:cNvPr>
          <p:cNvSpPr>
            <a:spLocks noGrp="1"/>
          </p:cNvSpPr>
          <p:nvPr/>
        </p:nvSpPr>
        <p:spPr>
          <a:xfrm>
            <a:off x="4365792" y="441156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BD646">
              <a:alpha val="100000"/>
            </a:srgbClr>
          </a:solidFill>
          <a:ln w="4652">
            <a:solidFill>
              <a:srgbClr val="8BD646">
                <a:alpha val="100000"/>
              </a:srgbClr>
            </a:solidFill>
            <a:prstDash val="solid"/>
          </a:ln>
        </p:spPr>
      </p:sp>
      <p:sp>
        <p:nvSpPr>
          <p:cNvPr id="181" name="d_small_paired_path_4128">
            <a:extLst>
              <a:ext uri="{FF2B5EF4-FFF2-40B4-BE49-F238E27FC236}">
                <a16:creationId xmlns:a16="http://schemas.microsoft.com/office/drawing/2014/main" id="{2744A9BC-9883-48F0-851A-BF26535815F4}"/>
              </a:ext>
            </a:extLst>
          </p:cNvPr>
          <p:cNvSpPr>
            <a:spLocks noGrp="1"/>
          </p:cNvSpPr>
          <p:nvPr/>
        </p:nvSpPr>
        <p:spPr>
          <a:xfrm>
            <a:off x="4365792" y="439872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9D548">
              <a:alpha val="100000"/>
            </a:srgbClr>
          </a:solidFill>
          <a:ln w="4652">
            <a:solidFill>
              <a:srgbClr val="89D548">
                <a:alpha val="100000"/>
              </a:srgbClr>
            </a:solidFill>
            <a:prstDash val="solid"/>
          </a:ln>
        </p:spPr>
      </p:sp>
      <p:sp>
        <p:nvSpPr>
          <p:cNvPr id="182" name="d_small_paired_path_4129">
            <a:extLst>
              <a:ext uri="{FF2B5EF4-FFF2-40B4-BE49-F238E27FC236}">
                <a16:creationId xmlns:a16="http://schemas.microsoft.com/office/drawing/2014/main" id="{4B977E34-669B-4A3D-8D21-CD4950F51AED}"/>
              </a:ext>
            </a:extLst>
          </p:cNvPr>
          <p:cNvSpPr>
            <a:spLocks noGrp="1"/>
          </p:cNvSpPr>
          <p:nvPr/>
        </p:nvSpPr>
        <p:spPr>
          <a:xfrm>
            <a:off x="4365792" y="438589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6D549">
              <a:alpha val="100000"/>
            </a:srgbClr>
          </a:solidFill>
          <a:ln w="4652">
            <a:solidFill>
              <a:srgbClr val="86D549">
                <a:alpha val="100000"/>
              </a:srgbClr>
            </a:solidFill>
            <a:prstDash val="solid"/>
          </a:ln>
        </p:spPr>
      </p:sp>
      <p:sp>
        <p:nvSpPr>
          <p:cNvPr id="183" name="d_small_paired_path_4130">
            <a:extLst>
              <a:ext uri="{FF2B5EF4-FFF2-40B4-BE49-F238E27FC236}">
                <a16:creationId xmlns:a16="http://schemas.microsoft.com/office/drawing/2014/main" id="{26FA0B96-8795-4DE7-B796-17034C143E6B}"/>
              </a:ext>
            </a:extLst>
          </p:cNvPr>
          <p:cNvSpPr>
            <a:spLocks noGrp="1"/>
          </p:cNvSpPr>
          <p:nvPr/>
        </p:nvSpPr>
        <p:spPr>
          <a:xfrm>
            <a:off x="4365792" y="437305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4D44B">
              <a:alpha val="100000"/>
            </a:srgbClr>
          </a:solidFill>
          <a:ln w="4652">
            <a:solidFill>
              <a:srgbClr val="84D44B">
                <a:alpha val="100000"/>
              </a:srgbClr>
            </a:solidFill>
            <a:prstDash val="solid"/>
          </a:ln>
        </p:spPr>
      </p:sp>
      <p:sp>
        <p:nvSpPr>
          <p:cNvPr id="184" name="d_small_paired_path_4131">
            <a:extLst>
              <a:ext uri="{FF2B5EF4-FFF2-40B4-BE49-F238E27FC236}">
                <a16:creationId xmlns:a16="http://schemas.microsoft.com/office/drawing/2014/main" id="{5DC68D82-16BB-4622-8E73-B93D84D48AAF}"/>
              </a:ext>
            </a:extLst>
          </p:cNvPr>
          <p:cNvSpPr>
            <a:spLocks noGrp="1"/>
          </p:cNvSpPr>
          <p:nvPr/>
        </p:nvSpPr>
        <p:spPr>
          <a:xfrm>
            <a:off x="4365792" y="436021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81D34D">
              <a:alpha val="100000"/>
            </a:srgbClr>
          </a:solidFill>
          <a:ln w="4652">
            <a:solidFill>
              <a:srgbClr val="81D34D">
                <a:alpha val="100000"/>
              </a:srgbClr>
            </a:solidFill>
            <a:prstDash val="solid"/>
          </a:ln>
        </p:spPr>
      </p:sp>
      <p:sp>
        <p:nvSpPr>
          <p:cNvPr id="185" name="d_small_paired_path_4132">
            <a:extLst>
              <a:ext uri="{FF2B5EF4-FFF2-40B4-BE49-F238E27FC236}">
                <a16:creationId xmlns:a16="http://schemas.microsoft.com/office/drawing/2014/main" id="{AF42B7FF-6FC7-45DF-B7E4-253FC2BACC52}"/>
              </a:ext>
            </a:extLst>
          </p:cNvPr>
          <p:cNvSpPr>
            <a:spLocks noGrp="1"/>
          </p:cNvSpPr>
          <p:nvPr/>
        </p:nvSpPr>
        <p:spPr>
          <a:xfrm>
            <a:off x="4365792" y="434738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FD34E">
              <a:alpha val="100000"/>
            </a:srgbClr>
          </a:solidFill>
          <a:ln w="4652">
            <a:solidFill>
              <a:srgbClr val="7FD34E">
                <a:alpha val="100000"/>
              </a:srgbClr>
            </a:solidFill>
            <a:prstDash val="solid"/>
          </a:ln>
        </p:spPr>
      </p:sp>
      <p:sp>
        <p:nvSpPr>
          <p:cNvPr id="186" name="d_small_paired_path_4133">
            <a:extLst>
              <a:ext uri="{FF2B5EF4-FFF2-40B4-BE49-F238E27FC236}">
                <a16:creationId xmlns:a16="http://schemas.microsoft.com/office/drawing/2014/main" id="{2179AEE7-277C-45DE-88D3-86A986BC8D2B}"/>
              </a:ext>
            </a:extLst>
          </p:cNvPr>
          <p:cNvSpPr>
            <a:spLocks noGrp="1"/>
          </p:cNvSpPr>
          <p:nvPr/>
        </p:nvSpPr>
        <p:spPr>
          <a:xfrm>
            <a:off x="4365792" y="433454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CD250">
              <a:alpha val="100000"/>
            </a:srgbClr>
          </a:solidFill>
          <a:ln w="4652">
            <a:solidFill>
              <a:srgbClr val="7CD250">
                <a:alpha val="100000"/>
              </a:srgbClr>
            </a:solidFill>
            <a:prstDash val="solid"/>
          </a:ln>
        </p:spPr>
      </p:sp>
      <p:sp>
        <p:nvSpPr>
          <p:cNvPr id="187" name="d_small_paired_path_4134">
            <a:extLst>
              <a:ext uri="{FF2B5EF4-FFF2-40B4-BE49-F238E27FC236}">
                <a16:creationId xmlns:a16="http://schemas.microsoft.com/office/drawing/2014/main" id="{2D97B777-06E1-4D75-921E-EA5ACFED2B4A}"/>
              </a:ext>
            </a:extLst>
          </p:cNvPr>
          <p:cNvSpPr>
            <a:spLocks noGrp="1"/>
          </p:cNvSpPr>
          <p:nvPr/>
        </p:nvSpPr>
        <p:spPr>
          <a:xfrm>
            <a:off x="4365792" y="432171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AD151">
              <a:alpha val="100000"/>
            </a:srgbClr>
          </a:solidFill>
          <a:ln w="4652">
            <a:solidFill>
              <a:srgbClr val="7AD151">
                <a:alpha val="100000"/>
              </a:srgbClr>
            </a:solidFill>
            <a:prstDash val="solid"/>
          </a:ln>
        </p:spPr>
      </p:sp>
      <p:sp>
        <p:nvSpPr>
          <p:cNvPr id="188" name="d_small_paired_path_4135">
            <a:extLst>
              <a:ext uri="{FF2B5EF4-FFF2-40B4-BE49-F238E27FC236}">
                <a16:creationId xmlns:a16="http://schemas.microsoft.com/office/drawing/2014/main" id="{A0323340-D514-4B00-B976-F402E930E450}"/>
              </a:ext>
            </a:extLst>
          </p:cNvPr>
          <p:cNvSpPr>
            <a:spLocks noGrp="1"/>
          </p:cNvSpPr>
          <p:nvPr/>
        </p:nvSpPr>
        <p:spPr>
          <a:xfrm>
            <a:off x="4365792" y="430887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7D153">
              <a:alpha val="100000"/>
            </a:srgbClr>
          </a:solidFill>
          <a:ln w="4652">
            <a:solidFill>
              <a:srgbClr val="77D153">
                <a:alpha val="100000"/>
              </a:srgbClr>
            </a:solidFill>
            <a:prstDash val="solid"/>
          </a:ln>
        </p:spPr>
      </p:sp>
      <p:sp>
        <p:nvSpPr>
          <p:cNvPr id="189" name="d_small_paired_path_4136">
            <a:extLst>
              <a:ext uri="{FF2B5EF4-FFF2-40B4-BE49-F238E27FC236}">
                <a16:creationId xmlns:a16="http://schemas.microsoft.com/office/drawing/2014/main" id="{333362DD-1AA4-43F4-83F1-7CCD0BAB6FD3}"/>
              </a:ext>
            </a:extLst>
          </p:cNvPr>
          <p:cNvSpPr>
            <a:spLocks noGrp="1"/>
          </p:cNvSpPr>
          <p:nvPr/>
        </p:nvSpPr>
        <p:spPr>
          <a:xfrm>
            <a:off x="4365792" y="429603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5D054">
              <a:alpha val="100000"/>
            </a:srgbClr>
          </a:solidFill>
          <a:ln w="4652">
            <a:solidFill>
              <a:srgbClr val="75D054">
                <a:alpha val="100000"/>
              </a:srgbClr>
            </a:solidFill>
            <a:prstDash val="solid"/>
          </a:ln>
        </p:spPr>
      </p:sp>
      <p:sp>
        <p:nvSpPr>
          <p:cNvPr id="190" name="d_small_paired_path_4137">
            <a:extLst>
              <a:ext uri="{FF2B5EF4-FFF2-40B4-BE49-F238E27FC236}">
                <a16:creationId xmlns:a16="http://schemas.microsoft.com/office/drawing/2014/main" id="{58BDF66B-B026-46E5-A1CD-A2BF285106AF}"/>
              </a:ext>
            </a:extLst>
          </p:cNvPr>
          <p:cNvSpPr>
            <a:spLocks noGrp="1"/>
          </p:cNvSpPr>
          <p:nvPr/>
        </p:nvSpPr>
        <p:spPr>
          <a:xfrm>
            <a:off x="4365792" y="428320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3D056">
              <a:alpha val="100000"/>
            </a:srgbClr>
          </a:solidFill>
          <a:ln w="4652">
            <a:solidFill>
              <a:srgbClr val="73D056">
                <a:alpha val="100000"/>
              </a:srgbClr>
            </a:solidFill>
            <a:prstDash val="solid"/>
          </a:ln>
        </p:spPr>
      </p:sp>
      <p:sp>
        <p:nvSpPr>
          <p:cNvPr id="191" name="d_small_paired_path_4138">
            <a:extLst>
              <a:ext uri="{FF2B5EF4-FFF2-40B4-BE49-F238E27FC236}">
                <a16:creationId xmlns:a16="http://schemas.microsoft.com/office/drawing/2014/main" id="{9100E047-03E5-43EA-B66E-3AB0BA07348D}"/>
              </a:ext>
            </a:extLst>
          </p:cNvPr>
          <p:cNvSpPr>
            <a:spLocks noGrp="1"/>
          </p:cNvSpPr>
          <p:nvPr/>
        </p:nvSpPr>
        <p:spPr>
          <a:xfrm>
            <a:off x="4365792" y="427036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70CF57">
              <a:alpha val="100000"/>
            </a:srgbClr>
          </a:solidFill>
          <a:ln w="4652">
            <a:solidFill>
              <a:srgbClr val="70CF57">
                <a:alpha val="100000"/>
              </a:srgbClr>
            </a:solidFill>
            <a:prstDash val="solid"/>
          </a:ln>
        </p:spPr>
      </p:sp>
      <p:sp>
        <p:nvSpPr>
          <p:cNvPr id="192" name="d_small_paired_path_4139">
            <a:extLst>
              <a:ext uri="{FF2B5EF4-FFF2-40B4-BE49-F238E27FC236}">
                <a16:creationId xmlns:a16="http://schemas.microsoft.com/office/drawing/2014/main" id="{64BA9C23-6B04-4C54-A4AB-0ABDB36AB036}"/>
              </a:ext>
            </a:extLst>
          </p:cNvPr>
          <p:cNvSpPr>
            <a:spLocks noGrp="1"/>
          </p:cNvSpPr>
          <p:nvPr/>
        </p:nvSpPr>
        <p:spPr>
          <a:xfrm>
            <a:off x="4365792" y="425752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ECE58">
              <a:alpha val="100000"/>
            </a:srgbClr>
          </a:solidFill>
          <a:ln w="4652">
            <a:solidFill>
              <a:srgbClr val="6ECE58">
                <a:alpha val="100000"/>
              </a:srgbClr>
            </a:solidFill>
            <a:prstDash val="solid"/>
          </a:ln>
        </p:spPr>
      </p:sp>
      <p:sp>
        <p:nvSpPr>
          <p:cNvPr id="193" name="d_small_paired_path_4140">
            <a:extLst>
              <a:ext uri="{FF2B5EF4-FFF2-40B4-BE49-F238E27FC236}">
                <a16:creationId xmlns:a16="http://schemas.microsoft.com/office/drawing/2014/main" id="{717AC58A-9617-461F-933F-3CC93E98ED4C}"/>
              </a:ext>
            </a:extLst>
          </p:cNvPr>
          <p:cNvSpPr>
            <a:spLocks noGrp="1"/>
          </p:cNvSpPr>
          <p:nvPr/>
        </p:nvSpPr>
        <p:spPr>
          <a:xfrm>
            <a:off x="4365792" y="424469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CCD5A">
              <a:alpha val="100000"/>
            </a:srgbClr>
          </a:solidFill>
          <a:ln w="4652">
            <a:solidFill>
              <a:srgbClr val="6CCD5A">
                <a:alpha val="100000"/>
              </a:srgbClr>
            </a:solidFill>
            <a:prstDash val="solid"/>
          </a:ln>
        </p:spPr>
      </p:sp>
      <p:sp>
        <p:nvSpPr>
          <p:cNvPr id="194" name="d_small_paired_path_4141">
            <a:extLst>
              <a:ext uri="{FF2B5EF4-FFF2-40B4-BE49-F238E27FC236}">
                <a16:creationId xmlns:a16="http://schemas.microsoft.com/office/drawing/2014/main" id="{76DBE5AE-C61F-4117-83B5-0C52468AD412}"/>
              </a:ext>
            </a:extLst>
          </p:cNvPr>
          <p:cNvSpPr>
            <a:spLocks noGrp="1"/>
          </p:cNvSpPr>
          <p:nvPr/>
        </p:nvSpPr>
        <p:spPr>
          <a:xfrm>
            <a:off x="4365792" y="423185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9CD5B">
              <a:alpha val="100000"/>
            </a:srgbClr>
          </a:solidFill>
          <a:ln w="4652">
            <a:solidFill>
              <a:srgbClr val="69CD5B">
                <a:alpha val="100000"/>
              </a:srgbClr>
            </a:solidFill>
            <a:prstDash val="solid"/>
          </a:ln>
        </p:spPr>
      </p:sp>
      <p:sp>
        <p:nvSpPr>
          <p:cNvPr id="195" name="d_small_paired_path_4142">
            <a:extLst>
              <a:ext uri="{FF2B5EF4-FFF2-40B4-BE49-F238E27FC236}">
                <a16:creationId xmlns:a16="http://schemas.microsoft.com/office/drawing/2014/main" id="{B0EBC5B0-2E3C-4353-A655-39AB6F32F414}"/>
              </a:ext>
            </a:extLst>
          </p:cNvPr>
          <p:cNvSpPr>
            <a:spLocks noGrp="1"/>
          </p:cNvSpPr>
          <p:nvPr/>
        </p:nvSpPr>
        <p:spPr>
          <a:xfrm>
            <a:off x="4365792" y="421902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7CC5C">
              <a:alpha val="100000"/>
            </a:srgbClr>
          </a:solidFill>
          <a:ln w="4652">
            <a:solidFill>
              <a:srgbClr val="67CC5C">
                <a:alpha val="100000"/>
              </a:srgbClr>
            </a:solidFill>
            <a:prstDash val="solid"/>
          </a:ln>
        </p:spPr>
      </p:sp>
      <p:sp>
        <p:nvSpPr>
          <p:cNvPr id="196" name="d_small_paired_path_4143">
            <a:extLst>
              <a:ext uri="{FF2B5EF4-FFF2-40B4-BE49-F238E27FC236}">
                <a16:creationId xmlns:a16="http://schemas.microsoft.com/office/drawing/2014/main" id="{6E7E4A83-D186-4FCF-85AF-7256B84574C9}"/>
              </a:ext>
            </a:extLst>
          </p:cNvPr>
          <p:cNvSpPr>
            <a:spLocks noGrp="1"/>
          </p:cNvSpPr>
          <p:nvPr/>
        </p:nvSpPr>
        <p:spPr>
          <a:xfrm>
            <a:off x="4365792" y="420618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5CB5E">
              <a:alpha val="100000"/>
            </a:srgbClr>
          </a:solidFill>
          <a:ln w="4652">
            <a:solidFill>
              <a:srgbClr val="65CB5E">
                <a:alpha val="100000"/>
              </a:srgbClr>
            </a:solidFill>
            <a:prstDash val="solid"/>
          </a:ln>
        </p:spPr>
      </p:sp>
      <p:sp>
        <p:nvSpPr>
          <p:cNvPr id="197" name="d_small_paired_path_4144">
            <a:extLst>
              <a:ext uri="{FF2B5EF4-FFF2-40B4-BE49-F238E27FC236}">
                <a16:creationId xmlns:a16="http://schemas.microsoft.com/office/drawing/2014/main" id="{F3844848-71E0-4270-BDA4-28D9A8AEC3A8}"/>
              </a:ext>
            </a:extLst>
          </p:cNvPr>
          <p:cNvSpPr>
            <a:spLocks noGrp="1"/>
          </p:cNvSpPr>
          <p:nvPr/>
        </p:nvSpPr>
        <p:spPr>
          <a:xfrm>
            <a:off x="4365792" y="419334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3CB5F">
              <a:alpha val="100000"/>
            </a:srgbClr>
          </a:solidFill>
          <a:ln w="4652">
            <a:solidFill>
              <a:srgbClr val="63CB5F">
                <a:alpha val="100000"/>
              </a:srgbClr>
            </a:solidFill>
            <a:prstDash val="solid"/>
          </a:ln>
        </p:spPr>
      </p:sp>
      <p:sp>
        <p:nvSpPr>
          <p:cNvPr id="198" name="d_small_paired_path_4145">
            <a:extLst>
              <a:ext uri="{FF2B5EF4-FFF2-40B4-BE49-F238E27FC236}">
                <a16:creationId xmlns:a16="http://schemas.microsoft.com/office/drawing/2014/main" id="{2DD5085C-1152-4BDA-B430-25BB61A3CB5B}"/>
              </a:ext>
            </a:extLst>
          </p:cNvPr>
          <p:cNvSpPr>
            <a:spLocks noGrp="1"/>
          </p:cNvSpPr>
          <p:nvPr/>
        </p:nvSpPr>
        <p:spPr>
          <a:xfrm>
            <a:off x="4365792" y="418051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60CA60">
              <a:alpha val="100000"/>
            </a:srgbClr>
          </a:solidFill>
          <a:ln w="4652">
            <a:solidFill>
              <a:srgbClr val="60CA60">
                <a:alpha val="100000"/>
              </a:srgbClr>
            </a:solidFill>
            <a:prstDash val="solid"/>
          </a:ln>
        </p:spPr>
      </p:sp>
      <p:sp>
        <p:nvSpPr>
          <p:cNvPr id="199" name="d_small_paired_path_4146">
            <a:extLst>
              <a:ext uri="{FF2B5EF4-FFF2-40B4-BE49-F238E27FC236}">
                <a16:creationId xmlns:a16="http://schemas.microsoft.com/office/drawing/2014/main" id="{B6E37E81-45E3-476C-8E6A-1D9A91E29BBB}"/>
              </a:ext>
            </a:extLst>
          </p:cNvPr>
          <p:cNvSpPr>
            <a:spLocks noGrp="1"/>
          </p:cNvSpPr>
          <p:nvPr/>
        </p:nvSpPr>
        <p:spPr>
          <a:xfrm>
            <a:off x="4365792" y="416767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EC962">
              <a:alpha val="100000"/>
            </a:srgbClr>
          </a:solidFill>
          <a:ln w="4652">
            <a:solidFill>
              <a:srgbClr val="5EC962">
                <a:alpha val="100000"/>
              </a:srgbClr>
            </a:solidFill>
            <a:prstDash val="solid"/>
          </a:ln>
        </p:spPr>
      </p:sp>
      <p:sp>
        <p:nvSpPr>
          <p:cNvPr id="200" name="d_small_paired_path_4147">
            <a:extLst>
              <a:ext uri="{FF2B5EF4-FFF2-40B4-BE49-F238E27FC236}">
                <a16:creationId xmlns:a16="http://schemas.microsoft.com/office/drawing/2014/main" id="{1BDBDFB6-739B-4323-AA6D-D2BB85A4D1C7}"/>
              </a:ext>
            </a:extLst>
          </p:cNvPr>
          <p:cNvSpPr>
            <a:spLocks noGrp="1"/>
          </p:cNvSpPr>
          <p:nvPr/>
        </p:nvSpPr>
        <p:spPr>
          <a:xfrm>
            <a:off x="4365792" y="415483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CC863">
              <a:alpha val="100000"/>
            </a:srgbClr>
          </a:solidFill>
          <a:ln w="4652">
            <a:solidFill>
              <a:srgbClr val="5CC863">
                <a:alpha val="100000"/>
              </a:srgbClr>
            </a:solidFill>
            <a:prstDash val="solid"/>
          </a:ln>
        </p:spPr>
      </p:sp>
      <p:sp>
        <p:nvSpPr>
          <p:cNvPr id="201" name="d_small_paired_path_4148">
            <a:extLst>
              <a:ext uri="{FF2B5EF4-FFF2-40B4-BE49-F238E27FC236}">
                <a16:creationId xmlns:a16="http://schemas.microsoft.com/office/drawing/2014/main" id="{4B7EB0C1-DBB1-46FD-A5C7-D17B8B851DCB}"/>
              </a:ext>
            </a:extLst>
          </p:cNvPr>
          <p:cNvSpPr>
            <a:spLocks noGrp="1"/>
          </p:cNvSpPr>
          <p:nvPr/>
        </p:nvSpPr>
        <p:spPr>
          <a:xfrm>
            <a:off x="4365792" y="414200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AC864">
              <a:alpha val="100000"/>
            </a:srgbClr>
          </a:solidFill>
          <a:ln w="4652">
            <a:solidFill>
              <a:srgbClr val="5AC864">
                <a:alpha val="100000"/>
              </a:srgbClr>
            </a:solidFill>
            <a:prstDash val="solid"/>
          </a:ln>
        </p:spPr>
      </p:sp>
      <p:sp>
        <p:nvSpPr>
          <p:cNvPr id="202" name="d_small_paired_path_4149">
            <a:extLst>
              <a:ext uri="{FF2B5EF4-FFF2-40B4-BE49-F238E27FC236}">
                <a16:creationId xmlns:a16="http://schemas.microsoft.com/office/drawing/2014/main" id="{29437FCB-7DC0-4E10-B428-5E9E0889385C}"/>
              </a:ext>
            </a:extLst>
          </p:cNvPr>
          <p:cNvSpPr>
            <a:spLocks noGrp="1"/>
          </p:cNvSpPr>
          <p:nvPr/>
        </p:nvSpPr>
        <p:spPr>
          <a:xfrm>
            <a:off x="4365792" y="412916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8C765">
              <a:alpha val="100000"/>
            </a:srgbClr>
          </a:solidFill>
          <a:ln w="4652">
            <a:solidFill>
              <a:srgbClr val="58C765">
                <a:alpha val="100000"/>
              </a:srgbClr>
            </a:solidFill>
            <a:prstDash val="solid"/>
          </a:ln>
        </p:spPr>
      </p:sp>
      <p:sp>
        <p:nvSpPr>
          <p:cNvPr id="203" name="d_small_paired_path_4150">
            <a:extLst>
              <a:ext uri="{FF2B5EF4-FFF2-40B4-BE49-F238E27FC236}">
                <a16:creationId xmlns:a16="http://schemas.microsoft.com/office/drawing/2014/main" id="{8F8CF13D-1CFB-4385-8F75-705E6F638642}"/>
              </a:ext>
            </a:extLst>
          </p:cNvPr>
          <p:cNvSpPr>
            <a:spLocks noGrp="1"/>
          </p:cNvSpPr>
          <p:nvPr/>
        </p:nvSpPr>
        <p:spPr>
          <a:xfrm>
            <a:off x="4365792" y="411633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6C667">
              <a:alpha val="100000"/>
            </a:srgbClr>
          </a:solidFill>
          <a:ln w="4652">
            <a:solidFill>
              <a:srgbClr val="56C667">
                <a:alpha val="100000"/>
              </a:srgbClr>
            </a:solidFill>
            <a:prstDash val="solid"/>
          </a:ln>
        </p:spPr>
      </p:sp>
      <p:sp>
        <p:nvSpPr>
          <p:cNvPr id="204" name="d_small_paired_path_4151">
            <a:extLst>
              <a:ext uri="{FF2B5EF4-FFF2-40B4-BE49-F238E27FC236}">
                <a16:creationId xmlns:a16="http://schemas.microsoft.com/office/drawing/2014/main" id="{B5D2875A-A26B-4CD5-B84E-70F1DE0AD120}"/>
              </a:ext>
            </a:extLst>
          </p:cNvPr>
          <p:cNvSpPr>
            <a:spLocks noGrp="1"/>
          </p:cNvSpPr>
          <p:nvPr/>
        </p:nvSpPr>
        <p:spPr>
          <a:xfrm>
            <a:off x="4365792" y="410349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4C568">
              <a:alpha val="100000"/>
            </a:srgbClr>
          </a:solidFill>
          <a:ln w="4652">
            <a:solidFill>
              <a:srgbClr val="54C568">
                <a:alpha val="100000"/>
              </a:srgbClr>
            </a:solidFill>
            <a:prstDash val="solid"/>
          </a:ln>
        </p:spPr>
      </p:sp>
      <p:sp>
        <p:nvSpPr>
          <p:cNvPr id="205" name="d_small_paired_path_4152">
            <a:extLst>
              <a:ext uri="{FF2B5EF4-FFF2-40B4-BE49-F238E27FC236}">
                <a16:creationId xmlns:a16="http://schemas.microsoft.com/office/drawing/2014/main" id="{D9CE0546-CC3B-41EB-9D08-42016F7FA0F7}"/>
              </a:ext>
            </a:extLst>
          </p:cNvPr>
          <p:cNvSpPr>
            <a:spLocks noGrp="1"/>
          </p:cNvSpPr>
          <p:nvPr/>
        </p:nvSpPr>
        <p:spPr>
          <a:xfrm>
            <a:off x="4365792" y="409065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2C569">
              <a:alpha val="100000"/>
            </a:srgbClr>
          </a:solidFill>
          <a:ln w="4652">
            <a:solidFill>
              <a:srgbClr val="52C569">
                <a:alpha val="100000"/>
              </a:srgbClr>
            </a:solidFill>
            <a:prstDash val="solid"/>
          </a:ln>
        </p:spPr>
      </p:sp>
      <p:sp>
        <p:nvSpPr>
          <p:cNvPr id="206" name="d_small_paired_path_4153">
            <a:extLst>
              <a:ext uri="{FF2B5EF4-FFF2-40B4-BE49-F238E27FC236}">
                <a16:creationId xmlns:a16="http://schemas.microsoft.com/office/drawing/2014/main" id="{0966131D-429D-499C-80D8-18BC8A467AA4}"/>
              </a:ext>
            </a:extLst>
          </p:cNvPr>
          <p:cNvSpPr>
            <a:spLocks noGrp="1"/>
          </p:cNvSpPr>
          <p:nvPr/>
        </p:nvSpPr>
        <p:spPr>
          <a:xfrm>
            <a:off x="4365792" y="407782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50C46A">
              <a:alpha val="100000"/>
            </a:srgbClr>
          </a:solidFill>
          <a:ln w="4652">
            <a:solidFill>
              <a:srgbClr val="50C46A">
                <a:alpha val="100000"/>
              </a:srgbClr>
            </a:solidFill>
            <a:prstDash val="solid"/>
          </a:ln>
        </p:spPr>
      </p:sp>
      <p:sp>
        <p:nvSpPr>
          <p:cNvPr id="207" name="d_small_paired_path_4154">
            <a:extLst>
              <a:ext uri="{FF2B5EF4-FFF2-40B4-BE49-F238E27FC236}">
                <a16:creationId xmlns:a16="http://schemas.microsoft.com/office/drawing/2014/main" id="{57D2EC91-6553-4DDB-8786-EB0A12C06852}"/>
              </a:ext>
            </a:extLst>
          </p:cNvPr>
          <p:cNvSpPr>
            <a:spLocks noGrp="1"/>
          </p:cNvSpPr>
          <p:nvPr/>
        </p:nvSpPr>
        <p:spPr>
          <a:xfrm>
            <a:off x="4365792" y="406498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EC36B">
              <a:alpha val="100000"/>
            </a:srgbClr>
          </a:solidFill>
          <a:ln w="4652">
            <a:solidFill>
              <a:srgbClr val="4EC36B">
                <a:alpha val="100000"/>
              </a:srgbClr>
            </a:solidFill>
            <a:prstDash val="solid"/>
          </a:ln>
        </p:spPr>
      </p:sp>
      <p:sp>
        <p:nvSpPr>
          <p:cNvPr id="208" name="d_small_paired_path_4155">
            <a:extLst>
              <a:ext uri="{FF2B5EF4-FFF2-40B4-BE49-F238E27FC236}">
                <a16:creationId xmlns:a16="http://schemas.microsoft.com/office/drawing/2014/main" id="{A0DAEC75-4D1D-4E95-8C66-EE5DD57F4353}"/>
              </a:ext>
            </a:extLst>
          </p:cNvPr>
          <p:cNvSpPr>
            <a:spLocks noGrp="1"/>
          </p:cNvSpPr>
          <p:nvPr/>
        </p:nvSpPr>
        <p:spPr>
          <a:xfrm>
            <a:off x="4365792" y="405214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CC26C">
              <a:alpha val="100000"/>
            </a:srgbClr>
          </a:solidFill>
          <a:ln w="4652">
            <a:solidFill>
              <a:srgbClr val="4CC26C">
                <a:alpha val="100000"/>
              </a:srgbClr>
            </a:solidFill>
            <a:prstDash val="solid"/>
          </a:ln>
        </p:spPr>
      </p:sp>
      <p:sp>
        <p:nvSpPr>
          <p:cNvPr id="209" name="d_small_paired_path_4156">
            <a:extLst>
              <a:ext uri="{FF2B5EF4-FFF2-40B4-BE49-F238E27FC236}">
                <a16:creationId xmlns:a16="http://schemas.microsoft.com/office/drawing/2014/main" id="{1340F5AD-482D-46D3-AFF6-1D3A53CD9B07}"/>
              </a:ext>
            </a:extLst>
          </p:cNvPr>
          <p:cNvSpPr>
            <a:spLocks noGrp="1"/>
          </p:cNvSpPr>
          <p:nvPr/>
        </p:nvSpPr>
        <p:spPr>
          <a:xfrm>
            <a:off x="4365792" y="403931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AC16D">
              <a:alpha val="100000"/>
            </a:srgbClr>
          </a:solidFill>
          <a:ln w="4652">
            <a:solidFill>
              <a:srgbClr val="4AC16D">
                <a:alpha val="100000"/>
              </a:srgbClr>
            </a:solidFill>
            <a:prstDash val="solid"/>
          </a:ln>
        </p:spPr>
      </p:sp>
      <p:sp>
        <p:nvSpPr>
          <p:cNvPr id="210" name="d_small_paired_path_4157">
            <a:extLst>
              <a:ext uri="{FF2B5EF4-FFF2-40B4-BE49-F238E27FC236}">
                <a16:creationId xmlns:a16="http://schemas.microsoft.com/office/drawing/2014/main" id="{9096B0AD-647A-4DFA-BF4A-C1811BAC00D5}"/>
              </a:ext>
            </a:extLst>
          </p:cNvPr>
          <p:cNvSpPr>
            <a:spLocks noGrp="1"/>
          </p:cNvSpPr>
          <p:nvPr/>
        </p:nvSpPr>
        <p:spPr>
          <a:xfrm>
            <a:off x="4365792" y="402647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C16E">
              <a:alpha val="100000"/>
            </a:srgbClr>
          </a:solidFill>
          <a:ln w="4652">
            <a:solidFill>
              <a:srgbClr val="48C16E">
                <a:alpha val="100000"/>
              </a:srgbClr>
            </a:solidFill>
            <a:prstDash val="solid"/>
          </a:ln>
        </p:spPr>
      </p:sp>
      <p:sp>
        <p:nvSpPr>
          <p:cNvPr id="211" name="d_small_paired_path_4158">
            <a:extLst>
              <a:ext uri="{FF2B5EF4-FFF2-40B4-BE49-F238E27FC236}">
                <a16:creationId xmlns:a16="http://schemas.microsoft.com/office/drawing/2014/main" id="{777A6577-8BC6-42FE-B38D-89E9984760E3}"/>
              </a:ext>
            </a:extLst>
          </p:cNvPr>
          <p:cNvSpPr>
            <a:spLocks noGrp="1"/>
          </p:cNvSpPr>
          <p:nvPr/>
        </p:nvSpPr>
        <p:spPr>
          <a:xfrm>
            <a:off x="4365792" y="401364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C06F">
              <a:alpha val="100000"/>
            </a:srgbClr>
          </a:solidFill>
          <a:ln w="4652">
            <a:solidFill>
              <a:srgbClr val="46C06F">
                <a:alpha val="100000"/>
              </a:srgbClr>
            </a:solidFill>
            <a:prstDash val="solid"/>
          </a:ln>
        </p:spPr>
      </p:sp>
      <p:sp>
        <p:nvSpPr>
          <p:cNvPr id="212" name="d_small_paired_path_4159">
            <a:extLst>
              <a:ext uri="{FF2B5EF4-FFF2-40B4-BE49-F238E27FC236}">
                <a16:creationId xmlns:a16="http://schemas.microsoft.com/office/drawing/2014/main" id="{9F33878B-6B6E-4741-ABFE-5D1AD933EAB6}"/>
              </a:ext>
            </a:extLst>
          </p:cNvPr>
          <p:cNvSpPr>
            <a:spLocks noGrp="1"/>
          </p:cNvSpPr>
          <p:nvPr/>
        </p:nvSpPr>
        <p:spPr>
          <a:xfrm>
            <a:off x="4365792" y="400080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BF70">
              <a:alpha val="100000"/>
            </a:srgbClr>
          </a:solidFill>
          <a:ln w="4652">
            <a:solidFill>
              <a:srgbClr val="44BF70">
                <a:alpha val="100000"/>
              </a:srgbClr>
            </a:solidFill>
            <a:prstDash val="solid"/>
          </a:ln>
        </p:spPr>
      </p:sp>
      <p:sp>
        <p:nvSpPr>
          <p:cNvPr id="213" name="d_small_paired_path_4160">
            <a:extLst>
              <a:ext uri="{FF2B5EF4-FFF2-40B4-BE49-F238E27FC236}">
                <a16:creationId xmlns:a16="http://schemas.microsoft.com/office/drawing/2014/main" id="{EC080FEB-E4B8-40F8-9021-1C6DF133B957}"/>
              </a:ext>
            </a:extLst>
          </p:cNvPr>
          <p:cNvSpPr>
            <a:spLocks noGrp="1"/>
          </p:cNvSpPr>
          <p:nvPr/>
        </p:nvSpPr>
        <p:spPr>
          <a:xfrm>
            <a:off x="4365792" y="398796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BE71">
              <a:alpha val="100000"/>
            </a:srgbClr>
          </a:solidFill>
          <a:ln w="4652">
            <a:solidFill>
              <a:srgbClr val="42BE71">
                <a:alpha val="100000"/>
              </a:srgbClr>
            </a:solidFill>
            <a:prstDash val="solid"/>
          </a:ln>
        </p:spPr>
      </p:sp>
      <p:sp>
        <p:nvSpPr>
          <p:cNvPr id="214" name="d_small_paired_path_4161">
            <a:extLst>
              <a:ext uri="{FF2B5EF4-FFF2-40B4-BE49-F238E27FC236}">
                <a16:creationId xmlns:a16="http://schemas.microsoft.com/office/drawing/2014/main" id="{BFF5F242-7697-45DF-BF4F-E695273C440C}"/>
              </a:ext>
            </a:extLst>
          </p:cNvPr>
          <p:cNvSpPr>
            <a:spLocks noGrp="1"/>
          </p:cNvSpPr>
          <p:nvPr/>
        </p:nvSpPr>
        <p:spPr>
          <a:xfrm>
            <a:off x="4365792" y="397513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0BD72">
              <a:alpha val="100000"/>
            </a:srgbClr>
          </a:solidFill>
          <a:ln w="4652">
            <a:solidFill>
              <a:srgbClr val="40BD72">
                <a:alpha val="100000"/>
              </a:srgbClr>
            </a:solidFill>
            <a:prstDash val="solid"/>
          </a:ln>
        </p:spPr>
      </p:sp>
      <p:sp>
        <p:nvSpPr>
          <p:cNvPr id="215" name="d_small_paired_path_4162">
            <a:extLst>
              <a:ext uri="{FF2B5EF4-FFF2-40B4-BE49-F238E27FC236}">
                <a16:creationId xmlns:a16="http://schemas.microsoft.com/office/drawing/2014/main" id="{93569A7C-A611-4DF3-9796-4E7B253600D7}"/>
              </a:ext>
            </a:extLst>
          </p:cNvPr>
          <p:cNvSpPr>
            <a:spLocks noGrp="1"/>
          </p:cNvSpPr>
          <p:nvPr/>
        </p:nvSpPr>
        <p:spPr>
          <a:xfrm>
            <a:off x="4365792" y="396229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FBC73">
              <a:alpha val="100000"/>
            </a:srgbClr>
          </a:solidFill>
          <a:ln w="4652">
            <a:solidFill>
              <a:srgbClr val="3FBC73">
                <a:alpha val="100000"/>
              </a:srgbClr>
            </a:solidFill>
            <a:prstDash val="solid"/>
          </a:ln>
        </p:spPr>
      </p:sp>
      <p:sp>
        <p:nvSpPr>
          <p:cNvPr id="216" name="d_small_paired_path_4163">
            <a:extLst>
              <a:ext uri="{FF2B5EF4-FFF2-40B4-BE49-F238E27FC236}">
                <a16:creationId xmlns:a16="http://schemas.microsoft.com/office/drawing/2014/main" id="{CE5CDD00-67F7-4ECD-8587-1708AB0C775C}"/>
              </a:ext>
            </a:extLst>
          </p:cNvPr>
          <p:cNvSpPr>
            <a:spLocks noGrp="1"/>
          </p:cNvSpPr>
          <p:nvPr/>
        </p:nvSpPr>
        <p:spPr>
          <a:xfrm>
            <a:off x="4365792" y="39494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DBC74">
              <a:alpha val="100000"/>
            </a:srgbClr>
          </a:solidFill>
          <a:ln w="4652">
            <a:solidFill>
              <a:srgbClr val="3DBC74">
                <a:alpha val="100000"/>
              </a:srgbClr>
            </a:solidFill>
            <a:prstDash val="solid"/>
          </a:ln>
        </p:spPr>
      </p:sp>
      <p:sp>
        <p:nvSpPr>
          <p:cNvPr id="217" name="d_small_paired_path_4164">
            <a:extLst>
              <a:ext uri="{FF2B5EF4-FFF2-40B4-BE49-F238E27FC236}">
                <a16:creationId xmlns:a16="http://schemas.microsoft.com/office/drawing/2014/main" id="{51887242-3A7B-4997-9371-9730531D387B}"/>
              </a:ext>
            </a:extLst>
          </p:cNvPr>
          <p:cNvSpPr>
            <a:spLocks noGrp="1"/>
          </p:cNvSpPr>
          <p:nvPr/>
        </p:nvSpPr>
        <p:spPr>
          <a:xfrm>
            <a:off x="4365792" y="39366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BBB75">
              <a:alpha val="100000"/>
            </a:srgbClr>
          </a:solidFill>
          <a:ln w="4652">
            <a:solidFill>
              <a:srgbClr val="3BBB75">
                <a:alpha val="100000"/>
              </a:srgbClr>
            </a:solidFill>
            <a:prstDash val="solid"/>
          </a:ln>
        </p:spPr>
      </p:sp>
      <p:sp>
        <p:nvSpPr>
          <p:cNvPr id="218" name="d_small_paired_path_4165">
            <a:extLst>
              <a:ext uri="{FF2B5EF4-FFF2-40B4-BE49-F238E27FC236}">
                <a16:creationId xmlns:a16="http://schemas.microsoft.com/office/drawing/2014/main" id="{DFB177D8-14D9-44D5-9DC3-CB7A7FEEA65C}"/>
              </a:ext>
            </a:extLst>
          </p:cNvPr>
          <p:cNvSpPr>
            <a:spLocks noGrp="1"/>
          </p:cNvSpPr>
          <p:nvPr/>
        </p:nvSpPr>
        <p:spPr>
          <a:xfrm>
            <a:off x="4365792" y="39237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ABA76">
              <a:alpha val="100000"/>
            </a:srgbClr>
          </a:solidFill>
          <a:ln w="4652">
            <a:solidFill>
              <a:srgbClr val="3ABA76">
                <a:alpha val="100000"/>
              </a:srgbClr>
            </a:solidFill>
            <a:prstDash val="solid"/>
          </a:ln>
        </p:spPr>
      </p:sp>
      <p:sp>
        <p:nvSpPr>
          <p:cNvPr id="219" name="d_small_paired_path_4166">
            <a:extLst>
              <a:ext uri="{FF2B5EF4-FFF2-40B4-BE49-F238E27FC236}">
                <a16:creationId xmlns:a16="http://schemas.microsoft.com/office/drawing/2014/main" id="{05B4C101-40C0-417E-A17B-422A91E57F3D}"/>
              </a:ext>
            </a:extLst>
          </p:cNvPr>
          <p:cNvSpPr>
            <a:spLocks noGrp="1"/>
          </p:cNvSpPr>
          <p:nvPr/>
        </p:nvSpPr>
        <p:spPr>
          <a:xfrm>
            <a:off x="4365792" y="391095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8B977">
              <a:alpha val="100000"/>
            </a:srgbClr>
          </a:solidFill>
          <a:ln w="4652">
            <a:solidFill>
              <a:srgbClr val="38B977">
                <a:alpha val="100000"/>
              </a:srgbClr>
            </a:solidFill>
            <a:prstDash val="solid"/>
          </a:ln>
        </p:spPr>
      </p:sp>
      <p:sp>
        <p:nvSpPr>
          <p:cNvPr id="220" name="d_small_paired_path_4167">
            <a:extLst>
              <a:ext uri="{FF2B5EF4-FFF2-40B4-BE49-F238E27FC236}">
                <a16:creationId xmlns:a16="http://schemas.microsoft.com/office/drawing/2014/main" id="{4A5DDA74-4E5D-4BAF-A855-D93C3B75F80E}"/>
              </a:ext>
            </a:extLst>
          </p:cNvPr>
          <p:cNvSpPr>
            <a:spLocks noGrp="1"/>
          </p:cNvSpPr>
          <p:nvPr/>
        </p:nvSpPr>
        <p:spPr>
          <a:xfrm>
            <a:off x="4365792" y="38981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7B878">
              <a:alpha val="100000"/>
            </a:srgbClr>
          </a:solidFill>
          <a:ln w="4652">
            <a:solidFill>
              <a:srgbClr val="37B878">
                <a:alpha val="100000"/>
              </a:srgbClr>
            </a:solidFill>
            <a:prstDash val="solid"/>
          </a:ln>
        </p:spPr>
      </p:sp>
      <p:sp>
        <p:nvSpPr>
          <p:cNvPr id="221" name="d_small_paired_path_4168">
            <a:extLst>
              <a:ext uri="{FF2B5EF4-FFF2-40B4-BE49-F238E27FC236}">
                <a16:creationId xmlns:a16="http://schemas.microsoft.com/office/drawing/2014/main" id="{5D1D2DB1-B658-41D8-9CAE-A53EA30540F5}"/>
              </a:ext>
            </a:extLst>
          </p:cNvPr>
          <p:cNvSpPr>
            <a:spLocks noGrp="1"/>
          </p:cNvSpPr>
          <p:nvPr/>
        </p:nvSpPr>
        <p:spPr>
          <a:xfrm>
            <a:off x="4365792" y="38852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5B779">
              <a:alpha val="100000"/>
            </a:srgbClr>
          </a:solidFill>
          <a:ln w="4652">
            <a:solidFill>
              <a:srgbClr val="35B779">
                <a:alpha val="100000"/>
              </a:srgbClr>
            </a:solidFill>
            <a:prstDash val="solid"/>
          </a:ln>
        </p:spPr>
      </p:sp>
      <p:sp>
        <p:nvSpPr>
          <p:cNvPr id="222" name="d_small_paired_path_4169">
            <a:extLst>
              <a:ext uri="{FF2B5EF4-FFF2-40B4-BE49-F238E27FC236}">
                <a16:creationId xmlns:a16="http://schemas.microsoft.com/office/drawing/2014/main" id="{B5F7D39B-FA73-4D0C-A3B5-DC5AFDECD751}"/>
              </a:ext>
            </a:extLst>
          </p:cNvPr>
          <p:cNvSpPr>
            <a:spLocks noGrp="1"/>
          </p:cNvSpPr>
          <p:nvPr/>
        </p:nvSpPr>
        <p:spPr>
          <a:xfrm>
            <a:off x="4365792" y="38724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4B679">
              <a:alpha val="100000"/>
            </a:srgbClr>
          </a:solidFill>
          <a:ln w="4652">
            <a:solidFill>
              <a:srgbClr val="34B679">
                <a:alpha val="100000"/>
              </a:srgbClr>
            </a:solidFill>
            <a:prstDash val="solid"/>
          </a:ln>
        </p:spPr>
      </p:sp>
      <p:sp>
        <p:nvSpPr>
          <p:cNvPr id="223" name="d_small_paired_path_4170">
            <a:extLst>
              <a:ext uri="{FF2B5EF4-FFF2-40B4-BE49-F238E27FC236}">
                <a16:creationId xmlns:a16="http://schemas.microsoft.com/office/drawing/2014/main" id="{D85525C9-1B03-4FDC-ABCC-E138C237C472}"/>
              </a:ext>
            </a:extLst>
          </p:cNvPr>
          <p:cNvSpPr>
            <a:spLocks noGrp="1"/>
          </p:cNvSpPr>
          <p:nvPr/>
        </p:nvSpPr>
        <p:spPr>
          <a:xfrm>
            <a:off x="4365792" y="385960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2B67A">
              <a:alpha val="100000"/>
            </a:srgbClr>
          </a:solidFill>
          <a:ln w="4652">
            <a:solidFill>
              <a:srgbClr val="32B67A">
                <a:alpha val="100000"/>
              </a:srgbClr>
            </a:solidFill>
            <a:prstDash val="solid"/>
          </a:ln>
        </p:spPr>
      </p:sp>
      <p:sp>
        <p:nvSpPr>
          <p:cNvPr id="224" name="d_small_paired_path_4171">
            <a:extLst>
              <a:ext uri="{FF2B5EF4-FFF2-40B4-BE49-F238E27FC236}">
                <a16:creationId xmlns:a16="http://schemas.microsoft.com/office/drawing/2014/main" id="{246090BE-749E-4D74-8D38-02055BC6DF35}"/>
              </a:ext>
            </a:extLst>
          </p:cNvPr>
          <p:cNvSpPr>
            <a:spLocks noGrp="1"/>
          </p:cNvSpPr>
          <p:nvPr/>
        </p:nvSpPr>
        <p:spPr>
          <a:xfrm>
            <a:off x="4365792" y="38467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B57B">
              <a:alpha val="100000"/>
            </a:srgbClr>
          </a:solidFill>
          <a:ln w="4652">
            <a:solidFill>
              <a:srgbClr val="31B57B">
                <a:alpha val="100000"/>
              </a:srgbClr>
            </a:solidFill>
            <a:prstDash val="solid"/>
          </a:ln>
        </p:spPr>
      </p:sp>
      <p:sp>
        <p:nvSpPr>
          <p:cNvPr id="225" name="d_small_paired_path_4172">
            <a:extLst>
              <a:ext uri="{FF2B5EF4-FFF2-40B4-BE49-F238E27FC236}">
                <a16:creationId xmlns:a16="http://schemas.microsoft.com/office/drawing/2014/main" id="{90689987-60C2-4949-B175-EFF43716A26A}"/>
              </a:ext>
            </a:extLst>
          </p:cNvPr>
          <p:cNvSpPr>
            <a:spLocks noGrp="1"/>
          </p:cNvSpPr>
          <p:nvPr/>
        </p:nvSpPr>
        <p:spPr>
          <a:xfrm>
            <a:off x="4365792" y="38339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FB47C">
              <a:alpha val="100000"/>
            </a:srgbClr>
          </a:solidFill>
          <a:ln w="4652">
            <a:solidFill>
              <a:srgbClr val="2FB47C">
                <a:alpha val="100000"/>
              </a:srgbClr>
            </a:solidFill>
            <a:prstDash val="solid"/>
          </a:ln>
        </p:spPr>
      </p:sp>
      <p:sp>
        <p:nvSpPr>
          <p:cNvPr id="226" name="d_small_paired_path_4173">
            <a:extLst>
              <a:ext uri="{FF2B5EF4-FFF2-40B4-BE49-F238E27FC236}">
                <a16:creationId xmlns:a16="http://schemas.microsoft.com/office/drawing/2014/main" id="{A93D5B65-41DE-4AF5-BB99-797A4652BC05}"/>
              </a:ext>
            </a:extLst>
          </p:cNvPr>
          <p:cNvSpPr>
            <a:spLocks noGrp="1"/>
          </p:cNvSpPr>
          <p:nvPr/>
        </p:nvSpPr>
        <p:spPr>
          <a:xfrm>
            <a:off x="4365792" y="38210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B37C">
              <a:alpha val="100000"/>
            </a:srgbClr>
          </a:solidFill>
          <a:ln w="4652">
            <a:solidFill>
              <a:srgbClr val="2EB37C">
                <a:alpha val="100000"/>
              </a:srgbClr>
            </a:solidFill>
            <a:prstDash val="solid"/>
          </a:ln>
        </p:spPr>
      </p:sp>
      <p:sp>
        <p:nvSpPr>
          <p:cNvPr id="227" name="d_small_paired_path_4174">
            <a:extLst>
              <a:ext uri="{FF2B5EF4-FFF2-40B4-BE49-F238E27FC236}">
                <a16:creationId xmlns:a16="http://schemas.microsoft.com/office/drawing/2014/main" id="{F51F5726-C4DC-4DC3-A2D0-4D439D2D8CF0}"/>
              </a:ext>
            </a:extLst>
          </p:cNvPr>
          <p:cNvSpPr>
            <a:spLocks noGrp="1"/>
          </p:cNvSpPr>
          <p:nvPr/>
        </p:nvSpPr>
        <p:spPr>
          <a:xfrm>
            <a:off x="4365792" y="380826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DB27D">
              <a:alpha val="100000"/>
            </a:srgbClr>
          </a:solidFill>
          <a:ln w="4652">
            <a:solidFill>
              <a:srgbClr val="2DB27D">
                <a:alpha val="100000"/>
              </a:srgbClr>
            </a:solidFill>
            <a:prstDash val="solid"/>
          </a:ln>
        </p:spPr>
      </p:sp>
      <p:sp>
        <p:nvSpPr>
          <p:cNvPr id="228" name="d_small_paired_path_4175">
            <a:extLst>
              <a:ext uri="{FF2B5EF4-FFF2-40B4-BE49-F238E27FC236}">
                <a16:creationId xmlns:a16="http://schemas.microsoft.com/office/drawing/2014/main" id="{09588B23-A9A0-4095-8621-C527CB2260AF}"/>
              </a:ext>
            </a:extLst>
          </p:cNvPr>
          <p:cNvSpPr>
            <a:spLocks noGrp="1"/>
          </p:cNvSpPr>
          <p:nvPr/>
        </p:nvSpPr>
        <p:spPr>
          <a:xfrm>
            <a:off x="4365792" y="37954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B17E">
              <a:alpha val="100000"/>
            </a:srgbClr>
          </a:solidFill>
          <a:ln w="4652">
            <a:solidFill>
              <a:srgbClr val="2CB17E">
                <a:alpha val="100000"/>
              </a:srgbClr>
            </a:solidFill>
            <a:prstDash val="solid"/>
          </a:ln>
        </p:spPr>
      </p:sp>
      <p:sp>
        <p:nvSpPr>
          <p:cNvPr id="229" name="d_small_paired_path_4176">
            <a:extLst>
              <a:ext uri="{FF2B5EF4-FFF2-40B4-BE49-F238E27FC236}">
                <a16:creationId xmlns:a16="http://schemas.microsoft.com/office/drawing/2014/main" id="{9E297132-37AD-49CB-A2A2-EF95A9AEC35F}"/>
              </a:ext>
            </a:extLst>
          </p:cNvPr>
          <p:cNvSpPr>
            <a:spLocks noGrp="1"/>
          </p:cNvSpPr>
          <p:nvPr/>
        </p:nvSpPr>
        <p:spPr>
          <a:xfrm>
            <a:off x="4365792" y="37825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B07F">
              <a:alpha val="100000"/>
            </a:srgbClr>
          </a:solidFill>
          <a:ln w="4652">
            <a:solidFill>
              <a:srgbClr val="2AB07F">
                <a:alpha val="100000"/>
              </a:srgbClr>
            </a:solidFill>
            <a:prstDash val="solid"/>
          </a:ln>
        </p:spPr>
      </p:sp>
      <p:sp>
        <p:nvSpPr>
          <p:cNvPr id="230" name="d_small_paired_path_4177">
            <a:extLst>
              <a:ext uri="{FF2B5EF4-FFF2-40B4-BE49-F238E27FC236}">
                <a16:creationId xmlns:a16="http://schemas.microsoft.com/office/drawing/2014/main" id="{22FC71D9-DF0D-4DB7-9AE0-61B7BD5E72B3}"/>
              </a:ext>
            </a:extLst>
          </p:cNvPr>
          <p:cNvSpPr>
            <a:spLocks noGrp="1"/>
          </p:cNvSpPr>
          <p:nvPr/>
        </p:nvSpPr>
        <p:spPr>
          <a:xfrm>
            <a:off x="4365792" y="37697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AF7F">
              <a:alpha val="100000"/>
            </a:srgbClr>
          </a:solidFill>
          <a:ln w="4652">
            <a:solidFill>
              <a:srgbClr val="29AF7F">
                <a:alpha val="100000"/>
              </a:srgbClr>
            </a:solidFill>
            <a:prstDash val="solid"/>
          </a:ln>
        </p:spPr>
      </p:sp>
      <p:sp>
        <p:nvSpPr>
          <p:cNvPr id="231" name="d_small_paired_path_4178">
            <a:extLst>
              <a:ext uri="{FF2B5EF4-FFF2-40B4-BE49-F238E27FC236}">
                <a16:creationId xmlns:a16="http://schemas.microsoft.com/office/drawing/2014/main" id="{41C0DF9D-1FB3-46F3-954D-80812F80FD8A}"/>
              </a:ext>
            </a:extLst>
          </p:cNvPr>
          <p:cNvSpPr>
            <a:spLocks noGrp="1"/>
          </p:cNvSpPr>
          <p:nvPr/>
        </p:nvSpPr>
        <p:spPr>
          <a:xfrm>
            <a:off x="4365792" y="375691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8AE80">
              <a:alpha val="100000"/>
            </a:srgbClr>
          </a:solidFill>
          <a:ln w="4652">
            <a:solidFill>
              <a:srgbClr val="28AE80">
                <a:alpha val="100000"/>
              </a:srgbClr>
            </a:solidFill>
            <a:prstDash val="solid"/>
          </a:ln>
        </p:spPr>
      </p:sp>
      <p:sp>
        <p:nvSpPr>
          <p:cNvPr id="232" name="d_small_paired_path_4179">
            <a:extLst>
              <a:ext uri="{FF2B5EF4-FFF2-40B4-BE49-F238E27FC236}">
                <a16:creationId xmlns:a16="http://schemas.microsoft.com/office/drawing/2014/main" id="{3495AA01-7C49-4B65-8BD9-F68D5700C363}"/>
              </a:ext>
            </a:extLst>
          </p:cNvPr>
          <p:cNvSpPr>
            <a:spLocks noGrp="1"/>
          </p:cNvSpPr>
          <p:nvPr/>
        </p:nvSpPr>
        <p:spPr>
          <a:xfrm>
            <a:off x="4365792" y="374407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AD81">
              <a:alpha val="100000"/>
            </a:srgbClr>
          </a:solidFill>
          <a:ln w="4652">
            <a:solidFill>
              <a:srgbClr val="27AD81">
                <a:alpha val="100000"/>
              </a:srgbClr>
            </a:solidFill>
            <a:prstDash val="solid"/>
          </a:ln>
        </p:spPr>
      </p:sp>
      <p:sp>
        <p:nvSpPr>
          <p:cNvPr id="233" name="d_small_paired_path_4180">
            <a:extLst>
              <a:ext uri="{FF2B5EF4-FFF2-40B4-BE49-F238E27FC236}">
                <a16:creationId xmlns:a16="http://schemas.microsoft.com/office/drawing/2014/main" id="{A58672B7-B177-47E9-AAEE-9A8D277379E8}"/>
              </a:ext>
            </a:extLst>
          </p:cNvPr>
          <p:cNvSpPr>
            <a:spLocks noGrp="1"/>
          </p:cNvSpPr>
          <p:nvPr/>
        </p:nvSpPr>
        <p:spPr>
          <a:xfrm>
            <a:off x="4365792" y="373124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AD81">
              <a:alpha val="100000"/>
            </a:srgbClr>
          </a:solidFill>
          <a:ln w="4652">
            <a:solidFill>
              <a:srgbClr val="26AD81">
                <a:alpha val="100000"/>
              </a:srgbClr>
            </a:solidFill>
            <a:prstDash val="solid"/>
          </a:ln>
        </p:spPr>
      </p:sp>
      <p:sp>
        <p:nvSpPr>
          <p:cNvPr id="234" name="d_small_paired_path_4181">
            <a:extLst>
              <a:ext uri="{FF2B5EF4-FFF2-40B4-BE49-F238E27FC236}">
                <a16:creationId xmlns:a16="http://schemas.microsoft.com/office/drawing/2014/main" id="{38066D57-1B94-4B57-BA40-2B69D4D55ACE}"/>
              </a:ext>
            </a:extLst>
          </p:cNvPr>
          <p:cNvSpPr>
            <a:spLocks noGrp="1"/>
          </p:cNvSpPr>
          <p:nvPr/>
        </p:nvSpPr>
        <p:spPr>
          <a:xfrm>
            <a:off x="4365792" y="371840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AC82">
              <a:alpha val="100000"/>
            </a:srgbClr>
          </a:solidFill>
          <a:ln w="4652">
            <a:solidFill>
              <a:srgbClr val="25AC82">
                <a:alpha val="100000"/>
              </a:srgbClr>
            </a:solidFill>
            <a:prstDash val="solid"/>
          </a:ln>
        </p:spPr>
      </p:sp>
      <p:sp>
        <p:nvSpPr>
          <p:cNvPr id="235" name="d_small_paired_path_4182">
            <a:extLst>
              <a:ext uri="{FF2B5EF4-FFF2-40B4-BE49-F238E27FC236}">
                <a16:creationId xmlns:a16="http://schemas.microsoft.com/office/drawing/2014/main" id="{3D93FFCC-BBC9-45B8-BB61-C9E76474932A}"/>
              </a:ext>
            </a:extLst>
          </p:cNvPr>
          <p:cNvSpPr>
            <a:spLocks noGrp="1"/>
          </p:cNvSpPr>
          <p:nvPr/>
        </p:nvSpPr>
        <p:spPr>
          <a:xfrm>
            <a:off x="4365792" y="370557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AB82">
              <a:alpha val="100000"/>
            </a:srgbClr>
          </a:solidFill>
          <a:ln w="4652">
            <a:solidFill>
              <a:srgbClr val="25AB82">
                <a:alpha val="100000"/>
              </a:srgbClr>
            </a:solidFill>
            <a:prstDash val="solid"/>
          </a:ln>
        </p:spPr>
      </p:sp>
      <p:sp>
        <p:nvSpPr>
          <p:cNvPr id="236" name="d_small_paired_path_4183">
            <a:extLst>
              <a:ext uri="{FF2B5EF4-FFF2-40B4-BE49-F238E27FC236}">
                <a16:creationId xmlns:a16="http://schemas.microsoft.com/office/drawing/2014/main" id="{027E5D44-1BEC-46F8-8BCC-D7D3FD8615BF}"/>
              </a:ext>
            </a:extLst>
          </p:cNvPr>
          <p:cNvSpPr>
            <a:spLocks noGrp="1"/>
          </p:cNvSpPr>
          <p:nvPr/>
        </p:nvSpPr>
        <p:spPr>
          <a:xfrm>
            <a:off x="4365792" y="369273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4AA83">
              <a:alpha val="100000"/>
            </a:srgbClr>
          </a:solidFill>
          <a:ln w="4652">
            <a:solidFill>
              <a:srgbClr val="24AA83">
                <a:alpha val="100000"/>
              </a:srgbClr>
            </a:solidFill>
            <a:prstDash val="solid"/>
          </a:ln>
        </p:spPr>
      </p:sp>
      <p:sp>
        <p:nvSpPr>
          <p:cNvPr id="237" name="d_small_paired_path_4184">
            <a:extLst>
              <a:ext uri="{FF2B5EF4-FFF2-40B4-BE49-F238E27FC236}">
                <a16:creationId xmlns:a16="http://schemas.microsoft.com/office/drawing/2014/main" id="{79453B74-FDD2-4B8E-AEB9-66E5F5E278E9}"/>
              </a:ext>
            </a:extLst>
          </p:cNvPr>
          <p:cNvSpPr>
            <a:spLocks noGrp="1"/>
          </p:cNvSpPr>
          <p:nvPr/>
        </p:nvSpPr>
        <p:spPr>
          <a:xfrm>
            <a:off x="4365792" y="367989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A983">
              <a:alpha val="100000"/>
            </a:srgbClr>
          </a:solidFill>
          <a:ln w="4652">
            <a:solidFill>
              <a:srgbClr val="23A983">
                <a:alpha val="100000"/>
              </a:srgbClr>
            </a:solidFill>
            <a:prstDash val="solid"/>
          </a:ln>
        </p:spPr>
      </p:sp>
      <p:sp>
        <p:nvSpPr>
          <p:cNvPr id="238" name="d_small_paired_path_4185">
            <a:extLst>
              <a:ext uri="{FF2B5EF4-FFF2-40B4-BE49-F238E27FC236}">
                <a16:creationId xmlns:a16="http://schemas.microsoft.com/office/drawing/2014/main" id="{EF2A3A5E-E6B0-43F5-9532-66E38A96629C}"/>
              </a:ext>
            </a:extLst>
          </p:cNvPr>
          <p:cNvSpPr>
            <a:spLocks noGrp="1"/>
          </p:cNvSpPr>
          <p:nvPr/>
        </p:nvSpPr>
        <p:spPr>
          <a:xfrm>
            <a:off x="4365792" y="366706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A884">
              <a:alpha val="100000"/>
            </a:srgbClr>
          </a:solidFill>
          <a:ln w="4652">
            <a:solidFill>
              <a:srgbClr val="22A884">
                <a:alpha val="100000"/>
              </a:srgbClr>
            </a:solidFill>
            <a:prstDash val="solid"/>
          </a:ln>
        </p:spPr>
      </p:sp>
      <p:sp>
        <p:nvSpPr>
          <p:cNvPr id="239" name="d_small_paired_path_4186">
            <a:extLst>
              <a:ext uri="{FF2B5EF4-FFF2-40B4-BE49-F238E27FC236}">
                <a16:creationId xmlns:a16="http://schemas.microsoft.com/office/drawing/2014/main" id="{61E384A0-C1B2-4F2B-AFC0-FF883AEB3B47}"/>
              </a:ext>
            </a:extLst>
          </p:cNvPr>
          <p:cNvSpPr>
            <a:spLocks noGrp="1"/>
          </p:cNvSpPr>
          <p:nvPr/>
        </p:nvSpPr>
        <p:spPr>
          <a:xfrm>
            <a:off x="4365792" y="365422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A785">
              <a:alpha val="100000"/>
            </a:srgbClr>
          </a:solidFill>
          <a:ln w="4652">
            <a:solidFill>
              <a:srgbClr val="22A785">
                <a:alpha val="100000"/>
              </a:srgbClr>
            </a:solidFill>
            <a:prstDash val="solid"/>
          </a:ln>
        </p:spPr>
      </p:sp>
      <p:sp>
        <p:nvSpPr>
          <p:cNvPr id="240" name="d_small_paired_path_4187">
            <a:extLst>
              <a:ext uri="{FF2B5EF4-FFF2-40B4-BE49-F238E27FC236}">
                <a16:creationId xmlns:a16="http://schemas.microsoft.com/office/drawing/2014/main" id="{E85C2048-63A4-4CAC-ABE1-DFC1822F3E04}"/>
              </a:ext>
            </a:extLst>
          </p:cNvPr>
          <p:cNvSpPr>
            <a:spLocks noGrp="1"/>
          </p:cNvSpPr>
          <p:nvPr/>
        </p:nvSpPr>
        <p:spPr>
          <a:xfrm>
            <a:off x="4365792" y="364138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A685">
              <a:alpha val="100000"/>
            </a:srgbClr>
          </a:solidFill>
          <a:ln w="4652">
            <a:solidFill>
              <a:srgbClr val="21A685">
                <a:alpha val="100000"/>
              </a:srgbClr>
            </a:solidFill>
            <a:prstDash val="solid"/>
          </a:ln>
        </p:spPr>
      </p:sp>
      <p:sp>
        <p:nvSpPr>
          <p:cNvPr id="241" name="d_small_paired_path_4188">
            <a:extLst>
              <a:ext uri="{FF2B5EF4-FFF2-40B4-BE49-F238E27FC236}">
                <a16:creationId xmlns:a16="http://schemas.microsoft.com/office/drawing/2014/main" id="{D3751876-3C0C-4D6D-B756-C0940D633379}"/>
              </a:ext>
            </a:extLst>
          </p:cNvPr>
          <p:cNvSpPr>
            <a:spLocks noGrp="1"/>
          </p:cNvSpPr>
          <p:nvPr/>
        </p:nvSpPr>
        <p:spPr>
          <a:xfrm>
            <a:off x="4365792" y="362855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A585">
              <a:alpha val="100000"/>
            </a:srgbClr>
          </a:solidFill>
          <a:ln w="4652">
            <a:solidFill>
              <a:srgbClr val="21A585">
                <a:alpha val="100000"/>
              </a:srgbClr>
            </a:solidFill>
            <a:prstDash val="solid"/>
          </a:ln>
        </p:spPr>
      </p:sp>
      <p:sp>
        <p:nvSpPr>
          <p:cNvPr id="242" name="d_small_paired_path_4189">
            <a:extLst>
              <a:ext uri="{FF2B5EF4-FFF2-40B4-BE49-F238E27FC236}">
                <a16:creationId xmlns:a16="http://schemas.microsoft.com/office/drawing/2014/main" id="{28AC3835-92B8-4412-ABC3-9394D1745CDA}"/>
              </a:ext>
            </a:extLst>
          </p:cNvPr>
          <p:cNvSpPr>
            <a:spLocks noGrp="1"/>
          </p:cNvSpPr>
          <p:nvPr/>
        </p:nvSpPr>
        <p:spPr>
          <a:xfrm>
            <a:off x="4365792" y="361571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A486">
              <a:alpha val="100000"/>
            </a:srgbClr>
          </a:solidFill>
          <a:ln w="4652">
            <a:solidFill>
              <a:srgbClr val="20A486">
                <a:alpha val="100000"/>
              </a:srgbClr>
            </a:solidFill>
            <a:prstDash val="solid"/>
          </a:ln>
        </p:spPr>
      </p:sp>
      <p:sp>
        <p:nvSpPr>
          <p:cNvPr id="243" name="d_small_paired_path_4190">
            <a:extLst>
              <a:ext uri="{FF2B5EF4-FFF2-40B4-BE49-F238E27FC236}">
                <a16:creationId xmlns:a16="http://schemas.microsoft.com/office/drawing/2014/main" id="{39E92492-7A19-4C08-8F85-F90477B332B4}"/>
              </a:ext>
            </a:extLst>
          </p:cNvPr>
          <p:cNvSpPr>
            <a:spLocks noGrp="1"/>
          </p:cNvSpPr>
          <p:nvPr/>
        </p:nvSpPr>
        <p:spPr>
          <a:xfrm>
            <a:off x="4365792" y="360288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A386">
              <a:alpha val="100000"/>
            </a:srgbClr>
          </a:solidFill>
          <a:ln w="4652">
            <a:solidFill>
              <a:srgbClr val="20A386">
                <a:alpha val="100000"/>
              </a:srgbClr>
            </a:solidFill>
            <a:prstDash val="solid"/>
          </a:ln>
        </p:spPr>
      </p:sp>
      <p:sp>
        <p:nvSpPr>
          <p:cNvPr id="244" name="d_small_paired_path_4191">
            <a:extLst>
              <a:ext uri="{FF2B5EF4-FFF2-40B4-BE49-F238E27FC236}">
                <a16:creationId xmlns:a16="http://schemas.microsoft.com/office/drawing/2014/main" id="{5BF27C94-29DB-4A84-ABB0-C86651A66A2F}"/>
              </a:ext>
            </a:extLst>
          </p:cNvPr>
          <p:cNvSpPr>
            <a:spLocks noGrp="1"/>
          </p:cNvSpPr>
          <p:nvPr/>
        </p:nvSpPr>
        <p:spPr>
          <a:xfrm>
            <a:off x="4365792" y="359004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287">
              <a:alpha val="100000"/>
            </a:srgbClr>
          </a:solidFill>
          <a:ln w="4652">
            <a:solidFill>
              <a:srgbClr val="1FA287">
                <a:alpha val="100000"/>
              </a:srgbClr>
            </a:solidFill>
            <a:prstDash val="solid"/>
          </a:ln>
        </p:spPr>
      </p:sp>
      <p:sp>
        <p:nvSpPr>
          <p:cNvPr id="245" name="d_small_paired_path_4192">
            <a:extLst>
              <a:ext uri="{FF2B5EF4-FFF2-40B4-BE49-F238E27FC236}">
                <a16:creationId xmlns:a16="http://schemas.microsoft.com/office/drawing/2014/main" id="{618DFB09-07C4-4075-882B-1D53E03BF471}"/>
              </a:ext>
            </a:extLst>
          </p:cNvPr>
          <p:cNvSpPr>
            <a:spLocks noGrp="1"/>
          </p:cNvSpPr>
          <p:nvPr/>
        </p:nvSpPr>
        <p:spPr>
          <a:xfrm>
            <a:off x="4365792" y="357720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187">
              <a:alpha val="100000"/>
            </a:srgbClr>
          </a:solidFill>
          <a:ln w="4652">
            <a:solidFill>
              <a:srgbClr val="1FA187">
                <a:alpha val="100000"/>
              </a:srgbClr>
            </a:solidFill>
            <a:prstDash val="solid"/>
          </a:ln>
        </p:spPr>
      </p:sp>
      <p:sp>
        <p:nvSpPr>
          <p:cNvPr id="246" name="d_small_paired_path_4193">
            <a:extLst>
              <a:ext uri="{FF2B5EF4-FFF2-40B4-BE49-F238E27FC236}">
                <a16:creationId xmlns:a16="http://schemas.microsoft.com/office/drawing/2014/main" id="{38FDF64B-05DF-49E4-89A9-2EF4FFCA4E15}"/>
              </a:ext>
            </a:extLst>
          </p:cNvPr>
          <p:cNvSpPr>
            <a:spLocks noGrp="1"/>
          </p:cNvSpPr>
          <p:nvPr/>
        </p:nvSpPr>
        <p:spPr>
          <a:xfrm>
            <a:off x="4365792" y="356437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188">
              <a:alpha val="100000"/>
            </a:srgbClr>
          </a:solidFill>
          <a:ln w="4652">
            <a:solidFill>
              <a:srgbClr val="1FA188">
                <a:alpha val="100000"/>
              </a:srgbClr>
            </a:solidFill>
            <a:prstDash val="solid"/>
          </a:ln>
        </p:spPr>
      </p:sp>
      <p:sp>
        <p:nvSpPr>
          <p:cNvPr id="247" name="d_small_paired_path_4194">
            <a:extLst>
              <a:ext uri="{FF2B5EF4-FFF2-40B4-BE49-F238E27FC236}">
                <a16:creationId xmlns:a16="http://schemas.microsoft.com/office/drawing/2014/main" id="{033AC61B-1B99-4AD8-8CD9-6D3C65338E08}"/>
              </a:ext>
            </a:extLst>
          </p:cNvPr>
          <p:cNvSpPr>
            <a:spLocks noGrp="1"/>
          </p:cNvSpPr>
          <p:nvPr/>
        </p:nvSpPr>
        <p:spPr>
          <a:xfrm>
            <a:off x="4365792" y="355153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A088">
              <a:alpha val="100000"/>
            </a:srgbClr>
          </a:solidFill>
          <a:ln w="4652">
            <a:solidFill>
              <a:srgbClr val="1FA088">
                <a:alpha val="100000"/>
              </a:srgbClr>
            </a:solidFill>
            <a:prstDash val="solid"/>
          </a:ln>
        </p:spPr>
      </p:sp>
      <p:sp>
        <p:nvSpPr>
          <p:cNvPr id="248" name="d_small_paired_path_4195">
            <a:extLst>
              <a:ext uri="{FF2B5EF4-FFF2-40B4-BE49-F238E27FC236}">
                <a16:creationId xmlns:a16="http://schemas.microsoft.com/office/drawing/2014/main" id="{9130AE01-55D3-4730-AA60-D63509919520}"/>
              </a:ext>
            </a:extLst>
          </p:cNvPr>
          <p:cNvSpPr>
            <a:spLocks noGrp="1"/>
          </p:cNvSpPr>
          <p:nvPr/>
        </p:nvSpPr>
        <p:spPr>
          <a:xfrm>
            <a:off x="4365792" y="353869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F88">
              <a:alpha val="100000"/>
            </a:srgbClr>
          </a:solidFill>
          <a:ln w="4652">
            <a:solidFill>
              <a:srgbClr val="1F9F88">
                <a:alpha val="100000"/>
              </a:srgbClr>
            </a:solidFill>
            <a:prstDash val="solid"/>
          </a:ln>
        </p:spPr>
      </p:sp>
      <p:sp>
        <p:nvSpPr>
          <p:cNvPr id="249" name="d_small_paired_path_4196">
            <a:extLst>
              <a:ext uri="{FF2B5EF4-FFF2-40B4-BE49-F238E27FC236}">
                <a16:creationId xmlns:a16="http://schemas.microsoft.com/office/drawing/2014/main" id="{4B74A97B-21A8-4859-A99B-B899AD3BE194}"/>
              </a:ext>
            </a:extLst>
          </p:cNvPr>
          <p:cNvSpPr>
            <a:spLocks noGrp="1"/>
          </p:cNvSpPr>
          <p:nvPr/>
        </p:nvSpPr>
        <p:spPr>
          <a:xfrm>
            <a:off x="4365792" y="352586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E89">
              <a:alpha val="100000"/>
            </a:srgbClr>
          </a:solidFill>
          <a:ln w="4652">
            <a:solidFill>
              <a:srgbClr val="1F9E89">
                <a:alpha val="100000"/>
              </a:srgbClr>
            </a:solidFill>
            <a:prstDash val="solid"/>
          </a:ln>
        </p:spPr>
      </p:sp>
      <p:sp>
        <p:nvSpPr>
          <p:cNvPr id="250" name="d_small_paired_path_4197">
            <a:extLst>
              <a:ext uri="{FF2B5EF4-FFF2-40B4-BE49-F238E27FC236}">
                <a16:creationId xmlns:a16="http://schemas.microsoft.com/office/drawing/2014/main" id="{948B664E-9C7A-465A-86A1-68D84C9E4CAE}"/>
              </a:ext>
            </a:extLst>
          </p:cNvPr>
          <p:cNvSpPr>
            <a:spLocks noGrp="1"/>
          </p:cNvSpPr>
          <p:nvPr/>
        </p:nvSpPr>
        <p:spPr>
          <a:xfrm>
            <a:off x="4365792" y="351302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E9D89">
              <a:alpha val="100000"/>
            </a:srgbClr>
          </a:solidFill>
          <a:ln w="4652">
            <a:solidFill>
              <a:srgbClr val="1E9D89">
                <a:alpha val="100000"/>
              </a:srgbClr>
            </a:solidFill>
            <a:prstDash val="solid"/>
          </a:ln>
        </p:spPr>
      </p:sp>
      <p:sp>
        <p:nvSpPr>
          <p:cNvPr id="251" name="d_small_paired_path_4198">
            <a:extLst>
              <a:ext uri="{FF2B5EF4-FFF2-40B4-BE49-F238E27FC236}">
                <a16:creationId xmlns:a16="http://schemas.microsoft.com/office/drawing/2014/main" id="{A6144600-D7DF-4A49-BF88-A75FC4560DD1}"/>
              </a:ext>
            </a:extLst>
          </p:cNvPr>
          <p:cNvSpPr>
            <a:spLocks noGrp="1"/>
          </p:cNvSpPr>
          <p:nvPr/>
        </p:nvSpPr>
        <p:spPr>
          <a:xfrm>
            <a:off x="4365792" y="350019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E9C89">
              <a:alpha val="100000"/>
            </a:srgbClr>
          </a:solidFill>
          <a:ln w="4652">
            <a:solidFill>
              <a:srgbClr val="1E9C89">
                <a:alpha val="100000"/>
              </a:srgbClr>
            </a:solidFill>
            <a:prstDash val="solid"/>
          </a:ln>
        </p:spPr>
      </p:sp>
      <p:sp>
        <p:nvSpPr>
          <p:cNvPr id="252" name="d_small_paired_path_4199">
            <a:extLst>
              <a:ext uri="{FF2B5EF4-FFF2-40B4-BE49-F238E27FC236}">
                <a16:creationId xmlns:a16="http://schemas.microsoft.com/office/drawing/2014/main" id="{522BDEE2-4ED0-4C12-91A8-E6878504A3A7}"/>
              </a:ext>
            </a:extLst>
          </p:cNvPr>
          <p:cNvSpPr>
            <a:spLocks noGrp="1"/>
          </p:cNvSpPr>
          <p:nvPr/>
        </p:nvSpPr>
        <p:spPr>
          <a:xfrm>
            <a:off x="4365792" y="348735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E9B8A">
              <a:alpha val="100000"/>
            </a:srgbClr>
          </a:solidFill>
          <a:ln w="4652">
            <a:solidFill>
              <a:srgbClr val="1E9B8A">
                <a:alpha val="100000"/>
              </a:srgbClr>
            </a:solidFill>
            <a:prstDash val="solid"/>
          </a:ln>
        </p:spPr>
      </p:sp>
      <p:sp>
        <p:nvSpPr>
          <p:cNvPr id="253" name="d_small_paired_path_4200">
            <a:extLst>
              <a:ext uri="{FF2B5EF4-FFF2-40B4-BE49-F238E27FC236}">
                <a16:creationId xmlns:a16="http://schemas.microsoft.com/office/drawing/2014/main" id="{1907A285-E066-4E81-B702-CA3A7D376DA5}"/>
              </a:ext>
            </a:extLst>
          </p:cNvPr>
          <p:cNvSpPr>
            <a:spLocks noGrp="1"/>
          </p:cNvSpPr>
          <p:nvPr/>
        </p:nvSpPr>
        <p:spPr>
          <a:xfrm>
            <a:off x="4365792" y="347451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A8A">
              <a:alpha val="100000"/>
            </a:srgbClr>
          </a:solidFill>
          <a:ln w="4652">
            <a:solidFill>
              <a:srgbClr val="1F9A8A">
                <a:alpha val="100000"/>
              </a:srgbClr>
            </a:solidFill>
            <a:prstDash val="solid"/>
          </a:ln>
        </p:spPr>
      </p:sp>
      <p:sp>
        <p:nvSpPr>
          <p:cNvPr id="254" name="d_small_paired_path_4201">
            <a:extLst>
              <a:ext uri="{FF2B5EF4-FFF2-40B4-BE49-F238E27FC236}">
                <a16:creationId xmlns:a16="http://schemas.microsoft.com/office/drawing/2014/main" id="{1D7B7035-CB69-4984-A81A-FA386A71AFA7}"/>
              </a:ext>
            </a:extLst>
          </p:cNvPr>
          <p:cNvSpPr>
            <a:spLocks noGrp="1"/>
          </p:cNvSpPr>
          <p:nvPr/>
        </p:nvSpPr>
        <p:spPr>
          <a:xfrm>
            <a:off x="4365792" y="346168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98A">
              <a:alpha val="100000"/>
            </a:srgbClr>
          </a:solidFill>
          <a:ln w="4652">
            <a:solidFill>
              <a:srgbClr val="1F998A">
                <a:alpha val="100000"/>
              </a:srgbClr>
            </a:solidFill>
            <a:prstDash val="solid"/>
          </a:ln>
        </p:spPr>
      </p:sp>
      <p:sp>
        <p:nvSpPr>
          <p:cNvPr id="255" name="d_small_paired_path_4202">
            <a:extLst>
              <a:ext uri="{FF2B5EF4-FFF2-40B4-BE49-F238E27FC236}">
                <a16:creationId xmlns:a16="http://schemas.microsoft.com/office/drawing/2014/main" id="{A66C3953-3545-4AE4-B9F4-6BC54DD539B3}"/>
              </a:ext>
            </a:extLst>
          </p:cNvPr>
          <p:cNvSpPr>
            <a:spLocks noGrp="1"/>
          </p:cNvSpPr>
          <p:nvPr/>
        </p:nvSpPr>
        <p:spPr>
          <a:xfrm>
            <a:off x="4365792" y="344884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88B">
              <a:alpha val="100000"/>
            </a:srgbClr>
          </a:solidFill>
          <a:ln w="4652">
            <a:solidFill>
              <a:srgbClr val="1F988B">
                <a:alpha val="100000"/>
              </a:srgbClr>
            </a:solidFill>
            <a:prstDash val="solid"/>
          </a:ln>
        </p:spPr>
      </p:sp>
      <p:sp>
        <p:nvSpPr>
          <p:cNvPr id="256" name="d_small_paired_path_4203">
            <a:extLst>
              <a:ext uri="{FF2B5EF4-FFF2-40B4-BE49-F238E27FC236}">
                <a16:creationId xmlns:a16="http://schemas.microsoft.com/office/drawing/2014/main" id="{2F963F2B-A0EA-4EFE-8AFA-EAC2F3173B7C}"/>
              </a:ext>
            </a:extLst>
          </p:cNvPr>
          <p:cNvSpPr>
            <a:spLocks noGrp="1"/>
          </p:cNvSpPr>
          <p:nvPr/>
        </p:nvSpPr>
        <p:spPr>
          <a:xfrm>
            <a:off x="4365792" y="343600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78B">
              <a:alpha val="100000"/>
            </a:srgbClr>
          </a:solidFill>
          <a:ln w="4652">
            <a:solidFill>
              <a:srgbClr val="1F978B">
                <a:alpha val="100000"/>
              </a:srgbClr>
            </a:solidFill>
            <a:prstDash val="solid"/>
          </a:ln>
        </p:spPr>
      </p:sp>
      <p:sp>
        <p:nvSpPr>
          <p:cNvPr id="257" name="d_small_paired_path_4204">
            <a:extLst>
              <a:ext uri="{FF2B5EF4-FFF2-40B4-BE49-F238E27FC236}">
                <a16:creationId xmlns:a16="http://schemas.microsoft.com/office/drawing/2014/main" id="{6F5383BD-71E0-4F42-8005-A1CEEFBEB744}"/>
              </a:ext>
            </a:extLst>
          </p:cNvPr>
          <p:cNvSpPr>
            <a:spLocks noGrp="1"/>
          </p:cNvSpPr>
          <p:nvPr/>
        </p:nvSpPr>
        <p:spPr>
          <a:xfrm>
            <a:off x="4365792" y="342317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68B">
              <a:alpha val="100000"/>
            </a:srgbClr>
          </a:solidFill>
          <a:ln w="4652">
            <a:solidFill>
              <a:srgbClr val="1F968B">
                <a:alpha val="100000"/>
              </a:srgbClr>
            </a:solidFill>
            <a:prstDash val="solid"/>
          </a:ln>
        </p:spPr>
      </p:sp>
      <p:sp>
        <p:nvSpPr>
          <p:cNvPr id="258" name="d_small_paired_path_4205">
            <a:extLst>
              <a:ext uri="{FF2B5EF4-FFF2-40B4-BE49-F238E27FC236}">
                <a16:creationId xmlns:a16="http://schemas.microsoft.com/office/drawing/2014/main" id="{208A80E2-0467-4A22-8AB5-43FF9FA7600E}"/>
              </a:ext>
            </a:extLst>
          </p:cNvPr>
          <p:cNvSpPr>
            <a:spLocks noGrp="1"/>
          </p:cNvSpPr>
          <p:nvPr/>
        </p:nvSpPr>
        <p:spPr>
          <a:xfrm>
            <a:off x="4365792" y="341033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58B">
              <a:alpha val="100000"/>
            </a:srgbClr>
          </a:solidFill>
          <a:ln w="4652">
            <a:solidFill>
              <a:srgbClr val="1F958B">
                <a:alpha val="100000"/>
              </a:srgbClr>
            </a:solidFill>
            <a:prstDash val="solid"/>
          </a:ln>
        </p:spPr>
      </p:sp>
      <p:sp>
        <p:nvSpPr>
          <p:cNvPr id="259" name="d_small_paired_path_4206">
            <a:extLst>
              <a:ext uri="{FF2B5EF4-FFF2-40B4-BE49-F238E27FC236}">
                <a16:creationId xmlns:a16="http://schemas.microsoft.com/office/drawing/2014/main" id="{1CF4CAA3-833F-48BC-92C1-E9712D5BC263}"/>
              </a:ext>
            </a:extLst>
          </p:cNvPr>
          <p:cNvSpPr>
            <a:spLocks noGrp="1"/>
          </p:cNvSpPr>
          <p:nvPr/>
        </p:nvSpPr>
        <p:spPr>
          <a:xfrm>
            <a:off x="4365792" y="339750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1F948C">
              <a:alpha val="100000"/>
            </a:srgbClr>
          </a:solidFill>
          <a:ln w="4652">
            <a:solidFill>
              <a:srgbClr val="1F948C">
                <a:alpha val="100000"/>
              </a:srgbClr>
            </a:solidFill>
            <a:prstDash val="solid"/>
          </a:ln>
        </p:spPr>
      </p:sp>
      <p:sp>
        <p:nvSpPr>
          <p:cNvPr id="260" name="d_small_paired_path_4207">
            <a:extLst>
              <a:ext uri="{FF2B5EF4-FFF2-40B4-BE49-F238E27FC236}">
                <a16:creationId xmlns:a16="http://schemas.microsoft.com/office/drawing/2014/main" id="{0A0E8FF3-F371-4418-AA9A-834AA5D36DB4}"/>
              </a:ext>
            </a:extLst>
          </p:cNvPr>
          <p:cNvSpPr>
            <a:spLocks noGrp="1"/>
          </p:cNvSpPr>
          <p:nvPr/>
        </p:nvSpPr>
        <p:spPr>
          <a:xfrm>
            <a:off x="4365792" y="338466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938C">
              <a:alpha val="100000"/>
            </a:srgbClr>
          </a:solidFill>
          <a:ln w="4652">
            <a:solidFill>
              <a:srgbClr val="20938C">
                <a:alpha val="100000"/>
              </a:srgbClr>
            </a:solidFill>
            <a:prstDash val="solid"/>
          </a:ln>
        </p:spPr>
      </p:sp>
      <p:sp>
        <p:nvSpPr>
          <p:cNvPr id="261" name="d_small_paired_path_4208">
            <a:extLst>
              <a:ext uri="{FF2B5EF4-FFF2-40B4-BE49-F238E27FC236}">
                <a16:creationId xmlns:a16="http://schemas.microsoft.com/office/drawing/2014/main" id="{52DEC0CA-CA2F-4309-AB83-E15D0239FEEE}"/>
              </a:ext>
            </a:extLst>
          </p:cNvPr>
          <p:cNvSpPr>
            <a:spLocks noGrp="1"/>
          </p:cNvSpPr>
          <p:nvPr/>
        </p:nvSpPr>
        <p:spPr>
          <a:xfrm>
            <a:off x="4365792" y="337182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928C">
              <a:alpha val="100000"/>
            </a:srgbClr>
          </a:solidFill>
          <a:ln w="4652">
            <a:solidFill>
              <a:srgbClr val="20928C">
                <a:alpha val="100000"/>
              </a:srgbClr>
            </a:solidFill>
            <a:prstDash val="solid"/>
          </a:ln>
        </p:spPr>
      </p:sp>
      <p:sp>
        <p:nvSpPr>
          <p:cNvPr id="262" name="d_small_paired_path_4209">
            <a:extLst>
              <a:ext uri="{FF2B5EF4-FFF2-40B4-BE49-F238E27FC236}">
                <a16:creationId xmlns:a16="http://schemas.microsoft.com/office/drawing/2014/main" id="{56BFBF4B-BCC8-41A0-98C7-25FC1ECFAC1B}"/>
              </a:ext>
            </a:extLst>
          </p:cNvPr>
          <p:cNvSpPr>
            <a:spLocks noGrp="1"/>
          </p:cNvSpPr>
          <p:nvPr/>
        </p:nvSpPr>
        <p:spPr>
          <a:xfrm>
            <a:off x="4365792" y="335899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0928C">
              <a:alpha val="100000"/>
            </a:srgbClr>
          </a:solidFill>
          <a:ln w="4652">
            <a:solidFill>
              <a:srgbClr val="20928C">
                <a:alpha val="100000"/>
              </a:srgbClr>
            </a:solidFill>
            <a:prstDash val="solid"/>
          </a:ln>
        </p:spPr>
      </p:sp>
      <p:sp>
        <p:nvSpPr>
          <p:cNvPr id="263" name="d_small_paired_path_4210">
            <a:extLst>
              <a:ext uri="{FF2B5EF4-FFF2-40B4-BE49-F238E27FC236}">
                <a16:creationId xmlns:a16="http://schemas.microsoft.com/office/drawing/2014/main" id="{3A5CC86B-B033-4F3D-83F6-5CD4E4B9FAAC}"/>
              </a:ext>
            </a:extLst>
          </p:cNvPr>
          <p:cNvSpPr>
            <a:spLocks noGrp="1"/>
          </p:cNvSpPr>
          <p:nvPr/>
        </p:nvSpPr>
        <p:spPr>
          <a:xfrm>
            <a:off x="4365792" y="334615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918C">
              <a:alpha val="100000"/>
            </a:srgbClr>
          </a:solidFill>
          <a:ln w="4652">
            <a:solidFill>
              <a:srgbClr val="21918C">
                <a:alpha val="100000"/>
              </a:srgbClr>
            </a:solidFill>
            <a:prstDash val="solid"/>
          </a:ln>
        </p:spPr>
      </p:sp>
      <p:sp>
        <p:nvSpPr>
          <p:cNvPr id="264" name="d_small_paired_path_4211">
            <a:extLst>
              <a:ext uri="{FF2B5EF4-FFF2-40B4-BE49-F238E27FC236}">
                <a16:creationId xmlns:a16="http://schemas.microsoft.com/office/drawing/2014/main" id="{0BDB4609-5F58-4D7B-A938-7F94ACDA9AE0}"/>
              </a:ext>
            </a:extLst>
          </p:cNvPr>
          <p:cNvSpPr>
            <a:spLocks noGrp="1"/>
          </p:cNvSpPr>
          <p:nvPr/>
        </p:nvSpPr>
        <p:spPr>
          <a:xfrm>
            <a:off x="4365792" y="333331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908D">
              <a:alpha val="100000"/>
            </a:srgbClr>
          </a:solidFill>
          <a:ln w="4652">
            <a:solidFill>
              <a:srgbClr val="21908D">
                <a:alpha val="100000"/>
              </a:srgbClr>
            </a:solidFill>
            <a:prstDash val="solid"/>
          </a:ln>
        </p:spPr>
      </p:sp>
      <p:sp>
        <p:nvSpPr>
          <p:cNvPr id="265" name="d_small_paired_path_4212">
            <a:extLst>
              <a:ext uri="{FF2B5EF4-FFF2-40B4-BE49-F238E27FC236}">
                <a16:creationId xmlns:a16="http://schemas.microsoft.com/office/drawing/2014/main" id="{768C7AF7-FCE1-4385-8BC2-6E543434A72C}"/>
              </a:ext>
            </a:extLst>
          </p:cNvPr>
          <p:cNvSpPr>
            <a:spLocks noGrp="1"/>
          </p:cNvSpPr>
          <p:nvPr/>
        </p:nvSpPr>
        <p:spPr>
          <a:xfrm>
            <a:off x="4365792" y="332048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8F8D">
              <a:alpha val="100000"/>
            </a:srgbClr>
          </a:solidFill>
          <a:ln w="4652">
            <a:solidFill>
              <a:srgbClr val="218F8D">
                <a:alpha val="100000"/>
              </a:srgbClr>
            </a:solidFill>
            <a:prstDash val="solid"/>
          </a:ln>
        </p:spPr>
      </p:sp>
      <p:sp>
        <p:nvSpPr>
          <p:cNvPr id="266" name="d_small_paired_path_4213">
            <a:extLst>
              <a:ext uri="{FF2B5EF4-FFF2-40B4-BE49-F238E27FC236}">
                <a16:creationId xmlns:a16="http://schemas.microsoft.com/office/drawing/2014/main" id="{95116FB7-9356-49CD-BA5A-EF3A15D8199D}"/>
              </a:ext>
            </a:extLst>
          </p:cNvPr>
          <p:cNvSpPr>
            <a:spLocks noGrp="1"/>
          </p:cNvSpPr>
          <p:nvPr/>
        </p:nvSpPr>
        <p:spPr>
          <a:xfrm>
            <a:off x="4365792" y="330764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18E8D">
              <a:alpha val="100000"/>
            </a:srgbClr>
          </a:solidFill>
          <a:ln w="4652">
            <a:solidFill>
              <a:srgbClr val="218E8D">
                <a:alpha val="100000"/>
              </a:srgbClr>
            </a:solidFill>
            <a:prstDash val="solid"/>
          </a:ln>
        </p:spPr>
      </p:sp>
      <p:sp>
        <p:nvSpPr>
          <p:cNvPr id="267" name="d_small_paired_path_4214">
            <a:extLst>
              <a:ext uri="{FF2B5EF4-FFF2-40B4-BE49-F238E27FC236}">
                <a16:creationId xmlns:a16="http://schemas.microsoft.com/office/drawing/2014/main" id="{62BC6F05-4F62-4F1D-B11E-79FE728AA287}"/>
              </a:ext>
            </a:extLst>
          </p:cNvPr>
          <p:cNvSpPr>
            <a:spLocks noGrp="1"/>
          </p:cNvSpPr>
          <p:nvPr/>
        </p:nvSpPr>
        <p:spPr>
          <a:xfrm>
            <a:off x="4365792" y="329481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8D8D">
              <a:alpha val="100000"/>
            </a:srgbClr>
          </a:solidFill>
          <a:ln w="4652">
            <a:solidFill>
              <a:srgbClr val="228D8D">
                <a:alpha val="100000"/>
              </a:srgbClr>
            </a:solidFill>
            <a:prstDash val="solid"/>
          </a:ln>
        </p:spPr>
      </p:sp>
      <p:sp>
        <p:nvSpPr>
          <p:cNvPr id="268" name="d_small_paired_path_4215">
            <a:extLst>
              <a:ext uri="{FF2B5EF4-FFF2-40B4-BE49-F238E27FC236}">
                <a16:creationId xmlns:a16="http://schemas.microsoft.com/office/drawing/2014/main" id="{E6CFF7B1-92F6-401A-BA4C-2FA03CFE935E}"/>
              </a:ext>
            </a:extLst>
          </p:cNvPr>
          <p:cNvSpPr>
            <a:spLocks noGrp="1"/>
          </p:cNvSpPr>
          <p:nvPr/>
        </p:nvSpPr>
        <p:spPr>
          <a:xfrm>
            <a:off x="4365792" y="328197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8C8D">
              <a:alpha val="100000"/>
            </a:srgbClr>
          </a:solidFill>
          <a:ln w="4652">
            <a:solidFill>
              <a:srgbClr val="228C8D">
                <a:alpha val="100000"/>
              </a:srgbClr>
            </a:solidFill>
            <a:prstDash val="solid"/>
          </a:ln>
        </p:spPr>
      </p:sp>
      <p:sp>
        <p:nvSpPr>
          <p:cNvPr id="269" name="d_small_paired_path_4216">
            <a:extLst>
              <a:ext uri="{FF2B5EF4-FFF2-40B4-BE49-F238E27FC236}">
                <a16:creationId xmlns:a16="http://schemas.microsoft.com/office/drawing/2014/main" id="{481F3BDC-E85B-494C-B006-8800DFA6A09B}"/>
              </a:ext>
            </a:extLst>
          </p:cNvPr>
          <p:cNvSpPr>
            <a:spLocks noGrp="1"/>
          </p:cNvSpPr>
          <p:nvPr/>
        </p:nvSpPr>
        <p:spPr>
          <a:xfrm>
            <a:off x="4365792" y="326913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28B8D">
              <a:alpha val="100000"/>
            </a:srgbClr>
          </a:solidFill>
          <a:ln w="4652">
            <a:solidFill>
              <a:srgbClr val="228B8D">
                <a:alpha val="100000"/>
              </a:srgbClr>
            </a:solidFill>
            <a:prstDash val="solid"/>
          </a:ln>
        </p:spPr>
      </p:sp>
      <p:sp>
        <p:nvSpPr>
          <p:cNvPr id="270" name="d_small_paired_path_4217">
            <a:extLst>
              <a:ext uri="{FF2B5EF4-FFF2-40B4-BE49-F238E27FC236}">
                <a16:creationId xmlns:a16="http://schemas.microsoft.com/office/drawing/2014/main" id="{70BDD38F-C194-4847-ADB4-AB1278D84824}"/>
              </a:ext>
            </a:extLst>
          </p:cNvPr>
          <p:cNvSpPr>
            <a:spLocks noGrp="1"/>
          </p:cNvSpPr>
          <p:nvPr/>
        </p:nvSpPr>
        <p:spPr>
          <a:xfrm>
            <a:off x="4365792" y="325630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8A8D">
              <a:alpha val="100000"/>
            </a:srgbClr>
          </a:solidFill>
          <a:ln w="4652">
            <a:solidFill>
              <a:srgbClr val="238A8D">
                <a:alpha val="100000"/>
              </a:srgbClr>
            </a:solidFill>
            <a:prstDash val="solid"/>
          </a:ln>
        </p:spPr>
      </p:sp>
      <p:sp>
        <p:nvSpPr>
          <p:cNvPr id="271" name="d_small_paired_path_4218">
            <a:extLst>
              <a:ext uri="{FF2B5EF4-FFF2-40B4-BE49-F238E27FC236}">
                <a16:creationId xmlns:a16="http://schemas.microsoft.com/office/drawing/2014/main" id="{5F43BC50-7519-4C7F-B33D-38F93E77E8D3}"/>
              </a:ext>
            </a:extLst>
          </p:cNvPr>
          <p:cNvSpPr>
            <a:spLocks noGrp="1"/>
          </p:cNvSpPr>
          <p:nvPr/>
        </p:nvSpPr>
        <p:spPr>
          <a:xfrm>
            <a:off x="4365792" y="324346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898E">
              <a:alpha val="100000"/>
            </a:srgbClr>
          </a:solidFill>
          <a:ln w="4652">
            <a:solidFill>
              <a:srgbClr val="23898E">
                <a:alpha val="100000"/>
              </a:srgbClr>
            </a:solidFill>
            <a:prstDash val="solid"/>
          </a:ln>
        </p:spPr>
      </p:sp>
      <p:sp>
        <p:nvSpPr>
          <p:cNvPr id="272" name="d_small_paired_path_4219">
            <a:extLst>
              <a:ext uri="{FF2B5EF4-FFF2-40B4-BE49-F238E27FC236}">
                <a16:creationId xmlns:a16="http://schemas.microsoft.com/office/drawing/2014/main" id="{1913D56A-2554-413C-BD75-D979D33661B4}"/>
              </a:ext>
            </a:extLst>
          </p:cNvPr>
          <p:cNvSpPr>
            <a:spLocks noGrp="1"/>
          </p:cNvSpPr>
          <p:nvPr/>
        </p:nvSpPr>
        <p:spPr>
          <a:xfrm>
            <a:off x="4365792" y="323062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3888E">
              <a:alpha val="100000"/>
            </a:srgbClr>
          </a:solidFill>
          <a:ln w="4652">
            <a:solidFill>
              <a:srgbClr val="23888E">
                <a:alpha val="100000"/>
              </a:srgbClr>
            </a:solidFill>
            <a:prstDash val="solid"/>
          </a:ln>
        </p:spPr>
      </p:sp>
      <p:sp>
        <p:nvSpPr>
          <p:cNvPr id="273" name="d_small_paired_path_4220">
            <a:extLst>
              <a:ext uri="{FF2B5EF4-FFF2-40B4-BE49-F238E27FC236}">
                <a16:creationId xmlns:a16="http://schemas.microsoft.com/office/drawing/2014/main" id="{3BFC8D5F-074C-460C-A061-E88E64BE2D27}"/>
              </a:ext>
            </a:extLst>
          </p:cNvPr>
          <p:cNvSpPr>
            <a:spLocks noGrp="1"/>
          </p:cNvSpPr>
          <p:nvPr/>
        </p:nvSpPr>
        <p:spPr>
          <a:xfrm>
            <a:off x="4365792" y="321779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4878E">
              <a:alpha val="100000"/>
            </a:srgbClr>
          </a:solidFill>
          <a:ln w="4652">
            <a:solidFill>
              <a:srgbClr val="24878E">
                <a:alpha val="100000"/>
              </a:srgbClr>
            </a:solidFill>
            <a:prstDash val="solid"/>
          </a:ln>
        </p:spPr>
      </p:sp>
      <p:sp>
        <p:nvSpPr>
          <p:cNvPr id="274" name="d_small_paired_path_4221">
            <a:extLst>
              <a:ext uri="{FF2B5EF4-FFF2-40B4-BE49-F238E27FC236}">
                <a16:creationId xmlns:a16="http://schemas.microsoft.com/office/drawing/2014/main" id="{2E2C8438-4F6E-4997-8838-B175B6EB34AE}"/>
              </a:ext>
            </a:extLst>
          </p:cNvPr>
          <p:cNvSpPr>
            <a:spLocks noGrp="1"/>
          </p:cNvSpPr>
          <p:nvPr/>
        </p:nvSpPr>
        <p:spPr>
          <a:xfrm>
            <a:off x="4365792" y="320495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4868E">
              <a:alpha val="100000"/>
            </a:srgbClr>
          </a:solidFill>
          <a:ln w="4652">
            <a:solidFill>
              <a:srgbClr val="24868E">
                <a:alpha val="100000"/>
              </a:srgbClr>
            </a:solidFill>
            <a:prstDash val="solid"/>
          </a:ln>
        </p:spPr>
      </p:sp>
      <p:sp>
        <p:nvSpPr>
          <p:cNvPr id="275" name="d_small_paired_path_4222">
            <a:extLst>
              <a:ext uri="{FF2B5EF4-FFF2-40B4-BE49-F238E27FC236}">
                <a16:creationId xmlns:a16="http://schemas.microsoft.com/office/drawing/2014/main" id="{EC1A44E2-ED85-4F60-9085-A2626408E535}"/>
              </a:ext>
            </a:extLst>
          </p:cNvPr>
          <p:cNvSpPr>
            <a:spLocks noGrp="1"/>
          </p:cNvSpPr>
          <p:nvPr/>
        </p:nvSpPr>
        <p:spPr>
          <a:xfrm>
            <a:off x="4365792" y="319212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858E">
              <a:alpha val="100000"/>
            </a:srgbClr>
          </a:solidFill>
          <a:ln w="4652">
            <a:solidFill>
              <a:srgbClr val="25858E">
                <a:alpha val="100000"/>
              </a:srgbClr>
            </a:solidFill>
            <a:prstDash val="solid"/>
          </a:ln>
        </p:spPr>
      </p:sp>
      <p:sp>
        <p:nvSpPr>
          <p:cNvPr id="276" name="d_small_paired_path_4223">
            <a:extLst>
              <a:ext uri="{FF2B5EF4-FFF2-40B4-BE49-F238E27FC236}">
                <a16:creationId xmlns:a16="http://schemas.microsoft.com/office/drawing/2014/main" id="{DDEDBECE-6FB3-4A72-9BA1-7680A4C8B0B0}"/>
              </a:ext>
            </a:extLst>
          </p:cNvPr>
          <p:cNvSpPr>
            <a:spLocks noGrp="1"/>
          </p:cNvSpPr>
          <p:nvPr/>
        </p:nvSpPr>
        <p:spPr>
          <a:xfrm>
            <a:off x="4365792" y="317928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848E">
              <a:alpha val="100000"/>
            </a:srgbClr>
          </a:solidFill>
          <a:ln w="4652">
            <a:solidFill>
              <a:srgbClr val="25848E">
                <a:alpha val="100000"/>
              </a:srgbClr>
            </a:solidFill>
            <a:prstDash val="solid"/>
          </a:ln>
        </p:spPr>
      </p:sp>
      <p:sp>
        <p:nvSpPr>
          <p:cNvPr id="277" name="d_small_paired_path_4224">
            <a:extLst>
              <a:ext uri="{FF2B5EF4-FFF2-40B4-BE49-F238E27FC236}">
                <a16:creationId xmlns:a16="http://schemas.microsoft.com/office/drawing/2014/main" id="{A037F5D8-DA71-435D-88D8-3757AF8C3840}"/>
              </a:ext>
            </a:extLst>
          </p:cNvPr>
          <p:cNvSpPr>
            <a:spLocks noGrp="1"/>
          </p:cNvSpPr>
          <p:nvPr/>
        </p:nvSpPr>
        <p:spPr>
          <a:xfrm>
            <a:off x="4365792" y="316644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5838E">
              <a:alpha val="100000"/>
            </a:srgbClr>
          </a:solidFill>
          <a:ln w="4652">
            <a:solidFill>
              <a:srgbClr val="25838E">
                <a:alpha val="100000"/>
              </a:srgbClr>
            </a:solidFill>
            <a:prstDash val="solid"/>
          </a:ln>
        </p:spPr>
      </p:sp>
      <p:sp>
        <p:nvSpPr>
          <p:cNvPr id="278" name="d_small_paired_path_4225">
            <a:extLst>
              <a:ext uri="{FF2B5EF4-FFF2-40B4-BE49-F238E27FC236}">
                <a16:creationId xmlns:a16="http://schemas.microsoft.com/office/drawing/2014/main" id="{7F2D5760-5418-464E-A95E-5F48C9F76E4B}"/>
              </a:ext>
            </a:extLst>
          </p:cNvPr>
          <p:cNvSpPr>
            <a:spLocks noGrp="1"/>
          </p:cNvSpPr>
          <p:nvPr/>
        </p:nvSpPr>
        <p:spPr>
          <a:xfrm>
            <a:off x="4365792" y="315361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828E">
              <a:alpha val="100000"/>
            </a:srgbClr>
          </a:solidFill>
          <a:ln w="4652">
            <a:solidFill>
              <a:srgbClr val="26828E">
                <a:alpha val="100000"/>
              </a:srgbClr>
            </a:solidFill>
            <a:prstDash val="solid"/>
          </a:ln>
        </p:spPr>
      </p:sp>
      <p:sp>
        <p:nvSpPr>
          <p:cNvPr id="279" name="d_small_paired_path_4226">
            <a:extLst>
              <a:ext uri="{FF2B5EF4-FFF2-40B4-BE49-F238E27FC236}">
                <a16:creationId xmlns:a16="http://schemas.microsoft.com/office/drawing/2014/main" id="{3AFC6705-08A8-4FFE-A19F-78952E92BC49}"/>
              </a:ext>
            </a:extLst>
          </p:cNvPr>
          <p:cNvSpPr>
            <a:spLocks noGrp="1"/>
          </p:cNvSpPr>
          <p:nvPr/>
        </p:nvSpPr>
        <p:spPr>
          <a:xfrm>
            <a:off x="4365792" y="314077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828E">
              <a:alpha val="100000"/>
            </a:srgbClr>
          </a:solidFill>
          <a:ln w="4652">
            <a:solidFill>
              <a:srgbClr val="26828E">
                <a:alpha val="100000"/>
              </a:srgbClr>
            </a:solidFill>
            <a:prstDash val="solid"/>
          </a:ln>
        </p:spPr>
      </p:sp>
      <p:sp>
        <p:nvSpPr>
          <p:cNvPr id="280" name="d_small_paired_path_4227">
            <a:extLst>
              <a:ext uri="{FF2B5EF4-FFF2-40B4-BE49-F238E27FC236}">
                <a16:creationId xmlns:a16="http://schemas.microsoft.com/office/drawing/2014/main" id="{B578C8BF-9E5C-44F6-BF63-103C116BA2EE}"/>
              </a:ext>
            </a:extLst>
          </p:cNvPr>
          <p:cNvSpPr>
            <a:spLocks noGrp="1"/>
          </p:cNvSpPr>
          <p:nvPr/>
        </p:nvSpPr>
        <p:spPr>
          <a:xfrm>
            <a:off x="4365792" y="312793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6818E">
              <a:alpha val="100000"/>
            </a:srgbClr>
          </a:solidFill>
          <a:ln w="4652">
            <a:solidFill>
              <a:srgbClr val="26818E">
                <a:alpha val="100000"/>
              </a:srgbClr>
            </a:solidFill>
            <a:prstDash val="solid"/>
          </a:ln>
        </p:spPr>
      </p:sp>
      <p:sp>
        <p:nvSpPr>
          <p:cNvPr id="281" name="d_small_paired_path_4228">
            <a:extLst>
              <a:ext uri="{FF2B5EF4-FFF2-40B4-BE49-F238E27FC236}">
                <a16:creationId xmlns:a16="http://schemas.microsoft.com/office/drawing/2014/main" id="{B00E7F7E-35DC-48FA-9FFF-345808B2F9F7}"/>
              </a:ext>
            </a:extLst>
          </p:cNvPr>
          <p:cNvSpPr>
            <a:spLocks noGrp="1"/>
          </p:cNvSpPr>
          <p:nvPr/>
        </p:nvSpPr>
        <p:spPr>
          <a:xfrm>
            <a:off x="4365792" y="311510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808E">
              <a:alpha val="100000"/>
            </a:srgbClr>
          </a:solidFill>
          <a:ln w="4652">
            <a:solidFill>
              <a:srgbClr val="27808E">
                <a:alpha val="100000"/>
              </a:srgbClr>
            </a:solidFill>
            <a:prstDash val="solid"/>
          </a:ln>
        </p:spPr>
      </p:sp>
      <p:sp>
        <p:nvSpPr>
          <p:cNvPr id="282" name="d_small_paired_path_4229">
            <a:extLst>
              <a:ext uri="{FF2B5EF4-FFF2-40B4-BE49-F238E27FC236}">
                <a16:creationId xmlns:a16="http://schemas.microsoft.com/office/drawing/2014/main" id="{B49196F3-A55F-4104-A8FD-BABD3F8F0240}"/>
              </a:ext>
            </a:extLst>
          </p:cNvPr>
          <p:cNvSpPr>
            <a:spLocks noGrp="1"/>
          </p:cNvSpPr>
          <p:nvPr/>
        </p:nvSpPr>
        <p:spPr>
          <a:xfrm>
            <a:off x="4365792" y="310226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7F8E">
              <a:alpha val="100000"/>
            </a:srgbClr>
          </a:solidFill>
          <a:ln w="4652">
            <a:solidFill>
              <a:srgbClr val="277F8E">
                <a:alpha val="100000"/>
              </a:srgbClr>
            </a:solidFill>
            <a:prstDash val="solid"/>
          </a:ln>
        </p:spPr>
      </p:sp>
      <p:sp>
        <p:nvSpPr>
          <p:cNvPr id="283" name="d_small_paired_path_4230">
            <a:extLst>
              <a:ext uri="{FF2B5EF4-FFF2-40B4-BE49-F238E27FC236}">
                <a16:creationId xmlns:a16="http://schemas.microsoft.com/office/drawing/2014/main" id="{6E20CCAB-BF14-4057-B9EE-786EE3C1D7E1}"/>
              </a:ext>
            </a:extLst>
          </p:cNvPr>
          <p:cNvSpPr>
            <a:spLocks noGrp="1"/>
          </p:cNvSpPr>
          <p:nvPr/>
        </p:nvSpPr>
        <p:spPr>
          <a:xfrm>
            <a:off x="4365792" y="308943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77E8E">
              <a:alpha val="100000"/>
            </a:srgbClr>
          </a:solidFill>
          <a:ln w="4652">
            <a:solidFill>
              <a:srgbClr val="277E8E">
                <a:alpha val="100000"/>
              </a:srgbClr>
            </a:solidFill>
            <a:prstDash val="solid"/>
          </a:ln>
        </p:spPr>
      </p:sp>
      <p:sp>
        <p:nvSpPr>
          <p:cNvPr id="284" name="d_small_paired_path_4231">
            <a:extLst>
              <a:ext uri="{FF2B5EF4-FFF2-40B4-BE49-F238E27FC236}">
                <a16:creationId xmlns:a16="http://schemas.microsoft.com/office/drawing/2014/main" id="{7E99B81C-46C8-44E7-BB4E-982E9B82F7B8}"/>
              </a:ext>
            </a:extLst>
          </p:cNvPr>
          <p:cNvSpPr>
            <a:spLocks noGrp="1"/>
          </p:cNvSpPr>
          <p:nvPr/>
        </p:nvSpPr>
        <p:spPr>
          <a:xfrm>
            <a:off x="4365792" y="307659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87D8E">
              <a:alpha val="100000"/>
            </a:srgbClr>
          </a:solidFill>
          <a:ln w="4652">
            <a:solidFill>
              <a:srgbClr val="287D8E">
                <a:alpha val="100000"/>
              </a:srgbClr>
            </a:solidFill>
            <a:prstDash val="solid"/>
          </a:ln>
        </p:spPr>
      </p:sp>
      <p:sp>
        <p:nvSpPr>
          <p:cNvPr id="285" name="d_small_paired_path_4232">
            <a:extLst>
              <a:ext uri="{FF2B5EF4-FFF2-40B4-BE49-F238E27FC236}">
                <a16:creationId xmlns:a16="http://schemas.microsoft.com/office/drawing/2014/main" id="{F0614128-F6D0-4D31-AACC-D50E2406A289}"/>
              </a:ext>
            </a:extLst>
          </p:cNvPr>
          <p:cNvSpPr>
            <a:spLocks noGrp="1"/>
          </p:cNvSpPr>
          <p:nvPr/>
        </p:nvSpPr>
        <p:spPr>
          <a:xfrm>
            <a:off x="4365792" y="306375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87C8E">
              <a:alpha val="100000"/>
            </a:srgbClr>
          </a:solidFill>
          <a:ln w="4652">
            <a:solidFill>
              <a:srgbClr val="287C8E">
                <a:alpha val="100000"/>
              </a:srgbClr>
            </a:solidFill>
            <a:prstDash val="solid"/>
          </a:ln>
        </p:spPr>
      </p:sp>
      <p:sp>
        <p:nvSpPr>
          <p:cNvPr id="286" name="d_small_paired_path_4233">
            <a:extLst>
              <a:ext uri="{FF2B5EF4-FFF2-40B4-BE49-F238E27FC236}">
                <a16:creationId xmlns:a16="http://schemas.microsoft.com/office/drawing/2014/main" id="{162B6F4D-9EB0-46D1-86F3-100F82ED7B0E}"/>
              </a:ext>
            </a:extLst>
          </p:cNvPr>
          <p:cNvSpPr>
            <a:spLocks noGrp="1"/>
          </p:cNvSpPr>
          <p:nvPr/>
        </p:nvSpPr>
        <p:spPr>
          <a:xfrm>
            <a:off x="4365792" y="305092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7B8E">
              <a:alpha val="100000"/>
            </a:srgbClr>
          </a:solidFill>
          <a:ln w="4652">
            <a:solidFill>
              <a:srgbClr val="297B8E">
                <a:alpha val="100000"/>
              </a:srgbClr>
            </a:solidFill>
            <a:prstDash val="solid"/>
          </a:ln>
        </p:spPr>
      </p:sp>
      <p:sp>
        <p:nvSpPr>
          <p:cNvPr id="287" name="d_small_paired_path_4234">
            <a:extLst>
              <a:ext uri="{FF2B5EF4-FFF2-40B4-BE49-F238E27FC236}">
                <a16:creationId xmlns:a16="http://schemas.microsoft.com/office/drawing/2014/main" id="{10F359C9-12C3-4900-80D0-03E1B21BCD64}"/>
              </a:ext>
            </a:extLst>
          </p:cNvPr>
          <p:cNvSpPr>
            <a:spLocks noGrp="1"/>
          </p:cNvSpPr>
          <p:nvPr/>
        </p:nvSpPr>
        <p:spPr>
          <a:xfrm>
            <a:off x="4365792" y="303808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7A8E">
              <a:alpha val="100000"/>
            </a:srgbClr>
          </a:solidFill>
          <a:ln w="4652">
            <a:solidFill>
              <a:srgbClr val="297A8E">
                <a:alpha val="100000"/>
              </a:srgbClr>
            </a:solidFill>
            <a:prstDash val="solid"/>
          </a:ln>
        </p:spPr>
      </p:sp>
      <p:sp>
        <p:nvSpPr>
          <p:cNvPr id="288" name="d_small_paired_path_4235">
            <a:extLst>
              <a:ext uri="{FF2B5EF4-FFF2-40B4-BE49-F238E27FC236}">
                <a16:creationId xmlns:a16="http://schemas.microsoft.com/office/drawing/2014/main" id="{75377C3E-46FF-4E3E-B089-B23978918BA0}"/>
              </a:ext>
            </a:extLst>
          </p:cNvPr>
          <p:cNvSpPr>
            <a:spLocks noGrp="1"/>
          </p:cNvSpPr>
          <p:nvPr/>
        </p:nvSpPr>
        <p:spPr>
          <a:xfrm>
            <a:off x="4365792" y="302524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9798E">
              <a:alpha val="100000"/>
            </a:srgbClr>
          </a:solidFill>
          <a:ln w="4652">
            <a:solidFill>
              <a:srgbClr val="29798E">
                <a:alpha val="100000"/>
              </a:srgbClr>
            </a:solidFill>
            <a:prstDash val="solid"/>
          </a:ln>
        </p:spPr>
      </p:sp>
      <p:sp>
        <p:nvSpPr>
          <p:cNvPr id="289" name="d_small_paired_path_4236">
            <a:extLst>
              <a:ext uri="{FF2B5EF4-FFF2-40B4-BE49-F238E27FC236}">
                <a16:creationId xmlns:a16="http://schemas.microsoft.com/office/drawing/2014/main" id="{0DD27B05-57E9-43B2-9603-40609A3C4147}"/>
              </a:ext>
            </a:extLst>
          </p:cNvPr>
          <p:cNvSpPr>
            <a:spLocks noGrp="1"/>
          </p:cNvSpPr>
          <p:nvPr/>
        </p:nvSpPr>
        <p:spPr>
          <a:xfrm>
            <a:off x="4365792" y="301241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788E">
              <a:alpha val="100000"/>
            </a:srgbClr>
          </a:solidFill>
          <a:ln w="4652">
            <a:solidFill>
              <a:srgbClr val="2A788E">
                <a:alpha val="100000"/>
              </a:srgbClr>
            </a:solidFill>
            <a:prstDash val="solid"/>
          </a:ln>
        </p:spPr>
      </p:sp>
      <p:sp>
        <p:nvSpPr>
          <p:cNvPr id="290" name="d_small_paired_path_4237">
            <a:extLst>
              <a:ext uri="{FF2B5EF4-FFF2-40B4-BE49-F238E27FC236}">
                <a16:creationId xmlns:a16="http://schemas.microsoft.com/office/drawing/2014/main" id="{09DA73E9-351D-459E-8EAF-8E80401AD9BE}"/>
              </a:ext>
            </a:extLst>
          </p:cNvPr>
          <p:cNvSpPr>
            <a:spLocks noGrp="1"/>
          </p:cNvSpPr>
          <p:nvPr/>
        </p:nvSpPr>
        <p:spPr>
          <a:xfrm>
            <a:off x="4365792" y="299957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778E">
              <a:alpha val="100000"/>
            </a:srgbClr>
          </a:solidFill>
          <a:ln w="4652">
            <a:solidFill>
              <a:srgbClr val="2A778E">
                <a:alpha val="100000"/>
              </a:srgbClr>
            </a:solidFill>
            <a:prstDash val="solid"/>
          </a:ln>
        </p:spPr>
      </p:sp>
      <p:sp>
        <p:nvSpPr>
          <p:cNvPr id="291" name="d_small_paired_path_4238">
            <a:extLst>
              <a:ext uri="{FF2B5EF4-FFF2-40B4-BE49-F238E27FC236}">
                <a16:creationId xmlns:a16="http://schemas.microsoft.com/office/drawing/2014/main" id="{6E8782D1-3F6D-4C38-B29A-4349DC942D28}"/>
              </a:ext>
            </a:extLst>
          </p:cNvPr>
          <p:cNvSpPr>
            <a:spLocks noGrp="1"/>
          </p:cNvSpPr>
          <p:nvPr/>
        </p:nvSpPr>
        <p:spPr>
          <a:xfrm>
            <a:off x="4365792" y="298674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A768E">
              <a:alpha val="100000"/>
            </a:srgbClr>
          </a:solidFill>
          <a:ln w="4652">
            <a:solidFill>
              <a:srgbClr val="2A768E">
                <a:alpha val="100000"/>
              </a:srgbClr>
            </a:solidFill>
            <a:prstDash val="solid"/>
          </a:ln>
        </p:spPr>
      </p:sp>
      <p:sp>
        <p:nvSpPr>
          <p:cNvPr id="292" name="d_small_paired_path_4239">
            <a:extLst>
              <a:ext uri="{FF2B5EF4-FFF2-40B4-BE49-F238E27FC236}">
                <a16:creationId xmlns:a16="http://schemas.microsoft.com/office/drawing/2014/main" id="{DF525DE3-8D19-443E-B05D-32862C9A7B64}"/>
              </a:ext>
            </a:extLst>
          </p:cNvPr>
          <p:cNvSpPr>
            <a:spLocks noGrp="1"/>
          </p:cNvSpPr>
          <p:nvPr/>
        </p:nvSpPr>
        <p:spPr>
          <a:xfrm>
            <a:off x="4365792" y="297390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B758E">
              <a:alpha val="100000"/>
            </a:srgbClr>
          </a:solidFill>
          <a:ln w="4652">
            <a:solidFill>
              <a:srgbClr val="2B758E">
                <a:alpha val="100000"/>
              </a:srgbClr>
            </a:solidFill>
            <a:prstDash val="solid"/>
          </a:ln>
        </p:spPr>
      </p:sp>
      <p:sp>
        <p:nvSpPr>
          <p:cNvPr id="293" name="d_small_paired_path_4240">
            <a:extLst>
              <a:ext uri="{FF2B5EF4-FFF2-40B4-BE49-F238E27FC236}">
                <a16:creationId xmlns:a16="http://schemas.microsoft.com/office/drawing/2014/main" id="{21B918A8-EED9-4AA4-BCB3-616669D8C12F}"/>
              </a:ext>
            </a:extLst>
          </p:cNvPr>
          <p:cNvSpPr>
            <a:spLocks noGrp="1"/>
          </p:cNvSpPr>
          <p:nvPr/>
        </p:nvSpPr>
        <p:spPr>
          <a:xfrm>
            <a:off x="4365792" y="296106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B748E">
              <a:alpha val="100000"/>
            </a:srgbClr>
          </a:solidFill>
          <a:ln w="4652">
            <a:solidFill>
              <a:srgbClr val="2B748E">
                <a:alpha val="100000"/>
              </a:srgbClr>
            </a:solidFill>
            <a:prstDash val="solid"/>
          </a:ln>
        </p:spPr>
      </p:sp>
      <p:sp>
        <p:nvSpPr>
          <p:cNvPr id="294" name="d_small_paired_path_4241">
            <a:extLst>
              <a:ext uri="{FF2B5EF4-FFF2-40B4-BE49-F238E27FC236}">
                <a16:creationId xmlns:a16="http://schemas.microsoft.com/office/drawing/2014/main" id="{336F34D9-BEDC-405A-A4CE-632F28ACDD1B}"/>
              </a:ext>
            </a:extLst>
          </p:cNvPr>
          <p:cNvSpPr>
            <a:spLocks noGrp="1"/>
          </p:cNvSpPr>
          <p:nvPr/>
        </p:nvSpPr>
        <p:spPr>
          <a:xfrm>
            <a:off x="4365792" y="294823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738E">
              <a:alpha val="100000"/>
            </a:srgbClr>
          </a:solidFill>
          <a:ln w="4652">
            <a:solidFill>
              <a:srgbClr val="2C738E">
                <a:alpha val="100000"/>
              </a:srgbClr>
            </a:solidFill>
            <a:prstDash val="solid"/>
          </a:ln>
        </p:spPr>
      </p:sp>
      <p:sp>
        <p:nvSpPr>
          <p:cNvPr id="295" name="d_small_paired_path_4242">
            <a:extLst>
              <a:ext uri="{FF2B5EF4-FFF2-40B4-BE49-F238E27FC236}">
                <a16:creationId xmlns:a16="http://schemas.microsoft.com/office/drawing/2014/main" id="{4B963801-1CBF-49BB-8235-F4634379A69C}"/>
              </a:ext>
            </a:extLst>
          </p:cNvPr>
          <p:cNvSpPr>
            <a:spLocks noGrp="1"/>
          </p:cNvSpPr>
          <p:nvPr/>
        </p:nvSpPr>
        <p:spPr>
          <a:xfrm>
            <a:off x="4365792" y="293539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728E">
              <a:alpha val="100000"/>
            </a:srgbClr>
          </a:solidFill>
          <a:ln w="4652">
            <a:solidFill>
              <a:srgbClr val="2C728E">
                <a:alpha val="100000"/>
              </a:srgbClr>
            </a:solidFill>
            <a:prstDash val="solid"/>
          </a:ln>
        </p:spPr>
      </p:sp>
      <p:sp>
        <p:nvSpPr>
          <p:cNvPr id="296" name="d_small_paired_path_4243">
            <a:extLst>
              <a:ext uri="{FF2B5EF4-FFF2-40B4-BE49-F238E27FC236}">
                <a16:creationId xmlns:a16="http://schemas.microsoft.com/office/drawing/2014/main" id="{AF28DA49-84AD-4968-B241-F7DEECDAEE01}"/>
              </a:ext>
            </a:extLst>
          </p:cNvPr>
          <p:cNvSpPr>
            <a:spLocks noGrp="1"/>
          </p:cNvSpPr>
          <p:nvPr/>
        </p:nvSpPr>
        <p:spPr>
          <a:xfrm>
            <a:off x="4365792" y="29225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C718E">
              <a:alpha val="100000"/>
            </a:srgbClr>
          </a:solidFill>
          <a:ln w="4652">
            <a:solidFill>
              <a:srgbClr val="2C718E">
                <a:alpha val="100000"/>
              </a:srgbClr>
            </a:solidFill>
            <a:prstDash val="solid"/>
          </a:ln>
        </p:spPr>
      </p:sp>
      <p:sp>
        <p:nvSpPr>
          <p:cNvPr id="297" name="d_small_paired_path_4244">
            <a:extLst>
              <a:ext uri="{FF2B5EF4-FFF2-40B4-BE49-F238E27FC236}">
                <a16:creationId xmlns:a16="http://schemas.microsoft.com/office/drawing/2014/main" id="{BC877AEF-BEEA-48FC-853E-78ECA17378BA}"/>
              </a:ext>
            </a:extLst>
          </p:cNvPr>
          <p:cNvSpPr>
            <a:spLocks noGrp="1"/>
          </p:cNvSpPr>
          <p:nvPr/>
        </p:nvSpPr>
        <p:spPr>
          <a:xfrm>
            <a:off x="4365792" y="29097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D718E">
              <a:alpha val="100000"/>
            </a:srgbClr>
          </a:solidFill>
          <a:ln w="4652">
            <a:solidFill>
              <a:srgbClr val="2D718E">
                <a:alpha val="100000"/>
              </a:srgbClr>
            </a:solidFill>
            <a:prstDash val="solid"/>
          </a:ln>
        </p:spPr>
      </p:sp>
      <p:sp>
        <p:nvSpPr>
          <p:cNvPr id="298" name="d_small_paired_path_4245">
            <a:extLst>
              <a:ext uri="{FF2B5EF4-FFF2-40B4-BE49-F238E27FC236}">
                <a16:creationId xmlns:a16="http://schemas.microsoft.com/office/drawing/2014/main" id="{A2F2F822-95E2-4D12-94D8-F216CFF9E081}"/>
              </a:ext>
            </a:extLst>
          </p:cNvPr>
          <p:cNvSpPr>
            <a:spLocks noGrp="1"/>
          </p:cNvSpPr>
          <p:nvPr/>
        </p:nvSpPr>
        <p:spPr>
          <a:xfrm>
            <a:off x="4365792" y="28968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D708E">
              <a:alpha val="100000"/>
            </a:srgbClr>
          </a:solidFill>
          <a:ln w="4652">
            <a:solidFill>
              <a:srgbClr val="2D708E">
                <a:alpha val="100000"/>
              </a:srgbClr>
            </a:solidFill>
            <a:prstDash val="solid"/>
          </a:ln>
        </p:spPr>
      </p:sp>
      <p:sp>
        <p:nvSpPr>
          <p:cNvPr id="299" name="d_small_paired_path_4246">
            <a:extLst>
              <a:ext uri="{FF2B5EF4-FFF2-40B4-BE49-F238E27FC236}">
                <a16:creationId xmlns:a16="http://schemas.microsoft.com/office/drawing/2014/main" id="{6CCACBA0-DE29-40D9-94C6-D6AF259617E6}"/>
              </a:ext>
            </a:extLst>
          </p:cNvPr>
          <p:cNvSpPr>
            <a:spLocks noGrp="1"/>
          </p:cNvSpPr>
          <p:nvPr/>
        </p:nvSpPr>
        <p:spPr>
          <a:xfrm>
            <a:off x="4365792" y="288405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6F8E">
              <a:alpha val="100000"/>
            </a:srgbClr>
          </a:solidFill>
          <a:ln w="4652">
            <a:solidFill>
              <a:srgbClr val="2E6F8E">
                <a:alpha val="100000"/>
              </a:srgbClr>
            </a:solidFill>
            <a:prstDash val="solid"/>
          </a:ln>
        </p:spPr>
      </p:sp>
      <p:sp>
        <p:nvSpPr>
          <p:cNvPr id="300" name="d_small_paired_path_4247">
            <a:extLst>
              <a:ext uri="{FF2B5EF4-FFF2-40B4-BE49-F238E27FC236}">
                <a16:creationId xmlns:a16="http://schemas.microsoft.com/office/drawing/2014/main" id="{1A4697A1-50A2-4C8A-8CCC-65DA20B1DF26}"/>
              </a:ext>
            </a:extLst>
          </p:cNvPr>
          <p:cNvSpPr>
            <a:spLocks noGrp="1"/>
          </p:cNvSpPr>
          <p:nvPr/>
        </p:nvSpPr>
        <p:spPr>
          <a:xfrm>
            <a:off x="4365792" y="28712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6E8E">
              <a:alpha val="100000"/>
            </a:srgbClr>
          </a:solidFill>
          <a:ln w="4652">
            <a:solidFill>
              <a:srgbClr val="2E6E8E">
                <a:alpha val="100000"/>
              </a:srgbClr>
            </a:solidFill>
            <a:prstDash val="solid"/>
          </a:ln>
        </p:spPr>
      </p:sp>
      <p:sp>
        <p:nvSpPr>
          <p:cNvPr id="301" name="d_small_paired_path_4248">
            <a:extLst>
              <a:ext uri="{FF2B5EF4-FFF2-40B4-BE49-F238E27FC236}">
                <a16:creationId xmlns:a16="http://schemas.microsoft.com/office/drawing/2014/main" id="{057F56B4-001A-402A-AE66-A65FC0E08C9E}"/>
              </a:ext>
            </a:extLst>
          </p:cNvPr>
          <p:cNvSpPr>
            <a:spLocks noGrp="1"/>
          </p:cNvSpPr>
          <p:nvPr/>
        </p:nvSpPr>
        <p:spPr>
          <a:xfrm>
            <a:off x="4365792" y="28583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E6D8E">
              <a:alpha val="100000"/>
            </a:srgbClr>
          </a:solidFill>
          <a:ln w="4652">
            <a:solidFill>
              <a:srgbClr val="2E6D8E">
                <a:alpha val="100000"/>
              </a:srgbClr>
            </a:solidFill>
            <a:prstDash val="solid"/>
          </a:ln>
        </p:spPr>
      </p:sp>
      <p:sp>
        <p:nvSpPr>
          <p:cNvPr id="302" name="d_small_paired_path_4249">
            <a:extLst>
              <a:ext uri="{FF2B5EF4-FFF2-40B4-BE49-F238E27FC236}">
                <a16:creationId xmlns:a16="http://schemas.microsoft.com/office/drawing/2014/main" id="{9CB16465-B444-4A3E-84E6-0F76FD6E3F52}"/>
              </a:ext>
            </a:extLst>
          </p:cNvPr>
          <p:cNvSpPr>
            <a:spLocks noGrp="1"/>
          </p:cNvSpPr>
          <p:nvPr/>
        </p:nvSpPr>
        <p:spPr>
          <a:xfrm>
            <a:off x="4365792" y="28455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F6C8E">
              <a:alpha val="100000"/>
            </a:srgbClr>
          </a:solidFill>
          <a:ln w="4652">
            <a:solidFill>
              <a:srgbClr val="2F6C8E">
                <a:alpha val="100000"/>
              </a:srgbClr>
            </a:solidFill>
            <a:prstDash val="solid"/>
          </a:ln>
        </p:spPr>
      </p:sp>
      <p:sp>
        <p:nvSpPr>
          <p:cNvPr id="303" name="d_small_paired_path_4250">
            <a:extLst>
              <a:ext uri="{FF2B5EF4-FFF2-40B4-BE49-F238E27FC236}">
                <a16:creationId xmlns:a16="http://schemas.microsoft.com/office/drawing/2014/main" id="{184C2AB8-D7F2-4595-AA70-4BC2EDE7D41E}"/>
              </a:ext>
            </a:extLst>
          </p:cNvPr>
          <p:cNvSpPr>
            <a:spLocks noGrp="1"/>
          </p:cNvSpPr>
          <p:nvPr/>
        </p:nvSpPr>
        <p:spPr>
          <a:xfrm>
            <a:off x="4365792" y="283270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2F6B8E">
              <a:alpha val="100000"/>
            </a:srgbClr>
          </a:solidFill>
          <a:ln w="4652">
            <a:solidFill>
              <a:srgbClr val="2F6B8E">
                <a:alpha val="100000"/>
              </a:srgbClr>
            </a:solidFill>
            <a:prstDash val="solid"/>
          </a:ln>
        </p:spPr>
      </p:sp>
      <p:sp>
        <p:nvSpPr>
          <p:cNvPr id="304" name="d_small_paired_path_4251">
            <a:extLst>
              <a:ext uri="{FF2B5EF4-FFF2-40B4-BE49-F238E27FC236}">
                <a16:creationId xmlns:a16="http://schemas.microsoft.com/office/drawing/2014/main" id="{C5D1DA3B-3F08-492A-B4C7-864D82F440FB}"/>
              </a:ext>
            </a:extLst>
          </p:cNvPr>
          <p:cNvSpPr>
            <a:spLocks noGrp="1"/>
          </p:cNvSpPr>
          <p:nvPr/>
        </p:nvSpPr>
        <p:spPr>
          <a:xfrm>
            <a:off x="4365792" y="28198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06A8E">
              <a:alpha val="100000"/>
            </a:srgbClr>
          </a:solidFill>
          <a:ln w="4652">
            <a:solidFill>
              <a:srgbClr val="306A8E">
                <a:alpha val="100000"/>
              </a:srgbClr>
            </a:solidFill>
            <a:prstDash val="solid"/>
          </a:ln>
        </p:spPr>
      </p:sp>
      <p:sp>
        <p:nvSpPr>
          <p:cNvPr id="305" name="d_small_paired_path_4252">
            <a:extLst>
              <a:ext uri="{FF2B5EF4-FFF2-40B4-BE49-F238E27FC236}">
                <a16:creationId xmlns:a16="http://schemas.microsoft.com/office/drawing/2014/main" id="{D7E3AC10-CBA2-41EB-B0C9-4D22D7915253}"/>
              </a:ext>
            </a:extLst>
          </p:cNvPr>
          <p:cNvSpPr>
            <a:spLocks noGrp="1"/>
          </p:cNvSpPr>
          <p:nvPr/>
        </p:nvSpPr>
        <p:spPr>
          <a:xfrm>
            <a:off x="4365792" y="28070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0698E">
              <a:alpha val="100000"/>
            </a:srgbClr>
          </a:solidFill>
          <a:ln w="4652">
            <a:solidFill>
              <a:srgbClr val="30698E">
                <a:alpha val="100000"/>
              </a:srgbClr>
            </a:solidFill>
            <a:prstDash val="solid"/>
          </a:ln>
        </p:spPr>
      </p:sp>
      <p:sp>
        <p:nvSpPr>
          <p:cNvPr id="306" name="d_small_paired_path_4253">
            <a:extLst>
              <a:ext uri="{FF2B5EF4-FFF2-40B4-BE49-F238E27FC236}">
                <a16:creationId xmlns:a16="http://schemas.microsoft.com/office/drawing/2014/main" id="{E7A66892-B1CD-4803-9AFE-F278BD07412C}"/>
              </a:ext>
            </a:extLst>
          </p:cNvPr>
          <p:cNvSpPr>
            <a:spLocks noGrp="1"/>
          </p:cNvSpPr>
          <p:nvPr/>
        </p:nvSpPr>
        <p:spPr>
          <a:xfrm>
            <a:off x="4365792" y="27941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688E">
              <a:alpha val="100000"/>
            </a:srgbClr>
          </a:solidFill>
          <a:ln w="4652">
            <a:solidFill>
              <a:srgbClr val="31688E">
                <a:alpha val="100000"/>
              </a:srgbClr>
            </a:solidFill>
            <a:prstDash val="solid"/>
          </a:ln>
        </p:spPr>
      </p:sp>
      <p:sp>
        <p:nvSpPr>
          <p:cNvPr id="307" name="d_small_paired_path_4254">
            <a:extLst>
              <a:ext uri="{FF2B5EF4-FFF2-40B4-BE49-F238E27FC236}">
                <a16:creationId xmlns:a16="http://schemas.microsoft.com/office/drawing/2014/main" id="{E8423C17-DB5E-495A-A7CF-C0065D0B1C08}"/>
              </a:ext>
            </a:extLst>
          </p:cNvPr>
          <p:cNvSpPr>
            <a:spLocks noGrp="1"/>
          </p:cNvSpPr>
          <p:nvPr/>
        </p:nvSpPr>
        <p:spPr>
          <a:xfrm>
            <a:off x="4365792" y="278136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678E">
              <a:alpha val="100000"/>
            </a:srgbClr>
          </a:solidFill>
          <a:ln w="4652">
            <a:solidFill>
              <a:srgbClr val="31678E">
                <a:alpha val="100000"/>
              </a:srgbClr>
            </a:solidFill>
            <a:prstDash val="solid"/>
          </a:ln>
        </p:spPr>
      </p:sp>
      <p:sp>
        <p:nvSpPr>
          <p:cNvPr id="308" name="d_small_paired_path_4255">
            <a:extLst>
              <a:ext uri="{FF2B5EF4-FFF2-40B4-BE49-F238E27FC236}">
                <a16:creationId xmlns:a16="http://schemas.microsoft.com/office/drawing/2014/main" id="{09EA0E16-C51A-4303-B158-B22DFBFC0DA1}"/>
              </a:ext>
            </a:extLst>
          </p:cNvPr>
          <p:cNvSpPr>
            <a:spLocks noGrp="1"/>
          </p:cNvSpPr>
          <p:nvPr/>
        </p:nvSpPr>
        <p:spPr>
          <a:xfrm>
            <a:off x="4365792" y="27685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1668E">
              <a:alpha val="100000"/>
            </a:srgbClr>
          </a:solidFill>
          <a:ln w="4652">
            <a:solidFill>
              <a:srgbClr val="31668E">
                <a:alpha val="100000"/>
              </a:srgbClr>
            </a:solidFill>
            <a:prstDash val="solid"/>
          </a:ln>
        </p:spPr>
      </p:sp>
      <p:sp>
        <p:nvSpPr>
          <p:cNvPr id="309" name="d_small_paired_path_4256">
            <a:extLst>
              <a:ext uri="{FF2B5EF4-FFF2-40B4-BE49-F238E27FC236}">
                <a16:creationId xmlns:a16="http://schemas.microsoft.com/office/drawing/2014/main" id="{C4B180FA-4D73-4D4E-890D-403D6B625D6D}"/>
              </a:ext>
            </a:extLst>
          </p:cNvPr>
          <p:cNvSpPr>
            <a:spLocks noGrp="1"/>
          </p:cNvSpPr>
          <p:nvPr/>
        </p:nvSpPr>
        <p:spPr>
          <a:xfrm>
            <a:off x="4365792" y="27556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2658E">
              <a:alpha val="100000"/>
            </a:srgbClr>
          </a:solidFill>
          <a:ln w="4652">
            <a:solidFill>
              <a:srgbClr val="32658E">
                <a:alpha val="100000"/>
              </a:srgbClr>
            </a:solidFill>
            <a:prstDash val="solid"/>
          </a:ln>
        </p:spPr>
      </p:sp>
      <p:sp>
        <p:nvSpPr>
          <p:cNvPr id="310" name="d_small_paired_path_4257">
            <a:extLst>
              <a:ext uri="{FF2B5EF4-FFF2-40B4-BE49-F238E27FC236}">
                <a16:creationId xmlns:a16="http://schemas.microsoft.com/office/drawing/2014/main" id="{155BAE01-B110-4041-BC2E-8FF42485509C}"/>
              </a:ext>
            </a:extLst>
          </p:cNvPr>
          <p:cNvSpPr>
            <a:spLocks noGrp="1"/>
          </p:cNvSpPr>
          <p:nvPr/>
        </p:nvSpPr>
        <p:spPr>
          <a:xfrm>
            <a:off x="4365792" y="27428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2648E">
              <a:alpha val="100000"/>
            </a:srgbClr>
          </a:solidFill>
          <a:ln w="4652">
            <a:solidFill>
              <a:srgbClr val="32648E">
                <a:alpha val="100000"/>
              </a:srgbClr>
            </a:solidFill>
            <a:prstDash val="solid"/>
          </a:ln>
        </p:spPr>
      </p:sp>
      <p:sp>
        <p:nvSpPr>
          <p:cNvPr id="311" name="d_small_paired_path_4258">
            <a:extLst>
              <a:ext uri="{FF2B5EF4-FFF2-40B4-BE49-F238E27FC236}">
                <a16:creationId xmlns:a16="http://schemas.microsoft.com/office/drawing/2014/main" id="{E5B2FAEB-67D3-4669-AF89-4F812A03E233}"/>
              </a:ext>
            </a:extLst>
          </p:cNvPr>
          <p:cNvSpPr>
            <a:spLocks noGrp="1"/>
          </p:cNvSpPr>
          <p:nvPr/>
        </p:nvSpPr>
        <p:spPr>
          <a:xfrm>
            <a:off x="4365792" y="273001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3638D">
              <a:alpha val="100000"/>
            </a:srgbClr>
          </a:solidFill>
          <a:ln w="4652">
            <a:solidFill>
              <a:srgbClr val="33638D">
                <a:alpha val="100000"/>
              </a:srgbClr>
            </a:solidFill>
            <a:prstDash val="solid"/>
          </a:ln>
        </p:spPr>
      </p:sp>
      <p:sp>
        <p:nvSpPr>
          <p:cNvPr id="312" name="d_small_paired_path_4259">
            <a:extLst>
              <a:ext uri="{FF2B5EF4-FFF2-40B4-BE49-F238E27FC236}">
                <a16:creationId xmlns:a16="http://schemas.microsoft.com/office/drawing/2014/main" id="{12CFE5F3-16F9-476F-9A21-C4606A08EDFA}"/>
              </a:ext>
            </a:extLst>
          </p:cNvPr>
          <p:cNvSpPr>
            <a:spLocks noGrp="1"/>
          </p:cNvSpPr>
          <p:nvPr/>
        </p:nvSpPr>
        <p:spPr>
          <a:xfrm>
            <a:off x="4365792" y="271717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3628D">
              <a:alpha val="100000"/>
            </a:srgbClr>
          </a:solidFill>
          <a:ln w="4652">
            <a:solidFill>
              <a:srgbClr val="33628D">
                <a:alpha val="100000"/>
              </a:srgbClr>
            </a:solidFill>
            <a:prstDash val="solid"/>
          </a:ln>
        </p:spPr>
      </p:sp>
      <p:sp>
        <p:nvSpPr>
          <p:cNvPr id="313" name="d_small_paired_path_4260">
            <a:extLst>
              <a:ext uri="{FF2B5EF4-FFF2-40B4-BE49-F238E27FC236}">
                <a16:creationId xmlns:a16="http://schemas.microsoft.com/office/drawing/2014/main" id="{A2574244-220E-45DE-B17A-BABA88E3E14D}"/>
              </a:ext>
            </a:extLst>
          </p:cNvPr>
          <p:cNvSpPr>
            <a:spLocks noGrp="1"/>
          </p:cNvSpPr>
          <p:nvPr/>
        </p:nvSpPr>
        <p:spPr>
          <a:xfrm>
            <a:off x="4365792" y="270434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4618D">
              <a:alpha val="100000"/>
            </a:srgbClr>
          </a:solidFill>
          <a:ln w="4652">
            <a:solidFill>
              <a:srgbClr val="34618D">
                <a:alpha val="100000"/>
              </a:srgbClr>
            </a:solidFill>
            <a:prstDash val="solid"/>
          </a:ln>
        </p:spPr>
      </p:sp>
      <p:sp>
        <p:nvSpPr>
          <p:cNvPr id="314" name="d_small_paired_path_4261">
            <a:extLst>
              <a:ext uri="{FF2B5EF4-FFF2-40B4-BE49-F238E27FC236}">
                <a16:creationId xmlns:a16="http://schemas.microsoft.com/office/drawing/2014/main" id="{FE35CFDB-6BBF-498F-8D24-ABB8862E3F81}"/>
              </a:ext>
            </a:extLst>
          </p:cNvPr>
          <p:cNvSpPr>
            <a:spLocks noGrp="1"/>
          </p:cNvSpPr>
          <p:nvPr/>
        </p:nvSpPr>
        <p:spPr>
          <a:xfrm>
            <a:off x="4365792" y="269150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4608D">
              <a:alpha val="100000"/>
            </a:srgbClr>
          </a:solidFill>
          <a:ln w="4652">
            <a:solidFill>
              <a:srgbClr val="34608D">
                <a:alpha val="100000"/>
              </a:srgbClr>
            </a:solidFill>
            <a:prstDash val="solid"/>
          </a:ln>
        </p:spPr>
      </p:sp>
      <p:sp>
        <p:nvSpPr>
          <p:cNvPr id="315" name="d_small_paired_path_4262">
            <a:extLst>
              <a:ext uri="{FF2B5EF4-FFF2-40B4-BE49-F238E27FC236}">
                <a16:creationId xmlns:a16="http://schemas.microsoft.com/office/drawing/2014/main" id="{4777ACDB-42DC-43E6-911C-FA859EA744B1}"/>
              </a:ext>
            </a:extLst>
          </p:cNvPr>
          <p:cNvSpPr>
            <a:spLocks noGrp="1"/>
          </p:cNvSpPr>
          <p:nvPr/>
        </p:nvSpPr>
        <p:spPr>
          <a:xfrm>
            <a:off x="4365792" y="267867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55F8D">
              <a:alpha val="100000"/>
            </a:srgbClr>
          </a:solidFill>
          <a:ln w="4652">
            <a:solidFill>
              <a:srgbClr val="355F8D">
                <a:alpha val="100000"/>
              </a:srgbClr>
            </a:solidFill>
            <a:prstDash val="solid"/>
          </a:ln>
        </p:spPr>
      </p:sp>
      <p:sp>
        <p:nvSpPr>
          <p:cNvPr id="316" name="d_small_paired_path_4263">
            <a:extLst>
              <a:ext uri="{FF2B5EF4-FFF2-40B4-BE49-F238E27FC236}">
                <a16:creationId xmlns:a16="http://schemas.microsoft.com/office/drawing/2014/main" id="{40A8D106-82B8-4F2C-A1CE-7D7964CC7BDD}"/>
              </a:ext>
            </a:extLst>
          </p:cNvPr>
          <p:cNvSpPr>
            <a:spLocks noGrp="1"/>
          </p:cNvSpPr>
          <p:nvPr/>
        </p:nvSpPr>
        <p:spPr>
          <a:xfrm>
            <a:off x="4365792" y="266583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55E8D">
              <a:alpha val="100000"/>
            </a:srgbClr>
          </a:solidFill>
          <a:ln w="4652">
            <a:solidFill>
              <a:srgbClr val="355E8D">
                <a:alpha val="100000"/>
              </a:srgbClr>
            </a:solidFill>
            <a:prstDash val="solid"/>
          </a:ln>
        </p:spPr>
      </p:sp>
      <p:sp>
        <p:nvSpPr>
          <p:cNvPr id="317" name="d_small_paired_path_4264">
            <a:extLst>
              <a:ext uri="{FF2B5EF4-FFF2-40B4-BE49-F238E27FC236}">
                <a16:creationId xmlns:a16="http://schemas.microsoft.com/office/drawing/2014/main" id="{AA25BE3B-10F4-4704-B9FF-139FE98232AF}"/>
              </a:ext>
            </a:extLst>
          </p:cNvPr>
          <p:cNvSpPr>
            <a:spLocks noGrp="1"/>
          </p:cNvSpPr>
          <p:nvPr/>
        </p:nvSpPr>
        <p:spPr>
          <a:xfrm>
            <a:off x="4365792" y="265299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65D8D">
              <a:alpha val="100000"/>
            </a:srgbClr>
          </a:solidFill>
          <a:ln w="4652">
            <a:solidFill>
              <a:srgbClr val="365D8D">
                <a:alpha val="100000"/>
              </a:srgbClr>
            </a:solidFill>
            <a:prstDash val="solid"/>
          </a:ln>
        </p:spPr>
      </p:sp>
      <p:sp>
        <p:nvSpPr>
          <p:cNvPr id="318" name="d_small_paired_path_4265">
            <a:extLst>
              <a:ext uri="{FF2B5EF4-FFF2-40B4-BE49-F238E27FC236}">
                <a16:creationId xmlns:a16="http://schemas.microsoft.com/office/drawing/2014/main" id="{682FB751-A237-4EF1-A9E6-B8F2A1921B6B}"/>
              </a:ext>
            </a:extLst>
          </p:cNvPr>
          <p:cNvSpPr>
            <a:spLocks noGrp="1"/>
          </p:cNvSpPr>
          <p:nvPr/>
        </p:nvSpPr>
        <p:spPr>
          <a:xfrm>
            <a:off x="4365792" y="264016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65C8D">
              <a:alpha val="100000"/>
            </a:srgbClr>
          </a:solidFill>
          <a:ln w="4652">
            <a:solidFill>
              <a:srgbClr val="365C8D">
                <a:alpha val="100000"/>
              </a:srgbClr>
            </a:solidFill>
            <a:prstDash val="solid"/>
          </a:ln>
        </p:spPr>
      </p:sp>
      <p:sp>
        <p:nvSpPr>
          <p:cNvPr id="319" name="d_small_paired_path_4266">
            <a:extLst>
              <a:ext uri="{FF2B5EF4-FFF2-40B4-BE49-F238E27FC236}">
                <a16:creationId xmlns:a16="http://schemas.microsoft.com/office/drawing/2014/main" id="{83E7CA54-5147-46D7-B10A-CD738F3A073D}"/>
              </a:ext>
            </a:extLst>
          </p:cNvPr>
          <p:cNvSpPr>
            <a:spLocks noGrp="1"/>
          </p:cNvSpPr>
          <p:nvPr/>
        </p:nvSpPr>
        <p:spPr>
          <a:xfrm>
            <a:off x="4365792" y="262732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75B8D">
              <a:alpha val="100000"/>
            </a:srgbClr>
          </a:solidFill>
          <a:ln w="4652">
            <a:solidFill>
              <a:srgbClr val="375B8D">
                <a:alpha val="100000"/>
              </a:srgbClr>
            </a:solidFill>
            <a:prstDash val="solid"/>
          </a:ln>
        </p:spPr>
      </p:sp>
      <p:sp>
        <p:nvSpPr>
          <p:cNvPr id="320" name="d_small_paired_path_4267">
            <a:extLst>
              <a:ext uri="{FF2B5EF4-FFF2-40B4-BE49-F238E27FC236}">
                <a16:creationId xmlns:a16="http://schemas.microsoft.com/office/drawing/2014/main" id="{FA37FCED-B124-47AB-B3E2-EE8BA41C41D4}"/>
              </a:ext>
            </a:extLst>
          </p:cNvPr>
          <p:cNvSpPr>
            <a:spLocks noGrp="1"/>
          </p:cNvSpPr>
          <p:nvPr/>
        </p:nvSpPr>
        <p:spPr>
          <a:xfrm>
            <a:off x="4365792" y="261448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75A8C">
              <a:alpha val="100000"/>
            </a:srgbClr>
          </a:solidFill>
          <a:ln w="4652">
            <a:solidFill>
              <a:srgbClr val="375A8C">
                <a:alpha val="100000"/>
              </a:srgbClr>
            </a:solidFill>
            <a:prstDash val="solid"/>
          </a:ln>
        </p:spPr>
      </p:sp>
      <p:sp>
        <p:nvSpPr>
          <p:cNvPr id="321" name="d_small_paired_path_4268">
            <a:extLst>
              <a:ext uri="{FF2B5EF4-FFF2-40B4-BE49-F238E27FC236}">
                <a16:creationId xmlns:a16="http://schemas.microsoft.com/office/drawing/2014/main" id="{E035922A-2FF7-472C-AB1E-DF5213C994AC}"/>
              </a:ext>
            </a:extLst>
          </p:cNvPr>
          <p:cNvSpPr>
            <a:spLocks noGrp="1"/>
          </p:cNvSpPr>
          <p:nvPr/>
        </p:nvSpPr>
        <p:spPr>
          <a:xfrm>
            <a:off x="4365792" y="260165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8598C">
              <a:alpha val="100000"/>
            </a:srgbClr>
          </a:solidFill>
          <a:ln w="4652">
            <a:solidFill>
              <a:srgbClr val="38598C">
                <a:alpha val="100000"/>
              </a:srgbClr>
            </a:solidFill>
            <a:prstDash val="solid"/>
          </a:ln>
        </p:spPr>
      </p:sp>
      <p:sp>
        <p:nvSpPr>
          <p:cNvPr id="322" name="d_small_paired_path_4269">
            <a:extLst>
              <a:ext uri="{FF2B5EF4-FFF2-40B4-BE49-F238E27FC236}">
                <a16:creationId xmlns:a16="http://schemas.microsoft.com/office/drawing/2014/main" id="{043280F3-C7A6-46F7-9D0E-747046795560}"/>
              </a:ext>
            </a:extLst>
          </p:cNvPr>
          <p:cNvSpPr>
            <a:spLocks noGrp="1"/>
          </p:cNvSpPr>
          <p:nvPr/>
        </p:nvSpPr>
        <p:spPr>
          <a:xfrm>
            <a:off x="4365792" y="258881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8588C">
              <a:alpha val="100000"/>
            </a:srgbClr>
          </a:solidFill>
          <a:ln w="4652">
            <a:solidFill>
              <a:srgbClr val="38588C">
                <a:alpha val="100000"/>
              </a:srgbClr>
            </a:solidFill>
            <a:prstDash val="solid"/>
          </a:ln>
        </p:spPr>
      </p:sp>
      <p:sp>
        <p:nvSpPr>
          <p:cNvPr id="323" name="d_small_paired_path_4270">
            <a:extLst>
              <a:ext uri="{FF2B5EF4-FFF2-40B4-BE49-F238E27FC236}">
                <a16:creationId xmlns:a16="http://schemas.microsoft.com/office/drawing/2014/main" id="{66742A16-F4F4-430A-87FE-77DF29334CDD}"/>
              </a:ext>
            </a:extLst>
          </p:cNvPr>
          <p:cNvSpPr>
            <a:spLocks noGrp="1"/>
          </p:cNvSpPr>
          <p:nvPr/>
        </p:nvSpPr>
        <p:spPr>
          <a:xfrm>
            <a:off x="4365792" y="257598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9568C">
              <a:alpha val="100000"/>
            </a:srgbClr>
          </a:solidFill>
          <a:ln w="4652">
            <a:solidFill>
              <a:srgbClr val="39568C">
                <a:alpha val="100000"/>
              </a:srgbClr>
            </a:solidFill>
            <a:prstDash val="solid"/>
          </a:ln>
        </p:spPr>
      </p:sp>
      <p:sp>
        <p:nvSpPr>
          <p:cNvPr id="324" name="d_small_paired_path_4271">
            <a:extLst>
              <a:ext uri="{FF2B5EF4-FFF2-40B4-BE49-F238E27FC236}">
                <a16:creationId xmlns:a16="http://schemas.microsoft.com/office/drawing/2014/main" id="{0688FBEB-3FBF-47FF-9D71-5EF891517315}"/>
              </a:ext>
            </a:extLst>
          </p:cNvPr>
          <p:cNvSpPr>
            <a:spLocks noGrp="1"/>
          </p:cNvSpPr>
          <p:nvPr/>
        </p:nvSpPr>
        <p:spPr>
          <a:xfrm>
            <a:off x="4365792" y="256314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9558C">
              <a:alpha val="100000"/>
            </a:srgbClr>
          </a:solidFill>
          <a:ln w="4652">
            <a:solidFill>
              <a:srgbClr val="39558C">
                <a:alpha val="100000"/>
              </a:srgbClr>
            </a:solidFill>
            <a:prstDash val="solid"/>
          </a:ln>
        </p:spPr>
      </p:sp>
      <p:sp>
        <p:nvSpPr>
          <p:cNvPr id="325" name="d_small_paired_path_4272">
            <a:extLst>
              <a:ext uri="{FF2B5EF4-FFF2-40B4-BE49-F238E27FC236}">
                <a16:creationId xmlns:a16="http://schemas.microsoft.com/office/drawing/2014/main" id="{80F16E78-DECF-44D1-8BA3-6B153D4BA34E}"/>
              </a:ext>
            </a:extLst>
          </p:cNvPr>
          <p:cNvSpPr>
            <a:spLocks noGrp="1"/>
          </p:cNvSpPr>
          <p:nvPr/>
        </p:nvSpPr>
        <p:spPr>
          <a:xfrm>
            <a:off x="4365792" y="255030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A548C">
              <a:alpha val="100000"/>
            </a:srgbClr>
          </a:solidFill>
          <a:ln w="4652">
            <a:solidFill>
              <a:srgbClr val="3A548C">
                <a:alpha val="100000"/>
              </a:srgbClr>
            </a:solidFill>
            <a:prstDash val="solid"/>
          </a:ln>
        </p:spPr>
      </p:sp>
      <p:sp>
        <p:nvSpPr>
          <p:cNvPr id="326" name="d_small_paired_path_4273">
            <a:extLst>
              <a:ext uri="{FF2B5EF4-FFF2-40B4-BE49-F238E27FC236}">
                <a16:creationId xmlns:a16="http://schemas.microsoft.com/office/drawing/2014/main" id="{C5A05894-E695-439E-8638-E840CDEC4887}"/>
              </a:ext>
            </a:extLst>
          </p:cNvPr>
          <p:cNvSpPr>
            <a:spLocks noGrp="1"/>
          </p:cNvSpPr>
          <p:nvPr/>
        </p:nvSpPr>
        <p:spPr>
          <a:xfrm>
            <a:off x="4365792" y="253747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A538B">
              <a:alpha val="100000"/>
            </a:srgbClr>
          </a:solidFill>
          <a:ln w="4652">
            <a:solidFill>
              <a:srgbClr val="3A538B">
                <a:alpha val="100000"/>
              </a:srgbClr>
            </a:solidFill>
            <a:prstDash val="solid"/>
          </a:ln>
        </p:spPr>
      </p:sp>
      <p:sp>
        <p:nvSpPr>
          <p:cNvPr id="327" name="d_small_paired_path_4274">
            <a:extLst>
              <a:ext uri="{FF2B5EF4-FFF2-40B4-BE49-F238E27FC236}">
                <a16:creationId xmlns:a16="http://schemas.microsoft.com/office/drawing/2014/main" id="{AC6951E3-43B7-4FDE-994D-156C9B3D5682}"/>
              </a:ext>
            </a:extLst>
          </p:cNvPr>
          <p:cNvSpPr>
            <a:spLocks noGrp="1"/>
          </p:cNvSpPr>
          <p:nvPr/>
        </p:nvSpPr>
        <p:spPr>
          <a:xfrm>
            <a:off x="4365792" y="252463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B528B">
              <a:alpha val="100000"/>
            </a:srgbClr>
          </a:solidFill>
          <a:ln w="4652">
            <a:solidFill>
              <a:srgbClr val="3B528B">
                <a:alpha val="100000"/>
              </a:srgbClr>
            </a:solidFill>
            <a:prstDash val="solid"/>
          </a:ln>
        </p:spPr>
      </p:sp>
      <p:sp>
        <p:nvSpPr>
          <p:cNvPr id="328" name="d_small_paired_path_4275">
            <a:extLst>
              <a:ext uri="{FF2B5EF4-FFF2-40B4-BE49-F238E27FC236}">
                <a16:creationId xmlns:a16="http://schemas.microsoft.com/office/drawing/2014/main" id="{2144C03B-D66F-4A04-BEF4-4BF0295DD022}"/>
              </a:ext>
            </a:extLst>
          </p:cNvPr>
          <p:cNvSpPr>
            <a:spLocks noGrp="1"/>
          </p:cNvSpPr>
          <p:nvPr/>
        </p:nvSpPr>
        <p:spPr>
          <a:xfrm>
            <a:off x="4365792" y="251179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B518B">
              <a:alpha val="100000"/>
            </a:srgbClr>
          </a:solidFill>
          <a:ln w="4652">
            <a:solidFill>
              <a:srgbClr val="3B518B">
                <a:alpha val="100000"/>
              </a:srgbClr>
            </a:solidFill>
            <a:prstDash val="solid"/>
          </a:ln>
        </p:spPr>
      </p:sp>
      <p:sp>
        <p:nvSpPr>
          <p:cNvPr id="329" name="d_small_paired_path_4276">
            <a:extLst>
              <a:ext uri="{FF2B5EF4-FFF2-40B4-BE49-F238E27FC236}">
                <a16:creationId xmlns:a16="http://schemas.microsoft.com/office/drawing/2014/main" id="{FF5A2337-831D-49BE-B797-3E2EE43A03D4}"/>
              </a:ext>
            </a:extLst>
          </p:cNvPr>
          <p:cNvSpPr>
            <a:spLocks noGrp="1"/>
          </p:cNvSpPr>
          <p:nvPr/>
        </p:nvSpPr>
        <p:spPr>
          <a:xfrm>
            <a:off x="4365792" y="249896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C508B">
              <a:alpha val="100000"/>
            </a:srgbClr>
          </a:solidFill>
          <a:ln w="4652">
            <a:solidFill>
              <a:srgbClr val="3C508B">
                <a:alpha val="100000"/>
              </a:srgbClr>
            </a:solidFill>
            <a:prstDash val="solid"/>
          </a:ln>
        </p:spPr>
      </p:sp>
      <p:sp>
        <p:nvSpPr>
          <p:cNvPr id="330" name="d_small_paired_path_4277">
            <a:extLst>
              <a:ext uri="{FF2B5EF4-FFF2-40B4-BE49-F238E27FC236}">
                <a16:creationId xmlns:a16="http://schemas.microsoft.com/office/drawing/2014/main" id="{A468B05B-93D5-48B8-90C5-FE968DA63F01}"/>
              </a:ext>
            </a:extLst>
          </p:cNvPr>
          <p:cNvSpPr>
            <a:spLocks noGrp="1"/>
          </p:cNvSpPr>
          <p:nvPr/>
        </p:nvSpPr>
        <p:spPr>
          <a:xfrm>
            <a:off x="4365792" y="248612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C4F8A">
              <a:alpha val="100000"/>
            </a:srgbClr>
          </a:solidFill>
          <a:ln w="4652">
            <a:solidFill>
              <a:srgbClr val="3C4F8A">
                <a:alpha val="100000"/>
              </a:srgbClr>
            </a:solidFill>
            <a:prstDash val="solid"/>
          </a:ln>
        </p:spPr>
      </p:sp>
      <p:sp>
        <p:nvSpPr>
          <p:cNvPr id="331" name="d_small_paired_path_4278">
            <a:extLst>
              <a:ext uri="{FF2B5EF4-FFF2-40B4-BE49-F238E27FC236}">
                <a16:creationId xmlns:a16="http://schemas.microsoft.com/office/drawing/2014/main" id="{85B3AB2D-8BDA-4E25-9543-25DB12DB155F}"/>
              </a:ext>
            </a:extLst>
          </p:cNvPr>
          <p:cNvSpPr>
            <a:spLocks noGrp="1"/>
          </p:cNvSpPr>
          <p:nvPr/>
        </p:nvSpPr>
        <p:spPr>
          <a:xfrm>
            <a:off x="4365792" y="247329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D4E8A">
              <a:alpha val="100000"/>
            </a:srgbClr>
          </a:solidFill>
          <a:ln w="4652">
            <a:solidFill>
              <a:srgbClr val="3D4E8A">
                <a:alpha val="100000"/>
              </a:srgbClr>
            </a:solidFill>
            <a:prstDash val="solid"/>
          </a:ln>
        </p:spPr>
      </p:sp>
      <p:sp>
        <p:nvSpPr>
          <p:cNvPr id="332" name="d_small_paired_path_4279">
            <a:extLst>
              <a:ext uri="{FF2B5EF4-FFF2-40B4-BE49-F238E27FC236}">
                <a16:creationId xmlns:a16="http://schemas.microsoft.com/office/drawing/2014/main" id="{5B1E0556-EB3D-4BBC-A147-2CE3373823A0}"/>
              </a:ext>
            </a:extLst>
          </p:cNvPr>
          <p:cNvSpPr>
            <a:spLocks noGrp="1"/>
          </p:cNvSpPr>
          <p:nvPr/>
        </p:nvSpPr>
        <p:spPr>
          <a:xfrm>
            <a:off x="4365792" y="246045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D4D8A">
              <a:alpha val="100000"/>
            </a:srgbClr>
          </a:solidFill>
          <a:ln w="4652">
            <a:solidFill>
              <a:srgbClr val="3D4D8A">
                <a:alpha val="100000"/>
              </a:srgbClr>
            </a:solidFill>
            <a:prstDash val="solid"/>
          </a:ln>
        </p:spPr>
      </p:sp>
      <p:sp>
        <p:nvSpPr>
          <p:cNvPr id="333" name="d_small_paired_path_4280">
            <a:extLst>
              <a:ext uri="{FF2B5EF4-FFF2-40B4-BE49-F238E27FC236}">
                <a16:creationId xmlns:a16="http://schemas.microsoft.com/office/drawing/2014/main" id="{6888A0C1-BE5A-4173-853D-6345CF6A8A1E}"/>
              </a:ext>
            </a:extLst>
          </p:cNvPr>
          <p:cNvSpPr>
            <a:spLocks noGrp="1"/>
          </p:cNvSpPr>
          <p:nvPr/>
        </p:nvSpPr>
        <p:spPr>
          <a:xfrm>
            <a:off x="4365792" y="244761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E4C8A">
              <a:alpha val="100000"/>
            </a:srgbClr>
          </a:solidFill>
          <a:ln w="4652">
            <a:solidFill>
              <a:srgbClr val="3E4C8A">
                <a:alpha val="100000"/>
              </a:srgbClr>
            </a:solidFill>
            <a:prstDash val="solid"/>
          </a:ln>
        </p:spPr>
      </p:sp>
      <p:sp>
        <p:nvSpPr>
          <p:cNvPr id="334" name="d_small_paired_path_4281">
            <a:extLst>
              <a:ext uri="{FF2B5EF4-FFF2-40B4-BE49-F238E27FC236}">
                <a16:creationId xmlns:a16="http://schemas.microsoft.com/office/drawing/2014/main" id="{3781A47A-3D7B-44DD-9B4F-C19177A9E7F3}"/>
              </a:ext>
            </a:extLst>
          </p:cNvPr>
          <p:cNvSpPr>
            <a:spLocks noGrp="1"/>
          </p:cNvSpPr>
          <p:nvPr/>
        </p:nvSpPr>
        <p:spPr>
          <a:xfrm>
            <a:off x="4365792" y="243478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E4A89">
              <a:alpha val="100000"/>
            </a:srgbClr>
          </a:solidFill>
          <a:ln w="4652">
            <a:solidFill>
              <a:srgbClr val="3E4A89">
                <a:alpha val="100000"/>
              </a:srgbClr>
            </a:solidFill>
            <a:prstDash val="solid"/>
          </a:ln>
        </p:spPr>
      </p:sp>
      <p:sp>
        <p:nvSpPr>
          <p:cNvPr id="335" name="d_small_paired_path_4282">
            <a:extLst>
              <a:ext uri="{FF2B5EF4-FFF2-40B4-BE49-F238E27FC236}">
                <a16:creationId xmlns:a16="http://schemas.microsoft.com/office/drawing/2014/main" id="{A628B4EE-1D28-48AB-BDC6-43EB5C979EA5}"/>
              </a:ext>
            </a:extLst>
          </p:cNvPr>
          <p:cNvSpPr>
            <a:spLocks noGrp="1"/>
          </p:cNvSpPr>
          <p:nvPr/>
        </p:nvSpPr>
        <p:spPr>
          <a:xfrm>
            <a:off x="4365792" y="242194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E4989">
              <a:alpha val="100000"/>
            </a:srgbClr>
          </a:solidFill>
          <a:ln w="4652">
            <a:solidFill>
              <a:srgbClr val="3E4989">
                <a:alpha val="100000"/>
              </a:srgbClr>
            </a:solidFill>
            <a:prstDash val="solid"/>
          </a:ln>
        </p:spPr>
      </p:sp>
      <p:sp>
        <p:nvSpPr>
          <p:cNvPr id="336" name="d_small_paired_path_4283">
            <a:extLst>
              <a:ext uri="{FF2B5EF4-FFF2-40B4-BE49-F238E27FC236}">
                <a16:creationId xmlns:a16="http://schemas.microsoft.com/office/drawing/2014/main" id="{2D11A598-CA39-4E07-9E50-4698E1C44967}"/>
              </a:ext>
            </a:extLst>
          </p:cNvPr>
          <p:cNvSpPr>
            <a:spLocks noGrp="1"/>
          </p:cNvSpPr>
          <p:nvPr/>
        </p:nvSpPr>
        <p:spPr>
          <a:xfrm>
            <a:off x="4365792" y="240910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F4889">
              <a:alpha val="100000"/>
            </a:srgbClr>
          </a:solidFill>
          <a:ln w="4652">
            <a:solidFill>
              <a:srgbClr val="3F4889">
                <a:alpha val="100000"/>
              </a:srgbClr>
            </a:solidFill>
            <a:prstDash val="solid"/>
          </a:ln>
        </p:spPr>
      </p:sp>
      <p:sp>
        <p:nvSpPr>
          <p:cNvPr id="337" name="d_small_paired_path_4284">
            <a:extLst>
              <a:ext uri="{FF2B5EF4-FFF2-40B4-BE49-F238E27FC236}">
                <a16:creationId xmlns:a16="http://schemas.microsoft.com/office/drawing/2014/main" id="{CC136244-23B4-4D7E-A696-D70B34BED26B}"/>
              </a:ext>
            </a:extLst>
          </p:cNvPr>
          <p:cNvSpPr>
            <a:spLocks noGrp="1"/>
          </p:cNvSpPr>
          <p:nvPr/>
        </p:nvSpPr>
        <p:spPr>
          <a:xfrm>
            <a:off x="4365792" y="239627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3F4788">
              <a:alpha val="100000"/>
            </a:srgbClr>
          </a:solidFill>
          <a:ln w="4652">
            <a:solidFill>
              <a:srgbClr val="3F4788">
                <a:alpha val="100000"/>
              </a:srgbClr>
            </a:solidFill>
            <a:prstDash val="solid"/>
          </a:ln>
        </p:spPr>
      </p:sp>
      <p:sp>
        <p:nvSpPr>
          <p:cNvPr id="338" name="d_small_paired_path_4285">
            <a:extLst>
              <a:ext uri="{FF2B5EF4-FFF2-40B4-BE49-F238E27FC236}">
                <a16:creationId xmlns:a16="http://schemas.microsoft.com/office/drawing/2014/main" id="{188DCC0C-7BAA-4B0A-933F-7F5F903FBF37}"/>
              </a:ext>
            </a:extLst>
          </p:cNvPr>
          <p:cNvSpPr>
            <a:spLocks noGrp="1"/>
          </p:cNvSpPr>
          <p:nvPr/>
        </p:nvSpPr>
        <p:spPr>
          <a:xfrm>
            <a:off x="4365792" y="238343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04688">
              <a:alpha val="100000"/>
            </a:srgbClr>
          </a:solidFill>
          <a:ln w="4652">
            <a:solidFill>
              <a:srgbClr val="404688">
                <a:alpha val="100000"/>
              </a:srgbClr>
            </a:solidFill>
            <a:prstDash val="solid"/>
          </a:ln>
        </p:spPr>
      </p:sp>
      <p:sp>
        <p:nvSpPr>
          <p:cNvPr id="339" name="d_small_paired_path_4286">
            <a:extLst>
              <a:ext uri="{FF2B5EF4-FFF2-40B4-BE49-F238E27FC236}">
                <a16:creationId xmlns:a16="http://schemas.microsoft.com/office/drawing/2014/main" id="{10DD2D26-3AC8-45B8-9FF4-0FFE0E82C6CB}"/>
              </a:ext>
            </a:extLst>
          </p:cNvPr>
          <p:cNvSpPr>
            <a:spLocks noGrp="1"/>
          </p:cNvSpPr>
          <p:nvPr/>
        </p:nvSpPr>
        <p:spPr>
          <a:xfrm>
            <a:off x="4365792" y="237060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04588">
              <a:alpha val="100000"/>
            </a:srgbClr>
          </a:solidFill>
          <a:ln w="4652">
            <a:solidFill>
              <a:srgbClr val="404588">
                <a:alpha val="100000"/>
              </a:srgbClr>
            </a:solidFill>
            <a:prstDash val="solid"/>
          </a:ln>
        </p:spPr>
      </p:sp>
      <p:sp>
        <p:nvSpPr>
          <p:cNvPr id="340" name="d_small_paired_path_4287">
            <a:extLst>
              <a:ext uri="{FF2B5EF4-FFF2-40B4-BE49-F238E27FC236}">
                <a16:creationId xmlns:a16="http://schemas.microsoft.com/office/drawing/2014/main" id="{C8E3F29F-7435-4171-B521-A5C06254143F}"/>
              </a:ext>
            </a:extLst>
          </p:cNvPr>
          <p:cNvSpPr>
            <a:spLocks noGrp="1"/>
          </p:cNvSpPr>
          <p:nvPr/>
        </p:nvSpPr>
        <p:spPr>
          <a:xfrm>
            <a:off x="4365792" y="235776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14487">
              <a:alpha val="100000"/>
            </a:srgbClr>
          </a:solidFill>
          <a:ln w="4652">
            <a:solidFill>
              <a:srgbClr val="414487">
                <a:alpha val="100000"/>
              </a:srgbClr>
            </a:solidFill>
            <a:prstDash val="solid"/>
          </a:ln>
        </p:spPr>
      </p:sp>
      <p:sp>
        <p:nvSpPr>
          <p:cNvPr id="341" name="d_small_paired_path_4288">
            <a:extLst>
              <a:ext uri="{FF2B5EF4-FFF2-40B4-BE49-F238E27FC236}">
                <a16:creationId xmlns:a16="http://schemas.microsoft.com/office/drawing/2014/main" id="{CBEBE343-C1C9-41A4-B3C4-60CA1D522D02}"/>
              </a:ext>
            </a:extLst>
          </p:cNvPr>
          <p:cNvSpPr>
            <a:spLocks noGrp="1"/>
          </p:cNvSpPr>
          <p:nvPr/>
        </p:nvSpPr>
        <p:spPr>
          <a:xfrm>
            <a:off x="4365792" y="234492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14287">
              <a:alpha val="100000"/>
            </a:srgbClr>
          </a:solidFill>
          <a:ln w="4652">
            <a:solidFill>
              <a:srgbClr val="414287">
                <a:alpha val="100000"/>
              </a:srgbClr>
            </a:solidFill>
            <a:prstDash val="solid"/>
          </a:ln>
        </p:spPr>
      </p:sp>
      <p:sp>
        <p:nvSpPr>
          <p:cNvPr id="342" name="d_small_paired_path_4289">
            <a:extLst>
              <a:ext uri="{FF2B5EF4-FFF2-40B4-BE49-F238E27FC236}">
                <a16:creationId xmlns:a16="http://schemas.microsoft.com/office/drawing/2014/main" id="{ACEAF456-DC88-45D0-98CA-6968F7209C06}"/>
              </a:ext>
            </a:extLst>
          </p:cNvPr>
          <p:cNvSpPr>
            <a:spLocks noGrp="1"/>
          </p:cNvSpPr>
          <p:nvPr/>
        </p:nvSpPr>
        <p:spPr>
          <a:xfrm>
            <a:off x="4365792" y="233209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4186">
              <a:alpha val="100000"/>
            </a:srgbClr>
          </a:solidFill>
          <a:ln w="4652">
            <a:solidFill>
              <a:srgbClr val="424186">
                <a:alpha val="100000"/>
              </a:srgbClr>
            </a:solidFill>
            <a:prstDash val="solid"/>
          </a:ln>
        </p:spPr>
      </p:sp>
      <p:sp>
        <p:nvSpPr>
          <p:cNvPr id="343" name="d_small_paired_path_4290">
            <a:extLst>
              <a:ext uri="{FF2B5EF4-FFF2-40B4-BE49-F238E27FC236}">
                <a16:creationId xmlns:a16="http://schemas.microsoft.com/office/drawing/2014/main" id="{5C15D6EF-6C96-4E17-883D-B8921B137A7E}"/>
              </a:ext>
            </a:extLst>
          </p:cNvPr>
          <p:cNvSpPr>
            <a:spLocks noGrp="1"/>
          </p:cNvSpPr>
          <p:nvPr/>
        </p:nvSpPr>
        <p:spPr>
          <a:xfrm>
            <a:off x="4365792" y="231925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4086">
              <a:alpha val="100000"/>
            </a:srgbClr>
          </a:solidFill>
          <a:ln w="4652">
            <a:solidFill>
              <a:srgbClr val="424086">
                <a:alpha val="100000"/>
              </a:srgbClr>
            </a:solidFill>
            <a:prstDash val="solid"/>
          </a:ln>
        </p:spPr>
      </p:sp>
      <p:sp>
        <p:nvSpPr>
          <p:cNvPr id="344" name="d_small_paired_path_4291">
            <a:extLst>
              <a:ext uri="{FF2B5EF4-FFF2-40B4-BE49-F238E27FC236}">
                <a16:creationId xmlns:a16="http://schemas.microsoft.com/office/drawing/2014/main" id="{B2948DBD-070B-469A-A7ED-7E75D5B23DCC}"/>
              </a:ext>
            </a:extLst>
          </p:cNvPr>
          <p:cNvSpPr>
            <a:spLocks noGrp="1"/>
          </p:cNvSpPr>
          <p:nvPr/>
        </p:nvSpPr>
        <p:spPr>
          <a:xfrm>
            <a:off x="4365792" y="230641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23F85">
              <a:alpha val="100000"/>
            </a:srgbClr>
          </a:solidFill>
          <a:ln w="4652">
            <a:solidFill>
              <a:srgbClr val="423F85">
                <a:alpha val="100000"/>
              </a:srgbClr>
            </a:solidFill>
            <a:prstDash val="solid"/>
          </a:ln>
        </p:spPr>
      </p:sp>
      <p:sp>
        <p:nvSpPr>
          <p:cNvPr id="345" name="d_small_paired_path_4292">
            <a:extLst>
              <a:ext uri="{FF2B5EF4-FFF2-40B4-BE49-F238E27FC236}">
                <a16:creationId xmlns:a16="http://schemas.microsoft.com/office/drawing/2014/main" id="{43F06753-71AE-4BD4-BF3F-28CC95CA96DA}"/>
              </a:ext>
            </a:extLst>
          </p:cNvPr>
          <p:cNvSpPr>
            <a:spLocks noGrp="1"/>
          </p:cNvSpPr>
          <p:nvPr/>
        </p:nvSpPr>
        <p:spPr>
          <a:xfrm>
            <a:off x="4365792" y="229358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33E85">
              <a:alpha val="100000"/>
            </a:srgbClr>
          </a:solidFill>
          <a:ln w="4652">
            <a:solidFill>
              <a:srgbClr val="433E85">
                <a:alpha val="100000"/>
              </a:srgbClr>
            </a:solidFill>
            <a:prstDash val="solid"/>
          </a:ln>
        </p:spPr>
      </p:sp>
      <p:sp>
        <p:nvSpPr>
          <p:cNvPr id="346" name="d_small_paired_path_4293">
            <a:extLst>
              <a:ext uri="{FF2B5EF4-FFF2-40B4-BE49-F238E27FC236}">
                <a16:creationId xmlns:a16="http://schemas.microsoft.com/office/drawing/2014/main" id="{C7BB8D11-146A-4442-9D19-1D1489954689}"/>
              </a:ext>
            </a:extLst>
          </p:cNvPr>
          <p:cNvSpPr>
            <a:spLocks noGrp="1"/>
          </p:cNvSpPr>
          <p:nvPr/>
        </p:nvSpPr>
        <p:spPr>
          <a:xfrm>
            <a:off x="4365792" y="228074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33D84">
              <a:alpha val="100000"/>
            </a:srgbClr>
          </a:solidFill>
          <a:ln w="4652">
            <a:solidFill>
              <a:srgbClr val="433D84">
                <a:alpha val="100000"/>
              </a:srgbClr>
            </a:solidFill>
            <a:prstDash val="solid"/>
          </a:ln>
        </p:spPr>
      </p:sp>
      <p:sp>
        <p:nvSpPr>
          <p:cNvPr id="347" name="d_small_paired_path_4294">
            <a:extLst>
              <a:ext uri="{FF2B5EF4-FFF2-40B4-BE49-F238E27FC236}">
                <a16:creationId xmlns:a16="http://schemas.microsoft.com/office/drawing/2014/main" id="{06E590B8-C3E4-4A31-BC19-EBBB7EC2A72F}"/>
              </a:ext>
            </a:extLst>
          </p:cNvPr>
          <p:cNvSpPr>
            <a:spLocks noGrp="1"/>
          </p:cNvSpPr>
          <p:nvPr/>
        </p:nvSpPr>
        <p:spPr>
          <a:xfrm>
            <a:off x="4365792" y="226791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3B84">
              <a:alpha val="100000"/>
            </a:srgbClr>
          </a:solidFill>
          <a:ln w="4652">
            <a:solidFill>
              <a:srgbClr val="443B84">
                <a:alpha val="100000"/>
              </a:srgbClr>
            </a:solidFill>
            <a:prstDash val="solid"/>
          </a:ln>
        </p:spPr>
      </p:sp>
      <p:sp>
        <p:nvSpPr>
          <p:cNvPr id="348" name="d_small_paired_path_4295">
            <a:extLst>
              <a:ext uri="{FF2B5EF4-FFF2-40B4-BE49-F238E27FC236}">
                <a16:creationId xmlns:a16="http://schemas.microsoft.com/office/drawing/2014/main" id="{177F2659-6333-4326-8454-4ECB4388F7C0}"/>
              </a:ext>
            </a:extLst>
          </p:cNvPr>
          <p:cNvSpPr>
            <a:spLocks noGrp="1"/>
          </p:cNvSpPr>
          <p:nvPr/>
        </p:nvSpPr>
        <p:spPr>
          <a:xfrm>
            <a:off x="4365792" y="225507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3A83">
              <a:alpha val="100000"/>
            </a:srgbClr>
          </a:solidFill>
          <a:ln w="4652">
            <a:solidFill>
              <a:srgbClr val="443A83">
                <a:alpha val="100000"/>
              </a:srgbClr>
            </a:solidFill>
            <a:prstDash val="solid"/>
          </a:ln>
        </p:spPr>
      </p:sp>
      <p:sp>
        <p:nvSpPr>
          <p:cNvPr id="349" name="d_small_paired_path_4296">
            <a:extLst>
              <a:ext uri="{FF2B5EF4-FFF2-40B4-BE49-F238E27FC236}">
                <a16:creationId xmlns:a16="http://schemas.microsoft.com/office/drawing/2014/main" id="{1CA9933D-84A1-4366-A41C-E3D24CF3B0B9}"/>
              </a:ext>
            </a:extLst>
          </p:cNvPr>
          <p:cNvSpPr>
            <a:spLocks noGrp="1"/>
          </p:cNvSpPr>
          <p:nvPr/>
        </p:nvSpPr>
        <p:spPr>
          <a:xfrm>
            <a:off x="4365792" y="224223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3983">
              <a:alpha val="100000"/>
            </a:srgbClr>
          </a:solidFill>
          <a:ln w="4652">
            <a:solidFill>
              <a:srgbClr val="443983">
                <a:alpha val="100000"/>
              </a:srgbClr>
            </a:solidFill>
            <a:prstDash val="solid"/>
          </a:ln>
        </p:spPr>
      </p:sp>
      <p:sp>
        <p:nvSpPr>
          <p:cNvPr id="350" name="d_small_paired_path_4297">
            <a:extLst>
              <a:ext uri="{FF2B5EF4-FFF2-40B4-BE49-F238E27FC236}">
                <a16:creationId xmlns:a16="http://schemas.microsoft.com/office/drawing/2014/main" id="{8C80B02D-BD08-47BF-BE40-DA155481CA3D}"/>
              </a:ext>
            </a:extLst>
          </p:cNvPr>
          <p:cNvSpPr>
            <a:spLocks noGrp="1"/>
          </p:cNvSpPr>
          <p:nvPr/>
        </p:nvSpPr>
        <p:spPr>
          <a:xfrm>
            <a:off x="4365792" y="222940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3882">
              <a:alpha val="100000"/>
            </a:srgbClr>
          </a:solidFill>
          <a:ln w="4652">
            <a:solidFill>
              <a:srgbClr val="453882">
                <a:alpha val="100000"/>
              </a:srgbClr>
            </a:solidFill>
            <a:prstDash val="solid"/>
          </a:ln>
        </p:spPr>
      </p:sp>
      <p:sp>
        <p:nvSpPr>
          <p:cNvPr id="351" name="d_small_paired_path_4298">
            <a:extLst>
              <a:ext uri="{FF2B5EF4-FFF2-40B4-BE49-F238E27FC236}">
                <a16:creationId xmlns:a16="http://schemas.microsoft.com/office/drawing/2014/main" id="{FD47C83B-5EC4-4B45-A2F7-011315FEF3D1}"/>
              </a:ext>
            </a:extLst>
          </p:cNvPr>
          <p:cNvSpPr>
            <a:spLocks noGrp="1"/>
          </p:cNvSpPr>
          <p:nvPr/>
        </p:nvSpPr>
        <p:spPr>
          <a:xfrm>
            <a:off x="4365792" y="221656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3781">
              <a:alpha val="100000"/>
            </a:srgbClr>
          </a:solidFill>
          <a:ln w="4652">
            <a:solidFill>
              <a:srgbClr val="453781">
                <a:alpha val="100000"/>
              </a:srgbClr>
            </a:solidFill>
            <a:prstDash val="solid"/>
          </a:ln>
        </p:spPr>
      </p:sp>
      <p:sp>
        <p:nvSpPr>
          <p:cNvPr id="352" name="d_small_paired_path_4299">
            <a:extLst>
              <a:ext uri="{FF2B5EF4-FFF2-40B4-BE49-F238E27FC236}">
                <a16:creationId xmlns:a16="http://schemas.microsoft.com/office/drawing/2014/main" id="{7195A09E-8F91-4504-A542-06B717AC2B83}"/>
              </a:ext>
            </a:extLst>
          </p:cNvPr>
          <p:cNvSpPr>
            <a:spLocks noGrp="1"/>
          </p:cNvSpPr>
          <p:nvPr/>
        </p:nvSpPr>
        <p:spPr>
          <a:xfrm>
            <a:off x="4365792" y="220372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3581">
              <a:alpha val="100000"/>
            </a:srgbClr>
          </a:solidFill>
          <a:ln w="4652">
            <a:solidFill>
              <a:srgbClr val="453581">
                <a:alpha val="100000"/>
              </a:srgbClr>
            </a:solidFill>
            <a:prstDash val="solid"/>
          </a:ln>
        </p:spPr>
      </p:sp>
      <p:sp>
        <p:nvSpPr>
          <p:cNvPr id="353" name="d_small_paired_path_4300">
            <a:extLst>
              <a:ext uri="{FF2B5EF4-FFF2-40B4-BE49-F238E27FC236}">
                <a16:creationId xmlns:a16="http://schemas.microsoft.com/office/drawing/2014/main" id="{A55D271E-E47C-4994-BD5B-4759FDAEB133}"/>
              </a:ext>
            </a:extLst>
          </p:cNvPr>
          <p:cNvSpPr>
            <a:spLocks noGrp="1"/>
          </p:cNvSpPr>
          <p:nvPr/>
        </p:nvSpPr>
        <p:spPr>
          <a:xfrm>
            <a:off x="4365792" y="219089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480">
              <a:alpha val="100000"/>
            </a:srgbClr>
          </a:solidFill>
          <a:ln w="4652">
            <a:solidFill>
              <a:srgbClr val="463480">
                <a:alpha val="100000"/>
              </a:srgbClr>
            </a:solidFill>
            <a:prstDash val="solid"/>
          </a:ln>
        </p:spPr>
      </p:sp>
      <p:sp>
        <p:nvSpPr>
          <p:cNvPr id="354" name="d_small_paired_path_4301">
            <a:extLst>
              <a:ext uri="{FF2B5EF4-FFF2-40B4-BE49-F238E27FC236}">
                <a16:creationId xmlns:a16="http://schemas.microsoft.com/office/drawing/2014/main" id="{1E3FB56B-9CED-4C05-B412-45C0603480E4}"/>
              </a:ext>
            </a:extLst>
          </p:cNvPr>
          <p:cNvSpPr>
            <a:spLocks noGrp="1"/>
          </p:cNvSpPr>
          <p:nvPr/>
        </p:nvSpPr>
        <p:spPr>
          <a:xfrm>
            <a:off x="4365792" y="217805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37F">
              <a:alpha val="100000"/>
            </a:srgbClr>
          </a:solidFill>
          <a:ln w="4652">
            <a:solidFill>
              <a:srgbClr val="46337F">
                <a:alpha val="100000"/>
              </a:srgbClr>
            </a:solidFill>
            <a:prstDash val="solid"/>
          </a:ln>
        </p:spPr>
      </p:sp>
      <p:sp>
        <p:nvSpPr>
          <p:cNvPr id="355" name="d_small_paired_path_4302">
            <a:extLst>
              <a:ext uri="{FF2B5EF4-FFF2-40B4-BE49-F238E27FC236}">
                <a16:creationId xmlns:a16="http://schemas.microsoft.com/office/drawing/2014/main" id="{572A025D-5E50-4125-8946-B1379E513351}"/>
              </a:ext>
            </a:extLst>
          </p:cNvPr>
          <p:cNvSpPr>
            <a:spLocks noGrp="1"/>
          </p:cNvSpPr>
          <p:nvPr/>
        </p:nvSpPr>
        <p:spPr>
          <a:xfrm>
            <a:off x="4365792" y="216522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27E">
              <a:alpha val="100000"/>
            </a:srgbClr>
          </a:solidFill>
          <a:ln w="4652">
            <a:solidFill>
              <a:srgbClr val="46327E">
                <a:alpha val="100000"/>
              </a:srgbClr>
            </a:solidFill>
            <a:prstDash val="solid"/>
          </a:ln>
        </p:spPr>
      </p:sp>
      <p:sp>
        <p:nvSpPr>
          <p:cNvPr id="356" name="d_small_paired_path_4303">
            <a:extLst>
              <a:ext uri="{FF2B5EF4-FFF2-40B4-BE49-F238E27FC236}">
                <a16:creationId xmlns:a16="http://schemas.microsoft.com/office/drawing/2014/main" id="{AE6E6CB5-E150-497B-95BC-605574DA906B}"/>
              </a:ext>
            </a:extLst>
          </p:cNvPr>
          <p:cNvSpPr>
            <a:spLocks noGrp="1"/>
          </p:cNvSpPr>
          <p:nvPr/>
        </p:nvSpPr>
        <p:spPr>
          <a:xfrm>
            <a:off x="4365792" y="215238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307E">
              <a:alpha val="100000"/>
            </a:srgbClr>
          </a:solidFill>
          <a:ln w="4652">
            <a:solidFill>
              <a:srgbClr val="46307E">
                <a:alpha val="100000"/>
              </a:srgbClr>
            </a:solidFill>
            <a:prstDash val="solid"/>
          </a:ln>
        </p:spPr>
      </p:sp>
      <p:sp>
        <p:nvSpPr>
          <p:cNvPr id="357" name="d_small_paired_path_4304">
            <a:extLst>
              <a:ext uri="{FF2B5EF4-FFF2-40B4-BE49-F238E27FC236}">
                <a16:creationId xmlns:a16="http://schemas.microsoft.com/office/drawing/2014/main" id="{FD35A005-ED16-4235-9BE7-C2C5283D6D5F}"/>
              </a:ext>
            </a:extLst>
          </p:cNvPr>
          <p:cNvSpPr>
            <a:spLocks noGrp="1"/>
          </p:cNvSpPr>
          <p:nvPr/>
        </p:nvSpPr>
        <p:spPr>
          <a:xfrm>
            <a:off x="4365792" y="213954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F7D">
              <a:alpha val="100000"/>
            </a:srgbClr>
          </a:solidFill>
          <a:ln w="4652">
            <a:solidFill>
              <a:srgbClr val="472F7D">
                <a:alpha val="100000"/>
              </a:srgbClr>
            </a:solidFill>
            <a:prstDash val="solid"/>
          </a:ln>
        </p:spPr>
      </p:sp>
      <p:sp>
        <p:nvSpPr>
          <p:cNvPr id="358" name="d_small_paired_path_4305">
            <a:extLst>
              <a:ext uri="{FF2B5EF4-FFF2-40B4-BE49-F238E27FC236}">
                <a16:creationId xmlns:a16="http://schemas.microsoft.com/office/drawing/2014/main" id="{DB64C3B4-9AAC-4FC5-B0AF-0DF6F42FBD9A}"/>
              </a:ext>
            </a:extLst>
          </p:cNvPr>
          <p:cNvSpPr>
            <a:spLocks noGrp="1"/>
          </p:cNvSpPr>
          <p:nvPr/>
        </p:nvSpPr>
        <p:spPr>
          <a:xfrm>
            <a:off x="4365792" y="212671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E7C">
              <a:alpha val="100000"/>
            </a:srgbClr>
          </a:solidFill>
          <a:ln w="4652">
            <a:solidFill>
              <a:srgbClr val="472E7C">
                <a:alpha val="100000"/>
              </a:srgbClr>
            </a:solidFill>
            <a:prstDash val="solid"/>
          </a:ln>
        </p:spPr>
      </p:sp>
      <p:sp>
        <p:nvSpPr>
          <p:cNvPr id="359" name="d_small_paired_path_4306">
            <a:extLst>
              <a:ext uri="{FF2B5EF4-FFF2-40B4-BE49-F238E27FC236}">
                <a16:creationId xmlns:a16="http://schemas.microsoft.com/office/drawing/2014/main" id="{0BCF87B1-6331-462A-A606-29C25EB1EECB}"/>
              </a:ext>
            </a:extLst>
          </p:cNvPr>
          <p:cNvSpPr>
            <a:spLocks noGrp="1"/>
          </p:cNvSpPr>
          <p:nvPr/>
        </p:nvSpPr>
        <p:spPr>
          <a:xfrm>
            <a:off x="4365792" y="211387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D7B">
              <a:alpha val="100000"/>
            </a:srgbClr>
          </a:solidFill>
          <a:ln w="4652">
            <a:solidFill>
              <a:srgbClr val="472D7B">
                <a:alpha val="100000"/>
              </a:srgbClr>
            </a:solidFill>
            <a:prstDash val="solid"/>
          </a:ln>
        </p:spPr>
      </p:sp>
      <p:sp>
        <p:nvSpPr>
          <p:cNvPr id="360" name="d_small_paired_path_4307">
            <a:extLst>
              <a:ext uri="{FF2B5EF4-FFF2-40B4-BE49-F238E27FC236}">
                <a16:creationId xmlns:a16="http://schemas.microsoft.com/office/drawing/2014/main" id="{CB92E099-CCF2-4C0B-8638-EE9BDF023F77}"/>
              </a:ext>
            </a:extLst>
          </p:cNvPr>
          <p:cNvSpPr>
            <a:spLocks noGrp="1"/>
          </p:cNvSpPr>
          <p:nvPr/>
        </p:nvSpPr>
        <p:spPr>
          <a:xfrm>
            <a:off x="4365792" y="210103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C7A">
              <a:alpha val="100000"/>
            </a:srgbClr>
          </a:solidFill>
          <a:ln w="4652">
            <a:solidFill>
              <a:srgbClr val="472C7A">
                <a:alpha val="100000"/>
              </a:srgbClr>
            </a:solidFill>
            <a:prstDash val="solid"/>
          </a:ln>
        </p:spPr>
      </p:sp>
      <p:sp>
        <p:nvSpPr>
          <p:cNvPr id="361" name="d_small_paired_path_4308">
            <a:extLst>
              <a:ext uri="{FF2B5EF4-FFF2-40B4-BE49-F238E27FC236}">
                <a16:creationId xmlns:a16="http://schemas.microsoft.com/office/drawing/2014/main" id="{70681AB5-9C5C-448C-B6EA-DF9F167251B7}"/>
              </a:ext>
            </a:extLst>
          </p:cNvPr>
          <p:cNvSpPr>
            <a:spLocks noGrp="1"/>
          </p:cNvSpPr>
          <p:nvPr/>
        </p:nvSpPr>
        <p:spPr>
          <a:xfrm>
            <a:off x="4365792" y="208820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2A7A">
              <a:alpha val="100000"/>
            </a:srgbClr>
          </a:solidFill>
          <a:ln w="4652">
            <a:solidFill>
              <a:srgbClr val="472A7A">
                <a:alpha val="100000"/>
              </a:srgbClr>
            </a:solidFill>
            <a:prstDash val="solid"/>
          </a:ln>
        </p:spPr>
      </p:sp>
      <p:sp>
        <p:nvSpPr>
          <p:cNvPr id="362" name="d_small_paired_path_4309">
            <a:extLst>
              <a:ext uri="{FF2B5EF4-FFF2-40B4-BE49-F238E27FC236}">
                <a16:creationId xmlns:a16="http://schemas.microsoft.com/office/drawing/2014/main" id="{395BBE3D-6F6A-43A0-A986-D495F900F333}"/>
              </a:ext>
            </a:extLst>
          </p:cNvPr>
          <p:cNvSpPr>
            <a:spLocks noGrp="1"/>
          </p:cNvSpPr>
          <p:nvPr/>
        </p:nvSpPr>
        <p:spPr>
          <a:xfrm>
            <a:off x="4365792" y="207536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979">
              <a:alpha val="100000"/>
            </a:srgbClr>
          </a:solidFill>
          <a:ln w="4652">
            <a:solidFill>
              <a:srgbClr val="482979">
                <a:alpha val="100000"/>
              </a:srgbClr>
            </a:solidFill>
            <a:prstDash val="solid"/>
          </a:ln>
        </p:spPr>
      </p:sp>
      <p:sp>
        <p:nvSpPr>
          <p:cNvPr id="363" name="d_small_paired_path_4310">
            <a:extLst>
              <a:ext uri="{FF2B5EF4-FFF2-40B4-BE49-F238E27FC236}">
                <a16:creationId xmlns:a16="http://schemas.microsoft.com/office/drawing/2014/main" id="{6C2F898E-CBE5-41AF-98A1-A1DBA5F84BC4}"/>
              </a:ext>
            </a:extLst>
          </p:cNvPr>
          <p:cNvSpPr>
            <a:spLocks noGrp="1"/>
          </p:cNvSpPr>
          <p:nvPr/>
        </p:nvSpPr>
        <p:spPr>
          <a:xfrm>
            <a:off x="4365792" y="206253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878">
              <a:alpha val="100000"/>
            </a:srgbClr>
          </a:solidFill>
          <a:ln w="4652">
            <a:solidFill>
              <a:srgbClr val="482878">
                <a:alpha val="100000"/>
              </a:srgbClr>
            </a:solidFill>
            <a:prstDash val="solid"/>
          </a:ln>
        </p:spPr>
      </p:sp>
      <p:sp>
        <p:nvSpPr>
          <p:cNvPr id="364" name="d_small_paired_path_4311">
            <a:extLst>
              <a:ext uri="{FF2B5EF4-FFF2-40B4-BE49-F238E27FC236}">
                <a16:creationId xmlns:a16="http://schemas.microsoft.com/office/drawing/2014/main" id="{FFFD6E90-821A-4F9C-A689-F2A0F4274881}"/>
              </a:ext>
            </a:extLst>
          </p:cNvPr>
          <p:cNvSpPr>
            <a:spLocks noGrp="1"/>
          </p:cNvSpPr>
          <p:nvPr/>
        </p:nvSpPr>
        <p:spPr>
          <a:xfrm>
            <a:off x="4365792" y="204969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677">
              <a:alpha val="100000"/>
            </a:srgbClr>
          </a:solidFill>
          <a:ln w="4652">
            <a:solidFill>
              <a:srgbClr val="482677">
                <a:alpha val="100000"/>
              </a:srgbClr>
            </a:solidFill>
            <a:prstDash val="solid"/>
          </a:ln>
        </p:spPr>
      </p:sp>
      <p:sp>
        <p:nvSpPr>
          <p:cNvPr id="365" name="d_small_paired_path_4312">
            <a:extLst>
              <a:ext uri="{FF2B5EF4-FFF2-40B4-BE49-F238E27FC236}">
                <a16:creationId xmlns:a16="http://schemas.microsoft.com/office/drawing/2014/main" id="{D2DFEB23-AB36-4155-AA78-4558CB33A2B0}"/>
              </a:ext>
            </a:extLst>
          </p:cNvPr>
          <p:cNvSpPr>
            <a:spLocks noGrp="1"/>
          </p:cNvSpPr>
          <p:nvPr/>
        </p:nvSpPr>
        <p:spPr>
          <a:xfrm>
            <a:off x="4365792" y="203685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576">
              <a:alpha val="100000"/>
            </a:srgbClr>
          </a:solidFill>
          <a:ln w="4652">
            <a:solidFill>
              <a:srgbClr val="482576">
                <a:alpha val="100000"/>
              </a:srgbClr>
            </a:solidFill>
            <a:prstDash val="solid"/>
          </a:ln>
        </p:spPr>
      </p:sp>
      <p:sp>
        <p:nvSpPr>
          <p:cNvPr id="366" name="d_small_paired_path_4313">
            <a:extLst>
              <a:ext uri="{FF2B5EF4-FFF2-40B4-BE49-F238E27FC236}">
                <a16:creationId xmlns:a16="http://schemas.microsoft.com/office/drawing/2014/main" id="{444F24E0-AD2B-494A-8A6D-9E438BCD4473}"/>
              </a:ext>
            </a:extLst>
          </p:cNvPr>
          <p:cNvSpPr>
            <a:spLocks noGrp="1"/>
          </p:cNvSpPr>
          <p:nvPr/>
        </p:nvSpPr>
        <p:spPr>
          <a:xfrm>
            <a:off x="4365792" y="202402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475">
              <a:alpha val="100000"/>
            </a:srgbClr>
          </a:solidFill>
          <a:ln w="4652">
            <a:solidFill>
              <a:srgbClr val="482475">
                <a:alpha val="100000"/>
              </a:srgbClr>
            </a:solidFill>
            <a:prstDash val="solid"/>
          </a:ln>
        </p:spPr>
      </p:sp>
      <p:sp>
        <p:nvSpPr>
          <p:cNvPr id="367" name="d_small_paired_path_4314">
            <a:extLst>
              <a:ext uri="{FF2B5EF4-FFF2-40B4-BE49-F238E27FC236}">
                <a16:creationId xmlns:a16="http://schemas.microsoft.com/office/drawing/2014/main" id="{7C2EB135-9F28-438B-814A-2EFAC6C907E7}"/>
              </a:ext>
            </a:extLst>
          </p:cNvPr>
          <p:cNvSpPr>
            <a:spLocks noGrp="1"/>
          </p:cNvSpPr>
          <p:nvPr/>
        </p:nvSpPr>
        <p:spPr>
          <a:xfrm>
            <a:off x="4365792" y="201118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374">
              <a:alpha val="100000"/>
            </a:srgbClr>
          </a:solidFill>
          <a:ln w="4652">
            <a:solidFill>
              <a:srgbClr val="482374">
                <a:alpha val="100000"/>
              </a:srgbClr>
            </a:solidFill>
            <a:prstDash val="solid"/>
          </a:ln>
        </p:spPr>
      </p:sp>
      <p:sp>
        <p:nvSpPr>
          <p:cNvPr id="368" name="d_small_paired_path_4315">
            <a:extLst>
              <a:ext uri="{FF2B5EF4-FFF2-40B4-BE49-F238E27FC236}">
                <a16:creationId xmlns:a16="http://schemas.microsoft.com/office/drawing/2014/main" id="{AD79F9A8-8D81-43D1-B9A4-C4F98D86BCA6}"/>
              </a:ext>
            </a:extLst>
          </p:cNvPr>
          <p:cNvSpPr>
            <a:spLocks noGrp="1"/>
          </p:cNvSpPr>
          <p:nvPr/>
        </p:nvSpPr>
        <p:spPr>
          <a:xfrm>
            <a:off x="4365792" y="199834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173">
              <a:alpha val="100000"/>
            </a:srgbClr>
          </a:solidFill>
          <a:ln w="4652">
            <a:solidFill>
              <a:srgbClr val="482173">
                <a:alpha val="100000"/>
              </a:srgbClr>
            </a:solidFill>
            <a:prstDash val="solid"/>
          </a:ln>
        </p:spPr>
      </p:sp>
      <p:sp>
        <p:nvSpPr>
          <p:cNvPr id="369" name="d_small_paired_path_4316">
            <a:extLst>
              <a:ext uri="{FF2B5EF4-FFF2-40B4-BE49-F238E27FC236}">
                <a16:creationId xmlns:a16="http://schemas.microsoft.com/office/drawing/2014/main" id="{F1FD6722-11AB-4A70-A037-A95B6FB57991}"/>
              </a:ext>
            </a:extLst>
          </p:cNvPr>
          <p:cNvSpPr>
            <a:spLocks noGrp="1"/>
          </p:cNvSpPr>
          <p:nvPr/>
        </p:nvSpPr>
        <p:spPr>
          <a:xfrm>
            <a:off x="4365792" y="198551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2071">
              <a:alpha val="100000"/>
            </a:srgbClr>
          </a:solidFill>
          <a:ln w="4652">
            <a:solidFill>
              <a:srgbClr val="482071">
                <a:alpha val="100000"/>
              </a:srgbClr>
            </a:solidFill>
            <a:prstDash val="solid"/>
          </a:ln>
        </p:spPr>
      </p:sp>
      <p:sp>
        <p:nvSpPr>
          <p:cNvPr id="370" name="d_small_paired_path_4317">
            <a:extLst>
              <a:ext uri="{FF2B5EF4-FFF2-40B4-BE49-F238E27FC236}">
                <a16:creationId xmlns:a16="http://schemas.microsoft.com/office/drawing/2014/main" id="{482B9D47-52EE-4446-BDA8-F2E1A2DC7E1C}"/>
              </a:ext>
            </a:extLst>
          </p:cNvPr>
          <p:cNvSpPr>
            <a:spLocks noGrp="1"/>
          </p:cNvSpPr>
          <p:nvPr/>
        </p:nvSpPr>
        <p:spPr>
          <a:xfrm>
            <a:off x="4365792" y="197267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F70">
              <a:alpha val="100000"/>
            </a:srgbClr>
          </a:solidFill>
          <a:ln w="4652">
            <a:solidFill>
              <a:srgbClr val="481F70">
                <a:alpha val="100000"/>
              </a:srgbClr>
            </a:solidFill>
            <a:prstDash val="solid"/>
          </a:ln>
        </p:spPr>
      </p:sp>
      <p:sp>
        <p:nvSpPr>
          <p:cNvPr id="371" name="d_small_paired_path_4318">
            <a:extLst>
              <a:ext uri="{FF2B5EF4-FFF2-40B4-BE49-F238E27FC236}">
                <a16:creationId xmlns:a16="http://schemas.microsoft.com/office/drawing/2014/main" id="{D1056AED-1675-406B-A226-4EF2ECBE41CC}"/>
              </a:ext>
            </a:extLst>
          </p:cNvPr>
          <p:cNvSpPr>
            <a:spLocks noGrp="1"/>
          </p:cNvSpPr>
          <p:nvPr/>
        </p:nvSpPr>
        <p:spPr>
          <a:xfrm>
            <a:off x="4365792" y="1959840"/>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D6F">
              <a:alpha val="100000"/>
            </a:srgbClr>
          </a:solidFill>
          <a:ln w="4652">
            <a:solidFill>
              <a:srgbClr val="481D6F">
                <a:alpha val="100000"/>
              </a:srgbClr>
            </a:solidFill>
            <a:prstDash val="solid"/>
          </a:ln>
        </p:spPr>
      </p:sp>
      <p:sp>
        <p:nvSpPr>
          <p:cNvPr id="372" name="d_small_paired_path_4319">
            <a:extLst>
              <a:ext uri="{FF2B5EF4-FFF2-40B4-BE49-F238E27FC236}">
                <a16:creationId xmlns:a16="http://schemas.microsoft.com/office/drawing/2014/main" id="{69FFE672-2406-47D3-8138-9DB147E7AACB}"/>
              </a:ext>
            </a:extLst>
          </p:cNvPr>
          <p:cNvSpPr>
            <a:spLocks noGrp="1"/>
          </p:cNvSpPr>
          <p:nvPr/>
        </p:nvSpPr>
        <p:spPr>
          <a:xfrm>
            <a:off x="4365792" y="194700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C6E">
              <a:alpha val="100000"/>
            </a:srgbClr>
          </a:solidFill>
          <a:ln w="4652">
            <a:solidFill>
              <a:srgbClr val="481C6E">
                <a:alpha val="100000"/>
              </a:srgbClr>
            </a:solidFill>
            <a:prstDash val="solid"/>
          </a:ln>
        </p:spPr>
      </p:sp>
      <p:sp>
        <p:nvSpPr>
          <p:cNvPr id="373" name="d_small_paired_path_4320">
            <a:extLst>
              <a:ext uri="{FF2B5EF4-FFF2-40B4-BE49-F238E27FC236}">
                <a16:creationId xmlns:a16="http://schemas.microsoft.com/office/drawing/2014/main" id="{79D21605-7D03-4787-9DD8-E1469353B8C2}"/>
              </a:ext>
            </a:extLst>
          </p:cNvPr>
          <p:cNvSpPr>
            <a:spLocks noGrp="1"/>
          </p:cNvSpPr>
          <p:nvPr/>
        </p:nvSpPr>
        <p:spPr>
          <a:xfrm>
            <a:off x="4365792" y="193416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B6D">
              <a:alpha val="100000"/>
            </a:srgbClr>
          </a:solidFill>
          <a:ln w="4652">
            <a:solidFill>
              <a:srgbClr val="481B6D">
                <a:alpha val="100000"/>
              </a:srgbClr>
            </a:solidFill>
            <a:prstDash val="solid"/>
          </a:ln>
        </p:spPr>
      </p:sp>
      <p:sp>
        <p:nvSpPr>
          <p:cNvPr id="374" name="d_small_paired_path_4321">
            <a:extLst>
              <a:ext uri="{FF2B5EF4-FFF2-40B4-BE49-F238E27FC236}">
                <a16:creationId xmlns:a16="http://schemas.microsoft.com/office/drawing/2014/main" id="{4E0FC62B-6F31-4F72-A02F-B7A1DA53A348}"/>
              </a:ext>
            </a:extLst>
          </p:cNvPr>
          <p:cNvSpPr>
            <a:spLocks noGrp="1"/>
          </p:cNvSpPr>
          <p:nvPr/>
        </p:nvSpPr>
        <p:spPr>
          <a:xfrm>
            <a:off x="4365792" y="192133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A6C">
              <a:alpha val="100000"/>
            </a:srgbClr>
          </a:solidFill>
          <a:ln w="4652">
            <a:solidFill>
              <a:srgbClr val="481A6C">
                <a:alpha val="100000"/>
              </a:srgbClr>
            </a:solidFill>
            <a:prstDash val="solid"/>
          </a:ln>
        </p:spPr>
      </p:sp>
      <p:sp>
        <p:nvSpPr>
          <p:cNvPr id="375" name="d_small_paired_path_4322">
            <a:extLst>
              <a:ext uri="{FF2B5EF4-FFF2-40B4-BE49-F238E27FC236}">
                <a16:creationId xmlns:a16="http://schemas.microsoft.com/office/drawing/2014/main" id="{E0F5EFD2-143B-4BE7-AAD9-85395183FF4A}"/>
              </a:ext>
            </a:extLst>
          </p:cNvPr>
          <p:cNvSpPr>
            <a:spLocks noGrp="1"/>
          </p:cNvSpPr>
          <p:nvPr/>
        </p:nvSpPr>
        <p:spPr>
          <a:xfrm>
            <a:off x="4365792" y="190849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86A">
              <a:alpha val="100000"/>
            </a:srgbClr>
          </a:solidFill>
          <a:ln w="4652">
            <a:solidFill>
              <a:srgbClr val="48186A">
                <a:alpha val="100000"/>
              </a:srgbClr>
            </a:solidFill>
            <a:prstDash val="solid"/>
          </a:ln>
        </p:spPr>
      </p:sp>
      <p:sp>
        <p:nvSpPr>
          <p:cNvPr id="376" name="d_small_paired_path_4323">
            <a:extLst>
              <a:ext uri="{FF2B5EF4-FFF2-40B4-BE49-F238E27FC236}">
                <a16:creationId xmlns:a16="http://schemas.microsoft.com/office/drawing/2014/main" id="{C310B3B7-53FB-45F8-ABBC-84862C6CB88D}"/>
              </a:ext>
            </a:extLst>
          </p:cNvPr>
          <p:cNvSpPr>
            <a:spLocks noGrp="1"/>
          </p:cNvSpPr>
          <p:nvPr/>
        </p:nvSpPr>
        <p:spPr>
          <a:xfrm>
            <a:off x="4365792" y="189565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769">
              <a:alpha val="100000"/>
            </a:srgbClr>
          </a:solidFill>
          <a:ln w="4652">
            <a:solidFill>
              <a:srgbClr val="481769">
                <a:alpha val="100000"/>
              </a:srgbClr>
            </a:solidFill>
            <a:prstDash val="solid"/>
          </a:ln>
        </p:spPr>
      </p:sp>
      <p:sp>
        <p:nvSpPr>
          <p:cNvPr id="377" name="d_small_paired_path_4324">
            <a:extLst>
              <a:ext uri="{FF2B5EF4-FFF2-40B4-BE49-F238E27FC236}">
                <a16:creationId xmlns:a16="http://schemas.microsoft.com/office/drawing/2014/main" id="{F1989C8E-3276-405B-8DCB-432C64DD0A0D}"/>
              </a:ext>
            </a:extLst>
          </p:cNvPr>
          <p:cNvSpPr>
            <a:spLocks noGrp="1"/>
          </p:cNvSpPr>
          <p:nvPr/>
        </p:nvSpPr>
        <p:spPr>
          <a:xfrm>
            <a:off x="4365792" y="188282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668">
              <a:alpha val="100000"/>
            </a:srgbClr>
          </a:solidFill>
          <a:ln w="4652">
            <a:solidFill>
              <a:srgbClr val="481668">
                <a:alpha val="100000"/>
              </a:srgbClr>
            </a:solidFill>
            <a:prstDash val="solid"/>
          </a:ln>
        </p:spPr>
      </p:sp>
      <p:sp>
        <p:nvSpPr>
          <p:cNvPr id="378" name="d_small_paired_path_4325">
            <a:extLst>
              <a:ext uri="{FF2B5EF4-FFF2-40B4-BE49-F238E27FC236}">
                <a16:creationId xmlns:a16="http://schemas.microsoft.com/office/drawing/2014/main" id="{264168AB-0AE7-4D17-A790-4F7EC0C193FE}"/>
              </a:ext>
            </a:extLst>
          </p:cNvPr>
          <p:cNvSpPr>
            <a:spLocks noGrp="1"/>
          </p:cNvSpPr>
          <p:nvPr/>
        </p:nvSpPr>
        <p:spPr>
          <a:xfrm>
            <a:off x="4365792" y="186998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81467">
              <a:alpha val="100000"/>
            </a:srgbClr>
          </a:solidFill>
          <a:ln w="4652">
            <a:solidFill>
              <a:srgbClr val="481467">
                <a:alpha val="100000"/>
              </a:srgbClr>
            </a:solidFill>
            <a:prstDash val="solid"/>
          </a:ln>
        </p:spPr>
      </p:sp>
      <p:sp>
        <p:nvSpPr>
          <p:cNvPr id="379" name="d_small_paired_path_4326">
            <a:extLst>
              <a:ext uri="{FF2B5EF4-FFF2-40B4-BE49-F238E27FC236}">
                <a16:creationId xmlns:a16="http://schemas.microsoft.com/office/drawing/2014/main" id="{3F8C9C6E-E7FD-4886-8F19-233358DE87C4}"/>
              </a:ext>
            </a:extLst>
          </p:cNvPr>
          <p:cNvSpPr>
            <a:spLocks noGrp="1"/>
          </p:cNvSpPr>
          <p:nvPr/>
        </p:nvSpPr>
        <p:spPr>
          <a:xfrm>
            <a:off x="4365792" y="185715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1365">
              <a:alpha val="100000"/>
            </a:srgbClr>
          </a:solidFill>
          <a:ln w="4652">
            <a:solidFill>
              <a:srgbClr val="471365">
                <a:alpha val="100000"/>
              </a:srgbClr>
            </a:solidFill>
            <a:prstDash val="solid"/>
          </a:ln>
        </p:spPr>
      </p:sp>
      <p:sp>
        <p:nvSpPr>
          <p:cNvPr id="380" name="d_small_paired_path_4327">
            <a:extLst>
              <a:ext uri="{FF2B5EF4-FFF2-40B4-BE49-F238E27FC236}">
                <a16:creationId xmlns:a16="http://schemas.microsoft.com/office/drawing/2014/main" id="{900D4AAB-8531-4958-936F-DD653E38E89A}"/>
              </a:ext>
            </a:extLst>
          </p:cNvPr>
          <p:cNvSpPr>
            <a:spLocks noGrp="1"/>
          </p:cNvSpPr>
          <p:nvPr/>
        </p:nvSpPr>
        <p:spPr>
          <a:xfrm>
            <a:off x="4365792" y="184431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1164">
              <a:alpha val="100000"/>
            </a:srgbClr>
          </a:solidFill>
          <a:ln w="4652">
            <a:solidFill>
              <a:srgbClr val="471164">
                <a:alpha val="100000"/>
              </a:srgbClr>
            </a:solidFill>
            <a:prstDash val="solid"/>
          </a:ln>
        </p:spPr>
      </p:sp>
      <p:sp>
        <p:nvSpPr>
          <p:cNvPr id="381" name="d_small_paired_path_4328">
            <a:extLst>
              <a:ext uri="{FF2B5EF4-FFF2-40B4-BE49-F238E27FC236}">
                <a16:creationId xmlns:a16="http://schemas.microsoft.com/office/drawing/2014/main" id="{3494BB0A-EA50-427A-83BA-55022D2F67A2}"/>
              </a:ext>
            </a:extLst>
          </p:cNvPr>
          <p:cNvSpPr>
            <a:spLocks noGrp="1"/>
          </p:cNvSpPr>
          <p:nvPr/>
        </p:nvSpPr>
        <p:spPr>
          <a:xfrm>
            <a:off x="4365792" y="183147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1063">
              <a:alpha val="100000"/>
            </a:srgbClr>
          </a:solidFill>
          <a:ln w="4652">
            <a:solidFill>
              <a:srgbClr val="471063">
                <a:alpha val="100000"/>
              </a:srgbClr>
            </a:solidFill>
            <a:prstDash val="solid"/>
          </a:ln>
        </p:spPr>
      </p:sp>
      <p:sp>
        <p:nvSpPr>
          <p:cNvPr id="382" name="d_small_paired_path_4329">
            <a:extLst>
              <a:ext uri="{FF2B5EF4-FFF2-40B4-BE49-F238E27FC236}">
                <a16:creationId xmlns:a16="http://schemas.microsoft.com/office/drawing/2014/main" id="{CB959D17-691E-471A-802C-CDB04AAE3CDD}"/>
              </a:ext>
            </a:extLst>
          </p:cNvPr>
          <p:cNvSpPr>
            <a:spLocks noGrp="1"/>
          </p:cNvSpPr>
          <p:nvPr/>
        </p:nvSpPr>
        <p:spPr>
          <a:xfrm>
            <a:off x="4365792" y="181864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0E61">
              <a:alpha val="100000"/>
            </a:srgbClr>
          </a:solidFill>
          <a:ln w="4652">
            <a:solidFill>
              <a:srgbClr val="470E61">
                <a:alpha val="100000"/>
              </a:srgbClr>
            </a:solidFill>
            <a:prstDash val="solid"/>
          </a:ln>
        </p:spPr>
      </p:sp>
      <p:sp>
        <p:nvSpPr>
          <p:cNvPr id="383" name="d_small_paired_path_4330">
            <a:extLst>
              <a:ext uri="{FF2B5EF4-FFF2-40B4-BE49-F238E27FC236}">
                <a16:creationId xmlns:a16="http://schemas.microsoft.com/office/drawing/2014/main" id="{D06A512E-BB4F-4524-8BAC-912A4E3D823E}"/>
              </a:ext>
            </a:extLst>
          </p:cNvPr>
          <p:cNvSpPr>
            <a:spLocks noGrp="1"/>
          </p:cNvSpPr>
          <p:nvPr/>
        </p:nvSpPr>
        <p:spPr>
          <a:xfrm>
            <a:off x="4365792" y="1805805"/>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70D60">
              <a:alpha val="100000"/>
            </a:srgbClr>
          </a:solidFill>
          <a:ln w="4652">
            <a:solidFill>
              <a:srgbClr val="470D60">
                <a:alpha val="100000"/>
              </a:srgbClr>
            </a:solidFill>
            <a:prstDash val="solid"/>
          </a:ln>
        </p:spPr>
      </p:sp>
      <p:sp>
        <p:nvSpPr>
          <p:cNvPr id="384" name="d_small_paired_path_4331">
            <a:extLst>
              <a:ext uri="{FF2B5EF4-FFF2-40B4-BE49-F238E27FC236}">
                <a16:creationId xmlns:a16="http://schemas.microsoft.com/office/drawing/2014/main" id="{34F3FF27-0962-407D-89A4-D18D3B5AADF2}"/>
              </a:ext>
            </a:extLst>
          </p:cNvPr>
          <p:cNvSpPr>
            <a:spLocks noGrp="1"/>
          </p:cNvSpPr>
          <p:nvPr/>
        </p:nvSpPr>
        <p:spPr>
          <a:xfrm>
            <a:off x="4365792" y="1792969"/>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B5E">
              <a:alpha val="100000"/>
            </a:srgbClr>
          </a:solidFill>
          <a:ln w="4652">
            <a:solidFill>
              <a:srgbClr val="460B5E">
                <a:alpha val="100000"/>
              </a:srgbClr>
            </a:solidFill>
            <a:prstDash val="solid"/>
          </a:ln>
        </p:spPr>
      </p:sp>
      <p:sp>
        <p:nvSpPr>
          <p:cNvPr id="385" name="d_small_paired_path_4332">
            <a:extLst>
              <a:ext uri="{FF2B5EF4-FFF2-40B4-BE49-F238E27FC236}">
                <a16:creationId xmlns:a16="http://schemas.microsoft.com/office/drawing/2014/main" id="{A79660F2-04A0-4611-BA1A-6A1CAEC14132}"/>
              </a:ext>
            </a:extLst>
          </p:cNvPr>
          <p:cNvSpPr>
            <a:spLocks noGrp="1"/>
          </p:cNvSpPr>
          <p:nvPr/>
        </p:nvSpPr>
        <p:spPr>
          <a:xfrm>
            <a:off x="4365792" y="1780133"/>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A5D">
              <a:alpha val="100000"/>
            </a:srgbClr>
          </a:solidFill>
          <a:ln w="4652">
            <a:solidFill>
              <a:srgbClr val="460A5D">
                <a:alpha val="100000"/>
              </a:srgbClr>
            </a:solidFill>
            <a:prstDash val="solid"/>
          </a:ln>
        </p:spPr>
      </p:sp>
      <p:sp>
        <p:nvSpPr>
          <p:cNvPr id="386" name="d_small_paired_path_4333">
            <a:extLst>
              <a:ext uri="{FF2B5EF4-FFF2-40B4-BE49-F238E27FC236}">
                <a16:creationId xmlns:a16="http://schemas.microsoft.com/office/drawing/2014/main" id="{0FCEEEB9-1F00-4E5E-9F0D-BF095D53880C}"/>
              </a:ext>
            </a:extLst>
          </p:cNvPr>
          <p:cNvSpPr>
            <a:spLocks noGrp="1"/>
          </p:cNvSpPr>
          <p:nvPr/>
        </p:nvSpPr>
        <p:spPr>
          <a:xfrm>
            <a:off x="4365792" y="1767297"/>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85C">
              <a:alpha val="100000"/>
            </a:srgbClr>
          </a:solidFill>
          <a:ln w="4652">
            <a:solidFill>
              <a:srgbClr val="46085C">
                <a:alpha val="100000"/>
              </a:srgbClr>
            </a:solidFill>
            <a:prstDash val="solid"/>
          </a:ln>
        </p:spPr>
      </p:sp>
      <p:sp>
        <p:nvSpPr>
          <p:cNvPr id="387" name="d_small_paired_path_4334">
            <a:extLst>
              <a:ext uri="{FF2B5EF4-FFF2-40B4-BE49-F238E27FC236}">
                <a16:creationId xmlns:a16="http://schemas.microsoft.com/office/drawing/2014/main" id="{928D6591-519F-4553-A2BB-4F9AD41773FC}"/>
              </a:ext>
            </a:extLst>
          </p:cNvPr>
          <p:cNvSpPr>
            <a:spLocks noGrp="1"/>
          </p:cNvSpPr>
          <p:nvPr/>
        </p:nvSpPr>
        <p:spPr>
          <a:xfrm>
            <a:off x="4365792" y="1754461"/>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6075A">
              <a:alpha val="100000"/>
            </a:srgbClr>
          </a:solidFill>
          <a:ln w="4652">
            <a:solidFill>
              <a:srgbClr val="46075A">
                <a:alpha val="100000"/>
              </a:srgbClr>
            </a:solidFill>
            <a:prstDash val="solid"/>
          </a:ln>
        </p:spPr>
      </p:sp>
      <p:sp>
        <p:nvSpPr>
          <p:cNvPr id="388" name="d_small_paired_path_4335">
            <a:extLst>
              <a:ext uri="{FF2B5EF4-FFF2-40B4-BE49-F238E27FC236}">
                <a16:creationId xmlns:a16="http://schemas.microsoft.com/office/drawing/2014/main" id="{0AF373A3-69E0-41CA-BE7C-F7AC0115A23D}"/>
              </a:ext>
            </a:extLst>
          </p:cNvPr>
          <p:cNvSpPr>
            <a:spLocks noGrp="1"/>
          </p:cNvSpPr>
          <p:nvPr/>
        </p:nvSpPr>
        <p:spPr>
          <a:xfrm>
            <a:off x="4365792" y="1741624"/>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0559">
              <a:alpha val="100000"/>
            </a:srgbClr>
          </a:solidFill>
          <a:ln w="4652">
            <a:solidFill>
              <a:srgbClr val="450559">
                <a:alpha val="100000"/>
              </a:srgbClr>
            </a:solidFill>
            <a:prstDash val="solid"/>
          </a:ln>
        </p:spPr>
      </p:sp>
      <p:sp>
        <p:nvSpPr>
          <p:cNvPr id="389" name="d_small_paired_path_4336">
            <a:extLst>
              <a:ext uri="{FF2B5EF4-FFF2-40B4-BE49-F238E27FC236}">
                <a16:creationId xmlns:a16="http://schemas.microsoft.com/office/drawing/2014/main" id="{E59CEA6A-54BA-486E-9A3D-CB39542F9676}"/>
              </a:ext>
            </a:extLst>
          </p:cNvPr>
          <p:cNvSpPr>
            <a:spLocks noGrp="1"/>
          </p:cNvSpPr>
          <p:nvPr/>
        </p:nvSpPr>
        <p:spPr>
          <a:xfrm>
            <a:off x="4365792" y="1728788"/>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50457">
              <a:alpha val="100000"/>
            </a:srgbClr>
          </a:solidFill>
          <a:ln w="4652">
            <a:solidFill>
              <a:srgbClr val="450457">
                <a:alpha val="100000"/>
              </a:srgbClr>
            </a:solidFill>
            <a:prstDash val="solid"/>
          </a:ln>
        </p:spPr>
      </p:sp>
      <p:sp>
        <p:nvSpPr>
          <p:cNvPr id="390" name="d_small_paired_path_4337">
            <a:extLst>
              <a:ext uri="{FF2B5EF4-FFF2-40B4-BE49-F238E27FC236}">
                <a16:creationId xmlns:a16="http://schemas.microsoft.com/office/drawing/2014/main" id="{55F4F408-253B-4F83-8BF3-8B6177D1EB0C}"/>
              </a:ext>
            </a:extLst>
          </p:cNvPr>
          <p:cNvSpPr>
            <a:spLocks noGrp="1"/>
          </p:cNvSpPr>
          <p:nvPr/>
        </p:nvSpPr>
        <p:spPr>
          <a:xfrm>
            <a:off x="4365792" y="1715952"/>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0256">
              <a:alpha val="100000"/>
            </a:srgbClr>
          </a:solidFill>
          <a:ln w="4652">
            <a:solidFill>
              <a:srgbClr val="440256">
                <a:alpha val="100000"/>
              </a:srgbClr>
            </a:solidFill>
            <a:prstDash val="solid"/>
          </a:ln>
        </p:spPr>
      </p:sp>
      <p:sp>
        <p:nvSpPr>
          <p:cNvPr id="391" name="d_small_paired_path_4338">
            <a:extLst>
              <a:ext uri="{FF2B5EF4-FFF2-40B4-BE49-F238E27FC236}">
                <a16:creationId xmlns:a16="http://schemas.microsoft.com/office/drawing/2014/main" id="{DA32DC24-A5DD-49BD-B0CB-038C80B1F349}"/>
              </a:ext>
            </a:extLst>
          </p:cNvPr>
          <p:cNvSpPr>
            <a:spLocks noGrp="1"/>
          </p:cNvSpPr>
          <p:nvPr/>
        </p:nvSpPr>
        <p:spPr>
          <a:xfrm>
            <a:off x="4365792" y="1703116"/>
            <a:ext cx="58680" cy="12836"/>
          </a:xfrm>
          <a:custGeom>
            <a:avLst/>
            <a:gdLst/>
            <a:ahLst/>
            <a:cxnLst/>
            <a:rect l="0" t="0" r="0" b="0"/>
            <a:pathLst>
              <a:path w="58680" h="12836">
                <a:moveTo>
                  <a:pt x="0" y="12836"/>
                </a:moveTo>
                <a:lnTo>
                  <a:pt x="58680" y="12836"/>
                </a:lnTo>
                <a:lnTo>
                  <a:pt x="58680" y="0"/>
                </a:lnTo>
                <a:lnTo>
                  <a:pt x="0" y="0"/>
                </a:lnTo>
                <a:lnTo>
                  <a:pt x="0" y="12836"/>
                </a:lnTo>
                <a:close/>
              </a:path>
            </a:pathLst>
          </a:custGeom>
          <a:solidFill>
            <a:srgbClr val="440154">
              <a:alpha val="100000"/>
            </a:srgbClr>
          </a:solidFill>
          <a:ln w="4652">
            <a:solidFill>
              <a:srgbClr val="440154">
                <a:alpha val="100000"/>
              </a:srgbClr>
            </a:solidFill>
            <a:prstDash val="solid"/>
          </a:ln>
        </p:spPr>
      </p:sp>
      <p:sp>
        <p:nvSpPr>
          <p:cNvPr id="392" name="d_small_paired_path_4339">
            <a:extLst>
              <a:ext uri="{FF2B5EF4-FFF2-40B4-BE49-F238E27FC236}">
                <a16:creationId xmlns:a16="http://schemas.microsoft.com/office/drawing/2014/main" id="{9ADC3113-69B6-4220-8BC3-5A29FD1E8019}"/>
              </a:ext>
            </a:extLst>
          </p:cNvPr>
          <p:cNvSpPr>
            <a:spLocks noGrp="1"/>
          </p:cNvSpPr>
          <p:nvPr/>
        </p:nvSpPr>
        <p:spPr>
          <a:xfrm>
            <a:off x="4424472" y="4989196"/>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393" name="d_small_paired_text_4340">
            <a:extLst>
              <a:ext uri="{FF2B5EF4-FFF2-40B4-BE49-F238E27FC236}">
                <a16:creationId xmlns:a16="http://schemas.microsoft.com/office/drawing/2014/main" id="{DD2443B5-8D7B-4895-86BE-1B8DEF72F5E9}"/>
              </a:ext>
            </a:extLst>
          </p:cNvPr>
          <p:cNvSpPr>
            <a:spLocks noGrp="1"/>
          </p:cNvSpPr>
          <p:nvPr/>
        </p:nvSpPr>
        <p:spPr>
          <a:xfrm rot="0">
            <a:off x="4505880" y="490547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a:t>
            </a:r>
          </a:p>
        </p:txBody>
      </p:sp>
      <p:sp>
        <p:nvSpPr>
          <p:cNvPr id="394" name="d_small_paired_path_4341">
            <a:extLst>
              <a:ext uri="{FF2B5EF4-FFF2-40B4-BE49-F238E27FC236}">
                <a16:creationId xmlns:a16="http://schemas.microsoft.com/office/drawing/2014/main" id="{28ACB1D3-A57F-4D24-AA7C-769986E855DC}"/>
              </a:ext>
            </a:extLst>
          </p:cNvPr>
          <p:cNvSpPr>
            <a:spLocks noGrp="1"/>
          </p:cNvSpPr>
          <p:nvPr/>
        </p:nvSpPr>
        <p:spPr>
          <a:xfrm>
            <a:off x="4424472" y="3893835"/>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395" name="d_small_paired_text_4342">
            <a:extLst>
              <a:ext uri="{FF2B5EF4-FFF2-40B4-BE49-F238E27FC236}">
                <a16:creationId xmlns:a16="http://schemas.microsoft.com/office/drawing/2014/main" id="{5A2109AC-719A-44E5-819D-61B128D615E8}"/>
              </a:ext>
            </a:extLst>
          </p:cNvPr>
          <p:cNvSpPr>
            <a:spLocks noGrp="1"/>
          </p:cNvSpPr>
          <p:nvPr/>
        </p:nvSpPr>
        <p:spPr>
          <a:xfrm rot="0">
            <a:off x="4505880" y="381011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2.0</a:t>
            </a:r>
          </a:p>
        </p:txBody>
      </p:sp>
      <p:sp>
        <p:nvSpPr>
          <p:cNvPr id="396" name="d_small_paired_path_4343">
            <a:extLst>
              <a:ext uri="{FF2B5EF4-FFF2-40B4-BE49-F238E27FC236}">
                <a16:creationId xmlns:a16="http://schemas.microsoft.com/office/drawing/2014/main" id="{B31B25E0-06E9-46A2-B41A-E533C3005795}"/>
              </a:ext>
            </a:extLst>
          </p:cNvPr>
          <p:cNvSpPr>
            <a:spLocks noGrp="1"/>
          </p:cNvSpPr>
          <p:nvPr/>
        </p:nvSpPr>
        <p:spPr>
          <a:xfrm>
            <a:off x="4424472" y="2798476"/>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397" name="d_small_paired_text_4344">
            <a:extLst>
              <a:ext uri="{FF2B5EF4-FFF2-40B4-BE49-F238E27FC236}">
                <a16:creationId xmlns:a16="http://schemas.microsoft.com/office/drawing/2014/main" id="{70BDE6A0-B4B8-4962-B60E-21A80458D585}"/>
              </a:ext>
            </a:extLst>
          </p:cNvPr>
          <p:cNvSpPr>
            <a:spLocks noGrp="1"/>
          </p:cNvSpPr>
          <p:nvPr/>
        </p:nvSpPr>
        <p:spPr>
          <a:xfrm rot="0">
            <a:off x="4505880" y="271475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3.0</a:t>
            </a:r>
          </a:p>
        </p:txBody>
      </p:sp>
      <p:sp>
        <p:nvSpPr>
          <p:cNvPr id="398" name="d_small_paired_path_4345">
            <a:extLst>
              <a:ext uri="{FF2B5EF4-FFF2-40B4-BE49-F238E27FC236}">
                <a16:creationId xmlns:a16="http://schemas.microsoft.com/office/drawing/2014/main" id="{773EE5A5-238D-4569-92CA-4B769FF377B0}"/>
              </a:ext>
            </a:extLst>
          </p:cNvPr>
          <p:cNvSpPr>
            <a:spLocks noGrp="1"/>
          </p:cNvSpPr>
          <p:nvPr/>
        </p:nvSpPr>
        <p:spPr>
          <a:xfrm>
            <a:off x="4424472" y="1703116"/>
            <a:ext cx="46519" cy="191"/>
          </a:xfrm>
          <a:custGeom>
            <a:avLst/>
            <a:gdLst/>
            <a:ahLst/>
            <a:cxnLst/>
            <a:rect l="0" t="0" r="0" b="0"/>
            <a:pathLst>
              <a:path w="46519" h="191">
                <a:moveTo>
                  <a:pt x="0" y="0"/>
                </a:moveTo>
                <a:lnTo>
                  <a:pt x="46519" y="0"/>
                </a:lnTo>
              </a:path>
            </a:pathLst>
          </a:custGeom>
          <a:solidFill>
            <a:srgbClr val="000000">
              <a:alpha val="100000"/>
            </a:srgbClr>
          </a:solidFill>
          <a:ln w="12793">
            <a:solidFill>
              <a:srgbClr val="000000">
                <a:alpha val="100000"/>
              </a:srgbClr>
            </a:solidFill>
            <a:prstDash val="solid"/>
          </a:ln>
        </p:spPr>
      </p:sp>
      <p:sp>
        <p:nvSpPr>
          <p:cNvPr id="399" name="d_small_paired_text_4346">
            <a:extLst>
              <a:ext uri="{FF2B5EF4-FFF2-40B4-BE49-F238E27FC236}">
                <a16:creationId xmlns:a16="http://schemas.microsoft.com/office/drawing/2014/main" id="{4620A366-9CA2-47C0-AFB8-12EA13346FCA}"/>
              </a:ext>
            </a:extLst>
          </p:cNvPr>
          <p:cNvSpPr>
            <a:spLocks noGrp="1"/>
          </p:cNvSpPr>
          <p:nvPr/>
        </p:nvSpPr>
        <p:spPr>
          <a:xfrm rot="0">
            <a:off x="4505880" y="1619396"/>
            <a:ext cx="247203"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4.0</a:t>
            </a:r>
          </a:p>
        </p:txBody>
      </p:sp>
      <p:sp>
        <p:nvSpPr>
          <p:cNvPr id="400" name="d_small_paired_text_4347">
            <a:extLst>
              <a:ext uri="{FF2B5EF4-FFF2-40B4-BE49-F238E27FC236}">
                <a16:creationId xmlns:a16="http://schemas.microsoft.com/office/drawing/2014/main" id="{541B48F5-93F1-4A0C-B8DA-A66B3D649544}"/>
              </a:ext>
            </a:extLst>
          </p:cNvPr>
          <p:cNvSpPr>
            <a:spLocks noGrp="1"/>
          </p:cNvSpPr>
          <p:nvPr/>
        </p:nvSpPr>
        <p:spPr>
          <a:xfrm rot="-5400000">
            <a:off x="4378901" y="3229858"/>
            <a:ext cx="1080080"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Resolution (Å)</a:t>
            </a:r>
          </a:p>
        </p:txBody>
      </p:sp>
      <p:sp>
        <p:nvSpPr>
          <p:cNvPr id="401" name="d_small_paired_text_4348">
            <a:extLst>
              <a:ext uri="{FF2B5EF4-FFF2-40B4-BE49-F238E27FC236}">
                <a16:creationId xmlns:a16="http://schemas.microsoft.com/office/drawing/2014/main" id="{014EAFCE-CB64-4E84-90D3-716324043FA5}"/>
              </a:ext>
            </a:extLst>
          </p:cNvPr>
          <p:cNvSpPr>
            <a:spLocks noGrp="1"/>
          </p:cNvSpPr>
          <p:nvPr/>
        </p:nvSpPr>
        <p:spPr>
          <a:xfrm rot="0">
            <a:off x="997560" y="827586"/>
            <a:ext cx="1570252" cy="290744"/>
          </a:xfrm>
          <a:prstGeom prst="rect">
            <a:avLst/>
          </a:prstGeom>
          <a:noFill/>
          <a:ln w="0">
            <a:noFill/>
          </a:ln>
        </p:spPr>
        <p:txBody>
          <a:bodyPr wrap="none" lIns="0" tIns="0" rIns="0" bIns="0" anchor="ctr">
            <a:noAutofit/>
          </a:bodyPr>
          <a:lstStyle>
            <a:defPPr algn="l">
              <a:defRPr sz="1831" b="1">
                <a:solidFill>
                  <a:srgbClr val="000000"/>
                </a:solidFill>
                <a:latin typeface="Calibri"/>
                <a:ea typeface="Calibri"/>
                <a:cs typeface="Calibri"/>
              </a:defRPr>
            </a:defPPr>
          </a:lstStyle>
          <a:p>
            <a:pPr algn="l">
              <a:defRPr sz="1831" b="1">
                <a:solidFill>
                  <a:srgbClr val="000000"/>
                </a:solidFill>
                <a:latin typeface="Calibri"/>
                <a:ea typeface="Calibri"/>
                <a:cs typeface="Calibri"/>
              </a:defRPr>
            </a:pPr>
            <a:r>
              <a:rPr sz="1831" b="1">
                <a:solidFill>
                  <a:srgbClr val="000000"/>
                </a:solidFill>
                <a:latin typeface="Calibri"/>
                <a:ea typeface="Calibri"/>
                <a:cs typeface="Calibri"/>
              </a:rPr>
              <a:t>Small molecules</a:t>
            </a:r>
          </a:p>
        </p:txBody>
      </p:sp>
      <p:sp>
        <p:nvSpPr>
          <p:cNvPr id="402" name="d_small_paired_path_4349">
            <a:extLst>
              <a:ext uri="{FF2B5EF4-FFF2-40B4-BE49-F238E27FC236}">
                <a16:creationId xmlns:a16="http://schemas.microsoft.com/office/drawing/2014/main" id="{5D9F2887-FE04-4B00-A8CF-222D16F33F8A}"/>
              </a:ext>
            </a:extLst>
          </p:cNvPr>
          <p:cNvSpPr>
            <a:spLocks noGrp="1"/>
          </p:cNvSpPr>
          <p:nvPr/>
        </p:nvSpPr>
        <p:spPr>
          <a:xfrm>
            <a:off x="1203337" y="5618366"/>
            <a:ext cx="197706" cy="138394"/>
          </a:xfrm>
          <a:custGeom>
            <a:pathLst>
              <a:path w="197706" h="138394">
                <a:moveTo>
                  <a:pt x="0" y="138394"/>
                </a:moveTo>
                <a:lnTo>
                  <a:pt x="197706" y="138394"/>
                </a:lnTo>
                <a:lnTo>
                  <a:pt x="197706" y="0"/>
                </a:lnTo>
                <a:lnTo>
                  <a:pt x="0" y="0"/>
                </a:lnTo>
                <a:lnTo>
                  <a:pt x="0" y="138394"/>
                </a:lnTo>
                <a:close/>
              </a:path>
            </a:pathLst>
          </a:custGeom>
          <a:solidFill>
            <a:srgbClr val="566AB4">
              <a:alpha val="100000"/>
            </a:srgbClr>
          </a:solidFill>
          <a:ln w="0">
            <a:noFill/>
            <a:prstDash val="solid"/>
          </a:ln>
        </p:spPr>
      </p:sp>
      <p:sp>
        <p:nvSpPr>
          <p:cNvPr id="403" name="d_small_paired_text_4350">
            <a:extLst>
              <a:ext uri="{FF2B5EF4-FFF2-40B4-BE49-F238E27FC236}">
                <a16:creationId xmlns:a16="http://schemas.microsoft.com/office/drawing/2014/main" id="{C3CD50BD-01CB-4378-91A9-ADAF2E570ED7}"/>
              </a:ext>
            </a:extLst>
          </p:cNvPr>
          <p:cNvSpPr>
            <a:spLocks noGrp="1"/>
          </p:cNvSpPr>
          <p:nvPr/>
        </p:nvSpPr>
        <p:spPr>
          <a:xfrm rot="0">
            <a:off x="1490011" y="5600572"/>
            <a:ext cx="1902294"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(CA2)</a:t>
            </a:r>
          </a:p>
        </p:txBody>
      </p:sp>
      <p:sp>
        <p:nvSpPr>
          <p:cNvPr id="404" name="d_small_paired_path_4351">
            <a:extLst>
              <a:ext uri="{FF2B5EF4-FFF2-40B4-BE49-F238E27FC236}">
                <a16:creationId xmlns:a16="http://schemas.microsoft.com/office/drawing/2014/main" id="{3CB288C8-E77E-44EC-9357-EBD46F5C112F}"/>
              </a:ext>
            </a:extLst>
          </p:cNvPr>
          <p:cNvSpPr>
            <a:spLocks noGrp="1"/>
          </p:cNvSpPr>
          <p:nvPr/>
        </p:nvSpPr>
        <p:spPr>
          <a:xfrm>
            <a:off x="3578622" y="5618366"/>
            <a:ext cx="197706" cy="138394"/>
          </a:xfrm>
          <a:custGeom>
            <a:pathLst>
              <a:path w="197706" h="138394">
                <a:moveTo>
                  <a:pt x="0" y="138394"/>
                </a:moveTo>
                <a:lnTo>
                  <a:pt x="197706" y="138394"/>
                </a:lnTo>
                <a:lnTo>
                  <a:pt x="197706" y="0"/>
                </a:lnTo>
                <a:lnTo>
                  <a:pt x="0" y="0"/>
                </a:lnTo>
                <a:lnTo>
                  <a:pt x="0" y="138394"/>
                </a:lnTo>
                <a:close/>
              </a:path>
            </a:pathLst>
          </a:custGeom>
          <a:solidFill>
            <a:srgbClr val="B08A60">
              <a:alpha val="100000"/>
            </a:srgbClr>
          </a:solidFill>
          <a:ln w="0">
            <a:noFill/>
            <a:prstDash val="solid"/>
          </a:ln>
        </p:spPr>
      </p:sp>
      <p:sp>
        <p:nvSpPr>
          <p:cNvPr id="405" name="d_small_paired_text_4352">
            <a:extLst>
              <a:ext uri="{FF2B5EF4-FFF2-40B4-BE49-F238E27FC236}">
                <a16:creationId xmlns:a16="http://schemas.microsoft.com/office/drawing/2014/main" id="{69361882-8EFD-43F0-AC37-DFCC1B705A76}"/>
              </a:ext>
            </a:extLst>
          </p:cNvPr>
          <p:cNvSpPr>
            <a:spLocks noGrp="1"/>
          </p:cNvSpPr>
          <p:nvPr/>
        </p:nvSpPr>
        <p:spPr>
          <a:xfrm rot="0">
            <a:off x="3865296" y="5600572"/>
            <a:ext cx="139774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(CA2)</a:t>
            </a:r>
          </a:p>
        </p:txBody>
      </p:sp>
    </p:spTree>
    <p:extLst>
      <p:ext uri="{BB962C8B-B14F-4D97-AF65-F5344CB8AC3E}">
        <p14:creationId xmlns:p14="http://schemas.microsoft.com/office/powerpoint/2010/main" val="79171425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2" name="e_full_violin_path_4353">
            <a:extLst>
              <a:ext uri="{FF2B5EF4-FFF2-40B4-BE49-F238E27FC236}">
                <a16:creationId xmlns:a16="http://schemas.microsoft.com/office/drawing/2014/main" id="{02B60FEE-D29C-4858-8094-2C6A4C6736AE}"/>
              </a:ext>
            </a:extLst>
          </p:cNvPr>
          <p:cNvSpPr>
            <a:spLocks noGrp="1"/>
          </p:cNvSpPr>
          <p:nvPr/>
        </p:nvSpPr>
        <p:spPr>
          <a:xfrm>
            <a:off x="0" y="617865"/>
            <a:ext cx="5868000" cy="5604270"/>
          </a:xfrm>
          <a:custGeom>
            <a:avLst/>
            <a:gdLst/>
            <a:ahLst/>
            <a:cxnLst/>
            <a:rect l="0" t="0" r="0" b="0"/>
            <a:pathLst>
              <a:path w="5868000" h="5604270">
                <a:moveTo>
                  <a:pt x="0" y="5604270"/>
                </a:moveTo>
                <a:lnTo>
                  <a:pt x="5868000" y="5604270"/>
                </a:lnTo>
                <a:lnTo>
                  <a:pt x="5868000" y="0"/>
                </a:lnTo>
                <a:lnTo>
                  <a:pt x="0" y="0"/>
                </a:lnTo>
                <a:lnTo>
                  <a:pt x="0" y="5604270"/>
                </a:lnTo>
                <a:close/>
              </a:path>
            </a:pathLst>
          </a:custGeom>
          <a:solidFill>
            <a:srgbClr val="FFFFFF">
              <a:alpha val="100000"/>
            </a:srgbClr>
          </a:solidFill>
          <a:ln w="0">
            <a:noFill/>
            <a:prstDash val="solid"/>
          </a:ln>
        </p:spPr>
      </p:sp>
      <p:sp>
        <p:nvSpPr>
          <p:cNvPr id="2" name="e_full_violin_path_4354">
            <a:extLst>
              <a:ext uri="{FF2B5EF4-FFF2-40B4-BE49-F238E27FC236}">
                <a16:creationId xmlns:a16="http://schemas.microsoft.com/office/drawing/2014/main" id="{15BA7BD3-D491-4BDF-99EB-F71B15F80074}"/>
              </a:ext>
            </a:extLst>
          </p:cNvPr>
          <p:cNvSpPr>
            <a:spLocks noGrp="1"/>
          </p:cNvSpPr>
          <p:nvPr/>
        </p:nvSpPr>
        <p:spPr>
          <a:xfrm>
            <a:off x="997560" y="1962890"/>
            <a:ext cx="4518360" cy="2577964"/>
          </a:xfrm>
          <a:custGeom>
            <a:avLst/>
            <a:gdLst/>
            <a:ahLst/>
            <a:cxnLst/>
            <a:rect l="0" t="0" r="0" b="0"/>
            <a:pathLst>
              <a:path w="4518360" h="2577964">
                <a:moveTo>
                  <a:pt x="0" y="2577964"/>
                </a:moveTo>
                <a:lnTo>
                  <a:pt x="4518360" y="2577964"/>
                </a:lnTo>
                <a:lnTo>
                  <a:pt x="4518360" y="0"/>
                </a:lnTo>
                <a:lnTo>
                  <a:pt x="0" y="0"/>
                </a:lnTo>
                <a:lnTo>
                  <a:pt x="0" y="2577964"/>
                </a:lnTo>
                <a:close/>
              </a:path>
            </a:pathLst>
          </a:custGeom>
          <a:solidFill>
            <a:srgbClr val="FFFFFF">
              <a:alpha val="100000"/>
            </a:srgbClr>
          </a:solidFill>
          <a:ln w="0">
            <a:noFill/>
            <a:prstDash val="solid"/>
          </a:ln>
        </p:spPr>
      </p:sp>
      <p:sp>
        <p:nvSpPr>
          <p:cNvPr id="3" name="e_full_violin_text_4355">
            <a:extLst>
              <a:ext uri="{FF2B5EF4-FFF2-40B4-BE49-F238E27FC236}">
                <a16:creationId xmlns:a16="http://schemas.microsoft.com/office/drawing/2014/main" id="{09672746-423A-4823-B76B-BFD76F9C1A10}"/>
              </a:ext>
            </a:extLst>
          </p:cNvPr>
          <p:cNvSpPr>
            <a:spLocks noGrp="1"/>
          </p:cNvSpPr>
          <p:nvPr/>
        </p:nvSpPr>
        <p:spPr>
          <a:xfrm rot="0">
            <a:off x="1598997" y="4636712"/>
            <a:ext cx="698252"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Precision</a:t>
            </a:r>
          </a:p>
        </p:txBody>
      </p:sp>
      <p:sp>
        <p:nvSpPr>
          <p:cNvPr id="4" name="e_full_violin_text_4356">
            <a:extLst>
              <a:ext uri="{FF2B5EF4-FFF2-40B4-BE49-F238E27FC236}">
                <a16:creationId xmlns:a16="http://schemas.microsoft.com/office/drawing/2014/main" id="{3D114E01-719A-4A1C-AE70-EED8EC967E5A}"/>
              </a:ext>
            </a:extLst>
          </p:cNvPr>
          <p:cNvSpPr>
            <a:spLocks noGrp="1"/>
          </p:cNvSpPr>
          <p:nvPr/>
        </p:nvSpPr>
        <p:spPr>
          <a:xfrm rot="0">
            <a:off x="4347601" y="4636712"/>
            <a:ext cx="458771"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Recall</a:t>
            </a:r>
          </a:p>
        </p:txBody>
      </p:sp>
      <p:sp>
        <p:nvSpPr>
          <p:cNvPr id="5" name="e_full_violin_path_4357">
            <a:extLst>
              <a:ext uri="{FF2B5EF4-FFF2-40B4-BE49-F238E27FC236}">
                <a16:creationId xmlns:a16="http://schemas.microsoft.com/office/drawing/2014/main" id="{48F9A6F0-4537-4B78-9B89-55BBDA916EBD}"/>
              </a:ext>
            </a:extLst>
          </p:cNvPr>
          <p:cNvSpPr>
            <a:spLocks noGrp="1"/>
          </p:cNvSpPr>
          <p:nvPr/>
        </p:nvSpPr>
        <p:spPr>
          <a:xfrm>
            <a:off x="997560" y="4480053"/>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6" name="e_full_violin_path_4358">
            <a:extLst>
              <a:ext uri="{FF2B5EF4-FFF2-40B4-BE49-F238E27FC236}">
                <a16:creationId xmlns:a16="http://schemas.microsoft.com/office/drawing/2014/main" id="{45C8472E-41DF-4037-A0BE-6841A6A9855B}"/>
              </a:ext>
            </a:extLst>
          </p:cNvPr>
          <p:cNvSpPr>
            <a:spLocks noGrp="1"/>
          </p:cNvSpPr>
          <p:nvPr/>
        </p:nvSpPr>
        <p:spPr>
          <a:xfrm>
            <a:off x="944063" y="4480053"/>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7" name="e_full_violin_text_4359">
            <a:extLst>
              <a:ext uri="{FF2B5EF4-FFF2-40B4-BE49-F238E27FC236}">
                <a16:creationId xmlns:a16="http://schemas.microsoft.com/office/drawing/2014/main" id="{4585B304-282A-46B4-8DD0-25C8D313038B}"/>
              </a:ext>
            </a:extLst>
          </p:cNvPr>
          <p:cNvSpPr>
            <a:spLocks noGrp="1"/>
          </p:cNvSpPr>
          <p:nvPr/>
        </p:nvSpPr>
        <p:spPr>
          <a:xfrm rot="0">
            <a:off x="438400" y="4396333"/>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8" name="e_full_violin_path_4360">
            <a:extLst>
              <a:ext uri="{FF2B5EF4-FFF2-40B4-BE49-F238E27FC236}">
                <a16:creationId xmlns:a16="http://schemas.microsoft.com/office/drawing/2014/main" id="{C4719B1C-863D-44C5-BF30-AF5095576DC5}"/>
              </a:ext>
            </a:extLst>
          </p:cNvPr>
          <p:cNvSpPr>
            <a:spLocks noGrp="1"/>
          </p:cNvSpPr>
          <p:nvPr/>
        </p:nvSpPr>
        <p:spPr>
          <a:xfrm>
            <a:off x="997560" y="3264032"/>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9" name="e_full_violin_path_4361">
            <a:extLst>
              <a:ext uri="{FF2B5EF4-FFF2-40B4-BE49-F238E27FC236}">
                <a16:creationId xmlns:a16="http://schemas.microsoft.com/office/drawing/2014/main" id="{4C13A7FD-06E0-4BC6-BB7D-F4D8CE2081C3}"/>
              </a:ext>
            </a:extLst>
          </p:cNvPr>
          <p:cNvSpPr>
            <a:spLocks noGrp="1"/>
          </p:cNvSpPr>
          <p:nvPr/>
        </p:nvSpPr>
        <p:spPr>
          <a:xfrm>
            <a:off x="944063" y="3264032"/>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0" name="e_full_violin_text_4362">
            <a:extLst>
              <a:ext uri="{FF2B5EF4-FFF2-40B4-BE49-F238E27FC236}">
                <a16:creationId xmlns:a16="http://schemas.microsoft.com/office/drawing/2014/main" id="{3AA35CBC-3763-45CF-9664-33418445DC0B}"/>
              </a:ext>
            </a:extLst>
          </p:cNvPr>
          <p:cNvSpPr>
            <a:spLocks noGrp="1"/>
          </p:cNvSpPr>
          <p:nvPr/>
        </p:nvSpPr>
        <p:spPr>
          <a:xfrm rot="0">
            <a:off x="438400" y="318031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11" name="e_full_violin_path_4363">
            <a:extLst>
              <a:ext uri="{FF2B5EF4-FFF2-40B4-BE49-F238E27FC236}">
                <a16:creationId xmlns:a16="http://schemas.microsoft.com/office/drawing/2014/main" id="{C60071E9-1345-4FAB-90F1-64F157A20BDE}"/>
              </a:ext>
            </a:extLst>
          </p:cNvPr>
          <p:cNvSpPr>
            <a:spLocks noGrp="1"/>
          </p:cNvSpPr>
          <p:nvPr/>
        </p:nvSpPr>
        <p:spPr>
          <a:xfrm>
            <a:off x="997560" y="2048011"/>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2" name="e_full_violin_path_4364">
            <a:extLst>
              <a:ext uri="{FF2B5EF4-FFF2-40B4-BE49-F238E27FC236}">
                <a16:creationId xmlns:a16="http://schemas.microsoft.com/office/drawing/2014/main" id="{A332D3DA-613A-49DD-AECC-B6DF3E3E4068}"/>
              </a:ext>
            </a:extLst>
          </p:cNvPr>
          <p:cNvSpPr>
            <a:spLocks noGrp="1"/>
          </p:cNvSpPr>
          <p:nvPr/>
        </p:nvSpPr>
        <p:spPr>
          <a:xfrm>
            <a:off x="944063" y="2048011"/>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3" name="e_full_violin_text_4365">
            <a:extLst>
              <a:ext uri="{FF2B5EF4-FFF2-40B4-BE49-F238E27FC236}">
                <a16:creationId xmlns:a16="http://schemas.microsoft.com/office/drawing/2014/main" id="{37704602-0266-46B5-B7A0-8C05EE622271}"/>
              </a:ext>
            </a:extLst>
          </p:cNvPr>
          <p:cNvSpPr>
            <a:spLocks noGrp="1"/>
          </p:cNvSpPr>
          <p:nvPr/>
        </p:nvSpPr>
        <p:spPr>
          <a:xfrm rot="0">
            <a:off x="438400" y="1964291"/>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14" name="e_full_violin_text_4366">
            <a:extLst>
              <a:ext uri="{FF2B5EF4-FFF2-40B4-BE49-F238E27FC236}">
                <a16:creationId xmlns:a16="http://schemas.microsoft.com/office/drawing/2014/main" id="{87EE9426-57A2-47FE-9F8E-EC3B09943A9D}"/>
              </a:ext>
            </a:extLst>
          </p:cNvPr>
          <p:cNvSpPr>
            <a:spLocks noGrp="1"/>
          </p:cNvSpPr>
          <p:nvPr/>
        </p:nvSpPr>
        <p:spPr>
          <a:xfrm rot="-5400000">
            <a:off x="37468" y="3121037"/>
            <a:ext cx="483892"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Score</a:t>
            </a:r>
          </a:p>
        </p:txBody>
      </p:sp>
      <p:sp>
        <p:nvSpPr>
          <p:cNvPr id="15" name="e_full_violin_path_4367">
            <a:extLst>
              <a:ext uri="{FF2B5EF4-FFF2-40B4-BE49-F238E27FC236}">
                <a16:creationId xmlns:a16="http://schemas.microsoft.com/office/drawing/2014/main" id="{DB7F365D-26C2-4A09-8810-A4743EEAF239}"/>
              </a:ext>
            </a:extLst>
          </p:cNvPr>
          <p:cNvSpPr>
            <a:spLocks noGrp="1"/>
          </p:cNvSpPr>
          <p:nvPr/>
        </p:nvSpPr>
        <p:spPr>
          <a:xfrm>
            <a:off x="1202940" y="2048011"/>
            <a:ext cx="657216" cy="2432042"/>
          </a:xfrm>
          <a:custGeom>
            <a:avLst/>
            <a:gdLst/>
            <a:ahLst/>
            <a:cxnLst/>
            <a:rect l="0" t="0" r="0" b="0"/>
            <a:pathLst>
              <a:path w="657216" h="2432042">
                <a:moveTo>
                  <a:pt x="467756" y="2432042"/>
                </a:moveTo>
                <a:lnTo>
                  <a:pt x="189460" y="2432042"/>
                </a:lnTo>
                <a:lnTo>
                  <a:pt x="191075" y="2416841"/>
                </a:lnTo>
                <a:lnTo>
                  <a:pt x="195804" y="2401641"/>
                </a:lnTo>
                <a:lnTo>
                  <a:pt x="203319" y="2386441"/>
                </a:lnTo>
                <a:lnTo>
                  <a:pt x="213114" y="2371241"/>
                </a:lnTo>
                <a:lnTo>
                  <a:pt x="224562" y="2356040"/>
                </a:lnTo>
                <a:lnTo>
                  <a:pt x="236980" y="2340840"/>
                </a:lnTo>
                <a:lnTo>
                  <a:pt x="249696" y="2325640"/>
                </a:lnTo>
                <a:lnTo>
                  <a:pt x="262108" y="2310439"/>
                </a:lnTo>
                <a:lnTo>
                  <a:pt x="273724" y="2295239"/>
                </a:lnTo>
                <a:lnTo>
                  <a:pt x="284186" y="2280039"/>
                </a:lnTo>
                <a:lnTo>
                  <a:pt x="293281" y="2264839"/>
                </a:lnTo>
                <a:lnTo>
                  <a:pt x="300926" y="2249638"/>
                </a:lnTo>
                <a:lnTo>
                  <a:pt x="307146" y="2234438"/>
                </a:lnTo>
                <a:lnTo>
                  <a:pt x="312050" y="2219238"/>
                </a:lnTo>
                <a:lnTo>
                  <a:pt x="315794" y="2204038"/>
                </a:lnTo>
                <a:lnTo>
                  <a:pt x="318560" y="2188837"/>
                </a:lnTo>
                <a:lnTo>
                  <a:pt x="320533" y="2173637"/>
                </a:lnTo>
                <a:lnTo>
                  <a:pt x="321880" y="2158437"/>
                </a:lnTo>
                <a:lnTo>
                  <a:pt x="322746" y="2143237"/>
                </a:lnTo>
                <a:lnTo>
                  <a:pt x="323250" y="2128036"/>
                </a:lnTo>
                <a:lnTo>
                  <a:pt x="323482" y="2112836"/>
                </a:lnTo>
                <a:lnTo>
                  <a:pt x="323507" y="2097636"/>
                </a:lnTo>
                <a:lnTo>
                  <a:pt x="323372" y="2082436"/>
                </a:lnTo>
                <a:lnTo>
                  <a:pt x="323107" y="2067235"/>
                </a:lnTo>
                <a:lnTo>
                  <a:pt x="322730" y="2052035"/>
                </a:lnTo>
                <a:lnTo>
                  <a:pt x="322253" y="2036835"/>
                </a:lnTo>
                <a:lnTo>
                  <a:pt x="321681" y="2021635"/>
                </a:lnTo>
                <a:lnTo>
                  <a:pt x="321018" y="2006434"/>
                </a:lnTo>
                <a:lnTo>
                  <a:pt x="320267" y="1991234"/>
                </a:lnTo>
                <a:lnTo>
                  <a:pt x="319432" y="1976034"/>
                </a:lnTo>
                <a:lnTo>
                  <a:pt x="318522" y="1960834"/>
                </a:lnTo>
                <a:lnTo>
                  <a:pt x="317548" y="1945633"/>
                </a:lnTo>
                <a:lnTo>
                  <a:pt x="316528" y="1930433"/>
                </a:lnTo>
                <a:lnTo>
                  <a:pt x="315482" y="1915233"/>
                </a:lnTo>
                <a:lnTo>
                  <a:pt x="314433" y="1900032"/>
                </a:lnTo>
                <a:lnTo>
                  <a:pt x="313404" y="1884832"/>
                </a:lnTo>
                <a:lnTo>
                  <a:pt x="312413" y="1869632"/>
                </a:lnTo>
                <a:lnTo>
                  <a:pt x="311471" y="1854432"/>
                </a:lnTo>
                <a:lnTo>
                  <a:pt x="310578" y="1839231"/>
                </a:lnTo>
                <a:lnTo>
                  <a:pt x="309723" y="1824031"/>
                </a:lnTo>
                <a:lnTo>
                  <a:pt x="308882" y="1808831"/>
                </a:lnTo>
                <a:lnTo>
                  <a:pt x="308023" y="1793631"/>
                </a:lnTo>
                <a:lnTo>
                  <a:pt x="307109" y="1778430"/>
                </a:lnTo>
                <a:lnTo>
                  <a:pt x="306109" y="1763230"/>
                </a:lnTo>
                <a:lnTo>
                  <a:pt x="304998" y="1748030"/>
                </a:lnTo>
                <a:lnTo>
                  <a:pt x="303771" y="1732830"/>
                </a:lnTo>
                <a:lnTo>
                  <a:pt x="302441" y="1717629"/>
                </a:lnTo>
                <a:lnTo>
                  <a:pt x="301047" y="1702429"/>
                </a:lnTo>
                <a:lnTo>
                  <a:pt x="299647" y="1687229"/>
                </a:lnTo>
                <a:lnTo>
                  <a:pt x="298317" y="1672029"/>
                </a:lnTo>
                <a:lnTo>
                  <a:pt x="297140" y="1656828"/>
                </a:lnTo>
                <a:lnTo>
                  <a:pt x="296200" y="1641628"/>
                </a:lnTo>
                <a:lnTo>
                  <a:pt x="295566" y="1626428"/>
                </a:lnTo>
                <a:lnTo>
                  <a:pt x="295294" y="1611228"/>
                </a:lnTo>
                <a:lnTo>
                  <a:pt x="295408" y="1596027"/>
                </a:lnTo>
                <a:lnTo>
                  <a:pt x="295909" y="1580827"/>
                </a:lnTo>
                <a:lnTo>
                  <a:pt x="296768" y="1565627"/>
                </a:lnTo>
                <a:lnTo>
                  <a:pt x="297930" y="1550426"/>
                </a:lnTo>
                <a:lnTo>
                  <a:pt x="299323" y="1535226"/>
                </a:lnTo>
                <a:lnTo>
                  <a:pt x="300860" y="1520026"/>
                </a:lnTo>
                <a:lnTo>
                  <a:pt x="302447" y="1504826"/>
                </a:lnTo>
                <a:lnTo>
                  <a:pt x="303990" y="1489625"/>
                </a:lnTo>
                <a:lnTo>
                  <a:pt x="305392" y="1474425"/>
                </a:lnTo>
                <a:lnTo>
                  <a:pt x="306566" y="1459225"/>
                </a:lnTo>
                <a:lnTo>
                  <a:pt x="307425" y="1444025"/>
                </a:lnTo>
                <a:lnTo>
                  <a:pt x="307893" y="1428824"/>
                </a:lnTo>
                <a:lnTo>
                  <a:pt x="307903" y="1413624"/>
                </a:lnTo>
                <a:lnTo>
                  <a:pt x="307404" y="1398424"/>
                </a:lnTo>
                <a:lnTo>
                  <a:pt x="306364" y="1383224"/>
                </a:lnTo>
                <a:lnTo>
                  <a:pt x="304779" y="1368023"/>
                </a:lnTo>
                <a:lnTo>
                  <a:pt x="302676" y="1352823"/>
                </a:lnTo>
                <a:lnTo>
                  <a:pt x="300125" y="1337623"/>
                </a:lnTo>
                <a:lnTo>
                  <a:pt x="297234" y="1322423"/>
                </a:lnTo>
                <a:lnTo>
                  <a:pt x="294151" y="1307222"/>
                </a:lnTo>
                <a:lnTo>
                  <a:pt x="291055" y="1292022"/>
                </a:lnTo>
                <a:lnTo>
                  <a:pt x="288139" y="1276822"/>
                </a:lnTo>
                <a:lnTo>
                  <a:pt x="285601" y="1261622"/>
                </a:lnTo>
                <a:lnTo>
                  <a:pt x="283617" y="1246421"/>
                </a:lnTo>
                <a:lnTo>
                  <a:pt x="282322" y="1231221"/>
                </a:lnTo>
                <a:lnTo>
                  <a:pt x="281801" y="1216021"/>
                </a:lnTo>
                <a:lnTo>
                  <a:pt x="282072" y="1200821"/>
                </a:lnTo>
                <a:lnTo>
                  <a:pt x="283088" y="1185620"/>
                </a:lnTo>
                <a:lnTo>
                  <a:pt x="284744" y="1170420"/>
                </a:lnTo>
                <a:lnTo>
                  <a:pt x="286887" y="1155220"/>
                </a:lnTo>
                <a:lnTo>
                  <a:pt x="289336" y="1140019"/>
                </a:lnTo>
                <a:lnTo>
                  <a:pt x="291902" y="1124819"/>
                </a:lnTo>
                <a:lnTo>
                  <a:pt x="294408" y="1109619"/>
                </a:lnTo>
                <a:lnTo>
                  <a:pt x="296703" y="1094419"/>
                </a:lnTo>
                <a:lnTo>
                  <a:pt x="298671" y="1079218"/>
                </a:lnTo>
                <a:lnTo>
                  <a:pt x="300236" y="1064018"/>
                </a:lnTo>
                <a:lnTo>
                  <a:pt x="301359" y="1048818"/>
                </a:lnTo>
                <a:lnTo>
                  <a:pt x="302028" y="1033618"/>
                </a:lnTo>
                <a:lnTo>
                  <a:pt x="302257" y="1018417"/>
                </a:lnTo>
                <a:lnTo>
                  <a:pt x="302068" y="1003217"/>
                </a:lnTo>
                <a:lnTo>
                  <a:pt x="301490" y="988017"/>
                </a:lnTo>
                <a:lnTo>
                  <a:pt x="300554" y="972817"/>
                </a:lnTo>
                <a:lnTo>
                  <a:pt x="299295" y="957616"/>
                </a:lnTo>
                <a:lnTo>
                  <a:pt x="297751" y="942416"/>
                </a:lnTo>
                <a:lnTo>
                  <a:pt x="295973" y="927216"/>
                </a:lnTo>
                <a:lnTo>
                  <a:pt x="294027" y="912016"/>
                </a:lnTo>
                <a:lnTo>
                  <a:pt x="291997" y="896815"/>
                </a:lnTo>
                <a:lnTo>
                  <a:pt x="289984" y="881615"/>
                </a:lnTo>
                <a:lnTo>
                  <a:pt x="288105" y="866415"/>
                </a:lnTo>
                <a:lnTo>
                  <a:pt x="286478" y="851215"/>
                </a:lnTo>
                <a:lnTo>
                  <a:pt x="285216" y="836014"/>
                </a:lnTo>
                <a:lnTo>
                  <a:pt x="284412" y="820814"/>
                </a:lnTo>
                <a:lnTo>
                  <a:pt x="284130" y="805614"/>
                </a:lnTo>
                <a:lnTo>
                  <a:pt x="284395" y="790414"/>
                </a:lnTo>
                <a:lnTo>
                  <a:pt x="285189" y="775213"/>
                </a:lnTo>
                <a:lnTo>
                  <a:pt x="286457" y="760013"/>
                </a:lnTo>
                <a:lnTo>
                  <a:pt x="288109" y="744813"/>
                </a:lnTo>
                <a:lnTo>
                  <a:pt x="290032" y="729612"/>
                </a:lnTo>
                <a:lnTo>
                  <a:pt x="292105" y="714412"/>
                </a:lnTo>
                <a:lnTo>
                  <a:pt x="294209" y="699212"/>
                </a:lnTo>
                <a:lnTo>
                  <a:pt x="296242" y="684012"/>
                </a:lnTo>
                <a:lnTo>
                  <a:pt x="298124" y="668811"/>
                </a:lnTo>
                <a:lnTo>
                  <a:pt x="299803" y="653611"/>
                </a:lnTo>
                <a:lnTo>
                  <a:pt x="301256" y="638411"/>
                </a:lnTo>
                <a:lnTo>
                  <a:pt x="302486" y="623211"/>
                </a:lnTo>
                <a:lnTo>
                  <a:pt x="303511" y="608010"/>
                </a:lnTo>
                <a:lnTo>
                  <a:pt x="304363" y="592810"/>
                </a:lnTo>
                <a:lnTo>
                  <a:pt x="305076" y="577610"/>
                </a:lnTo>
                <a:lnTo>
                  <a:pt x="305683" y="562410"/>
                </a:lnTo>
                <a:lnTo>
                  <a:pt x="306205" y="547209"/>
                </a:lnTo>
                <a:lnTo>
                  <a:pt x="306657" y="532009"/>
                </a:lnTo>
                <a:lnTo>
                  <a:pt x="307042" y="516809"/>
                </a:lnTo>
                <a:lnTo>
                  <a:pt x="307355" y="501609"/>
                </a:lnTo>
                <a:lnTo>
                  <a:pt x="307589" y="486408"/>
                </a:lnTo>
                <a:lnTo>
                  <a:pt x="307737" y="471208"/>
                </a:lnTo>
                <a:lnTo>
                  <a:pt x="307796" y="456008"/>
                </a:lnTo>
                <a:lnTo>
                  <a:pt x="307772" y="440808"/>
                </a:lnTo>
                <a:lnTo>
                  <a:pt x="307678" y="425607"/>
                </a:lnTo>
                <a:lnTo>
                  <a:pt x="307535" y="410407"/>
                </a:lnTo>
                <a:lnTo>
                  <a:pt x="307368" y="395207"/>
                </a:lnTo>
                <a:lnTo>
                  <a:pt x="307197" y="380006"/>
                </a:lnTo>
                <a:lnTo>
                  <a:pt x="307034" y="364806"/>
                </a:lnTo>
                <a:lnTo>
                  <a:pt x="306868" y="349606"/>
                </a:lnTo>
                <a:lnTo>
                  <a:pt x="306661" y="334406"/>
                </a:lnTo>
                <a:lnTo>
                  <a:pt x="306332" y="319205"/>
                </a:lnTo>
                <a:lnTo>
                  <a:pt x="305748" y="304005"/>
                </a:lnTo>
                <a:lnTo>
                  <a:pt x="304719" y="288805"/>
                </a:lnTo>
                <a:lnTo>
                  <a:pt x="302989" y="273605"/>
                </a:lnTo>
                <a:lnTo>
                  <a:pt x="300233" y="258404"/>
                </a:lnTo>
                <a:lnTo>
                  <a:pt x="296065" y="243204"/>
                </a:lnTo>
                <a:lnTo>
                  <a:pt x="290053" y="228004"/>
                </a:lnTo>
                <a:lnTo>
                  <a:pt x="281740" y="212804"/>
                </a:lnTo>
                <a:lnTo>
                  <a:pt x="270690" y="197603"/>
                </a:lnTo>
                <a:lnTo>
                  <a:pt x="256532" y="182403"/>
                </a:lnTo>
                <a:lnTo>
                  <a:pt x="239023" y="167203"/>
                </a:lnTo>
                <a:lnTo>
                  <a:pt x="218119" y="152003"/>
                </a:lnTo>
                <a:lnTo>
                  <a:pt x="194028" y="136802"/>
                </a:lnTo>
                <a:lnTo>
                  <a:pt x="167262" y="121602"/>
                </a:lnTo>
                <a:lnTo>
                  <a:pt x="138659" y="106402"/>
                </a:lnTo>
                <a:lnTo>
                  <a:pt x="109361" y="91202"/>
                </a:lnTo>
                <a:lnTo>
                  <a:pt x="80763" y="76001"/>
                </a:lnTo>
                <a:lnTo>
                  <a:pt x="54411" y="60801"/>
                </a:lnTo>
                <a:lnTo>
                  <a:pt x="31873" y="45601"/>
                </a:lnTo>
                <a:lnTo>
                  <a:pt x="14587" y="30401"/>
                </a:lnTo>
                <a:lnTo>
                  <a:pt x="3712" y="15200"/>
                </a:lnTo>
                <a:lnTo>
                  <a:pt x="0" y="0"/>
                </a:lnTo>
                <a:lnTo>
                  <a:pt x="657216" y="0"/>
                </a:lnTo>
                <a:lnTo>
                  <a:pt x="657216" y="0"/>
                </a:lnTo>
                <a:lnTo>
                  <a:pt x="653504" y="15200"/>
                </a:lnTo>
                <a:lnTo>
                  <a:pt x="642629" y="30401"/>
                </a:lnTo>
                <a:lnTo>
                  <a:pt x="625343" y="45601"/>
                </a:lnTo>
                <a:lnTo>
                  <a:pt x="602805" y="60801"/>
                </a:lnTo>
                <a:lnTo>
                  <a:pt x="576453" y="76001"/>
                </a:lnTo>
                <a:lnTo>
                  <a:pt x="547855" y="91202"/>
                </a:lnTo>
                <a:lnTo>
                  <a:pt x="518557" y="106402"/>
                </a:lnTo>
                <a:lnTo>
                  <a:pt x="489954" y="121602"/>
                </a:lnTo>
                <a:lnTo>
                  <a:pt x="463188" y="136802"/>
                </a:lnTo>
                <a:lnTo>
                  <a:pt x="439097" y="152003"/>
                </a:lnTo>
                <a:lnTo>
                  <a:pt x="418193" y="167203"/>
                </a:lnTo>
                <a:lnTo>
                  <a:pt x="400684" y="182403"/>
                </a:lnTo>
                <a:lnTo>
                  <a:pt x="386526" y="197603"/>
                </a:lnTo>
                <a:lnTo>
                  <a:pt x="375476" y="212804"/>
                </a:lnTo>
                <a:lnTo>
                  <a:pt x="367163" y="228004"/>
                </a:lnTo>
                <a:lnTo>
                  <a:pt x="361151" y="243204"/>
                </a:lnTo>
                <a:lnTo>
                  <a:pt x="356983" y="258404"/>
                </a:lnTo>
                <a:lnTo>
                  <a:pt x="354227" y="273605"/>
                </a:lnTo>
                <a:lnTo>
                  <a:pt x="352497" y="288805"/>
                </a:lnTo>
                <a:lnTo>
                  <a:pt x="351468" y="304005"/>
                </a:lnTo>
                <a:lnTo>
                  <a:pt x="350884" y="319205"/>
                </a:lnTo>
                <a:lnTo>
                  <a:pt x="350555" y="334406"/>
                </a:lnTo>
                <a:lnTo>
                  <a:pt x="350348" y="349606"/>
                </a:lnTo>
                <a:lnTo>
                  <a:pt x="350182" y="364806"/>
                </a:lnTo>
                <a:lnTo>
                  <a:pt x="350019" y="380006"/>
                </a:lnTo>
                <a:lnTo>
                  <a:pt x="349848" y="395207"/>
                </a:lnTo>
                <a:lnTo>
                  <a:pt x="349681" y="410407"/>
                </a:lnTo>
                <a:lnTo>
                  <a:pt x="349538" y="425607"/>
                </a:lnTo>
                <a:lnTo>
                  <a:pt x="349444" y="440808"/>
                </a:lnTo>
                <a:lnTo>
                  <a:pt x="349420" y="456008"/>
                </a:lnTo>
                <a:lnTo>
                  <a:pt x="349479" y="471208"/>
                </a:lnTo>
                <a:lnTo>
                  <a:pt x="349627" y="486408"/>
                </a:lnTo>
                <a:lnTo>
                  <a:pt x="349861" y="501609"/>
                </a:lnTo>
                <a:lnTo>
                  <a:pt x="350174" y="516809"/>
                </a:lnTo>
                <a:lnTo>
                  <a:pt x="350559" y="532009"/>
                </a:lnTo>
                <a:lnTo>
                  <a:pt x="351011" y="547209"/>
                </a:lnTo>
                <a:lnTo>
                  <a:pt x="351533" y="562410"/>
                </a:lnTo>
                <a:lnTo>
                  <a:pt x="352140" y="577610"/>
                </a:lnTo>
                <a:lnTo>
                  <a:pt x="352853" y="592810"/>
                </a:lnTo>
                <a:lnTo>
                  <a:pt x="353705" y="608010"/>
                </a:lnTo>
                <a:lnTo>
                  <a:pt x="354730" y="623211"/>
                </a:lnTo>
                <a:lnTo>
                  <a:pt x="355960" y="638411"/>
                </a:lnTo>
                <a:lnTo>
                  <a:pt x="357413" y="653611"/>
                </a:lnTo>
                <a:lnTo>
                  <a:pt x="359092" y="668811"/>
                </a:lnTo>
                <a:lnTo>
                  <a:pt x="360974" y="684012"/>
                </a:lnTo>
                <a:lnTo>
                  <a:pt x="363007" y="699212"/>
                </a:lnTo>
                <a:lnTo>
                  <a:pt x="365111" y="714412"/>
                </a:lnTo>
                <a:lnTo>
                  <a:pt x="367184" y="729612"/>
                </a:lnTo>
                <a:lnTo>
                  <a:pt x="369107" y="744813"/>
                </a:lnTo>
                <a:lnTo>
                  <a:pt x="370759" y="760013"/>
                </a:lnTo>
                <a:lnTo>
                  <a:pt x="372027" y="775213"/>
                </a:lnTo>
                <a:lnTo>
                  <a:pt x="372821" y="790414"/>
                </a:lnTo>
                <a:lnTo>
                  <a:pt x="373086" y="805614"/>
                </a:lnTo>
                <a:lnTo>
                  <a:pt x="372804" y="820814"/>
                </a:lnTo>
                <a:lnTo>
                  <a:pt x="372000" y="836014"/>
                </a:lnTo>
                <a:lnTo>
                  <a:pt x="370738" y="851215"/>
                </a:lnTo>
                <a:lnTo>
                  <a:pt x="369111" y="866415"/>
                </a:lnTo>
                <a:lnTo>
                  <a:pt x="367232" y="881615"/>
                </a:lnTo>
                <a:lnTo>
                  <a:pt x="365219" y="896815"/>
                </a:lnTo>
                <a:lnTo>
                  <a:pt x="363189" y="912016"/>
                </a:lnTo>
                <a:lnTo>
                  <a:pt x="361243" y="927216"/>
                </a:lnTo>
                <a:lnTo>
                  <a:pt x="359465" y="942416"/>
                </a:lnTo>
                <a:lnTo>
                  <a:pt x="357921" y="957616"/>
                </a:lnTo>
                <a:lnTo>
                  <a:pt x="356662" y="972817"/>
                </a:lnTo>
                <a:lnTo>
                  <a:pt x="355726" y="988017"/>
                </a:lnTo>
                <a:lnTo>
                  <a:pt x="355148" y="1003217"/>
                </a:lnTo>
                <a:lnTo>
                  <a:pt x="354959" y="1018417"/>
                </a:lnTo>
                <a:lnTo>
                  <a:pt x="355188" y="1033618"/>
                </a:lnTo>
                <a:lnTo>
                  <a:pt x="355857" y="1048818"/>
                </a:lnTo>
                <a:lnTo>
                  <a:pt x="356980" y="1064018"/>
                </a:lnTo>
                <a:lnTo>
                  <a:pt x="358545" y="1079218"/>
                </a:lnTo>
                <a:lnTo>
                  <a:pt x="360513" y="1094419"/>
                </a:lnTo>
                <a:lnTo>
                  <a:pt x="362808" y="1109619"/>
                </a:lnTo>
                <a:lnTo>
                  <a:pt x="365314" y="1124819"/>
                </a:lnTo>
                <a:lnTo>
                  <a:pt x="367880" y="1140019"/>
                </a:lnTo>
                <a:lnTo>
                  <a:pt x="370329" y="1155220"/>
                </a:lnTo>
                <a:lnTo>
                  <a:pt x="372472" y="1170420"/>
                </a:lnTo>
                <a:lnTo>
                  <a:pt x="374128" y="1185620"/>
                </a:lnTo>
                <a:lnTo>
                  <a:pt x="375144" y="1200821"/>
                </a:lnTo>
                <a:lnTo>
                  <a:pt x="375415" y="1216021"/>
                </a:lnTo>
                <a:lnTo>
                  <a:pt x="374894" y="1231221"/>
                </a:lnTo>
                <a:lnTo>
                  <a:pt x="373599" y="1246421"/>
                </a:lnTo>
                <a:lnTo>
                  <a:pt x="371615" y="1261622"/>
                </a:lnTo>
                <a:lnTo>
                  <a:pt x="369077" y="1276822"/>
                </a:lnTo>
                <a:lnTo>
                  <a:pt x="366161" y="1292022"/>
                </a:lnTo>
                <a:lnTo>
                  <a:pt x="363065" y="1307222"/>
                </a:lnTo>
                <a:lnTo>
                  <a:pt x="359982" y="1322423"/>
                </a:lnTo>
                <a:lnTo>
                  <a:pt x="357091" y="1337623"/>
                </a:lnTo>
                <a:lnTo>
                  <a:pt x="354540" y="1352823"/>
                </a:lnTo>
                <a:lnTo>
                  <a:pt x="352437" y="1368023"/>
                </a:lnTo>
                <a:lnTo>
                  <a:pt x="350852" y="1383224"/>
                </a:lnTo>
                <a:lnTo>
                  <a:pt x="349812" y="1398424"/>
                </a:lnTo>
                <a:lnTo>
                  <a:pt x="349313" y="1413624"/>
                </a:lnTo>
                <a:lnTo>
                  <a:pt x="349323" y="1428824"/>
                </a:lnTo>
                <a:lnTo>
                  <a:pt x="349791" y="1444025"/>
                </a:lnTo>
                <a:lnTo>
                  <a:pt x="350650" y="1459225"/>
                </a:lnTo>
                <a:lnTo>
                  <a:pt x="351824" y="1474425"/>
                </a:lnTo>
                <a:lnTo>
                  <a:pt x="353226" y="1489625"/>
                </a:lnTo>
                <a:lnTo>
                  <a:pt x="354769" y="1504826"/>
                </a:lnTo>
                <a:lnTo>
                  <a:pt x="356356" y="1520026"/>
                </a:lnTo>
                <a:lnTo>
                  <a:pt x="357893" y="1535226"/>
                </a:lnTo>
                <a:lnTo>
                  <a:pt x="359286" y="1550426"/>
                </a:lnTo>
                <a:lnTo>
                  <a:pt x="360448" y="1565627"/>
                </a:lnTo>
                <a:lnTo>
                  <a:pt x="361307" y="1580827"/>
                </a:lnTo>
                <a:lnTo>
                  <a:pt x="361808" y="1596027"/>
                </a:lnTo>
                <a:lnTo>
                  <a:pt x="361922" y="1611228"/>
                </a:lnTo>
                <a:lnTo>
                  <a:pt x="361650" y="1626428"/>
                </a:lnTo>
                <a:lnTo>
                  <a:pt x="361016" y="1641628"/>
                </a:lnTo>
                <a:lnTo>
                  <a:pt x="360076" y="1656828"/>
                </a:lnTo>
                <a:lnTo>
                  <a:pt x="358899" y="1672029"/>
                </a:lnTo>
                <a:lnTo>
                  <a:pt x="357569" y="1687229"/>
                </a:lnTo>
                <a:lnTo>
                  <a:pt x="356169" y="1702429"/>
                </a:lnTo>
                <a:lnTo>
                  <a:pt x="354775" y="1717629"/>
                </a:lnTo>
                <a:lnTo>
                  <a:pt x="353445" y="1732830"/>
                </a:lnTo>
                <a:lnTo>
                  <a:pt x="352218" y="1748030"/>
                </a:lnTo>
                <a:lnTo>
                  <a:pt x="351107" y="1763230"/>
                </a:lnTo>
                <a:lnTo>
                  <a:pt x="350107" y="1778430"/>
                </a:lnTo>
                <a:lnTo>
                  <a:pt x="349193" y="1793631"/>
                </a:lnTo>
                <a:lnTo>
                  <a:pt x="348334" y="1808831"/>
                </a:lnTo>
                <a:lnTo>
                  <a:pt x="347493" y="1824031"/>
                </a:lnTo>
                <a:lnTo>
                  <a:pt x="346638" y="1839231"/>
                </a:lnTo>
                <a:lnTo>
                  <a:pt x="345745" y="1854432"/>
                </a:lnTo>
                <a:lnTo>
                  <a:pt x="344803" y="1869632"/>
                </a:lnTo>
                <a:lnTo>
                  <a:pt x="343812" y="1884832"/>
                </a:lnTo>
                <a:lnTo>
                  <a:pt x="342783" y="1900032"/>
                </a:lnTo>
                <a:lnTo>
                  <a:pt x="341734" y="1915233"/>
                </a:lnTo>
                <a:lnTo>
                  <a:pt x="340688" y="1930433"/>
                </a:lnTo>
                <a:lnTo>
                  <a:pt x="339668" y="1945633"/>
                </a:lnTo>
                <a:lnTo>
                  <a:pt x="338694" y="1960834"/>
                </a:lnTo>
                <a:lnTo>
                  <a:pt x="337784" y="1976034"/>
                </a:lnTo>
                <a:lnTo>
                  <a:pt x="336949" y="1991234"/>
                </a:lnTo>
                <a:lnTo>
                  <a:pt x="336198" y="2006434"/>
                </a:lnTo>
                <a:lnTo>
                  <a:pt x="335535" y="2021635"/>
                </a:lnTo>
                <a:lnTo>
                  <a:pt x="334963" y="2036835"/>
                </a:lnTo>
                <a:lnTo>
                  <a:pt x="334486" y="2052035"/>
                </a:lnTo>
                <a:lnTo>
                  <a:pt x="334109" y="2067235"/>
                </a:lnTo>
                <a:lnTo>
                  <a:pt x="333844" y="2082436"/>
                </a:lnTo>
                <a:lnTo>
                  <a:pt x="333709" y="2097636"/>
                </a:lnTo>
                <a:lnTo>
                  <a:pt x="333734" y="2112836"/>
                </a:lnTo>
                <a:lnTo>
                  <a:pt x="333966" y="2128036"/>
                </a:lnTo>
                <a:lnTo>
                  <a:pt x="334470" y="2143237"/>
                </a:lnTo>
                <a:lnTo>
                  <a:pt x="335336" y="2158437"/>
                </a:lnTo>
                <a:lnTo>
                  <a:pt x="336683" y="2173637"/>
                </a:lnTo>
                <a:lnTo>
                  <a:pt x="338656" y="2188837"/>
                </a:lnTo>
                <a:lnTo>
                  <a:pt x="341422" y="2204038"/>
                </a:lnTo>
                <a:lnTo>
                  <a:pt x="345166" y="2219238"/>
                </a:lnTo>
                <a:lnTo>
                  <a:pt x="350070" y="2234438"/>
                </a:lnTo>
                <a:lnTo>
                  <a:pt x="356290" y="2249638"/>
                </a:lnTo>
                <a:lnTo>
                  <a:pt x="363935" y="2264839"/>
                </a:lnTo>
                <a:lnTo>
                  <a:pt x="373030" y="2280039"/>
                </a:lnTo>
                <a:lnTo>
                  <a:pt x="383492" y="2295239"/>
                </a:lnTo>
                <a:lnTo>
                  <a:pt x="395108" y="2310439"/>
                </a:lnTo>
                <a:lnTo>
                  <a:pt x="407520" y="2325640"/>
                </a:lnTo>
                <a:lnTo>
                  <a:pt x="420236" y="2340840"/>
                </a:lnTo>
                <a:lnTo>
                  <a:pt x="432654" y="2356040"/>
                </a:lnTo>
                <a:lnTo>
                  <a:pt x="444102" y="2371241"/>
                </a:lnTo>
                <a:lnTo>
                  <a:pt x="453897" y="2386441"/>
                </a:lnTo>
                <a:lnTo>
                  <a:pt x="461412" y="2401641"/>
                </a:lnTo>
                <a:lnTo>
                  <a:pt x="466141" y="2416841"/>
                </a:lnTo>
                <a:lnTo>
                  <a:pt x="467756" y="2432042"/>
                </a:lnTo>
                <a:lnTo>
                  <a:pt x="467756" y="2432042"/>
                </a:lnTo>
                <a:close/>
              </a:path>
            </a:pathLst>
          </a:custGeom>
          <a:solidFill>
            <a:srgbClr val="566AB4">
              <a:alpha val="16000"/>
            </a:srgbClr>
          </a:solidFill>
          <a:ln w="15119">
            <a:solidFill>
              <a:srgbClr val="566AB4">
                <a:alpha val="16000"/>
              </a:srgbClr>
            </a:solidFill>
            <a:prstDash val="solid"/>
          </a:ln>
        </p:spPr>
      </p:sp>
      <p:sp>
        <p:nvSpPr>
          <p:cNvPr id="16" name="e_full_violin_path_4368">
            <a:extLst>
              <a:ext uri="{FF2B5EF4-FFF2-40B4-BE49-F238E27FC236}">
                <a16:creationId xmlns:a16="http://schemas.microsoft.com/office/drawing/2014/main" id="{265A85FA-0C9D-4430-ACBA-190467034476}"/>
              </a:ext>
            </a:extLst>
          </p:cNvPr>
          <p:cNvSpPr>
            <a:spLocks noGrp="1"/>
          </p:cNvSpPr>
          <p:nvPr/>
        </p:nvSpPr>
        <p:spPr>
          <a:xfrm>
            <a:off x="2024460" y="2048011"/>
            <a:ext cx="657216" cy="2432042"/>
          </a:xfrm>
          <a:custGeom>
            <a:avLst/>
            <a:gdLst/>
            <a:ahLst/>
            <a:cxnLst/>
            <a:rect l="0" t="0" r="0" b="0"/>
            <a:pathLst>
              <a:path w="657216" h="2432042">
                <a:moveTo>
                  <a:pt x="657216" y="2432042"/>
                </a:moveTo>
                <a:lnTo>
                  <a:pt x="0" y="2432042"/>
                </a:lnTo>
                <a:lnTo>
                  <a:pt x="3629" y="2416841"/>
                </a:lnTo>
                <a:lnTo>
                  <a:pt x="14263" y="2401641"/>
                </a:lnTo>
                <a:lnTo>
                  <a:pt x="31167" y="2386441"/>
                </a:lnTo>
                <a:lnTo>
                  <a:pt x="53211" y="2371241"/>
                </a:lnTo>
                <a:lnTo>
                  <a:pt x="78994" y="2356040"/>
                </a:lnTo>
                <a:lnTo>
                  <a:pt x="106988" y="2340840"/>
                </a:lnTo>
                <a:lnTo>
                  <a:pt x="135689" y="2325640"/>
                </a:lnTo>
                <a:lnTo>
                  <a:pt x="163744" y="2310439"/>
                </a:lnTo>
                <a:lnTo>
                  <a:pt x="190044" y="2295239"/>
                </a:lnTo>
                <a:lnTo>
                  <a:pt x="213788" y="2280039"/>
                </a:lnTo>
                <a:lnTo>
                  <a:pt x="234488" y="2264839"/>
                </a:lnTo>
                <a:lnTo>
                  <a:pt x="251956" y="2249638"/>
                </a:lnTo>
                <a:lnTo>
                  <a:pt x="266251" y="2234438"/>
                </a:lnTo>
                <a:lnTo>
                  <a:pt x="277618" y="2219238"/>
                </a:lnTo>
                <a:lnTo>
                  <a:pt x="286426" y="2204038"/>
                </a:lnTo>
                <a:lnTo>
                  <a:pt x="293097" y="2188837"/>
                </a:lnTo>
                <a:lnTo>
                  <a:pt x="298064" y="2173637"/>
                </a:lnTo>
                <a:lnTo>
                  <a:pt x="301725" y="2158437"/>
                </a:lnTo>
                <a:lnTo>
                  <a:pt x="304424" y="2143237"/>
                </a:lnTo>
                <a:lnTo>
                  <a:pt x="306438" y="2128036"/>
                </a:lnTo>
                <a:lnTo>
                  <a:pt x="307974" y="2112836"/>
                </a:lnTo>
                <a:lnTo>
                  <a:pt x="309178" y="2097636"/>
                </a:lnTo>
                <a:lnTo>
                  <a:pt x="310139" y="2082436"/>
                </a:lnTo>
                <a:lnTo>
                  <a:pt x="310909" y="2067235"/>
                </a:lnTo>
                <a:lnTo>
                  <a:pt x="311508" y="2052035"/>
                </a:lnTo>
                <a:lnTo>
                  <a:pt x="311940" y="2036835"/>
                </a:lnTo>
                <a:lnTo>
                  <a:pt x="312200" y="2021635"/>
                </a:lnTo>
                <a:lnTo>
                  <a:pt x="312281" y="2006434"/>
                </a:lnTo>
                <a:lnTo>
                  <a:pt x="312183" y="1991234"/>
                </a:lnTo>
                <a:lnTo>
                  <a:pt x="311909" y="1976034"/>
                </a:lnTo>
                <a:lnTo>
                  <a:pt x="311475" y="1960834"/>
                </a:lnTo>
                <a:lnTo>
                  <a:pt x="310904" y="1945633"/>
                </a:lnTo>
                <a:lnTo>
                  <a:pt x="310229" y="1930433"/>
                </a:lnTo>
                <a:lnTo>
                  <a:pt x="309487" y="1915233"/>
                </a:lnTo>
                <a:lnTo>
                  <a:pt x="308719" y="1900032"/>
                </a:lnTo>
                <a:lnTo>
                  <a:pt x="307966" y="1884832"/>
                </a:lnTo>
                <a:lnTo>
                  <a:pt x="307262" y="1869632"/>
                </a:lnTo>
                <a:lnTo>
                  <a:pt x="306631" y="1854432"/>
                </a:lnTo>
                <a:lnTo>
                  <a:pt x="306080" y="1839231"/>
                </a:lnTo>
                <a:lnTo>
                  <a:pt x="305600" y="1824031"/>
                </a:lnTo>
                <a:lnTo>
                  <a:pt x="305161" y="1808831"/>
                </a:lnTo>
                <a:lnTo>
                  <a:pt x="304714" y="1793631"/>
                </a:lnTo>
                <a:lnTo>
                  <a:pt x="304194" y="1778430"/>
                </a:lnTo>
                <a:lnTo>
                  <a:pt x="303527" y="1763230"/>
                </a:lnTo>
                <a:lnTo>
                  <a:pt x="302640" y="1748030"/>
                </a:lnTo>
                <a:lnTo>
                  <a:pt x="301467" y="1732830"/>
                </a:lnTo>
                <a:lnTo>
                  <a:pt x="299957" y="1717629"/>
                </a:lnTo>
                <a:lnTo>
                  <a:pt x="298084" y="1702429"/>
                </a:lnTo>
                <a:lnTo>
                  <a:pt x="295848" y="1687229"/>
                </a:lnTo>
                <a:lnTo>
                  <a:pt x="293278" y="1672029"/>
                </a:lnTo>
                <a:lnTo>
                  <a:pt x="290426" y="1656828"/>
                </a:lnTo>
                <a:lnTo>
                  <a:pt x="287365" y="1641628"/>
                </a:lnTo>
                <a:lnTo>
                  <a:pt x="284180" y="1626428"/>
                </a:lnTo>
                <a:lnTo>
                  <a:pt x="280964" y="1611228"/>
                </a:lnTo>
                <a:lnTo>
                  <a:pt x="277810" y="1596027"/>
                </a:lnTo>
                <a:lnTo>
                  <a:pt x="274807" y="1580827"/>
                </a:lnTo>
                <a:lnTo>
                  <a:pt x="272038" y="1565627"/>
                </a:lnTo>
                <a:lnTo>
                  <a:pt x="269576" y="1550426"/>
                </a:lnTo>
                <a:lnTo>
                  <a:pt x="267485" y="1535226"/>
                </a:lnTo>
                <a:lnTo>
                  <a:pt x="265815" y="1520026"/>
                </a:lnTo>
                <a:lnTo>
                  <a:pt x="264601" y="1504826"/>
                </a:lnTo>
                <a:lnTo>
                  <a:pt x="263857" y="1489625"/>
                </a:lnTo>
                <a:lnTo>
                  <a:pt x="263574" y="1474425"/>
                </a:lnTo>
                <a:lnTo>
                  <a:pt x="263715" y="1459225"/>
                </a:lnTo>
                <a:lnTo>
                  <a:pt x="264210" y="1444025"/>
                </a:lnTo>
                <a:lnTo>
                  <a:pt x="264961" y="1428824"/>
                </a:lnTo>
                <a:lnTo>
                  <a:pt x="265847" y="1413624"/>
                </a:lnTo>
                <a:lnTo>
                  <a:pt x="266732" y="1398424"/>
                </a:lnTo>
                <a:lnTo>
                  <a:pt x="267479" y="1383224"/>
                </a:lnTo>
                <a:lnTo>
                  <a:pt x="267970" y="1368023"/>
                </a:lnTo>
                <a:lnTo>
                  <a:pt x="268118" y="1352823"/>
                </a:lnTo>
                <a:lnTo>
                  <a:pt x="267885" y="1337623"/>
                </a:lnTo>
                <a:lnTo>
                  <a:pt x="267292" y="1322423"/>
                </a:lnTo>
                <a:lnTo>
                  <a:pt x="266417" y="1307222"/>
                </a:lnTo>
                <a:lnTo>
                  <a:pt x="265394" y="1292022"/>
                </a:lnTo>
                <a:lnTo>
                  <a:pt x="264397" y="1276822"/>
                </a:lnTo>
                <a:lnTo>
                  <a:pt x="263616" y="1261622"/>
                </a:lnTo>
                <a:lnTo>
                  <a:pt x="263238" y="1246421"/>
                </a:lnTo>
                <a:lnTo>
                  <a:pt x="263419" y="1231221"/>
                </a:lnTo>
                <a:lnTo>
                  <a:pt x="264261" y="1216021"/>
                </a:lnTo>
                <a:lnTo>
                  <a:pt x="265803" y="1200821"/>
                </a:lnTo>
                <a:lnTo>
                  <a:pt x="268012" y="1185620"/>
                </a:lnTo>
                <a:lnTo>
                  <a:pt x="270791" y="1170420"/>
                </a:lnTo>
                <a:lnTo>
                  <a:pt x="273992" y="1155220"/>
                </a:lnTo>
                <a:lnTo>
                  <a:pt x="277436" y="1140019"/>
                </a:lnTo>
                <a:lnTo>
                  <a:pt x="280937" y="1124819"/>
                </a:lnTo>
                <a:lnTo>
                  <a:pt x="284319" y="1109619"/>
                </a:lnTo>
                <a:lnTo>
                  <a:pt x="287434" y="1094419"/>
                </a:lnTo>
                <a:lnTo>
                  <a:pt x="290170" y="1079218"/>
                </a:lnTo>
                <a:lnTo>
                  <a:pt x="292447" y="1064018"/>
                </a:lnTo>
                <a:lnTo>
                  <a:pt x="294217" y="1048818"/>
                </a:lnTo>
                <a:lnTo>
                  <a:pt x="295450" y="1033618"/>
                </a:lnTo>
                <a:lnTo>
                  <a:pt x="296127" y="1018417"/>
                </a:lnTo>
                <a:lnTo>
                  <a:pt x="296227" y="1003217"/>
                </a:lnTo>
                <a:lnTo>
                  <a:pt x="295730" y="988017"/>
                </a:lnTo>
                <a:lnTo>
                  <a:pt x="294615" y="972817"/>
                </a:lnTo>
                <a:lnTo>
                  <a:pt x="292872" y="957616"/>
                </a:lnTo>
                <a:lnTo>
                  <a:pt x="290507" y="942416"/>
                </a:lnTo>
                <a:lnTo>
                  <a:pt x="287562" y="927216"/>
                </a:lnTo>
                <a:lnTo>
                  <a:pt x="284120" y="912016"/>
                </a:lnTo>
                <a:lnTo>
                  <a:pt x="280311" y="896815"/>
                </a:lnTo>
                <a:lnTo>
                  <a:pt x="276309" y="881615"/>
                </a:lnTo>
                <a:lnTo>
                  <a:pt x="272324" y="866415"/>
                </a:lnTo>
                <a:lnTo>
                  <a:pt x="268581" y="851215"/>
                </a:lnTo>
                <a:lnTo>
                  <a:pt x="265299" y="836014"/>
                </a:lnTo>
                <a:lnTo>
                  <a:pt x="262671" y="820814"/>
                </a:lnTo>
                <a:lnTo>
                  <a:pt x="260841" y="805614"/>
                </a:lnTo>
                <a:lnTo>
                  <a:pt x="259889" y="790414"/>
                </a:lnTo>
                <a:lnTo>
                  <a:pt x="259830" y="775213"/>
                </a:lnTo>
                <a:lnTo>
                  <a:pt x="260610" y="760013"/>
                </a:lnTo>
                <a:lnTo>
                  <a:pt x="262125" y="744813"/>
                </a:lnTo>
                <a:lnTo>
                  <a:pt x="264235" y="729612"/>
                </a:lnTo>
                <a:lnTo>
                  <a:pt x="266785" y="714412"/>
                </a:lnTo>
                <a:lnTo>
                  <a:pt x="269624" y="699212"/>
                </a:lnTo>
                <a:lnTo>
                  <a:pt x="272623" y="684012"/>
                </a:lnTo>
                <a:lnTo>
                  <a:pt x="275678" y="668811"/>
                </a:lnTo>
                <a:lnTo>
                  <a:pt x="278717" y="653611"/>
                </a:lnTo>
                <a:lnTo>
                  <a:pt x="281696" y="638411"/>
                </a:lnTo>
                <a:lnTo>
                  <a:pt x="284587" y="623211"/>
                </a:lnTo>
                <a:lnTo>
                  <a:pt x="287368" y="608010"/>
                </a:lnTo>
                <a:lnTo>
                  <a:pt x="290016" y="592810"/>
                </a:lnTo>
                <a:lnTo>
                  <a:pt x="292497" y="577610"/>
                </a:lnTo>
                <a:lnTo>
                  <a:pt x="294767" y="562410"/>
                </a:lnTo>
                <a:lnTo>
                  <a:pt x="296770" y="547209"/>
                </a:lnTo>
                <a:lnTo>
                  <a:pt x="298449" y="532009"/>
                </a:lnTo>
                <a:lnTo>
                  <a:pt x="299753" y="516809"/>
                </a:lnTo>
                <a:lnTo>
                  <a:pt x="300648" y="501609"/>
                </a:lnTo>
                <a:lnTo>
                  <a:pt x="301125" y="486408"/>
                </a:lnTo>
                <a:lnTo>
                  <a:pt x="301210" y="471208"/>
                </a:lnTo>
                <a:lnTo>
                  <a:pt x="300963" y="456008"/>
                </a:lnTo>
                <a:lnTo>
                  <a:pt x="300475" y="440808"/>
                </a:lnTo>
                <a:lnTo>
                  <a:pt x="299862" y="425607"/>
                </a:lnTo>
                <a:lnTo>
                  <a:pt x="299255" y="410407"/>
                </a:lnTo>
                <a:lnTo>
                  <a:pt x="298782" y="395207"/>
                </a:lnTo>
                <a:lnTo>
                  <a:pt x="298555" y="380006"/>
                </a:lnTo>
                <a:lnTo>
                  <a:pt x="298654" y="364806"/>
                </a:lnTo>
                <a:lnTo>
                  <a:pt x="299111" y="349606"/>
                </a:lnTo>
                <a:lnTo>
                  <a:pt x="299904" y="334406"/>
                </a:lnTo>
                <a:lnTo>
                  <a:pt x="300947" y="319205"/>
                </a:lnTo>
                <a:lnTo>
                  <a:pt x="302086" y="304005"/>
                </a:lnTo>
                <a:lnTo>
                  <a:pt x="303099" y="288805"/>
                </a:lnTo>
                <a:lnTo>
                  <a:pt x="303700" y="273605"/>
                </a:lnTo>
                <a:lnTo>
                  <a:pt x="303549" y="258404"/>
                </a:lnTo>
                <a:lnTo>
                  <a:pt x="302258" y="243204"/>
                </a:lnTo>
                <a:lnTo>
                  <a:pt x="299413" y="228004"/>
                </a:lnTo>
                <a:lnTo>
                  <a:pt x="294595" y="212804"/>
                </a:lnTo>
                <a:lnTo>
                  <a:pt x="287412" y="197603"/>
                </a:lnTo>
                <a:lnTo>
                  <a:pt x="277543" y="182403"/>
                </a:lnTo>
                <a:lnTo>
                  <a:pt x="264780" y="167203"/>
                </a:lnTo>
                <a:lnTo>
                  <a:pt x="249085" y="152003"/>
                </a:lnTo>
                <a:lnTo>
                  <a:pt x="230629" y="136802"/>
                </a:lnTo>
                <a:lnTo>
                  <a:pt x="209839" y="121602"/>
                </a:lnTo>
                <a:lnTo>
                  <a:pt x="187401" y="106402"/>
                </a:lnTo>
                <a:lnTo>
                  <a:pt x="164256" y="91202"/>
                </a:lnTo>
                <a:lnTo>
                  <a:pt x="141549" y="76001"/>
                </a:lnTo>
                <a:lnTo>
                  <a:pt x="120547" y="60801"/>
                </a:lnTo>
                <a:lnTo>
                  <a:pt x="102538" y="45601"/>
                </a:lnTo>
                <a:lnTo>
                  <a:pt x="88700" y="30401"/>
                </a:lnTo>
                <a:lnTo>
                  <a:pt x="79984" y="15200"/>
                </a:lnTo>
                <a:lnTo>
                  <a:pt x="77008" y="0"/>
                </a:lnTo>
                <a:lnTo>
                  <a:pt x="580208" y="0"/>
                </a:lnTo>
                <a:lnTo>
                  <a:pt x="580208" y="0"/>
                </a:lnTo>
                <a:lnTo>
                  <a:pt x="577232" y="15200"/>
                </a:lnTo>
                <a:lnTo>
                  <a:pt x="568516" y="30401"/>
                </a:lnTo>
                <a:lnTo>
                  <a:pt x="554678" y="45601"/>
                </a:lnTo>
                <a:lnTo>
                  <a:pt x="536669" y="60801"/>
                </a:lnTo>
                <a:lnTo>
                  <a:pt x="515668" y="76001"/>
                </a:lnTo>
                <a:lnTo>
                  <a:pt x="492960" y="91202"/>
                </a:lnTo>
                <a:lnTo>
                  <a:pt x="469815" y="106402"/>
                </a:lnTo>
                <a:lnTo>
                  <a:pt x="447377" y="121602"/>
                </a:lnTo>
                <a:lnTo>
                  <a:pt x="426587" y="136802"/>
                </a:lnTo>
                <a:lnTo>
                  <a:pt x="408131" y="152003"/>
                </a:lnTo>
                <a:lnTo>
                  <a:pt x="392436" y="167203"/>
                </a:lnTo>
                <a:lnTo>
                  <a:pt x="379673" y="182403"/>
                </a:lnTo>
                <a:lnTo>
                  <a:pt x="369804" y="197603"/>
                </a:lnTo>
                <a:lnTo>
                  <a:pt x="362621" y="212804"/>
                </a:lnTo>
                <a:lnTo>
                  <a:pt x="357803" y="228004"/>
                </a:lnTo>
                <a:lnTo>
                  <a:pt x="354958" y="243204"/>
                </a:lnTo>
                <a:lnTo>
                  <a:pt x="353667" y="258404"/>
                </a:lnTo>
                <a:lnTo>
                  <a:pt x="353516" y="273605"/>
                </a:lnTo>
                <a:lnTo>
                  <a:pt x="354117" y="288805"/>
                </a:lnTo>
                <a:lnTo>
                  <a:pt x="355130" y="304005"/>
                </a:lnTo>
                <a:lnTo>
                  <a:pt x="356269" y="319205"/>
                </a:lnTo>
                <a:lnTo>
                  <a:pt x="357312" y="334406"/>
                </a:lnTo>
                <a:lnTo>
                  <a:pt x="358105" y="349606"/>
                </a:lnTo>
                <a:lnTo>
                  <a:pt x="358562" y="364806"/>
                </a:lnTo>
                <a:lnTo>
                  <a:pt x="358661" y="380006"/>
                </a:lnTo>
                <a:lnTo>
                  <a:pt x="358434" y="395207"/>
                </a:lnTo>
                <a:lnTo>
                  <a:pt x="357961" y="410407"/>
                </a:lnTo>
                <a:lnTo>
                  <a:pt x="357354" y="425607"/>
                </a:lnTo>
                <a:lnTo>
                  <a:pt x="356741" y="440808"/>
                </a:lnTo>
                <a:lnTo>
                  <a:pt x="356253" y="456008"/>
                </a:lnTo>
                <a:lnTo>
                  <a:pt x="356006" y="471208"/>
                </a:lnTo>
                <a:lnTo>
                  <a:pt x="356091" y="486408"/>
                </a:lnTo>
                <a:lnTo>
                  <a:pt x="356568" y="501609"/>
                </a:lnTo>
                <a:lnTo>
                  <a:pt x="357463" y="516809"/>
                </a:lnTo>
                <a:lnTo>
                  <a:pt x="358767" y="532009"/>
                </a:lnTo>
                <a:lnTo>
                  <a:pt x="360446" y="547209"/>
                </a:lnTo>
                <a:lnTo>
                  <a:pt x="362449" y="562410"/>
                </a:lnTo>
                <a:lnTo>
                  <a:pt x="364719" y="577610"/>
                </a:lnTo>
                <a:lnTo>
                  <a:pt x="367200" y="592810"/>
                </a:lnTo>
                <a:lnTo>
                  <a:pt x="369848" y="608010"/>
                </a:lnTo>
                <a:lnTo>
                  <a:pt x="372629" y="623211"/>
                </a:lnTo>
                <a:lnTo>
                  <a:pt x="375520" y="638411"/>
                </a:lnTo>
                <a:lnTo>
                  <a:pt x="378499" y="653611"/>
                </a:lnTo>
                <a:lnTo>
                  <a:pt x="381539" y="668811"/>
                </a:lnTo>
                <a:lnTo>
                  <a:pt x="384593" y="684012"/>
                </a:lnTo>
                <a:lnTo>
                  <a:pt x="387592" y="699212"/>
                </a:lnTo>
                <a:lnTo>
                  <a:pt x="390431" y="714412"/>
                </a:lnTo>
                <a:lnTo>
                  <a:pt x="392981" y="729612"/>
                </a:lnTo>
                <a:lnTo>
                  <a:pt x="395091" y="744813"/>
                </a:lnTo>
                <a:lnTo>
                  <a:pt x="396606" y="760013"/>
                </a:lnTo>
                <a:lnTo>
                  <a:pt x="397386" y="775213"/>
                </a:lnTo>
                <a:lnTo>
                  <a:pt x="397327" y="790414"/>
                </a:lnTo>
                <a:lnTo>
                  <a:pt x="396375" y="805614"/>
                </a:lnTo>
                <a:lnTo>
                  <a:pt x="394545" y="820814"/>
                </a:lnTo>
                <a:lnTo>
                  <a:pt x="391917" y="836014"/>
                </a:lnTo>
                <a:lnTo>
                  <a:pt x="388635" y="851215"/>
                </a:lnTo>
                <a:lnTo>
                  <a:pt x="384892" y="866415"/>
                </a:lnTo>
                <a:lnTo>
                  <a:pt x="380907" y="881615"/>
                </a:lnTo>
                <a:lnTo>
                  <a:pt x="376905" y="896815"/>
                </a:lnTo>
                <a:lnTo>
                  <a:pt x="373096" y="912016"/>
                </a:lnTo>
                <a:lnTo>
                  <a:pt x="369654" y="927216"/>
                </a:lnTo>
                <a:lnTo>
                  <a:pt x="366709" y="942416"/>
                </a:lnTo>
                <a:lnTo>
                  <a:pt x="364344" y="957616"/>
                </a:lnTo>
                <a:lnTo>
                  <a:pt x="362601" y="972817"/>
                </a:lnTo>
                <a:lnTo>
                  <a:pt x="361486" y="988017"/>
                </a:lnTo>
                <a:lnTo>
                  <a:pt x="360989" y="1003217"/>
                </a:lnTo>
                <a:lnTo>
                  <a:pt x="361089" y="1018417"/>
                </a:lnTo>
                <a:lnTo>
                  <a:pt x="361766" y="1033618"/>
                </a:lnTo>
                <a:lnTo>
                  <a:pt x="362999" y="1048818"/>
                </a:lnTo>
                <a:lnTo>
                  <a:pt x="364769" y="1064018"/>
                </a:lnTo>
                <a:lnTo>
                  <a:pt x="367046" y="1079218"/>
                </a:lnTo>
                <a:lnTo>
                  <a:pt x="369782" y="1094419"/>
                </a:lnTo>
                <a:lnTo>
                  <a:pt x="372897" y="1109619"/>
                </a:lnTo>
                <a:lnTo>
                  <a:pt x="376279" y="1124819"/>
                </a:lnTo>
                <a:lnTo>
                  <a:pt x="379780" y="1140019"/>
                </a:lnTo>
                <a:lnTo>
                  <a:pt x="383224" y="1155220"/>
                </a:lnTo>
                <a:lnTo>
                  <a:pt x="386425" y="1170420"/>
                </a:lnTo>
                <a:lnTo>
                  <a:pt x="389204" y="1185620"/>
                </a:lnTo>
                <a:lnTo>
                  <a:pt x="391413" y="1200821"/>
                </a:lnTo>
                <a:lnTo>
                  <a:pt x="392955" y="1216021"/>
                </a:lnTo>
                <a:lnTo>
                  <a:pt x="393797" y="1231221"/>
                </a:lnTo>
                <a:lnTo>
                  <a:pt x="393978" y="1246421"/>
                </a:lnTo>
                <a:lnTo>
                  <a:pt x="393600" y="1261622"/>
                </a:lnTo>
                <a:lnTo>
                  <a:pt x="392819" y="1276822"/>
                </a:lnTo>
                <a:lnTo>
                  <a:pt x="391822" y="1292022"/>
                </a:lnTo>
                <a:lnTo>
                  <a:pt x="390799" y="1307222"/>
                </a:lnTo>
                <a:lnTo>
                  <a:pt x="389924" y="1322423"/>
                </a:lnTo>
                <a:lnTo>
                  <a:pt x="389331" y="1337623"/>
                </a:lnTo>
                <a:lnTo>
                  <a:pt x="389098" y="1352823"/>
                </a:lnTo>
                <a:lnTo>
                  <a:pt x="389246" y="1368023"/>
                </a:lnTo>
                <a:lnTo>
                  <a:pt x="389737" y="1383224"/>
                </a:lnTo>
                <a:lnTo>
                  <a:pt x="390484" y="1398424"/>
                </a:lnTo>
                <a:lnTo>
                  <a:pt x="391369" y="1413624"/>
                </a:lnTo>
                <a:lnTo>
                  <a:pt x="392255" y="1428824"/>
                </a:lnTo>
                <a:lnTo>
                  <a:pt x="393006" y="1444025"/>
                </a:lnTo>
                <a:lnTo>
                  <a:pt x="393501" y="1459225"/>
                </a:lnTo>
                <a:lnTo>
                  <a:pt x="393642" y="1474425"/>
                </a:lnTo>
                <a:lnTo>
                  <a:pt x="393359" y="1489625"/>
                </a:lnTo>
                <a:lnTo>
                  <a:pt x="392615" y="1504826"/>
                </a:lnTo>
                <a:lnTo>
                  <a:pt x="391401" y="1520026"/>
                </a:lnTo>
                <a:lnTo>
                  <a:pt x="389731" y="1535226"/>
                </a:lnTo>
                <a:lnTo>
                  <a:pt x="387640" y="1550426"/>
                </a:lnTo>
                <a:lnTo>
                  <a:pt x="385178" y="1565627"/>
                </a:lnTo>
                <a:lnTo>
                  <a:pt x="382409" y="1580827"/>
                </a:lnTo>
                <a:lnTo>
                  <a:pt x="379407" y="1596027"/>
                </a:lnTo>
                <a:lnTo>
                  <a:pt x="376252" y="1611228"/>
                </a:lnTo>
                <a:lnTo>
                  <a:pt x="373036" y="1626428"/>
                </a:lnTo>
                <a:lnTo>
                  <a:pt x="369851" y="1641628"/>
                </a:lnTo>
                <a:lnTo>
                  <a:pt x="366790" y="1656828"/>
                </a:lnTo>
                <a:lnTo>
                  <a:pt x="363938" y="1672029"/>
                </a:lnTo>
                <a:lnTo>
                  <a:pt x="361368" y="1687229"/>
                </a:lnTo>
                <a:lnTo>
                  <a:pt x="359132" y="1702429"/>
                </a:lnTo>
                <a:lnTo>
                  <a:pt x="357259" y="1717629"/>
                </a:lnTo>
                <a:lnTo>
                  <a:pt x="355749" y="1732830"/>
                </a:lnTo>
                <a:lnTo>
                  <a:pt x="354576" y="1748030"/>
                </a:lnTo>
                <a:lnTo>
                  <a:pt x="353689" y="1763230"/>
                </a:lnTo>
                <a:lnTo>
                  <a:pt x="353022" y="1778430"/>
                </a:lnTo>
                <a:lnTo>
                  <a:pt x="352502" y="1793631"/>
                </a:lnTo>
                <a:lnTo>
                  <a:pt x="352055" y="1808831"/>
                </a:lnTo>
                <a:lnTo>
                  <a:pt x="351616" y="1824031"/>
                </a:lnTo>
                <a:lnTo>
                  <a:pt x="351136" y="1839231"/>
                </a:lnTo>
                <a:lnTo>
                  <a:pt x="350585" y="1854432"/>
                </a:lnTo>
                <a:lnTo>
                  <a:pt x="349954" y="1869632"/>
                </a:lnTo>
                <a:lnTo>
                  <a:pt x="349250" y="1884832"/>
                </a:lnTo>
                <a:lnTo>
                  <a:pt x="348497" y="1900032"/>
                </a:lnTo>
                <a:lnTo>
                  <a:pt x="347729" y="1915233"/>
                </a:lnTo>
                <a:lnTo>
                  <a:pt x="346987" y="1930433"/>
                </a:lnTo>
                <a:lnTo>
                  <a:pt x="346312" y="1945633"/>
                </a:lnTo>
                <a:lnTo>
                  <a:pt x="345741" y="1960834"/>
                </a:lnTo>
                <a:lnTo>
                  <a:pt x="345307" y="1976034"/>
                </a:lnTo>
                <a:lnTo>
                  <a:pt x="345033" y="1991234"/>
                </a:lnTo>
                <a:lnTo>
                  <a:pt x="344935" y="2006434"/>
                </a:lnTo>
                <a:lnTo>
                  <a:pt x="345016" y="2021635"/>
                </a:lnTo>
                <a:lnTo>
                  <a:pt x="345276" y="2036835"/>
                </a:lnTo>
                <a:lnTo>
                  <a:pt x="345708" y="2052035"/>
                </a:lnTo>
                <a:lnTo>
                  <a:pt x="346307" y="2067235"/>
                </a:lnTo>
                <a:lnTo>
                  <a:pt x="347077" y="2082436"/>
                </a:lnTo>
                <a:lnTo>
                  <a:pt x="348038" y="2097636"/>
                </a:lnTo>
                <a:lnTo>
                  <a:pt x="349242" y="2112836"/>
                </a:lnTo>
                <a:lnTo>
                  <a:pt x="350778" y="2128036"/>
                </a:lnTo>
                <a:lnTo>
                  <a:pt x="352792" y="2143237"/>
                </a:lnTo>
                <a:lnTo>
                  <a:pt x="355491" y="2158437"/>
                </a:lnTo>
                <a:lnTo>
                  <a:pt x="359152" y="2173637"/>
                </a:lnTo>
                <a:lnTo>
                  <a:pt x="364119" y="2188837"/>
                </a:lnTo>
                <a:lnTo>
                  <a:pt x="370790" y="2204038"/>
                </a:lnTo>
                <a:lnTo>
                  <a:pt x="379598" y="2219238"/>
                </a:lnTo>
                <a:lnTo>
                  <a:pt x="390965" y="2234438"/>
                </a:lnTo>
                <a:lnTo>
                  <a:pt x="405260" y="2249638"/>
                </a:lnTo>
                <a:lnTo>
                  <a:pt x="422728" y="2264839"/>
                </a:lnTo>
                <a:lnTo>
                  <a:pt x="443428" y="2280039"/>
                </a:lnTo>
                <a:lnTo>
                  <a:pt x="467172" y="2295239"/>
                </a:lnTo>
                <a:lnTo>
                  <a:pt x="493472" y="2310439"/>
                </a:lnTo>
                <a:lnTo>
                  <a:pt x="521527" y="2325640"/>
                </a:lnTo>
                <a:lnTo>
                  <a:pt x="550228" y="2340840"/>
                </a:lnTo>
                <a:lnTo>
                  <a:pt x="578222" y="2356040"/>
                </a:lnTo>
                <a:lnTo>
                  <a:pt x="604005" y="2371241"/>
                </a:lnTo>
                <a:lnTo>
                  <a:pt x="626049" y="2386441"/>
                </a:lnTo>
                <a:lnTo>
                  <a:pt x="642953" y="2401641"/>
                </a:lnTo>
                <a:lnTo>
                  <a:pt x="653587" y="2416841"/>
                </a:lnTo>
                <a:lnTo>
                  <a:pt x="657216" y="2432042"/>
                </a:lnTo>
                <a:lnTo>
                  <a:pt x="657216" y="2432042"/>
                </a:lnTo>
                <a:close/>
              </a:path>
            </a:pathLst>
          </a:custGeom>
          <a:solidFill>
            <a:srgbClr val="B08A60">
              <a:alpha val="16000"/>
            </a:srgbClr>
          </a:solidFill>
          <a:ln w="15119">
            <a:solidFill>
              <a:srgbClr val="B08A60">
                <a:alpha val="16000"/>
              </a:srgbClr>
            </a:solidFill>
            <a:prstDash val="solid"/>
          </a:ln>
        </p:spPr>
      </p:sp>
      <p:sp>
        <p:nvSpPr>
          <p:cNvPr id="17" name="e_full_violin_path_4369">
            <a:extLst>
              <a:ext uri="{FF2B5EF4-FFF2-40B4-BE49-F238E27FC236}">
                <a16:creationId xmlns:a16="http://schemas.microsoft.com/office/drawing/2014/main" id="{C9A01C89-9155-44AF-B96A-D02B359785CB}"/>
              </a:ext>
            </a:extLst>
          </p:cNvPr>
          <p:cNvSpPr>
            <a:spLocks noGrp="1"/>
          </p:cNvSpPr>
          <p:nvPr/>
        </p:nvSpPr>
        <p:spPr>
          <a:xfrm>
            <a:off x="3831804" y="2048011"/>
            <a:ext cx="657216" cy="2432042"/>
          </a:xfrm>
          <a:custGeom>
            <a:avLst/>
            <a:gdLst/>
            <a:ahLst/>
            <a:cxnLst/>
            <a:rect l="0" t="0" r="0" b="0"/>
            <a:pathLst>
              <a:path w="657216" h="2432042">
                <a:moveTo>
                  <a:pt x="497065" y="2432042"/>
                </a:moveTo>
                <a:lnTo>
                  <a:pt x="160151" y="2432042"/>
                </a:lnTo>
                <a:lnTo>
                  <a:pt x="162027" y="2416841"/>
                </a:lnTo>
                <a:lnTo>
                  <a:pt x="167522" y="2401641"/>
                </a:lnTo>
                <a:lnTo>
                  <a:pt x="176252" y="2386441"/>
                </a:lnTo>
                <a:lnTo>
                  <a:pt x="187623" y="2371241"/>
                </a:lnTo>
                <a:lnTo>
                  <a:pt x="200901" y="2356040"/>
                </a:lnTo>
                <a:lnTo>
                  <a:pt x="215288" y="2340840"/>
                </a:lnTo>
                <a:lnTo>
                  <a:pt x="229999" y="2325640"/>
                </a:lnTo>
                <a:lnTo>
                  <a:pt x="244329" y="2310439"/>
                </a:lnTo>
                <a:lnTo>
                  <a:pt x="257704" y="2295239"/>
                </a:lnTo>
                <a:lnTo>
                  <a:pt x="269711" y="2280039"/>
                </a:lnTo>
                <a:lnTo>
                  <a:pt x="280103" y="2264839"/>
                </a:lnTo>
                <a:lnTo>
                  <a:pt x="288788" y="2249638"/>
                </a:lnTo>
                <a:lnTo>
                  <a:pt x="295800" y="2234438"/>
                </a:lnTo>
                <a:lnTo>
                  <a:pt x="301273" y="2219238"/>
                </a:lnTo>
                <a:lnTo>
                  <a:pt x="305398" y="2204038"/>
                </a:lnTo>
                <a:lnTo>
                  <a:pt x="308398" y="2188837"/>
                </a:lnTo>
                <a:lnTo>
                  <a:pt x="310497" y="2173637"/>
                </a:lnTo>
                <a:lnTo>
                  <a:pt x="311906" y="2158437"/>
                </a:lnTo>
                <a:lnTo>
                  <a:pt x="312808" y="2143237"/>
                </a:lnTo>
                <a:lnTo>
                  <a:pt x="313355" y="2128036"/>
                </a:lnTo>
                <a:lnTo>
                  <a:pt x="313668" y="2112836"/>
                </a:lnTo>
                <a:lnTo>
                  <a:pt x="313834" y="2097636"/>
                </a:lnTo>
                <a:lnTo>
                  <a:pt x="313915" y="2082436"/>
                </a:lnTo>
                <a:lnTo>
                  <a:pt x="313949" y="2067235"/>
                </a:lnTo>
                <a:lnTo>
                  <a:pt x="313952" y="2052035"/>
                </a:lnTo>
                <a:lnTo>
                  <a:pt x="313924" y="2036835"/>
                </a:lnTo>
                <a:lnTo>
                  <a:pt x="313852" y="2021635"/>
                </a:lnTo>
                <a:lnTo>
                  <a:pt x="313711" y="2006434"/>
                </a:lnTo>
                <a:lnTo>
                  <a:pt x="313474" y="1991234"/>
                </a:lnTo>
                <a:lnTo>
                  <a:pt x="313111" y="1976034"/>
                </a:lnTo>
                <a:lnTo>
                  <a:pt x="312596" y="1960834"/>
                </a:lnTo>
                <a:lnTo>
                  <a:pt x="311912" y="1945633"/>
                </a:lnTo>
                <a:lnTo>
                  <a:pt x="311056" y="1930433"/>
                </a:lnTo>
                <a:lnTo>
                  <a:pt x="310037" y="1915233"/>
                </a:lnTo>
                <a:lnTo>
                  <a:pt x="308878" y="1900032"/>
                </a:lnTo>
                <a:lnTo>
                  <a:pt x="307615" y="1884832"/>
                </a:lnTo>
                <a:lnTo>
                  <a:pt x="306293" y="1869632"/>
                </a:lnTo>
                <a:lnTo>
                  <a:pt x="304961" y="1854432"/>
                </a:lnTo>
                <a:lnTo>
                  <a:pt x="303665" y="1839231"/>
                </a:lnTo>
                <a:lnTo>
                  <a:pt x="302448" y="1824031"/>
                </a:lnTo>
                <a:lnTo>
                  <a:pt x="301342" y="1808831"/>
                </a:lnTo>
                <a:lnTo>
                  <a:pt x="300367" y="1793631"/>
                </a:lnTo>
                <a:lnTo>
                  <a:pt x="299536" y="1778430"/>
                </a:lnTo>
                <a:lnTo>
                  <a:pt x="298852" y="1763230"/>
                </a:lnTo>
                <a:lnTo>
                  <a:pt x="298316" y="1748030"/>
                </a:lnTo>
                <a:lnTo>
                  <a:pt x="297928" y="1732830"/>
                </a:lnTo>
                <a:lnTo>
                  <a:pt x="297692" y="1717629"/>
                </a:lnTo>
                <a:lnTo>
                  <a:pt x="297618" y="1702429"/>
                </a:lnTo>
                <a:lnTo>
                  <a:pt x="297719" y="1687229"/>
                </a:lnTo>
                <a:lnTo>
                  <a:pt x="298012" y="1672029"/>
                </a:lnTo>
                <a:lnTo>
                  <a:pt x="298514" y="1656828"/>
                </a:lnTo>
                <a:lnTo>
                  <a:pt x="299233" y="1641628"/>
                </a:lnTo>
                <a:lnTo>
                  <a:pt x="300169" y="1626428"/>
                </a:lnTo>
                <a:lnTo>
                  <a:pt x="301307" y="1611228"/>
                </a:lnTo>
                <a:lnTo>
                  <a:pt x="302619" y="1596027"/>
                </a:lnTo>
                <a:lnTo>
                  <a:pt x="304061" y="1580827"/>
                </a:lnTo>
                <a:lnTo>
                  <a:pt x="305577" y="1565627"/>
                </a:lnTo>
                <a:lnTo>
                  <a:pt x="307103" y="1550426"/>
                </a:lnTo>
                <a:lnTo>
                  <a:pt x="308573" y="1535226"/>
                </a:lnTo>
                <a:lnTo>
                  <a:pt x="309916" y="1520026"/>
                </a:lnTo>
                <a:lnTo>
                  <a:pt x="311067" y="1504826"/>
                </a:lnTo>
                <a:lnTo>
                  <a:pt x="311958" y="1489625"/>
                </a:lnTo>
                <a:lnTo>
                  <a:pt x="312524" y="1474425"/>
                </a:lnTo>
                <a:lnTo>
                  <a:pt x="312701" y="1459225"/>
                </a:lnTo>
                <a:lnTo>
                  <a:pt x="312421" y="1444025"/>
                </a:lnTo>
                <a:lnTo>
                  <a:pt x="311617" y="1428824"/>
                </a:lnTo>
                <a:lnTo>
                  <a:pt x="310225" y="1413624"/>
                </a:lnTo>
                <a:lnTo>
                  <a:pt x="308190" y="1398424"/>
                </a:lnTo>
                <a:lnTo>
                  <a:pt x="305478" y="1383224"/>
                </a:lnTo>
                <a:lnTo>
                  <a:pt x="302088" y="1368023"/>
                </a:lnTo>
                <a:lnTo>
                  <a:pt x="298058" y="1352823"/>
                </a:lnTo>
                <a:lnTo>
                  <a:pt x="293483" y="1337623"/>
                </a:lnTo>
                <a:lnTo>
                  <a:pt x="288510" y="1322423"/>
                </a:lnTo>
                <a:lnTo>
                  <a:pt x="283346" y="1307222"/>
                </a:lnTo>
                <a:lnTo>
                  <a:pt x="278240" y="1292022"/>
                </a:lnTo>
                <a:lnTo>
                  <a:pt x="273468" y="1276822"/>
                </a:lnTo>
                <a:lnTo>
                  <a:pt x="269310" y="1261622"/>
                </a:lnTo>
                <a:lnTo>
                  <a:pt x="266021" y="1246421"/>
                </a:lnTo>
                <a:lnTo>
                  <a:pt x="263803" y="1231221"/>
                </a:lnTo>
                <a:lnTo>
                  <a:pt x="262783" y="1216021"/>
                </a:lnTo>
                <a:lnTo>
                  <a:pt x="262999" y="1200821"/>
                </a:lnTo>
                <a:lnTo>
                  <a:pt x="264395" y="1185620"/>
                </a:lnTo>
                <a:lnTo>
                  <a:pt x="266827" y="1170420"/>
                </a:lnTo>
                <a:lnTo>
                  <a:pt x="270076" y="1155220"/>
                </a:lnTo>
                <a:lnTo>
                  <a:pt x="273880" y="1140019"/>
                </a:lnTo>
                <a:lnTo>
                  <a:pt x="277953" y="1124819"/>
                </a:lnTo>
                <a:lnTo>
                  <a:pt x="282013" y="1109619"/>
                </a:lnTo>
                <a:lnTo>
                  <a:pt x="285809" y="1094419"/>
                </a:lnTo>
                <a:lnTo>
                  <a:pt x="289132" y="1079218"/>
                </a:lnTo>
                <a:lnTo>
                  <a:pt x="291828" y="1064018"/>
                </a:lnTo>
                <a:lnTo>
                  <a:pt x="293796" y="1048818"/>
                </a:lnTo>
                <a:lnTo>
                  <a:pt x="294989" y="1033618"/>
                </a:lnTo>
                <a:lnTo>
                  <a:pt x="295403" y="1018417"/>
                </a:lnTo>
                <a:lnTo>
                  <a:pt x="295070" y="1003217"/>
                </a:lnTo>
                <a:lnTo>
                  <a:pt x="294052" y="988017"/>
                </a:lnTo>
                <a:lnTo>
                  <a:pt x="292430" y="972817"/>
                </a:lnTo>
                <a:lnTo>
                  <a:pt x="290307" y="957616"/>
                </a:lnTo>
                <a:lnTo>
                  <a:pt x="287801" y="942416"/>
                </a:lnTo>
                <a:lnTo>
                  <a:pt x="285045" y="927216"/>
                </a:lnTo>
                <a:lnTo>
                  <a:pt x="282188" y="912016"/>
                </a:lnTo>
                <a:lnTo>
                  <a:pt x="279387" y="896815"/>
                </a:lnTo>
                <a:lnTo>
                  <a:pt x="276805" y="881615"/>
                </a:lnTo>
                <a:lnTo>
                  <a:pt x="274599" y="866415"/>
                </a:lnTo>
                <a:lnTo>
                  <a:pt x="272910" y="851215"/>
                </a:lnTo>
                <a:lnTo>
                  <a:pt x="271850" y="836014"/>
                </a:lnTo>
                <a:lnTo>
                  <a:pt x="271491" y="820814"/>
                </a:lnTo>
                <a:lnTo>
                  <a:pt x="271861" y="805614"/>
                </a:lnTo>
                <a:lnTo>
                  <a:pt x="272933" y="790414"/>
                </a:lnTo>
                <a:lnTo>
                  <a:pt x="274636" y="775213"/>
                </a:lnTo>
                <a:lnTo>
                  <a:pt x="276860" y="760013"/>
                </a:lnTo>
                <a:lnTo>
                  <a:pt x="279465" y="744813"/>
                </a:lnTo>
                <a:lnTo>
                  <a:pt x="282304" y="729612"/>
                </a:lnTo>
                <a:lnTo>
                  <a:pt x="285232" y="714412"/>
                </a:lnTo>
                <a:lnTo>
                  <a:pt x="288120" y="699212"/>
                </a:lnTo>
                <a:lnTo>
                  <a:pt x="290869" y="684012"/>
                </a:lnTo>
                <a:lnTo>
                  <a:pt x="293410" y="668811"/>
                </a:lnTo>
                <a:lnTo>
                  <a:pt x="295702" y="653611"/>
                </a:lnTo>
                <a:lnTo>
                  <a:pt x="297735" y="638411"/>
                </a:lnTo>
                <a:lnTo>
                  <a:pt x="299513" y="623211"/>
                </a:lnTo>
                <a:lnTo>
                  <a:pt x="301054" y="608010"/>
                </a:lnTo>
                <a:lnTo>
                  <a:pt x="302379" y="592810"/>
                </a:lnTo>
                <a:lnTo>
                  <a:pt x="303505" y="577610"/>
                </a:lnTo>
                <a:lnTo>
                  <a:pt x="304445" y="562410"/>
                </a:lnTo>
                <a:lnTo>
                  <a:pt x="305208" y="547209"/>
                </a:lnTo>
                <a:lnTo>
                  <a:pt x="305800" y="532009"/>
                </a:lnTo>
                <a:lnTo>
                  <a:pt x="306226" y="516809"/>
                </a:lnTo>
                <a:lnTo>
                  <a:pt x="306498" y="501609"/>
                </a:lnTo>
                <a:lnTo>
                  <a:pt x="306634" y="486408"/>
                </a:lnTo>
                <a:lnTo>
                  <a:pt x="306663" y="471208"/>
                </a:lnTo>
                <a:lnTo>
                  <a:pt x="306619" y="456008"/>
                </a:lnTo>
                <a:lnTo>
                  <a:pt x="306546" y="440808"/>
                </a:lnTo>
                <a:lnTo>
                  <a:pt x="306488" y="425607"/>
                </a:lnTo>
                <a:lnTo>
                  <a:pt x="306483" y="410407"/>
                </a:lnTo>
                <a:lnTo>
                  <a:pt x="306564" y="395207"/>
                </a:lnTo>
                <a:lnTo>
                  <a:pt x="306743" y="380006"/>
                </a:lnTo>
                <a:lnTo>
                  <a:pt x="307012" y="364806"/>
                </a:lnTo>
                <a:lnTo>
                  <a:pt x="307334" y="349606"/>
                </a:lnTo>
                <a:lnTo>
                  <a:pt x="307636" y="334406"/>
                </a:lnTo>
                <a:lnTo>
                  <a:pt x="307808" y="319205"/>
                </a:lnTo>
                <a:lnTo>
                  <a:pt x="307690" y="304005"/>
                </a:lnTo>
                <a:lnTo>
                  <a:pt x="307073" y="288805"/>
                </a:lnTo>
                <a:lnTo>
                  <a:pt x="305688" y="273605"/>
                </a:lnTo>
                <a:lnTo>
                  <a:pt x="303207" y="258404"/>
                </a:lnTo>
                <a:lnTo>
                  <a:pt x="299248" y="243204"/>
                </a:lnTo>
                <a:lnTo>
                  <a:pt x="293382" y="228004"/>
                </a:lnTo>
                <a:lnTo>
                  <a:pt x="285159" y="212804"/>
                </a:lnTo>
                <a:lnTo>
                  <a:pt x="274145" y="197603"/>
                </a:lnTo>
                <a:lnTo>
                  <a:pt x="259966" y="182403"/>
                </a:lnTo>
                <a:lnTo>
                  <a:pt x="242376" y="167203"/>
                </a:lnTo>
                <a:lnTo>
                  <a:pt x="221323" y="152003"/>
                </a:lnTo>
                <a:lnTo>
                  <a:pt x="197010" y="136802"/>
                </a:lnTo>
                <a:lnTo>
                  <a:pt x="169947" y="121602"/>
                </a:lnTo>
                <a:lnTo>
                  <a:pt x="140977" y="106402"/>
                </a:lnTo>
                <a:lnTo>
                  <a:pt x="111258" y="91202"/>
                </a:lnTo>
                <a:lnTo>
                  <a:pt x="82210" y="76001"/>
                </a:lnTo>
                <a:lnTo>
                  <a:pt x="55413" y="60801"/>
                </a:lnTo>
                <a:lnTo>
                  <a:pt x="32473" y="45601"/>
                </a:lnTo>
                <a:lnTo>
                  <a:pt x="14866" y="30401"/>
                </a:lnTo>
                <a:lnTo>
                  <a:pt x="3784" y="15200"/>
                </a:lnTo>
                <a:lnTo>
                  <a:pt x="0" y="0"/>
                </a:lnTo>
                <a:lnTo>
                  <a:pt x="657216" y="0"/>
                </a:lnTo>
                <a:lnTo>
                  <a:pt x="657216" y="0"/>
                </a:lnTo>
                <a:lnTo>
                  <a:pt x="653432" y="15200"/>
                </a:lnTo>
                <a:lnTo>
                  <a:pt x="642350" y="30401"/>
                </a:lnTo>
                <a:lnTo>
                  <a:pt x="624743" y="45601"/>
                </a:lnTo>
                <a:lnTo>
                  <a:pt x="601803" y="60801"/>
                </a:lnTo>
                <a:lnTo>
                  <a:pt x="575006" y="76001"/>
                </a:lnTo>
                <a:lnTo>
                  <a:pt x="545958" y="91202"/>
                </a:lnTo>
                <a:lnTo>
                  <a:pt x="516239" y="106402"/>
                </a:lnTo>
                <a:lnTo>
                  <a:pt x="487269" y="121602"/>
                </a:lnTo>
                <a:lnTo>
                  <a:pt x="460206" y="136802"/>
                </a:lnTo>
                <a:lnTo>
                  <a:pt x="435893" y="152003"/>
                </a:lnTo>
                <a:lnTo>
                  <a:pt x="414840" y="167203"/>
                </a:lnTo>
                <a:lnTo>
                  <a:pt x="397250" y="182403"/>
                </a:lnTo>
                <a:lnTo>
                  <a:pt x="383071" y="197603"/>
                </a:lnTo>
                <a:lnTo>
                  <a:pt x="372057" y="212804"/>
                </a:lnTo>
                <a:lnTo>
                  <a:pt x="363834" y="228004"/>
                </a:lnTo>
                <a:lnTo>
                  <a:pt x="357968" y="243204"/>
                </a:lnTo>
                <a:lnTo>
                  <a:pt x="354009" y="258404"/>
                </a:lnTo>
                <a:lnTo>
                  <a:pt x="351528" y="273605"/>
                </a:lnTo>
                <a:lnTo>
                  <a:pt x="350143" y="288805"/>
                </a:lnTo>
                <a:lnTo>
                  <a:pt x="349526" y="304005"/>
                </a:lnTo>
                <a:lnTo>
                  <a:pt x="349408" y="319205"/>
                </a:lnTo>
                <a:lnTo>
                  <a:pt x="349580" y="334406"/>
                </a:lnTo>
                <a:lnTo>
                  <a:pt x="349882" y="349606"/>
                </a:lnTo>
                <a:lnTo>
                  <a:pt x="350204" y="364806"/>
                </a:lnTo>
                <a:lnTo>
                  <a:pt x="350473" y="380006"/>
                </a:lnTo>
                <a:lnTo>
                  <a:pt x="350652" y="395207"/>
                </a:lnTo>
                <a:lnTo>
                  <a:pt x="350733" y="410407"/>
                </a:lnTo>
                <a:lnTo>
                  <a:pt x="350728" y="425607"/>
                </a:lnTo>
                <a:lnTo>
                  <a:pt x="350670" y="440808"/>
                </a:lnTo>
                <a:lnTo>
                  <a:pt x="350597" y="456008"/>
                </a:lnTo>
                <a:lnTo>
                  <a:pt x="350553" y="471208"/>
                </a:lnTo>
                <a:lnTo>
                  <a:pt x="350582" y="486408"/>
                </a:lnTo>
                <a:lnTo>
                  <a:pt x="350718" y="501609"/>
                </a:lnTo>
                <a:lnTo>
                  <a:pt x="350990" y="516809"/>
                </a:lnTo>
                <a:lnTo>
                  <a:pt x="351416" y="532009"/>
                </a:lnTo>
                <a:lnTo>
                  <a:pt x="352008" y="547209"/>
                </a:lnTo>
                <a:lnTo>
                  <a:pt x="352771" y="562410"/>
                </a:lnTo>
                <a:lnTo>
                  <a:pt x="353711" y="577610"/>
                </a:lnTo>
                <a:lnTo>
                  <a:pt x="354837" y="592810"/>
                </a:lnTo>
                <a:lnTo>
                  <a:pt x="356162" y="608010"/>
                </a:lnTo>
                <a:lnTo>
                  <a:pt x="357703" y="623211"/>
                </a:lnTo>
                <a:lnTo>
                  <a:pt x="359481" y="638411"/>
                </a:lnTo>
                <a:lnTo>
                  <a:pt x="361514" y="653611"/>
                </a:lnTo>
                <a:lnTo>
                  <a:pt x="363806" y="668811"/>
                </a:lnTo>
                <a:lnTo>
                  <a:pt x="366347" y="684012"/>
                </a:lnTo>
                <a:lnTo>
                  <a:pt x="369096" y="699212"/>
                </a:lnTo>
                <a:lnTo>
                  <a:pt x="371984" y="714412"/>
                </a:lnTo>
                <a:lnTo>
                  <a:pt x="374912" y="729612"/>
                </a:lnTo>
                <a:lnTo>
                  <a:pt x="377751" y="744813"/>
                </a:lnTo>
                <a:lnTo>
                  <a:pt x="380356" y="760013"/>
                </a:lnTo>
                <a:lnTo>
                  <a:pt x="382580" y="775213"/>
                </a:lnTo>
                <a:lnTo>
                  <a:pt x="384283" y="790414"/>
                </a:lnTo>
                <a:lnTo>
                  <a:pt x="385355" y="805614"/>
                </a:lnTo>
                <a:lnTo>
                  <a:pt x="385725" y="820814"/>
                </a:lnTo>
                <a:lnTo>
                  <a:pt x="385366" y="836014"/>
                </a:lnTo>
                <a:lnTo>
                  <a:pt x="384306" y="851215"/>
                </a:lnTo>
                <a:lnTo>
                  <a:pt x="382617" y="866415"/>
                </a:lnTo>
                <a:lnTo>
                  <a:pt x="380411" y="881615"/>
                </a:lnTo>
                <a:lnTo>
                  <a:pt x="377829" y="896815"/>
                </a:lnTo>
                <a:lnTo>
                  <a:pt x="375028" y="912016"/>
                </a:lnTo>
                <a:lnTo>
                  <a:pt x="372171" y="927216"/>
                </a:lnTo>
                <a:lnTo>
                  <a:pt x="369415" y="942416"/>
                </a:lnTo>
                <a:lnTo>
                  <a:pt x="366909" y="957616"/>
                </a:lnTo>
                <a:lnTo>
                  <a:pt x="364786" y="972817"/>
                </a:lnTo>
                <a:lnTo>
                  <a:pt x="363164" y="988017"/>
                </a:lnTo>
                <a:lnTo>
                  <a:pt x="362146" y="1003217"/>
                </a:lnTo>
                <a:lnTo>
                  <a:pt x="361813" y="1018417"/>
                </a:lnTo>
                <a:lnTo>
                  <a:pt x="362227" y="1033618"/>
                </a:lnTo>
                <a:lnTo>
                  <a:pt x="363420" y="1048818"/>
                </a:lnTo>
                <a:lnTo>
                  <a:pt x="365388" y="1064018"/>
                </a:lnTo>
                <a:lnTo>
                  <a:pt x="368084" y="1079218"/>
                </a:lnTo>
                <a:lnTo>
                  <a:pt x="371407" y="1094419"/>
                </a:lnTo>
                <a:lnTo>
                  <a:pt x="375203" y="1109619"/>
                </a:lnTo>
                <a:lnTo>
                  <a:pt x="379263" y="1124819"/>
                </a:lnTo>
                <a:lnTo>
                  <a:pt x="383336" y="1140019"/>
                </a:lnTo>
                <a:lnTo>
                  <a:pt x="387140" y="1155220"/>
                </a:lnTo>
                <a:lnTo>
                  <a:pt x="390389" y="1170420"/>
                </a:lnTo>
                <a:lnTo>
                  <a:pt x="392821" y="1185620"/>
                </a:lnTo>
                <a:lnTo>
                  <a:pt x="394217" y="1200821"/>
                </a:lnTo>
                <a:lnTo>
                  <a:pt x="394433" y="1216021"/>
                </a:lnTo>
                <a:lnTo>
                  <a:pt x="393413" y="1231221"/>
                </a:lnTo>
                <a:lnTo>
                  <a:pt x="391195" y="1246421"/>
                </a:lnTo>
                <a:lnTo>
                  <a:pt x="387906" y="1261622"/>
                </a:lnTo>
                <a:lnTo>
                  <a:pt x="383748" y="1276822"/>
                </a:lnTo>
                <a:lnTo>
                  <a:pt x="378976" y="1292022"/>
                </a:lnTo>
                <a:lnTo>
                  <a:pt x="373870" y="1307222"/>
                </a:lnTo>
                <a:lnTo>
                  <a:pt x="368706" y="1322423"/>
                </a:lnTo>
                <a:lnTo>
                  <a:pt x="363733" y="1337623"/>
                </a:lnTo>
                <a:lnTo>
                  <a:pt x="359158" y="1352823"/>
                </a:lnTo>
                <a:lnTo>
                  <a:pt x="355128" y="1368023"/>
                </a:lnTo>
                <a:lnTo>
                  <a:pt x="351738" y="1383224"/>
                </a:lnTo>
                <a:lnTo>
                  <a:pt x="349026" y="1398424"/>
                </a:lnTo>
                <a:lnTo>
                  <a:pt x="346992" y="1413624"/>
                </a:lnTo>
                <a:lnTo>
                  <a:pt x="345599" y="1428824"/>
                </a:lnTo>
                <a:lnTo>
                  <a:pt x="344795" y="1444025"/>
                </a:lnTo>
                <a:lnTo>
                  <a:pt x="344515" y="1459225"/>
                </a:lnTo>
                <a:lnTo>
                  <a:pt x="344692" y="1474425"/>
                </a:lnTo>
                <a:lnTo>
                  <a:pt x="345258" y="1489625"/>
                </a:lnTo>
                <a:lnTo>
                  <a:pt x="346150" y="1504826"/>
                </a:lnTo>
                <a:lnTo>
                  <a:pt x="347300" y="1520026"/>
                </a:lnTo>
                <a:lnTo>
                  <a:pt x="348643" y="1535226"/>
                </a:lnTo>
                <a:lnTo>
                  <a:pt x="350113" y="1550426"/>
                </a:lnTo>
                <a:lnTo>
                  <a:pt x="351639" y="1565627"/>
                </a:lnTo>
                <a:lnTo>
                  <a:pt x="353155" y="1580827"/>
                </a:lnTo>
                <a:lnTo>
                  <a:pt x="354597" y="1596027"/>
                </a:lnTo>
                <a:lnTo>
                  <a:pt x="355909" y="1611228"/>
                </a:lnTo>
                <a:lnTo>
                  <a:pt x="357047" y="1626428"/>
                </a:lnTo>
                <a:lnTo>
                  <a:pt x="357983" y="1641628"/>
                </a:lnTo>
                <a:lnTo>
                  <a:pt x="358702" y="1656828"/>
                </a:lnTo>
                <a:lnTo>
                  <a:pt x="359204" y="1672029"/>
                </a:lnTo>
                <a:lnTo>
                  <a:pt x="359497" y="1687229"/>
                </a:lnTo>
                <a:lnTo>
                  <a:pt x="359598" y="1702429"/>
                </a:lnTo>
                <a:lnTo>
                  <a:pt x="359524" y="1717629"/>
                </a:lnTo>
                <a:lnTo>
                  <a:pt x="359288" y="1732830"/>
                </a:lnTo>
                <a:lnTo>
                  <a:pt x="358900" y="1748030"/>
                </a:lnTo>
                <a:lnTo>
                  <a:pt x="358364" y="1763230"/>
                </a:lnTo>
                <a:lnTo>
                  <a:pt x="357680" y="1778430"/>
                </a:lnTo>
                <a:lnTo>
                  <a:pt x="356849" y="1793631"/>
                </a:lnTo>
                <a:lnTo>
                  <a:pt x="355874" y="1808831"/>
                </a:lnTo>
                <a:lnTo>
                  <a:pt x="354768" y="1824031"/>
                </a:lnTo>
                <a:lnTo>
                  <a:pt x="353551" y="1839231"/>
                </a:lnTo>
                <a:lnTo>
                  <a:pt x="352255" y="1854432"/>
                </a:lnTo>
                <a:lnTo>
                  <a:pt x="350923" y="1869632"/>
                </a:lnTo>
                <a:lnTo>
                  <a:pt x="349601" y="1884832"/>
                </a:lnTo>
                <a:lnTo>
                  <a:pt x="348338" y="1900032"/>
                </a:lnTo>
                <a:lnTo>
                  <a:pt x="347179" y="1915233"/>
                </a:lnTo>
                <a:lnTo>
                  <a:pt x="346160" y="1930433"/>
                </a:lnTo>
                <a:lnTo>
                  <a:pt x="345304" y="1945633"/>
                </a:lnTo>
                <a:lnTo>
                  <a:pt x="344620" y="1960834"/>
                </a:lnTo>
                <a:lnTo>
                  <a:pt x="344105" y="1976034"/>
                </a:lnTo>
                <a:lnTo>
                  <a:pt x="343742" y="1991234"/>
                </a:lnTo>
                <a:lnTo>
                  <a:pt x="343505" y="2006434"/>
                </a:lnTo>
                <a:lnTo>
                  <a:pt x="343364" y="2021635"/>
                </a:lnTo>
                <a:lnTo>
                  <a:pt x="343292" y="2036835"/>
                </a:lnTo>
                <a:lnTo>
                  <a:pt x="343264" y="2052035"/>
                </a:lnTo>
                <a:lnTo>
                  <a:pt x="343267" y="2067235"/>
                </a:lnTo>
                <a:lnTo>
                  <a:pt x="343301" y="2082436"/>
                </a:lnTo>
                <a:lnTo>
                  <a:pt x="343382" y="2097636"/>
                </a:lnTo>
                <a:lnTo>
                  <a:pt x="343548" y="2112836"/>
                </a:lnTo>
                <a:lnTo>
                  <a:pt x="343861" y="2128036"/>
                </a:lnTo>
                <a:lnTo>
                  <a:pt x="344408" y="2143237"/>
                </a:lnTo>
                <a:lnTo>
                  <a:pt x="345310" y="2158437"/>
                </a:lnTo>
                <a:lnTo>
                  <a:pt x="346719" y="2173637"/>
                </a:lnTo>
                <a:lnTo>
                  <a:pt x="348818" y="2188837"/>
                </a:lnTo>
                <a:lnTo>
                  <a:pt x="351818" y="2204038"/>
                </a:lnTo>
                <a:lnTo>
                  <a:pt x="355943" y="2219238"/>
                </a:lnTo>
                <a:lnTo>
                  <a:pt x="361416" y="2234438"/>
                </a:lnTo>
                <a:lnTo>
                  <a:pt x="368428" y="2249638"/>
                </a:lnTo>
                <a:lnTo>
                  <a:pt x="377113" y="2264839"/>
                </a:lnTo>
                <a:lnTo>
                  <a:pt x="387505" y="2280039"/>
                </a:lnTo>
                <a:lnTo>
                  <a:pt x="399512" y="2295239"/>
                </a:lnTo>
                <a:lnTo>
                  <a:pt x="412887" y="2310439"/>
                </a:lnTo>
                <a:lnTo>
                  <a:pt x="427217" y="2325640"/>
                </a:lnTo>
                <a:lnTo>
                  <a:pt x="441928" y="2340840"/>
                </a:lnTo>
                <a:lnTo>
                  <a:pt x="456315" y="2356040"/>
                </a:lnTo>
                <a:lnTo>
                  <a:pt x="469593" y="2371241"/>
                </a:lnTo>
                <a:lnTo>
                  <a:pt x="480964" y="2386441"/>
                </a:lnTo>
                <a:lnTo>
                  <a:pt x="489694" y="2401641"/>
                </a:lnTo>
                <a:lnTo>
                  <a:pt x="495189" y="2416841"/>
                </a:lnTo>
                <a:lnTo>
                  <a:pt x="497065" y="2432042"/>
                </a:lnTo>
                <a:lnTo>
                  <a:pt x="497065" y="2432042"/>
                </a:lnTo>
                <a:close/>
              </a:path>
            </a:pathLst>
          </a:custGeom>
          <a:solidFill>
            <a:srgbClr val="566AB4">
              <a:alpha val="16000"/>
            </a:srgbClr>
          </a:solidFill>
          <a:ln w="15119">
            <a:solidFill>
              <a:srgbClr val="566AB4">
                <a:alpha val="16000"/>
              </a:srgbClr>
            </a:solidFill>
            <a:prstDash val="solid"/>
          </a:ln>
        </p:spPr>
      </p:sp>
      <p:sp>
        <p:nvSpPr>
          <p:cNvPr id="18" name="e_full_violin_path_4370">
            <a:extLst>
              <a:ext uri="{FF2B5EF4-FFF2-40B4-BE49-F238E27FC236}">
                <a16:creationId xmlns:a16="http://schemas.microsoft.com/office/drawing/2014/main" id="{626D836E-D551-4BE1-ABBD-5DDC343E0ADB}"/>
              </a:ext>
            </a:extLst>
          </p:cNvPr>
          <p:cNvSpPr>
            <a:spLocks noGrp="1"/>
          </p:cNvSpPr>
          <p:nvPr/>
        </p:nvSpPr>
        <p:spPr>
          <a:xfrm>
            <a:off x="4653324" y="2048011"/>
            <a:ext cx="657216" cy="2432042"/>
          </a:xfrm>
          <a:custGeom>
            <a:avLst/>
            <a:gdLst/>
            <a:ahLst/>
            <a:cxnLst/>
            <a:rect l="0" t="0" r="0" b="0"/>
            <a:pathLst>
              <a:path w="657216" h="2432042">
                <a:moveTo>
                  <a:pt x="617361" y="2432042"/>
                </a:moveTo>
                <a:lnTo>
                  <a:pt x="39855" y="2432042"/>
                </a:lnTo>
                <a:lnTo>
                  <a:pt x="43066" y="2416841"/>
                </a:lnTo>
                <a:lnTo>
                  <a:pt x="52472" y="2401641"/>
                </a:lnTo>
                <a:lnTo>
                  <a:pt x="67423" y="2386441"/>
                </a:lnTo>
                <a:lnTo>
                  <a:pt x="86917" y="2371241"/>
                </a:lnTo>
                <a:lnTo>
                  <a:pt x="109708" y="2356040"/>
                </a:lnTo>
                <a:lnTo>
                  <a:pt x="134440" y="2340840"/>
                </a:lnTo>
                <a:lnTo>
                  <a:pt x="159775" y="2325640"/>
                </a:lnTo>
                <a:lnTo>
                  <a:pt x="184501" y="2310439"/>
                </a:lnTo>
                <a:lnTo>
                  <a:pt x="207624" y="2295239"/>
                </a:lnTo>
                <a:lnTo>
                  <a:pt x="228410" y="2280039"/>
                </a:lnTo>
                <a:lnTo>
                  <a:pt x="246402" y="2264839"/>
                </a:lnTo>
                <a:lnTo>
                  <a:pt x="261401" y="2249638"/>
                </a:lnTo>
                <a:lnTo>
                  <a:pt x="273427" y="2234438"/>
                </a:lnTo>
                <a:lnTo>
                  <a:pt x="282671" y="2219238"/>
                </a:lnTo>
                <a:lnTo>
                  <a:pt x="289438" y="2204038"/>
                </a:lnTo>
                <a:lnTo>
                  <a:pt x="294101" y="2188837"/>
                </a:lnTo>
                <a:lnTo>
                  <a:pt x="297054" y="2173637"/>
                </a:lnTo>
                <a:lnTo>
                  <a:pt x="298689" y="2158437"/>
                </a:lnTo>
                <a:lnTo>
                  <a:pt x="299365" y="2143237"/>
                </a:lnTo>
                <a:lnTo>
                  <a:pt x="299401" y="2128036"/>
                </a:lnTo>
                <a:lnTo>
                  <a:pt x="299063" y="2112836"/>
                </a:lnTo>
                <a:lnTo>
                  <a:pt x="298564" y="2097636"/>
                </a:lnTo>
                <a:lnTo>
                  <a:pt x="298059" y="2082436"/>
                </a:lnTo>
                <a:lnTo>
                  <a:pt x="297648" y="2067235"/>
                </a:lnTo>
                <a:lnTo>
                  <a:pt x="297380" y="2052035"/>
                </a:lnTo>
                <a:lnTo>
                  <a:pt x="297259" y="2036835"/>
                </a:lnTo>
                <a:lnTo>
                  <a:pt x="297248" y="2021635"/>
                </a:lnTo>
                <a:lnTo>
                  <a:pt x="297286" y="2006434"/>
                </a:lnTo>
                <a:lnTo>
                  <a:pt x="297295" y="1991234"/>
                </a:lnTo>
                <a:lnTo>
                  <a:pt x="297194" y="1976034"/>
                </a:lnTo>
                <a:lnTo>
                  <a:pt x="296912" y="1960834"/>
                </a:lnTo>
                <a:lnTo>
                  <a:pt x="296395" y="1945633"/>
                </a:lnTo>
                <a:lnTo>
                  <a:pt x="295619" y="1930433"/>
                </a:lnTo>
                <a:lnTo>
                  <a:pt x="294586" y="1915233"/>
                </a:lnTo>
                <a:lnTo>
                  <a:pt x="293325" y="1900032"/>
                </a:lnTo>
                <a:lnTo>
                  <a:pt x="291889" y="1884832"/>
                </a:lnTo>
                <a:lnTo>
                  <a:pt x="290346" y="1869632"/>
                </a:lnTo>
                <a:lnTo>
                  <a:pt x="288768" y="1854432"/>
                </a:lnTo>
                <a:lnTo>
                  <a:pt x="287224" y="1839231"/>
                </a:lnTo>
                <a:lnTo>
                  <a:pt x="285770" y="1824031"/>
                </a:lnTo>
                <a:lnTo>
                  <a:pt x="284445" y="1808831"/>
                </a:lnTo>
                <a:lnTo>
                  <a:pt x="283271" y="1793631"/>
                </a:lnTo>
                <a:lnTo>
                  <a:pt x="282254" y="1778430"/>
                </a:lnTo>
                <a:lnTo>
                  <a:pt x="281391" y="1763230"/>
                </a:lnTo>
                <a:lnTo>
                  <a:pt x="280675" y="1748030"/>
                </a:lnTo>
                <a:lnTo>
                  <a:pt x="280105" y="1732830"/>
                </a:lnTo>
                <a:lnTo>
                  <a:pt x="279692" y="1717629"/>
                </a:lnTo>
                <a:lnTo>
                  <a:pt x="279456" y="1702429"/>
                </a:lnTo>
                <a:lnTo>
                  <a:pt x="279436" y="1687229"/>
                </a:lnTo>
                <a:lnTo>
                  <a:pt x="279674" y="1672029"/>
                </a:lnTo>
                <a:lnTo>
                  <a:pt x="280213" y="1656828"/>
                </a:lnTo>
                <a:lnTo>
                  <a:pt x="281088" y="1641628"/>
                </a:lnTo>
                <a:lnTo>
                  <a:pt x="282313" y="1626428"/>
                </a:lnTo>
                <a:lnTo>
                  <a:pt x="283876" y="1611228"/>
                </a:lnTo>
                <a:lnTo>
                  <a:pt x="285734" y="1596027"/>
                </a:lnTo>
                <a:lnTo>
                  <a:pt x="287814" y="1580827"/>
                </a:lnTo>
                <a:lnTo>
                  <a:pt x="290019" y="1565627"/>
                </a:lnTo>
                <a:lnTo>
                  <a:pt x="292234" y="1550426"/>
                </a:lnTo>
                <a:lnTo>
                  <a:pt x="294337" y="1535226"/>
                </a:lnTo>
                <a:lnTo>
                  <a:pt x="296206" y="1520026"/>
                </a:lnTo>
                <a:lnTo>
                  <a:pt x="297732" y="1504826"/>
                </a:lnTo>
                <a:lnTo>
                  <a:pt x="298816" y="1489625"/>
                </a:lnTo>
                <a:lnTo>
                  <a:pt x="299377" y="1474425"/>
                </a:lnTo>
                <a:lnTo>
                  <a:pt x="299344" y="1459225"/>
                </a:lnTo>
                <a:lnTo>
                  <a:pt x="298660" y="1444025"/>
                </a:lnTo>
                <a:lnTo>
                  <a:pt x="297274" y="1428824"/>
                </a:lnTo>
                <a:lnTo>
                  <a:pt x="295145" y="1413624"/>
                </a:lnTo>
                <a:lnTo>
                  <a:pt x="292241" y="1398424"/>
                </a:lnTo>
                <a:lnTo>
                  <a:pt x="288554" y="1383224"/>
                </a:lnTo>
                <a:lnTo>
                  <a:pt x="284105" y="1368023"/>
                </a:lnTo>
                <a:lnTo>
                  <a:pt x="278960" y="1352823"/>
                </a:lnTo>
                <a:lnTo>
                  <a:pt x="273245" y="1337623"/>
                </a:lnTo>
                <a:lnTo>
                  <a:pt x="267148" y="1322423"/>
                </a:lnTo>
                <a:lnTo>
                  <a:pt x="260926" y="1307222"/>
                </a:lnTo>
                <a:lnTo>
                  <a:pt x="254888" y="1292022"/>
                </a:lnTo>
                <a:lnTo>
                  <a:pt x="249383" y="1276822"/>
                </a:lnTo>
                <a:lnTo>
                  <a:pt x="244765" y="1261622"/>
                </a:lnTo>
                <a:lnTo>
                  <a:pt x="241358" y="1246421"/>
                </a:lnTo>
                <a:lnTo>
                  <a:pt x="239423" y="1231221"/>
                </a:lnTo>
                <a:lnTo>
                  <a:pt x="239125" y="1216021"/>
                </a:lnTo>
                <a:lnTo>
                  <a:pt x="240511" y="1200821"/>
                </a:lnTo>
                <a:lnTo>
                  <a:pt x="243503" y="1185620"/>
                </a:lnTo>
                <a:lnTo>
                  <a:pt x="247902" y="1170420"/>
                </a:lnTo>
                <a:lnTo>
                  <a:pt x="253414" y="1155220"/>
                </a:lnTo>
                <a:lnTo>
                  <a:pt x="259678" y="1140019"/>
                </a:lnTo>
                <a:lnTo>
                  <a:pt x="266305" y="1124819"/>
                </a:lnTo>
                <a:lnTo>
                  <a:pt x="272916" y="1109619"/>
                </a:lnTo>
                <a:lnTo>
                  <a:pt x="279173" y="1094419"/>
                </a:lnTo>
                <a:lnTo>
                  <a:pt x="284802" y="1079218"/>
                </a:lnTo>
                <a:lnTo>
                  <a:pt x="289609" y="1064018"/>
                </a:lnTo>
                <a:lnTo>
                  <a:pt x="293476" y="1048818"/>
                </a:lnTo>
                <a:lnTo>
                  <a:pt x="296361" y="1033618"/>
                </a:lnTo>
                <a:lnTo>
                  <a:pt x="298277" y="1018417"/>
                </a:lnTo>
                <a:lnTo>
                  <a:pt x="299286" y="1003217"/>
                </a:lnTo>
                <a:lnTo>
                  <a:pt x="299477" y="988017"/>
                </a:lnTo>
                <a:lnTo>
                  <a:pt x="298959" y="972817"/>
                </a:lnTo>
                <a:lnTo>
                  <a:pt x="297853" y="957616"/>
                </a:lnTo>
                <a:lnTo>
                  <a:pt x="296287" y="942416"/>
                </a:lnTo>
                <a:lnTo>
                  <a:pt x="294399" y="927216"/>
                </a:lnTo>
                <a:lnTo>
                  <a:pt x="292328" y="912016"/>
                </a:lnTo>
                <a:lnTo>
                  <a:pt x="290223" y="896815"/>
                </a:lnTo>
                <a:lnTo>
                  <a:pt x="288230" y="881615"/>
                </a:lnTo>
                <a:lnTo>
                  <a:pt x="286491" y="866415"/>
                </a:lnTo>
                <a:lnTo>
                  <a:pt x="285133" y="851215"/>
                </a:lnTo>
                <a:lnTo>
                  <a:pt x="284256" y="836014"/>
                </a:lnTo>
                <a:lnTo>
                  <a:pt x="283930" y="820814"/>
                </a:lnTo>
                <a:lnTo>
                  <a:pt x="284182" y="805614"/>
                </a:lnTo>
                <a:lnTo>
                  <a:pt x="284995" y="790414"/>
                </a:lnTo>
                <a:lnTo>
                  <a:pt x="286311" y="775213"/>
                </a:lnTo>
                <a:lnTo>
                  <a:pt x="288037" y="760013"/>
                </a:lnTo>
                <a:lnTo>
                  <a:pt x="290055" y="744813"/>
                </a:lnTo>
                <a:lnTo>
                  <a:pt x="292235" y="729612"/>
                </a:lnTo>
                <a:lnTo>
                  <a:pt x="294444" y="714412"/>
                </a:lnTo>
                <a:lnTo>
                  <a:pt x="296567" y="699212"/>
                </a:lnTo>
                <a:lnTo>
                  <a:pt x="298504" y="684012"/>
                </a:lnTo>
                <a:lnTo>
                  <a:pt x="300186" y="668811"/>
                </a:lnTo>
                <a:lnTo>
                  <a:pt x="301567" y="653611"/>
                </a:lnTo>
                <a:lnTo>
                  <a:pt x="302631" y="638411"/>
                </a:lnTo>
                <a:lnTo>
                  <a:pt x="303384" y="623211"/>
                </a:lnTo>
                <a:lnTo>
                  <a:pt x="303852" y="608010"/>
                </a:lnTo>
                <a:lnTo>
                  <a:pt x="304073" y="592810"/>
                </a:lnTo>
                <a:lnTo>
                  <a:pt x="304093" y="577610"/>
                </a:lnTo>
                <a:lnTo>
                  <a:pt x="303965" y="562410"/>
                </a:lnTo>
                <a:lnTo>
                  <a:pt x="303741" y="547209"/>
                </a:lnTo>
                <a:lnTo>
                  <a:pt x="303472" y="532009"/>
                </a:lnTo>
                <a:lnTo>
                  <a:pt x="303202" y="516809"/>
                </a:lnTo>
                <a:lnTo>
                  <a:pt x="302972" y="501609"/>
                </a:lnTo>
                <a:lnTo>
                  <a:pt x="302813" y="486408"/>
                </a:lnTo>
                <a:lnTo>
                  <a:pt x="302749" y="471208"/>
                </a:lnTo>
                <a:lnTo>
                  <a:pt x="302797" y="456008"/>
                </a:lnTo>
                <a:lnTo>
                  <a:pt x="302963" y="440808"/>
                </a:lnTo>
                <a:lnTo>
                  <a:pt x="303247" y="425607"/>
                </a:lnTo>
                <a:lnTo>
                  <a:pt x="303643" y="410407"/>
                </a:lnTo>
                <a:lnTo>
                  <a:pt x="304137" y="395207"/>
                </a:lnTo>
                <a:lnTo>
                  <a:pt x="304706" y="380006"/>
                </a:lnTo>
                <a:lnTo>
                  <a:pt x="305315" y="364806"/>
                </a:lnTo>
                <a:lnTo>
                  <a:pt x="305913" y="349606"/>
                </a:lnTo>
                <a:lnTo>
                  <a:pt x="306426" y="334406"/>
                </a:lnTo>
                <a:lnTo>
                  <a:pt x="306749" y="319205"/>
                </a:lnTo>
                <a:lnTo>
                  <a:pt x="306736" y="304005"/>
                </a:lnTo>
                <a:lnTo>
                  <a:pt x="306190" y="288805"/>
                </a:lnTo>
                <a:lnTo>
                  <a:pt x="304855" y="273605"/>
                </a:lnTo>
                <a:lnTo>
                  <a:pt x="302414" y="258404"/>
                </a:lnTo>
                <a:lnTo>
                  <a:pt x="298489" y="243204"/>
                </a:lnTo>
                <a:lnTo>
                  <a:pt x="292655" y="228004"/>
                </a:lnTo>
                <a:lnTo>
                  <a:pt x="284460" y="212804"/>
                </a:lnTo>
                <a:lnTo>
                  <a:pt x="273469" y="197603"/>
                </a:lnTo>
                <a:lnTo>
                  <a:pt x="259309" y="182403"/>
                </a:lnTo>
                <a:lnTo>
                  <a:pt x="241735" y="167203"/>
                </a:lnTo>
                <a:lnTo>
                  <a:pt x="220700" y="152003"/>
                </a:lnTo>
                <a:lnTo>
                  <a:pt x="196412" y="136802"/>
                </a:lnTo>
                <a:lnTo>
                  <a:pt x="169388" y="121602"/>
                </a:lnTo>
                <a:lnTo>
                  <a:pt x="140473" y="106402"/>
                </a:lnTo>
                <a:lnTo>
                  <a:pt x="110828" y="91202"/>
                </a:lnTo>
                <a:lnTo>
                  <a:pt x="81870" y="76001"/>
                </a:lnTo>
                <a:lnTo>
                  <a:pt x="55170" y="60801"/>
                </a:lnTo>
                <a:lnTo>
                  <a:pt x="32323" y="45601"/>
                </a:lnTo>
                <a:lnTo>
                  <a:pt x="14795" y="30401"/>
                </a:lnTo>
                <a:lnTo>
                  <a:pt x="3765" y="15200"/>
                </a:lnTo>
                <a:lnTo>
                  <a:pt x="0" y="0"/>
                </a:lnTo>
                <a:lnTo>
                  <a:pt x="657216" y="0"/>
                </a:lnTo>
                <a:lnTo>
                  <a:pt x="657216" y="0"/>
                </a:lnTo>
                <a:lnTo>
                  <a:pt x="653451" y="15200"/>
                </a:lnTo>
                <a:lnTo>
                  <a:pt x="642421" y="30401"/>
                </a:lnTo>
                <a:lnTo>
                  <a:pt x="624893" y="45601"/>
                </a:lnTo>
                <a:lnTo>
                  <a:pt x="602046" y="60801"/>
                </a:lnTo>
                <a:lnTo>
                  <a:pt x="575346" y="76001"/>
                </a:lnTo>
                <a:lnTo>
                  <a:pt x="546388" y="91202"/>
                </a:lnTo>
                <a:lnTo>
                  <a:pt x="516743" y="106402"/>
                </a:lnTo>
                <a:lnTo>
                  <a:pt x="487828" y="121602"/>
                </a:lnTo>
                <a:lnTo>
                  <a:pt x="460804" y="136802"/>
                </a:lnTo>
                <a:lnTo>
                  <a:pt x="436516" y="152003"/>
                </a:lnTo>
                <a:lnTo>
                  <a:pt x="415481" y="167203"/>
                </a:lnTo>
                <a:lnTo>
                  <a:pt x="397907" y="182403"/>
                </a:lnTo>
                <a:lnTo>
                  <a:pt x="383747" y="197603"/>
                </a:lnTo>
                <a:lnTo>
                  <a:pt x="372756" y="212804"/>
                </a:lnTo>
                <a:lnTo>
                  <a:pt x="364561" y="228004"/>
                </a:lnTo>
                <a:lnTo>
                  <a:pt x="358727" y="243204"/>
                </a:lnTo>
                <a:lnTo>
                  <a:pt x="354802" y="258404"/>
                </a:lnTo>
                <a:lnTo>
                  <a:pt x="352361" y="273605"/>
                </a:lnTo>
                <a:lnTo>
                  <a:pt x="351026" y="288805"/>
                </a:lnTo>
                <a:lnTo>
                  <a:pt x="350480" y="304005"/>
                </a:lnTo>
                <a:lnTo>
                  <a:pt x="350467" y="319205"/>
                </a:lnTo>
                <a:lnTo>
                  <a:pt x="350790" y="334406"/>
                </a:lnTo>
                <a:lnTo>
                  <a:pt x="351303" y="349606"/>
                </a:lnTo>
                <a:lnTo>
                  <a:pt x="351901" y="364806"/>
                </a:lnTo>
                <a:lnTo>
                  <a:pt x="352510" y="380006"/>
                </a:lnTo>
                <a:lnTo>
                  <a:pt x="353079" y="395207"/>
                </a:lnTo>
                <a:lnTo>
                  <a:pt x="353573" y="410407"/>
                </a:lnTo>
                <a:lnTo>
                  <a:pt x="353969" y="425607"/>
                </a:lnTo>
                <a:lnTo>
                  <a:pt x="354254" y="440808"/>
                </a:lnTo>
                <a:lnTo>
                  <a:pt x="354419" y="456008"/>
                </a:lnTo>
                <a:lnTo>
                  <a:pt x="354467" y="471208"/>
                </a:lnTo>
                <a:lnTo>
                  <a:pt x="354403" y="486408"/>
                </a:lnTo>
                <a:lnTo>
                  <a:pt x="354244" y="501609"/>
                </a:lnTo>
                <a:lnTo>
                  <a:pt x="354014" y="516809"/>
                </a:lnTo>
                <a:lnTo>
                  <a:pt x="353744" y="532009"/>
                </a:lnTo>
                <a:lnTo>
                  <a:pt x="353475" y="547209"/>
                </a:lnTo>
                <a:lnTo>
                  <a:pt x="353251" y="562410"/>
                </a:lnTo>
                <a:lnTo>
                  <a:pt x="353123" y="577610"/>
                </a:lnTo>
                <a:lnTo>
                  <a:pt x="353143" y="592810"/>
                </a:lnTo>
                <a:lnTo>
                  <a:pt x="353364" y="608010"/>
                </a:lnTo>
                <a:lnTo>
                  <a:pt x="353832" y="623211"/>
                </a:lnTo>
                <a:lnTo>
                  <a:pt x="354585" y="638411"/>
                </a:lnTo>
                <a:lnTo>
                  <a:pt x="355649" y="653611"/>
                </a:lnTo>
                <a:lnTo>
                  <a:pt x="357030" y="668811"/>
                </a:lnTo>
                <a:lnTo>
                  <a:pt x="358712" y="684012"/>
                </a:lnTo>
                <a:lnTo>
                  <a:pt x="360649" y="699212"/>
                </a:lnTo>
                <a:lnTo>
                  <a:pt x="362772" y="714412"/>
                </a:lnTo>
                <a:lnTo>
                  <a:pt x="364981" y="729612"/>
                </a:lnTo>
                <a:lnTo>
                  <a:pt x="367161" y="744813"/>
                </a:lnTo>
                <a:lnTo>
                  <a:pt x="369179" y="760013"/>
                </a:lnTo>
                <a:lnTo>
                  <a:pt x="370905" y="775213"/>
                </a:lnTo>
                <a:lnTo>
                  <a:pt x="372221" y="790414"/>
                </a:lnTo>
                <a:lnTo>
                  <a:pt x="373034" y="805614"/>
                </a:lnTo>
                <a:lnTo>
                  <a:pt x="373286" y="820814"/>
                </a:lnTo>
                <a:lnTo>
                  <a:pt x="372960" y="836014"/>
                </a:lnTo>
                <a:lnTo>
                  <a:pt x="372083" y="851215"/>
                </a:lnTo>
                <a:lnTo>
                  <a:pt x="370725" y="866415"/>
                </a:lnTo>
                <a:lnTo>
                  <a:pt x="368986" y="881615"/>
                </a:lnTo>
                <a:lnTo>
                  <a:pt x="366993" y="896815"/>
                </a:lnTo>
                <a:lnTo>
                  <a:pt x="364888" y="912016"/>
                </a:lnTo>
                <a:lnTo>
                  <a:pt x="362817" y="927216"/>
                </a:lnTo>
                <a:lnTo>
                  <a:pt x="360929" y="942416"/>
                </a:lnTo>
                <a:lnTo>
                  <a:pt x="359363" y="957616"/>
                </a:lnTo>
                <a:lnTo>
                  <a:pt x="358257" y="972817"/>
                </a:lnTo>
                <a:lnTo>
                  <a:pt x="357739" y="988017"/>
                </a:lnTo>
                <a:lnTo>
                  <a:pt x="357930" y="1003217"/>
                </a:lnTo>
                <a:lnTo>
                  <a:pt x="358939" y="1018417"/>
                </a:lnTo>
                <a:lnTo>
                  <a:pt x="360855" y="1033618"/>
                </a:lnTo>
                <a:lnTo>
                  <a:pt x="363740" y="1048818"/>
                </a:lnTo>
                <a:lnTo>
                  <a:pt x="367607" y="1064018"/>
                </a:lnTo>
                <a:lnTo>
                  <a:pt x="372414" y="1079218"/>
                </a:lnTo>
                <a:lnTo>
                  <a:pt x="378043" y="1094419"/>
                </a:lnTo>
                <a:lnTo>
                  <a:pt x="384300" y="1109619"/>
                </a:lnTo>
                <a:lnTo>
                  <a:pt x="390911" y="1124819"/>
                </a:lnTo>
                <a:lnTo>
                  <a:pt x="397538" y="1140019"/>
                </a:lnTo>
                <a:lnTo>
                  <a:pt x="403802" y="1155220"/>
                </a:lnTo>
                <a:lnTo>
                  <a:pt x="409314" y="1170420"/>
                </a:lnTo>
                <a:lnTo>
                  <a:pt x="413713" y="1185620"/>
                </a:lnTo>
                <a:lnTo>
                  <a:pt x="416705" y="1200821"/>
                </a:lnTo>
                <a:lnTo>
                  <a:pt x="418091" y="1216021"/>
                </a:lnTo>
                <a:lnTo>
                  <a:pt x="417793" y="1231221"/>
                </a:lnTo>
                <a:lnTo>
                  <a:pt x="415858" y="1246421"/>
                </a:lnTo>
                <a:lnTo>
                  <a:pt x="412451" y="1261622"/>
                </a:lnTo>
                <a:lnTo>
                  <a:pt x="407833" y="1276822"/>
                </a:lnTo>
                <a:lnTo>
                  <a:pt x="402328" y="1292022"/>
                </a:lnTo>
                <a:lnTo>
                  <a:pt x="396290" y="1307222"/>
                </a:lnTo>
                <a:lnTo>
                  <a:pt x="390068" y="1322423"/>
                </a:lnTo>
                <a:lnTo>
                  <a:pt x="383971" y="1337623"/>
                </a:lnTo>
                <a:lnTo>
                  <a:pt x="378256" y="1352823"/>
                </a:lnTo>
                <a:lnTo>
                  <a:pt x="373111" y="1368023"/>
                </a:lnTo>
                <a:lnTo>
                  <a:pt x="368662" y="1383224"/>
                </a:lnTo>
                <a:lnTo>
                  <a:pt x="364975" y="1398424"/>
                </a:lnTo>
                <a:lnTo>
                  <a:pt x="362071" y="1413624"/>
                </a:lnTo>
                <a:lnTo>
                  <a:pt x="359942" y="1428824"/>
                </a:lnTo>
                <a:lnTo>
                  <a:pt x="358556" y="1444025"/>
                </a:lnTo>
                <a:lnTo>
                  <a:pt x="357872" y="1459225"/>
                </a:lnTo>
                <a:lnTo>
                  <a:pt x="357839" y="1474425"/>
                </a:lnTo>
                <a:lnTo>
                  <a:pt x="358400" y="1489625"/>
                </a:lnTo>
                <a:lnTo>
                  <a:pt x="359484" y="1504826"/>
                </a:lnTo>
                <a:lnTo>
                  <a:pt x="361010" y="1520026"/>
                </a:lnTo>
                <a:lnTo>
                  <a:pt x="362879" y="1535226"/>
                </a:lnTo>
                <a:lnTo>
                  <a:pt x="364982" y="1550426"/>
                </a:lnTo>
                <a:lnTo>
                  <a:pt x="367197" y="1565627"/>
                </a:lnTo>
                <a:lnTo>
                  <a:pt x="369402" y="1580827"/>
                </a:lnTo>
                <a:lnTo>
                  <a:pt x="371482" y="1596027"/>
                </a:lnTo>
                <a:lnTo>
                  <a:pt x="373340" y="1611228"/>
                </a:lnTo>
                <a:lnTo>
                  <a:pt x="374903" y="1626428"/>
                </a:lnTo>
                <a:lnTo>
                  <a:pt x="376128" y="1641628"/>
                </a:lnTo>
                <a:lnTo>
                  <a:pt x="377003" y="1656828"/>
                </a:lnTo>
                <a:lnTo>
                  <a:pt x="377542" y="1672029"/>
                </a:lnTo>
                <a:lnTo>
                  <a:pt x="377780" y="1687229"/>
                </a:lnTo>
                <a:lnTo>
                  <a:pt x="377760" y="1702429"/>
                </a:lnTo>
                <a:lnTo>
                  <a:pt x="377524" y="1717629"/>
                </a:lnTo>
                <a:lnTo>
                  <a:pt x="377111" y="1732830"/>
                </a:lnTo>
                <a:lnTo>
                  <a:pt x="376541" y="1748030"/>
                </a:lnTo>
                <a:lnTo>
                  <a:pt x="375825" y="1763230"/>
                </a:lnTo>
                <a:lnTo>
                  <a:pt x="374962" y="1778430"/>
                </a:lnTo>
                <a:lnTo>
                  <a:pt x="373945" y="1793631"/>
                </a:lnTo>
                <a:lnTo>
                  <a:pt x="372771" y="1808831"/>
                </a:lnTo>
                <a:lnTo>
                  <a:pt x="371446" y="1824031"/>
                </a:lnTo>
                <a:lnTo>
                  <a:pt x="369992" y="1839231"/>
                </a:lnTo>
                <a:lnTo>
                  <a:pt x="368448" y="1854432"/>
                </a:lnTo>
                <a:lnTo>
                  <a:pt x="366870" y="1869632"/>
                </a:lnTo>
                <a:lnTo>
                  <a:pt x="365327" y="1884832"/>
                </a:lnTo>
                <a:lnTo>
                  <a:pt x="363891" y="1900032"/>
                </a:lnTo>
                <a:lnTo>
                  <a:pt x="362630" y="1915233"/>
                </a:lnTo>
                <a:lnTo>
                  <a:pt x="361597" y="1930433"/>
                </a:lnTo>
                <a:lnTo>
                  <a:pt x="360821" y="1945633"/>
                </a:lnTo>
                <a:lnTo>
                  <a:pt x="360304" y="1960834"/>
                </a:lnTo>
                <a:lnTo>
                  <a:pt x="360022" y="1976034"/>
                </a:lnTo>
                <a:lnTo>
                  <a:pt x="359921" y="1991234"/>
                </a:lnTo>
                <a:lnTo>
                  <a:pt x="359930" y="2006434"/>
                </a:lnTo>
                <a:lnTo>
                  <a:pt x="359968" y="2021635"/>
                </a:lnTo>
                <a:lnTo>
                  <a:pt x="359957" y="2036835"/>
                </a:lnTo>
                <a:lnTo>
                  <a:pt x="359836" y="2052035"/>
                </a:lnTo>
                <a:lnTo>
                  <a:pt x="359568" y="2067235"/>
                </a:lnTo>
                <a:lnTo>
                  <a:pt x="359158" y="2082436"/>
                </a:lnTo>
                <a:lnTo>
                  <a:pt x="358652" y="2097636"/>
                </a:lnTo>
                <a:lnTo>
                  <a:pt x="358153" y="2112836"/>
                </a:lnTo>
                <a:lnTo>
                  <a:pt x="357815" y="2128036"/>
                </a:lnTo>
                <a:lnTo>
                  <a:pt x="357851" y="2143237"/>
                </a:lnTo>
                <a:lnTo>
                  <a:pt x="358527" y="2158437"/>
                </a:lnTo>
                <a:lnTo>
                  <a:pt x="360162" y="2173637"/>
                </a:lnTo>
                <a:lnTo>
                  <a:pt x="363115" y="2188837"/>
                </a:lnTo>
                <a:lnTo>
                  <a:pt x="367778" y="2204038"/>
                </a:lnTo>
                <a:lnTo>
                  <a:pt x="374545" y="2219238"/>
                </a:lnTo>
                <a:lnTo>
                  <a:pt x="383789" y="2234438"/>
                </a:lnTo>
                <a:lnTo>
                  <a:pt x="395815" y="2249638"/>
                </a:lnTo>
                <a:lnTo>
                  <a:pt x="410814" y="2264839"/>
                </a:lnTo>
                <a:lnTo>
                  <a:pt x="428806" y="2280039"/>
                </a:lnTo>
                <a:lnTo>
                  <a:pt x="449592" y="2295239"/>
                </a:lnTo>
                <a:lnTo>
                  <a:pt x="472715" y="2310439"/>
                </a:lnTo>
                <a:lnTo>
                  <a:pt x="497441" y="2325640"/>
                </a:lnTo>
                <a:lnTo>
                  <a:pt x="522776" y="2340840"/>
                </a:lnTo>
                <a:lnTo>
                  <a:pt x="547508" y="2356040"/>
                </a:lnTo>
                <a:lnTo>
                  <a:pt x="570300" y="2371241"/>
                </a:lnTo>
                <a:lnTo>
                  <a:pt x="589793" y="2386441"/>
                </a:lnTo>
                <a:lnTo>
                  <a:pt x="604744" y="2401641"/>
                </a:lnTo>
                <a:lnTo>
                  <a:pt x="614150" y="2416841"/>
                </a:lnTo>
                <a:lnTo>
                  <a:pt x="617361" y="2432042"/>
                </a:lnTo>
                <a:lnTo>
                  <a:pt x="617361" y="2432042"/>
                </a:lnTo>
                <a:close/>
              </a:path>
            </a:pathLst>
          </a:custGeom>
          <a:solidFill>
            <a:srgbClr val="B08A60">
              <a:alpha val="16000"/>
            </a:srgbClr>
          </a:solidFill>
          <a:ln w="15119">
            <a:solidFill>
              <a:srgbClr val="B08A60">
                <a:alpha val="16000"/>
              </a:srgbClr>
            </a:solidFill>
            <a:prstDash val="solid"/>
          </a:ln>
        </p:spPr>
      </p:sp>
      <p:sp>
        <p:nvSpPr>
          <p:cNvPr id="19" name="e_full_violin_ellipse_4371">
            <a:extLst>
              <a:ext uri="{FF2B5EF4-FFF2-40B4-BE49-F238E27FC236}">
                <a16:creationId xmlns:a16="http://schemas.microsoft.com/office/drawing/2014/main" id="{071D981D-0FD0-415C-A3B5-4C074CE49D28}"/>
              </a:ext>
            </a:extLst>
          </p:cNvPr>
          <p:cNvSpPr>
            <a:spLocks noGrp="1"/>
          </p:cNvSpPr>
          <p:nvPr/>
        </p:nvSpPr>
        <p:spPr>
          <a:xfrm>
            <a:off x="1684838" y="2024752"/>
            <a:ext cx="46519" cy="46519"/>
          </a:xfrm>
          <a:prstGeom prst="ellipse">
            <a:avLst/>
          </a:prstGeom>
          <a:solidFill>
            <a:srgbClr val="566AB4">
              <a:alpha val="43000"/>
            </a:srgbClr>
          </a:solidFill>
          <a:ln w="0">
            <a:noFill/>
            <a:prstDash val="solid"/>
          </a:ln>
        </p:spPr>
      </p:sp>
      <p:sp>
        <p:nvSpPr>
          <p:cNvPr id="20" name="e_full_violin_ellipse_4372">
            <a:extLst>
              <a:ext uri="{FF2B5EF4-FFF2-40B4-BE49-F238E27FC236}">
                <a16:creationId xmlns:a16="http://schemas.microsoft.com/office/drawing/2014/main" id="{D8CD0AF8-0969-4ACE-881F-EA2C49D0E4D8}"/>
              </a:ext>
            </a:extLst>
          </p:cNvPr>
          <p:cNvSpPr>
            <a:spLocks noGrp="1"/>
          </p:cNvSpPr>
          <p:nvPr/>
        </p:nvSpPr>
        <p:spPr>
          <a:xfrm>
            <a:off x="1578555" y="2372186"/>
            <a:ext cx="46519" cy="46519"/>
          </a:xfrm>
          <a:prstGeom prst="ellipse">
            <a:avLst/>
          </a:prstGeom>
          <a:solidFill>
            <a:srgbClr val="566AB4">
              <a:alpha val="43000"/>
            </a:srgbClr>
          </a:solidFill>
          <a:ln w="0">
            <a:noFill/>
            <a:prstDash val="solid"/>
          </a:ln>
        </p:spPr>
      </p:sp>
      <p:sp>
        <p:nvSpPr>
          <p:cNvPr id="21" name="e_full_violin_ellipse_4373">
            <a:extLst>
              <a:ext uri="{FF2B5EF4-FFF2-40B4-BE49-F238E27FC236}">
                <a16:creationId xmlns:a16="http://schemas.microsoft.com/office/drawing/2014/main" id="{A240138C-EB3C-4A41-9EFA-54E415CA0A2D}"/>
              </a:ext>
            </a:extLst>
          </p:cNvPr>
          <p:cNvSpPr>
            <a:spLocks noGrp="1"/>
          </p:cNvSpPr>
          <p:nvPr/>
        </p:nvSpPr>
        <p:spPr>
          <a:xfrm>
            <a:off x="1326104" y="2024752"/>
            <a:ext cx="46519" cy="46519"/>
          </a:xfrm>
          <a:prstGeom prst="ellipse">
            <a:avLst/>
          </a:prstGeom>
          <a:solidFill>
            <a:srgbClr val="566AB4">
              <a:alpha val="43000"/>
            </a:srgbClr>
          </a:solidFill>
          <a:ln w="0">
            <a:noFill/>
            <a:prstDash val="solid"/>
          </a:ln>
        </p:spPr>
      </p:sp>
      <p:sp>
        <p:nvSpPr>
          <p:cNvPr id="22" name="e_full_violin_ellipse_4374">
            <a:extLst>
              <a:ext uri="{FF2B5EF4-FFF2-40B4-BE49-F238E27FC236}">
                <a16:creationId xmlns:a16="http://schemas.microsoft.com/office/drawing/2014/main" id="{20CC8F65-80E6-462D-8963-7B7CB59A605B}"/>
              </a:ext>
            </a:extLst>
          </p:cNvPr>
          <p:cNvSpPr>
            <a:spLocks noGrp="1"/>
          </p:cNvSpPr>
          <p:nvPr/>
        </p:nvSpPr>
        <p:spPr>
          <a:xfrm>
            <a:off x="1439481" y="4213589"/>
            <a:ext cx="46519" cy="46519"/>
          </a:xfrm>
          <a:prstGeom prst="ellipse">
            <a:avLst/>
          </a:prstGeom>
          <a:solidFill>
            <a:srgbClr val="566AB4">
              <a:alpha val="43000"/>
            </a:srgbClr>
          </a:solidFill>
          <a:ln w="0">
            <a:noFill/>
            <a:prstDash val="solid"/>
          </a:ln>
        </p:spPr>
      </p:sp>
      <p:sp>
        <p:nvSpPr>
          <p:cNvPr id="23" name="e_full_violin_ellipse_4375">
            <a:extLst>
              <a:ext uri="{FF2B5EF4-FFF2-40B4-BE49-F238E27FC236}">
                <a16:creationId xmlns:a16="http://schemas.microsoft.com/office/drawing/2014/main" id="{FC800B97-BE4B-4F22-9F07-C48F7DD71F74}"/>
              </a:ext>
            </a:extLst>
          </p:cNvPr>
          <p:cNvSpPr>
            <a:spLocks noGrp="1"/>
          </p:cNvSpPr>
          <p:nvPr/>
        </p:nvSpPr>
        <p:spPr>
          <a:xfrm>
            <a:off x="1414195" y="2545904"/>
            <a:ext cx="46519" cy="46519"/>
          </a:xfrm>
          <a:prstGeom prst="ellipse">
            <a:avLst/>
          </a:prstGeom>
          <a:solidFill>
            <a:srgbClr val="566AB4">
              <a:alpha val="43000"/>
            </a:srgbClr>
          </a:solidFill>
          <a:ln w="0">
            <a:noFill/>
            <a:prstDash val="solid"/>
          </a:ln>
        </p:spPr>
      </p:sp>
      <p:sp>
        <p:nvSpPr>
          <p:cNvPr id="24" name="e_full_violin_ellipse_4376">
            <a:extLst>
              <a:ext uri="{FF2B5EF4-FFF2-40B4-BE49-F238E27FC236}">
                <a16:creationId xmlns:a16="http://schemas.microsoft.com/office/drawing/2014/main" id="{0BFE2E60-3CA2-4D4E-9C20-FC4BA275DBB9}"/>
              </a:ext>
            </a:extLst>
          </p:cNvPr>
          <p:cNvSpPr>
            <a:spLocks noGrp="1"/>
          </p:cNvSpPr>
          <p:nvPr/>
        </p:nvSpPr>
        <p:spPr>
          <a:xfrm>
            <a:off x="1391481" y="3240773"/>
            <a:ext cx="46519" cy="46519"/>
          </a:xfrm>
          <a:prstGeom prst="ellipse">
            <a:avLst/>
          </a:prstGeom>
          <a:solidFill>
            <a:srgbClr val="566AB4">
              <a:alpha val="43000"/>
            </a:srgbClr>
          </a:solidFill>
          <a:ln w="0">
            <a:noFill/>
            <a:prstDash val="solid"/>
          </a:ln>
        </p:spPr>
      </p:sp>
      <p:sp>
        <p:nvSpPr>
          <p:cNvPr id="25" name="e_full_violin_ellipse_4377">
            <a:extLst>
              <a:ext uri="{FF2B5EF4-FFF2-40B4-BE49-F238E27FC236}">
                <a16:creationId xmlns:a16="http://schemas.microsoft.com/office/drawing/2014/main" id="{C01E1596-0AA8-49B3-9D4E-BE0D900F4EF1}"/>
              </a:ext>
            </a:extLst>
          </p:cNvPr>
          <p:cNvSpPr>
            <a:spLocks noGrp="1"/>
          </p:cNvSpPr>
          <p:nvPr/>
        </p:nvSpPr>
        <p:spPr>
          <a:xfrm>
            <a:off x="1540046" y="2024752"/>
            <a:ext cx="46519" cy="46519"/>
          </a:xfrm>
          <a:prstGeom prst="ellipse">
            <a:avLst/>
          </a:prstGeom>
          <a:solidFill>
            <a:srgbClr val="566AB4">
              <a:alpha val="43000"/>
            </a:srgbClr>
          </a:solidFill>
          <a:ln w="0">
            <a:noFill/>
            <a:prstDash val="solid"/>
          </a:ln>
        </p:spPr>
      </p:sp>
      <p:sp>
        <p:nvSpPr>
          <p:cNvPr id="26" name="e_full_violin_ellipse_4378">
            <a:extLst>
              <a:ext uri="{FF2B5EF4-FFF2-40B4-BE49-F238E27FC236}">
                <a16:creationId xmlns:a16="http://schemas.microsoft.com/office/drawing/2014/main" id="{4E0C67F2-EE18-43B1-806C-ED6E4A84BDB5}"/>
              </a:ext>
            </a:extLst>
          </p:cNvPr>
          <p:cNvSpPr>
            <a:spLocks noGrp="1"/>
          </p:cNvSpPr>
          <p:nvPr/>
        </p:nvSpPr>
        <p:spPr>
          <a:xfrm>
            <a:off x="1422042" y="2024752"/>
            <a:ext cx="46519" cy="46519"/>
          </a:xfrm>
          <a:prstGeom prst="ellipse">
            <a:avLst/>
          </a:prstGeom>
          <a:solidFill>
            <a:srgbClr val="566AB4">
              <a:alpha val="43000"/>
            </a:srgbClr>
          </a:solidFill>
          <a:ln w="0">
            <a:noFill/>
            <a:prstDash val="solid"/>
          </a:ln>
        </p:spPr>
      </p:sp>
      <p:sp>
        <p:nvSpPr>
          <p:cNvPr id="27" name="e_full_violin_ellipse_4379">
            <a:extLst>
              <a:ext uri="{FF2B5EF4-FFF2-40B4-BE49-F238E27FC236}">
                <a16:creationId xmlns:a16="http://schemas.microsoft.com/office/drawing/2014/main" id="{8BEAE081-8583-44BD-9EA0-24A4000B0918}"/>
              </a:ext>
            </a:extLst>
          </p:cNvPr>
          <p:cNvSpPr>
            <a:spLocks noGrp="1"/>
          </p:cNvSpPr>
          <p:nvPr/>
        </p:nvSpPr>
        <p:spPr>
          <a:xfrm>
            <a:off x="1646128" y="2024752"/>
            <a:ext cx="46519" cy="46519"/>
          </a:xfrm>
          <a:prstGeom prst="ellipse">
            <a:avLst/>
          </a:prstGeom>
          <a:solidFill>
            <a:srgbClr val="566AB4">
              <a:alpha val="43000"/>
            </a:srgbClr>
          </a:solidFill>
          <a:ln w="0">
            <a:noFill/>
            <a:prstDash val="solid"/>
          </a:ln>
        </p:spPr>
      </p:sp>
      <p:sp>
        <p:nvSpPr>
          <p:cNvPr id="28" name="e_full_violin_ellipse_4380">
            <a:extLst>
              <a:ext uri="{FF2B5EF4-FFF2-40B4-BE49-F238E27FC236}">
                <a16:creationId xmlns:a16="http://schemas.microsoft.com/office/drawing/2014/main" id="{EC17D09C-218A-4469-ABC5-BE41DEFDADA4}"/>
              </a:ext>
            </a:extLst>
          </p:cNvPr>
          <p:cNvSpPr>
            <a:spLocks noGrp="1"/>
          </p:cNvSpPr>
          <p:nvPr/>
        </p:nvSpPr>
        <p:spPr>
          <a:xfrm>
            <a:off x="1488426" y="2024752"/>
            <a:ext cx="46519" cy="46519"/>
          </a:xfrm>
          <a:prstGeom prst="ellipse">
            <a:avLst/>
          </a:prstGeom>
          <a:solidFill>
            <a:srgbClr val="566AB4">
              <a:alpha val="43000"/>
            </a:srgbClr>
          </a:solidFill>
          <a:ln w="0">
            <a:noFill/>
            <a:prstDash val="solid"/>
          </a:ln>
        </p:spPr>
      </p:sp>
      <p:sp>
        <p:nvSpPr>
          <p:cNvPr id="29" name="e_full_violin_ellipse_4381">
            <a:extLst>
              <a:ext uri="{FF2B5EF4-FFF2-40B4-BE49-F238E27FC236}">
                <a16:creationId xmlns:a16="http://schemas.microsoft.com/office/drawing/2014/main" id="{D9ED0153-F825-49E2-AD90-1BF79D8E29D4}"/>
              </a:ext>
            </a:extLst>
          </p:cNvPr>
          <p:cNvSpPr>
            <a:spLocks noGrp="1"/>
          </p:cNvSpPr>
          <p:nvPr/>
        </p:nvSpPr>
        <p:spPr>
          <a:xfrm>
            <a:off x="1421330" y="3046914"/>
            <a:ext cx="46519" cy="46519"/>
          </a:xfrm>
          <a:prstGeom prst="ellipse">
            <a:avLst/>
          </a:prstGeom>
          <a:solidFill>
            <a:srgbClr val="566AB4">
              <a:alpha val="43000"/>
            </a:srgbClr>
          </a:solidFill>
          <a:ln w="0">
            <a:noFill/>
            <a:prstDash val="solid"/>
          </a:ln>
        </p:spPr>
      </p:sp>
      <p:sp>
        <p:nvSpPr>
          <p:cNvPr id="30" name="e_full_violin_ellipse_4382">
            <a:extLst>
              <a:ext uri="{FF2B5EF4-FFF2-40B4-BE49-F238E27FC236}">
                <a16:creationId xmlns:a16="http://schemas.microsoft.com/office/drawing/2014/main" id="{1401652C-4851-4EA4-8FD5-8159550FA3A9}"/>
              </a:ext>
            </a:extLst>
          </p:cNvPr>
          <p:cNvSpPr>
            <a:spLocks noGrp="1"/>
          </p:cNvSpPr>
          <p:nvPr/>
        </p:nvSpPr>
        <p:spPr>
          <a:xfrm>
            <a:off x="1658221" y="3240773"/>
            <a:ext cx="46519" cy="46519"/>
          </a:xfrm>
          <a:prstGeom prst="ellipse">
            <a:avLst/>
          </a:prstGeom>
          <a:solidFill>
            <a:srgbClr val="566AB4">
              <a:alpha val="43000"/>
            </a:srgbClr>
          </a:solidFill>
          <a:ln w="0">
            <a:noFill/>
            <a:prstDash val="solid"/>
          </a:ln>
        </p:spPr>
      </p:sp>
      <p:sp>
        <p:nvSpPr>
          <p:cNvPr id="31" name="e_full_violin_ellipse_4383">
            <a:extLst>
              <a:ext uri="{FF2B5EF4-FFF2-40B4-BE49-F238E27FC236}">
                <a16:creationId xmlns:a16="http://schemas.microsoft.com/office/drawing/2014/main" id="{00E37E12-7D6B-4574-BB53-40E407365C7B}"/>
              </a:ext>
            </a:extLst>
          </p:cNvPr>
          <p:cNvSpPr>
            <a:spLocks noGrp="1"/>
          </p:cNvSpPr>
          <p:nvPr/>
        </p:nvSpPr>
        <p:spPr>
          <a:xfrm>
            <a:off x="1627073" y="3443443"/>
            <a:ext cx="46519" cy="46519"/>
          </a:xfrm>
          <a:prstGeom prst="ellipse">
            <a:avLst/>
          </a:prstGeom>
          <a:solidFill>
            <a:srgbClr val="566AB4">
              <a:alpha val="43000"/>
            </a:srgbClr>
          </a:solidFill>
          <a:ln w="0">
            <a:noFill/>
            <a:prstDash val="solid"/>
          </a:ln>
        </p:spPr>
      </p:sp>
      <p:sp>
        <p:nvSpPr>
          <p:cNvPr id="32" name="e_full_violin_ellipse_4384">
            <a:extLst>
              <a:ext uri="{FF2B5EF4-FFF2-40B4-BE49-F238E27FC236}">
                <a16:creationId xmlns:a16="http://schemas.microsoft.com/office/drawing/2014/main" id="{E564E07B-8EAC-4671-9146-EBFE70224024}"/>
              </a:ext>
            </a:extLst>
          </p:cNvPr>
          <p:cNvSpPr>
            <a:spLocks noGrp="1"/>
          </p:cNvSpPr>
          <p:nvPr/>
        </p:nvSpPr>
        <p:spPr>
          <a:xfrm>
            <a:off x="1679664" y="2024752"/>
            <a:ext cx="46519" cy="46519"/>
          </a:xfrm>
          <a:prstGeom prst="ellipse">
            <a:avLst/>
          </a:prstGeom>
          <a:solidFill>
            <a:srgbClr val="566AB4">
              <a:alpha val="43000"/>
            </a:srgbClr>
          </a:solidFill>
          <a:ln w="0">
            <a:noFill/>
            <a:prstDash val="solid"/>
          </a:ln>
        </p:spPr>
      </p:sp>
      <p:sp>
        <p:nvSpPr>
          <p:cNvPr id="33" name="e_full_violin_ellipse_4385">
            <a:extLst>
              <a:ext uri="{FF2B5EF4-FFF2-40B4-BE49-F238E27FC236}">
                <a16:creationId xmlns:a16="http://schemas.microsoft.com/office/drawing/2014/main" id="{D5030AD3-43E7-4333-A9DC-E45F1FFF4184}"/>
              </a:ext>
            </a:extLst>
          </p:cNvPr>
          <p:cNvSpPr>
            <a:spLocks noGrp="1"/>
          </p:cNvSpPr>
          <p:nvPr/>
        </p:nvSpPr>
        <p:spPr>
          <a:xfrm>
            <a:off x="1461535" y="2024752"/>
            <a:ext cx="46519" cy="46519"/>
          </a:xfrm>
          <a:prstGeom prst="ellipse">
            <a:avLst/>
          </a:prstGeom>
          <a:solidFill>
            <a:srgbClr val="566AB4">
              <a:alpha val="43000"/>
            </a:srgbClr>
          </a:solidFill>
          <a:ln w="0">
            <a:noFill/>
            <a:prstDash val="solid"/>
          </a:ln>
        </p:spPr>
      </p:sp>
      <p:sp>
        <p:nvSpPr>
          <p:cNvPr id="34" name="e_full_violin_ellipse_4386">
            <a:extLst>
              <a:ext uri="{FF2B5EF4-FFF2-40B4-BE49-F238E27FC236}">
                <a16:creationId xmlns:a16="http://schemas.microsoft.com/office/drawing/2014/main" id="{9425279A-DAD9-4029-A0F0-85D6642AE2E3}"/>
              </a:ext>
            </a:extLst>
          </p:cNvPr>
          <p:cNvSpPr>
            <a:spLocks noGrp="1"/>
          </p:cNvSpPr>
          <p:nvPr/>
        </p:nvSpPr>
        <p:spPr>
          <a:xfrm>
            <a:off x="1583981" y="2024752"/>
            <a:ext cx="46519" cy="46519"/>
          </a:xfrm>
          <a:prstGeom prst="ellipse">
            <a:avLst/>
          </a:prstGeom>
          <a:solidFill>
            <a:srgbClr val="566AB4">
              <a:alpha val="43000"/>
            </a:srgbClr>
          </a:solidFill>
          <a:ln w="0">
            <a:noFill/>
            <a:prstDash val="solid"/>
          </a:ln>
        </p:spPr>
      </p:sp>
      <p:sp>
        <p:nvSpPr>
          <p:cNvPr id="35" name="e_full_violin_ellipse_4387">
            <a:extLst>
              <a:ext uri="{FF2B5EF4-FFF2-40B4-BE49-F238E27FC236}">
                <a16:creationId xmlns:a16="http://schemas.microsoft.com/office/drawing/2014/main" id="{1D8CCDC1-BEB4-4B98-BBAF-80B69FF6633C}"/>
              </a:ext>
            </a:extLst>
          </p:cNvPr>
          <p:cNvSpPr>
            <a:spLocks noGrp="1"/>
          </p:cNvSpPr>
          <p:nvPr/>
        </p:nvSpPr>
        <p:spPr>
          <a:xfrm>
            <a:off x="1422969" y="2024752"/>
            <a:ext cx="46519" cy="46519"/>
          </a:xfrm>
          <a:prstGeom prst="ellipse">
            <a:avLst/>
          </a:prstGeom>
          <a:solidFill>
            <a:srgbClr val="566AB4">
              <a:alpha val="43000"/>
            </a:srgbClr>
          </a:solidFill>
          <a:ln w="0">
            <a:noFill/>
            <a:prstDash val="solid"/>
          </a:ln>
        </p:spPr>
      </p:sp>
      <p:sp>
        <p:nvSpPr>
          <p:cNvPr id="36" name="e_full_violin_ellipse_4388">
            <a:extLst>
              <a:ext uri="{FF2B5EF4-FFF2-40B4-BE49-F238E27FC236}">
                <a16:creationId xmlns:a16="http://schemas.microsoft.com/office/drawing/2014/main" id="{58983DE9-C72C-4B3A-92F4-0E13FF729F9D}"/>
              </a:ext>
            </a:extLst>
          </p:cNvPr>
          <p:cNvSpPr>
            <a:spLocks noGrp="1"/>
          </p:cNvSpPr>
          <p:nvPr/>
        </p:nvSpPr>
        <p:spPr>
          <a:xfrm>
            <a:off x="1704714" y="3240773"/>
            <a:ext cx="46519" cy="46519"/>
          </a:xfrm>
          <a:prstGeom prst="ellipse">
            <a:avLst/>
          </a:prstGeom>
          <a:solidFill>
            <a:srgbClr val="566AB4">
              <a:alpha val="43000"/>
            </a:srgbClr>
          </a:solidFill>
          <a:ln w="0">
            <a:noFill/>
            <a:prstDash val="solid"/>
          </a:ln>
        </p:spPr>
      </p:sp>
      <p:sp>
        <p:nvSpPr>
          <p:cNvPr id="37" name="e_full_violin_ellipse_4389">
            <a:extLst>
              <a:ext uri="{FF2B5EF4-FFF2-40B4-BE49-F238E27FC236}">
                <a16:creationId xmlns:a16="http://schemas.microsoft.com/office/drawing/2014/main" id="{EA591A26-2953-49D5-88C7-8217B214B406}"/>
              </a:ext>
            </a:extLst>
          </p:cNvPr>
          <p:cNvSpPr>
            <a:spLocks noGrp="1"/>
          </p:cNvSpPr>
          <p:nvPr/>
        </p:nvSpPr>
        <p:spPr>
          <a:xfrm>
            <a:off x="1599697" y="2784765"/>
            <a:ext cx="46519" cy="46519"/>
          </a:xfrm>
          <a:prstGeom prst="ellipse">
            <a:avLst/>
          </a:prstGeom>
          <a:solidFill>
            <a:srgbClr val="566AB4">
              <a:alpha val="43000"/>
            </a:srgbClr>
          </a:solidFill>
          <a:ln w="0">
            <a:noFill/>
            <a:prstDash val="solid"/>
          </a:ln>
        </p:spPr>
      </p:sp>
      <p:sp>
        <p:nvSpPr>
          <p:cNvPr id="38" name="e_full_violin_ellipse_4390">
            <a:extLst>
              <a:ext uri="{FF2B5EF4-FFF2-40B4-BE49-F238E27FC236}">
                <a16:creationId xmlns:a16="http://schemas.microsoft.com/office/drawing/2014/main" id="{5F4450B6-3612-4AE5-B14C-D8116D4A8830}"/>
              </a:ext>
            </a:extLst>
          </p:cNvPr>
          <p:cNvSpPr>
            <a:spLocks noGrp="1"/>
          </p:cNvSpPr>
          <p:nvPr/>
        </p:nvSpPr>
        <p:spPr>
          <a:xfrm>
            <a:off x="1704510" y="2024752"/>
            <a:ext cx="46519" cy="46519"/>
          </a:xfrm>
          <a:prstGeom prst="ellipse">
            <a:avLst/>
          </a:prstGeom>
          <a:solidFill>
            <a:srgbClr val="566AB4">
              <a:alpha val="43000"/>
            </a:srgbClr>
          </a:solidFill>
          <a:ln w="0">
            <a:noFill/>
            <a:prstDash val="solid"/>
          </a:ln>
        </p:spPr>
      </p:sp>
      <p:sp>
        <p:nvSpPr>
          <p:cNvPr id="39" name="e_full_violin_ellipse_4391">
            <a:extLst>
              <a:ext uri="{FF2B5EF4-FFF2-40B4-BE49-F238E27FC236}">
                <a16:creationId xmlns:a16="http://schemas.microsoft.com/office/drawing/2014/main" id="{4C7E466A-046B-47C5-BB89-50F801089CA3}"/>
              </a:ext>
            </a:extLst>
          </p:cNvPr>
          <p:cNvSpPr>
            <a:spLocks noGrp="1"/>
          </p:cNvSpPr>
          <p:nvPr/>
        </p:nvSpPr>
        <p:spPr>
          <a:xfrm>
            <a:off x="1360623" y="2024752"/>
            <a:ext cx="46519" cy="46519"/>
          </a:xfrm>
          <a:prstGeom prst="ellipse">
            <a:avLst/>
          </a:prstGeom>
          <a:solidFill>
            <a:srgbClr val="566AB4">
              <a:alpha val="43000"/>
            </a:srgbClr>
          </a:solidFill>
          <a:ln w="0">
            <a:noFill/>
            <a:prstDash val="solid"/>
          </a:ln>
        </p:spPr>
      </p:sp>
      <p:sp>
        <p:nvSpPr>
          <p:cNvPr id="40" name="e_full_violin_ellipse_4392">
            <a:extLst>
              <a:ext uri="{FF2B5EF4-FFF2-40B4-BE49-F238E27FC236}">
                <a16:creationId xmlns:a16="http://schemas.microsoft.com/office/drawing/2014/main" id="{A1933F98-3E0B-4512-8924-860B9DFED867}"/>
              </a:ext>
            </a:extLst>
          </p:cNvPr>
          <p:cNvSpPr>
            <a:spLocks noGrp="1"/>
          </p:cNvSpPr>
          <p:nvPr/>
        </p:nvSpPr>
        <p:spPr>
          <a:xfrm>
            <a:off x="1397893" y="3848783"/>
            <a:ext cx="46519" cy="46519"/>
          </a:xfrm>
          <a:prstGeom prst="ellipse">
            <a:avLst/>
          </a:prstGeom>
          <a:solidFill>
            <a:srgbClr val="566AB4">
              <a:alpha val="43000"/>
            </a:srgbClr>
          </a:solidFill>
          <a:ln w="0">
            <a:noFill/>
            <a:prstDash val="solid"/>
          </a:ln>
        </p:spPr>
      </p:sp>
      <p:sp>
        <p:nvSpPr>
          <p:cNvPr id="41" name="e_full_violin_ellipse_4393">
            <a:extLst>
              <a:ext uri="{FF2B5EF4-FFF2-40B4-BE49-F238E27FC236}">
                <a16:creationId xmlns:a16="http://schemas.microsoft.com/office/drawing/2014/main" id="{BCA31CA0-F5EF-42BB-898E-1F185A41E7BC}"/>
              </a:ext>
            </a:extLst>
          </p:cNvPr>
          <p:cNvSpPr>
            <a:spLocks noGrp="1"/>
          </p:cNvSpPr>
          <p:nvPr/>
        </p:nvSpPr>
        <p:spPr>
          <a:xfrm>
            <a:off x="1582103" y="2024752"/>
            <a:ext cx="46519" cy="46519"/>
          </a:xfrm>
          <a:prstGeom prst="ellipse">
            <a:avLst/>
          </a:prstGeom>
          <a:solidFill>
            <a:srgbClr val="566AB4">
              <a:alpha val="43000"/>
            </a:srgbClr>
          </a:solidFill>
          <a:ln w="0">
            <a:noFill/>
            <a:prstDash val="solid"/>
          </a:ln>
        </p:spPr>
      </p:sp>
      <p:sp>
        <p:nvSpPr>
          <p:cNvPr id="42" name="e_full_violin_ellipse_4394">
            <a:extLst>
              <a:ext uri="{FF2B5EF4-FFF2-40B4-BE49-F238E27FC236}">
                <a16:creationId xmlns:a16="http://schemas.microsoft.com/office/drawing/2014/main" id="{5904DE05-546E-4BC1-86B2-89001B384C5B}"/>
              </a:ext>
            </a:extLst>
          </p:cNvPr>
          <p:cNvSpPr>
            <a:spLocks noGrp="1"/>
          </p:cNvSpPr>
          <p:nvPr/>
        </p:nvSpPr>
        <p:spPr>
          <a:xfrm>
            <a:off x="1450952" y="2024752"/>
            <a:ext cx="46519" cy="46519"/>
          </a:xfrm>
          <a:prstGeom prst="ellipse">
            <a:avLst/>
          </a:prstGeom>
          <a:solidFill>
            <a:srgbClr val="566AB4">
              <a:alpha val="43000"/>
            </a:srgbClr>
          </a:solidFill>
          <a:ln w="0">
            <a:noFill/>
            <a:prstDash val="solid"/>
          </a:ln>
        </p:spPr>
      </p:sp>
      <p:sp>
        <p:nvSpPr>
          <p:cNvPr id="43" name="e_full_violin_ellipse_4395">
            <a:extLst>
              <a:ext uri="{FF2B5EF4-FFF2-40B4-BE49-F238E27FC236}">
                <a16:creationId xmlns:a16="http://schemas.microsoft.com/office/drawing/2014/main" id="{99488D6C-EA90-47AF-B6C8-17F232D0498A}"/>
              </a:ext>
            </a:extLst>
          </p:cNvPr>
          <p:cNvSpPr>
            <a:spLocks noGrp="1"/>
          </p:cNvSpPr>
          <p:nvPr/>
        </p:nvSpPr>
        <p:spPr>
          <a:xfrm>
            <a:off x="1616619" y="3240773"/>
            <a:ext cx="46519" cy="46519"/>
          </a:xfrm>
          <a:prstGeom prst="ellipse">
            <a:avLst/>
          </a:prstGeom>
          <a:solidFill>
            <a:srgbClr val="566AB4">
              <a:alpha val="43000"/>
            </a:srgbClr>
          </a:solidFill>
          <a:ln w="0">
            <a:noFill/>
            <a:prstDash val="solid"/>
          </a:ln>
        </p:spPr>
      </p:sp>
      <p:sp>
        <p:nvSpPr>
          <p:cNvPr id="44" name="e_full_violin_ellipse_4396">
            <a:extLst>
              <a:ext uri="{FF2B5EF4-FFF2-40B4-BE49-F238E27FC236}">
                <a16:creationId xmlns:a16="http://schemas.microsoft.com/office/drawing/2014/main" id="{546398FA-EB4B-4F8B-A642-12AB6A0D0FA4}"/>
              </a:ext>
            </a:extLst>
          </p:cNvPr>
          <p:cNvSpPr>
            <a:spLocks noGrp="1"/>
          </p:cNvSpPr>
          <p:nvPr/>
        </p:nvSpPr>
        <p:spPr>
          <a:xfrm>
            <a:off x="1326817" y="4456793"/>
            <a:ext cx="46519" cy="46519"/>
          </a:xfrm>
          <a:prstGeom prst="ellipse">
            <a:avLst/>
          </a:prstGeom>
          <a:solidFill>
            <a:srgbClr val="566AB4">
              <a:alpha val="43000"/>
            </a:srgbClr>
          </a:solidFill>
          <a:ln w="0">
            <a:noFill/>
            <a:prstDash val="solid"/>
          </a:ln>
        </p:spPr>
      </p:sp>
      <p:sp>
        <p:nvSpPr>
          <p:cNvPr id="45" name="e_full_violin_ellipse_4397">
            <a:extLst>
              <a:ext uri="{FF2B5EF4-FFF2-40B4-BE49-F238E27FC236}">
                <a16:creationId xmlns:a16="http://schemas.microsoft.com/office/drawing/2014/main" id="{8F68E748-6A49-4010-90A7-A90268431509}"/>
              </a:ext>
            </a:extLst>
          </p:cNvPr>
          <p:cNvSpPr>
            <a:spLocks noGrp="1"/>
          </p:cNvSpPr>
          <p:nvPr/>
        </p:nvSpPr>
        <p:spPr>
          <a:xfrm>
            <a:off x="1365429" y="3544778"/>
            <a:ext cx="46519" cy="46519"/>
          </a:xfrm>
          <a:prstGeom prst="ellipse">
            <a:avLst/>
          </a:prstGeom>
          <a:solidFill>
            <a:srgbClr val="566AB4">
              <a:alpha val="43000"/>
            </a:srgbClr>
          </a:solidFill>
          <a:ln w="0">
            <a:noFill/>
            <a:prstDash val="solid"/>
          </a:ln>
        </p:spPr>
      </p:sp>
      <p:sp>
        <p:nvSpPr>
          <p:cNvPr id="46" name="e_full_violin_ellipse_4398">
            <a:extLst>
              <a:ext uri="{FF2B5EF4-FFF2-40B4-BE49-F238E27FC236}">
                <a16:creationId xmlns:a16="http://schemas.microsoft.com/office/drawing/2014/main" id="{36E9BBCA-97EB-4C34-B2BC-EE5F1DB2C122}"/>
              </a:ext>
            </a:extLst>
          </p:cNvPr>
          <p:cNvSpPr>
            <a:spLocks noGrp="1"/>
          </p:cNvSpPr>
          <p:nvPr/>
        </p:nvSpPr>
        <p:spPr>
          <a:xfrm>
            <a:off x="1448892" y="2997568"/>
            <a:ext cx="46519" cy="46519"/>
          </a:xfrm>
          <a:prstGeom prst="ellipse">
            <a:avLst/>
          </a:prstGeom>
          <a:solidFill>
            <a:srgbClr val="566AB4">
              <a:alpha val="43000"/>
            </a:srgbClr>
          </a:solidFill>
          <a:ln w="0">
            <a:noFill/>
            <a:prstDash val="solid"/>
          </a:ln>
        </p:spPr>
      </p:sp>
      <p:sp>
        <p:nvSpPr>
          <p:cNvPr id="47" name="e_full_violin_ellipse_4399">
            <a:extLst>
              <a:ext uri="{FF2B5EF4-FFF2-40B4-BE49-F238E27FC236}">
                <a16:creationId xmlns:a16="http://schemas.microsoft.com/office/drawing/2014/main" id="{9ABCA6C1-C4E4-4BB6-8546-2C60C79734FB}"/>
              </a:ext>
            </a:extLst>
          </p:cNvPr>
          <p:cNvSpPr>
            <a:spLocks noGrp="1"/>
          </p:cNvSpPr>
          <p:nvPr/>
        </p:nvSpPr>
        <p:spPr>
          <a:xfrm>
            <a:off x="1362118" y="2024752"/>
            <a:ext cx="46519" cy="46519"/>
          </a:xfrm>
          <a:prstGeom prst="ellipse">
            <a:avLst/>
          </a:prstGeom>
          <a:solidFill>
            <a:srgbClr val="566AB4">
              <a:alpha val="43000"/>
            </a:srgbClr>
          </a:solidFill>
          <a:ln w="0">
            <a:noFill/>
            <a:prstDash val="solid"/>
          </a:ln>
        </p:spPr>
      </p:sp>
      <p:sp>
        <p:nvSpPr>
          <p:cNvPr id="48" name="e_full_violin_ellipse_4400">
            <a:extLst>
              <a:ext uri="{FF2B5EF4-FFF2-40B4-BE49-F238E27FC236}">
                <a16:creationId xmlns:a16="http://schemas.microsoft.com/office/drawing/2014/main" id="{4CD58A33-26C1-470F-97F6-AA780CB8B3DD}"/>
              </a:ext>
            </a:extLst>
          </p:cNvPr>
          <p:cNvSpPr>
            <a:spLocks noGrp="1"/>
          </p:cNvSpPr>
          <p:nvPr/>
        </p:nvSpPr>
        <p:spPr>
          <a:xfrm>
            <a:off x="1685627" y="2024752"/>
            <a:ext cx="46519" cy="46519"/>
          </a:xfrm>
          <a:prstGeom prst="ellipse">
            <a:avLst/>
          </a:prstGeom>
          <a:solidFill>
            <a:srgbClr val="566AB4">
              <a:alpha val="43000"/>
            </a:srgbClr>
          </a:solidFill>
          <a:ln w="0">
            <a:noFill/>
            <a:prstDash val="solid"/>
          </a:ln>
        </p:spPr>
      </p:sp>
      <p:sp>
        <p:nvSpPr>
          <p:cNvPr id="49" name="e_full_violin_ellipse_4401">
            <a:extLst>
              <a:ext uri="{FF2B5EF4-FFF2-40B4-BE49-F238E27FC236}">
                <a16:creationId xmlns:a16="http://schemas.microsoft.com/office/drawing/2014/main" id="{7A1EF8E4-E1E6-48FB-A350-5C9B72A82F77}"/>
              </a:ext>
            </a:extLst>
          </p:cNvPr>
          <p:cNvSpPr>
            <a:spLocks noGrp="1"/>
          </p:cNvSpPr>
          <p:nvPr/>
        </p:nvSpPr>
        <p:spPr>
          <a:xfrm>
            <a:off x="1671674" y="4456793"/>
            <a:ext cx="46519" cy="46519"/>
          </a:xfrm>
          <a:prstGeom prst="ellipse">
            <a:avLst/>
          </a:prstGeom>
          <a:solidFill>
            <a:srgbClr val="566AB4">
              <a:alpha val="43000"/>
            </a:srgbClr>
          </a:solidFill>
          <a:ln w="0">
            <a:noFill/>
            <a:prstDash val="solid"/>
          </a:ln>
        </p:spPr>
      </p:sp>
      <p:sp>
        <p:nvSpPr>
          <p:cNvPr id="50" name="e_full_violin_ellipse_4402">
            <a:extLst>
              <a:ext uri="{FF2B5EF4-FFF2-40B4-BE49-F238E27FC236}">
                <a16:creationId xmlns:a16="http://schemas.microsoft.com/office/drawing/2014/main" id="{31D4BE0F-E3C3-48CF-A913-D78F4B66AEB5}"/>
              </a:ext>
            </a:extLst>
          </p:cNvPr>
          <p:cNvSpPr>
            <a:spLocks noGrp="1"/>
          </p:cNvSpPr>
          <p:nvPr/>
        </p:nvSpPr>
        <p:spPr>
          <a:xfrm>
            <a:off x="1582693" y="3067055"/>
            <a:ext cx="46519" cy="46519"/>
          </a:xfrm>
          <a:prstGeom prst="ellipse">
            <a:avLst/>
          </a:prstGeom>
          <a:solidFill>
            <a:srgbClr val="566AB4">
              <a:alpha val="43000"/>
            </a:srgbClr>
          </a:solidFill>
          <a:ln w="0">
            <a:noFill/>
            <a:prstDash val="solid"/>
          </a:ln>
        </p:spPr>
      </p:sp>
      <p:sp>
        <p:nvSpPr>
          <p:cNvPr id="51" name="e_full_violin_ellipse_4403">
            <a:extLst>
              <a:ext uri="{FF2B5EF4-FFF2-40B4-BE49-F238E27FC236}">
                <a16:creationId xmlns:a16="http://schemas.microsoft.com/office/drawing/2014/main" id="{37637B03-AD3F-4B9E-83E2-43E675C29510}"/>
              </a:ext>
            </a:extLst>
          </p:cNvPr>
          <p:cNvSpPr>
            <a:spLocks noGrp="1"/>
          </p:cNvSpPr>
          <p:nvPr/>
        </p:nvSpPr>
        <p:spPr>
          <a:xfrm>
            <a:off x="1606614" y="4456793"/>
            <a:ext cx="46519" cy="46519"/>
          </a:xfrm>
          <a:prstGeom prst="ellipse">
            <a:avLst/>
          </a:prstGeom>
          <a:solidFill>
            <a:srgbClr val="566AB4">
              <a:alpha val="43000"/>
            </a:srgbClr>
          </a:solidFill>
          <a:ln w="0">
            <a:noFill/>
            <a:prstDash val="solid"/>
          </a:ln>
        </p:spPr>
      </p:sp>
      <p:sp>
        <p:nvSpPr>
          <p:cNvPr id="52" name="e_full_violin_ellipse_4404">
            <a:extLst>
              <a:ext uri="{FF2B5EF4-FFF2-40B4-BE49-F238E27FC236}">
                <a16:creationId xmlns:a16="http://schemas.microsoft.com/office/drawing/2014/main" id="{59CD685E-32F0-48EA-9503-4809867E1D38}"/>
              </a:ext>
            </a:extLst>
          </p:cNvPr>
          <p:cNvSpPr>
            <a:spLocks noGrp="1"/>
          </p:cNvSpPr>
          <p:nvPr/>
        </p:nvSpPr>
        <p:spPr>
          <a:xfrm>
            <a:off x="1528001" y="4051453"/>
            <a:ext cx="46519" cy="46519"/>
          </a:xfrm>
          <a:prstGeom prst="ellipse">
            <a:avLst/>
          </a:prstGeom>
          <a:solidFill>
            <a:srgbClr val="566AB4">
              <a:alpha val="43000"/>
            </a:srgbClr>
          </a:solidFill>
          <a:ln w="0">
            <a:noFill/>
            <a:prstDash val="solid"/>
          </a:ln>
        </p:spPr>
      </p:sp>
      <p:sp>
        <p:nvSpPr>
          <p:cNvPr id="53" name="e_full_violin_ellipse_4405">
            <a:extLst>
              <a:ext uri="{FF2B5EF4-FFF2-40B4-BE49-F238E27FC236}">
                <a16:creationId xmlns:a16="http://schemas.microsoft.com/office/drawing/2014/main" id="{12EAF3CE-DFE6-4308-9693-28421FF1EF26}"/>
              </a:ext>
            </a:extLst>
          </p:cNvPr>
          <p:cNvSpPr>
            <a:spLocks noGrp="1"/>
          </p:cNvSpPr>
          <p:nvPr/>
        </p:nvSpPr>
        <p:spPr>
          <a:xfrm>
            <a:off x="1411864" y="2024752"/>
            <a:ext cx="46519" cy="46519"/>
          </a:xfrm>
          <a:prstGeom prst="ellipse">
            <a:avLst/>
          </a:prstGeom>
          <a:solidFill>
            <a:srgbClr val="566AB4">
              <a:alpha val="43000"/>
            </a:srgbClr>
          </a:solidFill>
          <a:ln w="0">
            <a:noFill/>
            <a:prstDash val="solid"/>
          </a:ln>
        </p:spPr>
      </p:sp>
      <p:sp>
        <p:nvSpPr>
          <p:cNvPr id="54" name="e_full_violin_ellipse_4406">
            <a:extLst>
              <a:ext uri="{FF2B5EF4-FFF2-40B4-BE49-F238E27FC236}">
                <a16:creationId xmlns:a16="http://schemas.microsoft.com/office/drawing/2014/main" id="{5852AF89-49F1-4E2E-A4DB-84A80B9E8D75}"/>
              </a:ext>
            </a:extLst>
          </p:cNvPr>
          <p:cNvSpPr>
            <a:spLocks noGrp="1"/>
          </p:cNvSpPr>
          <p:nvPr/>
        </p:nvSpPr>
        <p:spPr>
          <a:xfrm>
            <a:off x="1351335" y="4456793"/>
            <a:ext cx="46519" cy="46519"/>
          </a:xfrm>
          <a:prstGeom prst="ellipse">
            <a:avLst/>
          </a:prstGeom>
          <a:solidFill>
            <a:srgbClr val="566AB4">
              <a:alpha val="43000"/>
            </a:srgbClr>
          </a:solidFill>
          <a:ln w="0">
            <a:noFill/>
            <a:prstDash val="solid"/>
          </a:ln>
        </p:spPr>
      </p:sp>
      <p:sp>
        <p:nvSpPr>
          <p:cNvPr id="55" name="e_full_violin_ellipse_4407">
            <a:extLst>
              <a:ext uri="{FF2B5EF4-FFF2-40B4-BE49-F238E27FC236}">
                <a16:creationId xmlns:a16="http://schemas.microsoft.com/office/drawing/2014/main" id="{AC2AEE6F-A05A-4081-9BE2-8DA81B732BD5}"/>
              </a:ext>
            </a:extLst>
          </p:cNvPr>
          <p:cNvSpPr>
            <a:spLocks noGrp="1"/>
          </p:cNvSpPr>
          <p:nvPr/>
        </p:nvSpPr>
        <p:spPr>
          <a:xfrm>
            <a:off x="1699799" y="4456793"/>
            <a:ext cx="46519" cy="46519"/>
          </a:xfrm>
          <a:prstGeom prst="ellipse">
            <a:avLst/>
          </a:prstGeom>
          <a:solidFill>
            <a:srgbClr val="566AB4">
              <a:alpha val="43000"/>
            </a:srgbClr>
          </a:solidFill>
          <a:ln w="0">
            <a:noFill/>
            <a:prstDash val="solid"/>
          </a:ln>
        </p:spPr>
      </p:sp>
      <p:sp>
        <p:nvSpPr>
          <p:cNvPr id="56" name="e_full_violin_ellipse_4408">
            <a:extLst>
              <a:ext uri="{FF2B5EF4-FFF2-40B4-BE49-F238E27FC236}">
                <a16:creationId xmlns:a16="http://schemas.microsoft.com/office/drawing/2014/main" id="{B743F16E-194D-42BD-B759-C1B80DA37681}"/>
              </a:ext>
            </a:extLst>
          </p:cNvPr>
          <p:cNvSpPr>
            <a:spLocks noGrp="1"/>
          </p:cNvSpPr>
          <p:nvPr/>
        </p:nvSpPr>
        <p:spPr>
          <a:xfrm>
            <a:off x="1406443" y="3240773"/>
            <a:ext cx="46519" cy="46519"/>
          </a:xfrm>
          <a:prstGeom prst="ellipse">
            <a:avLst/>
          </a:prstGeom>
          <a:solidFill>
            <a:srgbClr val="566AB4">
              <a:alpha val="43000"/>
            </a:srgbClr>
          </a:solidFill>
          <a:ln w="0">
            <a:noFill/>
            <a:prstDash val="solid"/>
          </a:ln>
        </p:spPr>
      </p:sp>
      <p:sp>
        <p:nvSpPr>
          <p:cNvPr id="57" name="e_full_violin_ellipse_4409">
            <a:extLst>
              <a:ext uri="{FF2B5EF4-FFF2-40B4-BE49-F238E27FC236}">
                <a16:creationId xmlns:a16="http://schemas.microsoft.com/office/drawing/2014/main" id="{A4389CF6-A1D6-44D1-92B3-FA2E8027BD14}"/>
              </a:ext>
            </a:extLst>
          </p:cNvPr>
          <p:cNvSpPr>
            <a:spLocks noGrp="1"/>
          </p:cNvSpPr>
          <p:nvPr/>
        </p:nvSpPr>
        <p:spPr>
          <a:xfrm>
            <a:off x="1630957" y="2024752"/>
            <a:ext cx="46519" cy="46519"/>
          </a:xfrm>
          <a:prstGeom prst="ellipse">
            <a:avLst/>
          </a:prstGeom>
          <a:solidFill>
            <a:srgbClr val="566AB4">
              <a:alpha val="43000"/>
            </a:srgbClr>
          </a:solidFill>
          <a:ln w="0">
            <a:noFill/>
            <a:prstDash val="solid"/>
          </a:ln>
        </p:spPr>
      </p:sp>
      <p:sp>
        <p:nvSpPr>
          <p:cNvPr id="58" name="e_full_violin_ellipse_4410">
            <a:extLst>
              <a:ext uri="{FF2B5EF4-FFF2-40B4-BE49-F238E27FC236}">
                <a16:creationId xmlns:a16="http://schemas.microsoft.com/office/drawing/2014/main" id="{0983DD1B-080C-4395-A434-906EEC04C665}"/>
              </a:ext>
            </a:extLst>
          </p:cNvPr>
          <p:cNvSpPr>
            <a:spLocks noGrp="1"/>
          </p:cNvSpPr>
          <p:nvPr/>
        </p:nvSpPr>
        <p:spPr>
          <a:xfrm>
            <a:off x="1390177" y="2024752"/>
            <a:ext cx="46519" cy="46519"/>
          </a:xfrm>
          <a:prstGeom prst="ellipse">
            <a:avLst/>
          </a:prstGeom>
          <a:solidFill>
            <a:srgbClr val="566AB4">
              <a:alpha val="43000"/>
            </a:srgbClr>
          </a:solidFill>
          <a:ln w="0">
            <a:noFill/>
            <a:prstDash val="solid"/>
          </a:ln>
        </p:spPr>
      </p:sp>
      <p:sp>
        <p:nvSpPr>
          <p:cNvPr id="59" name="e_full_violin_ellipse_4411">
            <a:extLst>
              <a:ext uri="{FF2B5EF4-FFF2-40B4-BE49-F238E27FC236}">
                <a16:creationId xmlns:a16="http://schemas.microsoft.com/office/drawing/2014/main" id="{E0A2237C-0D3B-47F1-BF07-0A9105AB7615}"/>
              </a:ext>
            </a:extLst>
          </p:cNvPr>
          <p:cNvSpPr>
            <a:spLocks noGrp="1"/>
          </p:cNvSpPr>
          <p:nvPr/>
        </p:nvSpPr>
        <p:spPr>
          <a:xfrm>
            <a:off x="1673630" y="4456793"/>
            <a:ext cx="46519" cy="46519"/>
          </a:xfrm>
          <a:prstGeom prst="ellipse">
            <a:avLst/>
          </a:prstGeom>
          <a:solidFill>
            <a:srgbClr val="566AB4">
              <a:alpha val="43000"/>
            </a:srgbClr>
          </a:solidFill>
          <a:ln w="0">
            <a:noFill/>
            <a:prstDash val="solid"/>
          </a:ln>
        </p:spPr>
      </p:sp>
      <p:sp>
        <p:nvSpPr>
          <p:cNvPr id="60" name="e_full_violin_ellipse_4412">
            <a:extLst>
              <a:ext uri="{FF2B5EF4-FFF2-40B4-BE49-F238E27FC236}">
                <a16:creationId xmlns:a16="http://schemas.microsoft.com/office/drawing/2014/main" id="{1670E0AF-AFCE-4277-8CBF-3DF1D1D0BDD6}"/>
              </a:ext>
            </a:extLst>
          </p:cNvPr>
          <p:cNvSpPr>
            <a:spLocks noGrp="1"/>
          </p:cNvSpPr>
          <p:nvPr/>
        </p:nvSpPr>
        <p:spPr>
          <a:xfrm>
            <a:off x="1605573" y="2024752"/>
            <a:ext cx="46519" cy="46519"/>
          </a:xfrm>
          <a:prstGeom prst="ellipse">
            <a:avLst/>
          </a:prstGeom>
          <a:solidFill>
            <a:srgbClr val="566AB4">
              <a:alpha val="43000"/>
            </a:srgbClr>
          </a:solidFill>
          <a:ln w="0">
            <a:noFill/>
            <a:prstDash val="solid"/>
          </a:ln>
        </p:spPr>
      </p:sp>
      <p:sp>
        <p:nvSpPr>
          <p:cNvPr id="61" name="e_full_violin_ellipse_4413">
            <a:extLst>
              <a:ext uri="{FF2B5EF4-FFF2-40B4-BE49-F238E27FC236}">
                <a16:creationId xmlns:a16="http://schemas.microsoft.com/office/drawing/2014/main" id="{C50C4E48-C7E8-4BA9-A1D9-45681E93A1A3}"/>
              </a:ext>
            </a:extLst>
          </p:cNvPr>
          <p:cNvSpPr>
            <a:spLocks noGrp="1"/>
          </p:cNvSpPr>
          <p:nvPr/>
        </p:nvSpPr>
        <p:spPr>
          <a:xfrm>
            <a:off x="1624847" y="3240773"/>
            <a:ext cx="46519" cy="46519"/>
          </a:xfrm>
          <a:prstGeom prst="ellipse">
            <a:avLst/>
          </a:prstGeom>
          <a:solidFill>
            <a:srgbClr val="566AB4">
              <a:alpha val="43000"/>
            </a:srgbClr>
          </a:solidFill>
          <a:ln w="0">
            <a:noFill/>
            <a:prstDash val="solid"/>
          </a:ln>
        </p:spPr>
      </p:sp>
      <p:sp>
        <p:nvSpPr>
          <p:cNvPr id="62" name="e_full_violin_ellipse_4414">
            <a:extLst>
              <a:ext uri="{FF2B5EF4-FFF2-40B4-BE49-F238E27FC236}">
                <a16:creationId xmlns:a16="http://schemas.microsoft.com/office/drawing/2014/main" id="{2DF11AC4-E955-4760-BA82-F1927C670514}"/>
              </a:ext>
            </a:extLst>
          </p:cNvPr>
          <p:cNvSpPr>
            <a:spLocks noGrp="1"/>
          </p:cNvSpPr>
          <p:nvPr/>
        </p:nvSpPr>
        <p:spPr>
          <a:xfrm>
            <a:off x="1563493" y="2740058"/>
            <a:ext cx="46519" cy="46519"/>
          </a:xfrm>
          <a:prstGeom prst="ellipse">
            <a:avLst/>
          </a:prstGeom>
          <a:solidFill>
            <a:srgbClr val="566AB4">
              <a:alpha val="43000"/>
            </a:srgbClr>
          </a:solidFill>
          <a:ln w="0">
            <a:noFill/>
            <a:prstDash val="solid"/>
          </a:ln>
        </p:spPr>
      </p:sp>
      <p:sp>
        <p:nvSpPr>
          <p:cNvPr id="63" name="e_full_violin_ellipse_4415">
            <a:extLst>
              <a:ext uri="{FF2B5EF4-FFF2-40B4-BE49-F238E27FC236}">
                <a16:creationId xmlns:a16="http://schemas.microsoft.com/office/drawing/2014/main" id="{0BED0598-584E-47C3-A272-29F80D3C0E54}"/>
              </a:ext>
            </a:extLst>
          </p:cNvPr>
          <p:cNvSpPr>
            <a:spLocks noGrp="1"/>
          </p:cNvSpPr>
          <p:nvPr/>
        </p:nvSpPr>
        <p:spPr>
          <a:xfrm>
            <a:off x="1425229" y="2024752"/>
            <a:ext cx="46519" cy="46519"/>
          </a:xfrm>
          <a:prstGeom prst="ellipse">
            <a:avLst/>
          </a:prstGeom>
          <a:solidFill>
            <a:srgbClr val="566AB4">
              <a:alpha val="43000"/>
            </a:srgbClr>
          </a:solidFill>
          <a:ln w="0">
            <a:noFill/>
            <a:prstDash val="solid"/>
          </a:ln>
        </p:spPr>
      </p:sp>
      <p:sp>
        <p:nvSpPr>
          <p:cNvPr id="64" name="e_full_violin_ellipse_4416">
            <a:extLst>
              <a:ext uri="{FF2B5EF4-FFF2-40B4-BE49-F238E27FC236}">
                <a16:creationId xmlns:a16="http://schemas.microsoft.com/office/drawing/2014/main" id="{A63060E2-96F1-41B9-99B4-2FFA0B63B847}"/>
              </a:ext>
            </a:extLst>
          </p:cNvPr>
          <p:cNvSpPr>
            <a:spLocks noGrp="1"/>
          </p:cNvSpPr>
          <p:nvPr/>
        </p:nvSpPr>
        <p:spPr>
          <a:xfrm>
            <a:off x="1470166" y="2997568"/>
            <a:ext cx="46519" cy="46519"/>
          </a:xfrm>
          <a:prstGeom prst="ellipse">
            <a:avLst/>
          </a:prstGeom>
          <a:solidFill>
            <a:srgbClr val="566AB4">
              <a:alpha val="43000"/>
            </a:srgbClr>
          </a:solidFill>
          <a:ln w="0">
            <a:noFill/>
            <a:prstDash val="solid"/>
          </a:ln>
        </p:spPr>
      </p:sp>
      <p:sp>
        <p:nvSpPr>
          <p:cNvPr id="65" name="e_full_violin_ellipse_4417">
            <a:extLst>
              <a:ext uri="{FF2B5EF4-FFF2-40B4-BE49-F238E27FC236}">
                <a16:creationId xmlns:a16="http://schemas.microsoft.com/office/drawing/2014/main" id="{97423F26-5BD3-4D11-A354-09E7A04D53FB}"/>
              </a:ext>
            </a:extLst>
          </p:cNvPr>
          <p:cNvSpPr>
            <a:spLocks noGrp="1"/>
          </p:cNvSpPr>
          <p:nvPr/>
        </p:nvSpPr>
        <p:spPr>
          <a:xfrm>
            <a:off x="1555294" y="3646113"/>
            <a:ext cx="46519" cy="46519"/>
          </a:xfrm>
          <a:prstGeom prst="ellipse">
            <a:avLst/>
          </a:prstGeom>
          <a:solidFill>
            <a:srgbClr val="566AB4">
              <a:alpha val="43000"/>
            </a:srgbClr>
          </a:solidFill>
          <a:ln w="0">
            <a:noFill/>
            <a:prstDash val="solid"/>
          </a:ln>
        </p:spPr>
      </p:sp>
      <p:sp>
        <p:nvSpPr>
          <p:cNvPr id="66" name="e_full_violin_ellipse_4418">
            <a:extLst>
              <a:ext uri="{FF2B5EF4-FFF2-40B4-BE49-F238E27FC236}">
                <a16:creationId xmlns:a16="http://schemas.microsoft.com/office/drawing/2014/main" id="{10BA150E-7473-4112-9889-EE595759B05A}"/>
              </a:ext>
            </a:extLst>
          </p:cNvPr>
          <p:cNvSpPr>
            <a:spLocks noGrp="1"/>
          </p:cNvSpPr>
          <p:nvPr/>
        </p:nvSpPr>
        <p:spPr>
          <a:xfrm>
            <a:off x="1434350" y="3848783"/>
            <a:ext cx="46519" cy="46519"/>
          </a:xfrm>
          <a:prstGeom prst="ellipse">
            <a:avLst/>
          </a:prstGeom>
          <a:solidFill>
            <a:srgbClr val="566AB4">
              <a:alpha val="43000"/>
            </a:srgbClr>
          </a:solidFill>
          <a:ln w="0">
            <a:noFill/>
            <a:prstDash val="solid"/>
          </a:ln>
        </p:spPr>
      </p:sp>
      <p:sp>
        <p:nvSpPr>
          <p:cNvPr id="67" name="e_full_violin_ellipse_4419">
            <a:extLst>
              <a:ext uri="{FF2B5EF4-FFF2-40B4-BE49-F238E27FC236}">
                <a16:creationId xmlns:a16="http://schemas.microsoft.com/office/drawing/2014/main" id="{D6EC0A1B-5A91-4BF9-AC92-F90FFD209DC5}"/>
              </a:ext>
            </a:extLst>
          </p:cNvPr>
          <p:cNvSpPr>
            <a:spLocks noGrp="1"/>
          </p:cNvSpPr>
          <p:nvPr/>
        </p:nvSpPr>
        <p:spPr>
          <a:xfrm>
            <a:off x="1659020" y="3646113"/>
            <a:ext cx="46519" cy="46519"/>
          </a:xfrm>
          <a:prstGeom prst="ellipse">
            <a:avLst/>
          </a:prstGeom>
          <a:solidFill>
            <a:srgbClr val="566AB4">
              <a:alpha val="43000"/>
            </a:srgbClr>
          </a:solidFill>
          <a:ln w="0">
            <a:noFill/>
            <a:prstDash val="solid"/>
          </a:ln>
        </p:spPr>
      </p:sp>
      <p:sp>
        <p:nvSpPr>
          <p:cNvPr id="68" name="e_full_violin_ellipse_4420">
            <a:extLst>
              <a:ext uri="{FF2B5EF4-FFF2-40B4-BE49-F238E27FC236}">
                <a16:creationId xmlns:a16="http://schemas.microsoft.com/office/drawing/2014/main" id="{2C1A511D-474E-447D-A37E-27A79325DC70}"/>
              </a:ext>
            </a:extLst>
          </p:cNvPr>
          <p:cNvSpPr>
            <a:spLocks noGrp="1"/>
          </p:cNvSpPr>
          <p:nvPr/>
        </p:nvSpPr>
        <p:spPr>
          <a:xfrm>
            <a:off x="1496629" y="2024752"/>
            <a:ext cx="46519" cy="46519"/>
          </a:xfrm>
          <a:prstGeom prst="ellipse">
            <a:avLst/>
          </a:prstGeom>
          <a:solidFill>
            <a:srgbClr val="566AB4">
              <a:alpha val="43000"/>
            </a:srgbClr>
          </a:solidFill>
          <a:ln w="0">
            <a:noFill/>
            <a:prstDash val="solid"/>
          </a:ln>
        </p:spPr>
      </p:sp>
      <p:sp>
        <p:nvSpPr>
          <p:cNvPr id="69" name="e_full_violin_ellipse_4421">
            <a:extLst>
              <a:ext uri="{FF2B5EF4-FFF2-40B4-BE49-F238E27FC236}">
                <a16:creationId xmlns:a16="http://schemas.microsoft.com/office/drawing/2014/main" id="{FEBFD964-40FE-4F30-B059-59637C65809C}"/>
              </a:ext>
            </a:extLst>
          </p:cNvPr>
          <p:cNvSpPr>
            <a:spLocks noGrp="1"/>
          </p:cNvSpPr>
          <p:nvPr/>
        </p:nvSpPr>
        <p:spPr>
          <a:xfrm>
            <a:off x="1532743" y="2430092"/>
            <a:ext cx="46519" cy="46519"/>
          </a:xfrm>
          <a:prstGeom prst="ellipse">
            <a:avLst/>
          </a:prstGeom>
          <a:solidFill>
            <a:srgbClr val="566AB4">
              <a:alpha val="43000"/>
            </a:srgbClr>
          </a:solidFill>
          <a:ln w="0">
            <a:noFill/>
            <a:prstDash val="solid"/>
          </a:ln>
        </p:spPr>
      </p:sp>
      <p:sp>
        <p:nvSpPr>
          <p:cNvPr id="70" name="e_full_violin_ellipse_4422">
            <a:extLst>
              <a:ext uri="{FF2B5EF4-FFF2-40B4-BE49-F238E27FC236}">
                <a16:creationId xmlns:a16="http://schemas.microsoft.com/office/drawing/2014/main" id="{FDE3DB57-B7AE-4E26-BA4A-65642FED9E85}"/>
              </a:ext>
            </a:extLst>
          </p:cNvPr>
          <p:cNvSpPr>
            <a:spLocks noGrp="1"/>
          </p:cNvSpPr>
          <p:nvPr/>
        </p:nvSpPr>
        <p:spPr>
          <a:xfrm>
            <a:off x="1315507" y="4456793"/>
            <a:ext cx="46519" cy="46519"/>
          </a:xfrm>
          <a:prstGeom prst="ellipse">
            <a:avLst/>
          </a:prstGeom>
          <a:solidFill>
            <a:srgbClr val="566AB4">
              <a:alpha val="43000"/>
            </a:srgbClr>
          </a:solidFill>
          <a:ln w="0">
            <a:noFill/>
            <a:prstDash val="solid"/>
          </a:ln>
        </p:spPr>
      </p:sp>
      <p:sp>
        <p:nvSpPr>
          <p:cNvPr id="71" name="e_full_violin_ellipse_4423">
            <a:extLst>
              <a:ext uri="{FF2B5EF4-FFF2-40B4-BE49-F238E27FC236}">
                <a16:creationId xmlns:a16="http://schemas.microsoft.com/office/drawing/2014/main" id="{DD307AF0-B5EF-45B0-9EB7-5BB2226E8CE1}"/>
              </a:ext>
            </a:extLst>
          </p:cNvPr>
          <p:cNvSpPr>
            <a:spLocks noGrp="1"/>
          </p:cNvSpPr>
          <p:nvPr/>
        </p:nvSpPr>
        <p:spPr>
          <a:xfrm>
            <a:off x="1441187" y="2870679"/>
            <a:ext cx="46519" cy="46519"/>
          </a:xfrm>
          <a:prstGeom prst="ellipse">
            <a:avLst/>
          </a:prstGeom>
          <a:solidFill>
            <a:srgbClr val="566AB4">
              <a:alpha val="43000"/>
            </a:srgbClr>
          </a:solidFill>
          <a:ln w="0">
            <a:noFill/>
            <a:prstDash val="solid"/>
          </a:ln>
        </p:spPr>
      </p:sp>
      <p:sp>
        <p:nvSpPr>
          <p:cNvPr id="72" name="e_full_violin_ellipse_4424">
            <a:extLst>
              <a:ext uri="{FF2B5EF4-FFF2-40B4-BE49-F238E27FC236}">
                <a16:creationId xmlns:a16="http://schemas.microsoft.com/office/drawing/2014/main" id="{E969D9B2-FC50-4AD2-BC8B-08A4C5D9B90C}"/>
              </a:ext>
            </a:extLst>
          </p:cNvPr>
          <p:cNvSpPr>
            <a:spLocks noGrp="1"/>
          </p:cNvSpPr>
          <p:nvPr/>
        </p:nvSpPr>
        <p:spPr>
          <a:xfrm>
            <a:off x="1470119" y="2301820"/>
            <a:ext cx="46519" cy="46519"/>
          </a:xfrm>
          <a:prstGeom prst="ellipse">
            <a:avLst/>
          </a:prstGeom>
          <a:solidFill>
            <a:srgbClr val="566AB4">
              <a:alpha val="43000"/>
            </a:srgbClr>
          </a:solidFill>
          <a:ln w="0">
            <a:noFill/>
            <a:prstDash val="solid"/>
          </a:ln>
        </p:spPr>
      </p:sp>
      <p:sp>
        <p:nvSpPr>
          <p:cNvPr id="73" name="e_full_violin_ellipse_4425">
            <a:extLst>
              <a:ext uri="{FF2B5EF4-FFF2-40B4-BE49-F238E27FC236}">
                <a16:creationId xmlns:a16="http://schemas.microsoft.com/office/drawing/2014/main" id="{84E48715-035A-46E5-925F-E706E00FABD8}"/>
              </a:ext>
            </a:extLst>
          </p:cNvPr>
          <p:cNvSpPr>
            <a:spLocks noGrp="1"/>
          </p:cNvSpPr>
          <p:nvPr/>
        </p:nvSpPr>
        <p:spPr>
          <a:xfrm>
            <a:off x="1391718" y="2024752"/>
            <a:ext cx="46519" cy="46519"/>
          </a:xfrm>
          <a:prstGeom prst="ellipse">
            <a:avLst/>
          </a:prstGeom>
          <a:solidFill>
            <a:srgbClr val="566AB4">
              <a:alpha val="43000"/>
            </a:srgbClr>
          </a:solidFill>
          <a:ln w="0">
            <a:noFill/>
            <a:prstDash val="solid"/>
          </a:ln>
        </p:spPr>
      </p:sp>
      <p:sp>
        <p:nvSpPr>
          <p:cNvPr id="74" name="e_full_violin_ellipse_4426">
            <a:extLst>
              <a:ext uri="{FF2B5EF4-FFF2-40B4-BE49-F238E27FC236}">
                <a16:creationId xmlns:a16="http://schemas.microsoft.com/office/drawing/2014/main" id="{8794ACCE-3CA3-43A8-9860-44311D294DFB}"/>
              </a:ext>
            </a:extLst>
          </p:cNvPr>
          <p:cNvSpPr>
            <a:spLocks noGrp="1"/>
          </p:cNvSpPr>
          <p:nvPr/>
        </p:nvSpPr>
        <p:spPr>
          <a:xfrm>
            <a:off x="1373527" y="2835432"/>
            <a:ext cx="46519" cy="46519"/>
          </a:xfrm>
          <a:prstGeom prst="ellipse">
            <a:avLst/>
          </a:prstGeom>
          <a:solidFill>
            <a:srgbClr val="566AB4">
              <a:alpha val="43000"/>
            </a:srgbClr>
          </a:solidFill>
          <a:ln w="0">
            <a:noFill/>
            <a:prstDash val="solid"/>
          </a:ln>
        </p:spPr>
      </p:sp>
      <p:sp>
        <p:nvSpPr>
          <p:cNvPr id="75" name="e_full_violin_ellipse_4427">
            <a:extLst>
              <a:ext uri="{FF2B5EF4-FFF2-40B4-BE49-F238E27FC236}">
                <a16:creationId xmlns:a16="http://schemas.microsoft.com/office/drawing/2014/main" id="{77A97FC7-2149-4AD7-824D-BE376BB7126F}"/>
              </a:ext>
            </a:extLst>
          </p:cNvPr>
          <p:cNvSpPr>
            <a:spLocks noGrp="1"/>
          </p:cNvSpPr>
          <p:nvPr/>
        </p:nvSpPr>
        <p:spPr>
          <a:xfrm>
            <a:off x="1695486" y="2024752"/>
            <a:ext cx="46519" cy="46519"/>
          </a:xfrm>
          <a:prstGeom prst="ellipse">
            <a:avLst/>
          </a:prstGeom>
          <a:solidFill>
            <a:srgbClr val="566AB4">
              <a:alpha val="43000"/>
            </a:srgbClr>
          </a:solidFill>
          <a:ln w="0">
            <a:noFill/>
            <a:prstDash val="solid"/>
          </a:ln>
        </p:spPr>
      </p:sp>
      <p:sp>
        <p:nvSpPr>
          <p:cNvPr id="76" name="e_full_violin_ellipse_4428">
            <a:extLst>
              <a:ext uri="{FF2B5EF4-FFF2-40B4-BE49-F238E27FC236}">
                <a16:creationId xmlns:a16="http://schemas.microsoft.com/office/drawing/2014/main" id="{A5294686-8F28-45C7-8349-A72544E60314}"/>
              </a:ext>
            </a:extLst>
          </p:cNvPr>
          <p:cNvSpPr>
            <a:spLocks noGrp="1"/>
          </p:cNvSpPr>
          <p:nvPr/>
        </p:nvSpPr>
        <p:spPr>
          <a:xfrm>
            <a:off x="1342381" y="2024752"/>
            <a:ext cx="46519" cy="46519"/>
          </a:xfrm>
          <a:prstGeom prst="ellipse">
            <a:avLst/>
          </a:prstGeom>
          <a:solidFill>
            <a:srgbClr val="566AB4">
              <a:alpha val="43000"/>
            </a:srgbClr>
          </a:solidFill>
          <a:ln w="0">
            <a:noFill/>
            <a:prstDash val="solid"/>
          </a:ln>
        </p:spPr>
      </p:sp>
      <p:sp>
        <p:nvSpPr>
          <p:cNvPr id="77" name="e_full_violin_ellipse_4429">
            <a:extLst>
              <a:ext uri="{FF2B5EF4-FFF2-40B4-BE49-F238E27FC236}">
                <a16:creationId xmlns:a16="http://schemas.microsoft.com/office/drawing/2014/main" id="{4AD26C11-FAF6-481D-9728-2172E90231E3}"/>
              </a:ext>
            </a:extLst>
          </p:cNvPr>
          <p:cNvSpPr>
            <a:spLocks noGrp="1"/>
          </p:cNvSpPr>
          <p:nvPr/>
        </p:nvSpPr>
        <p:spPr>
          <a:xfrm>
            <a:off x="1346595" y="2565205"/>
            <a:ext cx="46519" cy="46519"/>
          </a:xfrm>
          <a:prstGeom prst="ellipse">
            <a:avLst/>
          </a:prstGeom>
          <a:solidFill>
            <a:srgbClr val="566AB4">
              <a:alpha val="43000"/>
            </a:srgbClr>
          </a:solidFill>
          <a:ln w="0">
            <a:noFill/>
            <a:prstDash val="solid"/>
          </a:ln>
        </p:spPr>
      </p:sp>
      <p:sp>
        <p:nvSpPr>
          <p:cNvPr id="78" name="e_full_violin_ellipse_4430">
            <a:extLst>
              <a:ext uri="{FF2B5EF4-FFF2-40B4-BE49-F238E27FC236}">
                <a16:creationId xmlns:a16="http://schemas.microsoft.com/office/drawing/2014/main" id="{06FAED44-E1CC-4A99-97DF-50DF5785C714}"/>
              </a:ext>
            </a:extLst>
          </p:cNvPr>
          <p:cNvSpPr>
            <a:spLocks noGrp="1"/>
          </p:cNvSpPr>
          <p:nvPr/>
        </p:nvSpPr>
        <p:spPr>
          <a:xfrm>
            <a:off x="1614810" y="2024752"/>
            <a:ext cx="46519" cy="46519"/>
          </a:xfrm>
          <a:prstGeom prst="ellipse">
            <a:avLst/>
          </a:prstGeom>
          <a:solidFill>
            <a:srgbClr val="566AB4">
              <a:alpha val="43000"/>
            </a:srgbClr>
          </a:solidFill>
          <a:ln w="0">
            <a:noFill/>
            <a:prstDash val="solid"/>
          </a:ln>
        </p:spPr>
      </p:sp>
      <p:sp>
        <p:nvSpPr>
          <p:cNvPr id="79" name="e_full_violin_ellipse_4431">
            <a:extLst>
              <a:ext uri="{FF2B5EF4-FFF2-40B4-BE49-F238E27FC236}">
                <a16:creationId xmlns:a16="http://schemas.microsoft.com/office/drawing/2014/main" id="{9603C505-F726-4372-A4A1-C2A142B677CD}"/>
              </a:ext>
            </a:extLst>
          </p:cNvPr>
          <p:cNvSpPr>
            <a:spLocks noGrp="1"/>
          </p:cNvSpPr>
          <p:nvPr/>
        </p:nvSpPr>
        <p:spPr>
          <a:xfrm>
            <a:off x="1341448" y="2835432"/>
            <a:ext cx="46519" cy="46519"/>
          </a:xfrm>
          <a:prstGeom prst="ellipse">
            <a:avLst/>
          </a:prstGeom>
          <a:solidFill>
            <a:srgbClr val="566AB4">
              <a:alpha val="43000"/>
            </a:srgbClr>
          </a:solidFill>
          <a:ln w="0">
            <a:noFill/>
            <a:prstDash val="solid"/>
          </a:ln>
        </p:spPr>
      </p:sp>
      <p:sp>
        <p:nvSpPr>
          <p:cNvPr id="80" name="e_full_violin_ellipse_4432">
            <a:extLst>
              <a:ext uri="{FF2B5EF4-FFF2-40B4-BE49-F238E27FC236}">
                <a16:creationId xmlns:a16="http://schemas.microsoft.com/office/drawing/2014/main" id="{254954AA-30D6-4887-92EB-0AAD308771DB}"/>
              </a:ext>
            </a:extLst>
          </p:cNvPr>
          <p:cNvSpPr>
            <a:spLocks noGrp="1"/>
          </p:cNvSpPr>
          <p:nvPr/>
        </p:nvSpPr>
        <p:spPr>
          <a:xfrm>
            <a:off x="1582120" y="2024752"/>
            <a:ext cx="46519" cy="46519"/>
          </a:xfrm>
          <a:prstGeom prst="ellipse">
            <a:avLst/>
          </a:prstGeom>
          <a:solidFill>
            <a:srgbClr val="566AB4">
              <a:alpha val="43000"/>
            </a:srgbClr>
          </a:solidFill>
          <a:ln w="0">
            <a:noFill/>
            <a:prstDash val="solid"/>
          </a:ln>
        </p:spPr>
      </p:sp>
      <p:sp>
        <p:nvSpPr>
          <p:cNvPr id="81" name="e_full_violin_ellipse_4433">
            <a:extLst>
              <a:ext uri="{FF2B5EF4-FFF2-40B4-BE49-F238E27FC236}">
                <a16:creationId xmlns:a16="http://schemas.microsoft.com/office/drawing/2014/main" id="{493856EE-5CB0-48A3-90CD-0F7A038540A3}"/>
              </a:ext>
            </a:extLst>
          </p:cNvPr>
          <p:cNvSpPr>
            <a:spLocks noGrp="1"/>
          </p:cNvSpPr>
          <p:nvPr/>
        </p:nvSpPr>
        <p:spPr>
          <a:xfrm>
            <a:off x="1325538" y="2024752"/>
            <a:ext cx="46519" cy="46519"/>
          </a:xfrm>
          <a:prstGeom prst="ellipse">
            <a:avLst/>
          </a:prstGeom>
          <a:solidFill>
            <a:srgbClr val="566AB4">
              <a:alpha val="43000"/>
            </a:srgbClr>
          </a:solidFill>
          <a:ln w="0">
            <a:noFill/>
            <a:prstDash val="solid"/>
          </a:ln>
        </p:spPr>
      </p:sp>
      <p:sp>
        <p:nvSpPr>
          <p:cNvPr id="82" name="e_full_violin_ellipse_4434">
            <a:extLst>
              <a:ext uri="{FF2B5EF4-FFF2-40B4-BE49-F238E27FC236}">
                <a16:creationId xmlns:a16="http://schemas.microsoft.com/office/drawing/2014/main" id="{52CF6079-24F4-4661-BF12-BCD08A11F943}"/>
              </a:ext>
            </a:extLst>
          </p:cNvPr>
          <p:cNvSpPr>
            <a:spLocks noGrp="1"/>
          </p:cNvSpPr>
          <p:nvPr/>
        </p:nvSpPr>
        <p:spPr>
          <a:xfrm>
            <a:off x="1561136" y="2024752"/>
            <a:ext cx="46519" cy="46519"/>
          </a:xfrm>
          <a:prstGeom prst="ellipse">
            <a:avLst/>
          </a:prstGeom>
          <a:solidFill>
            <a:srgbClr val="566AB4">
              <a:alpha val="43000"/>
            </a:srgbClr>
          </a:solidFill>
          <a:ln w="0">
            <a:noFill/>
            <a:prstDash val="solid"/>
          </a:ln>
        </p:spPr>
      </p:sp>
      <p:sp>
        <p:nvSpPr>
          <p:cNvPr id="83" name="e_full_violin_ellipse_4435">
            <a:extLst>
              <a:ext uri="{FF2B5EF4-FFF2-40B4-BE49-F238E27FC236}">
                <a16:creationId xmlns:a16="http://schemas.microsoft.com/office/drawing/2014/main" id="{6DB13C69-EDD3-436B-9193-BF75C30545DA}"/>
              </a:ext>
            </a:extLst>
          </p:cNvPr>
          <p:cNvSpPr>
            <a:spLocks noGrp="1"/>
          </p:cNvSpPr>
          <p:nvPr/>
        </p:nvSpPr>
        <p:spPr>
          <a:xfrm>
            <a:off x="1543696" y="4456793"/>
            <a:ext cx="46519" cy="46519"/>
          </a:xfrm>
          <a:prstGeom prst="ellipse">
            <a:avLst/>
          </a:prstGeom>
          <a:solidFill>
            <a:srgbClr val="566AB4">
              <a:alpha val="43000"/>
            </a:srgbClr>
          </a:solidFill>
          <a:ln w="0">
            <a:noFill/>
            <a:prstDash val="solid"/>
          </a:ln>
        </p:spPr>
      </p:sp>
      <p:sp>
        <p:nvSpPr>
          <p:cNvPr id="84" name="e_full_violin_ellipse_4436">
            <a:extLst>
              <a:ext uri="{FF2B5EF4-FFF2-40B4-BE49-F238E27FC236}">
                <a16:creationId xmlns:a16="http://schemas.microsoft.com/office/drawing/2014/main" id="{650D337A-23F5-425F-A122-F0A5C44B6DFE}"/>
              </a:ext>
            </a:extLst>
          </p:cNvPr>
          <p:cNvSpPr>
            <a:spLocks noGrp="1"/>
          </p:cNvSpPr>
          <p:nvPr/>
        </p:nvSpPr>
        <p:spPr>
          <a:xfrm>
            <a:off x="1625900" y="3443443"/>
            <a:ext cx="46519" cy="46519"/>
          </a:xfrm>
          <a:prstGeom prst="ellipse">
            <a:avLst/>
          </a:prstGeom>
          <a:solidFill>
            <a:srgbClr val="566AB4">
              <a:alpha val="43000"/>
            </a:srgbClr>
          </a:solidFill>
          <a:ln w="0">
            <a:noFill/>
            <a:prstDash val="solid"/>
          </a:ln>
        </p:spPr>
      </p:sp>
      <p:sp>
        <p:nvSpPr>
          <p:cNvPr id="85" name="e_full_violin_ellipse_4437">
            <a:extLst>
              <a:ext uri="{FF2B5EF4-FFF2-40B4-BE49-F238E27FC236}">
                <a16:creationId xmlns:a16="http://schemas.microsoft.com/office/drawing/2014/main" id="{074B2F3C-4B76-4AD7-9D8B-B202C26E2EEF}"/>
              </a:ext>
            </a:extLst>
          </p:cNvPr>
          <p:cNvSpPr>
            <a:spLocks noGrp="1"/>
          </p:cNvSpPr>
          <p:nvPr/>
        </p:nvSpPr>
        <p:spPr>
          <a:xfrm>
            <a:off x="1504943" y="3696780"/>
            <a:ext cx="46519" cy="46519"/>
          </a:xfrm>
          <a:prstGeom prst="ellipse">
            <a:avLst/>
          </a:prstGeom>
          <a:solidFill>
            <a:srgbClr val="566AB4">
              <a:alpha val="43000"/>
            </a:srgbClr>
          </a:solidFill>
          <a:ln w="0">
            <a:noFill/>
            <a:prstDash val="solid"/>
          </a:ln>
        </p:spPr>
      </p:sp>
      <p:sp>
        <p:nvSpPr>
          <p:cNvPr id="86" name="e_full_violin_ellipse_4438">
            <a:extLst>
              <a:ext uri="{FF2B5EF4-FFF2-40B4-BE49-F238E27FC236}">
                <a16:creationId xmlns:a16="http://schemas.microsoft.com/office/drawing/2014/main" id="{27264651-6A74-4153-9E33-D5D9412DA87A}"/>
              </a:ext>
            </a:extLst>
          </p:cNvPr>
          <p:cNvSpPr>
            <a:spLocks noGrp="1"/>
          </p:cNvSpPr>
          <p:nvPr/>
        </p:nvSpPr>
        <p:spPr>
          <a:xfrm>
            <a:off x="1376478" y="4456793"/>
            <a:ext cx="46519" cy="46519"/>
          </a:xfrm>
          <a:prstGeom prst="ellipse">
            <a:avLst/>
          </a:prstGeom>
          <a:solidFill>
            <a:srgbClr val="566AB4">
              <a:alpha val="43000"/>
            </a:srgbClr>
          </a:solidFill>
          <a:ln w="0">
            <a:noFill/>
            <a:prstDash val="solid"/>
          </a:ln>
        </p:spPr>
      </p:sp>
      <p:sp>
        <p:nvSpPr>
          <p:cNvPr id="87" name="e_full_violin_ellipse_4439">
            <a:extLst>
              <a:ext uri="{FF2B5EF4-FFF2-40B4-BE49-F238E27FC236}">
                <a16:creationId xmlns:a16="http://schemas.microsoft.com/office/drawing/2014/main" id="{C63BA08B-B313-4BFF-BE27-E5B432CD9B1E}"/>
              </a:ext>
            </a:extLst>
          </p:cNvPr>
          <p:cNvSpPr>
            <a:spLocks noGrp="1"/>
          </p:cNvSpPr>
          <p:nvPr/>
        </p:nvSpPr>
        <p:spPr>
          <a:xfrm>
            <a:off x="1676566" y="2024752"/>
            <a:ext cx="46519" cy="46519"/>
          </a:xfrm>
          <a:prstGeom prst="ellipse">
            <a:avLst/>
          </a:prstGeom>
          <a:solidFill>
            <a:srgbClr val="566AB4">
              <a:alpha val="43000"/>
            </a:srgbClr>
          </a:solidFill>
          <a:ln w="0">
            <a:noFill/>
            <a:prstDash val="solid"/>
          </a:ln>
        </p:spPr>
      </p:sp>
      <p:sp>
        <p:nvSpPr>
          <p:cNvPr id="88" name="e_full_violin_ellipse_4440">
            <a:extLst>
              <a:ext uri="{FF2B5EF4-FFF2-40B4-BE49-F238E27FC236}">
                <a16:creationId xmlns:a16="http://schemas.microsoft.com/office/drawing/2014/main" id="{9D35FBB3-B157-46D9-B115-84864B5FEB9A}"/>
              </a:ext>
            </a:extLst>
          </p:cNvPr>
          <p:cNvSpPr>
            <a:spLocks noGrp="1"/>
          </p:cNvSpPr>
          <p:nvPr/>
        </p:nvSpPr>
        <p:spPr>
          <a:xfrm>
            <a:off x="1334046" y="3877736"/>
            <a:ext cx="46519" cy="46519"/>
          </a:xfrm>
          <a:prstGeom prst="ellipse">
            <a:avLst/>
          </a:prstGeom>
          <a:solidFill>
            <a:srgbClr val="566AB4">
              <a:alpha val="43000"/>
            </a:srgbClr>
          </a:solidFill>
          <a:ln w="0">
            <a:noFill/>
            <a:prstDash val="solid"/>
          </a:ln>
        </p:spPr>
      </p:sp>
      <p:sp>
        <p:nvSpPr>
          <p:cNvPr id="89" name="e_full_violin_ellipse_4441">
            <a:extLst>
              <a:ext uri="{FF2B5EF4-FFF2-40B4-BE49-F238E27FC236}">
                <a16:creationId xmlns:a16="http://schemas.microsoft.com/office/drawing/2014/main" id="{53D8D8A6-6978-4D24-AB39-E0B8DA63792A}"/>
              </a:ext>
            </a:extLst>
          </p:cNvPr>
          <p:cNvSpPr>
            <a:spLocks noGrp="1"/>
          </p:cNvSpPr>
          <p:nvPr/>
        </p:nvSpPr>
        <p:spPr>
          <a:xfrm>
            <a:off x="1626533" y="2024752"/>
            <a:ext cx="46519" cy="46519"/>
          </a:xfrm>
          <a:prstGeom prst="ellipse">
            <a:avLst/>
          </a:prstGeom>
          <a:solidFill>
            <a:srgbClr val="566AB4">
              <a:alpha val="43000"/>
            </a:srgbClr>
          </a:solidFill>
          <a:ln w="0">
            <a:noFill/>
            <a:prstDash val="solid"/>
          </a:ln>
        </p:spPr>
      </p:sp>
      <p:sp>
        <p:nvSpPr>
          <p:cNvPr id="90" name="e_full_violin_ellipse_4442">
            <a:extLst>
              <a:ext uri="{FF2B5EF4-FFF2-40B4-BE49-F238E27FC236}">
                <a16:creationId xmlns:a16="http://schemas.microsoft.com/office/drawing/2014/main" id="{A5CD9A0F-8FB7-4A7E-920B-C612AA776F12}"/>
              </a:ext>
            </a:extLst>
          </p:cNvPr>
          <p:cNvSpPr>
            <a:spLocks noGrp="1"/>
          </p:cNvSpPr>
          <p:nvPr/>
        </p:nvSpPr>
        <p:spPr>
          <a:xfrm>
            <a:off x="1321206" y="2632762"/>
            <a:ext cx="46519" cy="46519"/>
          </a:xfrm>
          <a:prstGeom prst="ellipse">
            <a:avLst/>
          </a:prstGeom>
          <a:solidFill>
            <a:srgbClr val="566AB4">
              <a:alpha val="43000"/>
            </a:srgbClr>
          </a:solidFill>
          <a:ln w="0">
            <a:noFill/>
            <a:prstDash val="solid"/>
          </a:ln>
        </p:spPr>
      </p:sp>
      <p:sp>
        <p:nvSpPr>
          <p:cNvPr id="91" name="e_full_violin_ellipse_4443">
            <a:extLst>
              <a:ext uri="{FF2B5EF4-FFF2-40B4-BE49-F238E27FC236}">
                <a16:creationId xmlns:a16="http://schemas.microsoft.com/office/drawing/2014/main" id="{86586134-7546-420B-819F-DFCCEDE458B5}"/>
              </a:ext>
            </a:extLst>
          </p:cNvPr>
          <p:cNvSpPr>
            <a:spLocks noGrp="1"/>
          </p:cNvSpPr>
          <p:nvPr/>
        </p:nvSpPr>
        <p:spPr>
          <a:xfrm>
            <a:off x="1541346" y="3240773"/>
            <a:ext cx="46519" cy="46519"/>
          </a:xfrm>
          <a:prstGeom prst="ellipse">
            <a:avLst/>
          </a:prstGeom>
          <a:solidFill>
            <a:srgbClr val="566AB4">
              <a:alpha val="43000"/>
            </a:srgbClr>
          </a:solidFill>
          <a:ln w="0">
            <a:noFill/>
            <a:prstDash val="solid"/>
          </a:ln>
        </p:spPr>
      </p:sp>
      <p:sp>
        <p:nvSpPr>
          <p:cNvPr id="92" name="e_full_violin_ellipse_4444">
            <a:extLst>
              <a:ext uri="{FF2B5EF4-FFF2-40B4-BE49-F238E27FC236}">
                <a16:creationId xmlns:a16="http://schemas.microsoft.com/office/drawing/2014/main" id="{90981D0E-D972-4896-80F2-31B855496CBF}"/>
              </a:ext>
            </a:extLst>
          </p:cNvPr>
          <p:cNvSpPr>
            <a:spLocks noGrp="1"/>
          </p:cNvSpPr>
          <p:nvPr/>
        </p:nvSpPr>
        <p:spPr>
          <a:xfrm>
            <a:off x="1330699" y="2024752"/>
            <a:ext cx="46519" cy="46519"/>
          </a:xfrm>
          <a:prstGeom prst="ellipse">
            <a:avLst/>
          </a:prstGeom>
          <a:solidFill>
            <a:srgbClr val="566AB4">
              <a:alpha val="43000"/>
            </a:srgbClr>
          </a:solidFill>
          <a:ln w="0">
            <a:noFill/>
            <a:prstDash val="solid"/>
          </a:ln>
        </p:spPr>
      </p:sp>
      <p:sp>
        <p:nvSpPr>
          <p:cNvPr id="93" name="e_full_violin_ellipse_4445">
            <a:extLst>
              <a:ext uri="{FF2B5EF4-FFF2-40B4-BE49-F238E27FC236}">
                <a16:creationId xmlns:a16="http://schemas.microsoft.com/office/drawing/2014/main" id="{82D92F8D-6923-407F-BB9F-E0F7DC48488B}"/>
              </a:ext>
            </a:extLst>
          </p:cNvPr>
          <p:cNvSpPr>
            <a:spLocks noGrp="1"/>
          </p:cNvSpPr>
          <p:nvPr/>
        </p:nvSpPr>
        <p:spPr>
          <a:xfrm>
            <a:off x="1627930" y="3544778"/>
            <a:ext cx="46519" cy="46519"/>
          </a:xfrm>
          <a:prstGeom prst="ellipse">
            <a:avLst/>
          </a:prstGeom>
          <a:solidFill>
            <a:srgbClr val="566AB4">
              <a:alpha val="43000"/>
            </a:srgbClr>
          </a:solidFill>
          <a:ln w="0">
            <a:noFill/>
            <a:prstDash val="solid"/>
          </a:ln>
        </p:spPr>
      </p:sp>
      <p:sp>
        <p:nvSpPr>
          <p:cNvPr id="94" name="e_full_violin_ellipse_4446">
            <a:extLst>
              <a:ext uri="{FF2B5EF4-FFF2-40B4-BE49-F238E27FC236}">
                <a16:creationId xmlns:a16="http://schemas.microsoft.com/office/drawing/2014/main" id="{F71CFD7B-9626-4E86-8D55-3E8367EB2C13}"/>
              </a:ext>
            </a:extLst>
          </p:cNvPr>
          <p:cNvSpPr>
            <a:spLocks noGrp="1"/>
          </p:cNvSpPr>
          <p:nvPr/>
        </p:nvSpPr>
        <p:spPr>
          <a:xfrm>
            <a:off x="1648417" y="3588207"/>
            <a:ext cx="46519" cy="46519"/>
          </a:xfrm>
          <a:prstGeom prst="ellipse">
            <a:avLst/>
          </a:prstGeom>
          <a:solidFill>
            <a:srgbClr val="566AB4">
              <a:alpha val="43000"/>
            </a:srgbClr>
          </a:solidFill>
          <a:ln w="0">
            <a:noFill/>
            <a:prstDash val="solid"/>
          </a:ln>
        </p:spPr>
      </p:sp>
      <p:sp>
        <p:nvSpPr>
          <p:cNvPr id="95" name="e_full_violin_ellipse_4447">
            <a:extLst>
              <a:ext uri="{FF2B5EF4-FFF2-40B4-BE49-F238E27FC236}">
                <a16:creationId xmlns:a16="http://schemas.microsoft.com/office/drawing/2014/main" id="{A521E14F-CB0A-4226-BD6D-C09E96147989}"/>
              </a:ext>
            </a:extLst>
          </p:cNvPr>
          <p:cNvSpPr>
            <a:spLocks noGrp="1"/>
          </p:cNvSpPr>
          <p:nvPr/>
        </p:nvSpPr>
        <p:spPr>
          <a:xfrm>
            <a:off x="1566876" y="4456793"/>
            <a:ext cx="46519" cy="46519"/>
          </a:xfrm>
          <a:prstGeom prst="ellipse">
            <a:avLst/>
          </a:prstGeom>
          <a:solidFill>
            <a:srgbClr val="566AB4">
              <a:alpha val="43000"/>
            </a:srgbClr>
          </a:solidFill>
          <a:ln w="0">
            <a:noFill/>
            <a:prstDash val="solid"/>
          </a:ln>
        </p:spPr>
      </p:sp>
      <p:sp>
        <p:nvSpPr>
          <p:cNvPr id="96" name="e_full_violin_ellipse_4448">
            <a:extLst>
              <a:ext uri="{FF2B5EF4-FFF2-40B4-BE49-F238E27FC236}">
                <a16:creationId xmlns:a16="http://schemas.microsoft.com/office/drawing/2014/main" id="{0953AD2D-9F6D-4160-B5FB-FC8037E44E2C}"/>
              </a:ext>
            </a:extLst>
          </p:cNvPr>
          <p:cNvSpPr>
            <a:spLocks noGrp="1"/>
          </p:cNvSpPr>
          <p:nvPr/>
        </p:nvSpPr>
        <p:spPr>
          <a:xfrm>
            <a:off x="1415374" y="3240773"/>
            <a:ext cx="46519" cy="46519"/>
          </a:xfrm>
          <a:prstGeom prst="ellipse">
            <a:avLst/>
          </a:prstGeom>
          <a:solidFill>
            <a:srgbClr val="566AB4">
              <a:alpha val="43000"/>
            </a:srgbClr>
          </a:solidFill>
          <a:ln w="0">
            <a:noFill/>
            <a:prstDash val="solid"/>
          </a:ln>
        </p:spPr>
      </p:sp>
      <p:sp>
        <p:nvSpPr>
          <p:cNvPr id="97" name="e_full_violin_ellipse_4449">
            <a:extLst>
              <a:ext uri="{FF2B5EF4-FFF2-40B4-BE49-F238E27FC236}">
                <a16:creationId xmlns:a16="http://schemas.microsoft.com/office/drawing/2014/main" id="{0C325FC0-67C5-4519-A4CD-01B9DD3AA335}"/>
              </a:ext>
            </a:extLst>
          </p:cNvPr>
          <p:cNvSpPr>
            <a:spLocks noGrp="1"/>
          </p:cNvSpPr>
          <p:nvPr/>
        </p:nvSpPr>
        <p:spPr>
          <a:xfrm>
            <a:off x="1692787" y="2024752"/>
            <a:ext cx="46519" cy="46519"/>
          </a:xfrm>
          <a:prstGeom prst="ellipse">
            <a:avLst/>
          </a:prstGeom>
          <a:solidFill>
            <a:srgbClr val="566AB4">
              <a:alpha val="43000"/>
            </a:srgbClr>
          </a:solidFill>
          <a:ln w="0">
            <a:noFill/>
            <a:prstDash val="solid"/>
          </a:ln>
        </p:spPr>
      </p:sp>
      <p:sp>
        <p:nvSpPr>
          <p:cNvPr id="98" name="e_full_violin_ellipse_4450">
            <a:extLst>
              <a:ext uri="{FF2B5EF4-FFF2-40B4-BE49-F238E27FC236}">
                <a16:creationId xmlns:a16="http://schemas.microsoft.com/office/drawing/2014/main" id="{7AB4EDC4-E595-4B07-B565-6A5BD52D0C79}"/>
              </a:ext>
            </a:extLst>
          </p:cNvPr>
          <p:cNvSpPr>
            <a:spLocks noGrp="1"/>
          </p:cNvSpPr>
          <p:nvPr/>
        </p:nvSpPr>
        <p:spPr>
          <a:xfrm>
            <a:off x="1615363" y="2186888"/>
            <a:ext cx="46519" cy="46519"/>
          </a:xfrm>
          <a:prstGeom prst="ellipse">
            <a:avLst/>
          </a:prstGeom>
          <a:solidFill>
            <a:srgbClr val="566AB4">
              <a:alpha val="43000"/>
            </a:srgbClr>
          </a:solidFill>
          <a:ln w="0">
            <a:noFill/>
            <a:prstDash val="solid"/>
          </a:ln>
        </p:spPr>
      </p:sp>
      <p:sp>
        <p:nvSpPr>
          <p:cNvPr id="99" name="e_full_violin_ellipse_4451">
            <a:extLst>
              <a:ext uri="{FF2B5EF4-FFF2-40B4-BE49-F238E27FC236}">
                <a16:creationId xmlns:a16="http://schemas.microsoft.com/office/drawing/2014/main" id="{C76FB143-1867-4379-B218-BA7EE743642E}"/>
              </a:ext>
            </a:extLst>
          </p:cNvPr>
          <p:cNvSpPr>
            <a:spLocks noGrp="1"/>
          </p:cNvSpPr>
          <p:nvPr/>
        </p:nvSpPr>
        <p:spPr>
          <a:xfrm>
            <a:off x="1503969" y="2024752"/>
            <a:ext cx="46519" cy="46519"/>
          </a:xfrm>
          <a:prstGeom prst="ellipse">
            <a:avLst/>
          </a:prstGeom>
          <a:solidFill>
            <a:srgbClr val="566AB4">
              <a:alpha val="43000"/>
            </a:srgbClr>
          </a:solidFill>
          <a:ln w="0">
            <a:noFill/>
            <a:prstDash val="solid"/>
          </a:ln>
        </p:spPr>
      </p:sp>
      <p:sp>
        <p:nvSpPr>
          <p:cNvPr id="100" name="e_full_violin_ellipse_4452">
            <a:extLst>
              <a:ext uri="{FF2B5EF4-FFF2-40B4-BE49-F238E27FC236}">
                <a16:creationId xmlns:a16="http://schemas.microsoft.com/office/drawing/2014/main" id="{073F4401-BC6C-4C54-BD3C-05C7F09E868A}"/>
              </a:ext>
            </a:extLst>
          </p:cNvPr>
          <p:cNvSpPr>
            <a:spLocks noGrp="1"/>
          </p:cNvSpPr>
          <p:nvPr/>
        </p:nvSpPr>
        <p:spPr>
          <a:xfrm>
            <a:off x="1692615" y="4456793"/>
            <a:ext cx="46519" cy="46519"/>
          </a:xfrm>
          <a:prstGeom prst="ellipse">
            <a:avLst/>
          </a:prstGeom>
          <a:solidFill>
            <a:srgbClr val="566AB4">
              <a:alpha val="43000"/>
            </a:srgbClr>
          </a:solidFill>
          <a:ln w="0">
            <a:noFill/>
            <a:prstDash val="solid"/>
          </a:ln>
        </p:spPr>
      </p:sp>
      <p:sp>
        <p:nvSpPr>
          <p:cNvPr id="101" name="e_full_violin_ellipse_4453">
            <a:extLst>
              <a:ext uri="{FF2B5EF4-FFF2-40B4-BE49-F238E27FC236}">
                <a16:creationId xmlns:a16="http://schemas.microsoft.com/office/drawing/2014/main" id="{CE9F58D1-BB9C-4D83-9CF6-F3256B3F0F30}"/>
              </a:ext>
            </a:extLst>
          </p:cNvPr>
          <p:cNvSpPr>
            <a:spLocks noGrp="1"/>
          </p:cNvSpPr>
          <p:nvPr/>
        </p:nvSpPr>
        <p:spPr>
          <a:xfrm>
            <a:off x="1532457" y="2024752"/>
            <a:ext cx="46519" cy="46519"/>
          </a:xfrm>
          <a:prstGeom prst="ellipse">
            <a:avLst/>
          </a:prstGeom>
          <a:solidFill>
            <a:srgbClr val="566AB4">
              <a:alpha val="43000"/>
            </a:srgbClr>
          </a:solidFill>
          <a:ln w="0">
            <a:noFill/>
            <a:prstDash val="solid"/>
          </a:ln>
        </p:spPr>
      </p:sp>
      <p:sp>
        <p:nvSpPr>
          <p:cNvPr id="102" name="e_full_violin_ellipse_4454">
            <a:extLst>
              <a:ext uri="{FF2B5EF4-FFF2-40B4-BE49-F238E27FC236}">
                <a16:creationId xmlns:a16="http://schemas.microsoft.com/office/drawing/2014/main" id="{D323FE10-D2ED-4FA0-85D5-50EF70B67840}"/>
              </a:ext>
            </a:extLst>
          </p:cNvPr>
          <p:cNvSpPr>
            <a:spLocks noGrp="1"/>
          </p:cNvSpPr>
          <p:nvPr/>
        </p:nvSpPr>
        <p:spPr>
          <a:xfrm>
            <a:off x="1464299" y="2024752"/>
            <a:ext cx="46519" cy="46519"/>
          </a:xfrm>
          <a:prstGeom prst="ellipse">
            <a:avLst/>
          </a:prstGeom>
          <a:solidFill>
            <a:srgbClr val="566AB4">
              <a:alpha val="43000"/>
            </a:srgbClr>
          </a:solidFill>
          <a:ln w="0">
            <a:noFill/>
            <a:prstDash val="solid"/>
          </a:ln>
        </p:spPr>
      </p:sp>
      <p:sp>
        <p:nvSpPr>
          <p:cNvPr id="103" name="e_full_violin_ellipse_4455">
            <a:extLst>
              <a:ext uri="{FF2B5EF4-FFF2-40B4-BE49-F238E27FC236}">
                <a16:creationId xmlns:a16="http://schemas.microsoft.com/office/drawing/2014/main" id="{2269D8C4-B03B-478A-945D-A1AF2CA4918D}"/>
              </a:ext>
            </a:extLst>
          </p:cNvPr>
          <p:cNvSpPr>
            <a:spLocks noGrp="1"/>
          </p:cNvSpPr>
          <p:nvPr/>
        </p:nvSpPr>
        <p:spPr>
          <a:xfrm>
            <a:off x="1543444" y="2024752"/>
            <a:ext cx="46519" cy="46519"/>
          </a:xfrm>
          <a:prstGeom prst="ellipse">
            <a:avLst/>
          </a:prstGeom>
          <a:solidFill>
            <a:srgbClr val="566AB4">
              <a:alpha val="43000"/>
            </a:srgbClr>
          </a:solidFill>
          <a:ln w="0">
            <a:noFill/>
            <a:prstDash val="solid"/>
          </a:ln>
        </p:spPr>
      </p:sp>
      <p:sp>
        <p:nvSpPr>
          <p:cNvPr id="104" name="e_full_violin_ellipse_4456">
            <a:extLst>
              <a:ext uri="{FF2B5EF4-FFF2-40B4-BE49-F238E27FC236}">
                <a16:creationId xmlns:a16="http://schemas.microsoft.com/office/drawing/2014/main" id="{94136871-6A9E-484F-9373-E0174A2835C7}"/>
              </a:ext>
            </a:extLst>
          </p:cNvPr>
          <p:cNvSpPr>
            <a:spLocks noGrp="1"/>
          </p:cNvSpPr>
          <p:nvPr/>
        </p:nvSpPr>
        <p:spPr>
          <a:xfrm>
            <a:off x="1360754" y="2024752"/>
            <a:ext cx="46519" cy="46519"/>
          </a:xfrm>
          <a:prstGeom prst="ellipse">
            <a:avLst/>
          </a:prstGeom>
          <a:solidFill>
            <a:srgbClr val="566AB4">
              <a:alpha val="43000"/>
            </a:srgbClr>
          </a:solidFill>
          <a:ln w="0">
            <a:noFill/>
            <a:prstDash val="solid"/>
          </a:ln>
        </p:spPr>
      </p:sp>
      <p:sp>
        <p:nvSpPr>
          <p:cNvPr id="105" name="e_full_violin_ellipse_4457">
            <a:extLst>
              <a:ext uri="{FF2B5EF4-FFF2-40B4-BE49-F238E27FC236}">
                <a16:creationId xmlns:a16="http://schemas.microsoft.com/office/drawing/2014/main" id="{A5186460-73AE-4B42-9AD4-ECB477481BD1}"/>
              </a:ext>
            </a:extLst>
          </p:cNvPr>
          <p:cNvSpPr>
            <a:spLocks noGrp="1"/>
          </p:cNvSpPr>
          <p:nvPr/>
        </p:nvSpPr>
        <p:spPr>
          <a:xfrm>
            <a:off x="1411543" y="3240773"/>
            <a:ext cx="46519" cy="46519"/>
          </a:xfrm>
          <a:prstGeom prst="ellipse">
            <a:avLst/>
          </a:prstGeom>
          <a:solidFill>
            <a:srgbClr val="566AB4">
              <a:alpha val="43000"/>
            </a:srgbClr>
          </a:solidFill>
          <a:ln w="0">
            <a:noFill/>
            <a:prstDash val="solid"/>
          </a:ln>
        </p:spPr>
      </p:sp>
      <p:sp>
        <p:nvSpPr>
          <p:cNvPr id="106" name="e_full_violin_ellipse_4458">
            <a:extLst>
              <a:ext uri="{FF2B5EF4-FFF2-40B4-BE49-F238E27FC236}">
                <a16:creationId xmlns:a16="http://schemas.microsoft.com/office/drawing/2014/main" id="{76614D85-774F-4A56-A78B-C305D4CCD626}"/>
              </a:ext>
            </a:extLst>
          </p:cNvPr>
          <p:cNvSpPr>
            <a:spLocks noGrp="1"/>
          </p:cNvSpPr>
          <p:nvPr/>
        </p:nvSpPr>
        <p:spPr>
          <a:xfrm>
            <a:off x="1693035" y="2024752"/>
            <a:ext cx="46519" cy="46519"/>
          </a:xfrm>
          <a:prstGeom prst="ellipse">
            <a:avLst/>
          </a:prstGeom>
          <a:solidFill>
            <a:srgbClr val="566AB4">
              <a:alpha val="43000"/>
            </a:srgbClr>
          </a:solidFill>
          <a:ln w="0">
            <a:noFill/>
            <a:prstDash val="solid"/>
          </a:ln>
        </p:spPr>
      </p:sp>
      <p:sp>
        <p:nvSpPr>
          <p:cNvPr id="107" name="e_full_violin_ellipse_4459">
            <a:extLst>
              <a:ext uri="{FF2B5EF4-FFF2-40B4-BE49-F238E27FC236}">
                <a16:creationId xmlns:a16="http://schemas.microsoft.com/office/drawing/2014/main" id="{81C897E2-BBDA-4F6F-8CB9-78978FF5AB5A}"/>
              </a:ext>
            </a:extLst>
          </p:cNvPr>
          <p:cNvSpPr>
            <a:spLocks noGrp="1"/>
          </p:cNvSpPr>
          <p:nvPr/>
        </p:nvSpPr>
        <p:spPr>
          <a:xfrm>
            <a:off x="1406752" y="3970385"/>
            <a:ext cx="46519" cy="46519"/>
          </a:xfrm>
          <a:prstGeom prst="ellipse">
            <a:avLst/>
          </a:prstGeom>
          <a:solidFill>
            <a:srgbClr val="566AB4">
              <a:alpha val="43000"/>
            </a:srgbClr>
          </a:solidFill>
          <a:ln w="0">
            <a:noFill/>
            <a:prstDash val="solid"/>
          </a:ln>
        </p:spPr>
      </p:sp>
      <p:sp>
        <p:nvSpPr>
          <p:cNvPr id="108" name="e_full_violin_ellipse_4460">
            <a:extLst>
              <a:ext uri="{FF2B5EF4-FFF2-40B4-BE49-F238E27FC236}">
                <a16:creationId xmlns:a16="http://schemas.microsoft.com/office/drawing/2014/main" id="{BBD5E98E-7BEF-4C43-B387-4709065435AA}"/>
              </a:ext>
            </a:extLst>
          </p:cNvPr>
          <p:cNvSpPr>
            <a:spLocks noGrp="1"/>
          </p:cNvSpPr>
          <p:nvPr/>
        </p:nvSpPr>
        <p:spPr>
          <a:xfrm>
            <a:off x="1515469" y="2114827"/>
            <a:ext cx="46519" cy="46519"/>
          </a:xfrm>
          <a:prstGeom prst="ellipse">
            <a:avLst/>
          </a:prstGeom>
          <a:solidFill>
            <a:srgbClr val="566AB4">
              <a:alpha val="43000"/>
            </a:srgbClr>
          </a:solidFill>
          <a:ln w="0">
            <a:noFill/>
            <a:prstDash val="solid"/>
          </a:ln>
        </p:spPr>
      </p:sp>
      <p:sp>
        <p:nvSpPr>
          <p:cNvPr id="109" name="e_full_violin_ellipse_4461">
            <a:extLst>
              <a:ext uri="{FF2B5EF4-FFF2-40B4-BE49-F238E27FC236}">
                <a16:creationId xmlns:a16="http://schemas.microsoft.com/office/drawing/2014/main" id="{11B7306F-4355-49EB-8178-B87757B76492}"/>
              </a:ext>
            </a:extLst>
          </p:cNvPr>
          <p:cNvSpPr>
            <a:spLocks noGrp="1"/>
          </p:cNvSpPr>
          <p:nvPr/>
        </p:nvSpPr>
        <p:spPr>
          <a:xfrm>
            <a:off x="1601897" y="2997568"/>
            <a:ext cx="46519" cy="46519"/>
          </a:xfrm>
          <a:prstGeom prst="ellipse">
            <a:avLst/>
          </a:prstGeom>
          <a:solidFill>
            <a:srgbClr val="566AB4">
              <a:alpha val="43000"/>
            </a:srgbClr>
          </a:solidFill>
          <a:ln w="0">
            <a:noFill/>
            <a:prstDash val="solid"/>
          </a:ln>
        </p:spPr>
      </p:sp>
      <p:sp>
        <p:nvSpPr>
          <p:cNvPr id="110" name="e_full_violin_ellipse_4462">
            <a:extLst>
              <a:ext uri="{FF2B5EF4-FFF2-40B4-BE49-F238E27FC236}">
                <a16:creationId xmlns:a16="http://schemas.microsoft.com/office/drawing/2014/main" id="{52DF07EE-202E-4C54-BA05-FD18210F4A0B}"/>
              </a:ext>
            </a:extLst>
          </p:cNvPr>
          <p:cNvSpPr>
            <a:spLocks noGrp="1"/>
          </p:cNvSpPr>
          <p:nvPr/>
        </p:nvSpPr>
        <p:spPr>
          <a:xfrm>
            <a:off x="1469754" y="2024752"/>
            <a:ext cx="46519" cy="46519"/>
          </a:xfrm>
          <a:prstGeom prst="ellipse">
            <a:avLst/>
          </a:prstGeom>
          <a:solidFill>
            <a:srgbClr val="566AB4">
              <a:alpha val="43000"/>
            </a:srgbClr>
          </a:solidFill>
          <a:ln w="0">
            <a:noFill/>
            <a:prstDash val="solid"/>
          </a:ln>
        </p:spPr>
      </p:sp>
      <p:sp>
        <p:nvSpPr>
          <p:cNvPr id="111" name="e_full_violin_ellipse_4463">
            <a:extLst>
              <a:ext uri="{FF2B5EF4-FFF2-40B4-BE49-F238E27FC236}">
                <a16:creationId xmlns:a16="http://schemas.microsoft.com/office/drawing/2014/main" id="{716667EC-5C63-400C-974D-D3654C2F4FC5}"/>
              </a:ext>
            </a:extLst>
          </p:cNvPr>
          <p:cNvSpPr>
            <a:spLocks noGrp="1"/>
          </p:cNvSpPr>
          <p:nvPr/>
        </p:nvSpPr>
        <p:spPr>
          <a:xfrm>
            <a:off x="1524435" y="2024752"/>
            <a:ext cx="46519" cy="46519"/>
          </a:xfrm>
          <a:prstGeom prst="ellipse">
            <a:avLst/>
          </a:prstGeom>
          <a:solidFill>
            <a:srgbClr val="566AB4">
              <a:alpha val="43000"/>
            </a:srgbClr>
          </a:solidFill>
          <a:ln w="0">
            <a:noFill/>
            <a:prstDash val="solid"/>
          </a:ln>
        </p:spPr>
      </p:sp>
      <p:sp>
        <p:nvSpPr>
          <p:cNvPr id="112" name="e_full_violin_ellipse_4464">
            <a:extLst>
              <a:ext uri="{FF2B5EF4-FFF2-40B4-BE49-F238E27FC236}">
                <a16:creationId xmlns:a16="http://schemas.microsoft.com/office/drawing/2014/main" id="{DF78BD3A-071E-4A54-9347-D1298BB74A39}"/>
              </a:ext>
            </a:extLst>
          </p:cNvPr>
          <p:cNvSpPr>
            <a:spLocks noGrp="1"/>
          </p:cNvSpPr>
          <p:nvPr/>
        </p:nvSpPr>
        <p:spPr>
          <a:xfrm>
            <a:off x="1559563" y="2024752"/>
            <a:ext cx="46519" cy="46519"/>
          </a:xfrm>
          <a:prstGeom prst="ellipse">
            <a:avLst/>
          </a:prstGeom>
          <a:solidFill>
            <a:srgbClr val="566AB4">
              <a:alpha val="43000"/>
            </a:srgbClr>
          </a:solidFill>
          <a:ln w="0">
            <a:noFill/>
            <a:prstDash val="solid"/>
          </a:ln>
        </p:spPr>
      </p:sp>
      <p:sp>
        <p:nvSpPr>
          <p:cNvPr id="113" name="e_full_violin_ellipse_4465">
            <a:extLst>
              <a:ext uri="{FF2B5EF4-FFF2-40B4-BE49-F238E27FC236}">
                <a16:creationId xmlns:a16="http://schemas.microsoft.com/office/drawing/2014/main" id="{7CCD4590-0F00-4587-9FF6-49CA84A46F47}"/>
              </a:ext>
            </a:extLst>
          </p:cNvPr>
          <p:cNvSpPr>
            <a:spLocks noGrp="1"/>
          </p:cNvSpPr>
          <p:nvPr/>
        </p:nvSpPr>
        <p:spPr>
          <a:xfrm>
            <a:off x="1602365" y="4456793"/>
            <a:ext cx="46519" cy="46519"/>
          </a:xfrm>
          <a:prstGeom prst="ellipse">
            <a:avLst/>
          </a:prstGeom>
          <a:solidFill>
            <a:srgbClr val="566AB4">
              <a:alpha val="43000"/>
            </a:srgbClr>
          </a:solidFill>
          <a:ln w="0">
            <a:noFill/>
            <a:prstDash val="solid"/>
          </a:ln>
        </p:spPr>
      </p:sp>
      <p:sp>
        <p:nvSpPr>
          <p:cNvPr id="114" name="e_full_violin_ellipse_4466">
            <a:extLst>
              <a:ext uri="{FF2B5EF4-FFF2-40B4-BE49-F238E27FC236}">
                <a16:creationId xmlns:a16="http://schemas.microsoft.com/office/drawing/2014/main" id="{67A5B393-B33A-44E5-B7C7-82946C10700E}"/>
              </a:ext>
            </a:extLst>
          </p:cNvPr>
          <p:cNvSpPr>
            <a:spLocks noGrp="1"/>
          </p:cNvSpPr>
          <p:nvPr/>
        </p:nvSpPr>
        <p:spPr>
          <a:xfrm>
            <a:off x="1677795" y="3646113"/>
            <a:ext cx="46519" cy="46519"/>
          </a:xfrm>
          <a:prstGeom prst="ellipse">
            <a:avLst/>
          </a:prstGeom>
          <a:solidFill>
            <a:srgbClr val="566AB4">
              <a:alpha val="43000"/>
            </a:srgbClr>
          </a:solidFill>
          <a:ln w="0">
            <a:noFill/>
            <a:prstDash val="solid"/>
          </a:ln>
        </p:spPr>
      </p:sp>
      <p:sp>
        <p:nvSpPr>
          <p:cNvPr id="115" name="e_full_violin_ellipse_4467">
            <a:extLst>
              <a:ext uri="{FF2B5EF4-FFF2-40B4-BE49-F238E27FC236}">
                <a16:creationId xmlns:a16="http://schemas.microsoft.com/office/drawing/2014/main" id="{4380EB43-2E5D-4428-983F-FED062CEC738}"/>
              </a:ext>
            </a:extLst>
          </p:cNvPr>
          <p:cNvSpPr>
            <a:spLocks noGrp="1"/>
          </p:cNvSpPr>
          <p:nvPr/>
        </p:nvSpPr>
        <p:spPr>
          <a:xfrm>
            <a:off x="1595953" y="3646113"/>
            <a:ext cx="46519" cy="46519"/>
          </a:xfrm>
          <a:prstGeom prst="ellipse">
            <a:avLst/>
          </a:prstGeom>
          <a:solidFill>
            <a:srgbClr val="566AB4">
              <a:alpha val="43000"/>
            </a:srgbClr>
          </a:solidFill>
          <a:ln w="0">
            <a:noFill/>
            <a:prstDash val="solid"/>
          </a:ln>
        </p:spPr>
      </p:sp>
      <p:sp>
        <p:nvSpPr>
          <p:cNvPr id="116" name="e_full_violin_ellipse_4468">
            <a:extLst>
              <a:ext uri="{FF2B5EF4-FFF2-40B4-BE49-F238E27FC236}">
                <a16:creationId xmlns:a16="http://schemas.microsoft.com/office/drawing/2014/main" id="{5A04250A-60F8-4D49-9437-BD96846ECBB8}"/>
              </a:ext>
            </a:extLst>
          </p:cNvPr>
          <p:cNvSpPr>
            <a:spLocks noGrp="1"/>
          </p:cNvSpPr>
          <p:nvPr/>
        </p:nvSpPr>
        <p:spPr>
          <a:xfrm>
            <a:off x="1461757" y="2024752"/>
            <a:ext cx="46519" cy="46519"/>
          </a:xfrm>
          <a:prstGeom prst="ellipse">
            <a:avLst/>
          </a:prstGeom>
          <a:solidFill>
            <a:srgbClr val="566AB4">
              <a:alpha val="43000"/>
            </a:srgbClr>
          </a:solidFill>
          <a:ln w="0">
            <a:noFill/>
            <a:prstDash val="solid"/>
          </a:ln>
        </p:spPr>
      </p:sp>
      <p:sp>
        <p:nvSpPr>
          <p:cNvPr id="117" name="e_full_violin_ellipse_4469">
            <a:extLst>
              <a:ext uri="{FF2B5EF4-FFF2-40B4-BE49-F238E27FC236}">
                <a16:creationId xmlns:a16="http://schemas.microsoft.com/office/drawing/2014/main" id="{1B29F4A4-D407-4AC3-B366-04A5BADD842F}"/>
              </a:ext>
            </a:extLst>
          </p:cNvPr>
          <p:cNvSpPr>
            <a:spLocks noGrp="1"/>
          </p:cNvSpPr>
          <p:nvPr/>
        </p:nvSpPr>
        <p:spPr>
          <a:xfrm>
            <a:off x="1502581" y="4456793"/>
            <a:ext cx="46519" cy="46519"/>
          </a:xfrm>
          <a:prstGeom prst="ellipse">
            <a:avLst/>
          </a:prstGeom>
          <a:solidFill>
            <a:srgbClr val="566AB4">
              <a:alpha val="43000"/>
            </a:srgbClr>
          </a:solidFill>
          <a:ln w="0">
            <a:noFill/>
            <a:prstDash val="solid"/>
          </a:ln>
        </p:spPr>
      </p:sp>
      <p:sp>
        <p:nvSpPr>
          <p:cNvPr id="118" name="e_full_violin_ellipse_4470">
            <a:extLst>
              <a:ext uri="{FF2B5EF4-FFF2-40B4-BE49-F238E27FC236}">
                <a16:creationId xmlns:a16="http://schemas.microsoft.com/office/drawing/2014/main" id="{3FADDCD7-432C-43EE-8B1E-43960B59933D}"/>
              </a:ext>
            </a:extLst>
          </p:cNvPr>
          <p:cNvSpPr>
            <a:spLocks noGrp="1"/>
          </p:cNvSpPr>
          <p:nvPr/>
        </p:nvSpPr>
        <p:spPr>
          <a:xfrm>
            <a:off x="1649613" y="2358561"/>
            <a:ext cx="46519" cy="46519"/>
          </a:xfrm>
          <a:prstGeom prst="ellipse">
            <a:avLst/>
          </a:prstGeom>
          <a:solidFill>
            <a:srgbClr val="566AB4">
              <a:alpha val="43000"/>
            </a:srgbClr>
          </a:solidFill>
          <a:ln w="0">
            <a:noFill/>
            <a:prstDash val="solid"/>
          </a:ln>
        </p:spPr>
      </p:sp>
      <p:sp>
        <p:nvSpPr>
          <p:cNvPr id="119" name="e_full_violin_ellipse_4471">
            <a:extLst>
              <a:ext uri="{FF2B5EF4-FFF2-40B4-BE49-F238E27FC236}">
                <a16:creationId xmlns:a16="http://schemas.microsoft.com/office/drawing/2014/main" id="{153F081F-C093-41AD-8A34-F9DCEAF702A5}"/>
              </a:ext>
            </a:extLst>
          </p:cNvPr>
          <p:cNvSpPr>
            <a:spLocks noGrp="1"/>
          </p:cNvSpPr>
          <p:nvPr/>
        </p:nvSpPr>
        <p:spPr>
          <a:xfrm>
            <a:off x="1363512" y="2024752"/>
            <a:ext cx="46519" cy="46519"/>
          </a:xfrm>
          <a:prstGeom prst="ellipse">
            <a:avLst/>
          </a:prstGeom>
          <a:solidFill>
            <a:srgbClr val="566AB4">
              <a:alpha val="43000"/>
            </a:srgbClr>
          </a:solidFill>
          <a:ln w="0">
            <a:noFill/>
            <a:prstDash val="solid"/>
          </a:ln>
        </p:spPr>
      </p:sp>
      <p:sp>
        <p:nvSpPr>
          <p:cNvPr id="120" name="e_full_violin_ellipse_4472">
            <a:extLst>
              <a:ext uri="{FF2B5EF4-FFF2-40B4-BE49-F238E27FC236}">
                <a16:creationId xmlns:a16="http://schemas.microsoft.com/office/drawing/2014/main" id="{5A8108C1-2507-4366-A9A1-C0C40B360D8B}"/>
              </a:ext>
            </a:extLst>
          </p:cNvPr>
          <p:cNvSpPr>
            <a:spLocks noGrp="1"/>
          </p:cNvSpPr>
          <p:nvPr/>
        </p:nvSpPr>
        <p:spPr>
          <a:xfrm>
            <a:off x="1679718" y="3483977"/>
            <a:ext cx="46519" cy="46519"/>
          </a:xfrm>
          <a:prstGeom prst="ellipse">
            <a:avLst/>
          </a:prstGeom>
          <a:solidFill>
            <a:srgbClr val="566AB4">
              <a:alpha val="43000"/>
            </a:srgbClr>
          </a:solidFill>
          <a:ln w="0">
            <a:noFill/>
            <a:prstDash val="solid"/>
          </a:ln>
        </p:spPr>
      </p:sp>
      <p:sp>
        <p:nvSpPr>
          <p:cNvPr id="121" name="e_full_violin_ellipse_4473">
            <a:extLst>
              <a:ext uri="{FF2B5EF4-FFF2-40B4-BE49-F238E27FC236}">
                <a16:creationId xmlns:a16="http://schemas.microsoft.com/office/drawing/2014/main" id="{FED43751-3899-486B-854A-5DCF5126AA5D}"/>
              </a:ext>
            </a:extLst>
          </p:cNvPr>
          <p:cNvSpPr>
            <a:spLocks noGrp="1"/>
          </p:cNvSpPr>
          <p:nvPr/>
        </p:nvSpPr>
        <p:spPr>
          <a:xfrm>
            <a:off x="1477571" y="4456793"/>
            <a:ext cx="46519" cy="46519"/>
          </a:xfrm>
          <a:prstGeom prst="ellipse">
            <a:avLst/>
          </a:prstGeom>
          <a:solidFill>
            <a:srgbClr val="566AB4">
              <a:alpha val="43000"/>
            </a:srgbClr>
          </a:solidFill>
          <a:ln w="0">
            <a:noFill/>
            <a:prstDash val="solid"/>
          </a:ln>
        </p:spPr>
      </p:sp>
      <p:sp>
        <p:nvSpPr>
          <p:cNvPr id="122" name="e_full_violin_ellipse_4474">
            <a:extLst>
              <a:ext uri="{FF2B5EF4-FFF2-40B4-BE49-F238E27FC236}">
                <a16:creationId xmlns:a16="http://schemas.microsoft.com/office/drawing/2014/main" id="{4C8111FC-1B53-452D-A5AC-032772FAA330}"/>
              </a:ext>
            </a:extLst>
          </p:cNvPr>
          <p:cNvSpPr>
            <a:spLocks noGrp="1"/>
          </p:cNvSpPr>
          <p:nvPr/>
        </p:nvSpPr>
        <p:spPr>
          <a:xfrm>
            <a:off x="1668799" y="4456793"/>
            <a:ext cx="46519" cy="46519"/>
          </a:xfrm>
          <a:prstGeom prst="ellipse">
            <a:avLst/>
          </a:prstGeom>
          <a:solidFill>
            <a:srgbClr val="566AB4">
              <a:alpha val="43000"/>
            </a:srgbClr>
          </a:solidFill>
          <a:ln w="0">
            <a:noFill/>
            <a:prstDash val="solid"/>
          </a:ln>
        </p:spPr>
      </p:sp>
      <p:sp>
        <p:nvSpPr>
          <p:cNvPr id="123" name="e_full_violin_ellipse_4475">
            <a:extLst>
              <a:ext uri="{FF2B5EF4-FFF2-40B4-BE49-F238E27FC236}">
                <a16:creationId xmlns:a16="http://schemas.microsoft.com/office/drawing/2014/main" id="{7949B281-F418-433F-B30C-CE60281D83CD}"/>
              </a:ext>
            </a:extLst>
          </p:cNvPr>
          <p:cNvSpPr>
            <a:spLocks noGrp="1"/>
          </p:cNvSpPr>
          <p:nvPr/>
        </p:nvSpPr>
        <p:spPr>
          <a:xfrm>
            <a:off x="1410052" y="2349024"/>
            <a:ext cx="46519" cy="46519"/>
          </a:xfrm>
          <a:prstGeom prst="ellipse">
            <a:avLst/>
          </a:prstGeom>
          <a:solidFill>
            <a:srgbClr val="566AB4">
              <a:alpha val="43000"/>
            </a:srgbClr>
          </a:solidFill>
          <a:ln w="0">
            <a:noFill/>
            <a:prstDash val="solid"/>
          </a:ln>
        </p:spPr>
      </p:sp>
      <p:sp>
        <p:nvSpPr>
          <p:cNvPr id="124" name="e_full_violin_ellipse_4476">
            <a:extLst>
              <a:ext uri="{FF2B5EF4-FFF2-40B4-BE49-F238E27FC236}">
                <a16:creationId xmlns:a16="http://schemas.microsoft.com/office/drawing/2014/main" id="{7C17D42B-AF50-45C8-8971-E03C9E07E61A}"/>
              </a:ext>
            </a:extLst>
          </p:cNvPr>
          <p:cNvSpPr>
            <a:spLocks noGrp="1"/>
          </p:cNvSpPr>
          <p:nvPr/>
        </p:nvSpPr>
        <p:spPr>
          <a:xfrm>
            <a:off x="1539550" y="2835432"/>
            <a:ext cx="46519" cy="46519"/>
          </a:xfrm>
          <a:prstGeom prst="ellipse">
            <a:avLst/>
          </a:prstGeom>
          <a:solidFill>
            <a:srgbClr val="566AB4">
              <a:alpha val="43000"/>
            </a:srgbClr>
          </a:solidFill>
          <a:ln w="0">
            <a:noFill/>
            <a:prstDash val="solid"/>
          </a:ln>
        </p:spPr>
      </p:sp>
      <p:sp>
        <p:nvSpPr>
          <p:cNvPr id="125" name="e_full_violin_ellipse_4477">
            <a:extLst>
              <a:ext uri="{FF2B5EF4-FFF2-40B4-BE49-F238E27FC236}">
                <a16:creationId xmlns:a16="http://schemas.microsoft.com/office/drawing/2014/main" id="{ABBDD2E7-B322-4F1F-AC68-51DD102FD615}"/>
              </a:ext>
            </a:extLst>
          </p:cNvPr>
          <p:cNvSpPr>
            <a:spLocks noGrp="1"/>
          </p:cNvSpPr>
          <p:nvPr/>
        </p:nvSpPr>
        <p:spPr>
          <a:xfrm>
            <a:off x="1502887" y="2024752"/>
            <a:ext cx="46519" cy="46519"/>
          </a:xfrm>
          <a:prstGeom prst="ellipse">
            <a:avLst/>
          </a:prstGeom>
          <a:solidFill>
            <a:srgbClr val="566AB4">
              <a:alpha val="43000"/>
            </a:srgbClr>
          </a:solidFill>
          <a:ln w="0">
            <a:noFill/>
            <a:prstDash val="solid"/>
          </a:ln>
        </p:spPr>
      </p:sp>
      <p:sp>
        <p:nvSpPr>
          <p:cNvPr id="126" name="e_full_violin_ellipse_4478">
            <a:extLst>
              <a:ext uri="{FF2B5EF4-FFF2-40B4-BE49-F238E27FC236}">
                <a16:creationId xmlns:a16="http://schemas.microsoft.com/office/drawing/2014/main" id="{92481F4F-DAD4-4D7E-9853-D579A80670BB}"/>
              </a:ext>
            </a:extLst>
          </p:cNvPr>
          <p:cNvSpPr>
            <a:spLocks noGrp="1"/>
          </p:cNvSpPr>
          <p:nvPr/>
        </p:nvSpPr>
        <p:spPr>
          <a:xfrm>
            <a:off x="1447591" y="2883119"/>
            <a:ext cx="46519" cy="46519"/>
          </a:xfrm>
          <a:prstGeom prst="ellipse">
            <a:avLst/>
          </a:prstGeom>
          <a:solidFill>
            <a:srgbClr val="566AB4">
              <a:alpha val="43000"/>
            </a:srgbClr>
          </a:solidFill>
          <a:ln w="0">
            <a:noFill/>
            <a:prstDash val="solid"/>
          </a:ln>
        </p:spPr>
      </p:sp>
      <p:sp>
        <p:nvSpPr>
          <p:cNvPr id="127" name="e_full_violin_ellipse_4479">
            <a:extLst>
              <a:ext uri="{FF2B5EF4-FFF2-40B4-BE49-F238E27FC236}">
                <a16:creationId xmlns:a16="http://schemas.microsoft.com/office/drawing/2014/main" id="{8F046C03-70DD-41A7-B71F-2184E72D8FAA}"/>
              </a:ext>
            </a:extLst>
          </p:cNvPr>
          <p:cNvSpPr>
            <a:spLocks noGrp="1"/>
          </p:cNvSpPr>
          <p:nvPr/>
        </p:nvSpPr>
        <p:spPr>
          <a:xfrm>
            <a:off x="1423272" y="3848783"/>
            <a:ext cx="46519" cy="46519"/>
          </a:xfrm>
          <a:prstGeom prst="ellipse">
            <a:avLst/>
          </a:prstGeom>
          <a:solidFill>
            <a:srgbClr val="566AB4">
              <a:alpha val="43000"/>
            </a:srgbClr>
          </a:solidFill>
          <a:ln w="0">
            <a:noFill/>
            <a:prstDash val="solid"/>
          </a:ln>
        </p:spPr>
      </p:sp>
      <p:sp>
        <p:nvSpPr>
          <p:cNvPr id="128" name="e_full_violin_ellipse_4480">
            <a:extLst>
              <a:ext uri="{FF2B5EF4-FFF2-40B4-BE49-F238E27FC236}">
                <a16:creationId xmlns:a16="http://schemas.microsoft.com/office/drawing/2014/main" id="{68D9759B-A6F2-4D22-9FD3-A0FCAC90E762}"/>
              </a:ext>
            </a:extLst>
          </p:cNvPr>
          <p:cNvSpPr>
            <a:spLocks noGrp="1"/>
          </p:cNvSpPr>
          <p:nvPr/>
        </p:nvSpPr>
        <p:spPr>
          <a:xfrm>
            <a:off x="1505376" y="2835432"/>
            <a:ext cx="46519" cy="46519"/>
          </a:xfrm>
          <a:prstGeom prst="ellipse">
            <a:avLst/>
          </a:prstGeom>
          <a:solidFill>
            <a:srgbClr val="566AB4">
              <a:alpha val="43000"/>
            </a:srgbClr>
          </a:solidFill>
          <a:ln w="0">
            <a:noFill/>
            <a:prstDash val="solid"/>
          </a:ln>
        </p:spPr>
      </p:sp>
      <p:sp>
        <p:nvSpPr>
          <p:cNvPr id="129" name="e_full_violin_ellipse_4481">
            <a:extLst>
              <a:ext uri="{FF2B5EF4-FFF2-40B4-BE49-F238E27FC236}">
                <a16:creationId xmlns:a16="http://schemas.microsoft.com/office/drawing/2014/main" id="{1EB35656-BE93-4441-9A93-332F9E7935B3}"/>
              </a:ext>
            </a:extLst>
          </p:cNvPr>
          <p:cNvSpPr>
            <a:spLocks noGrp="1"/>
          </p:cNvSpPr>
          <p:nvPr/>
        </p:nvSpPr>
        <p:spPr>
          <a:xfrm>
            <a:off x="1316175" y="3240773"/>
            <a:ext cx="46519" cy="46519"/>
          </a:xfrm>
          <a:prstGeom prst="ellipse">
            <a:avLst/>
          </a:prstGeom>
          <a:solidFill>
            <a:srgbClr val="566AB4">
              <a:alpha val="43000"/>
            </a:srgbClr>
          </a:solidFill>
          <a:ln w="0">
            <a:noFill/>
            <a:prstDash val="solid"/>
          </a:ln>
        </p:spPr>
      </p:sp>
      <p:sp>
        <p:nvSpPr>
          <p:cNvPr id="130" name="e_full_violin_ellipse_4482">
            <a:extLst>
              <a:ext uri="{FF2B5EF4-FFF2-40B4-BE49-F238E27FC236}">
                <a16:creationId xmlns:a16="http://schemas.microsoft.com/office/drawing/2014/main" id="{4D24A589-A8DA-41B7-AC0D-63F6AF10D00D}"/>
              </a:ext>
            </a:extLst>
          </p:cNvPr>
          <p:cNvSpPr>
            <a:spLocks noGrp="1"/>
          </p:cNvSpPr>
          <p:nvPr/>
        </p:nvSpPr>
        <p:spPr>
          <a:xfrm>
            <a:off x="1580585" y="3240773"/>
            <a:ext cx="46519" cy="46519"/>
          </a:xfrm>
          <a:prstGeom prst="ellipse">
            <a:avLst/>
          </a:prstGeom>
          <a:solidFill>
            <a:srgbClr val="566AB4">
              <a:alpha val="43000"/>
            </a:srgbClr>
          </a:solidFill>
          <a:ln w="0">
            <a:noFill/>
            <a:prstDash val="solid"/>
          </a:ln>
        </p:spPr>
      </p:sp>
      <p:sp>
        <p:nvSpPr>
          <p:cNvPr id="131" name="e_full_violin_ellipse_4483">
            <a:extLst>
              <a:ext uri="{FF2B5EF4-FFF2-40B4-BE49-F238E27FC236}">
                <a16:creationId xmlns:a16="http://schemas.microsoft.com/office/drawing/2014/main" id="{C4FFF1A2-DED0-4326-ACF1-97928EC1D11B}"/>
              </a:ext>
            </a:extLst>
          </p:cNvPr>
          <p:cNvSpPr>
            <a:spLocks noGrp="1"/>
          </p:cNvSpPr>
          <p:nvPr/>
        </p:nvSpPr>
        <p:spPr>
          <a:xfrm>
            <a:off x="1599741" y="2294979"/>
            <a:ext cx="46519" cy="46519"/>
          </a:xfrm>
          <a:prstGeom prst="ellipse">
            <a:avLst/>
          </a:prstGeom>
          <a:solidFill>
            <a:srgbClr val="566AB4">
              <a:alpha val="43000"/>
            </a:srgbClr>
          </a:solidFill>
          <a:ln w="0">
            <a:noFill/>
            <a:prstDash val="solid"/>
          </a:ln>
        </p:spPr>
      </p:sp>
      <p:sp>
        <p:nvSpPr>
          <p:cNvPr id="132" name="e_full_violin_ellipse_4484">
            <a:extLst>
              <a:ext uri="{FF2B5EF4-FFF2-40B4-BE49-F238E27FC236}">
                <a16:creationId xmlns:a16="http://schemas.microsoft.com/office/drawing/2014/main" id="{526D0FCC-FF04-461D-BAAD-DE5AEA45365B}"/>
              </a:ext>
            </a:extLst>
          </p:cNvPr>
          <p:cNvSpPr>
            <a:spLocks noGrp="1"/>
          </p:cNvSpPr>
          <p:nvPr/>
        </p:nvSpPr>
        <p:spPr>
          <a:xfrm>
            <a:off x="1561633" y="2024752"/>
            <a:ext cx="46519" cy="46519"/>
          </a:xfrm>
          <a:prstGeom prst="ellipse">
            <a:avLst/>
          </a:prstGeom>
          <a:solidFill>
            <a:srgbClr val="566AB4">
              <a:alpha val="43000"/>
            </a:srgbClr>
          </a:solidFill>
          <a:ln w="0">
            <a:noFill/>
            <a:prstDash val="solid"/>
          </a:ln>
        </p:spPr>
      </p:sp>
      <p:sp>
        <p:nvSpPr>
          <p:cNvPr id="133" name="e_full_violin_ellipse_4485">
            <a:extLst>
              <a:ext uri="{FF2B5EF4-FFF2-40B4-BE49-F238E27FC236}">
                <a16:creationId xmlns:a16="http://schemas.microsoft.com/office/drawing/2014/main" id="{59B2241F-9F7E-4247-ABD4-E74DFB88CEBC}"/>
              </a:ext>
            </a:extLst>
          </p:cNvPr>
          <p:cNvSpPr>
            <a:spLocks noGrp="1"/>
          </p:cNvSpPr>
          <p:nvPr/>
        </p:nvSpPr>
        <p:spPr>
          <a:xfrm>
            <a:off x="1694735" y="2835432"/>
            <a:ext cx="46519" cy="46519"/>
          </a:xfrm>
          <a:prstGeom prst="ellipse">
            <a:avLst/>
          </a:prstGeom>
          <a:solidFill>
            <a:srgbClr val="566AB4">
              <a:alpha val="43000"/>
            </a:srgbClr>
          </a:solidFill>
          <a:ln w="0">
            <a:noFill/>
            <a:prstDash val="solid"/>
          </a:ln>
        </p:spPr>
      </p:sp>
      <p:sp>
        <p:nvSpPr>
          <p:cNvPr id="134" name="e_full_violin_ellipse_4486">
            <a:extLst>
              <a:ext uri="{FF2B5EF4-FFF2-40B4-BE49-F238E27FC236}">
                <a16:creationId xmlns:a16="http://schemas.microsoft.com/office/drawing/2014/main" id="{FE00E6EF-DC13-44A7-A524-5DACA212F88C}"/>
              </a:ext>
            </a:extLst>
          </p:cNvPr>
          <p:cNvSpPr>
            <a:spLocks noGrp="1"/>
          </p:cNvSpPr>
          <p:nvPr/>
        </p:nvSpPr>
        <p:spPr>
          <a:xfrm>
            <a:off x="1438959" y="2024752"/>
            <a:ext cx="46519" cy="46519"/>
          </a:xfrm>
          <a:prstGeom prst="ellipse">
            <a:avLst/>
          </a:prstGeom>
          <a:solidFill>
            <a:srgbClr val="566AB4">
              <a:alpha val="43000"/>
            </a:srgbClr>
          </a:solidFill>
          <a:ln w="0">
            <a:noFill/>
            <a:prstDash val="solid"/>
          </a:ln>
        </p:spPr>
      </p:sp>
      <p:sp>
        <p:nvSpPr>
          <p:cNvPr id="135" name="e_full_violin_ellipse_4487">
            <a:extLst>
              <a:ext uri="{FF2B5EF4-FFF2-40B4-BE49-F238E27FC236}">
                <a16:creationId xmlns:a16="http://schemas.microsoft.com/office/drawing/2014/main" id="{8C8F9315-17B5-4991-BF8E-81EA833EBA14}"/>
              </a:ext>
            </a:extLst>
          </p:cNvPr>
          <p:cNvSpPr>
            <a:spLocks noGrp="1"/>
          </p:cNvSpPr>
          <p:nvPr/>
        </p:nvSpPr>
        <p:spPr>
          <a:xfrm>
            <a:off x="1531663" y="2835432"/>
            <a:ext cx="46519" cy="46519"/>
          </a:xfrm>
          <a:prstGeom prst="ellipse">
            <a:avLst/>
          </a:prstGeom>
          <a:solidFill>
            <a:srgbClr val="566AB4">
              <a:alpha val="43000"/>
            </a:srgbClr>
          </a:solidFill>
          <a:ln w="0">
            <a:noFill/>
            <a:prstDash val="solid"/>
          </a:ln>
        </p:spPr>
      </p:sp>
      <p:sp>
        <p:nvSpPr>
          <p:cNvPr id="136" name="e_full_violin_ellipse_4488">
            <a:extLst>
              <a:ext uri="{FF2B5EF4-FFF2-40B4-BE49-F238E27FC236}">
                <a16:creationId xmlns:a16="http://schemas.microsoft.com/office/drawing/2014/main" id="{70FFB962-6B01-42F9-A37F-F62361DEC87E}"/>
              </a:ext>
            </a:extLst>
          </p:cNvPr>
          <p:cNvSpPr>
            <a:spLocks noGrp="1"/>
          </p:cNvSpPr>
          <p:nvPr/>
        </p:nvSpPr>
        <p:spPr>
          <a:xfrm>
            <a:off x="1499872" y="2024752"/>
            <a:ext cx="46519" cy="46519"/>
          </a:xfrm>
          <a:prstGeom prst="ellipse">
            <a:avLst/>
          </a:prstGeom>
          <a:solidFill>
            <a:srgbClr val="566AB4">
              <a:alpha val="43000"/>
            </a:srgbClr>
          </a:solidFill>
          <a:ln w="0">
            <a:noFill/>
            <a:prstDash val="solid"/>
          </a:ln>
        </p:spPr>
      </p:sp>
      <p:sp>
        <p:nvSpPr>
          <p:cNvPr id="137" name="e_full_violin_ellipse_4489">
            <a:extLst>
              <a:ext uri="{FF2B5EF4-FFF2-40B4-BE49-F238E27FC236}">
                <a16:creationId xmlns:a16="http://schemas.microsoft.com/office/drawing/2014/main" id="{D4BA0007-47C6-4DFF-A209-B0A89073BCEE}"/>
              </a:ext>
            </a:extLst>
          </p:cNvPr>
          <p:cNvSpPr>
            <a:spLocks noGrp="1"/>
          </p:cNvSpPr>
          <p:nvPr/>
        </p:nvSpPr>
        <p:spPr>
          <a:xfrm>
            <a:off x="1434422" y="4456793"/>
            <a:ext cx="46519" cy="46519"/>
          </a:xfrm>
          <a:prstGeom prst="ellipse">
            <a:avLst/>
          </a:prstGeom>
          <a:solidFill>
            <a:srgbClr val="566AB4">
              <a:alpha val="43000"/>
            </a:srgbClr>
          </a:solidFill>
          <a:ln w="0">
            <a:noFill/>
            <a:prstDash val="solid"/>
          </a:ln>
        </p:spPr>
      </p:sp>
      <p:sp>
        <p:nvSpPr>
          <p:cNvPr id="138" name="e_full_violin_ellipse_4490">
            <a:extLst>
              <a:ext uri="{FF2B5EF4-FFF2-40B4-BE49-F238E27FC236}">
                <a16:creationId xmlns:a16="http://schemas.microsoft.com/office/drawing/2014/main" id="{C114ABAD-FE34-4B90-9C2F-9CFCD8E70088}"/>
              </a:ext>
            </a:extLst>
          </p:cNvPr>
          <p:cNvSpPr>
            <a:spLocks noGrp="1"/>
          </p:cNvSpPr>
          <p:nvPr/>
        </p:nvSpPr>
        <p:spPr>
          <a:xfrm>
            <a:off x="1561116" y="2024752"/>
            <a:ext cx="46519" cy="46519"/>
          </a:xfrm>
          <a:prstGeom prst="ellipse">
            <a:avLst/>
          </a:prstGeom>
          <a:solidFill>
            <a:srgbClr val="566AB4">
              <a:alpha val="43000"/>
            </a:srgbClr>
          </a:solidFill>
          <a:ln w="0">
            <a:noFill/>
            <a:prstDash val="solid"/>
          </a:ln>
        </p:spPr>
      </p:sp>
      <p:sp>
        <p:nvSpPr>
          <p:cNvPr id="139" name="e_full_violin_ellipse_4491">
            <a:extLst>
              <a:ext uri="{FF2B5EF4-FFF2-40B4-BE49-F238E27FC236}">
                <a16:creationId xmlns:a16="http://schemas.microsoft.com/office/drawing/2014/main" id="{9684D982-1210-478D-B741-F44D489068C8}"/>
              </a:ext>
            </a:extLst>
          </p:cNvPr>
          <p:cNvSpPr>
            <a:spLocks noGrp="1"/>
          </p:cNvSpPr>
          <p:nvPr/>
        </p:nvSpPr>
        <p:spPr>
          <a:xfrm>
            <a:off x="1319341" y="4456793"/>
            <a:ext cx="46519" cy="46519"/>
          </a:xfrm>
          <a:prstGeom prst="ellipse">
            <a:avLst/>
          </a:prstGeom>
          <a:solidFill>
            <a:srgbClr val="566AB4">
              <a:alpha val="43000"/>
            </a:srgbClr>
          </a:solidFill>
          <a:ln w="0">
            <a:noFill/>
            <a:prstDash val="solid"/>
          </a:ln>
        </p:spPr>
      </p:sp>
      <p:sp>
        <p:nvSpPr>
          <p:cNvPr id="140" name="e_full_violin_ellipse_4492">
            <a:extLst>
              <a:ext uri="{FF2B5EF4-FFF2-40B4-BE49-F238E27FC236}">
                <a16:creationId xmlns:a16="http://schemas.microsoft.com/office/drawing/2014/main" id="{4065D119-7B16-4BFA-A995-1A2AB28576BD}"/>
              </a:ext>
            </a:extLst>
          </p:cNvPr>
          <p:cNvSpPr>
            <a:spLocks noGrp="1"/>
          </p:cNvSpPr>
          <p:nvPr/>
        </p:nvSpPr>
        <p:spPr>
          <a:xfrm>
            <a:off x="1376560" y="2591569"/>
            <a:ext cx="46519" cy="46519"/>
          </a:xfrm>
          <a:prstGeom prst="ellipse">
            <a:avLst/>
          </a:prstGeom>
          <a:solidFill>
            <a:srgbClr val="566AB4">
              <a:alpha val="43000"/>
            </a:srgbClr>
          </a:solidFill>
          <a:ln w="0">
            <a:noFill/>
            <a:prstDash val="solid"/>
          </a:ln>
        </p:spPr>
      </p:sp>
      <p:sp>
        <p:nvSpPr>
          <p:cNvPr id="141" name="e_full_violin_ellipse_4493">
            <a:extLst>
              <a:ext uri="{FF2B5EF4-FFF2-40B4-BE49-F238E27FC236}">
                <a16:creationId xmlns:a16="http://schemas.microsoft.com/office/drawing/2014/main" id="{4DA82BBD-E1B6-4E21-91AC-8ADEE892FF74}"/>
              </a:ext>
            </a:extLst>
          </p:cNvPr>
          <p:cNvSpPr>
            <a:spLocks noGrp="1"/>
          </p:cNvSpPr>
          <p:nvPr/>
        </p:nvSpPr>
        <p:spPr>
          <a:xfrm>
            <a:off x="1313723" y="2835432"/>
            <a:ext cx="46519" cy="46519"/>
          </a:xfrm>
          <a:prstGeom prst="ellipse">
            <a:avLst/>
          </a:prstGeom>
          <a:solidFill>
            <a:srgbClr val="566AB4">
              <a:alpha val="43000"/>
            </a:srgbClr>
          </a:solidFill>
          <a:ln w="0">
            <a:noFill/>
            <a:prstDash val="solid"/>
          </a:ln>
        </p:spPr>
      </p:sp>
      <p:sp>
        <p:nvSpPr>
          <p:cNvPr id="142" name="e_full_violin_ellipse_4494">
            <a:extLst>
              <a:ext uri="{FF2B5EF4-FFF2-40B4-BE49-F238E27FC236}">
                <a16:creationId xmlns:a16="http://schemas.microsoft.com/office/drawing/2014/main" id="{0B7CC211-C2A3-4D00-A77D-FBD7D1289F5D}"/>
              </a:ext>
            </a:extLst>
          </p:cNvPr>
          <p:cNvSpPr>
            <a:spLocks noGrp="1"/>
          </p:cNvSpPr>
          <p:nvPr/>
        </p:nvSpPr>
        <p:spPr>
          <a:xfrm>
            <a:off x="1376726" y="2997568"/>
            <a:ext cx="46519" cy="46519"/>
          </a:xfrm>
          <a:prstGeom prst="ellipse">
            <a:avLst/>
          </a:prstGeom>
          <a:solidFill>
            <a:srgbClr val="566AB4">
              <a:alpha val="43000"/>
            </a:srgbClr>
          </a:solidFill>
          <a:ln w="0">
            <a:noFill/>
            <a:prstDash val="solid"/>
          </a:ln>
        </p:spPr>
      </p:sp>
      <p:sp>
        <p:nvSpPr>
          <p:cNvPr id="143" name="e_full_violin_ellipse_4495">
            <a:extLst>
              <a:ext uri="{FF2B5EF4-FFF2-40B4-BE49-F238E27FC236}">
                <a16:creationId xmlns:a16="http://schemas.microsoft.com/office/drawing/2014/main" id="{8842391D-512F-4ABD-8CC5-965F434D3A01}"/>
              </a:ext>
            </a:extLst>
          </p:cNvPr>
          <p:cNvSpPr>
            <a:spLocks noGrp="1"/>
          </p:cNvSpPr>
          <p:nvPr/>
        </p:nvSpPr>
        <p:spPr>
          <a:xfrm>
            <a:off x="1531216" y="2024752"/>
            <a:ext cx="46519" cy="46519"/>
          </a:xfrm>
          <a:prstGeom prst="ellipse">
            <a:avLst/>
          </a:prstGeom>
          <a:solidFill>
            <a:srgbClr val="566AB4">
              <a:alpha val="43000"/>
            </a:srgbClr>
          </a:solidFill>
          <a:ln w="0">
            <a:noFill/>
            <a:prstDash val="solid"/>
          </a:ln>
        </p:spPr>
      </p:sp>
      <p:sp>
        <p:nvSpPr>
          <p:cNvPr id="144" name="e_full_violin_ellipse_4496">
            <a:extLst>
              <a:ext uri="{FF2B5EF4-FFF2-40B4-BE49-F238E27FC236}">
                <a16:creationId xmlns:a16="http://schemas.microsoft.com/office/drawing/2014/main" id="{3565B142-6388-4EAC-86B6-4346771E5E5D}"/>
              </a:ext>
            </a:extLst>
          </p:cNvPr>
          <p:cNvSpPr>
            <a:spLocks noGrp="1"/>
          </p:cNvSpPr>
          <p:nvPr/>
        </p:nvSpPr>
        <p:spPr>
          <a:xfrm>
            <a:off x="1664691" y="2024752"/>
            <a:ext cx="46519" cy="46519"/>
          </a:xfrm>
          <a:prstGeom prst="ellipse">
            <a:avLst/>
          </a:prstGeom>
          <a:solidFill>
            <a:srgbClr val="566AB4">
              <a:alpha val="43000"/>
            </a:srgbClr>
          </a:solidFill>
          <a:ln w="0">
            <a:noFill/>
            <a:prstDash val="solid"/>
          </a:ln>
        </p:spPr>
      </p:sp>
      <p:sp>
        <p:nvSpPr>
          <p:cNvPr id="145" name="e_full_violin_ellipse_4497">
            <a:extLst>
              <a:ext uri="{FF2B5EF4-FFF2-40B4-BE49-F238E27FC236}">
                <a16:creationId xmlns:a16="http://schemas.microsoft.com/office/drawing/2014/main" id="{92B5792E-61BF-429F-936D-6DE0A4E935A1}"/>
              </a:ext>
            </a:extLst>
          </p:cNvPr>
          <p:cNvSpPr>
            <a:spLocks noGrp="1"/>
          </p:cNvSpPr>
          <p:nvPr/>
        </p:nvSpPr>
        <p:spPr>
          <a:xfrm>
            <a:off x="1320615" y="2835432"/>
            <a:ext cx="46519" cy="46519"/>
          </a:xfrm>
          <a:prstGeom prst="ellipse">
            <a:avLst/>
          </a:prstGeom>
          <a:solidFill>
            <a:srgbClr val="566AB4">
              <a:alpha val="43000"/>
            </a:srgbClr>
          </a:solidFill>
          <a:ln w="0">
            <a:noFill/>
            <a:prstDash val="solid"/>
          </a:ln>
        </p:spPr>
      </p:sp>
      <p:sp>
        <p:nvSpPr>
          <p:cNvPr id="146" name="e_full_violin_ellipse_4498">
            <a:extLst>
              <a:ext uri="{FF2B5EF4-FFF2-40B4-BE49-F238E27FC236}">
                <a16:creationId xmlns:a16="http://schemas.microsoft.com/office/drawing/2014/main" id="{5C8C69FB-E72E-49C4-A774-804AB2A8DD2B}"/>
              </a:ext>
            </a:extLst>
          </p:cNvPr>
          <p:cNvSpPr>
            <a:spLocks noGrp="1"/>
          </p:cNvSpPr>
          <p:nvPr/>
        </p:nvSpPr>
        <p:spPr>
          <a:xfrm>
            <a:off x="1551476" y="4456793"/>
            <a:ext cx="46519" cy="46519"/>
          </a:xfrm>
          <a:prstGeom prst="ellipse">
            <a:avLst/>
          </a:prstGeom>
          <a:solidFill>
            <a:srgbClr val="566AB4">
              <a:alpha val="43000"/>
            </a:srgbClr>
          </a:solidFill>
          <a:ln w="0">
            <a:noFill/>
            <a:prstDash val="solid"/>
          </a:ln>
        </p:spPr>
      </p:sp>
      <p:sp>
        <p:nvSpPr>
          <p:cNvPr id="147" name="e_full_violin_ellipse_4499">
            <a:extLst>
              <a:ext uri="{FF2B5EF4-FFF2-40B4-BE49-F238E27FC236}">
                <a16:creationId xmlns:a16="http://schemas.microsoft.com/office/drawing/2014/main" id="{86DD0325-42B7-442E-8E10-716CB748855C}"/>
              </a:ext>
            </a:extLst>
          </p:cNvPr>
          <p:cNvSpPr>
            <a:spLocks noGrp="1"/>
          </p:cNvSpPr>
          <p:nvPr/>
        </p:nvSpPr>
        <p:spPr>
          <a:xfrm>
            <a:off x="1373368" y="3240773"/>
            <a:ext cx="46519" cy="46519"/>
          </a:xfrm>
          <a:prstGeom prst="ellipse">
            <a:avLst/>
          </a:prstGeom>
          <a:solidFill>
            <a:srgbClr val="566AB4">
              <a:alpha val="43000"/>
            </a:srgbClr>
          </a:solidFill>
          <a:ln w="0">
            <a:noFill/>
            <a:prstDash val="solid"/>
          </a:ln>
        </p:spPr>
      </p:sp>
      <p:sp>
        <p:nvSpPr>
          <p:cNvPr id="148" name="e_full_violin_ellipse_4500">
            <a:extLst>
              <a:ext uri="{FF2B5EF4-FFF2-40B4-BE49-F238E27FC236}">
                <a16:creationId xmlns:a16="http://schemas.microsoft.com/office/drawing/2014/main" id="{CE22F8DE-836B-41BF-8BAE-93F4D6ED63DE}"/>
              </a:ext>
            </a:extLst>
          </p:cNvPr>
          <p:cNvSpPr>
            <a:spLocks noGrp="1"/>
          </p:cNvSpPr>
          <p:nvPr/>
        </p:nvSpPr>
        <p:spPr>
          <a:xfrm>
            <a:off x="1690807" y="2024752"/>
            <a:ext cx="46519" cy="46519"/>
          </a:xfrm>
          <a:prstGeom prst="ellipse">
            <a:avLst/>
          </a:prstGeom>
          <a:solidFill>
            <a:srgbClr val="566AB4">
              <a:alpha val="43000"/>
            </a:srgbClr>
          </a:solidFill>
          <a:ln w="0">
            <a:noFill/>
            <a:prstDash val="solid"/>
          </a:ln>
        </p:spPr>
      </p:sp>
      <p:sp>
        <p:nvSpPr>
          <p:cNvPr id="149" name="e_full_violin_ellipse_4501">
            <a:extLst>
              <a:ext uri="{FF2B5EF4-FFF2-40B4-BE49-F238E27FC236}">
                <a16:creationId xmlns:a16="http://schemas.microsoft.com/office/drawing/2014/main" id="{FFE91C74-8B1F-450C-AB30-B5E25CE3B668}"/>
              </a:ext>
            </a:extLst>
          </p:cNvPr>
          <p:cNvSpPr>
            <a:spLocks noGrp="1"/>
          </p:cNvSpPr>
          <p:nvPr/>
        </p:nvSpPr>
        <p:spPr>
          <a:xfrm>
            <a:off x="1457347" y="4456793"/>
            <a:ext cx="46519" cy="46519"/>
          </a:xfrm>
          <a:prstGeom prst="ellipse">
            <a:avLst/>
          </a:prstGeom>
          <a:solidFill>
            <a:srgbClr val="566AB4">
              <a:alpha val="43000"/>
            </a:srgbClr>
          </a:solidFill>
          <a:ln w="0">
            <a:noFill/>
            <a:prstDash val="solid"/>
          </a:ln>
        </p:spPr>
      </p:sp>
      <p:sp>
        <p:nvSpPr>
          <p:cNvPr id="150" name="e_full_violin_ellipse_4502">
            <a:extLst>
              <a:ext uri="{FF2B5EF4-FFF2-40B4-BE49-F238E27FC236}">
                <a16:creationId xmlns:a16="http://schemas.microsoft.com/office/drawing/2014/main" id="{242984B2-75BE-4AED-8F87-49F092D4E275}"/>
              </a:ext>
            </a:extLst>
          </p:cNvPr>
          <p:cNvSpPr>
            <a:spLocks noGrp="1"/>
          </p:cNvSpPr>
          <p:nvPr/>
        </p:nvSpPr>
        <p:spPr>
          <a:xfrm>
            <a:off x="1427430" y="3646113"/>
            <a:ext cx="46519" cy="46519"/>
          </a:xfrm>
          <a:prstGeom prst="ellipse">
            <a:avLst/>
          </a:prstGeom>
          <a:solidFill>
            <a:srgbClr val="566AB4">
              <a:alpha val="43000"/>
            </a:srgbClr>
          </a:solidFill>
          <a:ln w="0">
            <a:noFill/>
            <a:prstDash val="solid"/>
          </a:ln>
        </p:spPr>
      </p:sp>
      <p:sp>
        <p:nvSpPr>
          <p:cNvPr id="151" name="e_full_violin_ellipse_4503">
            <a:extLst>
              <a:ext uri="{FF2B5EF4-FFF2-40B4-BE49-F238E27FC236}">
                <a16:creationId xmlns:a16="http://schemas.microsoft.com/office/drawing/2014/main" id="{174D6273-63F5-4E29-8515-0E9C1C841063}"/>
              </a:ext>
            </a:extLst>
          </p:cNvPr>
          <p:cNvSpPr>
            <a:spLocks noGrp="1"/>
          </p:cNvSpPr>
          <p:nvPr/>
        </p:nvSpPr>
        <p:spPr>
          <a:xfrm>
            <a:off x="1336751" y="2024752"/>
            <a:ext cx="46519" cy="46519"/>
          </a:xfrm>
          <a:prstGeom prst="ellipse">
            <a:avLst/>
          </a:prstGeom>
          <a:solidFill>
            <a:srgbClr val="566AB4">
              <a:alpha val="43000"/>
            </a:srgbClr>
          </a:solidFill>
          <a:ln w="0">
            <a:noFill/>
            <a:prstDash val="solid"/>
          </a:ln>
        </p:spPr>
      </p:sp>
      <p:sp>
        <p:nvSpPr>
          <p:cNvPr id="152" name="e_full_violin_ellipse_4504">
            <a:extLst>
              <a:ext uri="{FF2B5EF4-FFF2-40B4-BE49-F238E27FC236}">
                <a16:creationId xmlns:a16="http://schemas.microsoft.com/office/drawing/2014/main" id="{1231599C-CCD2-4240-B7D8-C83754713285}"/>
              </a:ext>
            </a:extLst>
          </p:cNvPr>
          <p:cNvSpPr>
            <a:spLocks noGrp="1"/>
          </p:cNvSpPr>
          <p:nvPr/>
        </p:nvSpPr>
        <p:spPr>
          <a:xfrm>
            <a:off x="1672491" y="2024752"/>
            <a:ext cx="46519" cy="46519"/>
          </a:xfrm>
          <a:prstGeom prst="ellipse">
            <a:avLst/>
          </a:prstGeom>
          <a:solidFill>
            <a:srgbClr val="566AB4">
              <a:alpha val="43000"/>
            </a:srgbClr>
          </a:solidFill>
          <a:ln w="0">
            <a:noFill/>
            <a:prstDash val="solid"/>
          </a:ln>
        </p:spPr>
      </p:sp>
      <p:sp>
        <p:nvSpPr>
          <p:cNvPr id="153" name="e_full_violin_ellipse_4505">
            <a:extLst>
              <a:ext uri="{FF2B5EF4-FFF2-40B4-BE49-F238E27FC236}">
                <a16:creationId xmlns:a16="http://schemas.microsoft.com/office/drawing/2014/main" id="{F211D2E4-C2D4-426B-BAE9-2426AA8297BF}"/>
              </a:ext>
            </a:extLst>
          </p:cNvPr>
          <p:cNvSpPr>
            <a:spLocks noGrp="1"/>
          </p:cNvSpPr>
          <p:nvPr/>
        </p:nvSpPr>
        <p:spPr>
          <a:xfrm>
            <a:off x="1505753" y="2688036"/>
            <a:ext cx="46519" cy="46519"/>
          </a:xfrm>
          <a:prstGeom prst="ellipse">
            <a:avLst/>
          </a:prstGeom>
          <a:solidFill>
            <a:srgbClr val="566AB4">
              <a:alpha val="43000"/>
            </a:srgbClr>
          </a:solidFill>
          <a:ln w="0">
            <a:noFill/>
            <a:prstDash val="solid"/>
          </a:ln>
        </p:spPr>
      </p:sp>
      <p:sp>
        <p:nvSpPr>
          <p:cNvPr id="154" name="e_full_violin_ellipse_4506">
            <a:extLst>
              <a:ext uri="{FF2B5EF4-FFF2-40B4-BE49-F238E27FC236}">
                <a16:creationId xmlns:a16="http://schemas.microsoft.com/office/drawing/2014/main" id="{A5422642-7284-44BF-9290-538933D6373A}"/>
              </a:ext>
            </a:extLst>
          </p:cNvPr>
          <p:cNvSpPr>
            <a:spLocks noGrp="1"/>
          </p:cNvSpPr>
          <p:nvPr/>
        </p:nvSpPr>
        <p:spPr>
          <a:xfrm>
            <a:off x="1425780" y="3240773"/>
            <a:ext cx="46519" cy="46519"/>
          </a:xfrm>
          <a:prstGeom prst="ellipse">
            <a:avLst/>
          </a:prstGeom>
          <a:solidFill>
            <a:srgbClr val="566AB4">
              <a:alpha val="43000"/>
            </a:srgbClr>
          </a:solidFill>
          <a:ln w="0">
            <a:noFill/>
            <a:prstDash val="solid"/>
          </a:ln>
        </p:spPr>
      </p:sp>
      <p:sp>
        <p:nvSpPr>
          <p:cNvPr id="155" name="e_full_violin_ellipse_4507">
            <a:extLst>
              <a:ext uri="{FF2B5EF4-FFF2-40B4-BE49-F238E27FC236}">
                <a16:creationId xmlns:a16="http://schemas.microsoft.com/office/drawing/2014/main" id="{8AA4D84B-47CD-4DDD-8A33-81E5EA1E75B2}"/>
              </a:ext>
            </a:extLst>
          </p:cNvPr>
          <p:cNvSpPr>
            <a:spLocks noGrp="1"/>
          </p:cNvSpPr>
          <p:nvPr/>
        </p:nvSpPr>
        <p:spPr>
          <a:xfrm>
            <a:off x="1585601" y="2511160"/>
            <a:ext cx="46519" cy="46519"/>
          </a:xfrm>
          <a:prstGeom prst="ellipse">
            <a:avLst/>
          </a:prstGeom>
          <a:solidFill>
            <a:srgbClr val="566AB4">
              <a:alpha val="43000"/>
            </a:srgbClr>
          </a:solidFill>
          <a:ln w="0">
            <a:noFill/>
            <a:prstDash val="solid"/>
          </a:ln>
        </p:spPr>
      </p:sp>
      <p:sp>
        <p:nvSpPr>
          <p:cNvPr id="156" name="e_full_violin_ellipse_4508">
            <a:extLst>
              <a:ext uri="{FF2B5EF4-FFF2-40B4-BE49-F238E27FC236}">
                <a16:creationId xmlns:a16="http://schemas.microsoft.com/office/drawing/2014/main" id="{7F38A4EB-A432-42F8-9F30-2B1511694F3D}"/>
              </a:ext>
            </a:extLst>
          </p:cNvPr>
          <p:cNvSpPr>
            <a:spLocks noGrp="1"/>
          </p:cNvSpPr>
          <p:nvPr/>
        </p:nvSpPr>
        <p:spPr>
          <a:xfrm>
            <a:off x="1368342" y="2024752"/>
            <a:ext cx="46519" cy="46519"/>
          </a:xfrm>
          <a:prstGeom prst="ellipse">
            <a:avLst/>
          </a:prstGeom>
          <a:solidFill>
            <a:srgbClr val="566AB4">
              <a:alpha val="43000"/>
            </a:srgbClr>
          </a:solidFill>
          <a:ln w="0">
            <a:noFill/>
            <a:prstDash val="solid"/>
          </a:ln>
        </p:spPr>
      </p:sp>
      <p:sp>
        <p:nvSpPr>
          <p:cNvPr id="157" name="e_full_violin_ellipse_4509">
            <a:extLst>
              <a:ext uri="{FF2B5EF4-FFF2-40B4-BE49-F238E27FC236}">
                <a16:creationId xmlns:a16="http://schemas.microsoft.com/office/drawing/2014/main" id="{5A06AFB4-F303-40F9-A057-6E26DDC0B6F9}"/>
              </a:ext>
            </a:extLst>
          </p:cNvPr>
          <p:cNvSpPr>
            <a:spLocks noGrp="1"/>
          </p:cNvSpPr>
          <p:nvPr/>
        </p:nvSpPr>
        <p:spPr>
          <a:xfrm>
            <a:off x="1539034" y="4456793"/>
            <a:ext cx="46519" cy="46519"/>
          </a:xfrm>
          <a:prstGeom prst="ellipse">
            <a:avLst/>
          </a:prstGeom>
          <a:solidFill>
            <a:srgbClr val="566AB4">
              <a:alpha val="43000"/>
            </a:srgbClr>
          </a:solidFill>
          <a:ln w="0">
            <a:noFill/>
            <a:prstDash val="solid"/>
          </a:ln>
        </p:spPr>
      </p:sp>
      <p:sp>
        <p:nvSpPr>
          <p:cNvPr id="158" name="e_full_violin_ellipse_4510">
            <a:extLst>
              <a:ext uri="{FF2B5EF4-FFF2-40B4-BE49-F238E27FC236}">
                <a16:creationId xmlns:a16="http://schemas.microsoft.com/office/drawing/2014/main" id="{194934D7-A183-4DB5-8C0C-06128799E4D4}"/>
              </a:ext>
            </a:extLst>
          </p:cNvPr>
          <p:cNvSpPr>
            <a:spLocks noGrp="1"/>
          </p:cNvSpPr>
          <p:nvPr/>
        </p:nvSpPr>
        <p:spPr>
          <a:xfrm>
            <a:off x="1531269" y="3240773"/>
            <a:ext cx="46519" cy="46519"/>
          </a:xfrm>
          <a:prstGeom prst="ellipse">
            <a:avLst/>
          </a:prstGeom>
          <a:solidFill>
            <a:srgbClr val="566AB4">
              <a:alpha val="43000"/>
            </a:srgbClr>
          </a:solidFill>
          <a:ln w="0">
            <a:noFill/>
            <a:prstDash val="solid"/>
          </a:ln>
        </p:spPr>
      </p:sp>
      <p:sp>
        <p:nvSpPr>
          <p:cNvPr id="159" name="e_full_violin_ellipse_4511">
            <a:extLst>
              <a:ext uri="{FF2B5EF4-FFF2-40B4-BE49-F238E27FC236}">
                <a16:creationId xmlns:a16="http://schemas.microsoft.com/office/drawing/2014/main" id="{0FA97849-5E36-47B0-899C-26C6B4342601}"/>
              </a:ext>
            </a:extLst>
          </p:cNvPr>
          <p:cNvSpPr>
            <a:spLocks noGrp="1"/>
          </p:cNvSpPr>
          <p:nvPr/>
        </p:nvSpPr>
        <p:spPr>
          <a:xfrm>
            <a:off x="1516758" y="2024752"/>
            <a:ext cx="46519" cy="46519"/>
          </a:xfrm>
          <a:prstGeom prst="ellipse">
            <a:avLst/>
          </a:prstGeom>
          <a:solidFill>
            <a:srgbClr val="566AB4">
              <a:alpha val="43000"/>
            </a:srgbClr>
          </a:solidFill>
          <a:ln w="0">
            <a:noFill/>
            <a:prstDash val="solid"/>
          </a:ln>
        </p:spPr>
      </p:sp>
      <p:sp>
        <p:nvSpPr>
          <p:cNvPr id="160" name="e_full_violin_ellipse_4512">
            <a:extLst>
              <a:ext uri="{FF2B5EF4-FFF2-40B4-BE49-F238E27FC236}">
                <a16:creationId xmlns:a16="http://schemas.microsoft.com/office/drawing/2014/main" id="{8B4B5211-CA33-4CFB-AD7F-80C42AACB9A0}"/>
              </a:ext>
            </a:extLst>
          </p:cNvPr>
          <p:cNvSpPr>
            <a:spLocks noGrp="1"/>
          </p:cNvSpPr>
          <p:nvPr/>
        </p:nvSpPr>
        <p:spPr>
          <a:xfrm>
            <a:off x="1489277" y="4456793"/>
            <a:ext cx="46519" cy="46519"/>
          </a:xfrm>
          <a:prstGeom prst="ellipse">
            <a:avLst/>
          </a:prstGeom>
          <a:solidFill>
            <a:srgbClr val="566AB4">
              <a:alpha val="43000"/>
            </a:srgbClr>
          </a:solidFill>
          <a:ln w="0">
            <a:noFill/>
            <a:prstDash val="solid"/>
          </a:ln>
        </p:spPr>
      </p:sp>
      <p:sp>
        <p:nvSpPr>
          <p:cNvPr id="161" name="e_full_violin_ellipse_4513">
            <a:extLst>
              <a:ext uri="{FF2B5EF4-FFF2-40B4-BE49-F238E27FC236}">
                <a16:creationId xmlns:a16="http://schemas.microsoft.com/office/drawing/2014/main" id="{AEB1D84A-3CDE-4C59-B33E-31A574675A2B}"/>
              </a:ext>
            </a:extLst>
          </p:cNvPr>
          <p:cNvSpPr>
            <a:spLocks noGrp="1"/>
          </p:cNvSpPr>
          <p:nvPr/>
        </p:nvSpPr>
        <p:spPr>
          <a:xfrm>
            <a:off x="1524929" y="2754364"/>
            <a:ext cx="46519" cy="46519"/>
          </a:xfrm>
          <a:prstGeom prst="ellipse">
            <a:avLst/>
          </a:prstGeom>
          <a:solidFill>
            <a:srgbClr val="566AB4">
              <a:alpha val="43000"/>
            </a:srgbClr>
          </a:solidFill>
          <a:ln w="0">
            <a:noFill/>
            <a:prstDash val="solid"/>
          </a:ln>
        </p:spPr>
      </p:sp>
      <p:sp>
        <p:nvSpPr>
          <p:cNvPr id="162" name="e_full_violin_ellipse_4514">
            <a:extLst>
              <a:ext uri="{FF2B5EF4-FFF2-40B4-BE49-F238E27FC236}">
                <a16:creationId xmlns:a16="http://schemas.microsoft.com/office/drawing/2014/main" id="{B7FC87A6-460E-4B8E-946D-D18FE72D3CB3}"/>
              </a:ext>
            </a:extLst>
          </p:cNvPr>
          <p:cNvSpPr>
            <a:spLocks noGrp="1"/>
          </p:cNvSpPr>
          <p:nvPr/>
        </p:nvSpPr>
        <p:spPr>
          <a:xfrm>
            <a:off x="1591771" y="4456793"/>
            <a:ext cx="46519" cy="46519"/>
          </a:xfrm>
          <a:prstGeom prst="ellipse">
            <a:avLst/>
          </a:prstGeom>
          <a:solidFill>
            <a:srgbClr val="566AB4">
              <a:alpha val="43000"/>
            </a:srgbClr>
          </a:solidFill>
          <a:ln w="0">
            <a:noFill/>
            <a:prstDash val="solid"/>
          </a:ln>
        </p:spPr>
      </p:sp>
      <p:sp>
        <p:nvSpPr>
          <p:cNvPr id="163" name="e_full_violin_ellipse_4515">
            <a:extLst>
              <a:ext uri="{FF2B5EF4-FFF2-40B4-BE49-F238E27FC236}">
                <a16:creationId xmlns:a16="http://schemas.microsoft.com/office/drawing/2014/main" id="{E2E2DB17-DE97-4BF7-B6FF-334BB2CD5677}"/>
              </a:ext>
            </a:extLst>
          </p:cNvPr>
          <p:cNvSpPr>
            <a:spLocks noGrp="1"/>
          </p:cNvSpPr>
          <p:nvPr/>
        </p:nvSpPr>
        <p:spPr>
          <a:xfrm>
            <a:off x="1554148" y="4456793"/>
            <a:ext cx="46519" cy="46519"/>
          </a:xfrm>
          <a:prstGeom prst="ellipse">
            <a:avLst/>
          </a:prstGeom>
          <a:solidFill>
            <a:srgbClr val="566AB4">
              <a:alpha val="43000"/>
            </a:srgbClr>
          </a:solidFill>
          <a:ln w="0">
            <a:noFill/>
            <a:prstDash val="solid"/>
          </a:ln>
        </p:spPr>
      </p:sp>
      <p:sp>
        <p:nvSpPr>
          <p:cNvPr id="164" name="e_full_violin_ellipse_4516">
            <a:extLst>
              <a:ext uri="{FF2B5EF4-FFF2-40B4-BE49-F238E27FC236}">
                <a16:creationId xmlns:a16="http://schemas.microsoft.com/office/drawing/2014/main" id="{60ADD4DC-6F23-4E8C-B162-F197F4C90A7A}"/>
              </a:ext>
            </a:extLst>
          </p:cNvPr>
          <p:cNvSpPr>
            <a:spLocks noGrp="1"/>
          </p:cNvSpPr>
          <p:nvPr/>
        </p:nvSpPr>
        <p:spPr>
          <a:xfrm>
            <a:off x="1446662" y="4456793"/>
            <a:ext cx="46519" cy="46519"/>
          </a:xfrm>
          <a:prstGeom prst="ellipse">
            <a:avLst/>
          </a:prstGeom>
          <a:solidFill>
            <a:srgbClr val="566AB4">
              <a:alpha val="43000"/>
            </a:srgbClr>
          </a:solidFill>
          <a:ln w="0">
            <a:noFill/>
            <a:prstDash val="solid"/>
          </a:ln>
        </p:spPr>
      </p:sp>
      <p:sp>
        <p:nvSpPr>
          <p:cNvPr id="165" name="e_full_violin_ellipse_4517">
            <a:extLst>
              <a:ext uri="{FF2B5EF4-FFF2-40B4-BE49-F238E27FC236}">
                <a16:creationId xmlns:a16="http://schemas.microsoft.com/office/drawing/2014/main" id="{C515EF58-CC05-4CE8-A393-2558E28B5E3A}"/>
              </a:ext>
            </a:extLst>
          </p:cNvPr>
          <p:cNvSpPr>
            <a:spLocks noGrp="1"/>
          </p:cNvSpPr>
          <p:nvPr/>
        </p:nvSpPr>
        <p:spPr>
          <a:xfrm>
            <a:off x="1689912" y="3082161"/>
            <a:ext cx="46519" cy="46519"/>
          </a:xfrm>
          <a:prstGeom prst="ellipse">
            <a:avLst/>
          </a:prstGeom>
          <a:solidFill>
            <a:srgbClr val="566AB4">
              <a:alpha val="43000"/>
            </a:srgbClr>
          </a:solidFill>
          <a:ln w="0">
            <a:noFill/>
            <a:prstDash val="solid"/>
          </a:ln>
        </p:spPr>
      </p:sp>
      <p:sp>
        <p:nvSpPr>
          <p:cNvPr id="166" name="e_full_violin_ellipse_4518">
            <a:extLst>
              <a:ext uri="{FF2B5EF4-FFF2-40B4-BE49-F238E27FC236}">
                <a16:creationId xmlns:a16="http://schemas.microsoft.com/office/drawing/2014/main" id="{0FCE634D-FB55-4191-AD51-6E239F6EFA65}"/>
              </a:ext>
            </a:extLst>
          </p:cNvPr>
          <p:cNvSpPr>
            <a:spLocks noGrp="1"/>
          </p:cNvSpPr>
          <p:nvPr/>
        </p:nvSpPr>
        <p:spPr>
          <a:xfrm>
            <a:off x="1589282" y="4456793"/>
            <a:ext cx="46519" cy="46519"/>
          </a:xfrm>
          <a:prstGeom prst="ellipse">
            <a:avLst/>
          </a:prstGeom>
          <a:solidFill>
            <a:srgbClr val="566AB4">
              <a:alpha val="43000"/>
            </a:srgbClr>
          </a:solidFill>
          <a:ln w="0">
            <a:noFill/>
            <a:prstDash val="solid"/>
          </a:ln>
        </p:spPr>
      </p:sp>
      <p:sp>
        <p:nvSpPr>
          <p:cNvPr id="167" name="e_full_violin_ellipse_4519">
            <a:extLst>
              <a:ext uri="{FF2B5EF4-FFF2-40B4-BE49-F238E27FC236}">
                <a16:creationId xmlns:a16="http://schemas.microsoft.com/office/drawing/2014/main" id="{746AF878-FE14-4C8E-9B55-29EC61CBB1E1}"/>
              </a:ext>
            </a:extLst>
          </p:cNvPr>
          <p:cNvSpPr>
            <a:spLocks noGrp="1"/>
          </p:cNvSpPr>
          <p:nvPr/>
        </p:nvSpPr>
        <p:spPr>
          <a:xfrm>
            <a:off x="1379413" y="2024752"/>
            <a:ext cx="46519" cy="46519"/>
          </a:xfrm>
          <a:prstGeom prst="ellipse">
            <a:avLst/>
          </a:prstGeom>
          <a:solidFill>
            <a:srgbClr val="566AB4">
              <a:alpha val="43000"/>
            </a:srgbClr>
          </a:solidFill>
          <a:ln w="0">
            <a:noFill/>
            <a:prstDash val="solid"/>
          </a:ln>
        </p:spPr>
      </p:sp>
      <p:sp>
        <p:nvSpPr>
          <p:cNvPr id="168" name="e_full_violin_ellipse_4520">
            <a:extLst>
              <a:ext uri="{FF2B5EF4-FFF2-40B4-BE49-F238E27FC236}">
                <a16:creationId xmlns:a16="http://schemas.microsoft.com/office/drawing/2014/main" id="{C8E197E6-269A-4CEB-A244-A8F13143D52D}"/>
              </a:ext>
            </a:extLst>
          </p:cNvPr>
          <p:cNvSpPr>
            <a:spLocks noGrp="1"/>
          </p:cNvSpPr>
          <p:nvPr/>
        </p:nvSpPr>
        <p:spPr>
          <a:xfrm>
            <a:off x="1355612" y="2186888"/>
            <a:ext cx="46519" cy="46519"/>
          </a:xfrm>
          <a:prstGeom prst="ellipse">
            <a:avLst/>
          </a:prstGeom>
          <a:solidFill>
            <a:srgbClr val="566AB4">
              <a:alpha val="43000"/>
            </a:srgbClr>
          </a:solidFill>
          <a:ln w="0">
            <a:noFill/>
            <a:prstDash val="solid"/>
          </a:ln>
        </p:spPr>
      </p:sp>
      <p:sp>
        <p:nvSpPr>
          <p:cNvPr id="169" name="e_full_violin_ellipse_4521">
            <a:extLst>
              <a:ext uri="{FF2B5EF4-FFF2-40B4-BE49-F238E27FC236}">
                <a16:creationId xmlns:a16="http://schemas.microsoft.com/office/drawing/2014/main" id="{8E3F44FB-7BC8-4639-8BA4-5C49564CE9D7}"/>
              </a:ext>
            </a:extLst>
          </p:cNvPr>
          <p:cNvSpPr>
            <a:spLocks noGrp="1"/>
          </p:cNvSpPr>
          <p:nvPr/>
        </p:nvSpPr>
        <p:spPr>
          <a:xfrm>
            <a:off x="1595646" y="2835432"/>
            <a:ext cx="46519" cy="46519"/>
          </a:xfrm>
          <a:prstGeom prst="ellipse">
            <a:avLst/>
          </a:prstGeom>
          <a:solidFill>
            <a:srgbClr val="566AB4">
              <a:alpha val="43000"/>
            </a:srgbClr>
          </a:solidFill>
          <a:ln w="0">
            <a:noFill/>
            <a:prstDash val="solid"/>
          </a:ln>
        </p:spPr>
      </p:sp>
      <p:sp>
        <p:nvSpPr>
          <p:cNvPr id="170" name="e_full_violin_ellipse_4522">
            <a:extLst>
              <a:ext uri="{FF2B5EF4-FFF2-40B4-BE49-F238E27FC236}">
                <a16:creationId xmlns:a16="http://schemas.microsoft.com/office/drawing/2014/main" id="{08676953-2D6A-4561-91C0-0F4A68A0FC6D}"/>
              </a:ext>
            </a:extLst>
          </p:cNvPr>
          <p:cNvSpPr>
            <a:spLocks noGrp="1"/>
          </p:cNvSpPr>
          <p:nvPr/>
        </p:nvSpPr>
        <p:spPr>
          <a:xfrm>
            <a:off x="1679722" y="2024752"/>
            <a:ext cx="46519" cy="46519"/>
          </a:xfrm>
          <a:prstGeom prst="ellipse">
            <a:avLst/>
          </a:prstGeom>
          <a:solidFill>
            <a:srgbClr val="566AB4">
              <a:alpha val="43000"/>
            </a:srgbClr>
          </a:solidFill>
          <a:ln w="0">
            <a:noFill/>
            <a:prstDash val="solid"/>
          </a:ln>
        </p:spPr>
      </p:sp>
      <p:sp>
        <p:nvSpPr>
          <p:cNvPr id="171" name="e_full_violin_ellipse_4523">
            <a:extLst>
              <a:ext uri="{FF2B5EF4-FFF2-40B4-BE49-F238E27FC236}">
                <a16:creationId xmlns:a16="http://schemas.microsoft.com/office/drawing/2014/main" id="{F7E72827-525D-4A31-B0DC-A8B6A107C7DD}"/>
              </a:ext>
            </a:extLst>
          </p:cNvPr>
          <p:cNvSpPr>
            <a:spLocks noGrp="1"/>
          </p:cNvSpPr>
          <p:nvPr/>
        </p:nvSpPr>
        <p:spPr>
          <a:xfrm>
            <a:off x="1647840" y="2024752"/>
            <a:ext cx="46519" cy="46519"/>
          </a:xfrm>
          <a:prstGeom prst="ellipse">
            <a:avLst/>
          </a:prstGeom>
          <a:solidFill>
            <a:srgbClr val="566AB4">
              <a:alpha val="43000"/>
            </a:srgbClr>
          </a:solidFill>
          <a:ln w="0">
            <a:noFill/>
            <a:prstDash val="solid"/>
          </a:ln>
        </p:spPr>
      </p:sp>
      <p:sp>
        <p:nvSpPr>
          <p:cNvPr id="172" name="e_full_violin_ellipse_4524">
            <a:extLst>
              <a:ext uri="{FF2B5EF4-FFF2-40B4-BE49-F238E27FC236}">
                <a16:creationId xmlns:a16="http://schemas.microsoft.com/office/drawing/2014/main" id="{C4B4A87B-BBBC-44DE-B49A-045CFE4479ED}"/>
              </a:ext>
            </a:extLst>
          </p:cNvPr>
          <p:cNvSpPr>
            <a:spLocks noGrp="1"/>
          </p:cNvSpPr>
          <p:nvPr/>
        </p:nvSpPr>
        <p:spPr>
          <a:xfrm>
            <a:off x="1616570" y="3321841"/>
            <a:ext cx="46519" cy="46519"/>
          </a:xfrm>
          <a:prstGeom prst="ellipse">
            <a:avLst/>
          </a:prstGeom>
          <a:solidFill>
            <a:srgbClr val="566AB4">
              <a:alpha val="43000"/>
            </a:srgbClr>
          </a:solidFill>
          <a:ln w="0">
            <a:noFill/>
            <a:prstDash val="solid"/>
          </a:ln>
        </p:spPr>
      </p:sp>
      <p:sp>
        <p:nvSpPr>
          <p:cNvPr id="173" name="e_full_violin_ellipse_4525">
            <a:extLst>
              <a:ext uri="{FF2B5EF4-FFF2-40B4-BE49-F238E27FC236}">
                <a16:creationId xmlns:a16="http://schemas.microsoft.com/office/drawing/2014/main" id="{0C80FC9E-603A-4030-AE07-E68A0A669DE0}"/>
              </a:ext>
            </a:extLst>
          </p:cNvPr>
          <p:cNvSpPr>
            <a:spLocks noGrp="1"/>
          </p:cNvSpPr>
          <p:nvPr/>
        </p:nvSpPr>
        <p:spPr>
          <a:xfrm>
            <a:off x="1576049" y="2024752"/>
            <a:ext cx="46519" cy="46519"/>
          </a:xfrm>
          <a:prstGeom prst="ellipse">
            <a:avLst/>
          </a:prstGeom>
          <a:solidFill>
            <a:srgbClr val="566AB4">
              <a:alpha val="43000"/>
            </a:srgbClr>
          </a:solidFill>
          <a:ln w="0">
            <a:noFill/>
            <a:prstDash val="solid"/>
          </a:ln>
        </p:spPr>
      </p:sp>
      <p:sp>
        <p:nvSpPr>
          <p:cNvPr id="174" name="e_full_violin_ellipse_4526">
            <a:extLst>
              <a:ext uri="{FF2B5EF4-FFF2-40B4-BE49-F238E27FC236}">
                <a16:creationId xmlns:a16="http://schemas.microsoft.com/office/drawing/2014/main" id="{BA1A2D9A-1C92-4BAE-8323-DF53B07BE42A}"/>
              </a:ext>
            </a:extLst>
          </p:cNvPr>
          <p:cNvSpPr>
            <a:spLocks noGrp="1"/>
          </p:cNvSpPr>
          <p:nvPr/>
        </p:nvSpPr>
        <p:spPr>
          <a:xfrm>
            <a:off x="1550294" y="3646113"/>
            <a:ext cx="46519" cy="46519"/>
          </a:xfrm>
          <a:prstGeom prst="ellipse">
            <a:avLst/>
          </a:prstGeom>
          <a:solidFill>
            <a:srgbClr val="566AB4">
              <a:alpha val="43000"/>
            </a:srgbClr>
          </a:solidFill>
          <a:ln w="0">
            <a:noFill/>
            <a:prstDash val="solid"/>
          </a:ln>
        </p:spPr>
      </p:sp>
      <p:sp>
        <p:nvSpPr>
          <p:cNvPr id="175" name="e_full_violin_ellipse_4527">
            <a:extLst>
              <a:ext uri="{FF2B5EF4-FFF2-40B4-BE49-F238E27FC236}">
                <a16:creationId xmlns:a16="http://schemas.microsoft.com/office/drawing/2014/main" id="{A73866BE-DD27-4051-A80F-050BB6B7484A}"/>
              </a:ext>
            </a:extLst>
          </p:cNvPr>
          <p:cNvSpPr>
            <a:spLocks noGrp="1"/>
          </p:cNvSpPr>
          <p:nvPr/>
        </p:nvSpPr>
        <p:spPr>
          <a:xfrm>
            <a:off x="1585042" y="3240773"/>
            <a:ext cx="46519" cy="46519"/>
          </a:xfrm>
          <a:prstGeom prst="ellipse">
            <a:avLst/>
          </a:prstGeom>
          <a:solidFill>
            <a:srgbClr val="566AB4">
              <a:alpha val="43000"/>
            </a:srgbClr>
          </a:solidFill>
          <a:ln w="0">
            <a:noFill/>
            <a:prstDash val="solid"/>
          </a:ln>
        </p:spPr>
      </p:sp>
      <p:sp>
        <p:nvSpPr>
          <p:cNvPr id="176" name="e_full_violin_ellipse_4528">
            <a:extLst>
              <a:ext uri="{FF2B5EF4-FFF2-40B4-BE49-F238E27FC236}">
                <a16:creationId xmlns:a16="http://schemas.microsoft.com/office/drawing/2014/main" id="{660E52C1-0C1C-4603-95D7-FFE03653A842}"/>
              </a:ext>
            </a:extLst>
          </p:cNvPr>
          <p:cNvSpPr>
            <a:spLocks noGrp="1"/>
          </p:cNvSpPr>
          <p:nvPr/>
        </p:nvSpPr>
        <p:spPr>
          <a:xfrm>
            <a:off x="1466912" y="2024752"/>
            <a:ext cx="46519" cy="46519"/>
          </a:xfrm>
          <a:prstGeom prst="ellipse">
            <a:avLst/>
          </a:prstGeom>
          <a:solidFill>
            <a:srgbClr val="566AB4">
              <a:alpha val="43000"/>
            </a:srgbClr>
          </a:solidFill>
          <a:ln w="0">
            <a:noFill/>
            <a:prstDash val="solid"/>
          </a:ln>
        </p:spPr>
      </p:sp>
      <p:sp>
        <p:nvSpPr>
          <p:cNvPr id="177" name="e_full_violin_ellipse_4529">
            <a:extLst>
              <a:ext uri="{FF2B5EF4-FFF2-40B4-BE49-F238E27FC236}">
                <a16:creationId xmlns:a16="http://schemas.microsoft.com/office/drawing/2014/main" id="{B1DA87E5-DD03-498F-A613-FAD2CEA12E2A}"/>
              </a:ext>
            </a:extLst>
          </p:cNvPr>
          <p:cNvSpPr>
            <a:spLocks noGrp="1"/>
          </p:cNvSpPr>
          <p:nvPr/>
        </p:nvSpPr>
        <p:spPr>
          <a:xfrm>
            <a:off x="1451127" y="3646113"/>
            <a:ext cx="46519" cy="46519"/>
          </a:xfrm>
          <a:prstGeom prst="ellipse">
            <a:avLst/>
          </a:prstGeom>
          <a:solidFill>
            <a:srgbClr val="566AB4">
              <a:alpha val="43000"/>
            </a:srgbClr>
          </a:solidFill>
          <a:ln w="0">
            <a:noFill/>
            <a:prstDash val="solid"/>
          </a:ln>
        </p:spPr>
      </p:sp>
      <p:sp>
        <p:nvSpPr>
          <p:cNvPr id="178" name="e_full_violin_ellipse_4530">
            <a:extLst>
              <a:ext uri="{FF2B5EF4-FFF2-40B4-BE49-F238E27FC236}">
                <a16:creationId xmlns:a16="http://schemas.microsoft.com/office/drawing/2014/main" id="{9B9AA541-F118-4087-ABBD-BD685BA9FEC6}"/>
              </a:ext>
            </a:extLst>
          </p:cNvPr>
          <p:cNvSpPr>
            <a:spLocks noGrp="1"/>
          </p:cNvSpPr>
          <p:nvPr/>
        </p:nvSpPr>
        <p:spPr>
          <a:xfrm>
            <a:off x="1491538" y="2024752"/>
            <a:ext cx="46519" cy="46519"/>
          </a:xfrm>
          <a:prstGeom prst="ellipse">
            <a:avLst/>
          </a:prstGeom>
          <a:solidFill>
            <a:srgbClr val="566AB4">
              <a:alpha val="43000"/>
            </a:srgbClr>
          </a:solidFill>
          <a:ln w="0">
            <a:noFill/>
            <a:prstDash val="solid"/>
          </a:ln>
        </p:spPr>
      </p:sp>
      <p:sp>
        <p:nvSpPr>
          <p:cNvPr id="179" name="e_full_violin_ellipse_4531">
            <a:extLst>
              <a:ext uri="{FF2B5EF4-FFF2-40B4-BE49-F238E27FC236}">
                <a16:creationId xmlns:a16="http://schemas.microsoft.com/office/drawing/2014/main" id="{CDBB1403-05A5-48D2-83F9-BD8C686FB2A7}"/>
              </a:ext>
            </a:extLst>
          </p:cNvPr>
          <p:cNvSpPr>
            <a:spLocks noGrp="1"/>
          </p:cNvSpPr>
          <p:nvPr/>
        </p:nvSpPr>
        <p:spPr>
          <a:xfrm>
            <a:off x="1392044" y="3761924"/>
            <a:ext cx="46519" cy="46519"/>
          </a:xfrm>
          <a:prstGeom prst="ellipse">
            <a:avLst/>
          </a:prstGeom>
          <a:solidFill>
            <a:srgbClr val="566AB4">
              <a:alpha val="43000"/>
            </a:srgbClr>
          </a:solidFill>
          <a:ln w="0">
            <a:noFill/>
            <a:prstDash val="solid"/>
          </a:ln>
        </p:spPr>
      </p:sp>
      <p:sp>
        <p:nvSpPr>
          <p:cNvPr id="180" name="e_full_violin_ellipse_4532">
            <a:extLst>
              <a:ext uri="{FF2B5EF4-FFF2-40B4-BE49-F238E27FC236}">
                <a16:creationId xmlns:a16="http://schemas.microsoft.com/office/drawing/2014/main" id="{43C7121D-3166-4D04-A4F0-5907B813F845}"/>
              </a:ext>
            </a:extLst>
          </p:cNvPr>
          <p:cNvSpPr>
            <a:spLocks noGrp="1"/>
          </p:cNvSpPr>
          <p:nvPr/>
        </p:nvSpPr>
        <p:spPr>
          <a:xfrm>
            <a:off x="1391014" y="2430092"/>
            <a:ext cx="46519" cy="46519"/>
          </a:xfrm>
          <a:prstGeom prst="ellipse">
            <a:avLst/>
          </a:prstGeom>
          <a:solidFill>
            <a:srgbClr val="566AB4">
              <a:alpha val="43000"/>
            </a:srgbClr>
          </a:solidFill>
          <a:ln w="0">
            <a:noFill/>
            <a:prstDash val="solid"/>
          </a:ln>
        </p:spPr>
      </p:sp>
      <p:sp>
        <p:nvSpPr>
          <p:cNvPr id="181" name="e_full_violin_ellipse_4533">
            <a:extLst>
              <a:ext uri="{FF2B5EF4-FFF2-40B4-BE49-F238E27FC236}">
                <a16:creationId xmlns:a16="http://schemas.microsoft.com/office/drawing/2014/main" id="{48F8EB9F-74D8-4255-A09B-1170C0285B03}"/>
              </a:ext>
            </a:extLst>
          </p:cNvPr>
          <p:cNvSpPr>
            <a:spLocks noGrp="1"/>
          </p:cNvSpPr>
          <p:nvPr/>
        </p:nvSpPr>
        <p:spPr>
          <a:xfrm>
            <a:off x="1506623" y="2835432"/>
            <a:ext cx="46519" cy="46519"/>
          </a:xfrm>
          <a:prstGeom prst="ellipse">
            <a:avLst/>
          </a:prstGeom>
          <a:solidFill>
            <a:srgbClr val="566AB4">
              <a:alpha val="43000"/>
            </a:srgbClr>
          </a:solidFill>
          <a:ln w="0">
            <a:noFill/>
            <a:prstDash val="solid"/>
          </a:ln>
        </p:spPr>
      </p:sp>
      <p:sp>
        <p:nvSpPr>
          <p:cNvPr id="182" name="e_full_violin_ellipse_4534">
            <a:extLst>
              <a:ext uri="{FF2B5EF4-FFF2-40B4-BE49-F238E27FC236}">
                <a16:creationId xmlns:a16="http://schemas.microsoft.com/office/drawing/2014/main" id="{45C2D6D3-F3DE-4120-9AB6-C2371C5F038C}"/>
              </a:ext>
            </a:extLst>
          </p:cNvPr>
          <p:cNvSpPr>
            <a:spLocks noGrp="1"/>
          </p:cNvSpPr>
          <p:nvPr/>
        </p:nvSpPr>
        <p:spPr>
          <a:xfrm>
            <a:off x="1557428" y="2024752"/>
            <a:ext cx="46519" cy="46519"/>
          </a:xfrm>
          <a:prstGeom prst="ellipse">
            <a:avLst/>
          </a:prstGeom>
          <a:solidFill>
            <a:srgbClr val="566AB4">
              <a:alpha val="43000"/>
            </a:srgbClr>
          </a:solidFill>
          <a:ln w="0">
            <a:noFill/>
            <a:prstDash val="solid"/>
          </a:ln>
        </p:spPr>
      </p:sp>
      <p:sp>
        <p:nvSpPr>
          <p:cNvPr id="183" name="e_full_violin_ellipse_4535">
            <a:extLst>
              <a:ext uri="{FF2B5EF4-FFF2-40B4-BE49-F238E27FC236}">
                <a16:creationId xmlns:a16="http://schemas.microsoft.com/office/drawing/2014/main" id="{682B4927-C069-481A-B4AB-18865A5B3804}"/>
              </a:ext>
            </a:extLst>
          </p:cNvPr>
          <p:cNvSpPr>
            <a:spLocks noGrp="1"/>
          </p:cNvSpPr>
          <p:nvPr/>
        </p:nvSpPr>
        <p:spPr>
          <a:xfrm>
            <a:off x="1532997" y="3646113"/>
            <a:ext cx="46519" cy="46519"/>
          </a:xfrm>
          <a:prstGeom prst="ellipse">
            <a:avLst/>
          </a:prstGeom>
          <a:solidFill>
            <a:srgbClr val="566AB4">
              <a:alpha val="43000"/>
            </a:srgbClr>
          </a:solidFill>
          <a:ln w="0">
            <a:noFill/>
            <a:prstDash val="solid"/>
          </a:ln>
        </p:spPr>
      </p:sp>
      <p:sp>
        <p:nvSpPr>
          <p:cNvPr id="184" name="e_full_violin_ellipse_4536">
            <a:extLst>
              <a:ext uri="{FF2B5EF4-FFF2-40B4-BE49-F238E27FC236}">
                <a16:creationId xmlns:a16="http://schemas.microsoft.com/office/drawing/2014/main" id="{95887521-E839-424A-81BE-E60610D02196}"/>
              </a:ext>
            </a:extLst>
          </p:cNvPr>
          <p:cNvSpPr>
            <a:spLocks noGrp="1"/>
          </p:cNvSpPr>
          <p:nvPr/>
        </p:nvSpPr>
        <p:spPr>
          <a:xfrm>
            <a:off x="1609524" y="2632762"/>
            <a:ext cx="46519" cy="46519"/>
          </a:xfrm>
          <a:prstGeom prst="ellipse">
            <a:avLst/>
          </a:prstGeom>
          <a:solidFill>
            <a:srgbClr val="566AB4">
              <a:alpha val="43000"/>
            </a:srgbClr>
          </a:solidFill>
          <a:ln w="0">
            <a:noFill/>
            <a:prstDash val="solid"/>
          </a:ln>
        </p:spPr>
      </p:sp>
      <p:sp>
        <p:nvSpPr>
          <p:cNvPr id="185" name="e_full_violin_ellipse_4537">
            <a:extLst>
              <a:ext uri="{FF2B5EF4-FFF2-40B4-BE49-F238E27FC236}">
                <a16:creationId xmlns:a16="http://schemas.microsoft.com/office/drawing/2014/main" id="{12168FC2-DF14-45CF-90D1-A9293ADC567D}"/>
              </a:ext>
            </a:extLst>
          </p:cNvPr>
          <p:cNvSpPr>
            <a:spLocks noGrp="1"/>
          </p:cNvSpPr>
          <p:nvPr/>
        </p:nvSpPr>
        <p:spPr>
          <a:xfrm>
            <a:off x="1377016" y="3598426"/>
            <a:ext cx="46519" cy="46519"/>
          </a:xfrm>
          <a:prstGeom prst="ellipse">
            <a:avLst/>
          </a:prstGeom>
          <a:solidFill>
            <a:srgbClr val="566AB4">
              <a:alpha val="43000"/>
            </a:srgbClr>
          </a:solidFill>
          <a:ln w="0">
            <a:noFill/>
            <a:prstDash val="solid"/>
          </a:ln>
        </p:spPr>
      </p:sp>
      <p:sp>
        <p:nvSpPr>
          <p:cNvPr id="186" name="e_full_violin_ellipse_4538">
            <a:extLst>
              <a:ext uri="{FF2B5EF4-FFF2-40B4-BE49-F238E27FC236}">
                <a16:creationId xmlns:a16="http://schemas.microsoft.com/office/drawing/2014/main" id="{727F958F-5FC9-4B09-9136-D876F05D5A61}"/>
              </a:ext>
            </a:extLst>
          </p:cNvPr>
          <p:cNvSpPr>
            <a:spLocks noGrp="1"/>
          </p:cNvSpPr>
          <p:nvPr/>
        </p:nvSpPr>
        <p:spPr>
          <a:xfrm>
            <a:off x="1391752" y="2024752"/>
            <a:ext cx="46519" cy="46519"/>
          </a:xfrm>
          <a:prstGeom prst="ellipse">
            <a:avLst/>
          </a:prstGeom>
          <a:solidFill>
            <a:srgbClr val="566AB4">
              <a:alpha val="43000"/>
            </a:srgbClr>
          </a:solidFill>
          <a:ln w="0">
            <a:noFill/>
            <a:prstDash val="solid"/>
          </a:ln>
        </p:spPr>
      </p:sp>
      <p:sp>
        <p:nvSpPr>
          <p:cNvPr id="187" name="e_full_violin_ellipse_4539">
            <a:extLst>
              <a:ext uri="{FF2B5EF4-FFF2-40B4-BE49-F238E27FC236}">
                <a16:creationId xmlns:a16="http://schemas.microsoft.com/office/drawing/2014/main" id="{F1C1EF69-D004-431F-8CE1-5C2108DF66A6}"/>
              </a:ext>
            </a:extLst>
          </p:cNvPr>
          <p:cNvSpPr>
            <a:spLocks noGrp="1"/>
          </p:cNvSpPr>
          <p:nvPr/>
        </p:nvSpPr>
        <p:spPr>
          <a:xfrm>
            <a:off x="1314028" y="2603809"/>
            <a:ext cx="46519" cy="46519"/>
          </a:xfrm>
          <a:prstGeom prst="ellipse">
            <a:avLst/>
          </a:prstGeom>
          <a:solidFill>
            <a:srgbClr val="566AB4">
              <a:alpha val="43000"/>
            </a:srgbClr>
          </a:solidFill>
          <a:ln w="0">
            <a:noFill/>
            <a:prstDash val="solid"/>
          </a:ln>
        </p:spPr>
      </p:sp>
      <p:sp>
        <p:nvSpPr>
          <p:cNvPr id="188" name="e_full_violin_ellipse_4540">
            <a:extLst>
              <a:ext uri="{FF2B5EF4-FFF2-40B4-BE49-F238E27FC236}">
                <a16:creationId xmlns:a16="http://schemas.microsoft.com/office/drawing/2014/main" id="{76303D52-DF54-4717-A4B1-7923A060A517}"/>
              </a:ext>
            </a:extLst>
          </p:cNvPr>
          <p:cNvSpPr>
            <a:spLocks noGrp="1"/>
          </p:cNvSpPr>
          <p:nvPr/>
        </p:nvSpPr>
        <p:spPr>
          <a:xfrm>
            <a:off x="1539479" y="2835432"/>
            <a:ext cx="46519" cy="46519"/>
          </a:xfrm>
          <a:prstGeom prst="ellipse">
            <a:avLst/>
          </a:prstGeom>
          <a:solidFill>
            <a:srgbClr val="566AB4">
              <a:alpha val="43000"/>
            </a:srgbClr>
          </a:solidFill>
          <a:ln w="0">
            <a:noFill/>
            <a:prstDash val="solid"/>
          </a:ln>
        </p:spPr>
      </p:sp>
      <p:sp>
        <p:nvSpPr>
          <p:cNvPr id="189" name="e_full_violin_ellipse_4541">
            <a:extLst>
              <a:ext uri="{FF2B5EF4-FFF2-40B4-BE49-F238E27FC236}">
                <a16:creationId xmlns:a16="http://schemas.microsoft.com/office/drawing/2014/main" id="{1FE3CEDA-B190-413F-A9B5-8C6A0BF4AB27}"/>
              </a:ext>
            </a:extLst>
          </p:cNvPr>
          <p:cNvSpPr>
            <a:spLocks noGrp="1"/>
          </p:cNvSpPr>
          <p:nvPr/>
        </p:nvSpPr>
        <p:spPr>
          <a:xfrm>
            <a:off x="1358435" y="3240773"/>
            <a:ext cx="46519" cy="46519"/>
          </a:xfrm>
          <a:prstGeom prst="ellipse">
            <a:avLst/>
          </a:prstGeom>
          <a:solidFill>
            <a:srgbClr val="566AB4">
              <a:alpha val="43000"/>
            </a:srgbClr>
          </a:solidFill>
          <a:ln w="0">
            <a:noFill/>
            <a:prstDash val="solid"/>
          </a:ln>
        </p:spPr>
      </p:sp>
      <p:sp>
        <p:nvSpPr>
          <p:cNvPr id="190" name="e_full_violin_ellipse_4542">
            <a:extLst>
              <a:ext uri="{FF2B5EF4-FFF2-40B4-BE49-F238E27FC236}">
                <a16:creationId xmlns:a16="http://schemas.microsoft.com/office/drawing/2014/main" id="{023DD3B2-28EF-451B-BDE9-E6B2F9839658}"/>
              </a:ext>
            </a:extLst>
          </p:cNvPr>
          <p:cNvSpPr>
            <a:spLocks noGrp="1"/>
          </p:cNvSpPr>
          <p:nvPr/>
        </p:nvSpPr>
        <p:spPr>
          <a:xfrm>
            <a:off x="1639016" y="2024752"/>
            <a:ext cx="46519" cy="46519"/>
          </a:xfrm>
          <a:prstGeom prst="ellipse">
            <a:avLst/>
          </a:prstGeom>
          <a:solidFill>
            <a:srgbClr val="566AB4">
              <a:alpha val="43000"/>
            </a:srgbClr>
          </a:solidFill>
          <a:ln w="0">
            <a:noFill/>
            <a:prstDash val="solid"/>
          </a:ln>
        </p:spPr>
      </p:sp>
      <p:sp>
        <p:nvSpPr>
          <p:cNvPr id="191" name="e_full_violin_ellipse_4543">
            <a:extLst>
              <a:ext uri="{FF2B5EF4-FFF2-40B4-BE49-F238E27FC236}">
                <a16:creationId xmlns:a16="http://schemas.microsoft.com/office/drawing/2014/main" id="{245C62DE-98C1-4212-837C-DF4A274D773E}"/>
              </a:ext>
            </a:extLst>
          </p:cNvPr>
          <p:cNvSpPr>
            <a:spLocks noGrp="1"/>
          </p:cNvSpPr>
          <p:nvPr/>
        </p:nvSpPr>
        <p:spPr>
          <a:xfrm>
            <a:off x="1437134" y="3240773"/>
            <a:ext cx="46519" cy="46519"/>
          </a:xfrm>
          <a:prstGeom prst="ellipse">
            <a:avLst/>
          </a:prstGeom>
          <a:solidFill>
            <a:srgbClr val="566AB4">
              <a:alpha val="43000"/>
            </a:srgbClr>
          </a:solidFill>
          <a:ln w="0">
            <a:noFill/>
            <a:prstDash val="solid"/>
          </a:ln>
        </p:spPr>
      </p:sp>
      <p:sp>
        <p:nvSpPr>
          <p:cNvPr id="192" name="e_full_violin_ellipse_4544">
            <a:extLst>
              <a:ext uri="{FF2B5EF4-FFF2-40B4-BE49-F238E27FC236}">
                <a16:creationId xmlns:a16="http://schemas.microsoft.com/office/drawing/2014/main" id="{71589D8B-6E1D-4580-A0E3-266D1292AC8A}"/>
              </a:ext>
            </a:extLst>
          </p:cNvPr>
          <p:cNvSpPr>
            <a:spLocks noGrp="1"/>
          </p:cNvSpPr>
          <p:nvPr/>
        </p:nvSpPr>
        <p:spPr>
          <a:xfrm>
            <a:off x="1476620" y="2372186"/>
            <a:ext cx="46519" cy="46519"/>
          </a:xfrm>
          <a:prstGeom prst="ellipse">
            <a:avLst/>
          </a:prstGeom>
          <a:solidFill>
            <a:srgbClr val="566AB4">
              <a:alpha val="43000"/>
            </a:srgbClr>
          </a:solidFill>
          <a:ln w="0">
            <a:noFill/>
            <a:prstDash val="solid"/>
          </a:ln>
        </p:spPr>
      </p:sp>
      <p:sp>
        <p:nvSpPr>
          <p:cNvPr id="193" name="e_full_violin_ellipse_4545">
            <a:extLst>
              <a:ext uri="{FF2B5EF4-FFF2-40B4-BE49-F238E27FC236}">
                <a16:creationId xmlns:a16="http://schemas.microsoft.com/office/drawing/2014/main" id="{2B29B33B-2863-456B-BDA4-5DCB144CC93B}"/>
              </a:ext>
            </a:extLst>
          </p:cNvPr>
          <p:cNvSpPr>
            <a:spLocks noGrp="1"/>
          </p:cNvSpPr>
          <p:nvPr/>
        </p:nvSpPr>
        <p:spPr>
          <a:xfrm>
            <a:off x="1357513" y="3848783"/>
            <a:ext cx="46519" cy="46519"/>
          </a:xfrm>
          <a:prstGeom prst="ellipse">
            <a:avLst/>
          </a:prstGeom>
          <a:solidFill>
            <a:srgbClr val="566AB4">
              <a:alpha val="43000"/>
            </a:srgbClr>
          </a:solidFill>
          <a:ln w="0">
            <a:noFill/>
            <a:prstDash val="solid"/>
          </a:ln>
        </p:spPr>
      </p:sp>
      <p:sp>
        <p:nvSpPr>
          <p:cNvPr id="194" name="e_full_violin_ellipse_4546">
            <a:extLst>
              <a:ext uri="{FF2B5EF4-FFF2-40B4-BE49-F238E27FC236}">
                <a16:creationId xmlns:a16="http://schemas.microsoft.com/office/drawing/2014/main" id="{AF2801F5-C711-408E-B3F3-68401225CC28}"/>
              </a:ext>
            </a:extLst>
          </p:cNvPr>
          <p:cNvSpPr>
            <a:spLocks noGrp="1"/>
          </p:cNvSpPr>
          <p:nvPr/>
        </p:nvSpPr>
        <p:spPr>
          <a:xfrm>
            <a:off x="1457364" y="4456793"/>
            <a:ext cx="46519" cy="46519"/>
          </a:xfrm>
          <a:prstGeom prst="ellipse">
            <a:avLst/>
          </a:prstGeom>
          <a:solidFill>
            <a:srgbClr val="566AB4">
              <a:alpha val="43000"/>
            </a:srgbClr>
          </a:solidFill>
          <a:ln w="0">
            <a:noFill/>
            <a:prstDash val="solid"/>
          </a:ln>
        </p:spPr>
      </p:sp>
      <p:sp>
        <p:nvSpPr>
          <p:cNvPr id="195" name="e_full_violin_ellipse_4547">
            <a:extLst>
              <a:ext uri="{FF2B5EF4-FFF2-40B4-BE49-F238E27FC236}">
                <a16:creationId xmlns:a16="http://schemas.microsoft.com/office/drawing/2014/main" id="{BB483952-15BC-4663-A973-FB3E130AF333}"/>
              </a:ext>
            </a:extLst>
          </p:cNvPr>
          <p:cNvSpPr>
            <a:spLocks noGrp="1"/>
          </p:cNvSpPr>
          <p:nvPr/>
        </p:nvSpPr>
        <p:spPr>
          <a:xfrm>
            <a:off x="1621565" y="2784765"/>
            <a:ext cx="46519" cy="46519"/>
          </a:xfrm>
          <a:prstGeom prst="ellipse">
            <a:avLst/>
          </a:prstGeom>
          <a:solidFill>
            <a:srgbClr val="566AB4">
              <a:alpha val="43000"/>
            </a:srgbClr>
          </a:solidFill>
          <a:ln w="0">
            <a:noFill/>
            <a:prstDash val="solid"/>
          </a:ln>
        </p:spPr>
      </p:sp>
      <p:sp>
        <p:nvSpPr>
          <p:cNvPr id="196" name="e_full_violin_ellipse_4548">
            <a:extLst>
              <a:ext uri="{FF2B5EF4-FFF2-40B4-BE49-F238E27FC236}">
                <a16:creationId xmlns:a16="http://schemas.microsoft.com/office/drawing/2014/main" id="{39556861-22AB-49E7-BFF2-AE83A6570DF2}"/>
              </a:ext>
            </a:extLst>
          </p:cNvPr>
          <p:cNvSpPr>
            <a:spLocks noGrp="1"/>
          </p:cNvSpPr>
          <p:nvPr/>
        </p:nvSpPr>
        <p:spPr>
          <a:xfrm>
            <a:off x="1584770" y="4456793"/>
            <a:ext cx="46519" cy="46519"/>
          </a:xfrm>
          <a:prstGeom prst="ellipse">
            <a:avLst/>
          </a:prstGeom>
          <a:solidFill>
            <a:srgbClr val="566AB4">
              <a:alpha val="43000"/>
            </a:srgbClr>
          </a:solidFill>
          <a:ln w="0">
            <a:noFill/>
            <a:prstDash val="solid"/>
          </a:ln>
        </p:spPr>
      </p:sp>
      <p:sp>
        <p:nvSpPr>
          <p:cNvPr id="197" name="e_full_violin_ellipse_4549">
            <a:extLst>
              <a:ext uri="{FF2B5EF4-FFF2-40B4-BE49-F238E27FC236}">
                <a16:creationId xmlns:a16="http://schemas.microsoft.com/office/drawing/2014/main" id="{4108AC49-3E75-4D12-9BA1-3E09E11D8DA7}"/>
              </a:ext>
            </a:extLst>
          </p:cNvPr>
          <p:cNvSpPr>
            <a:spLocks noGrp="1"/>
          </p:cNvSpPr>
          <p:nvPr/>
        </p:nvSpPr>
        <p:spPr>
          <a:xfrm>
            <a:off x="1385888" y="4456793"/>
            <a:ext cx="46519" cy="46519"/>
          </a:xfrm>
          <a:prstGeom prst="ellipse">
            <a:avLst/>
          </a:prstGeom>
          <a:solidFill>
            <a:srgbClr val="566AB4">
              <a:alpha val="43000"/>
            </a:srgbClr>
          </a:solidFill>
          <a:ln w="0">
            <a:noFill/>
            <a:prstDash val="solid"/>
          </a:ln>
        </p:spPr>
      </p:sp>
      <p:sp>
        <p:nvSpPr>
          <p:cNvPr id="198" name="e_full_violin_ellipse_4550">
            <a:extLst>
              <a:ext uri="{FF2B5EF4-FFF2-40B4-BE49-F238E27FC236}">
                <a16:creationId xmlns:a16="http://schemas.microsoft.com/office/drawing/2014/main" id="{63B3BA37-31BD-48F3-BDA6-72E546DC6F01}"/>
              </a:ext>
            </a:extLst>
          </p:cNvPr>
          <p:cNvSpPr>
            <a:spLocks noGrp="1"/>
          </p:cNvSpPr>
          <p:nvPr/>
        </p:nvSpPr>
        <p:spPr>
          <a:xfrm>
            <a:off x="2336556" y="2024752"/>
            <a:ext cx="46519" cy="46519"/>
          </a:xfrm>
          <a:prstGeom prst="ellipse">
            <a:avLst/>
          </a:prstGeom>
          <a:solidFill>
            <a:srgbClr val="B08A60">
              <a:alpha val="43000"/>
            </a:srgbClr>
          </a:solidFill>
          <a:ln w="0">
            <a:noFill/>
            <a:prstDash val="solid"/>
          </a:ln>
        </p:spPr>
      </p:sp>
      <p:sp>
        <p:nvSpPr>
          <p:cNvPr id="199" name="e_full_violin_ellipse_4551">
            <a:extLst>
              <a:ext uri="{FF2B5EF4-FFF2-40B4-BE49-F238E27FC236}">
                <a16:creationId xmlns:a16="http://schemas.microsoft.com/office/drawing/2014/main" id="{7AB57783-B90F-4428-8725-EA6EE811058B}"/>
              </a:ext>
            </a:extLst>
          </p:cNvPr>
          <p:cNvSpPr>
            <a:spLocks noGrp="1"/>
          </p:cNvSpPr>
          <p:nvPr/>
        </p:nvSpPr>
        <p:spPr>
          <a:xfrm>
            <a:off x="2364776" y="4456793"/>
            <a:ext cx="46519" cy="46519"/>
          </a:xfrm>
          <a:prstGeom prst="ellipse">
            <a:avLst/>
          </a:prstGeom>
          <a:solidFill>
            <a:srgbClr val="B08A60">
              <a:alpha val="43000"/>
            </a:srgbClr>
          </a:solidFill>
          <a:ln w="0">
            <a:noFill/>
            <a:prstDash val="solid"/>
          </a:ln>
        </p:spPr>
      </p:sp>
      <p:sp>
        <p:nvSpPr>
          <p:cNvPr id="200" name="e_full_violin_ellipse_4552">
            <a:extLst>
              <a:ext uri="{FF2B5EF4-FFF2-40B4-BE49-F238E27FC236}">
                <a16:creationId xmlns:a16="http://schemas.microsoft.com/office/drawing/2014/main" id="{BB836211-3520-4BCF-8D4F-263659389E82}"/>
              </a:ext>
            </a:extLst>
          </p:cNvPr>
          <p:cNvSpPr>
            <a:spLocks noGrp="1"/>
          </p:cNvSpPr>
          <p:nvPr/>
        </p:nvSpPr>
        <p:spPr>
          <a:xfrm>
            <a:off x="2283621" y="2024752"/>
            <a:ext cx="46519" cy="46519"/>
          </a:xfrm>
          <a:prstGeom prst="ellipse">
            <a:avLst/>
          </a:prstGeom>
          <a:solidFill>
            <a:srgbClr val="B08A60">
              <a:alpha val="43000"/>
            </a:srgbClr>
          </a:solidFill>
          <a:ln w="0">
            <a:noFill/>
            <a:prstDash val="solid"/>
          </a:ln>
        </p:spPr>
      </p:sp>
      <p:sp>
        <p:nvSpPr>
          <p:cNvPr id="201" name="e_full_violin_ellipse_4553">
            <a:extLst>
              <a:ext uri="{FF2B5EF4-FFF2-40B4-BE49-F238E27FC236}">
                <a16:creationId xmlns:a16="http://schemas.microsoft.com/office/drawing/2014/main" id="{C877EB79-2F5E-4091-86DD-0BE52BC64C7A}"/>
              </a:ext>
            </a:extLst>
          </p:cNvPr>
          <p:cNvSpPr>
            <a:spLocks noGrp="1"/>
          </p:cNvSpPr>
          <p:nvPr/>
        </p:nvSpPr>
        <p:spPr>
          <a:xfrm>
            <a:off x="2279192" y="4456793"/>
            <a:ext cx="46519" cy="46519"/>
          </a:xfrm>
          <a:prstGeom prst="ellipse">
            <a:avLst/>
          </a:prstGeom>
          <a:solidFill>
            <a:srgbClr val="B08A60">
              <a:alpha val="43000"/>
            </a:srgbClr>
          </a:solidFill>
          <a:ln w="0">
            <a:noFill/>
            <a:prstDash val="solid"/>
          </a:ln>
        </p:spPr>
      </p:sp>
      <p:sp>
        <p:nvSpPr>
          <p:cNvPr id="202" name="e_full_violin_ellipse_4554">
            <a:extLst>
              <a:ext uri="{FF2B5EF4-FFF2-40B4-BE49-F238E27FC236}">
                <a16:creationId xmlns:a16="http://schemas.microsoft.com/office/drawing/2014/main" id="{43CFBBF3-7980-43D5-A004-DEFC9EF6BE80}"/>
              </a:ext>
            </a:extLst>
          </p:cNvPr>
          <p:cNvSpPr>
            <a:spLocks noGrp="1"/>
          </p:cNvSpPr>
          <p:nvPr/>
        </p:nvSpPr>
        <p:spPr>
          <a:xfrm>
            <a:off x="2281277" y="2398912"/>
            <a:ext cx="46519" cy="46519"/>
          </a:xfrm>
          <a:prstGeom prst="ellipse">
            <a:avLst/>
          </a:prstGeom>
          <a:solidFill>
            <a:srgbClr val="B08A60">
              <a:alpha val="43000"/>
            </a:srgbClr>
          </a:solidFill>
          <a:ln w="0">
            <a:noFill/>
            <a:prstDash val="solid"/>
          </a:ln>
        </p:spPr>
      </p:sp>
      <p:sp>
        <p:nvSpPr>
          <p:cNvPr id="203" name="e_full_violin_ellipse_4555">
            <a:extLst>
              <a:ext uri="{FF2B5EF4-FFF2-40B4-BE49-F238E27FC236}">
                <a16:creationId xmlns:a16="http://schemas.microsoft.com/office/drawing/2014/main" id="{63912A26-999E-48E2-A939-53304DC3CC20}"/>
              </a:ext>
            </a:extLst>
          </p:cNvPr>
          <p:cNvSpPr>
            <a:spLocks noGrp="1"/>
          </p:cNvSpPr>
          <p:nvPr/>
        </p:nvSpPr>
        <p:spPr>
          <a:xfrm>
            <a:off x="2431798" y="4456793"/>
            <a:ext cx="46519" cy="46519"/>
          </a:xfrm>
          <a:prstGeom prst="ellipse">
            <a:avLst/>
          </a:prstGeom>
          <a:solidFill>
            <a:srgbClr val="B08A60">
              <a:alpha val="43000"/>
            </a:srgbClr>
          </a:solidFill>
          <a:ln w="0">
            <a:noFill/>
            <a:prstDash val="solid"/>
          </a:ln>
        </p:spPr>
      </p:sp>
      <p:sp>
        <p:nvSpPr>
          <p:cNvPr id="204" name="e_full_violin_ellipse_4556">
            <a:extLst>
              <a:ext uri="{FF2B5EF4-FFF2-40B4-BE49-F238E27FC236}">
                <a16:creationId xmlns:a16="http://schemas.microsoft.com/office/drawing/2014/main" id="{990CF4A9-8388-4527-8F62-6240621B4128}"/>
              </a:ext>
            </a:extLst>
          </p:cNvPr>
          <p:cNvSpPr>
            <a:spLocks noGrp="1"/>
          </p:cNvSpPr>
          <p:nvPr/>
        </p:nvSpPr>
        <p:spPr>
          <a:xfrm>
            <a:off x="2318673" y="2024752"/>
            <a:ext cx="46519" cy="46519"/>
          </a:xfrm>
          <a:prstGeom prst="ellipse">
            <a:avLst/>
          </a:prstGeom>
          <a:solidFill>
            <a:srgbClr val="B08A60">
              <a:alpha val="43000"/>
            </a:srgbClr>
          </a:solidFill>
          <a:ln w="0">
            <a:noFill/>
            <a:prstDash val="solid"/>
          </a:ln>
        </p:spPr>
      </p:sp>
      <p:sp>
        <p:nvSpPr>
          <p:cNvPr id="205" name="e_full_violin_ellipse_4557">
            <a:extLst>
              <a:ext uri="{FF2B5EF4-FFF2-40B4-BE49-F238E27FC236}">
                <a16:creationId xmlns:a16="http://schemas.microsoft.com/office/drawing/2014/main" id="{0AE08795-A7F0-4DB2-9A84-FB2F023C9922}"/>
              </a:ext>
            </a:extLst>
          </p:cNvPr>
          <p:cNvSpPr>
            <a:spLocks noGrp="1"/>
          </p:cNvSpPr>
          <p:nvPr/>
        </p:nvSpPr>
        <p:spPr>
          <a:xfrm>
            <a:off x="2352352" y="2024752"/>
            <a:ext cx="46519" cy="46519"/>
          </a:xfrm>
          <a:prstGeom prst="ellipse">
            <a:avLst/>
          </a:prstGeom>
          <a:solidFill>
            <a:srgbClr val="B08A60">
              <a:alpha val="43000"/>
            </a:srgbClr>
          </a:solidFill>
          <a:ln w="0">
            <a:noFill/>
            <a:prstDash val="solid"/>
          </a:ln>
        </p:spPr>
      </p:sp>
      <p:sp>
        <p:nvSpPr>
          <p:cNvPr id="206" name="e_full_violin_ellipse_4558">
            <a:extLst>
              <a:ext uri="{FF2B5EF4-FFF2-40B4-BE49-F238E27FC236}">
                <a16:creationId xmlns:a16="http://schemas.microsoft.com/office/drawing/2014/main" id="{F8330C14-3C61-45A5-9BE2-CBCCF18601C0}"/>
              </a:ext>
            </a:extLst>
          </p:cNvPr>
          <p:cNvSpPr>
            <a:spLocks noGrp="1"/>
          </p:cNvSpPr>
          <p:nvPr/>
        </p:nvSpPr>
        <p:spPr>
          <a:xfrm>
            <a:off x="2158356" y="3067055"/>
            <a:ext cx="46519" cy="46519"/>
          </a:xfrm>
          <a:prstGeom prst="ellipse">
            <a:avLst/>
          </a:prstGeom>
          <a:solidFill>
            <a:srgbClr val="B08A60">
              <a:alpha val="43000"/>
            </a:srgbClr>
          </a:solidFill>
          <a:ln w="0">
            <a:noFill/>
            <a:prstDash val="solid"/>
          </a:ln>
        </p:spPr>
      </p:sp>
      <p:sp>
        <p:nvSpPr>
          <p:cNvPr id="207" name="e_full_violin_ellipse_4559">
            <a:extLst>
              <a:ext uri="{FF2B5EF4-FFF2-40B4-BE49-F238E27FC236}">
                <a16:creationId xmlns:a16="http://schemas.microsoft.com/office/drawing/2014/main" id="{7A6790DD-CFD9-40D3-9699-E02149F44B30}"/>
              </a:ext>
            </a:extLst>
          </p:cNvPr>
          <p:cNvSpPr>
            <a:spLocks noGrp="1"/>
          </p:cNvSpPr>
          <p:nvPr/>
        </p:nvSpPr>
        <p:spPr>
          <a:xfrm>
            <a:off x="2506756" y="2024752"/>
            <a:ext cx="46519" cy="46519"/>
          </a:xfrm>
          <a:prstGeom prst="ellipse">
            <a:avLst/>
          </a:prstGeom>
          <a:solidFill>
            <a:srgbClr val="B08A60">
              <a:alpha val="43000"/>
            </a:srgbClr>
          </a:solidFill>
          <a:ln w="0">
            <a:noFill/>
            <a:prstDash val="solid"/>
          </a:ln>
        </p:spPr>
      </p:sp>
      <p:sp>
        <p:nvSpPr>
          <p:cNvPr id="208" name="e_full_violin_ellipse_4560">
            <a:extLst>
              <a:ext uri="{FF2B5EF4-FFF2-40B4-BE49-F238E27FC236}">
                <a16:creationId xmlns:a16="http://schemas.microsoft.com/office/drawing/2014/main" id="{D1D0206A-B759-495A-A14D-B873F6634D8F}"/>
              </a:ext>
            </a:extLst>
          </p:cNvPr>
          <p:cNvSpPr>
            <a:spLocks noGrp="1"/>
          </p:cNvSpPr>
          <p:nvPr/>
        </p:nvSpPr>
        <p:spPr>
          <a:xfrm>
            <a:off x="2456921" y="2340016"/>
            <a:ext cx="46519" cy="46519"/>
          </a:xfrm>
          <a:prstGeom prst="ellipse">
            <a:avLst/>
          </a:prstGeom>
          <a:solidFill>
            <a:srgbClr val="B08A60">
              <a:alpha val="43000"/>
            </a:srgbClr>
          </a:solidFill>
          <a:ln w="0">
            <a:noFill/>
            <a:prstDash val="solid"/>
          </a:ln>
        </p:spPr>
      </p:sp>
      <p:sp>
        <p:nvSpPr>
          <p:cNvPr id="209" name="e_full_violin_ellipse_4561">
            <a:extLst>
              <a:ext uri="{FF2B5EF4-FFF2-40B4-BE49-F238E27FC236}">
                <a16:creationId xmlns:a16="http://schemas.microsoft.com/office/drawing/2014/main" id="{C9798118-ECCB-4044-BD6A-5F60C09AB8E3}"/>
              </a:ext>
            </a:extLst>
          </p:cNvPr>
          <p:cNvSpPr>
            <a:spLocks noGrp="1"/>
          </p:cNvSpPr>
          <p:nvPr/>
        </p:nvSpPr>
        <p:spPr>
          <a:xfrm>
            <a:off x="2200224" y="3334313"/>
            <a:ext cx="46519" cy="46519"/>
          </a:xfrm>
          <a:prstGeom prst="ellipse">
            <a:avLst/>
          </a:prstGeom>
          <a:solidFill>
            <a:srgbClr val="B08A60">
              <a:alpha val="43000"/>
            </a:srgbClr>
          </a:solidFill>
          <a:ln w="0">
            <a:noFill/>
            <a:prstDash val="solid"/>
          </a:ln>
        </p:spPr>
      </p:sp>
      <p:sp>
        <p:nvSpPr>
          <p:cNvPr id="210" name="e_full_violin_ellipse_4562">
            <a:extLst>
              <a:ext uri="{FF2B5EF4-FFF2-40B4-BE49-F238E27FC236}">
                <a16:creationId xmlns:a16="http://schemas.microsoft.com/office/drawing/2014/main" id="{D76E8AEB-FA46-444F-88C1-9C9170FE8972}"/>
              </a:ext>
            </a:extLst>
          </p:cNvPr>
          <p:cNvSpPr>
            <a:spLocks noGrp="1"/>
          </p:cNvSpPr>
          <p:nvPr/>
        </p:nvSpPr>
        <p:spPr>
          <a:xfrm>
            <a:off x="2289436" y="3588207"/>
            <a:ext cx="46519" cy="46519"/>
          </a:xfrm>
          <a:prstGeom prst="ellipse">
            <a:avLst/>
          </a:prstGeom>
          <a:solidFill>
            <a:srgbClr val="B08A60">
              <a:alpha val="43000"/>
            </a:srgbClr>
          </a:solidFill>
          <a:ln w="0">
            <a:noFill/>
            <a:prstDash val="solid"/>
          </a:ln>
        </p:spPr>
      </p:sp>
      <p:sp>
        <p:nvSpPr>
          <p:cNvPr id="211" name="e_full_violin_ellipse_4563">
            <a:extLst>
              <a:ext uri="{FF2B5EF4-FFF2-40B4-BE49-F238E27FC236}">
                <a16:creationId xmlns:a16="http://schemas.microsoft.com/office/drawing/2014/main" id="{21D508D8-5049-4B3F-A469-3C564DB6AD2A}"/>
              </a:ext>
            </a:extLst>
          </p:cNvPr>
          <p:cNvSpPr>
            <a:spLocks noGrp="1"/>
          </p:cNvSpPr>
          <p:nvPr/>
        </p:nvSpPr>
        <p:spPr>
          <a:xfrm>
            <a:off x="2520013" y="2835432"/>
            <a:ext cx="46519" cy="46519"/>
          </a:xfrm>
          <a:prstGeom prst="ellipse">
            <a:avLst/>
          </a:prstGeom>
          <a:solidFill>
            <a:srgbClr val="B08A60">
              <a:alpha val="43000"/>
            </a:srgbClr>
          </a:solidFill>
          <a:ln w="0">
            <a:noFill/>
            <a:prstDash val="solid"/>
          </a:ln>
        </p:spPr>
      </p:sp>
      <p:sp>
        <p:nvSpPr>
          <p:cNvPr id="212" name="e_full_violin_ellipse_4564">
            <a:extLst>
              <a:ext uri="{FF2B5EF4-FFF2-40B4-BE49-F238E27FC236}">
                <a16:creationId xmlns:a16="http://schemas.microsoft.com/office/drawing/2014/main" id="{89C125B2-96D3-468F-997C-D604DDDF305A}"/>
              </a:ext>
            </a:extLst>
          </p:cNvPr>
          <p:cNvSpPr>
            <a:spLocks noGrp="1"/>
          </p:cNvSpPr>
          <p:nvPr/>
        </p:nvSpPr>
        <p:spPr>
          <a:xfrm>
            <a:off x="2147041" y="3483977"/>
            <a:ext cx="46519" cy="46519"/>
          </a:xfrm>
          <a:prstGeom prst="ellipse">
            <a:avLst/>
          </a:prstGeom>
          <a:solidFill>
            <a:srgbClr val="B08A60">
              <a:alpha val="43000"/>
            </a:srgbClr>
          </a:solidFill>
          <a:ln w="0">
            <a:noFill/>
            <a:prstDash val="solid"/>
          </a:ln>
        </p:spPr>
      </p:sp>
      <p:sp>
        <p:nvSpPr>
          <p:cNvPr id="213" name="e_full_violin_ellipse_4565">
            <a:extLst>
              <a:ext uri="{FF2B5EF4-FFF2-40B4-BE49-F238E27FC236}">
                <a16:creationId xmlns:a16="http://schemas.microsoft.com/office/drawing/2014/main" id="{5AE755E7-778F-4DDF-93DC-2B0E7F1E7482}"/>
              </a:ext>
            </a:extLst>
          </p:cNvPr>
          <p:cNvSpPr>
            <a:spLocks noGrp="1"/>
          </p:cNvSpPr>
          <p:nvPr/>
        </p:nvSpPr>
        <p:spPr>
          <a:xfrm>
            <a:off x="2333433" y="3483977"/>
            <a:ext cx="46519" cy="46519"/>
          </a:xfrm>
          <a:prstGeom prst="ellipse">
            <a:avLst/>
          </a:prstGeom>
          <a:solidFill>
            <a:srgbClr val="B08A60">
              <a:alpha val="43000"/>
            </a:srgbClr>
          </a:solidFill>
          <a:ln w="0">
            <a:noFill/>
            <a:prstDash val="solid"/>
          </a:ln>
        </p:spPr>
      </p:sp>
      <p:sp>
        <p:nvSpPr>
          <p:cNvPr id="214" name="e_full_violin_ellipse_4566">
            <a:extLst>
              <a:ext uri="{FF2B5EF4-FFF2-40B4-BE49-F238E27FC236}">
                <a16:creationId xmlns:a16="http://schemas.microsoft.com/office/drawing/2014/main" id="{68AF2B14-4DD2-492C-804A-0F6FF55E44CB}"/>
              </a:ext>
            </a:extLst>
          </p:cNvPr>
          <p:cNvSpPr>
            <a:spLocks noGrp="1"/>
          </p:cNvSpPr>
          <p:nvPr/>
        </p:nvSpPr>
        <p:spPr>
          <a:xfrm>
            <a:off x="2352853" y="4456793"/>
            <a:ext cx="46519" cy="46519"/>
          </a:xfrm>
          <a:prstGeom prst="ellipse">
            <a:avLst/>
          </a:prstGeom>
          <a:solidFill>
            <a:srgbClr val="B08A60">
              <a:alpha val="43000"/>
            </a:srgbClr>
          </a:solidFill>
          <a:ln w="0">
            <a:noFill/>
            <a:prstDash val="solid"/>
          </a:ln>
        </p:spPr>
      </p:sp>
      <p:sp>
        <p:nvSpPr>
          <p:cNvPr id="215" name="e_full_violin_ellipse_4567">
            <a:extLst>
              <a:ext uri="{FF2B5EF4-FFF2-40B4-BE49-F238E27FC236}">
                <a16:creationId xmlns:a16="http://schemas.microsoft.com/office/drawing/2014/main" id="{A9F73579-A9B5-4C21-95D7-1E21970E8746}"/>
              </a:ext>
            </a:extLst>
          </p:cNvPr>
          <p:cNvSpPr>
            <a:spLocks noGrp="1"/>
          </p:cNvSpPr>
          <p:nvPr/>
        </p:nvSpPr>
        <p:spPr>
          <a:xfrm>
            <a:off x="2328288" y="3240773"/>
            <a:ext cx="46519" cy="46519"/>
          </a:xfrm>
          <a:prstGeom prst="ellipse">
            <a:avLst/>
          </a:prstGeom>
          <a:solidFill>
            <a:srgbClr val="B08A60">
              <a:alpha val="43000"/>
            </a:srgbClr>
          </a:solidFill>
          <a:ln w="0">
            <a:noFill/>
            <a:prstDash val="solid"/>
          </a:ln>
        </p:spPr>
      </p:sp>
      <p:sp>
        <p:nvSpPr>
          <p:cNvPr id="216" name="e_full_violin_ellipse_4568">
            <a:extLst>
              <a:ext uri="{FF2B5EF4-FFF2-40B4-BE49-F238E27FC236}">
                <a16:creationId xmlns:a16="http://schemas.microsoft.com/office/drawing/2014/main" id="{1A7ACFD5-94DF-4B37-9AC0-B35CCEB5FF67}"/>
              </a:ext>
            </a:extLst>
          </p:cNvPr>
          <p:cNvSpPr>
            <a:spLocks noGrp="1"/>
          </p:cNvSpPr>
          <p:nvPr/>
        </p:nvSpPr>
        <p:spPr>
          <a:xfrm>
            <a:off x="2522319" y="3240773"/>
            <a:ext cx="46519" cy="46519"/>
          </a:xfrm>
          <a:prstGeom prst="ellipse">
            <a:avLst/>
          </a:prstGeom>
          <a:solidFill>
            <a:srgbClr val="B08A60">
              <a:alpha val="43000"/>
            </a:srgbClr>
          </a:solidFill>
          <a:ln w="0">
            <a:noFill/>
            <a:prstDash val="solid"/>
          </a:ln>
        </p:spPr>
      </p:sp>
      <p:sp>
        <p:nvSpPr>
          <p:cNvPr id="217" name="e_full_violin_ellipse_4569">
            <a:extLst>
              <a:ext uri="{FF2B5EF4-FFF2-40B4-BE49-F238E27FC236}">
                <a16:creationId xmlns:a16="http://schemas.microsoft.com/office/drawing/2014/main" id="{4BE0726E-FD35-4B7E-A268-CDDA66390342}"/>
              </a:ext>
            </a:extLst>
          </p:cNvPr>
          <p:cNvSpPr>
            <a:spLocks noGrp="1"/>
          </p:cNvSpPr>
          <p:nvPr/>
        </p:nvSpPr>
        <p:spPr>
          <a:xfrm>
            <a:off x="2467713" y="2835432"/>
            <a:ext cx="46519" cy="46519"/>
          </a:xfrm>
          <a:prstGeom prst="ellipse">
            <a:avLst/>
          </a:prstGeom>
          <a:solidFill>
            <a:srgbClr val="B08A60">
              <a:alpha val="43000"/>
            </a:srgbClr>
          </a:solidFill>
          <a:ln w="0">
            <a:noFill/>
            <a:prstDash val="solid"/>
          </a:ln>
        </p:spPr>
      </p:sp>
      <p:sp>
        <p:nvSpPr>
          <p:cNvPr id="218" name="e_full_violin_ellipse_4570">
            <a:extLst>
              <a:ext uri="{FF2B5EF4-FFF2-40B4-BE49-F238E27FC236}">
                <a16:creationId xmlns:a16="http://schemas.microsoft.com/office/drawing/2014/main" id="{0FDE1826-D1A2-4601-B4F9-71DE1E38DE4F}"/>
              </a:ext>
            </a:extLst>
          </p:cNvPr>
          <p:cNvSpPr>
            <a:spLocks noGrp="1"/>
          </p:cNvSpPr>
          <p:nvPr/>
        </p:nvSpPr>
        <p:spPr>
          <a:xfrm>
            <a:off x="2175271" y="3038102"/>
            <a:ext cx="46519" cy="46519"/>
          </a:xfrm>
          <a:prstGeom prst="ellipse">
            <a:avLst/>
          </a:prstGeom>
          <a:solidFill>
            <a:srgbClr val="B08A60">
              <a:alpha val="43000"/>
            </a:srgbClr>
          </a:solidFill>
          <a:ln w="0">
            <a:noFill/>
            <a:prstDash val="solid"/>
          </a:ln>
        </p:spPr>
      </p:sp>
      <p:sp>
        <p:nvSpPr>
          <p:cNvPr id="219" name="e_full_violin_ellipse_4571">
            <a:extLst>
              <a:ext uri="{FF2B5EF4-FFF2-40B4-BE49-F238E27FC236}">
                <a16:creationId xmlns:a16="http://schemas.microsoft.com/office/drawing/2014/main" id="{F423A889-FA34-4A70-AE07-50A715DD6284}"/>
              </a:ext>
            </a:extLst>
          </p:cNvPr>
          <p:cNvSpPr>
            <a:spLocks noGrp="1"/>
          </p:cNvSpPr>
          <p:nvPr/>
        </p:nvSpPr>
        <p:spPr>
          <a:xfrm>
            <a:off x="2218585" y="2835432"/>
            <a:ext cx="46519" cy="46519"/>
          </a:xfrm>
          <a:prstGeom prst="ellipse">
            <a:avLst/>
          </a:prstGeom>
          <a:solidFill>
            <a:srgbClr val="B08A60">
              <a:alpha val="43000"/>
            </a:srgbClr>
          </a:solidFill>
          <a:ln w="0">
            <a:noFill/>
            <a:prstDash val="solid"/>
          </a:ln>
        </p:spPr>
      </p:sp>
      <p:sp>
        <p:nvSpPr>
          <p:cNvPr id="220" name="e_full_violin_ellipse_4572">
            <a:extLst>
              <a:ext uri="{FF2B5EF4-FFF2-40B4-BE49-F238E27FC236}">
                <a16:creationId xmlns:a16="http://schemas.microsoft.com/office/drawing/2014/main" id="{7F9FA9B3-D746-4B72-8A99-B3866F2CA611}"/>
              </a:ext>
            </a:extLst>
          </p:cNvPr>
          <p:cNvSpPr>
            <a:spLocks noGrp="1"/>
          </p:cNvSpPr>
          <p:nvPr/>
        </p:nvSpPr>
        <p:spPr>
          <a:xfrm>
            <a:off x="2262479" y="4425208"/>
            <a:ext cx="46519" cy="46519"/>
          </a:xfrm>
          <a:prstGeom prst="ellipse">
            <a:avLst/>
          </a:prstGeom>
          <a:solidFill>
            <a:srgbClr val="B08A60">
              <a:alpha val="43000"/>
            </a:srgbClr>
          </a:solidFill>
          <a:ln w="0">
            <a:noFill/>
            <a:prstDash val="solid"/>
          </a:ln>
        </p:spPr>
      </p:sp>
      <p:sp>
        <p:nvSpPr>
          <p:cNvPr id="221" name="e_full_violin_ellipse_4573">
            <a:extLst>
              <a:ext uri="{FF2B5EF4-FFF2-40B4-BE49-F238E27FC236}">
                <a16:creationId xmlns:a16="http://schemas.microsoft.com/office/drawing/2014/main" id="{B741499B-7C1E-4811-9384-C19D9F4CD0C8}"/>
              </a:ext>
            </a:extLst>
          </p:cNvPr>
          <p:cNvSpPr>
            <a:spLocks noGrp="1"/>
          </p:cNvSpPr>
          <p:nvPr/>
        </p:nvSpPr>
        <p:spPr>
          <a:xfrm>
            <a:off x="2333259" y="2024752"/>
            <a:ext cx="46519" cy="46519"/>
          </a:xfrm>
          <a:prstGeom prst="ellipse">
            <a:avLst/>
          </a:prstGeom>
          <a:solidFill>
            <a:srgbClr val="B08A60">
              <a:alpha val="43000"/>
            </a:srgbClr>
          </a:solidFill>
          <a:ln w="0">
            <a:noFill/>
            <a:prstDash val="solid"/>
          </a:ln>
        </p:spPr>
      </p:sp>
      <p:sp>
        <p:nvSpPr>
          <p:cNvPr id="222" name="e_full_violin_ellipse_4574">
            <a:extLst>
              <a:ext uri="{FF2B5EF4-FFF2-40B4-BE49-F238E27FC236}">
                <a16:creationId xmlns:a16="http://schemas.microsoft.com/office/drawing/2014/main" id="{4BF71694-028C-4AEE-B7C3-7FC32CF1BA37}"/>
              </a:ext>
            </a:extLst>
          </p:cNvPr>
          <p:cNvSpPr>
            <a:spLocks noGrp="1"/>
          </p:cNvSpPr>
          <p:nvPr/>
        </p:nvSpPr>
        <p:spPr>
          <a:xfrm>
            <a:off x="2450140" y="4456793"/>
            <a:ext cx="46519" cy="46519"/>
          </a:xfrm>
          <a:prstGeom prst="ellipse">
            <a:avLst/>
          </a:prstGeom>
          <a:solidFill>
            <a:srgbClr val="B08A60">
              <a:alpha val="43000"/>
            </a:srgbClr>
          </a:solidFill>
          <a:ln w="0">
            <a:noFill/>
            <a:prstDash val="solid"/>
          </a:ln>
        </p:spPr>
      </p:sp>
      <p:sp>
        <p:nvSpPr>
          <p:cNvPr id="223" name="e_full_violin_ellipse_4575">
            <a:extLst>
              <a:ext uri="{FF2B5EF4-FFF2-40B4-BE49-F238E27FC236}">
                <a16:creationId xmlns:a16="http://schemas.microsoft.com/office/drawing/2014/main" id="{A1208CB5-A0EB-4A6B-9AD0-59D7AC64B17F}"/>
              </a:ext>
            </a:extLst>
          </p:cNvPr>
          <p:cNvSpPr>
            <a:spLocks noGrp="1"/>
          </p:cNvSpPr>
          <p:nvPr/>
        </p:nvSpPr>
        <p:spPr>
          <a:xfrm>
            <a:off x="2380438" y="3646113"/>
            <a:ext cx="46519" cy="46519"/>
          </a:xfrm>
          <a:prstGeom prst="ellipse">
            <a:avLst/>
          </a:prstGeom>
          <a:solidFill>
            <a:srgbClr val="B08A60">
              <a:alpha val="43000"/>
            </a:srgbClr>
          </a:solidFill>
          <a:ln w="0">
            <a:noFill/>
            <a:prstDash val="solid"/>
          </a:ln>
        </p:spPr>
      </p:sp>
      <p:sp>
        <p:nvSpPr>
          <p:cNvPr id="224" name="e_full_violin_ellipse_4576">
            <a:extLst>
              <a:ext uri="{FF2B5EF4-FFF2-40B4-BE49-F238E27FC236}">
                <a16:creationId xmlns:a16="http://schemas.microsoft.com/office/drawing/2014/main" id="{C2D63734-3D24-4236-9BE2-3ACB3D58169C}"/>
              </a:ext>
            </a:extLst>
          </p:cNvPr>
          <p:cNvSpPr>
            <a:spLocks noGrp="1"/>
          </p:cNvSpPr>
          <p:nvPr/>
        </p:nvSpPr>
        <p:spPr>
          <a:xfrm>
            <a:off x="2471782" y="3414490"/>
            <a:ext cx="46519" cy="46519"/>
          </a:xfrm>
          <a:prstGeom prst="ellipse">
            <a:avLst/>
          </a:prstGeom>
          <a:solidFill>
            <a:srgbClr val="B08A60">
              <a:alpha val="43000"/>
            </a:srgbClr>
          </a:solidFill>
          <a:ln w="0">
            <a:noFill/>
            <a:prstDash val="solid"/>
          </a:ln>
        </p:spPr>
      </p:sp>
      <p:sp>
        <p:nvSpPr>
          <p:cNvPr id="225" name="e_full_violin_ellipse_4577">
            <a:extLst>
              <a:ext uri="{FF2B5EF4-FFF2-40B4-BE49-F238E27FC236}">
                <a16:creationId xmlns:a16="http://schemas.microsoft.com/office/drawing/2014/main" id="{E7C56735-0386-4242-B882-CF1F8DAAF000}"/>
              </a:ext>
            </a:extLst>
          </p:cNvPr>
          <p:cNvSpPr>
            <a:spLocks noGrp="1"/>
          </p:cNvSpPr>
          <p:nvPr/>
        </p:nvSpPr>
        <p:spPr>
          <a:xfrm>
            <a:off x="2226525" y="3067055"/>
            <a:ext cx="46519" cy="46519"/>
          </a:xfrm>
          <a:prstGeom prst="ellipse">
            <a:avLst/>
          </a:prstGeom>
          <a:solidFill>
            <a:srgbClr val="B08A60">
              <a:alpha val="43000"/>
            </a:srgbClr>
          </a:solidFill>
          <a:ln w="0">
            <a:noFill/>
            <a:prstDash val="solid"/>
          </a:ln>
        </p:spPr>
      </p:sp>
      <p:sp>
        <p:nvSpPr>
          <p:cNvPr id="226" name="e_full_violin_ellipse_4578">
            <a:extLst>
              <a:ext uri="{FF2B5EF4-FFF2-40B4-BE49-F238E27FC236}">
                <a16:creationId xmlns:a16="http://schemas.microsoft.com/office/drawing/2014/main" id="{8E5B6D91-A345-4F1B-BC7B-D0862F0327BE}"/>
              </a:ext>
            </a:extLst>
          </p:cNvPr>
          <p:cNvSpPr>
            <a:spLocks noGrp="1"/>
          </p:cNvSpPr>
          <p:nvPr/>
        </p:nvSpPr>
        <p:spPr>
          <a:xfrm>
            <a:off x="2359539" y="3610866"/>
            <a:ext cx="46519" cy="46519"/>
          </a:xfrm>
          <a:prstGeom prst="ellipse">
            <a:avLst/>
          </a:prstGeom>
          <a:solidFill>
            <a:srgbClr val="B08A60">
              <a:alpha val="43000"/>
            </a:srgbClr>
          </a:solidFill>
          <a:ln w="0">
            <a:noFill/>
            <a:prstDash val="solid"/>
          </a:ln>
        </p:spPr>
      </p:sp>
      <p:sp>
        <p:nvSpPr>
          <p:cNvPr id="227" name="e_full_violin_ellipse_4579">
            <a:extLst>
              <a:ext uri="{FF2B5EF4-FFF2-40B4-BE49-F238E27FC236}">
                <a16:creationId xmlns:a16="http://schemas.microsoft.com/office/drawing/2014/main" id="{E46646A6-5EFC-4896-AA76-7E10729D17CE}"/>
              </a:ext>
            </a:extLst>
          </p:cNvPr>
          <p:cNvSpPr>
            <a:spLocks noGrp="1"/>
          </p:cNvSpPr>
          <p:nvPr/>
        </p:nvSpPr>
        <p:spPr>
          <a:xfrm>
            <a:off x="2361704" y="2024752"/>
            <a:ext cx="46519" cy="46519"/>
          </a:xfrm>
          <a:prstGeom prst="ellipse">
            <a:avLst/>
          </a:prstGeom>
          <a:solidFill>
            <a:srgbClr val="B08A60">
              <a:alpha val="43000"/>
            </a:srgbClr>
          </a:solidFill>
          <a:ln w="0">
            <a:noFill/>
            <a:prstDash val="solid"/>
          </a:ln>
        </p:spPr>
      </p:sp>
      <p:sp>
        <p:nvSpPr>
          <p:cNvPr id="228" name="e_full_violin_ellipse_4580">
            <a:extLst>
              <a:ext uri="{FF2B5EF4-FFF2-40B4-BE49-F238E27FC236}">
                <a16:creationId xmlns:a16="http://schemas.microsoft.com/office/drawing/2014/main" id="{67D6211F-EAB0-4D24-8BBA-F5E715687446}"/>
              </a:ext>
            </a:extLst>
          </p:cNvPr>
          <p:cNvSpPr>
            <a:spLocks noGrp="1"/>
          </p:cNvSpPr>
          <p:nvPr/>
        </p:nvSpPr>
        <p:spPr>
          <a:xfrm>
            <a:off x="2144664" y="4456793"/>
            <a:ext cx="46519" cy="46519"/>
          </a:xfrm>
          <a:prstGeom prst="ellipse">
            <a:avLst/>
          </a:prstGeom>
          <a:solidFill>
            <a:srgbClr val="B08A60">
              <a:alpha val="43000"/>
            </a:srgbClr>
          </a:solidFill>
          <a:ln w="0">
            <a:noFill/>
            <a:prstDash val="solid"/>
          </a:ln>
        </p:spPr>
      </p:sp>
      <p:sp>
        <p:nvSpPr>
          <p:cNvPr id="229" name="e_full_violin_ellipse_4581">
            <a:extLst>
              <a:ext uri="{FF2B5EF4-FFF2-40B4-BE49-F238E27FC236}">
                <a16:creationId xmlns:a16="http://schemas.microsoft.com/office/drawing/2014/main" id="{5EF24258-34BA-4BE4-99AC-587AEDB49050}"/>
              </a:ext>
            </a:extLst>
          </p:cNvPr>
          <p:cNvSpPr>
            <a:spLocks noGrp="1"/>
          </p:cNvSpPr>
          <p:nvPr/>
        </p:nvSpPr>
        <p:spPr>
          <a:xfrm>
            <a:off x="2156278" y="3240773"/>
            <a:ext cx="46519" cy="46519"/>
          </a:xfrm>
          <a:prstGeom prst="ellipse">
            <a:avLst/>
          </a:prstGeom>
          <a:solidFill>
            <a:srgbClr val="B08A60">
              <a:alpha val="43000"/>
            </a:srgbClr>
          </a:solidFill>
          <a:ln w="0">
            <a:noFill/>
            <a:prstDash val="solid"/>
          </a:ln>
        </p:spPr>
      </p:sp>
      <p:sp>
        <p:nvSpPr>
          <p:cNvPr id="230" name="e_full_violin_ellipse_4582">
            <a:extLst>
              <a:ext uri="{FF2B5EF4-FFF2-40B4-BE49-F238E27FC236}">
                <a16:creationId xmlns:a16="http://schemas.microsoft.com/office/drawing/2014/main" id="{71AFA2D5-C7CB-4C98-884A-36BBB99700DE}"/>
              </a:ext>
            </a:extLst>
          </p:cNvPr>
          <p:cNvSpPr>
            <a:spLocks noGrp="1"/>
          </p:cNvSpPr>
          <p:nvPr/>
        </p:nvSpPr>
        <p:spPr>
          <a:xfrm>
            <a:off x="2256470" y="4456793"/>
            <a:ext cx="46519" cy="46519"/>
          </a:xfrm>
          <a:prstGeom prst="ellipse">
            <a:avLst/>
          </a:prstGeom>
          <a:solidFill>
            <a:srgbClr val="B08A60">
              <a:alpha val="43000"/>
            </a:srgbClr>
          </a:solidFill>
          <a:ln w="0">
            <a:noFill/>
            <a:prstDash val="solid"/>
          </a:ln>
        </p:spPr>
      </p:sp>
      <p:sp>
        <p:nvSpPr>
          <p:cNvPr id="231" name="e_full_violin_ellipse_4583">
            <a:extLst>
              <a:ext uri="{FF2B5EF4-FFF2-40B4-BE49-F238E27FC236}">
                <a16:creationId xmlns:a16="http://schemas.microsoft.com/office/drawing/2014/main" id="{4C03274A-EDEE-4AED-A29B-313EAA17E93F}"/>
              </a:ext>
            </a:extLst>
          </p:cNvPr>
          <p:cNvSpPr>
            <a:spLocks noGrp="1"/>
          </p:cNvSpPr>
          <p:nvPr/>
        </p:nvSpPr>
        <p:spPr>
          <a:xfrm>
            <a:off x="2213210" y="4400234"/>
            <a:ext cx="46519" cy="46519"/>
          </a:xfrm>
          <a:prstGeom prst="ellipse">
            <a:avLst/>
          </a:prstGeom>
          <a:solidFill>
            <a:srgbClr val="B08A60">
              <a:alpha val="43000"/>
            </a:srgbClr>
          </a:solidFill>
          <a:ln w="0">
            <a:noFill/>
            <a:prstDash val="solid"/>
          </a:ln>
        </p:spPr>
      </p:sp>
      <p:sp>
        <p:nvSpPr>
          <p:cNvPr id="232" name="e_full_violin_ellipse_4584">
            <a:extLst>
              <a:ext uri="{FF2B5EF4-FFF2-40B4-BE49-F238E27FC236}">
                <a16:creationId xmlns:a16="http://schemas.microsoft.com/office/drawing/2014/main" id="{243BBFC0-0A03-4B67-83F5-62ECD6AD8C58}"/>
              </a:ext>
            </a:extLst>
          </p:cNvPr>
          <p:cNvSpPr>
            <a:spLocks noGrp="1"/>
          </p:cNvSpPr>
          <p:nvPr/>
        </p:nvSpPr>
        <p:spPr>
          <a:xfrm>
            <a:off x="2307825" y="4186566"/>
            <a:ext cx="46519" cy="46519"/>
          </a:xfrm>
          <a:prstGeom prst="ellipse">
            <a:avLst/>
          </a:prstGeom>
          <a:solidFill>
            <a:srgbClr val="B08A60">
              <a:alpha val="43000"/>
            </a:srgbClr>
          </a:solidFill>
          <a:ln w="0">
            <a:noFill/>
            <a:prstDash val="solid"/>
          </a:ln>
        </p:spPr>
      </p:sp>
      <p:sp>
        <p:nvSpPr>
          <p:cNvPr id="233" name="e_full_violin_ellipse_4585">
            <a:extLst>
              <a:ext uri="{FF2B5EF4-FFF2-40B4-BE49-F238E27FC236}">
                <a16:creationId xmlns:a16="http://schemas.microsoft.com/office/drawing/2014/main" id="{9360E460-0599-40EF-BFEB-EB7CFF54489E}"/>
              </a:ext>
            </a:extLst>
          </p:cNvPr>
          <p:cNvSpPr>
            <a:spLocks noGrp="1"/>
          </p:cNvSpPr>
          <p:nvPr/>
        </p:nvSpPr>
        <p:spPr>
          <a:xfrm>
            <a:off x="2256031" y="4456793"/>
            <a:ext cx="46519" cy="46519"/>
          </a:xfrm>
          <a:prstGeom prst="ellipse">
            <a:avLst/>
          </a:prstGeom>
          <a:solidFill>
            <a:srgbClr val="B08A60">
              <a:alpha val="43000"/>
            </a:srgbClr>
          </a:solidFill>
          <a:ln w="0">
            <a:noFill/>
            <a:prstDash val="solid"/>
          </a:ln>
        </p:spPr>
      </p:sp>
      <p:sp>
        <p:nvSpPr>
          <p:cNvPr id="234" name="e_full_violin_ellipse_4586">
            <a:extLst>
              <a:ext uri="{FF2B5EF4-FFF2-40B4-BE49-F238E27FC236}">
                <a16:creationId xmlns:a16="http://schemas.microsoft.com/office/drawing/2014/main" id="{B270D834-8FDF-45CC-90A9-881AC3A071AC}"/>
              </a:ext>
            </a:extLst>
          </p:cNvPr>
          <p:cNvSpPr>
            <a:spLocks noGrp="1"/>
          </p:cNvSpPr>
          <p:nvPr/>
        </p:nvSpPr>
        <p:spPr>
          <a:xfrm>
            <a:off x="2427865" y="4456793"/>
            <a:ext cx="46519" cy="46519"/>
          </a:xfrm>
          <a:prstGeom prst="ellipse">
            <a:avLst/>
          </a:prstGeom>
          <a:solidFill>
            <a:srgbClr val="B08A60">
              <a:alpha val="43000"/>
            </a:srgbClr>
          </a:solidFill>
          <a:ln w="0">
            <a:noFill/>
            <a:prstDash val="solid"/>
          </a:ln>
        </p:spPr>
      </p:sp>
      <p:sp>
        <p:nvSpPr>
          <p:cNvPr id="235" name="e_full_violin_ellipse_4587">
            <a:extLst>
              <a:ext uri="{FF2B5EF4-FFF2-40B4-BE49-F238E27FC236}">
                <a16:creationId xmlns:a16="http://schemas.microsoft.com/office/drawing/2014/main" id="{C9FB44D3-9628-457B-9C99-35EA27E71B4C}"/>
              </a:ext>
            </a:extLst>
          </p:cNvPr>
          <p:cNvSpPr>
            <a:spLocks noGrp="1"/>
          </p:cNvSpPr>
          <p:nvPr/>
        </p:nvSpPr>
        <p:spPr>
          <a:xfrm>
            <a:off x="2417670" y="3646113"/>
            <a:ext cx="46519" cy="46519"/>
          </a:xfrm>
          <a:prstGeom prst="ellipse">
            <a:avLst/>
          </a:prstGeom>
          <a:solidFill>
            <a:srgbClr val="B08A60">
              <a:alpha val="43000"/>
            </a:srgbClr>
          </a:solidFill>
          <a:ln w="0">
            <a:noFill/>
            <a:prstDash val="solid"/>
          </a:ln>
        </p:spPr>
      </p:sp>
      <p:sp>
        <p:nvSpPr>
          <p:cNvPr id="236" name="e_full_violin_ellipse_4588">
            <a:extLst>
              <a:ext uri="{FF2B5EF4-FFF2-40B4-BE49-F238E27FC236}">
                <a16:creationId xmlns:a16="http://schemas.microsoft.com/office/drawing/2014/main" id="{E05AA75A-ED7C-48BF-86DC-5DC930BB2614}"/>
              </a:ext>
            </a:extLst>
          </p:cNvPr>
          <p:cNvSpPr>
            <a:spLocks noGrp="1"/>
          </p:cNvSpPr>
          <p:nvPr/>
        </p:nvSpPr>
        <p:spPr>
          <a:xfrm>
            <a:off x="2136393" y="4427667"/>
            <a:ext cx="46519" cy="46519"/>
          </a:xfrm>
          <a:prstGeom prst="ellipse">
            <a:avLst/>
          </a:prstGeom>
          <a:solidFill>
            <a:srgbClr val="B08A60">
              <a:alpha val="43000"/>
            </a:srgbClr>
          </a:solidFill>
          <a:ln w="0">
            <a:noFill/>
            <a:prstDash val="solid"/>
          </a:ln>
        </p:spPr>
      </p:sp>
      <p:sp>
        <p:nvSpPr>
          <p:cNvPr id="237" name="e_full_violin_ellipse_4589">
            <a:extLst>
              <a:ext uri="{FF2B5EF4-FFF2-40B4-BE49-F238E27FC236}">
                <a16:creationId xmlns:a16="http://schemas.microsoft.com/office/drawing/2014/main" id="{F63704AD-6951-4219-9E6C-C7ADE87F6009}"/>
              </a:ext>
            </a:extLst>
          </p:cNvPr>
          <p:cNvSpPr>
            <a:spLocks noGrp="1"/>
          </p:cNvSpPr>
          <p:nvPr/>
        </p:nvSpPr>
        <p:spPr>
          <a:xfrm>
            <a:off x="2291045" y="2024752"/>
            <a:ext cx="46519" cy="46519"/>
          </a:xfrm>
          <a:prstGeom prst="ellipse">
            <a:avLst/>
          </a:prstGeom>
          <a:solidFill>
            <a:srgbClr val="B08A60">
              <a:alpha val="43000"/>
            </a:srgbClr>
          </a:solidFill>
          <a:ln w="0">
            <a:noFill/>
            <a:prstDash val="solid"/>
          </a:ln>
        </p:spPr>
      </p:sp>
      <p:sp>
        <p:nvSpPr>
          <p:cNvPr id="238" name="e_full_violin_ellipse_4590">
            <a:extLst>
              <a:ext uri="{FF2B5EF4-FFF2-40B4-BE49-F238E27FC236}">
                <a16:creationId xmlns:a16="http://schemas.microsoft.com/office/drawing/2014/main" id="{3F5B24CA-056F-4B10-BB2E-0CC41B4CC809}"/>
              </a:ext>
            </a:extLst>
          </p:cNvPr>
          <p:cNvSpPr>
            <a:spLocks noGrp="1"/>
          </p:cNvSpPr>
          <p:nvPr/>
        </p:nvSpPr>
        <p:spPr>
          <a:xfrm>
            <a:off x="2332592" y="3240773"/>
            <a:ext cx="46519" cy="46519"/>
          </a:xfrm>
          <a:prstGeom prst="ellipse">
            <a:avLst/>
          </a:prstGeom>
          <a:solidFill>
            <a:srgbClr val="B08A60">
              <a:alpha val="43000"/>
            </a:srgbClr>
          </a:solidFill>
          <a:ln w="0">
            <a:noFill/>
            <a:prstDash val="solid"/>
          </a:ln>
        </p:spPr>
      </p:sp>
      <p:sp>
        <p:nvSpPr>
          <p:cNvPr id="239" name="e_full_violin_ellipse_4591">
            <a:extLst>
              <a:ext uri="{FF2B5EF4-FFF2-40B4-BE49-F238E27FC236}">
                <a16:creationId xmlns:a16="http://schemas.microsoft.com/office/drawing/2014/main" id="{92890FA2-9890-4538-B9FA-FC4D34654AA6}"/>
              </a:ext>
            </a:extLst>
          </p:cNvPr>
          <p:cNvSpPr>
            <a:spLocks noGrp="1"/>
          </p:cNvSpPr>
          <p:nvPr/>
        </p:nvSpPr>
        <p:spPr>
          <a:xfrm>
            <a:off x="2340760" y="4349890"/>
            <a:ext cx="46519" cy="46519"/>
          </a:xfrm>
          <a:prstGeom prst="ellipse">
            <a:avLst/>
          </a:prstGeom>
          <a:solidFill>
            <a:srgbClr val="B08A60">
              <a:alpha val="43000"/>
            </a:srgbClr>
          </a:solidFill>
          <a:ln w="0">
            <a:noFill/>
            <a:prstDash val="solid"/>
          </a:ln>
        </p:spPr>
      </p:sp>
      <p:sp>
        <p:nvSpPr>
          <p:cNvPr id="240" name="e_full_violin_ellipse_4592">
            <a:extLst>
              <a:ext uri="{FF2B5EF4-FFF2-40B4-BE49-F238E27FC236}">
                <a16:creationId xmlns:a16="http://schemas.microsoft.com/office/drawing/2014/main" id="{A93EFC7F-10FA-44C5-8D3C-8F0E72EE6A56}"/>
              </a:ext>
            </a:extLst>
          </p:cNvPr>
          <p:cNvSpPr>
            <a:spLocks noGrp="1"/>
          </p:cNvSpPr>
          <p:nvPr/>
        </p:nvSpPr>
        <p:spPr>
          <a:xfrm>
            <a:off x="2324328" y="4441593"/>
            <a:ext cx="46519" cy="46519"/>
          </a:xfrm>
          <a:prstGeom prst="ellipse">
            <a:avLst/>
          </a:prstGeom>
          <a:solidFill>
            <a:srgbClr val="B08A60">
              <a:alpha val="43000"/>
            </a:srgbClr>
          </a:solidFill>
          <a:ln w="0">
            <a:noFill/>
            <a:prstDash val="solid"/>
          </a:ln>
        </p:spPr>
      </p:sp>
      <p:sp>
        <p:nvSpPr>
          <p:cNvPr id="241" name="e_full_violin_ellipse_4593">
            <a:extLst>
              <a:ext uri="{FF2B5EF4-FFF2-40B4-BE49-F238E27FC236}">
                <a16:creationId xmlns:a16="http://schemas.microsoft.com/office/drawing/2014/main" id="{A5366538-7CBE-4033-95A2-FBD8DEFBB0C6}"/>
              </a:ext>
            </a:extLst>
          </p:cNvPr>
          <p:cNvSpPr>
            <a:spLocks noGrp="1"/>
          </p:cNvSpPr>
          <p:nvPr/>
        </p:nvSpPr>
        <p:spPr>
          <a:xfrm>
            <a:off x="2449449" y="3392775"/>
            <a:ext cx="46519" cy="46519"/>
          </a:xfrm>
          <a:prstGeom prst="ellipse">
            <a:avLst/>
          </a:prstGeom>
          <a:solidFill>
            <a:srgbClr val="B08A60">
              <a:alpha val="43000"/>
            </a:srgbClr>
          </a:solidFill>
          <a:ln w="0">
            <a:noFill/>
            <a:prstDash val="solid"/>
          </a:ln>
        </p:spPr>
      </p:sp>
      <p:sp>
        <p:nvSpPr>
          <p:cNvPr id="242" name="e_full_violin_ellipse_4594">
            <a:extLst>
              <a:ext uri="{FF2B5EF4-FFF2-40B4-BE49-F238E27FC236}">
                <a16:creationId xmlns:a16="http://schemas.microsoft.com/office/drawing/2014/main" id="{8CF84A84-363F-49B2-BA08-94784825D2BC}"/>
              </a:ext>
            </a:extLst>
          </p:cNvPr>
          <p:cNvSpPr>
            <a:spLocks noGrp="1"/>
          </p:cNvSpPr>
          <p:nvPr/>
        </p:nvSpPr>
        <p:spPr>
          <a:xfrm>
            <a:off x="2171024" y="4456793"/>
            <a:ext cx="46519" cy="46519"/>
          </a:xfrm>
          <a:prstGeom prst="ellipse">
            <a:avLst/>
          </a:prstGeom>
          <a:solidFill>
            <a:srgbClr val="B08A60">
              <a:alpha val="43000"/>
            </a:srgbClr>
          </a:solidFill>
          <a:ln w="0">
            <a:noFill/>
            <a:prstDash val="solid"/>
          </a:ln>
        </p:spPr>
      </p:sp>
      <p:sp>
        <p:nvSpPr>
          <p:cNvPr id="243" name="e_full_violin_ellipse_4595">
            <a:extLst>
              <a:ext uri="{FF2B5EF4-FFF2-40B4-BE49-F238E27FC236}">
                <a16:creationId xmlns:a16="http://schemas.microsoft.com/office/drawing/2014/main" id="{EA3F8221-681D-4D2F-9819-D3C76B26140F}"/>
              </a:ext>
            </a:extLst>
          </p:cNvPr>
          <p:cNvSpPr>
            <a:spLocks noGrp="1"/>
          </p:cNvSpPr>
          <p:nvPr/>
        </p:nvSpPr>
        <p:spPr>
          <a:xfrm>
            <a:off x="2168323" y="2632762"/>
            <a:ext cx="46519" cy="46519"/>
          </a:xfrm>
          <a:prstGeom prst="ellipse">
            <a:avLst/>
          </a:prstGeom>
          <a:solidFill>
            <a:srgbClr val="B08A60">
              <a:alpha val="43000"/>
            </a:srgbClr>
          </a:solidFill>
          <a:ln w="0">
            <a:noFill/>
            <a:prstDash val="solid"/>
          </a:ln>
        </p:spPr>
      </p:sp>
      <p:sp>
        <p:nvSpPr>
          <p:cNvPr id="244" name="e_full_violin_ellipse_4596">
            <a:extLst>
              <a:ext uri="{FF2B5EF4-FFF2-40B4-BE49-F238E27FC236}">
                <a16:creationId xmlns:a16="http://schemas.microsoft.com/office/drawing/2014/main" id="{DB9AED95-AEBD-4D56-A507-A0C31603360E}"/>
              </a:ext>
            </a:extLst>
          </p:cNvPr>
          <p:cNvSpPr>
            <a:spLocks noGrp="1"/>
          </p:cNvSpPr>
          <p:nvPr/>
        </p:nvSpPr>
        <p:spPr>
          <a:xfrm>
            <a:off x="2219708" y="3848783"/>
            <a:ext cx="46519" cy="46519"/>
          </a:xfrm>
          <a:prstGeom prst="ellipse">
            <a:avLst/>
          </a:prstGeom>
          <a:solidFill>
            <a:srgbClr val="B08A60">
              <a:alpha val="43000"/>
            </a:srgbClr>
          </a:solidFill>
          <a:ln w="0">
            <a:noFill/>
            <a:prstDash val="solid"/>
          </a:ln>
        </p:spPr>
      </p:sp>
      <p:sp>
        <p:nvSpPr>
          <p:cNvPr id="245" name="e_full_violin_ellipse_4597">
            <a:extLst>
              <a:ext uri="{FF2B5EF4-FFF2-40B4-BE49-F238E27FC236}">
                <a16:creationId xmlns:a16="http://schemas.microsoft.com/office/drawing/2014/main" id="{B8DD1CBC-CCE3-4A8C-B01B-493CEFAA1CBE}"/>
              </a:ext>
            </a:extLst>
          </p:cNvPr>
          <p:cNvSpPr>
            <a:spLocks noGrp="1"/>
          </p:cNvSpPr>
          <p:nvPr/>
        </p:nvSpPr>
        <p:spPr>
          <a:xfrm>
            <a:off x="2365526" y="4456793"/>
            <a:ext cx="46519" cy="46519"/>
          </a:xfrm>
          <a:prstGeom prst="ellipse">
            <a:avLst/>
          </a:prstGeom>
          <a:solidFill>
            <a:srgbClr val="B08A60">
              <a:alpha val="43000"/>
            </a:srgbClr>
          </a:solidFill>
          <a:ln w="0">
            <a:noFill/>
            <a:prstDash val="solid"/>
          </a:ln>
        </p:spPr>
      </p:sp>
      <p:sp>
        <p:nvSpPr>
          <p:cNvPr id="246" name="e_full_violin_ellipse_4598">
            <a:extLst>
              <a:ext uri="{FF2B5EF4-FFF2-40B4-BE49-F238E27FC236}">
                <a16:creationId xmlns:a16="http://schemas.microsoft.com/office/drawing/2014/main" id="{802413FA-792F-4686-92A5-D445C86AC49E}"/>
              </a:ext>
            </a:extLst>
          </p:cNvPr>
          <p:cNvSpPr>
            <a:spLocks noGrp="1"/>
          </p:cNvSpPr>
          <p:nvPr/>
        </p:nvSpPr>
        <p:spPr>
          <a:xfrm>
            <a:off x="2297049" y="3483977"/>
            <a:ext cx="46519" cy="46519"/>
          </a:xfrm>
          <a:prstGeom prst="ellipse">
            <a:avLst/>
          </a:prstGeom>
          <a:solidFill>
            <a:srgbClr val="B08A60">
              <a:alpha val="43000"/>
            </a:srgbClr>
          </a:solidFill>
          <a:ln w="0">
            <a:noFill/>
            <a:prstDash val="solid"/>
          </a:ln>
        </p:spPr>
      </p:sp>
      <p:sp>
        <p:nvSpPr>
          <p:cNvPr id="247" name="e_full_violin_ellipse_4599">
            <a:extLst>
              <a:ext uri="{FF2B5EF4-FFF2-40B4-BE49-F238E27FC236}">
                <a16:creationId xmlns:a16="http://schemas.microsoft.com/office/drawing/2014/main" id="{73687532-F3E3-4BD9-B7B1-7D0336413840}"/>
              </a:ext>
            </a:extLst>
          </p:cNvPr>
          <p:cNvSpPr>
            <a:spLocks noGrp="1"/>
          </p:cNvSpPr>
          <p:nvPr/>
        </p:nvSpPr>
        <p:spPr>
          <a:xfrm>
            <a:off x="2455528" y="2024752"/>
            <a:ext cx="46519" cy="46519"/>
          </a:xfrm>
          <a:prstGeom prst="ellipse">
            <a:avLst/>
          </a:prstGeom>
          <a:solidFill>
            <a:srgbClr val="B08A60">
              <a:alpha val="43000"/>
            </a:srgbClr>
          </a:solidFill>
          <a:ln w="0">
            <a:noFill/>
            <a:prstDash val="solid"/>
          </a:ln>
        </p:spPr>
      </p:sp>
      <p:sp>
        <p:nvSpPr>
          <p:cNvPr id="248" name="e_full_violin_ellipse_4600">
            <a:extLst>
              <a:ext uri="{FF2B5EF4-FFF2-40B4-BE49-F238E27FC236}">
                <a16:creationId xmlns:a16="http://schemas.microsoft.com/office/drawing/2014/main" id="{63A22A8B-67F3-4E78-A39C-2BBDFF8DECB3}"/>
              </a:ext>
            </a:extLst>
          </p:cNvPr>
          <p:cNvSpPr>
            <a:spLocks noGrp="1"/>
          </p:cNvSpPr>
          <p:nvPr/>
        </p:nvSpPr>
        <p:spPr>
          <a:xfrm>
            <a:off x="2464092" y="2835432"/>
            <a:ext cx="46519" cy="46519"/>
          </a:xfrm>
          <a:prstGeom prst="ellipse">
            <a:avLst/>
          </a:prstGeom>
          <a:solidFill>
            <a:srgbClr val="B08A60">
              <a:alpha val="43000"/>
            </a:srgbClr>
          </a:solidFill>
          <a:ln w="0">
            <a:noFill/>
            <a:prstDash val="solid"/>
          </a:ln>
        </p:spPr>
      </p:sp>
      <p:sp>
        <p:nvSpPr>
          <p:cNvPr id="249" name="e_full_violin_ellipse_4601">
            <a:extLst>
              <a:ext uri="{FF2B5EF4-FFF2-40B4-BE49-F238E27FC236}">
                <a16:creationId xmlns:a16="http://schemas.microsoft.com/office/drawing/2014/main" id="{264ACBB9-DCA2-4B1E-BC1F-DBD987B459E6}"/>
              </a:ext>
            </a:extLst>
          </p:cNvPr>
          <p:cNvSpPr>
            <a:spLocks noGrp="1"/>
          </p:cNvSpPr>
          <p:nvPr/>
        </p:nvSpPr>
        <p:spPr>
          <a:xfrm>
            <a:off x="2249603" y="4456793"/>
            <a:ext cx="46519" cy="46519"/>
          </a:xfrm>
          <a:prstGeom prst="ellipse">
            <a:avLst/>
          </a:prstGeom>
          <a:solidFill>
            <a:srgbClr val="B08A60">
              <a:alpha val="43000"/>
            </a:srgbClr>
          </a:solidFill>
          <a:ln w="0">
            <a:noFill/>
            <a:prstDash val="solid"/>
          </a:ln>
        </p:spPr>
      </p:sp>
      <p:sp>
        <p:nvSpPr>
          <p:cNvPr id="250" name="e_full_violin_ellipse_4602">
            <a:extLst>
              <a:ext uri="{FF2B5EF4-FFF2-40B4-BE49-F238E27FC236}">
                <a16:creationId xmlns:a16="http://schemas.microsoft.com/office/drawing/2014/main" id="{206D2580-CE39-44F2-894E-D41F12726FAA}"/>
              </a:ext>
            </a:extLst>
          </p:cNvPr>
          <p:cNvSpPr>
            <a:spLocks noGrp="1"/>
          </p:cNvSpPr>
          <p:nvPr/>
        </p:nvSpPr>
        <p:spPr>
          <a:xfrm>
            <a:off x="2268945" y="3240773"/>
            <a:ext cx="46519" cy="46519"/>
          </a:xfrm>
          <a:prstGeom prst="ellipse">
            <a:avLst/>
          </a:prstGeom>
          <a:solidFill>
            <a:srgbClr val="B08A60">
              <a:alpha val="43000"/>
            </a:srgbClr>
          </a:solidFill>
          <a:ln w="0">
            <a:noFill/>
            <a:prstDash val="solid"/>
          </a:ln>
        </p:spPr>
      </p:sp>
      <p:sp>
        <p:nvSpPr>
          <p:cNvPr id="251" name="e_full_violin_ellipse_4603">
            <a:extLst>
              <a:ext uri="{FF2B5EF4-FFF2-40B4-BE49-F238E27FC236}">
                <a16:creationId xmlns:a16="http://schemas.microsoft.com/office/drawing/2014/main" id="{68BC8F14-13B9-4674-9B8F-F59C7ADB48C6}"/>
              </a:ext>
            </a:extLst>
          </p:cNvPr>
          <p:cNvSpPr>
            <a:spLocks noGrp="1"/>
          </p:cNvSpPr>
          <p:nvPr/>
        </p:nvSpPr>
        <p:spPr>
          <a:xfrm>
            <a:off x="2228112" y="3966822"/>
            <a:ext cx="46519" cy="46519"/>
          </a:xfrm>
          <a:prstGeom prst="ellipse">
            <a:avLst/>
          </a:prstGeom>
          <a:solidFill>
            <a:srgbClr val="B08A60">
              <a:alpha val="43000"/>
            </a:srgbClr>
          </a:solidFill>
          <a:ln w="0">
            <a:noFill/>
            <a:prstDash val="solid"/>
          </a:ln>
        </p:spPr>
      </p:sp>
      <p:sp>
        <p:nvSpPr>
          <p:cNvPr id="252" name="e_full_violin_ellipse_4604">
            <a:extLst>
              <a:ext uri="{FF2B5EF4-FFF2-40B4-BE49-F238E27FC236}">
                <a16:creationId xmlns:a16="http://schemas.microsoft.com/office/drawing/2014/main" id="{57C88BF2-6C8A-4E88-BCDA-A669507E1322}"/>
              </a:ext>
            </a:extLst>
          </p:cNvPr>
          <p:cNvSpPr>
            <a:spLocks noGrp="1"/>
          </p:cNvSpPr>
          <p:nvPr/>
        </p:nvSpPr>
        <p:spPr>
          <a:xfrm>
            <a:off x="2353864" y="2719621"/>
            <a:ext cx="46519" cy="46519"/>
          </a:xfrm>
          <a:prstGeom prst="ellipse">
            <a:avLst/>
          </a:prstGeom>
          <a:solidFill>
            <a:srgbClr val="B08A60">
              <a:alpha val="43000"/>
            </a:srgbClr>
          </a:solidFill>
          <a:ln w="0">
            <a:noFill/>
            <a:prstDash val="solid"/>
          </a:ln>
        </p:spPr>
      </p:sp>
      <p:sp>
        <p:nvSpPr>
          <p:cNvPr id="253" name="e_full_violin_ellipse_4605">
            <a:extLst>
              <a:ext uri="{FF2B5EF4-FFF2-40B4-BE49-F238E27FC236}">
                <a16:creationId xmlns:a16="http://schemas.microsoft.com/office/drawing/2014/main" id="{86577F53-7E51-44F9-B42E-F7F165854E4D}"/>
              </a:ext>
            </a:extLst>
          </p:cNvPr>
          <p:cNvSpPr>
            <a:spLocks noGrp="1"/>
          </p:cNvSpPr>
          <p:nvPr/>
        </p:nvSpPr>
        <p:spPr>
          <a:xfrm>
            <a:off x="2409214" y="2835432"/>
            <a:ext cx="46519" cy="46519"/>
          </a:xfrm>
          <a:prstGeom prst="ellipse">
            <a:avLst/>
          </a:prstGeom>
          <a:solidFill>
            <a:srgbClr val="B08A60">
              <a:alpha val="43000"/>
            </a:srgbClr>
          </a:solidFill>
          <a:ln w="0">
            <a:noFill/>
            <a:prstDash val="solid"/>
          </a:ln>
        </p:spPr>
      </p:sp>
      <p:sp>
        <p:nvSpPr>
          <p:cNvPr id="254" name="e_full_violin_ellipse_4606">
            <a:extLst>
              <a:ext uri="{FF2B5EF4-FFF2-40B4-BE49-F238E27FC236}">
                <a16:creationId xmlns:a16="http://schemas.microsoft.com/office/drawing/2014/main" id="{73B02ED5-9DD3-4B94-82AA-9D930D5F4DED}"/>
              </a:ext>
            </a:extLst>
          </p:cNvPr>
          <p:cNvSpPr>
            <a:spLocks noGrp="1"/>
          </p:cNvSpPr>
          <p:nvPr/>
        </p:nvSpPr>
        <p:spPr>
          <a:xfrm>
            <a:off x="2337110" y="2024752"/>
            <a:ext cx="46519" cy="46519"/>
          </a:xfrm>
          <a:prstGeom prst="ellipse">
            <a:avLst/>
          </a:prstGeom>
          <a:solidFill>
            <a:srgbClr val="B08A60">
              <a:alpha val="43000"/>
            </a:srgbClr>
          </a:solidFill>
          <a:ln w="0">
            <a:noFill/>
            <a:prstDash val="solid"/>
          </a:ln>
        </p:spPr>
      </p:sp>
      <p:sp>
        <p:nvSpPr>
          <p:cNvPr id="255" name="e_full_violin_ellipse_4607">
            <a:extLst>
              <a:ext uri="{FF2B5EF4-FFF2-40B4-BE49-F238E27FC236}">
                <a16:creationId xmlns:a16="http://schemas.microsoft.com/office/drawing/2014/main" id="{7058966B-0D58-4C93-94CE-633D2B23DB65}"/>
              </a:ext>
            </a:extLst>
          </p:cNvPr>
          <p:cNvSpPr>
            <a:spLocks noGrp="1"/>
          </p:cNvSpPr>
          <p:nvPr/>
        </p:nvSpPr>
        <p:spPr>
          <a:xfrm>
            <a:off x="2498813" y="2024752"/>
            <a:ext cx="46519" cy="46519"/>
          </a:xfrm>
          <a:prstGeom prst="ellipse">
            <a:avLst/>
          </a:prstGeom>
          <a:solidFill>
            <a:srgbClr val="B08A60">
              <a:alpha val="43000"/>
            </a:srgbClr>
          </a:solidFill>
          <a:ln w="0">
            <a:noFill/>
            <a:prstDash val="solid"/>
          </a:ln>
        </p:spPr>
      </p:sp>
      <p:sp>
        <p:nvSpPr>
          <p:cNvPr id="256" name="e_full_violin_ellipse_4608">
            <a:extLst>
              <a:ext uri="{FF2B5EF4-FFF2-40B4-BE49-F238E27FC236}">
                <a16:creationId xmlns:a16="http://schemas.microsoft.com/office/drawing/2014/main" id="{4D704F00-EF87-4BCD-BA89-421FFECB4D15}"/>
              </a:ext>
            </a:extLst>
          </p:cNvPr>
          <p:cNvSpPr>
            <a:spLocks noGrp="1"/>
          </p:cNvSpPr>
          <p:nvPr/>
        </p:nvSpPr>
        <p:spPr>
          <a:xfrm>
            <a:off x="2515744" y="3548831"/>
            <a:ext cx="46519" cy="46519"/>
          </a:xfrm>
          <a:prstGeom prst="ellipse">
            <a:avLst/>
          </a:prstGeom>
          <a:solidFill>
            <a:srgbClr val="B08A60">
              <a:alpha val="43000"/>
            </a:srgbClr>
          </a:solidFill>
          <a:ln w="0">
            <a:noFill/>
            <a:prstDash val="solid"/>
          </a:ln>
        </p:spPr>
      </p:sp>
      <p:sp>
        <p:nvSpPr>
          <p:cNvPr id="257" name="e_full_violin_ellipse_4609">
            <a:extLst>
              <a:ext uri="{FF2B5EF4-FFF2-40B4-BE49-F238E27FC236}">
                <a16:creationId xmlns:a16="http://schemas.microsoft.com/office/drawing/2014/main" id="{F1F4B95E-0556-487C-9DA9-7EBBAB1F8D82}"/>
              </a:ext>
            </a:extLst>
          </p:cNvPr>
          <p:cNvSpPr>
            <a:spLocks noGrp="1"/>
          </p:cNvSpPr>
          <p:nvPr/>
        </p:nvSpPr>
        <p:spPr>
          <a:xfrm>
            <a:off x="2361068" y="2024752"/>
            <a:ext cx="46519" cy="46519"/>
          </a:xfrm>
          <a:prstGeom prst="ellipse">
            <a:avLst/>
          </a:prstGeom>
          <a:solidFill>
            <a:srgbClr val="B08A60">
              <a:alpha val="43000"/>
            </a:srgbClr>
          </a:solidFill>
          <a:ln w="0">
            <a:noFill/>
            <a:prstDash val="solid"/>
          </a:ln>
        </p:spPr>
      </p:sp>
      <p:sp>
        <p:nvSpPr>
          <p:cNvPr id="258" name="e_full_violin_ellipse_4610">
            <a:extLst>
              <a:ext uri="{FF2B5EF4-FFF2-40B4-BE49-F238E27FC236}">
                <a16:creationId xmlns:a16="http://schemas.microsoft.com/office/drawing/2014/main" id="{C21C97F5-43A5-495F-AFCE-2139F36ECC38}"/>
              </a:ext>
            </a:extLst>
          </p:cNvPr>
          <p:cNvSpPr>
            <a:spLocks noGrp="1"/>
          </p:cNvSpPr>
          <p:nvPr/>
        </p:nvSpPr>
        <p:spPr>
          <a:xfrm>
            <a:off x="2321160" y="2024752"/>
            <a:ext cx="46519" cy="46519"/>
          </a:xfrm>
          <a:prstGeom prst="ellipse">
            <a:avLst/>
          </a:prstGeom>
          <a:solidFill>
            <a:srgbClr val="B08A60">
              <a:alpha val="43000"/>
            </a:srgbClr>
          </a:solidFill>
          <a:ln w="0">
            <a:noFill/>
            <a:prstDash val="solid"/>
          </a:ln>
        </p:spPr>
      </p:sp>
      <p:sp>
        <p:nvSpPr>
          <p:cNvPr id="259" name="e_full_violin_ellipse_4611">
            <a:extLst>
              <a:ext uri="{FF2B5EF4-FFF2-40B4-BE49-F238E27FC236}">
                <a16:creationId xmlns:a16="http://schemas.microsoft.com/office/drawing/2014/main" id="{E13B6AC5-4F3E-4533-B78A-684B27352374}"/>
              </a:ext>
            </a:extLst>
          </p:cNvPr>
          <p:cNvSpPr>
            <a:spLocks noGrp="1"/>
          </p:cNvSpPr>
          <p:nvPr/>
        </p:nvSpPr>
        <p:spPr>
          <a:xfrm>
            <a:off x="2366625" y="4456793"/>
            <a:ext cx="46519" cy="46519"/>
          </a:xfrm>
          <a:prstGeom prst="ellipse">
            <a:avLst/>
          </a:prstGeom>
          <a:solidFill>
            <a:srgbClr val="B08A60">
              <a:alpha val="43000"/>
            </a:srgbClr>
          </a:solidFill>
          <a:ln w="0">
            <a:noFill/>
            <a:prstDash val="solid"/>
          </a:ln>
        </p:spPr>
      </p:sp>
      <p:sp>
        <p:nvSpPr>
          <p:cNvPr id="260" name="e_full_violin_ellipse_4612">
            <a:extLst>
              <a:ext uri="{FF2B5EF4-FFF2-40B4-BE49-F238E27FC236}">
                <a16:creationId xmlns:a16="http://schemas.microsoft.com/office/drawing/2014/main" id="{0C2EAD5A-ED31-4AC0-8A9A-7ED3C45E3725}"/>
              </a:ext>
            </a:extLst>
          </p:cNvPr>
          <p:cNvSpPr>
            <a:spLocks noGrp="1"/>
          </p:cNvSpPr>
          <p:nvPr/>
        </p:nvSpPr>
        <p:spPr>
          <a:xfrm>
            <a:off x="2380427" y="4235699"/>
            <a:ext cx="46519" cy="46519"/>
          </a:xfrm>
          <a:prstGeom prst="ellipse">
            <a:avLst/>
          </a:prstGeom>
          <a:solidFill>
            <a:srgbClr val="B08A60">
              <a:alpha val="43000"/>
            </a:srgbClr>
          </a:solidFill>
          <a:ln w="0">
            <a:noFill/>
            <a:prstDash val="solid"/>
          </a:ln>
        </p:spPr>
      </p:sp>
      <p:sp>
        <p:nvSpPr>
          <p:cNvPr id="261" name="e_full_violin_ellipse_4613">
            <a:extLst>
              <a:ext uri="{FF2B5EF4-FFF2-40B4-BE49-F238E27FC236}">
                <a16:creationId xmlns:a16="http://schemas.microsoft.com/office/drawing/2014/main" id="{DCA1D040-E394-4045-A89F-25C07633BF84}"/>
              </a:ext>
            </a:extLst>
          </p:cNvPr>
          <p:cNvSpPr>
            <a:spLocks noGrp="1"/>
          </p:cNvSpPr>
          <p:nvPr/>
        </p:nvSpPr>
        <p:spPr>
          <a:xfrm>
            <a:off x="2215779" y="4456793"/>
            <a:ext cx="46519" cy="46519"/>
          </a:xfrm>
          <a:prstGeom prst="ellipse">
            <a:avLst/>
          </a:prstGeom>
          <a:solidFill>
            <a:srgbClr val="B08A60">
              <a:alpha val="43000"/>
            </a:srgbClr>
          </a:solidFill>
          <a:ln w="0">
            <a:noFill/>
            <a:prstDash val="solid"/>
          </a:ln>
        </p:spPr>
      </p:sp>
      <p:sp>
        <p:nvSpPr>
          <p:cNvPr id="262" name="e_full_violin_ellipse_4614">
            <a:extLst>
              <a:ext uri="{FF2B5EF4-FFF2-40B4-BE49-F238E27FC236}">
                <a16:creationId xmlns:a16="http://schemas.microsoft.com/office/drawing/2014/main" id="{ADE9A41C-C0EB-474F-8C89-AF54D9B3A4F3}"/>
              </a:ext>
            </a:extLst>
          </p:cNvPr>
          <p:cNvSpPr>
            <a:spLocks noGrp="1"/>
          </p:cNvSpPr>
          <p:nvPr/>
        </p:nvSpPr>
        <p:spPr>
          <a:xfrm>
            <a:off x="2407176" y="4456793"/>
            <a:ext cx="46519" cy="46519"/>
          </a:xfrm>
          <a:prstGeom prst="ellipse">
            <a:avLst/>
          </a:prstGeom>
          <a:solidFill>
            <a:srgbClr val="B08A60">
              <a:alpha val="43000"/>
            </a:srgbClr>
          </a:solidFill>
          <a:ln w="0">
            <a:noFill/>
            <a:prstDash val="solid"/>
          </a:ln>
        </p:spPr>
      </p:sp>
      <p:sp>
        <p:nvSpPr>
          <p:cNvPr id="263" name="e_full_violin_ellipse_4615">
            <a:extLst>
              <a:ext uri="{FF2B5EF4-FFF2-40B4-BE49-F238E27FC236}">
                <a16:creationId xmlns:a16="http://schemas.microsoft.com/office/drawing/2014/main" id="{4666CE77-30A0-4A41-915B-A3605D852C97}"/>
              </a:ext>
            </a:extLst>
          </p:cNvPr>
          <p:cNvSpPr>
            <a:spLocks noGrp="1"/>
          </p:cNvSpPr>
          <p:nvPr/>
        </p:nvSpPr>
        <p:spPr>
          <a:xfrm>
            <a:off x="2480410" y="4456793"/>
            <a:ext cx="46519" cy="46519"/>
          </a:xfrm>
          <a:prstGeom prst="ellipse">
            <a:avLst/>
          </a:prstGeom>
          <a:solidFill>
            <a:srgbClr val="B08A60">
              <a:alpha val="43000"/>
            </a:srgbClr>
          </a:solidFill>
          <a:ln w="0">
            <a:noFill/>
            <a:prstDash val="solid"/>
          </a:ln>
        </p:spPr>
      </p:sp>
      <p:sp>
        <p:nvSpPr>
          <p:cNvPr id="264" name="e_full_violin_ellipse_4616">
            <a:extLst>
              <a:ext uri="{FF2B5EF4-FFF2-40B4-BE49-F238E27FC236}">
                <a16:creationId xmlns:a16="http://schemas.microsoft.com/office/drawing/2014/main" id="{3F6ACA22-9AD2-4467-9B98-E9893C265B82}"/>
              </a:ext>
            </a:extLst>
          </p:cNvPr>
          <p:cNvSpPr>
            <a:spLocks noGrp="1"/>
          </p:cNvSpPr>
          <p:nvPr/>
        </p:nvSpPr>
        <p:spPr>
          <a:xfrm>
            <a:off x="2230323" y="3646113"/>
            <a:ext cx="46519" cy="46519"/>
          </a:xfrm>
          <a:prstGeom prst="ellipse">
            <a:avLst/>
          </a:prstGeom>
          <a:solidFill>
            <a:srgbClr val="B08A60">
              <a:alpha val="43000"/>
            </a:srgbClr>
          </a:solidFill>
          <a:ln w="0">
            <a:noFill/>
            <a:prstDash val="solid"/>
          </a:ln>
        </p:spPr>
      </p:sp>
      <p:sp>
        <p:nvSpPr>
          <p:cNvPr id="265" name="e_full_violin_ellipse_4617">
            <a:extLst>
              <a:ext uri="{FF2B5EF4-FFF2-40B4-BE49-F238E27FC236}">
                <a16:creationId xmlns:a16="http://schemas.microsoft.com/office/drawing/2014/main" id="{6466AADC-174A-42BC-B172-55C993DBE940}"/>
              </a:ext>
            </a:extLst>
          </p:cNvPr>
          <p:cNvSpPr>
            <a:spLocks noGrp="1"/>
          </p:cNvSpPr>
          <p:nvPr/>
        </p:nvSpPr>
        <p:spPr>
          <a:xfrm>
            <a:off x="2139480" y="4456793"/>
            <a:ext cx="46519" cy="46519"/>
          </a:xfrm>
          <a:prstGeom prst="ellipse">
            <a:avLst/>
          </a:prstGeom>
          <a:solidFill>
            <a:srgbClr val="B08A60">
              <a:alpha val="43000"/>
            </a:srgbClr>
          </a:solidFill>
          <a:ln w="0">
            <a:noFill/>
            <a:prstDash val="solid"/>
          </a:ln>
        </p:spPr>
      </p:sp>
      <p:sp>
        <p:nvSpPr>
          <p:cNvPr id="266" name="e_full_violin_ellipse_4618">
            <a:extLst>
              <a:ext uri="{FF2B5EF4-FFF2-40B4-BE49-F238E27FC236}">
                <a16:creationId xmlns:a16="http://schemas.microsoft.com/office/drawing/2014/main" id="{7C63006B-42CD-4431-A56A-455AD5AFFEC3}"/>
              </a:ext>
            </a:extLst>
          </p:cNvPr>
          <p:cNvSpPr>
            <a:spLocks noGrp="1"/>
          </p:cNvSpPr>
          <p:nvPr/>
        </p:nvSpPr>
        <p:spPr>
          <a:xfrm>
            <a:off x="2420383" y="2372186"/>
            <a:ext cx="46519" cy="46519"/>
          </a:xfrm>
          <a:prstGeom prst="ellipse">
            <a:avLst/>
          </a:prstGeom>
          <a:solidFill>
            <a:srgbClr val="B08A60">
              <a:alpha val="43000"/>
            </a:srgbClr>
          </a:solidFill>
          <a:ln w="0">
            <a:noFill/>
            <a:prstDash val="solid"/>
          </a:ln>
        </p:spPr>
      </p:sp>
      <p:sp>
        <p:nvSpPr>
          <p:cNvPr id="267" name="e_full_violin_ellipse_4619">
            <a:extLst>
              <a:ext uri="{FF2B5EF4-FFF2-40B4-BE49-F238E27FC236}">
                <a16:creationId xmlns:a16="http://schemas.microsoft.com/office/drawing/2014/main" id="{21CFF85E-D64B-498A-8BFC-AED0EDEE234D}"/>
              </a:ext>
            </a:extLst>
          </p:cNvPr>
          <p:cNvSpPr>
            <a:spLocks noGrp="1"/>
          </p:cNvSpPr>
          <p:nvPr/>
        </p:nvSpPr>
        <p:spPr>
          <a:xfrm>
            <a:off x="2213919" y="3646113"/>
            <a:ext cx="46519" cy="46519"/>
          </a:xfrm>
          <a:prstGeom prst="ellipse">
            <a:avLst/>
          </a:prstGeom>
          <a:solidFill>
            <a:srgbClr val="B08A60">
              <a:alpha val="43000"/>
            </a:srgbClr>
          </a:solidFill>
          <a:ln w="0">
            <a:noFill/>
            <a:prstDash val="solid"/>
          </a:ln>
        </p:spPr>
      </p:sp>
      <p:sp>
        <p:nvSpPr>
          <p:cNvPr id="268" name="e_full_violin_ellipse_4620">
            <a:extLst>
              <a:ext uri="{FF2B5EF4-FFF2-40B4-BE49-F238E27FC236}">
                <a16:creationId xmlns:a16="http://schemas.microsoft.com/office/drawing/2014/main" id="{9F188213-5531-4598-8F79-8A45F417F57B}"/>
              </a:ext>
            </a:extLst>
          </p:cNvPr>
          <p:cNvSpPr>
            <a:spLocks noGrp="1"/>
          </p:cNvSpPr>
          <p:nvPr/>
        </p:nvSpPr>
        <p:spPr>
          <a:xfrm>
            <a:off x="2276519" y="2024752"/>
            <a:ext cx="46519" cy="46519"/>
          </a:xfrm>
          <a:prstGeom prst="ellipse">
            <a:avLst/>
          </a:prstGeom>
          <a:solidFill>
            <a:srgbClr val="B08A60">
              <a:alpha val="43000"/>
            </a:srgbClr>
          </a:solidFill>
          <a:ln w="0">
            <a:noFill/>
            <a:prstDash val="solid"/>
          </a:ln>
        </p:spPr>
      </p:sp>
      <p:sp>
        <p:nvSpPr>
          <p:cNvPr id="269" name="e_full_violin_ellipse_4621">
            <a:extLst>
              <a:ext uri="{FF2B5EF4-FFF2-40B4-BE49-F238E27FC236}">
                <a16:creationId xmlns:a16="http://schemas.microsoft.com/office/drawing/2014/main" id="{3FFF700C-C77D-4468-9CB9-6777542DFD38}"/>
              </a:ext>
            </a:extLst>
          </p:cNvPr>
          <p:cNvSpPr>
            <a:spLocks noGrp="1"/>
          </p:cNvSpPr>
          <p:nvPr/>
        </p:nvSpPr>
        <p:spPr>
          <a:xfrm>
            <a:off x="2225832" y="2835432"/>
            <a:ext cx="46519" cy="46519"/>
          </a:xfrm>
          <a:prstGeom prst="ellipse">
            <a:avLst/>
          </a:prstGeom>
          <a:solidFill>
            <a:srgbClr val="B08A60">
              <a:alpha val="43000"/>
            </a:srgbClr>
          </a:solidFill>
          <a:ln w="0">
            <a:noFill/>
            <a:prstDash val="solid"/>
          </a:ln>
        </p:spPr>
      </p:sp>
      <p:sp>
        <p:nvSpPr>
          <p:cNvPr id="270" name="e_full_violin_ellipse_4622">
            <a:extLst>
              <a:ext uri="{FF2B5EF4-FFF2-40B4-BE49-F238E27FC236}">
                <a16:creationId xmlns:a16="http://schemas.microsoft.com/office/drawing/2014/main" id="{8DD7941E-F5AD-4ABB-8D1A-C85343BBA816}"/>
              </a:ext>
            </a:extLst>
          </p:cNvPr>
          <p:cNvSpPr>
            <a:spLocks noGrp="1"/>
          </p:cNvSpPr>
          <p:nvPr/>
        </p:nvSpPr>
        <p:spPr>
          <a:xfrm>
            <a:off x="2184151" y="4269713"/>
            <a:ext cx="46519" cy="46519"/>
          </a:xfrm>
          <a:prstGeom prst="ellipse">
            <a:avLst/>
          </a:prstGeom>
          <a:solidFill>
            <a:srgbClr val="B08A60">
              <a:alpha val="43000"/>
            </a:srgbClr>
          </a:solidFill>
          <a:ln w="0">
            <a:noFill/>
            <a:prstDash val="solid"/>
          </a:ln>
        </p:spPr>
      </p:sp>
      <p:sp>
        <p:nvSpPr>
          <p:cNvPr id="271" name="e_full_violin_ellipse_4623">
            <a:extLst>
              <a:ext uri="{FF2B5EF4-FFF2-40B4-BE49-F238E27FC236}">
                <a16:creationId xmlns:a16="http://schemas.microsoft.com/office/drawing/2014/main" id="{A4A7EB0E-F125-44EC-AA03-528E8EFB5C81}"/>
              </a:ext>
            </a:extLst>
          </p:cNvPr>
          <p:cNvSpPr>
            <a:spLocks noGrp="1"/>
          </p:cNvSpPr>
          <p:nvPr/>
        </p:nvSpPr>
        <p:spPr>
          <a:xfrm>
            <a:off x="2376554" y="4429313"/>
            <a:ext cx="46519" cy="46519"/>
          </a:xfrm>
          <a:prstGeom prst="ellipse">
            <a:avLst/>
          </a:prstGeom>
          <a:solidFill>
            <a:srgbClr val="B08A60">
              <a:alpha val="43000"/>
            </a:srgbClr>
          </a:solidFill>
          <a:ln w="0">
            <a:noFill/>
            <a:prstDash val="solid"/>
          </a:ln>
        </p:spPr>
      </p:sp>
      <p:sp>
        <p:nvSpPr>
          <p:cNvPr id="272" name="e_full_violin_ellipse_4624">
            <a:extLst>
              <a:ext uri="{FF2B5EF4-FFF2-40B4-BE49-F238E27FC236}">
                <a16:creationId xmlns:a16="http://schemas.microsoft.com/office/drawing/2014/main" id="{C6FDE888-5D8D-4945-834C-5A94E47E954C}"/>
              </a:ext>
            </a:extLst>
          </p:cNvPr>
          <p:cNvSpPr>
            <a:spLocks noGrp="1"/>
          </p:cNvSpPr>
          <p:nvPr/>
        </p:nvSpPr>
        <p:spPr>
          <a:xfrm>
            <a:off x="2444725" y="3544778"/>
            <a:ext cx="46519" cy="46519"/>
          </a:xfrm>
          <a:prstGeom prst="ellipse">
            <a:avLst/>
          </a:prstGeom>
          <a:solidFill>
            <a:srgbClr val="B08A60">
              <a:alpha val="43000"/>
            </a:srgbClr>
          </a:solidFill>
          <a:ln w="0">
            <a:noFill/>
            <a:prstDash val="solid"/>
          </a:ln>
        </p:spPr>
      </p:sp>
      <p:sp>
        <p:nvSpPr>
          <p:cNvPr id="273" name="e_full_violin_ellipse_4625">
            <a:extLst>
              <a:ext uri="{FF2B5EF4-FFF2-40B4-BE49-F238E27FC236}">
                <a16:creationId xmlns:a16="http://schemas.microsoft.com/office/drawing/2014/main" id="{35BFC455-F61D-4350-9A05-7764934C7AFE}"/>
              </a:ext>
            </a:extLst>
          </p:cNvPr>
          <p:cNvSpPr>
            <a:spLocks noGrp="1"/>
          </p:cNvSpPr>
          <p:nvPr/>
        </p:nvSpPr>
        <p:spPr>
          <a:xfrm>
            <a:off x="2184877" y="3781226"/>
            <a:ext cx="46519" cy="46519"/>
          </a:xfrm>
          <a:prstGeom prst="ellipse">
            <a:avLst/>
          </a:prstGeom>
          <a:solidFill>
            <a:srgbClr val="B08A60">
              <a:alpha val="43000"/>
            </a:srgbClr>
          </a:solidFill>
          <a:ln w="0">
            <a:noFill/>
            <a:prstDash val="solid"/>
          </a:ln>
        </p:spPr>
      </p:sp>
      <p:sp>
        <p:nvSpPr>
          <p:cNvPr id="274" name="e_full_violin_ellipse_4626">
            <a:extLst>
              <a:ext uri="{FF2B5EF4-FFF2-40B4-BE49-F238E27FC236}">
                <a16:creationId xmlns:a16="http://schemas.microsoft.com/office/drawing/2014/main" id="{5BA35840-B060-4C99-B6C5-8D7D731868B5}"/>
              </a:ext>
            </a:extLst>
          </p:cNvPr>
          <p:cNvSpPr>
            <a:spLocks noGrp="1"/>
          </p:cNvSpPr>
          <p:nvPr/>
        </p:nvSpPr>
        <p:spPr>
          <a:xfrm>
            <a:off x="2247085" y="4456793"/>
            <a:ext cx="46519" cy="46519"/>
          </a:xfrm>
          <a:prstGeom prst="ellipse">
            <a:avLst/>
          </a:prstGeom>
          <a:solidFill>
            <a:srgbClr val="B08A60">
              <a:alpha val="43000"/>
            </a:srgbClr>
          </a:solidFill>
          <a:ln w="0">
            <a:noFill/>
            <a:prstDash val="solid"/>
          </a:ln>
        </p:spPr>
      </p:sp>
      <p:sp>
        <p:nvSpPr>
          <p:cNvPr id="275" name="e_full_violin_ellipse_4627">
            <a:extLst>
              <a:ext uri="{FF2B5EF4-FFF2-40B4-BE49-F238E27FC236}">
                <a16:creationId xmlns:a16="http://schemas.microsoft.com/office/drawing/2014/main" id="{D2FDF773-47B9-4527-9520-32CAFFFD0672}"/>
              </a:ext>
            </a:extLst>
          </p:cNvPr>
          <p:cNvSpPr>
            <a:spLocks noGrp="1"/>
          </p:cNvSpPr>
          <p:nvPr/>
        </p:nvSpPr>
        <p:spPr>
          <a:xfrm>
            <a:off x="2448350" y="3240773"/>
            <a:ext cx="46519" cy="46519"/>
          </a:xfrm>
          <a:prstGeom prst="ellipse">
            <a:avLst/>
          </a:prstGeom>
          <a:solidFill>
            <a:srgbClr val="B08A60">
              <a:alpha val="43000"/>
            </a:srgbClr>
          </a:solidFill>
          <a:ln w="0">
            <a:noFill/>
            <a:prstDash val="solid"/>
          </a:ln>
        </p:spPr>
      </p:sp>
      <p:sp>
        <p:nvSpPr>
          <p:cNvPr id="276" name="e_full_violin_ellipse_4628">
            <a:extLst>
              <a:ext uri="{FF2B5EF4-FFF2-40B4-BE49-F238E27FC236}">
                <a16:creationId xmlns:a16="http://schemas.microsoft.com/office/drawing/2014/main" id="{585F8BCB-10A4-44A9-B39E-A2A650E845E8}"/>
              </a:ext>
            </a:extLst>
          </p:cNvPr>
          <p:cNvSpPr>
            <a:spLocks noGrp="1"/>
          </p:cNvSpPr>
          <p:nvPr/>
        </p:nvSpPr>
        <p:spPr>
          <a:xfrm>
            <a:off x="2285236" y="2024752"/>
            <a:ext cx="46519" cy="46519"/>
          </a:xfrm>
          <a:prstGeom prst="ellipse">
            <a:avLst/>
          </a:prstGeom>
          <a:solidFill>
            <a:srgbClr val="B08A60">
              <a:alpha val="43000"/>
            </a:srgbClr>
          </a:solidFill>
          <a:ln w="0">
            <a:noFill/>
            <a:prstDash val="solid"/>
          </a:ln>
        </p:spPr>
      </p:sp>
      <p:sp>
        <p:nvSpPr>
          <p:cNvPr id="277" name="e_full_violin_ellipse_4629">
            <a:extLst>
              <a:ext uri="{FF2B5EF4-FFF2-40B4-BE49-F238E27FC236}">
                <a16:creationId xmlns:a16="http://schemas.microsoft.com/office/drawing/2014/main" id="{30A2222D-991D-4CA5-B5C2-F6B1A9AF6664}"/>
              </a:ext>
            </a:extLst>
          </p:cNvPr>
          <p:cNvSpPr>
            <a:spLocks noGrp="1"/>
          </p:cNvSpPr>
          <p:nvPr/>
        </p:nvSpPr>
        <p:spPr>
          <a:xfrm>
            <a:off x="2276622" y="2372186"/>
            <a:ext cx="46519" cy="46519"/>
          </a:xfrm>
          <a:prstGeom prst="ellipse">
            <a:avLst/>
          </a:prstGeom>
          <a:solidFill>
            <a:srgbClr val="B08A60">
              <a:alpha val="43000"/>
            </a:srgbClr>
          </a:solidFill>
          <a:ln w="0">
            <a:noFill/>
            <a:prstDash val="solid"/>
          </a:ln>
        </p:spPr>
      </p:sp>
      <p:sp>
        <p:nvSpPr>
          <p:cNvPr id="278" name="e_full_violin_ellipse_4630">
            <a:extLst>
              <a:ext uri="{FF2B5EF4-FFF2-40B4-BE49-F238E27FC236}">
                <a16:creationId xmlns:a16="http://schemas.microsoft.com/office/drawing/2014/main" id="{43D6A5AC-140C-4510-9775-DFF7592F4A8D}"/>
              </a:ext>
            </a:extLst>
          </p:cNvPr>
          <p:cNvSpPr>
            <a:spLocks noGrp="1"/>
          </p:cNvSpPr>
          <p:nvPr/>
        </p:nvSpPr>
        <p:spPr>
          <a:xfrm>
            <a:off x="2189227" y="2024752"/>
            <a:ext cx="46519" cy="46519"/>
          </a:xfrm>
          <a:prstGeom prst="ellipse">
            <a:avLst/>
          </a:prstGeom>
          <a:solidFill>
            <a:srgbClr val="B08A60">
              <a:alpha val="43000"/>
            </a:srgbClr>
          </a:solidFill>
          <a:ln w="0">
            <a:noFill/>
            <a:prstDash val="solid"/>
          </a:ln>
        </p:spPr>
      </p:sp>
      <p:sp>
        <p:nvSpPr>
          <p:cNvPr id="279" name="e_full_violin_ellipse_4631">
            <a:extLst>
              <a:ext uri="{FF2B5EF4-FFF2-40B4-BE49-F238E27FC236}">
                <a16:creationId xmlns:a16="http://schemas.microsoft.com/office/drawing/2014/main" id="{584A9D1B-74B8-4BD0-9518-A40B9E189993}"/>
              </a:ext>
            </a:extLst>
          </p:cNvPr>
          <p:cNvSpPr>
            <a:spLocks noGrp="1"/>
          </p:cNvSpPr>
          <p:nvPr/>
        </p:nvSpPr>
        <p:spPr>
          <a:xfrm>
            <a:off x="2519356" y="2024752"/>
            <a:ext cx="46519" cy="46519"/>
          </a:xfrm>
          <a:prstGeom prst="ellipse">
            <a:avLst/>
          </a:prstGeom>
          <a:solidFill>
            <a:srgbClr val="B08A60">
              <a:alpha val="43000"/>
            </a:srgbClr>
          </a:solidFill>
          <a:ln w="0">
            <a:noFill/>
            <a:prstDash val="solid"/>
          </a:ln>
        </p:spPr>
      </p:sp>
      <p:sp>
        <p:nvSpPr>
          <p:cNvPr id="280" name="e_full_violin_ellipse_4632">
            <a:extLst>
              <a:ext uri="{FF2B5EF4-FFF2-40B4-BE49-F238E27FC236}">
                <a16:creationId xmlns:a16="http://schemas.microsoft.com/office/drawing/2014/main" id="{0A4E72D9-3932-437D-B501-2D4166BC87EB}"/>
              </a:ext>
            </a:extLst>
          </p:cNvPr>
          <p:cNvSpPr>
            <a:spLocks noGrp="1"/>
          </p:cNvSpPr>
          <p:nvPr/>
        </p:nvSpPr>
        <p:spPr>
          <a:xfrm>
            <a:off x="2399284" y="2024752"/>
            <a:ext cx="46519" cy="46519"/>
          </a:xfrm>
          <a:prstGeom prst="ellipse">
            <a:avLst/>
          </a:prstGeom>
          <a:solidFill>
            <a:srgbClr val="B08A60">
              <a:alpha val="43000"/>
            </a:srgbClr>
          </a:solidFill>
          <a:ln w="0">
            <a:noFill/>
            <a:prstDash val="solid"/>
          </a:ln>
        </p:spPr>
      </p:sp>
      <p:sp>
        <p:nvSpPr>
          <p:cNvPr id="281" name="e_full_violin_ellipse_4633">
            <a:extLst>
              <a:ext uri="{FF2B5EF4-FFF2-40B4-BE49-F238E27FC236}">
                <a16:creationId xmlns:a16="http://schemas.microsoft.com/office/drawing/2014/main" id="{DDF3875D-E060-48E2-9C22-BDC4635BB348}"/>
              </a:ext>
            </a:extLst>
          </p:cNvPr>
          <p:cNvSpPr>
            <a:spLocks noGrp="1"/>
          </p:cNvSpPr>
          <p:nvPr/>
        </p:nvSpPr>
        <p:spPr>
          <a:xfrm>
            <a:off x="2284002" y="2024752"/>
            <a:ext cx="46519" cy="46519"/>
          </a:xfrm>
          <a:prstGeom prst="ellipse">
            <a:avLst/>
          </a:prstGeom>
          <a:solidFill>
            <a:srgbClr val="B08A60">
              <a:alpha val="43000"/>
            </a:srgbClr>
          </a:solidFill>
          <a:ln w="0">
            <a:noFill/>
            <a:prstDash val="solid"/>
          </a:ln>
        </p:spPr>
      </p:sp>
      <p:sp>
        <p:nvSpPr>
          <p:cNvPr id="282" name="e_full_violin_ellipse_4634">
            <a:extLst>
              <a:ext uri="{FF2B5EF4-FFF2-40B4-BE49-F238E27FC236}">
                <a16:creationId xmlns:a16="http://schemas.microsoft.com/office/drawing/2014/main" id="{CC7D48E1-0C3C-4156-9284-4362D6DD0882}"/>
              </a:ext>
            </a:extLst>
          </p:cNvPr>
          <p:cNvSpPr>
            <a:spLocks noGrp="1"/>
          </p:cNvSpPr>
          <p:nvPr/>
        </p:nvSpPr>
        <p:spPr>
          <a:xfrm>
            <a:off x="2196864" y="2024752"/>
            <a:ext cx="46519" cy="46519"/>
          </a:xfrm>
          <a:prstGeom prst="ellipse">
            <a:avLst/>
          </a:prstGeom>
          <a:solidFill>
            <a:srgbClr val="B08A60">
              <a:alpha val="43000"/>
            </a:srgbClr>
          </a:solidFill>
          <a:ln w="0">
            <a:noFill/>
            <a:prstDash val="solid"/>
          </a:ln>
        </p:spPr>
      </p:sp>
      <p:sp>
        <p:nvSpPr>
          <p:cNvPr id="283" name="e_full_violin_ellipse_4635">
            <a:extLst>
              <a:ext uri="{FF2B5EF4-FFF2-40B4-BE49-F238E27FC236}">
                <a16:creationId xmlns:a16="http://schemas.microsoft.com/office/drawing/2014/main" id="{524B46CF-D253-4EC0-92A7-26DA6125D9CD}"/>
              </a:ext>
            </a:extLst>
          </p:cNvPr>
          <p:cNvSpPr>
            <a:spLocks noGrp="1"/>
          </p:cNvSpPr>
          <p:nvPr/>
        </p:nvSpPr>
        <p:spPr>
          <a:xfrm>
            <a:off x="2393923" y="3848783"/>
            <a:ext cx="46519" cy="46519"/>
          </a:xfrm>
          <a:prstGeom prst="ellipse">
            <a:avLst/>
          </a:prstGeom>
          <a:solidFill>
            <a:srgbClr val="B08A60">
              <a:alpha val="43000"/>
            </a:srgbClr>
          </a:solidFill>
          <a:ln w="0">
            <a:noFill/>
            <a:prstDash val="solid"/>
          </a:ln>
        </p:spPr>
      </p:sp>
      <p:sp>
        <p:nvSpPr>
          <p:cNvPr id="284" name="e_full_violin_ellipse_4636">
            <a:extLst>
              <a:ext uri="{FF2B5EF4-FFF2-40B4-BE49-F238E27FC236}">
                <a16:creationId xmlns:a16="http://schemas.microsoft.com/office/drawing/2014/main" id="{3BEFD21C-5C9B-4C44-975A-27A73F0E9831}"/>
              </a:ext>
            </a:extLst>
          </p:cNvPr>
          <p:cNvSpPr>
            <a:spLocks noGrp="1"/>
          </p:cNvSpPr>
          <p:nvPr/>
        </p:nvSpPr>
        <p:spPr>
          <a:xfrm>
            <a:off x="2299340" y="4456793"/>
            <a:ext cx="46519" cy="46519"/>
          </a:xfrm>
          <a:prstGeom prst="ellipse">
            <a:avLst/>
          </a:prstGeom>
          <a:solidFill>
            <a:srgbClr val="B08A60">
              <a:alpha val="43000"/>
            </a:srgbClr>
          </a:solidFill>
          <a:ln w="0">
            <a:noFill/>
            <a:prstDash val="solid"/>
          </a:ln>
        </p:spPr>
      </p:sp>
      <p:sp>
        <p:nvSpPr>
          <p:cNvPr id="285" name="e_full_violin_ellipse_4637">
            <a:extLst>
              <a:ext uri="{FF2B5EF4-FFF2-40B4-BE49-F238E27FC236}">
                <a16:creationId xmlns:a16="http://schemas.microsoft.com/office/drawing/2014/main" id="{06E63108-8E12-4EDF-83C6-D8AF72D1D446}"/>
              </a:ext>
            </a:extLst>
          </p:cNvPr>
          <p:cNvSpPr>
            <a:spLocks noGrp="1"/>
          </p:cNvSpPr>
          <p:nvPr/>
        </p:nvSpPr>
        <p:spPr>
          <a:xfrm>
            <a:off x="2289559" y="2024752"/>
            <a:ext cx="46519" cy="46519"/>
          </a:xfrm>
          <a:prstGeom prst="ellipse">
            <a:avLst/>
          </a:prstGeom>
          <a:solidFill>
            <a:srgbClr val="B08A60">
              <a:alpha val="43000"/>
            </a:srgbClr>
          </a:solidFill>
          <a:ln w="0">
            <a:noFill/>
            <a:prstDash val="solid"/>
          </a:ln>
        </p:spPr>
      </p:sp>
      <p:sp>
        <p:nvSpPr>
          <p:cNvPr id="286" name="e_full_violin_ellipse_4638">
            <a:extLst>
              <a:ext uri="{FF2B5EF4-FFF2-40B4-BE49-F238E27FC236}">
                <a16:creationId xmlns:a16="http://schemas.microsoft.com/office/drawing/2014/main" id="{3229DFA5-7FB7-41C7-8C04-476CA3A1390D}"/>
              </a:ext>
            </a:extLst>
          </p:cNvPr>
          <p:cNvSpPr>
            <a:spLocks noGrp="1"/>
          </p:cNvSpPr>
          <p:nvPr/>
        </p:nvSpPr>
        <p:spPr>
          <a:xfrm>
            <a:off x="2237160" y="4456793"/>
            <a:ext cx="46519" cy="46519"/>
          </a:xfrm>
          <a:prstGeom prst="ellipse">
            <a:avLst/>
          </a:prstGeom>
          <a:solidFill>
            <a:srgbClr val="B08A60">
              <a:alpha val="43000"/>
            </a:srgbClr>
          </a:solidFill>
          <a:ln w="0">
            <a:noFill/>
            <a:prstDash val="solid"/>
          </a:ln>
        </p:spPr>
      </p:sp>
      <p:sp>
        <p:nvSpPr>
          <p:cNvPr id="287" name="e_full_violin_ellipse_4639">
            <a:extLst>
              <a:ext uri="{FF2B5EF4-FFF2-40B4-BE49-F238E27FC236}">
                <a16:creationId xmlns:a16="http://schemas.microsoft.com/office/drawing/2014/main" id="{BD6813CC-D76C-483E-8364-FD6B4429F011}"/>
              </a:ext>
            </a:extLst>
          </p:cNvPr>
          <p:cNvSpPr>
            <a:spLocks noGrp="1"/>
          </p:cNvSpPr>
          <p:nvPr/>
        </p:nvSpPr>
        <p:spPr>
          <a:xfrm>
            <a:off x="2313919" y="4154724"/>
            <a:ext cx="46519" cy="46519"/>
          </a:xfrm>
          <a:prstGeom prst="ellipse">
            <a:avLst/>
          </a:prstGeom>
          <a:solidFill>
            <a:srgbClr val="B08A60">
              <a:alpha val="43000"/>
            </a:srgbClr>
          </a:solidFill>
          <a:ln w="0">
            <a:noFill/>
            <a:prstDash val="solid"/>
          </a:ln>
        </p:spPr>
      </p:sp>
      <p:sp>
        <p:nvSpPr>
          <p:cNvPr id="288" name="e_full_violin_ellipse_4640">
            <a:extLst>
              <a:ext uri="{FF2B5EF4-FFF2-40B4-BE49-F238E27FC236}">
                <a16:creationId xmlns:a16="http://schemas.microsoft.com/office/drawing/2014/main" id="{E92D6B7B-4117-4BD0-8C11-B1D135222EE7}"/>
              </a:ext>
            </a:extLst>
          </p:cNvPr>
          <p:cNvSpPr>
            <a:spLocks noGrp="1"/>
          </p:cNvSpPr>
          <p:nvPr/>
        </p:nvSpPr>
        <p:spPr>
          <a:xfrm>
            <a:off x="2278092" y="2024752"/>
            <a:ext cx="46519" cy="46519"/>
          </a:xfrm>
          <a:prstGeom prst="ellipse">
            <a:avLst/>
          </a:prstGeom>
          <a:solidFill>
            <a:srgbClr val="B08A60">
              <a:alpha val="43000"/>
            </a:srgbClr>
          </a:solidFill>
          <a:ln w="0">
            <a:noFill/>
            <a:prstDash val="solid"/>
          </a:ln>
        </p:spPr>
      </p:sp>
      <p:sp>
        <p:nvSpPr>
          <p:cNvPr id="289" name="e_full_violin_ellipse_4641">
            <a:extLst>
              <a:ext uri="{FF2B5EF4-FFF2-40B4-BE49-F238E27FC236}">
                <a16:creationId xmlns:a16="http://schemas.microsoft.com/office/drawing/2014/main" id="{FDDE5703-B3F8-40B7-A14C-15F43F235472}"/>
              </a:ext>
            </a:extLst>
          </p:cNvPr>
          <p:cNvSpPr>
            <a:spLocks noGrp="1"/>
          </p:cNvSpPr>
          <p:nvPr/>
        </p:nvSpPr>
        <p:spPr>
          <a:xfrm>
            <a:off x="2309023" y="2632762"/>
            <a:ext cx="46519" cy="46519"/>
          </a:xfrm>
          <a:prstGeom prst="ellipse">
            <a:avLst/>
          </a:prstGeom>
          <a:solidFill>
            <a:srgbClr val="B08A60">
              <a:alpha val="43000"/>
            </a:srgbClr>
          </a:solidFill>
          <a:ln w="0">
            <a:noFill/>
            <a:prstDash val="solid"/>
          </a:ln>
        </p:spPr>
      </p:sp>
      <p:sp>
        <p:nvSpPr>
          <p:cNvPr id="290" name="e_full_violin_ellipse_4642">
            <a:extLst>
              <a:ext uri="{FF2B5EF4-FFF2-40B4-BE49-F238E27FC236}">
                <a16:creationId xmlns:a16="http://schemas.microsoft.com/office/drawing/2014/main" id="{DB84AF00-C7DA-4CC2-814B-F7F2F9257F20}"/>
              </a:ext>
            </a:extLst>
          </p:cNvPr>
          <p:cNvSpPr>
            <a:spLocks noGrp="1"/>
          </p:cNvSpPr>
          <p:nvPr/>
        </p:nvSpPr>
        <p:spPr>
          <a:xfrm>
            <a:off x="2503472" y="2024752"/>
            <a:ext cx="46519" cy="46519"/>
          </a:xfrm>
          <a:prstGeom prst="ellipse">
            <a:avLst/>
          </a:prstGeom>
          <a:solidFill>
            <a:srgbClr val="B08A60">
              <a:alpha val="43000"/>
            </a:srgbClr>
          </a:solidFill>
          <a:ln w="0">
            <a:noFill/>
            <a:prstDash val="solid"/>
          </a:ln>
        </p:spPr>
      </p:sp>
      <p:sp>
        <p:nvSpPr>
          <p:cNvPr id="291" name="e_full_violin_ellipse_4643">
            <a:extLst>
              <a:ext uri="{FF2B5EF4-FFF2-40B4-BE49-F238E27FC236}">
                <a16:creationId xmlns:a16="http://schemas.microsoft.com/office/drawing/2014/main" id="{67D4182E-85BF-476A-BC11-86FBEA21EBD8}"/>
              </a:ext>
            </a:extLst>
          </p:cNvPr>
          <p:cNvSpPr>
            <a:spLocks noGrp="1"/>
          </p:cNvSpPr>
          <p:nvPr/>
        </p:nvSpPr>
        <p:spPr>
          <a:xfrm>
            <a:off x="2167292" y="2398912"/>
            <a:ext cx="46519" cy="46519"/>
          </a:xfrm>
          <a:prstGeom prst="ellipse">
            <a:avLst/>
          </a:prstGeom>
          <a:solidFill>
            <a:srgbClr val="B08A60">
              <a:alpha val="43000"/>
            </a:srgbClr>
          </a:solidFill>
          <a:ln w="0">
            <a:noFill/>
            <a:prstDash val="solid"/>
          </a:ln>
        </p:spPr>
      </p:sp>
      <p:sp>
        <p:nvSpPr>
          <p:cNvPr id="292" name="e_full_violin_ellipse_4644">
            <a:extLst>
              <a:ext uri="{FF2B5EF4-FFF2-40B4-BE49-F238E27FC236}">
                <a16:creationId xmlns:a16="http://schemas.microsoft.com/office/drawing/2014/main" id="{8369167A-3C85-4FB3-9564-8F30406E2B36}"/>
              </a:ext>
            </a:extLst>
          </p:cNvPr>
          <p:cNvSpPr>
            <a:spLocks noGrp="1"/>
          </p:cNvSpPr>
          <p:nvPr/>
        </p:nvSpPr>
        <p:spPr>
          <a:xfrm>
            <a:off x="2434052" y="4456793"/>
            <a:ext cx="46519" cy="46519"/>
          </a:xfrm>
          <a:prstGeom prst="ellipse">
            <a:avLst/>
          </a:prstGeom>
          <a:solidFill>
            <a:srgbClr val="B08A60">
              <a:alpha val="43000"/>
            </a:srgbClr>
          </a:solidFill>
          <a:ln w="0">
            <a:noFill/>
            <a:prstDash val="solid"/>
          </a:ln>
        </p:spPr>
      </p:sp>
      <p:sp>
        <p:nvSpPr>
          <p:cNvPr id="293" name="e_full_violin_ellipse_4645">
            <a:extLst>
              <a:ext uri="{FF2B5EF4-FFF2-40B4-BE49-F238E27FC236}">
                <a16:creationId xmlns:a16="http://schemas.microsoft.com/office/drawing/2014/main" id="{090C71A1-9C8D-4C6C-A3F7-B2A4788C466D}"/>
              </a:ext>
            </a:extLst>
          </p:cNvPr>
          <p:cNvSpPr>
            <a:spLocks noGrp="1"/>
          </p:cNvSpPr>
          <p:nvPr/>
        </p:nvSpPr>
        <p:spPr>
          <a:xfrm>
            <a:off x="2467015" y="4456793"/>
            <a:ext cx="46519" cy="46519"/>
          </a:xfrm>
          <a:prstGeom prst="ellipse">
            <a:avLst/>
          </a:prstGeom>
          <a:solidFill>
            <a:srgbClr val="B08A60">
              <a:alpha val="43000"/>
            </a:srgbClr>
          </a:solidFill>
          <a:ln w="0">
            <a:noFill/>
            <a:prstDash val="solid"/>
          </a:ln>
        </p:spPr>
      </p:sp>
      <p:sp>
        <p:nvSpPr>
          <p:cNvPr id="294" name="e_full_violin_ellipse_4646">
            <a:extLst>
              <a:ext uri="{FF2B5EF4-FFF2-40B4-BE49-F238E27FC236}">
                <a16:creationId xmlns:a16="http://schemas.microsoft.com/office/drawing/2014/main" id="{83F4F284-E05A-4A14-A4A3-447423593D65}"/>
              </a:ext>
            </a:extLst>
          </p:cNvPr>
          <p:cNvSpPr>
            <a:spLocks noGrp="1"/>
          </p:cNvSpPr>
          <p:nvPr/>
        </p:nvSpPr>
        <p:spPr>
          <a:xfrm>
            <a:off x="2312476" y="4414126"/>
            <a:ext cx="46519" cy="46519"/>
          </a:xfrm>
          <a:prstGeom prst="ellipse">
            <a:avLst/>
          </a:prstGeom>
          <a:solidFill>
            <a:srgbClr val="B08A60">
              <a:alpha val="43000"/>
            </a:srgbClr>
          </a:solidFill>
          <a:ln w="0">
            <a:noFill/>
            <a:prstDash val="solid"/>
          </a:ln>
        </p:spPr>
      </p:sp>
      <p:sp>
        <p:nvSpPr>
          <p:cNvPr id="295" name="e_full_violin_ellipse_4647">
            <a:extLst>
              <a:ext uri="{FF2B5EF4-FFF2-40B4-BE49-F238E27FC236}">
                <a16:creationId xmlns:a16="http://schemas.microsoft.com/office/drawing/2014/main" id="{700B9D97-B753-4B95-A594-D2A302CFAAC4}"/>
              </a:ext>
            </a:extLst>
          </p:cNvPr>
          <p:cNvSpPr>
            <a:spLocks noGrp="1"/>
          </p:cNvSpPr>
          <p:nvPr/>
        </p:nvSpPr>
        <p:spPr>
          <a:xfrm>
            <a:off x="2488611" y="3848783"/>
            <a:ext cx="46519" cy="46519"/>
          </a:xfrm>
          <a:prstGeom prst="ellipse">
            <a:avLst/>
          </a:prstGeom>
          <a:solidFill>
            <a:srgbClr val="B08A60">
              <a:alpha val="43000"/>
            </a:srgbClr>
          </a:solidFill>
          <a:ln w="0">
            <a:noFill/>
            <a:prstDash val="solid"/>
          </a:ln>
        </p:spPr>
      </p:sp>
      <p:sp>
        <p:nvSpPr>
          <p:cNvPr id="296" name="e_full_violin_ellipse_4648">
            <a:extLst>
              <a:ext uri="{FF2B5EF4-FFF2-40B4-BE49-F238E27FC236}">
                <a16:creationId xmlns:a16="http://schemas.microsoft.com/office/drawing/2014/main" id="{026FC6AA-9A39-4283-99C8-BBC418342977}"/>
              </a:ext>
            </a:extLst>
          </p:cNvPr>
          <p:cNvSpPr>
            <a:spLocks noGrp="1"/>
          </p:cNvSpPr>
          <p:nvPr/>
        </p:nvSpPr>
        <p:spPr>
          <a:xfrm>
            <a:off x="2169057" y="3646113"/>
            <a:ext cx="46519" cy="46519"/>
          </a:xfrm>
          <a:prstGeom prst="ellipse">
            <a:avLst/>
          </a:prstGeom>
          <a:solidFill>
            <a:srgbClr val="B08A60">
              <a:alpha val="43000"/>
            </a:srgbClr>
          </a:solidFill>
          <a:ln w="0">
            <a:noFill/>
            <a:prstDash val="solid"/>
          </a:ln>
        </p:spPr>
      </p:sp>
      <p:sp>
        <p:nvSpPr>
          <p:cNvPr id="297" name="e_full_violin_ellipse_4649">
            <a:extLst>
              <a:ext uri="{FF2B5EF4-FFF2-40B4-BE49-F238E27FC236}">
                <a16:creationId xmlns:a16="http://schemas.microsoft.com/office/drawing/2014/main" id="{6D0E6BE9-BD9F-4E97-B6B1-C76C2D7347CD}"/>
              </a:ext>
            </a:extLst>
          </p:cNvPr>
          <p:cNvSpPr>
            <a:spLocks noGrp="1"/>
          </p:cNvSpPr>
          <p:nvPr/>
        </p:nvSpPr>
        <p:spPr>
          <a:xfrm>
            <a:off x="2291792" y="2662664"/>
            <a:ext cx="46519" cy="46519"/>
          </a:xfrm>
          <a:prstGeom prst="ellipse">
            <a:avLst/>
          </a:prstGeom>
          <a:solidFill>
            <a:srgbClr val="B08A60">
              <a:alpha val="43000"/>
            </a:srgbClr>
          </a:solidFill>
          <a:ln w="0">
            <a:noFill/>
            <a:prstDash val="solid"/>
          </a:ln>
        </p:spPr>
      </p:sp>
      <p:sp>
        <p:nvSpPr>
          <p:cNvPr id="298" name="e_full_violin_ellipse_4650">
            <a:extLst>
              <a:ext uri="{FF2B5EF4-FFF2-40B4-BE49-F238E27FC236}">
                <a16:creationId xmlns:a16="http://schemas.microsoft.com/office/drawing/2014/main" id="{9F268D79-78B0-4C93-80DD-ADF5B841AC6E}"/>
              </a:ext>
            </a:extLst>
          </p:cNvPr>
          <p:cNvSpPr>
            <a:spLocks noGrp="1"/>
          </p:cNvSpPr>
          <p:nvPr/>
        </p:nvSpPr>
        <p:spPr>
          <a:xfrm>
            <a:off x="2231701" y="2024752"/>
            <a:ext cx="46519" cy="46519"/>
          </a:xfrm>
          <a:prstGeom prst="ellipse">
            <a:avLst/>
          </a:prstGeom>
          <a:solidFill>
            <a:srgbClr val="B08A60">
              <a:alpha val="43000"/>
            </a:srgbClr>
          </a:solidFill>
          <a:ln w="0">
            <a:noFill/>
            <a:prstDash val="solid"/>
          </a:ln>
        </p:spPr>
      </p:sp>
      <p:sp>
        <p:nvSpPr>
          <p:cNvPr id="299" name="e_full_violin_ellipse_4651">
            <a:extLst>
              <a:ext uri="{FF2B5EF4-FFF2-40B4-BE49-F238E27FC236}">
                <a16:creationId xmlns:a16="http://schemas.microsoft.com/office/drawing/2014/main" id="{40BFF358-6F98-4786-A088-62D48D937F37}"/>
              </a:ext>
            </a:extLst>
          </p:cNvPr>
          <p:cNvSpPr>
            <a:spLocks noGrp="1"/>
          </p:cNvSpPr>
          <p:nvPr/>
        </p:nvSpPr>
        <p:spPr>
          <a:xfrm>
            <a:off x="2421218" y="3483977"/>
            <a:ext cx="46519" cy="46519"/>
          </a:xfrm>
          <a:prstGeom prst="ellipse">
            <a:avLst/>
          </a:prstGeom>
          <a:solidFill>
            <a:srgbClr val="B08A60">
              <a:alpha val="43000"/>
            </a:srgbClr>
          </a:solidFill>
          <a:ln w="0">
            <a:noFill/>
            <a:prstDash val="solid"/>
          </a:ln>
        </p:spPr>
      </p:sp>
      <p:sp>
        <p:nvSpPr>
          <p:cNvPr id="300" name="e_full_violin_ellipse_4652">
            <a:extLst>
              <a:ext uri="{FF2B5EF4-FFF2-40B4-BE49-F238E27FC236}">
                <a16:creationId xmlns:a16="http://schemas.microsoft.com/office/drawing/2014/main" id="{F2C3EDD8-A94F-419B-9D23-8C52B2243E8A}"/>
              </a:ext>
            </a:extLst>
          </p:cNvPr>
          <p:cNvSpPr>
            <a:spLocks noGrp="1"/>
          </p:cNvSpPr>
          <p:nvPr/>
        </p:nvSpPr>
        <p:spPr>
          <a:xfrm>
            <a:off x="2362844" y="4456793"/>
            <a:ext cx="46519" cy="46519"/>
          </a:xfrm>
          <a:prstGeom prst="ellipse">
            <a:avLst/>
          </a:prstGeom>
          <a:solidFill>
            <a:srgbClr val="B08A60">
              <a:alpha val="43000"/>
            </a:srgbClr>
          </a:solidFill>
          <a:ln w="0">
            <a:noFill/>
            <a:prstDash val="solid"/>
          </a:ln>
        </p:spPr>
      </p:sp>
      <p:sp>
        <p:nvSpPr>
          <p:cNvPr id="301" name="e_full_violin_ellipse_4653">
            <a:extLst>
              <a:ext uri="{FF2B5EF4-FFF2-40B4-BE49-F238E27FC236}">
                <a16:creationId xmlns:a16="http://schemas.microsoft.com/office/drawing/2014/main" id="{350351F1-1881-4529-85B6-0BB65D2AD6BA}"/>
              </a:ext>
            </a:extLst>
          </p:cNvPr>
          <p:cNvSpPr>
            <a:spLocks noGrp="1"/>
          </p:cNvSpPr>
          <p:nvPr/>
        </p:nvSpPr>
        <p:spPr>
          <a:xfrm>
            <a:off x="2488776" y="3848783"/>
            <a:ext cx="46519" cy="46519"/>
          </a:xfrm>
          <a:prstGeom prst="ellipse">
            <a:avLst/>
          </a:prstGeom>
          <a:solidFill>
            <a:srgbClr val="B08A60">
              <a:alpha val="43000"/>
            </a:srgbClr>
          </a:solidFill>
          <a:ln w="0">
            <a:noFill/>
            <a:prstDash val="solid"/>
          </a:ln>
        </p:spPr>
      </p:sp>
      <p:sp>
        <p:nvSpPr>
          <p:cNvPr id="302" name="e_full_violin_ellipse_4654">
            <a:extLst>
              <a:ext uri="{FF2B5EF4-FFF2-40B4-BE49-F238E27FC236}">
                <a16:creationId xmlns:a16="http://schemas.microsoft.com/office/drawing/2014/main" id="{0E856222-7C5B-46FB-A3AC-5950C0896B83}"/>
              </a:ext>
            </a:extLst>
          </p:cNvPr>
          <p:cNvSpPr>
            <a:spLocks noGrp="1"/>
          </p:cNvSpPr>
          <p:nvPr/>
        </p:nvSpPr>
        <p:spPr>
          <a:xfrm>
            <a:off x="2210235" y="2767876"/>
            <a:ext cx="46519" cy="46519"/>
          </a:xfrm>
          <a:prstGeom prst="ellipse">
            <a:avLst/>
          </a:prstGeom>
          <a:solidFill>
            <a:srgbClr val="B08A60">
              <a:alpha val="43000"/>
            </a:srgbClr>
          </a:solidFill>
          <a:ln w="0">
            <a:noFill/>
            <a:prstDash val="solid"/>
          </a:ln>
        </p:spPr>
      </p:sp>
      <p:sp>
        <p:nvSpPr>
          <p:cNvPr id="303" name="e_full_violin_ellipse_4655">
            <a:extLst>
              <a:ext uri="{FF2B5EF4-FFF2-40B4-BE49-F238E27FC236}">
                <a16:creationId xmlns:a16="http://schemas.microsoft.com/office/drawing/2014/main" id="{00D336D6-9849-4AA1-983F-DDD5CCC0147D}"/>
              </a:ext>
            </a:extLst>
          </p:cNvPr>
          <p:cNvSpPr>
            <a:spLocks noGrp="1"/>
          </p:cNvSpPr>
          <p:nvPr/>
        </p:nvSpPr>
        <p:spPr>
          <a:xfrm>
            <a:off x="2258844" y="3483977"/>
            <a:ext cx="46519" cy="46519"/>
          </a:xfrm>
          <a:prstGeom prst="ellipse">
            <a:avLst/>
          </a:prstGeom>
          <a:solidFill>
            <a:srgbClr val="B08A60">
              <a:alpha val="43000"/>
            </a:srgbClr>
          </a:solidFill>
          <a:ln w="0">
            <a:noFill/>
            <a:prstDash val="solid"/>
          </a:ln>
        </p:spPr>
      </p:sp>
      <p:sp>
        <p:nvSpPr>
          <p:cNvPr id="304" name="e_full_violin_ellipse_4656">
            <a:extLst>
              <a:ext uri="{FF2B5EF4-FFF2-40B4-BE49-F238E27FC236}">
                <a16:creationId xmlns:a16="http://schemas.microsoft.com/office/drawing/2014/main" id="{C5B5E837-D303-4AF1-827C-63EA7953E03A}"/>
              </a:ext>
            </a:extLst>
          </p:cNvPr>
          <p:cNvSpPr>
            <a:spLocks noGrp="1"/>
          </p:cNvSpPr>
          <p:nvPr/>
        </p:nvSpPr>
        <p:spPr>
          <a:xfrm>
            <a:off x="2464418" y="2024752"/>
            <a:ext cx="46519" cy="46519"/>
          </a:xfrm>
          <a:prstGeom prst="ellipse">
            <a:avLst/>
          </a:prstGeom>
          <a:solidFill>
            <a:srgbClr val="B08A60">
              <a:alpha val="43000"/>
            </a:srgbClr>
          </a:solidFill>
          <a:ln w="0">
            <a:noFill/>
            <a:prstDash val="solid"/>
          </a:ln>
        </p:spPr>
      </p:sp>
      <p:sp>
        <p:nvSpPr>
          <p:cNvPr id="305" name="e_full_violin_ellipse_4657">
            <a:extLst>
              <a:ext uri="{FF2B5EF4-FFF2-40B4-BE49-F238E27FC236}">
                <a16:creationId xmlns:a16="http://schemas.microsoft.com/office/drawing/2014/main" id="{1EFB7746-1F0D-4EDE-9382-C451DF2032D7}"/>
              </a:ext>
            </a:extLst>
          </p:cNvPr>
          <p:cNvSpPr>
            <a:spLocks noGrp="1"/>
          </p:cNvSpPr>
          <p:nvPr/>
        </p:nvSpPr>
        <p:spPr>
          <a:xfrm>
            <a:off x="2497096" y="3362375"/>
            <a:ext cx="46519" cy="46519"/>
          </a:xfrm>
          <a:prstGeom prst="ellipse">
            <a:avLst/>
          </a:prstGeom>
          <a:solidFill>
            <a:srgbClr val="B08A60">
              <a:alpha val="43000"/>
            </a:srgbClr>
          </a:solidFill>
          <a:ln w="0">
            <a:noFill/>
            <a:prstDash val="solid"/>
          </a:ln>
        </p:spPr>
      </p:sp>
      <p:sp>
        <p:nvSpPr>
          <p:cNvPr id="306" name="e_full_violin_ellipse_4658">
            <a:extLst>
              <a:ext uri="{FF2B5EF4-FFF2-40B4-BE49-F238E27FC236}">
                <a16:creationId xmlns:a16="http://schemas.microsoft.com/office/drawing/2014/main" id="{5372787E-258A-4BFF-A30A-F3A65633ACD2}"/>
              </a:ext>
            </a:extLst>
          </p:cNvPr>
          <p:cNvSpPr>
            <a:spLocks noGrp="1"/>
          </p:cNvSpPr>
          <p:nvPr/>
        </p:nvSpPr>
        <p:spPr>
          <a:xfrm>
            <a:off x="2335975" y="3240773"/>
            <a:ext cx="46519" cy="46519"/>
          </a:xfrm>
          <a:prstGeom prst="ellipse">
            <a:avLst/>
          </a:prstGeom>
          <a:solidFill>
            <a:srgbClr val="B08A60">
              <a:alpha val="43000"/>
            </a:srgbClr>
          </a:solidFill>
          <a:ln w="0">
            <a:noFill/>
            <a:prstDash val="solid"/>
          </a:ln>
        </p:spPr>
      </p:sp>
      <p:sp>
        <p:nvSpPr>
          <p:cNvPr id="307" name="e_full_violin_ellipse_4659">
            <a:extLst>
              <a:ext uri="{FF2B5EF4-FFF2-40B4-BE49-F238E27FC236}">
                <a16:creationId xmlns:a16="http://schemas.microsoft.com/office/drawing/2014/main" id="{589244AA-6A4A-4263-8AA4-E6F36EE9A030}"/>
              </a:ext>
            </a:extLst>
          </p:cNvPr>
          <p:cNvSpPr>
            <a:spLocks noGrp="1"/>
          </p:cNvSpPr>
          <p:nvPr/>
        </p:nvSpPr>
        <p:spPr>
          <a:xfrm>
            <a:off x="2167884" y="4456793"/>
            <a:ext cx="46519" cy="46519"/>
          </a:xfrm>
          <a:prstGeom prst="ellipse">
            <a:avLst/>
          </a:prstGeom>
          <a:solidFill>
            <a:srgbClr val="B08A60">
              <a:alpha val="43000"/>
            </a:srgbClr>
          </a:solidFill>
          <a:ln w="0">
            <a:noFill/>
            <a:prstDash val="solid"/>
          </a:ln>
        </p:spPr>
      </p:sp>
      <p:sp>
        <p:nvSpPr>
          <p:cNvPr id="308" name="e_full_violin_ellipse_4660">
            <a:extLst>
              <a:ext uri="{FF2B5EF4-FFF2-40B4-BE49-F238E27FC236}">
                <a16:creationId xmlns:a16="http://schemas.microsoft.com/office/drawing/2014/main" id="{E3D5C928-DC66-4F65-B1B9-3793522474BF}"/>
              </a:ext>
            </a:extLst>
          </p:cNvPr>
          <p:cNvSpPr>
            <a:spLocks noGrp="1"/>
          </p:cNvSpPr>
          <p:nvPr/>
        </p:nvSpPr>
        <p:spPr>
          <a:xfrm>
            <a:off x="2299311" y="4456793"/>
            <a:ext cx="46519" cy="46519"/>
          </a:xfrm>
          <a:prstGeom prst="ellipse">
            <a:avLst/>
          </a:prstGeom>
          <a:solidFill>
            <a:srgbClr val="B08A60">
              <a:alpha val="43000"/>
            </a:srgbClr>
          </a:solidFill>
          <a:ln w="0">
            <a:noFill/>
            <a:prstDash val="solid"/>
          </a:ln>
        </p:spPr>
      </p:sp>
      <p:sp>
        <p:nvSpPr>
          <p:cNvPr id="309" name="e_full_violin_ellipse_4661">
            <a:extLst>
              <a:ext uri="{FF2B5EF4-FFF2-40B4-BE49-F238E27FC236}">
                <a16:creationId xmlns:a16="http://schemas.microsoft.com/office/drawing/2014/main" id="{23C43C96-5CD3-4590-9F23-934D28BB25BC}"/>
              </a:ext>
            </a:extLst>
          </p:cNvPr>
          <p:cNvSpPr>
            <a:spLocks noGrp="1"/>
          </p:cNvSpPr>
          <p:nvPr/>
        </p:nvSpPr>
        <p:spPr>
          <a:xfrm>
            <a:off x="2184380" y="3483977"/>
            <a:ext cx="46519" cy="46519"/>
          </a:xfrm>
          <a:prstGeom prst="ellipse">
            <a:avLst/>
          </a:prstGeom>
          <a:solidFill>
            <a:srgbClr val="B08A60">
              <a:alpha val="43000"/>
            </a:srgbClr>
          </a:solidFill>
          <a:ln w="0">
            <a:noFill/>
            <a:prstDash val="solid"/>
          </a:ln>
        </p:spPr>
      </p:sp>
      <p:sp>
        <p:nvSpPr>
          <p:cNvPr id="310" name="e_full_violin_ellipse_4662">
            <a:extLst>
              <a:ext uri="{FF2B5EF4-FFF2-40B4-BE49-F238E27FC236}">
                <a16:creationId xmlns:a16="http://schemas.microsoft.com/office/drawing/2014/main" id="{60C62976-7B11-4FE1-A2C9-09BEDFE69309}"/>
              </a:ext>
            </a:extLst>
          </p:cNvPr>
          <p:cNvSpPr>
            <a:spLocks noGrp="1"/>
          </p:cNvSpPr>
          <p:nvPr/>
        </p:nvSpPr>
        <p:spPr>
          <a:xfrm>
            <a:off x="2495677" y="3067055"/>
            <a:ext cx="46519" cy="46519"/>
          </a:xfrm>
          <a:prstGeom prst="ellipse">
            <a:avLst/>
          </a:prstGeom>
          <a:solidFill>
            <a:srgbClr val="B08A60">
              <a:alpha val="43000"/>
            </a:srgbClr>
          </a:solidFill>
          <a:ln w="0">
            <a:noFill/>
            <a:prstDash val="solid"/>
          </a:ln>
        </p:spPr>
      </p:sp>
      <p:sp>
        <p:nvSpPr>
          <p:cNvPr id="311" name="e_full_violin_ellipse_4663">
            <a:extLst>
              <a:ext uri="{FF2B5EF4-FFF2-40B4-BE49-F238E27FC236}">
                <a16:creationId xmlns:a16="http://schemas.microsoft.com/office/drawing/2014/main" id="{59824A5E-3BC2-443D-9F25-17B3F2B7B7F9}"/>
              </a:ext>
            </a:extLst>
          </p:cNvPr>
          <p:cNvSpPr>
            <a:spLocks noGrp="1"/>
          </p:cNvSpPr>
          <p:nvPr/>
        </p:nvSpPr>
        <p:spPr>
          <a:xfrm>
            <a:off x="2149187" y="2024752"/>
            <a:ext cx="46519" cy="46519"/>
          </a:xfrm>
          <a:prstGeom prst="ellipse">
            <a:avLst/>
          </a:prstGeom>
          <a:solidFill>
            <a:srgbClr val="B08A60">
              <a:alpha val="43000"/>
            </a:srgbClr>
          </a:solidFill>
          <a:ln w="0">
            <a:noFill/>
            <a:prstDash val="solid"/>
          </a:ln>
        </p:spPr>
      </p:sp>
      <p:sp>
        <p:nvSpPr>
          <p:cNvPr id="312" name="e_full_violin_ellipse_4664">
            <a:extLst>
              <a:ext uri="{FF2B5EF4-FFF2-40B4-BE49-F238E27FC236}">
                <a16:creationId xmlns:a16="http://schemas.microsoft.com/office/drawing/2014/main" id="{B50B12A7-8529-4BE0-8638-F9E0B7B33D86}"/>
              </a:ext>
            </a:extLst>
          </p:cNvPr>
          <p:cNvSpPr>
            <a:spLocks noGrp="1"/>
          </p:cNvSpPr>
          <p:nvPr/>
        </p:nvSpPr>
        <p:spPr>
          <a:xfrm>
            <a:off x="2257180" y="2835432"/>
            <a:ext cx="46519" cy="46519"/>
          </a:xfrm>
          <a:prstGeom prst="ellipse">
            <a:avLst/>
          </a:prstGeom>
          <a:solidFill>
            <a:srgbClr val="B08A60">
              <a:alpha val="43000"/>
            </a:srgbClr>
          </a:solidFill>
          <a:ln w="0">
            <a:noFill/>
            <a:prstDash val="solid"/>
          </a:ln>
        </p:spPr>
      </p:sp>
      <p:sp>
        <p:nvSpPr>
          <p:cNvPr id="313" name="e_full_violin_ellipse_4665">
            <a:extLst>
              <a:ext uri="{FF2B5EF4-FFF2-40B4-BE49-F238E27FC236}">
                <a16:creationId xmlns:a16="http://schemas.microsoft.com/office/drawing/2014/main" id="{9F2FB426-C9B2-48F7-8C51-793E6F5F0CE6}"/>
              </a:ext>
            </a:extLst>
          </p:cNvPr>
          <p:cNvSpPr>
            <a:spLocks noGrp="1"/>
          </p:cNvSpPr>
          <p:nvPr/>
        </p:nvSpPr>
        <p:spPr>
          <a:xfrm>
            <a:off x="2414270" y="2024752"/>
            <a:ext cx="46519" cy="46519"/>
          </a:xfrm>
          <a:prstGeom prst="ellipse">
            <a:avLst/>
          </a:prstGeom>
          <a:solidFill>
            <a:srgbClr val="B08A60">
              <a:alpha val="43000"/>
            </a:srgbClr>
          </a:solidFill>
          <a:ln w="0">
            <a:noFill/>
            <a:prstDash val="solid"/>
          </a:ln>
        </p:spPr>
      </p:sp>
      <p:sp>
        <p:nvSpPr>
          <p:cNvPr id="314" name="e_full_violin_ellipse_4666">
            <a:extLst>
              <a:ext uri="{FF2B5EF4-FFF2-40B4-BE49-F238E27FC236}">
                <a16:creationId xmlns:a16="http://schemas.microsoft.com/office/drawing/2014/main" id="{CE3EA116-C65D-439E-B12B-E6F0F3AE00A8}"/>
              </a:ext>
            </a:extLst>
          </p:cNvPr>
          <p:cNvSpPr>
            <a:spLocks noGrp="1"/>
          </p:cNvSpPr>
          <p:nvPr/>
        </p:nvSpPr>
        <p:spPr>
          <a:xfrm>
            <a:off x="2215189" y="2740058"/>
            <a:ext cx="46519" cy="46519"/>
          </a:xfrm>
          <a:prstGeom prst="ellipse">
            <a:avLst/>
          </a:prstGeom>
          <a:solidFill>
            <a:srgbClr val="B08A60">
              <a:alpha val="43000"/>
            </a:srgbClr>
          </a:solidFill>
          <a:ln w="0">
            <a:noFill/>
            <a:prstDash val="solid"/>
          </a:ln>
        </p:spPr>
      </p:sp>
      <p:sp>
        <p:nvSpPr>
          <p:cNvPr id="315" name="e_full_violin_ellipse_4667">
            <a:extLst>
              <a:ext uri="{FF2B5EF4-FFF2-40B4-BE49-F238E27FC236}">
                <a16:creationId xmlns:a16="http://schemas.microsoft.com/office/drawing/2014/main" id="{366B32FC-011F-4D84-A812-F76C3F179F55}"/>
              </a:ext>
            </a:extLst>
          </p:cNvPr>
          <p:cNvSpPr>
            <a:spLocks noGrp="1"/>
          </p:cNvSpPr>
          <p:nvPr/>
        </p:nvSpPr>
        <p:spPr>
          <a:xfrm>
            <a:off x="2140370" y="2024752"/>
            <a:ext cx="46519" cy="46519"/>
          </a:xfrm>
          <a:prstGeom prst="ellipse">
            <a:avLst/>
          </a:prstGeom>
          <a:solidFill>
            <a:srgbClr val="B08A60">
              <a:alpha val="43000"/>
            </a:srgbClr>
          </a:solidFill>
          <a:ln w="0">
            <a:noFill/>
            <a:prstDash val="solid"/>
          </a:ln>
        </p:spPr>
      </p:sp>
      <p:sp>
        <p:nvSpPr>
          <p:cNvPr id="316" name="e_full_violin_ellipse_4668">
            <a:extLst>
              <a:ext uri="{FF2B5EF4-FFF2-40B4-BE49-F238E27FC236}">
                <a16:creationId xmlns:a16="http://schemas.microsoft.com/office/drawing/2014/main" id="{02788657-7224-4B3B-AC04-3FDDFB356C4D}"/>
              </a:ext>
            </a:extLst>
          </p:cNvPr>
          <p:cNvSpPr>
            <a:spLocks noGrp="1"/>
          </p:cNvSpPr>
          <p:nvPr/>
        </p:nvSpPr>
        <p:spPr>
          <a:xfrm>
            <a:off x="2359760" y="4456793"/>
            <a:ext cx="46519" cy="46519"/>
          </a:xfrm>
          <a:prstGeom prst="ellipse">
            <a:avLst/>
          </a:prstGeom>
          <a:solidFill>
            <a:srgbClr val="B08A60">
              <a:alpha val="43000"/>
            </a:srgbClr>
          </a:solidFill>
          <a:ln w="0">
            <a:noFill/>
            <a:prstDash val="solid"/>
          </a:ln>
        </p:spPr>
      </p:sp>
      <p:sp>
        <p:nvSpPr>
          <p:cNvPr id="317" name="e_full_violin_ellipse_4669">
            <a:extLst>
              <a:ext uri="{FF2B5EF4-FFF2-40B4-BE49-F238E27FC236}">
                <a16:creationId xmlns:a16="http://schemas.microsoft.com/office/drawing/2014/main" id="{DC100622-4071-479B-A56A-785252171231}"/>
              </a:ext>
            </a:extLst>
          </p:cNvPr>
          <p:cNvSpPr>
            <a:spLocks noGrp="1"/>
          </p:cNvSpPr>
          <p:nvPr/>
        </p:nvSpPr>
        <p:spPr>
          <a:xfrm>
            <a:off x="2431524" y="2024752"/>
            <a:ext cx="46519" cy="46519"/>
          </a:xfrm>
          <a:prstGeom prst="ellipse">
            <a:avLst/>
          </a:prstGeom>
          <a:solidFill>
            <a:srgbClr val="B08A60">
              <a:alpha val="43000"/>
            </a:srgbClr>
          </a:solidFill>
          <a:ln w="0">
            <a:noFill/>
            <a:prstDash val="solid"/>
          </a:ln>
        </p:spPr>
      </p:sp>
      <p:sp>
        <p:nvSpPr>
          <p:cNvPr id="318" name="e_full_violin_ellipse_4670">
            <a:extLst>
              <a:ext uri="{FF2B5EF4-FFF2-40B4-BE49-F238E27FC236}">
                <a16:creationId xmlns:a16="http://schemas.microsoft.com/office/drawing/2014/main" id="{A024FBD6-4902-4051-BAF4-28D37E811455}"/>
              </a:ext>
            </a:extLst>
          </p:cNvPr>
          <p:cNvSpPr>
            <a:spLocks noGrp="1"/>
          </p:cNvSpPr>
          <p:nvPr/>
        </p:nvSpPr>
        <p:spPr>
          <a:xfrm>
            <a:off x="2264703" y="4456793"/>
            <a:ext cx="46519" cy="46519"/>
          </a:xfrm>
          <a:prstGeom prst="ellipse">
            <a:avLst/>
          </a:prstGeom>
          <a:solidFill>
            <a:srgbClr val="B08A60">
              <a:alpha val="43000"/>
            </a:srgbClr>
          </a:solidFill>
          <a:ln w="0">
            <a:noFill/>
            <a:prstDash val="solid"/>
          </a:ln>
        </p:spPr>
      </p:sp>
      <p:sp>
        <p:nvSpPr>
          <p:cNvPr id="319" name="e_full_violin_ellipse_4671">
            <a:extLst>
              <a:ext uri="{FF2B5EF4-FFF2-40B4-BE49-F238E27FC236}">
                <a16:creationId xmlns:a16="http://schemas.microsoft.com/office/drawing/2014/main" id="{85431277-EECB-45F1-9744-0790959755B1}"/>
              </a:ext>
            </a:extLst>
          </p:cNvPr>
          <p:cNvSpPr>
            <a:spLocks noGrp="1"/>
          </p:cNvSpPr>
          <p:nvPr/>
        </p:nvSpPr>
        <p:spPr>
          <a:xfrm>
            <a:off x="2310400" y="3564119"/>
            <a:ext cx="46519" cy="46519"/>
          </a:xfrm>
          <a:prstGeom prst="ellipse">
            <a:avLst/>
          </a:prstGeom>
          <a:solidFill>
            <a:srgbClr val="B08A60">
              <a:alpha val="43000"/>
            </a:srgbClr>
          </a:solidFill>
          <a:ln w="0">
            <a:noFill/>
            <a:prstDash val="solid"/>
          </a:ln>
        </p:spPr>
      </p:sp>
      <p:sp>
        <p:nvSpPr>
          <p:cNvPr id="320" name="e_full_violin_ellipse_4672">
            <a:extLst>
              <a:ext uri="{FF2B5EF4-FFF2-40B4-BE49-F238E27FC236}">
                <a16:creationId xmlns:a16="http://schemas.microsoft.com/office/drawing/2014/main" id="{BA4F0589-4DCB-49E9-921A-CA4F91D78F6E}"/>
              </a:ext>
            </a:extLst>
          </p:cNvPr>
          <p:cNvSpPr>
            <a:spLocks noGrp="1"/>
          </p:cNvSpPr>
          <p:nvPr/>
        </p:nvSpPr>
        <p:spPr>
          <a:xfrm>
            <a:off x="2175649" y="2835432"/>
            <a:ext cx="46519" cy="46519"/>
          </a:xfrm>
          <a:prstGeom prst="ellipse">
            <a:avLst/>
          </a:prstGeom>
          <a:solidFill>
            <a:srgbClr val="B08A60">
              <a:alpha val="43000"/>
            </a:srgbClr>
          </a:solidFill>
          <a:ln w="0">
            <a:noFill/>
            <a:prstDash val="solid"/>
          </a:ln>
        </p:spPr>
      </p:sp>
      <p:sp>
        <p:nvSpPr>
          <p:cNvPr id="321" name="e_full_violin_ellipse_4673">
            <a:extLst>
              <a:ext uri="{FF2B5EF4-FFF2-40B4-BE49-F238E27FC236}">
                <a16:creationId xmlns:a16="http://schemas.microsoft.com/office/drawing/2014/main" id="{5076FBA7-9684-408F-BB9C-633E67C31531}"/>
              </a:ext>
            </a:extLst>
          </p:cNvPr>
          <p:cNvSpPr>
            <a:spLocks noGrp="1"/>
          </p:cNvSpPr>
          <p:nvPr/>
        </p:nvSpPr>
        <p:spPr>
          <a:xfrm>
            <a:off x="2522708" y="2754364"/>
            <a:ext cx="46519" cy="46519"/>
          </a:xfrm>
          <a:prstGeom prst="ellipse">
            <a:avLst/>
          </a:prstGeom>
          <a:solidFill>
            <a:srgbClr val="B08A60">
              <a:alpha val="43000"/>
            </a:srgbClr>
          </a:solidFill>
          <a:ln w="0">
            <a:noFill/>
            <a:prstDash val="solid"/>
          </a:ln>
        </p:spPr>
      </p:sp>
      <p:sp>
        <p:nvSpPr>
          <p:cNvPr id="322" name="e_full_violin_ellipse_4674">
            <a:extLst>
              <a:ext uri="{FF2B5EF4-FFF2-40B4-BE49-F238E27FC236}">
                <a16:creationId xmlns:a16="http://schemas.microsoft.com/office/drawing/2014/main" id="{2B13415F-E5A7-4B76-8561-EC49750B3F27}"/>
              </a:ext>
            </a:extLst>
          </p:cNvPr>
          <p:cNvSpPr>
            <a:spLocks noGrp="1"/>
          </p:cNvSpPr>
          <p:nvPr/>
        </p:nvSpPr>
        <p:spPr>
          <a:xfrm>
            <a:off x="2243316" y="4456793"/>
            <a:ext cx="46519" cy="46519"/>
          </a:xfrm>
          <a:prstGeom prst="ellipse">
            <a:avLst/>
          </a:prstGeom>
          <a:solidFill>
            <a:srgbClr val="B08A60">
              <a:alpha val="43000"/>
            </a:srgbClr>
          </a:solidFill>
          <a:ln w="0">
            <a:noFill/>
            <a:prstDash val="solid"/>
          </a:ln>
        </p:spPr>
      </p:sp>
      <p:sp>
        <p:nvSpPr>
          <p:cNvPr id="323" name="e_full_violin_ellipse_4675">
            <a:extLst>
              <a:ext uri="{FF2B5EF4-FFF2-40B4-BE49-F238E27FC236}">
                <a16:creationId xmlns:a16="http://schemas.microsoft.com/office/drawing/2014/main" id="{65F0F5D6-533E-4632-B795-8489DDBEFE31}"/>
              </a:ext>
            </a:extLst>
          </p:cNvPr>
          <p:cNvSpPr>
            <a:spLocks noGrp="1"/>
          </p:cNvSpPr>
          <p:nvPr/>
        </p:nvSpPr>
        <p:spPr>
          <a:xfrm>
            <a:off x="2174707" y="4456793"/>
            <a:ext cx="46519" cy="46519"/>
          </a:xfrm>
          <a:prstGeom prst="ellipse">
            <a:avLst/>
          </a:prstGeom>
          <a:solidFill>
            <a:srgbClr val="B08A60">
              <a:alpha val="43000"/>
            </a:srgbClr>
          </a:solidFill>
          <a:ln w="0">
            <a:noFill/>
            <a:prstDash val="solid"/>
          </a:ln>
        </p:spPr>
      </p:sp>
      <p:sp>
        <p:nvSpPr>
          <p:cNvPr id="324" name="e_full_violin_ellipse_4676">
            <a:extLst>
              <a:ext uri="{FF2B5EF4-FFF2-40B4-BE49-F238E27FC236}">
                <a16:creationId xmlns:a16="http://schemas.microsoft.com/office/drawing/2014/main" id="{3DA38124-D2D5-4283-96B8-AE875DB4C46F}"/>
              </a:ext>
            </a:extLst>
          </p:cNvPr>
          <p:cNvSpPr>
            <a:spLocks noGrp="1"/>
          </p:cNvSpPr>
          <p:nvPr/>
        </p:nvSpPr>
        <p:spPr>
          <a:xfrm>
            <a:off x="2163185" y="2835432"/>
            <a:ext cx="46519" cy="46519"/>
          </a:xfrm>
          <a:prstGeom prst="ellipse">
            <a:avLst/>
          </a:prstGeom>
          <a:solidFill>
            <a:srgbClr val="B08A60">
              <a:alpha val="43000"/>
            </a:srgbClr>
          </a:solidFill>
          <a:ln w="0">
            <a:noFill/>
            <a:prstDash val="solid"/>
          </a:ln>
        </p:spPr>
      </p:sp>
      <p:sp>
        <p:nvSpPr>
          <p:cNvPr id="325" name="e_full_violin_ellipse_4677">
            <a:extLst>
              <a:ext uri="{FF2B5EF4-FFF2-40B4-BE49-F238E27FC236}">
                <a16:creationId xmlns:a16="http://schemas.microsoft.com/office/drawing/2014/main" id="{5561CD92-7BD2-45C6-8452-25464B00735D}"/>
              </a:ext>
            </a:extLst>
          </p:cNvPr>
          <p:cNvSpPr>
            <a:spLocks noGrp="1"/>
          </p:cNvSpPr>
          <p:nvPr/>
        </p:nvSpPr>
        <p:spPr>
          <a:xfrm>
            <a:off x="2392977" y="4456793"/>
            <a:ext cx="46519" cy="46519"/>
          </a:xfrm>
          <a:prstGeom prst="ellipse">
            <a:avLst/>
          </a:prstGeom>
          <a:solidFill>
            <a:srgbClr val="B08A60">
              <a:alpha val="43000"/>
            </a:srgbClr>
          </a:solidFill>
          <a:ln w="0">
            <a:noFill/>
            <a:prstDash val="solid"/>
          </a:ln>
        </p:spPr>
      </p:sp>
      <p:sp>
        <p:nvSpPr>
          <p:cNvPr id="326" name="e_full_violin_ellipse_4678">
            <a:extLst>
              <a:ext uri="{FF2B5EF4-FFF2-40B4-BE49-F238E27FC236}">
                <a16:creationId xmlns:a16="http://schemas.microsoft.com/office/drawing/2014/main" id="{A6F1EA9D-1525-497B-974B-CB7A40B1B08F}"/>
              </a:ext>
            </a:extLst>
          </p:cNvPr>
          <p:cNvSpPr>
            <a:spLocks noGrp="1"/>
          </p:cNvSpPr>
          <p:nvPr/>
        </p:nvSpPr>
        <p:spPr>
          <a:xfrm>
            <a:off x="2436406" y="2024752"/>
            <a:ext cx="46519" cy="46519"/>
          </a:xfrm>
          <a:prstGeom prst="ellipse">
            <a:avLst/>
          </a:prstGeom>
          <a:solidFill>
            <a:srgbClr val="B08A60">
              <a:alpha val="43000"/>
            </a:srgbClr>
          </a:solidFill>
          <a:ln w="0">
            <a:noFill/>
            <a:prstDash val="solid"/>
          </a:ln>
        </p:spPr>
      </p:sp>
      <p:sp>
        <p:nvSpPr>
          <p:cNvPr id="327" name="e_full_violin_ellipse_4679">
            <a:extLst>
              <a:ext uri="{FF2B5EF4-FFF2-40B4-BE49-F238E27FC236}">
                <a16:creationId xmlns:a16="http://schemas.microsoft.com/office/drawing/2014/main" id="{D3738341-2E93-4CB6-BE2E-7E4C6111325C}"/>
              </a:ext>
            </a:extLst>
          </p:cNvPr>
          <p:cNvSpPr>
            <a:spLocks noGrp="1"/>
          </p:cNvSpPr>
          <p:nvPr/>
        </p:nvSpPr>
        <p:spPr>
          <a:xfrm>
            <a:off x="2351784" y="2024752"/>
            <a:ext cx="46519" cy="46519"/>
          </a:xfrm>
          <a:prstGeom prst="ellipse">
            <a:avLst/>
          </a:prstGeom>
          <a:solidFill>
            <a:srgbClr val="B08A60">
              <a:alpha val="43000"/>
            </a:srgbClr>
          </a:solidFill>
          <a:ln w="0">
            <a:noFill/>
            <a:prstDash val="solid"/>
          </a:ln>
        </p:spPr>
      </p:sp>
      <p:sp>
        <p:nvSpPr>
          <p:cNvPr id="328" name="e_full_violin_ellipse_4680">
            <a:extLst>
              <a:ext uri="{FF2B5EF4-FFF2-40B4-BE49-F238E27FC236}">
                <a16:creationId xmlns:a16="http://schemas.microsoft.com/office/drawing/2014/main" id="{12061DDF-8599-41EA-A476-116F60CF8FA1}"/>
              </a:ext>
            </a:extLst>
          </p:cNvPr>
          <p:cNvSpPr>
            <a:spLocks noGrp="1"/>
          </p:cNvSpPr>
          <p:nvPr/>
        </p:nvSpPr>
        <p:spPr>
          <a:xfrm>
            <a:off x="2419793" y="3240773"/>
            <a:ext cx="46519" cy="46519"/>
          </a:xfrm>
          <a:prstGeom prst="ellipse">
            <a:avLst/>
          </a:prstGeom>
          <a:solidFill>
            <a:srgbClr val="B08A60">
              <a:alpha val="43000"/>
            </a:srgbClr>
          </a:solidFill>
          <a:ln w="0">
            <a:noFill/>
            <a:prstDash val="solid"/>
          </a:ln>
        </p:spPr>
      </p:sp>
      <p:sp>
        <p:nvSpPr>
          <p:cNvPr id="329" name="e_full_violin_ellipse_4681">
            <a:extLst>
              <a:ext uri="{FF2B5EF4-FFF2-40B4-BE49-F238E27FC236}">
                <a16:creationId xmlns:a16="http://schemas.microsoft.com/office/drawing/2014/main" id="{5EE5018A-298A-46BE-8BE2-75541692F285}"/>
              </a:ext>
            </a:extLst>
          </p:cNvPr>
          <p:cNvSpPr>
            <a:spLocks noGrp="1"/>
          </p:cNvSpPr>
          <p:nvPr/>
        </p:nvSpPr>
        <p:spPr>
          <a:xfrm>
            <a:off x="2197658" y="3970385"/>
            <a:ext cx="46519" cy="46519"/>
          </a:xfrm>
          <a:prstGeom prst="ellipse">
            <a:avLst/>
          </a:prstGeom>
          <a:solidFill>
            <a:srgbClr val="B08A60">
              <a:alpha val="43000"/>
            </a:srgbClr>
          </a:solidFill>
          <a:ln w="0">
            <a:noFill/>
            <a:prstDash val="solid"/>
          </a:ln>
        </p:spPr>
      </p:sp>
      <p:sp>
        <p:nvSpPr>
          <p:cNvPr id="330" name="e_full_violin_ellipse_4682">
            <a:extLst>
              <a:ext uri="{FF2B5EF4-FFF2-40B4-BE49-F238E27FC236}">
                <a16:creationId xmlns:a16="http://schemas.microsoft.com/office/drawing/2014/main" id="{A234E0A7-33E4-4CD3-A508-8D096B34DC39}"/>
              </a:ext>
            </a:extLst>
          </p:cNvPr>
          <p:cNvSpPr>
            <a:spLocks noGrp="1"/>
          </p:cNvSpPr>
          <p:nvPr/>
        </p:nvSpPr>
        <p:spPr>
          <a:xfrm>
            <a:off x="2307894" y="2632762"/>
            <a:ext cx="46519" cy="46519"/>
          </a:xfrm>
          <a:prstGeom prst="ellipse">
            <a:avLst/>
          </a:prstGeom>
          <a:solidFill>
            <a:srgbClr val="B08A60">
              <a:alpha val="43000"/>
            </a:srgbClr>
          </a:solidFill>
          <a:ln w="0">
            <a:noFill/>
            <a:prstDash val="solid"/>
          </a:ln>
        </p:spPr>
      </p:sp>
      <p:sp>
        <p:nvSpPr>
          <p:cNvPr id="331" name="e_full_violin_ellipse_4683">
            <a:extLst>
              <a:ext uri="{FF2B5EF4-FFF2-40B4-BE49-F238E27FC236}">
                <a16:creationId xmlns:a16="http://schemas.microsoft.com/office/drawing/2014/main" id="{9037C98C-76CE-44D9-8766-88E0FA074944}"/>
              </a:ext>
            </a:extLst>
          </p:cNvPr>
          <p:cNvSpPr>
            <a:spLocks noGrp="1"/>
          </p:cNvSpPr>
          <p:nvPr/>
        </p:nvSpPr>
        <p:spPr>
          <a:xfrm>
            <a:off x="2231794" y="2632762"/>
            <a:ext cx="46519" cy="46519"/>
          </a:xfrm>
          <a:prstGeom prst="ellipse">
            <a:avLst/>
          </a:prstGeom>
          <a:solidFill>
            <a:srgbClr val="B08A60">
              <a:alpha val="43000"/>
            </a:srgbClr>
          </a:solidFill>
          <a:ln w="0">
            <a:noFill/>
            <a:prstDash val="solid"/>
          </a:ln>
        </p:spPr>
      </p:sp>
      <p:sp>
        <p:nvSpPr>
          <p:cNvPr id="332" name="e_full_violin_ellipse_4684">
            <a:extLst>
              <a:ext uri="{FF2B5EF4-FFF2-40B4-BE49-F238E27FC236}">
                <a16:creationId xmlns:a16="http://schemas.microsoft.com/office/drawing/2014/main" id="{300A1C27-9EEA-4A08-9C91-AC3679484571}"/>
              </a:ext>
            </a:extLst>
          </p:cNvPr>
          <p:cNvSpPr>
            <a:spLocks noGrp="1"/>
          </p:cNvSpPr>
          <p:nvPr/>
        </p:nvSpPr>
        <p:spPr>
          <a:xfrm>
            <a:off x="2419649" y="3483977"/>
            <a:ext cx="46519" cy="46519"/>
          </a:xfrm>
          <a:prstGeom prst="ellipse">
            <a:avLst/>
          </a:prstGeom>
          <a:solidFill>
            <a:srgbClr val="B08A60">
              <a:alpha val="43000"/>
            </a:srgbClr>
          </a:solidFill>
          <a:ln w="0">
            <a:noFill/>
            <a:prstDash val="solid"/>
          </a:ln>
        </p:spPr>
      </p:sp>
      <p:sp>
        <p:nvSpPr>
          <p:cNvPr id="333" name="e_full_violin_ellipse_4685">
            <a:extLst>
              <a:ext uri="{FF2B5EF4-FFF2-40B4-BE49-F238E27FC236}">
                <a16:creationId xmlns:a16="http://schemas.microsoft.com/office/drawing/2014/main" id="{FD428E4D-DC54-401E-9DED-16B10175C846}"/>
              </a:ext>
            </a:extLst>
          </p:cNvPr>
          <p:cNvSpPr>
            <a:spLocks noGrp="1"/>
          </p:cNvSpPr>
          <p:nvPr/>
        </p:nvSpPr>
        <p:spPr>
          <a:xfrm>
            <a:off x="2434890" y="3240773"/>
            <a:ext cx="46519" cy="46519"/>
          </a:xfrm>
          <a:prstGeom prst="ellipse">
            <a:avLst/>
          </a:prstGeom>
          <a:solidFill>
            <a:srgbClr val="B08A60">
              <a:alpha val="43000"/>
            </a:srgbClr>
          </a:solidFill>
          <a:ln w="0">
            <a:noFill/>
            <a:prstDash val="solid"/>
          </a:ln>
        </p:spPr>
      </p:sp>
      <p:sp>
        <p:nvSpPr>
          <p:cNvPr id="334" name="e_full_violin_ellipse_4686">
            <a:extLst>
              <a:ext uri="{FF2B5EF4-FFF2-40B4-BE49-F238E27FC236}">
                <a16:creationId xmlns:a16="http://schemas.microsoft.com/office/drawing/2014/main" id="{7F729210-9AA1-4DE1-8FFE-975E49A806C2}"/>
              </a:ext>
            </a:extLst>
          </p:cNvPr>
          <p:cNvSpPr>
            <a:spLocks noGrp="1"/>
          </p:cNvSpPr>
          <p:nvPr/>
        </p:nvSpPr>
        <p:spPr>
          <a:xfrm>
            <a:off x="2249664" y="2632762"/>
            <a:ext cx="46519" cy="46519"/>
          </a:xfrm>
          <a:prstGeom prst="ellipse">
            <a:avLst/>
          </a:prstGeom>
          <a:solidFill>
            <a:srgbClr val="B08A60">
              <a:alpha val="43000"/>
            </a:srgbClr>
          </a:solidFill>
          <a:ln w="0">
            <a:noFill/>
            <a:prstDash val="solid"/>
          </a:ln>
        </p:spPr>
      </p:sp>
      <p:sp>
        <p:nvSpPr>
          <p:cNvPr id="335" name="e_full_violin_ellipse_4687">
            <a:extLst>
              <a:ext uri="{FF2B5EF4-FFF2-40B4-BE49-F238E27FC236}">
                <a16:creationId xmlns:a16="http://schemas.microsoft.com/office/drawing/2014/main" id="{28013D70-8BD9-4C6A-870D-254704984ADE}"/>
              </a:ext>
            </a:extLst>
          </p:cNvPr>
          <p:cNvSpPr>
            <a:spLocks noGrp="1"/>
          </p:cNvSpPr>
          <p:nvPr/>
        </p:nvSpPr>
        <p:spPr>
          <a:xfrm>
            <a:off x="2133516" y="2024752"/>
            <a:ext cx="46519" cy="46519"/>
          </a:xfrm>
          <a:prstGeom prst="ellipse">
            <a:avLst/>
          </a:prstGeom>
          <a:solidFill>
            <a:srgbClr val="B08A60">
              <a:alpha val="43000"/>
            </a:srgbClr>
          </a:solidFill>
          <a:ln w="0">
            <a:noFill/>
            <a:prstDash val="solid"/>
          </a:ln>
        </p:spPr>
      </p:sp>
      <p:sp>
        <p:nvSpPr>
          <p:cNvPr id="336" name="e_full_violin_ellipse_4688">
            <a:extLst>
              <a:ext uri="{FF2B5EF4-FFF2-40B4-BE49-F238E27FC236}">
                <a16:creationId xmlns:a16="http://schemas.microsoft.com/office/drawing/2014/main" id="{D953E4A8-709C-4037-B071-C19FC9574346}"/>
              </a:ext>
            </a:extLst>
          </p:cNvPr>
          <p:cNvSpPr>
            <a:spLocks noGrp="1"/>
          </p:cNvSpPr>
          <p:nvPr/>
        </p:nvSpPr>
        <p:spPr>
          <a:xfrm>
            <a:off x="2309448" y="4456793"/>
            <a:ext cx="46519" cy="46519"/>
          </a:xfrm>
          <a:prstGeom prst="ellipse">
            <a:avLst/>
          </a:prstGeom>
          <a:solidFill>
            <a:srgbClr val="B08A60">
              <a:alpha val="43000"/>
            </a:srgbClr>
          </a:solidFill>
          <a:ln w="0">
            <a:noFill/>
            <a:prstDash val="solid"/>
          </a:ln>
        </p:spPr>
      </p:sp>
      <p:sp>
        <p:nvSpPr>
          <p:cNvPr id="337" name="e_full_violin_ellipse_4689">
            <a:extLst>
              <a:ext uri="{FF2B5EF4-FFF2-40B4-BE49-F238E27FC236}">
                <a16:creationId xmlns:a16="http://schemas.microsoft.com/office/drawing/2014/main" id="{E882B0C3-9802-45C4-8BAD-178FDFC449C7}"/>
              </a:ext>
            </a:extLst>
          </p:cNvPr>
          <p:cNvSpPr>
            <a:spLocks noGrp="1"/>
          </p:cNvSpPr>
          <p:nvPr/>
        </p:nvSpPr>
        <p:spPr>
          <a:xfrm>
            <a:off x="2173801" y="3240773"/>
            <a:ext cx="46519" cy="46519"/>
          </a:xfrm>
          <a:prstGeom prst="ellipse">
            <a:avLst/>
          </a:prstGeom>
          <a:solidFill>
            <a:srgbClr val="B08A60">
              <a:alpha val="43000"/>
            </a:srgbClr>
          </a:solidFill>
          <a:ln w="0">
            <a:noFill/>
            <a:prstDash val="solid"/>
          </a:ln>
        </p:spPr>
      </p:sp>
      <p:sp>
        <p:nvSpPr>
          <p:cNvPr id="338" name="e_full_violin_ellipse_4690">
            <a:extLst>
              <a:ext uri="{FF2B5EF4-FFF2-40B4-BE49-F238E27FC236}">
                <a16:creationId xmlns:a16="http://schemas.microsoft.com/office/drawing/2014/main" id="{D03C0013-67BF-427A-919A-20BE88FAD165}"/>
              </a:ext>
            </a:extLst>
          </p:cNvPr>
          <p:cNvSpPr>
            <a:spLocks noGrp="1"/>
          </p:cNvSpPr>
          <p:nvPr/>
        </p:nvSpPr>
        <p:spPr>
          <a:xfrm>
            <a:off x="2400381" y="2024752"/>
            <a:ext cx="46519" cy="46519"/>
          </a:xfrm>
          <a:prstGeom prst="ellipse">
            <a:avLst/>
          </a:prstGeom>
          <a:solidFill>
            <a:srgbClr val="B08A60">
              <a:alpha val="43000"/>
            </a:srgbClr>
          </a:solidFill>
          <a:ln w="0">
            <a:noFill/>
            <a:prstDash val="solid"/>
          </a:ln>
        </p:spPr>
      </p:sp>
      <p:sp>
        <p:nvSpPr>
          <p:cNvPr id="339" name="e_full_violin_ellipse_4691">
            <a:extLst>
              <a:ext uri="{FF2B5EF4-FFF2-40B4-BE49-F238E27FC236}">
                <a16:creationId xmlns:a16="http://schemas.microsoft.com/office/drawing/2014/main" id="{65CEA711-B3F7-4352-8545-00A990005813}"/>
              </a:ext>
            </a:extLst>
          </p:cNvPr>
          <p:cNvSpPr>
            <a:spLocks noGrp="1"/>
          </p:cNvSpPr>
          <p:nvPr/>
        </p:nvSpPr>
        <p:spPr>
          <a:xfrm>
            <a:off x="2378072" y="4456793"/>
            <a:ext cx="46519" cy="46519"/>
          </a:xfrm>
          <a:prstGeom prst="ellipse">
            <a:avLst/>
          </a:prstGeom>
          <a:solidFill>
            <a:srgbClr val="B08A60">
              <a:alpha val="43000"/>
            </a:srgbClr>
          </a:solidFill>
          <a:ln w="0">
            <a:noFill/>
            <a:prstDash val="solid"/>
          </a:ln>
        </p:spPr>
      </p:sp>
      <p:sp>
        <p:nvSpPr>
          <p:cNvPr id="340" name="e_full_violin_ellipse_4692">
            <a:extLst>
              <a:ext uri="{FF2B5EF4-FFF2-40B4-BE49-F238E27FC236}">
                <a16:creationId xmlns:a16="http://schemas.microsoft.com/office/drawing/2014/main" id="{528F67A0-12F5-4BCE-9942-BB225D6D484F}"/>
              </a:ext>
            </a:extLst>
          </p:cNvPr>
          <p:cNvSpPr>
            <a:spLocks noGrp="1"/>
          </p:cNvSpPr>
          <p:nvPr/>
        </p:nvSpPr>
        <p:spPr>
          <a:xfrm>
            <a:off x="2280743" y="3598426"/>
            <a:ext cx="46519" cy="46519"/>
          </a:xfrm>
          <a:prstGeom prst="ellipse">
            <a:avLst/>
          </a:prstGeom>
          <a:solidFill>
            <a:srgbClr val="B08A60">
              <a:alpha val="43000"/>
            </a:srgbClr>
          </a:solidFill>
          <a:ln w="0">
            <a:noFill/>
            <a:prstDash val="solid"/>
          </a:ln>
        </p:spPr>
      </p:sp>
      <p:sp>
        <p:nvSpPr>
          <p:cNvPr id="341" name="e_full_violin_ellipse_4693">
            <a:extLst>
              <a:ext uri="{FF2B5EF4-FFF2-40B4-BE49-F238E27FC236}">
                <a16:creationId xmlns:a16="http://schemas.microsoft.com/office/drawing/2014/main" id="{41BB2055-052A-4221-9352-F82A9A3C2396}"/>
              </a:ext>
            </a:extLst>
          </p:cNvPr>
          <p:cNvSpPr>
            <a:spLocks noGrp="1"/>
          </p:cNvSpPr>
          <p:nvPr/>
        </p:nvSpPr>
        <p:spPr>
          <a:xfrm>
            <a:off x="2443839" y="4456793"/>
            <a:ext cx="46519" cy="46519"/>
          </a:xfrm>
          <a:prstGeom prst="ellipse">
            <a:avLst/>
          </a:prstGeom>
          <a:solidFill>
            <a:srgbClr val="B08A60">
              <a:alpha val="43000"/>
            </a:srgbClr>
          </a:solidFill>
          <a:ln w="0">
            <a:noFill/>
            <a:prstDash val="solid"/>
          </a:ln>
        </p:spPr>
      </p:sp>
      <p:sp>
        <p:nvSpPr>
          <p:cNvPr id="342" name="e_full_violin_ellipse_4694">
            <a:extLst>
              <a:ext uri="{FF2B5EF4-FFF2-40B4-BE49-F238E27FC236}">
                <a16:creationId xmlns:a16="http://schemas.microsoft.com/office/drawing/2014/main" id="{4D342A2D-1B78-41C2-9238-A0B5B01F294C}"/>
              </a:ext>
            </a:extLst>
          </p:cNvPr>
          <p:cNvSpPr>
            <a:spLocks noGrp="1"/>
          </p:cNvSpPr>
          <p:nvPr/>
        </p:nvSpPr>
        <p:spPr>
          <a:xfrm>
            <a:off x="2149412" y="2024752"/>
            <a:ext cx="46519" cy="46519"/>
          </a:xfrm>
          <a:prstGeom prst="ellipse">
            <a:avLst/>
          </a:prstGeom>
          <a:solidFill>
            <a:srgbClr val="B08A60">
              <a:alpha val="43000"/>
            </a:srgbClr>
          </a:solidFill>
          <a:ln w="0">
            <a:noFill/>
            <a:prstDash val="solid"/>
          </a:ln>
        </p:spPr>
      </p:sp>
      <p:sp>
        <p:nvSpPr>
          <p:cNvPr id="343" name="e_full_violin_ellipse_4695">
            <a:extLst>
              <a:ext uri="{FF2B5EF4-FFF2-40B4-BE49-F238E27FC236}">
                <a16:creationId xmlns:a16="http://schemas.microsoft.com/office/drawing/2014/main" id="{35199C87-0AA9-419A-A13E-22BAC5BD2CF4}"/>
              </a:ext>
            </a:extLst>
          </p:cNvPr>
          <p:cNvSpPr>
            <a:spLocks noGrp="1"/>
          </p:cNvSpPr>
          <p:nvPr/>
        </p:nvSpPr>
        <p:spPr>
          <a:xfrm>
            <a:off x="2253018" y="3483977"/>
            <a:ext cx="46519" cy="46519"/>
          </a:xfrm>
          <a:prstGeom prst="ellipse">
            <a:avLst/>
          </a:prstGeom>
          <a:solidFill>
            <a:srgbClr val="B08A60">
              <a:alpha val="43000"/>
            </a:srgbClr>
          </a:solidFill>
          <a:ln w="0">
            <a:noFill/>
            <a:prstDash val="solid"/>
          </a:ln>
        </p:spPr>
      </p:sp>
      <p:sp>
        <p:nvSpPr>
          <p:cNvPr id="344" name="e_full_violin_ellipse_4696">
            <a:extLst>
              <a:ext uri="{FF2B5EF4-FFF2-40B4-BE49-F238E27FC236}">
                <a16:creationId xmlns:a16="http://schemas.microsoft.com/office/drawing/2014/main" id="{1D781A9A-6B79-478B-B6FD-C325193D20AE}"/>
              </a:ext>
            </a:extLst>
          </p:cNvPr>
          <p:cNvSpPr>
            <a:spLocks noGrp="1"/>
          </p:cNvSpPr>
          <p:nvPr/>
        </p:nvSpPr>
        <p:spPr>
          <a:xfrm>
            <a:off x="2350852" y="2792765"/>
            <a:ext cx="46519" cy="46519"/>
          </a:xfrm>
          <a:prstGeom prst="ellipse">
            <a:avLst/>
          </a:prstGeom>
          <a:solidFill>
            <a:srgbClr val="B08A60">
              <a:alpha val="43000"/>
            </a:srgbClr>
          </a:solidFill>
          <a:ln w="0">
            <a:noFill/>
            <a:prstDash val="solid"/>
          </a:ln>
        </p:spPr>
      </p:sp>
      <p:sp>
        <p:nvSpPr>
          <p:cNvPr id="345" name="e_full_violin_ellipse_4697">
            <a:extLst>
              <a:ext uri="{FF2B5EF4-FFF2-40B4-BE49-F238E27FC236}">
                <a16:creationId xmlns:a16="http://schemas.microsoft.com/office/drawing/2014/main" id="{F40EBE8D-B55D-4944-A027-51A2B51B2422}"/>
              </a:ext>
            </a:extLst>
          </p:cNvPr>
          <p:cNvSpPr>
            <a:spLocks noGrp="1"/>
          </p:cNvSpPr>
          <p:nvPr/>
        </p:nvSpPr>
        <p:spPr>
          <a:xfrm>
            <a:off x="2280000" y="4456793"/>
            <a:ext cx="46519" cy="46519"/>
          </a:xfrm>
          <a:prstGeom prst="ellipse">
            <a:avLst/>
          </a:prstGeom>
          <a:solidFill>
            <a:srgbClr val="B08A60">
              <a:alpha val="43000"/>
            </a:srgbClr>
          </a:solidFill>
          <a:ln w="0">
            <a:noFill/>
            <a:prstDash val="solid"/>
          </a:ln>
        </p:spPr>
      </p:sp>
      <p:sp>
        <p:nvSpPr>
          <p:cNvPr id="346" name="e_full_violin_ellipse_4698">
            <a:extLst>
              <a:ext uri="{FF2B5EF4-FFF2-40B4-BE49-F238E27FC236}">
                <a16:creationId xmlns:a16="http://schemas.microsoft.com/office/drawing/2014/main" id="{08536926-9D88-4735-84DA-6A02C077E0DD}"/>
              </a:ext>
            </a:extLst>
          </p:cNvPr>
          <p:cNvSpPr>
            <a:spLocks noGrp="1"/>
          </p:cNvSpPr>
          <p:nvPr/>
        </p:nvSpPr>
        <p:spPr>
          <a:xfrm>
            <a:off x="2504178" y="2372186"/>
            <a:ext cx="46519" cy="46519"/>
          </a:xfrm>
          <a:prstGeom prst="ellipse">
            <a:avLst/>
          </a:prstGeom>
          <a:solidFill>
            <a:srgbClr val="B08A60">
              <a:alpha val="43000"/>
            </a:srgbClr>
          </a:solidFill>
          <a:ln w="0">
            <a:noFill/>
            <a:prstDash val="solid"/>
          </a:ln>
        </p:spPr>
      </p:sp>
      <p:sp>
        <p:nvSpPr>
          <p:cNvPr id="347" name="e_full_violin_ellipse_4699">
            <a:extLst>
              <a:ext uri="{FF2B5EF4-FFF2-40B4-BE49-F238E27FC236}">
                <a16:creationId xmlns:a16="http://schemas.microsoft.com/office/drawing/2014/main" id="{5BF7D332-2E68-461A-9F8E-3EF436BCAA3D}"/>
              </a:ext>
            </a:extLst>
          </p:cNvPr>
          <p:cNvSpPr>
            <a:spLocks noGrp="1"/>
          </p:cNvSpPr>
          <p:nvPr/>
        </p:nvSpPr>
        <p:spPr>
          <a:xfrm>
            <a:off x="2297986" y="2976420"/>
            <a:ext cx="46519" cy="46519"/>
          </a:xfrm>
          <a:prstGeom prst="ellipse">
            <a:avLst/>
          </a:prstGeom>
          <a:solidFill>
            <a:srgbClr val="B08A60">
              <a:alpha val="43000"/>
            </a:srgbClr>
          </a:solidFill>
          <a:ln w="0">
            <a:noFill/>
            <a:prstDash val="solid"/>
          </a:ln>
        </p:spPr>
      </p:sp>
      <p:sp>
        <p:nvSpPr>
          <p:cNvPr id="348" name="e_full_violin_ellipse_4700">
            <a:extLst>
              <a:ext uri="{FF2B5EF4-FFF2-40B4-BE49-F238E27FC236}">
                <a16:creationId xmlns:a16="http://schemas.microsoft.com/office/drawing/2014/main" id="{BD97CB92-0125-4815-BD53-210983AD4D0E}"/>
              </a:ext>
            </a:extLst>
          </p:cNvPr>
          <p:cNvSpPr>
            <a:spLocks noGrp="1"/>
          </p:cNvSpPr>
          <p:nvPr/>
        </p:nvSpPr>
        <p:spPr>
          <a:xfrm>
            <a:off x="2205862" y="3240773"/>
            <a:ext cx="46519" cy="46519"/>
          </a:xfrm>
          <a:prstGeom prst="ellipse">
            <a:avLst/>
          </a:prstGeom>
          <a:solidFill>
            <a:srgbClr val="B08A60">
              <a:alpha val="43000"/>
            </a:srgbClr>
          </a:solidFill>
          <a:ln w="0">
            <a:noFill/>
            <a:prstDash val="solid"/>
          </a:ln>
        </p:spPr>
      </p:sp>
      <p:sp>
        <p:nvSpPr>
          <p:cNvPr id="349" name="e_full_violin_ellipse_4701">
            <a:extLst>
              <a:ext uri="{FF2B5EF4-FFF2-40B4-BE49-F238E27FC236}">
                <a16:creationId xmlns:a16="http://schemas.microsoft.com/office/drawing/2014/main" id="{E1172CC5-E5E6-49BC-9B1F-1AE1BA18518B}"/>
              </a:ext>
            </a:extLst>
          </p:cNvPr>
          <p:cNvSpPr>
            <a:spLocks noGrp="1"/>
          </p:cNvSpPr>
          <p:nvPr/>
        </p:nvSpPr>
        <p:spPr>
          <a:xfrm>
            <a:off x="2391056" y="2430092"/>
            <a:ext cx="46519" cy="46519"/>
          </a:xfrm>
          <a:prstGeom prst="ellipse">
            <a:avLst/>
          </a:prstGeom>
          <a:solidFill>
            <a:srgbClr val="B08A60">
              <a:alpha val="43000"/>
            </a:srgbClr>
          </a:solidFill>
          <a:ln w="0">
            <a:noFill/>
            <a:prstDash val="solid"/>
          </a:ln>
        </p:spPr>
      </p:sp>
      <p:sp>
        <p:nvSpPr>
          <p:cNvPr id="350" name="e_full_violin_ellipse_4702">
            <a:extLst>
              <a:ext uri="{FF2B5EF4-FFF2-40B4-BE49-F238E27FC236}">
                <a16:creationId xmlns:a16="http://schemas.microsoft.com/office/drawing/2014/main" id="{90DE61DB-E500-42AF-9E49-F82651F5F5D1}"/>
              </a:ext>
            </a:extLst>
          </p:cNvPr>
          <p:cNvSpPr>
            <a:spLocks noGrp="1"/>
          </p:cNvSpPr>
          <p:nvPr/>
        </p:nvSpPr>
        <p:spPr>
          <a:xfrm>
            <a:off x="2461395" y="4456793"/>
            <a:ext cx="46519" cy="46519"/>
          </a:xfrm>
          <a:prstGeom prst="ellipse">
            <a:avLst/>
          </a:prstGeom>
          <a:solidFill>
            <a:srgbClr val="B08A60">
              <a:alpha val="43000"/>
            </a:srgbClr>
          </a:solidFill>
          <a:ln w="0">
            <a:noFill/>
            <a:prstDash val="solid"/>
          </a:ln>
        </p:spPr>
      </p:sp>
      <p:sp>
        <p:nvSpPr>
          <p:cNvPr id="351" name="e_full_violin_ellipse_4703">
            <a:extLst>
              <a:ext uri="{FF2B5EF4-FFF2-40B4-BE49-F238E27FC236}">
                <a16:creationId xmlns:a16="http://schemas.microsoft.com/office/drawing/2014/main" id="{E63B52CD-154B-4211-82B1-A2EF5E1A2704}"/>
              </a:ext>
            </a:extLst>
          </p:cNvPr>
          <p:cNvSpPr>
            <a:spLocks noGrp="1"/>
          </p:cNvSpPr>
          <p:nvPr/>
        </p:nvSpPr>
        <p:spPr>
          <a:xfrm>
            <a:off x="2314593" y="3038102"/>
            <a:ext cx="46519" cy="46519"/>
          </a:xfrm>
          <a:prstGeom prst="ellipse">
            <a:avLst/>
          </a:prstGeom>
          <a:solidFill>
            <a:srgbClr val="B08A60">
              <a:alpha val="43000"/>
            </a:srgbClr>
          </a:solidFill>
          <a:ln w="0">
            <a:noFill/>
            <a:prstDash val="solid"/>
          </a:ln>
        </p:spPr>
      </p:sp>
      <p:sp>
        <p:nvSpPr>
          <p:cNvPr id="352" name="e_full_violin_ellipse_4704">
            <a:extLst>
              <a:ext uri="{FF2B5EF4-FFF2-40B4-BE49-F238E27FC236}">
                <a16:creationId xmlns:a16="http://schemas.microsoft.com/office/drawing/2014/main" id="{470721C6-EF8D-48BF-92DB-04007FCAFA85}"/>
              </a:ext>
            </a:extLst>
          </p:cNvPr>
          <p:cNvSpPr>
            <a:spLocks noGrp="1"/>
          </p:cNvSpPr>
          <p:nvPr/>
        </p:nvSpPr>
        <p:spPr>
          <a:xfrm>
            <a:off x="2497807" y="2835432"/>
            <a:ext cx="46519" cy="46519"/>
          </a:xfrm>
          <a:prstGeom prst="ellipse">
            <a:avLst/>
          </a:prstGeom>
          <a:solidFill>
            <a:srgbClr val="B08A60">
              <a:alpha val="43000"/>
            </a:srgbClr>
          </a:solidFill>
          <a:ln w="0">
            <a:noFill/>
            <a:prstDash val="solid"/>
          </a:ln>
        </p:spPr>
      </p:sp>
      <p:sp>
        <p:nvSpPr>
          <p:cNvPr id="353" name="e_full_violin_ellipse_4705">
            <a:extLst>
              <a:ext uri="{FF2B5EF4-FFF2-40B4-BE49-F238E27FC236}">
                <a16:creationId xmlns:a16="http://schemas.microsoft.com/office/drawing/2014/main" id="{0C8BBC0B-4A08-455A-924B-00F6DF5515CA}"/>
              </a:ext>
            </a:extLst>
          </p:cNvPr>
          <p:cNvSpPr>
            <a:spLocks noGrp="1"/>
          </p:cNvSpPr>
          <p:nvPr/>
        </p:nvSpPr>
        <p:spPr>
          <a:xfrm>
            <a:off x="2303863" y="3240773"/>
            <a:ext cx="46519" cy="46519"/>
          </a:xfrm>
          <a:prstGeom prst="ellipse">
            <a:avLst/>
          </a:prstGeom>
          <a:solidFill>
            <a:srgbClr val="B08A60">
              <a:alpha val="43000"/>
            </a:srgbClr>
          </a:solidFill>
          <a:ln w="0">
            <a:noFill/>
            <a:prstDash val="solid"/>
          </a:ln>
        </p:spPr>
      </p:sp>
      <p:sp>
        <p:nvSpPr>
          <p:cNvPr id="354" name="e_full_violin_ellipse_4706">
            <a:extLst>
              <a:ext uri="{FF2B5EF4-FFF2-40B4-BE49-F238E27FC236}">
                <a16:creationId xmlns:a16="http://schemas.microsoft.com/office/drawing/2014/main" id="{483757F9-947A-458B-87FD-2A42ACC1C4CD}"/>
              </a:ext>
            </a:extLst>
          </p:cNvPr>
          <p:cNvSpPr>
            <a:spLocks noGrp="1"/>
          </p:cNvSpPr>
          <p:nvPr/>
        </p:nvSpPr>
        <p:spPr>
          <a:xfrm>
            <a:off x="2252494" y="3483977"/>
            <a:ext cx="46519" cy="46519"/>
          </a:xfrm>
          <a:prstGeom prst="ellipse">
            <a:avLst/>
          </a:prstGeom>
          <a:solidFill>
            <a:srgbClr val="B08A60">
              <a:alpha val="43000"/>
            </a:srgbClr>
          </a:solidFill>
          <a:ln w="0">
            <a:noFill/>
            <a:prstDash val="solid"/>
          </a:ln>
        </p:spPr>
      </p:sp>
      <p:sp>
        <p:nvSpPr>
          <p:cNvPr id="355" name="e_full_violin_ellipse_4707">
            <a:extLst>
              <a:ext uri="{FF2B5EF4-FFF2-40B4-BE49-F238E27FC236}">
                <a16:creationId xmlns:a16="http://schemas.microsoft.com/office/drawing/2014/main" id="{57DBC407-B6D9-4846-A7FC-833451ABF20F}"/>
              </a:ext>
            </a:extLst>
          </p:cNvPr>
          <p:cNvSpPr>
            <a:spLocks noGrp="1"/>
          </p:cNvSpPr>
          <p:nvPr/>
        </p:nvSpPr>
        <p:spPr>
          <a:xfrm>
            <a:off x="2428433" y="2835432"/>
            <a:ext cx="46519" cy="46519"/>
          </a:xfrm>
          <a:prstGeom prst="ellipse">
            <a:avLst/>
          </a:prstGeom>
          <a:solidFill>
            <a:srgbClr val="B08A60">
              <a:alpha val="43000"/>
            </a:srgbClr>
          </a:solidFill>
          <a:ln w="0">
            <a:noFill/>
            <a:prstDash val="solid"/>
          </a:ln>
        </p:spPr>
      </p:sp>
      <p:sp>
        <p:nvSpPr>
          <p:cNvPr id="356" name="e_full_violin_ellipse_4708">
            <a:extLst>
              <a:ext uri="{FF2B5EF4-FFF2-40B4-BE49-F238E27FC236}">
                <a16:creationId xmlns:a16="http://schemas.microsoft.com/office/drawing/2014/main" id="{2FAD3B9B-B7BD-40D9-BD76-A06B98A4D01E}"/>
              </a:ext>
            </a:extLst>
          </p:cNvPr>
          <p:cNvSpPr>
            <a:spLocks noGrp="1"/>
          </p:cNvSpPr>
          <p:nvPr/>
        </p:nvSpPr>
        <p:spPr>
          <a:xfrm>
            <a:off x="2262552" y="4456793"/>
            <a:ext cx="46519" cy="46519"/>
          </a:xfrm>
          <a:prstGeom prst="ellipse">
            <a:avLst/>
          </a:prstGeom>
          <a:solidFill>
            <a:srgbClr val="B08A60">
              <a:alpha val="43000"/>
            </a:srgbClr>
          </a:solidFill>
          <a:ln w="0">
            <a:noFill/>
            <a:prstDash val="solid"/>
          </a:ln>
        </p:spPr>
      </p:sp>
      <p:sp>
        <p:nvSpPr>
          <p:cNvPr id="357" name="e_full_violin_ellipse_4709">
            <a:extLst>
              <a:ext uri="{FF2B5EF4-FFF2-40B4-BE49-F238E27FC236}">
                <a16:creationId xmlns:a16="http://schemas.microsoft.com/office/drawing/2014/main" id="{C158EFD2-2A01-449C-ACA7-BB0BD025020F}"/>
              </a:ext>
            </a:extLst>
          </p:cNvPr>
          <p:cNvSpPr>
            <a:spLocks noGrp="1"/>
          </p:cNvSpPr>
          <p:nvPr/>
        </p:nvSpPr>
        <p:spPr>
          <a:xfrm>
            <a:off x="2222724" y="2024752"/>
            <a:ext cx="46519" cy="46519"/>
          </a:xfrm>
          <a:prstGeom prst="ellipse">
            <a:avLst/>
          </a:prstGeom>
          <a:solidFill>
            <a:srgbClr val="B08A60">
              <a:alpha val="43000"/>
            </a:srgbClr>
          </a:solidFill>
          <a:ln w="0">
            <a:noFill/>
            <a:prstDash val="solid"/>
          </a:ln>
        </p:spPr>
      </p:sp>
      <p:sp>
        <p:nvSpPr>
          <p:cNvPr id="358" name="e_full_violin_ellipse_4710">
            <a:extLst>
              <a:ext uri="{FF2B5EF4-FFF2-40B4-BE49-F238E27FC236}">
                <a16:creationId xmlns:a16="http://schemas.microsoft.com/office/drawing/2014/main" id="{97972C02-B861-4F0B-B586-F5E90385FB7C}"/>
              </a:ext>
            </a:extLst>
          </p:cNvPr>
          <p:cNvSpPr>
            <a:spLocks noGrp="1"/>
          </p:cNvSpPr>
          <p:nvPr/>
        </p:nvSpPr>
        <p:spPr>
          <a:xfrm>
            <a:off x="2402235" y="2835432"/>
            <a:ext cx="46519" cy="46519"/>
          </a:xfrm>
          <a:prstGeom prst="ellipse">
            <a:avLst/>
          </a:prstGeom>
          <a:solidFill>
            <a:srgbClr val="B08A60">
              <a:alpha val="43000"/>
            </a:srgbClr>
          </a:solidFill>
          <a:ln w="0">
            <a:noFill/>
            <a:prstDash val="solid"/>
          </a:ln>
        </p:spPr>
      </p:sp>
      <p:sp>
        <p:nvSpPr>
          <p:cNvPr id="359" name="e_full_violin_ellipse_4711">
            <a:extLst>
              <a:ext uri="{FF2B5EF4-FFF2-40B4-BE49-F238E27FC236}">
                <a16:creationId xmlns:a16="http://schemas.microsoft.com/office/drawing/2014/main" id="{5F81B5B8-2650-4846-884E-A04432808BE1}"/>
              </a:ext>
            </a:extLst>
          </p:cNvPr>
          <p:cNvSpPr>
            <a:spLocks noGrp="1"/>
          </p:cNvSpPr>
          <p:nvPr/>
        </p:nvSpPr>
        <p:spPr>
          <a:xfrm>
            <a:off x="2463156" y="2511160"/>
            <a:ext cx="46519" cy="46519"/>
          </a:xfrm>
          <a:prstGeom prst="ellipse">
            <a:avLst/>
          </a:prstGeom>
          <a:solidFill>
            <a:srgbClr val="B08A60">
              <a:alpha val="43000"/>
            </a:srgbClr>
          </a:solidFill>
          <a:ln w="0">
            <a:noFill/>
            <a:prstDash val="solid"/>
          </a:ln>
        </p:spPr>
      </p:sp>
      <p:sp>
        <p:nvSpPr>
          <p:cNvPr id="360" name="e_full_violin_ellipse_4712">
            <a:extLst>
              <a:ext uri="{FF2B5EF4-FFF2-40B4-BE49-F238E27FC236}">
                <a16:creationId xmlns:a16="http://schemas.microsoft.com/office/drawing/2014/main" id="{DCD04013-E3EA-4989-8038-B45612E00A58}"/>
              </a:ext>
            </a:extLst>
          </p:cNvPr>
          <p:cNvSpPr>
            <a:spLocks noGrp="1"/>
          </p:cNvSpPr>
          <p:nvPr/>
        </p:nvSpPr>
        <p:spPr>
          <a:xfrm>
            <a:off x="2319861" y="3240773"/>
            <a:ext cx="46519" cy="46519"/>
          </a:xfrm>
          <a:prstGeom prst="ellipse">
            <a:avLst/>
          </a:prstGeom>
          <a:solidFill>
            <a:srgbClr val="B08A60">
              <a:alpha val="43000"/>
            </a:srgbClr>
          </a:solidFill>
          <a:ln w="0">
            <a:noFill/>
            <a:prstDash val="solid"/>
          </a:ln>
        </p:spPr>
      </p:sp>
      <p:sp>
        <p:nvSpPr>
          <p:cNvPr id="361" name="e_full_violin_ellipse_4713">
            <a:extLst>
              <a:ext uri="{FF2B5EF4-FFF2-40B4-BE49-F238E27FC236}">
                <a16:creationId xmlns:a16="http://schemas.microsoft.com/office/drawing/2014/main" id="{1573271F-660A-479C-A4E7-BB9E7528231F}"/>
              </a:ext>
            </a:extLst>
          </p:cNvPr>
          <p:cNvSpPr>
            <a:spLocks noGrp="1"/>
          </p:cNvSpPr>
          <p:nvPr/>
        </p:nvSpPr>
        <p:spPr>
          <a:xfrm>
            <a:off x="2404153" y="3240773"/>
            <a:ext cx="46519" cy="46519"/>
          </a:xfrm>
          <a:prstGeom prst="ellipse">
            <a:avLst/>
          </a:prstGeom>
          <a:solidFill>
            <a:srgbClr val="B08A60">
              <a:alpha val="43000"/>
            </a:srgbClr>
          </a:solidFill>
          <a:ln w="0">
            <a:noFill/>
            <a:prstDash val="solid"/>
          </a:ln>
        </p:spPr>
      </p:sp>
      <p:sp>
        <p:nvSpPr>
          <p:cNvPr id="362" name="e_full_violin_ellipse_4714">
            <a:extLst>
              <a:ext uri="{FF2B5EF4-FFF2-40B4-BE49-F238E27FC236}">
                <a16:creationId xmlns:a16="http://schemas.microsoft.com/office/drawing/2014/main" id="{57726BDB-9647-42EE-93AD-F3E6E6202117}"/>
              </a:ext>
            </a:extLst>
          </p:cNvPr>
          <p:cNvSpPr>
            <a:spLocks noGrp="1"/>
          </p:cNvSpPr>
          <p:nvPr/>
        </p:nvSpPr>
        <p:spPr>
          <a:xfrm>
            <a:off x="2287403" y="2835432"/>
            <a:ext cx="46519" cy="46519"/>
          </a:xfrm>
          <a:prstGeom prst="ellipse">
            <a:avLst/>
          </a:prstGeom>
          <a:solidFill>
            <a:srgbClr val="B08A60">
              <a:alpha val="43000"/>
            </a:srgbClr>
          </a:solidFill>
          <a:ln w="0">
            <a:noFill/>
            <a:prstDash val="solid"/>
          </a:ln>
        </p:spPr>
      </p:sp>
      <p:sp>
        <p:nvSpPr>
          <p:cNvPr id="363" name="e_full_violin_ellipse_4715">
            <a:extLst>
              <a:ext uri="{FF2B5EF4-FFF2-40B4-BE49-F238E27FC236}">
                <a16:creationId xmlns:a16="http://schemas.microsoft.com/office/drawing/2014/main" id="{F9B890FB-A989-4425-866A-0E689AA799FE}"/>
              </a:ext>
            </a:extLst>
          </p:cNvPr>
          <p:cNvSpPr>
            <a:spLocks noGrp="1"/>
          </p:cNvSpPr>
          <p:nvPr/>
        </p:nvSpPr>
        <p:spPr>
          <a:xfrm>
            <a:off x="2228355" y="2835432"/>
            <a:ext cx="46519" cy="46519"/>
          </a:xfrm>
          <a:prstGeom prst="ellipse">
            <a:avLst/>
          </a:prstGeom>
          <a:solidFill>
            <a:srgbClr val="B08A60">
              <a:alpha val="43000"/>
            </a:srgbClr>
          </a:solidFill>
          <a:ln w="0">
            <a:noFill/>
            <a:prstDash val="solid"/>
          </a:ln>
        </p:spPr>
      </p:sp>
      <p:sp>
        <p:nvSpPr>
          <p:cNvPr id="364" name="e_full_violin_ellipse_4716">
            <a:extLst>
              <a:ext uri="{FF2B5EF4-FFF2-40B4-BE49-F238E27FC236}">
                <a16:creationId xmlns:a16="http://schemas.microsoft.com/office/drawing/2014/main" id="{29BED3DA-A6A2-450E-8B64-F42E3CDD5C81}"/>
              </a:ext>
            </a:extLst>
          </p:cNvPr>
          <p:cNvSpPr>
            <a:spLocks noGrp="1"/>
          </p:cNvSpPr>
          <p:nvPr/>
        </p:nvSpPr>
        <p:spPr>
          <a:xfrm>
            <a:off x="2333983" y="3443443"/>
            <a:ext cx="46519" cy="46519"/>
          </a:xfrm>
          <a:prstGeom prst="ellipse">
            <a:avLst/>
          </a:prstGeom>
          <a:solidFill>
            <a:srgbClr val="B08A60">
              <a:alpha val="43000"/>
            </a:srgbClr>
          </a:solidFill>
          <a:ln w="0">
            <a:noFill/>
            <a:prstDash val="solid"/>
          </a:ln>
        </p:spPr>
      </p:sp>
      <p:sp>
        <p:nvSpPr>
          <p:cNvPr id="365" name="e_full_violin_ellipse_4717">
            <a:extLst>
              <a:ext uri="{FF2B5EF4-FFF2-40B4-BE49-F238E27FC236}">
                <a16:creationId xmlns:a16="http://schemas.microsoft.com/office/drawing/2014/main" id="{A686B892-F1E3-4D3B-AC93-A4AC3BE1853A}"/>
              </a:ext>
            </a:extLst>
          </p:cNvPr>
          <p:cNvSpPr>
            <a:spLocks noGrp="1"/>
          </p:cNvSpPr>
          <p:nvPr/>
        </p:nvSpPr>
        <p:spPr>
          <a:xfrm>
            <a:off x="2169552" y="4456793"/>
            <a:ext cx="46519" cy="46519"/>
          </a:xfrm>
          <a:prstGeom prst="ellipse">
            <a:avLst/>
          </a:prstGeom>
          <a:solidFill>
            <a:srgbClr val="B08A60">
              <a:alpha val="43000"/>
            </a:srgbClr>
          </a:solidFill>
          <a:ln w="0">
            <a:noFill/>
            <a:prstDash val="solid"/>
          </a:ln>
        </p:spPr>
      </p:sp>
      <p:sp>
        <p:nvSpPr>
          <p:cNvPr id="366" name="e_full_violin_ellipse_4718">
            <a:extLst>
              <a:ext uri="{FF2B5EF4-FFF2-40B4-BE49-F238E27FC236}">
                <a16:creationId xmlns:a16="http://schemas.microsoft.com/office/drawing/2014/main" id="{EA11013B-C5DE-4B5B-BF75-FC74963E47BD}"/>
              </a:ext>
            </a:extLst>
          </p:cNvPr>
          <p:cNvSpPr>
            <a:spLocks noGrp="1"/>
          </p:cNvSpPr>
          <p:nvPr/>
        </p:nvSpPr>
        <p:spPr>
          <a:xfrm>
            <a:off x="2454448" y="3383834"/>
            <a:ext cx="46519" cy="46519"/>
          </a:xfrm>
          <a:prstGeom prst="ellipse">
            <a:avLst/>
          </a:prstGeom>
          <a:solidFill>
            <a:srgbClr val="B08A60">
              <a:alpha val="43000"/>
            </a:srgbClr>
          </a:solidFill>
          <a:ln w="0">
            <a:noFill/>
            <a:prstDash val="solid"/>
          </a:ln>
        </p:spPr>
      </p:sp>
      <p:sp>
        <p:nvSpPr>
          <p:cNvPr id="367" name="e_full_violin_ellipse_4719">
            <a:extLst>
              <a:ext uri="{FF2B5EF4-FFF2-40B4-BE49-F238E27FC236}">
                <a16:creationId xmlns:a16="http://schemas.microsoft.com/office/drawing/2014/main" id="{5C05E9C6-48A6-4F75-AC0B-36CEEA19AA99}"/>
              </a:ext>
            </a:extLst>
          </p:cNvPr>
          <p:cNvSpPr>
            <a:spLocks noGrp="1"/>
          </p:cNvSpPr>
          <p:nvPr/>
        </p:nvSpPr>
        <p:spPr>
          <a:xfrm>
            <a:off x="2353985" y="2024752"/>
            <a:ext cx="46519" cy="46519"/>
          </a:xfrm>
          <a:prstGeom prst="ellipse">
            <a:avLst/>
          </a:prstGeom>
          <a:solidFill>
            <a:srgbClr val="B08A60">
              <a:alpha val="43000"/>
            </a:srgbClr>
          </a:solidFill>
          <a:ln w="0">
            <a:noFill/>
            <a:prstDash val="solid"/>
          </a:ln>
        </p:spPr>
      </p:sp>
      <p:sp>
        <p:nvSpPr>
          <p:cNvPr id="368" name="e_full_violin_ellipse_4720">
            <a:extLst>
              <a:ext uri="{FF2B5EF4-FFF2-40B4-BE49-F238E27FC236}">
                <a16:creationId xmlns:a16="http://schemas.microsoft.com/office/drawing/2014/main" id="{99B2AB51-8389-4D60-ACBD-7254EA25D763}"/>
              </a:ext>
            </a:extLst>
          </p:cNvPr>
          <p:cNvSpPr>
            <a:spLocks noGrp="1"/>
          </p:cNvSpPr>
          <p:nvPr/>
        </p:nvSpPr>
        <p:spPr>
          <a:xfrm>
            <a:off x="2310314" y="3240773"/>
            <a:ext cx="46519" cy="46519"/>
          </a:xfrm>
          <a:prstGeom prst="ellipse">
            <a:avLst/>
          </a:prstGeom>
          <a:solidFill>
            <a:srgbClr val="B08A60">
              <a:alpha val="43000"/>
            </a:srgbClr>
          </a:solidFill>
          <a:ln w="0">
            <a:noFill/>
            <a:prstDash val="solid"/>
          </a:ln>
        </p:spPr>
      </p:sp>
      <p:sp>
        <p:nvSpPr>
          <p:cNvPr id="369" name="e_full_violin_ellipse_4721">
            <a:extLst>
              <a:ext uri="{FF2B5EF4-FFF2-40B4-BE49-F238E27FC236}">
                <a16:creationId xmlns:a16="http://schemas.microsoft.com/office/drawing/2014/main" id="{E2FC9B33-6D5F-4A76-BB72-5E748F835ACF}"/>
              </a:ext>
            </a:extLst>
          </p:cNvPr>
          <p:cNvSpPr>
            <a:spLocks noGrp="1"/>
          </p:cNvSpPr>
          <p:nvPr/>
        </p:nvSpPr>
        <p:spPr>
          <a:xfrm>
            <a:off x="2447962" y="2632762"/>
            <a:ext cx="46519" cy="46519"/>
          </a:xfrm>
          <a:prstGeom prst="ellipse">
            <a:avLst/>
          </a:prstGeom>
          <a:solidFill>
            <a:srgbClr val="B08A60">
              <a:alpha val="43000"/>
            </a:srgbClr>
          </a:solidFill>
          <a:ln w="0">
            <a:noFill/>
            <a:prstDash val="solid"/>
          </a:ln>
        </p:spPr>
      </p:sp>
      <p:sp>
        <p:nvSpPr>
          <p:cNvPr id="370" name="e_full_violin_ellipse_4722">
            <a:extLst>
              <a:ext uri="{FF2B5EF4-FFF2-40B4-BE49-F238E27FC236}">
                <a16:creationId xmlns:a16="http://schemas.microsoft.com/office/drawing/2014/main" id="{A3B4CD56-DE9D-4D4A-9EE1-3F2B96F289CA}"/>
              </a:ext>
            </a:extLst>
          </p:cNvPr>
          <p:cNvSpPr>
            <a:spLocks noGrp="1"/>
          </p:cNvSpPr>
          <p:nvPr/>
        </p:nvSpPr>
        <p:spPr>
          <a:xfrm>
            <a:off x="2472145" y="4355458"/>
            <a:ext cx="46519" cy="46519"/>
          </a:xfrm>
          <a:prstGeom prst="ellipse">
            <a:avLst/>
          </a:prstGeom>
          <a:solidFill>
            <a:srgbClr val="B08A60">
              <a:alpha val="43000"/>
            </a:srgbClr>
          </a:solidFill>
          <a:ln w="0">
            <a:noFill/>
            <a:prstDash val="solid"/>
          </a:ln>
        </p:spPr>
      </p:sp>
      <p:sp>
        <p:nvSpPr>
          <p:cNvPr id="371" name="e_full_violin_ellipse_4723">
            <a:extLst>
              <a:ext uri="{FF2B5EF4-FFF2-40B4-BE49-F238E27FC236}">
                <a16:creationId xmlns:a16="http://schemas.microsoft.com/office/drawing/2014/main" id="{4638B307-356E-48DF-82C5-460F2B2F099E}"/>
              </a:ext>
            </a:extLst>
          </p:cNvPr>
          <p:cNvSpPr>
            <a:spLocks noGrp="1"/>
          </p:cNvSpPr>
          <p:nvPr/>
        </p:nvSpPr>
        <p:spPr>
          <a:xfrm>
            <a:off x="2144339" y="2372186"/>
            <a:ext cx="46519" cy="46519"/>
          </a:xfrm>
          <a:prstGeom prst="ellipse">
            <a:avLst/>
          </a:prstGeom>
          <a:solidFill>
            <a:srgbClr val="B08A60">
              <a:alpha val="43000"/>
            </a:srgbClr>
          </a:solidFill>
          <a:ln w="0">
            <a:noFill/>
            <a:prstDash val="solid"/>
          </a:ln>
        </p:spPr>
      </p:sp>
      <p:sp>
        <p:nvSpPr>
          <p:cNvPr id="372" name="e_full_violin_ellipse_4724">
            <a:extLst>
              <a:ext uri="{FF2B5EF4-FFF2-40B4-BE49-F238E27FC236}">
                <a16:creationId xmlns:a16="http://schemas.microsoft.com/office/drawing/2014/main" id="{F42C6B80-3D3A-4AF0-93B9-85C5FBDC1107}"/>
              </a:ext>
            </a:extLst>
          </p:cNvPr>
          <p:cNvSpPr>
            <a:spLocks noGrp="1"/>
          </p:cNvSpPr>
          <p:nvPr/>
        </p:nvSpPr>
        <p:spPr>
          <a:xfrm>
            <a:off x="2473573" y="4152788"/>
            <a:ext cx="46519" cy="46519"/>
          </a:xfrm>
          <a:prstGeom prst="ellipse">
            <a:avLst/>
          </a:prstGeom>
          <a:solidFill>
            <a:srgbClr val="B08A60">
              <a:alpha val="43000"/>
            </a:srgbClr>
          </a:solidFill>
          <a:ln w="0">
            <a:noFill/>
            <a:prstDash val="solid"/>
          </a:ln>
        </p:spPr>
      </p:sp>
      <p:sp>
        <p:nvSpPr>
          <p:cNvPr id="373" name="e_full_violin_ellipse_4725">
            <a:extLst>
              <a:ext uri="{FF2B5EF4-FFF2-40B4-BE49-F238E27FC236}">
                <a16:creationId xmlns:a16="http://schemas.microsoft.com/office/drawing/2014/main" id="{2785B4D8-96A7-44E8-A4D6-5FAAE3CFB774}"/>
              </a:ext>
            </a:extLst>
          </p:cNvPr>
          <p:cNvSpPr>
            <a:spLocks noGrp="1"/>
          </p:cNvSpPr>
          <p:nvPr/>
        </p:nvSpPr>
        <p:spPr>
          <a:xfrm>
            <a:off x="2339057" y="4456793"/>
            <a:ext cx="46519" cy="46519"/>
          </a:xfrm>
          <a:prstGeom prst="ellipse">
            <a:avLst/>
          </a:prstGeom>
          <a:solidFill>
            <a:srgbClr val="B08A60">
              <a:alpha val="43000"/>
            </a:srgbClr>
          </a:solidFill>
          <a:ln w="0">
            <a:noFill/>
            <a:prstDash val="solid"/>
          </a:ln>
        </p:spPr>
      </p:sp>
      <p:sp>
        <p:nvSpPr>
          <p:cNvPr id="374" name="e_full_violin_ellipse_4726">
            <a:extLst>
              <a:ext uri="{FF2B5EF4-FFF2-40B4-BE49-F238E27FC236}">
                <a16:creationId xmlns:a16="http://schemas.microsoft.com/office/drawing/2014/main" id="{366D5788-B07D-49D3-A718-771DBFFD8D15}"/>
              </a:ext>
            </a:extLst>
          </p:cNvPr>
          <p:cNvSpPr>
            <a:spLocks noGrp="1"/>
          </p:cNvSpPr>
          <p:nvPr/>
        </p:nvSpPr>
        <p:spPr>
          <a:xfrm>
            <a:off x="2351795" y="4077774"/>
            <a:ext cx="46519" cy="46519"/>
          </a:xfrm>
          <a:prstGeom prst="ellipse">
            <a:avLst/>
          </a:prstGeom>
          <a:solidFill>
            <a:srgbClr val="B08A60">
              <a:alpha val="43000"/>
            </a:srgbClr>
          </a:solidFill>
          <a:ln w="0">
            <a:noFill/>
            <a:prstDash val="solid"/>
          </a:ln>
        </p:spPr>
      </p:sp>
      <p:sp>
        <p:nvSpPr>
          <p:cNvPr id="375" name="e_full_violin_ellipse_4727">
            <a:extLst>
              <a:ext uri="{FF2B5EF4-FFF2-40B4-BE49-F238E27FC236}">
                <a16:creationId xmlns:a16="http://schemas.microsoft.com/office/drawing/2014/main" id="{6F1E2B94-5552-468D-9395-2D47F70035A0}"/>
              </a:ext>
            </a:extLst>
          </p:cNvPr>
          <p:cNvSpPr>
            <a:spLocks noGrp="1"/>
          </p:cNvSpPr>
          <p:nvPr/>
        </p:nvSpPr>
        <p:spPr>
          <a:xfrm>
            <a:off x="2410113" y="4456793"/>
            <a:ext cx="46519" cy="46519"/>
          </a:xfrm>
          <a:prstGeom prst="ellipse">
            <a:avLst/>
          </a:prstGeom>
          <a:solidFill>
            <a:srgbClr val="B08A60">
              <a:alpha val="43000"/>
            </a:srgbClr>
          </a:solidFill>
          <a:ln w="0">
            <a:noFill/>
            <a:prstDash val="solid"/>
          </a:ln>
        </p:spPr>
      </p:sp>
      <p:sp>
        <p:nvSpPr>
          <p:cNvPr id="376" name="e_full_violin_ellipse_4728">
            <a:extLst>
              <a:ext uri="{FF2B5EF4-FFF2-40B4-BE49-F238E27FC236}">
                <a16:creationId xmlns:a16="http://schemas.microsoft.com/office/drawing/2014/main" id="{B3CEE8FC-BBF2-4F5B-A4E6-40E2D92DE564}"/>
              </a:ext>
            </a:extLst>
          </p:cNvPr>
          <p:cNvSpPr>
            <a:spLocks noGrp="1"/>
          </p:cNvSpPr>
          <p:nvPr/>
        </p:nvSpPr>
        <p:spPr>
          <a:xfrm>
            <a:off x="2359335" y="4456793"/>
            <a:ext cx="46519" cy="46519"/>
          </a:xfrm>
          <a:prstGeom prst="ellipse">
            <a:avLst/>
          </a:prstGeom>
          <a:solidFill>
            <a:srgbClr val="B08A60">
              <a:alpha val="43000"/>
            </a:srgbClr>
          </a:solidFill>
          <a:ln w="0">
            <a:noFill/>
            <a:prstDash val="solid"/>
          </a:ln>
        </p:spPr>
      </p:sp>
      <p:sp>
        <p:nvSpPr>
          <p:cNvPr id="377" name="e_full_violin_ellipse_4729">
            <a:extLst>
              <a:ext uri="{FF2B5EF4-FFF2-40B4-BE49-F238E27FC236}">
                <a16:creationId xmlns:a16="http://schemas.microsoft.com/office/drawing/2014/main" id="{FADB097C-0788-416B-9AD6-04B6179441EB}"/>
              </a:ext>
            </a:extLst>
          </p:cNvPr>
          <p:cNvSpPr>
            <a:spLocks noGrp="1"/>
          </p:cNvSpPr>
          <p:nvPr/>
        </p:nvSpPr>
        <p:spPr>
          <a:xfrm>
            <a:off x="3980014" y="2024752"/>
            <a:ext cx="46519" cy="46519"/>
          </a:xfrm>
          <a:prstGeom prst="ellipse">
            <a:avLst/>
          </a:prstGeom>
          <a:solidFill>
            <a:srgbClr val="566AB4">
              <a:alpha val="43000"/>
            </a:srgbClr>
          </a:solidFill>
          <a:ln w="0">
            <a:noFill/>
            <a:prstDash val="solid"/>
          </a:ln>
        </p:spPr>
      </p:sp>
      <p:sp>
        <p:nvSpPr>
          <p:cNvPr id="378" name="e_full_violin_ellipse_4730">
            <a:extLst>
              <a:ext uri="{FF2B5EF4-FFF2-40B4-BE49-F238E27FC236}">
                <a16:creationId xmlns:a16="http://schemas.microsoft.com/office/drawing/2014/main" id="{7CC5F424-471B-48D5-B7FB-3A88829CF34A}"/>
              </a:ext>
            </a:extLst>
          </p:cNvPr>
          <p:cNvSpPr>
            <a:spLocks noGrp="1"/>
          </p:cNvSpPr>
          <p:nvPr/>
        </p:nvSpPr>
        <p:spPr>
          <a:xfrm>
            <a:off x="4193657" y="2024752"/>
            <a:ext cx="46519" cy="46519"/>
          </a:xfrm>
          <a:prstGeom prst="ellipse">
            <a:avLst/>
          </a:prstGeom>
          <a:solidFill>
            <a:srgbClr val="566AB4">
              <a:alpha val="43000"/>
            </a:srgbClr>
          </a:solidFill>
          <a:ln w="0">
            <a:noFill/>
            <a:prstDash val="solid"/>
          </a:ln>
        </p:spPr>
      </p:sp>
      <p:sp>
        <p:nvSpPr>
          <p:cNvPr id="379" name="e_full_violin_ellipse_4731">
            <a:extLst>
              <a:ext uri="{FF2B5EF4-FFF2-40B4-BE49-F238E27FC236}">
                <a16:creationId xmlns:a16="http://schemas.microsoft.com/office/drawing/2014/main" id="{E48A3BF3-26D4-4364-B77F-CB05A1BF3D71}"/>
              </a:ext>
            </a:extLst>
          </p:cNvPr>
          <p:cNvSpPr>
            <a:spLocks noGrp="1"/>
          </p:cNvSpPr>
          <p:nvPr/>
        </p:nvSpPr>
        <p:spPr>
          <a:xfrm>
            <a:off x="4163746" y="2024752"/>
            <a:ext cx="46519" cy="46519"/>
          </a:xfrm>
          <a:prstGeom prst="ellipse">
            <a:avLst/>
          </a:prstGeom>
          <a:solidFill>
            <a:srgbClr val="566AB4">
              <a:alpha val="43000"/>
            </a:srgbClr>
          </a:solidFill>
          <a:ln w="0">
            <a:noFill/>
            <a:prstDash val="solid"/>
          </a:ln>
        </p:spPr>
      </p:sp>
      <p:sp>
        <p:nvSpPr>
          <p:cNvPr id="380" name="e_full_violin_ellipse_4732">
            <a:extLst>
              <a:ext uri="{FF2B5EF4-FFF2-40B4-BE49-F238E27FC236}">
                <a16:creationId xmlns:a16="http://schemas.microsoft.com/office/drawing/2014/main" id="{B6EC6CA2-2BF3-4F58-8C3C-66C406420055}"/>
              </a:ext>
            </a:extLst>
          </p:cNvPr>
          <p:cNvSpPr>
            <a:spLocks noGrp="1"/>
          </p:cNvSpPr>
          <p:nvPr/>
        </p:nvSpPr>
        <p:spPr>
          <a:xfrm>
            <a:off x="4168668" y="3646113"/>
            <a:ext cx="46519" cy="46519"/>
          </a:xfrm>
          <a:prstGeom prst="ellipse">
            <a:avLst/>
          </a:prstGeom>
          <a:solidFill>
            <a:srgbClr val="566AB4">
              <a:alpha val="43000"/>
            </a:srgbClr>
          </a:solidFill>
          <a:ln w="0">
            <a:noFill/>
            <a:prstDash val="solid"/>
          </a:ln>
        </p:spPr>
      </p:sp>
      <p:sp>
        <p:nvSpPr>
          <p:cNvPr id="381" name="e_full_violin_ellipse_4733">
            <a:extLst>
              <a:ext uri="{FF2B5EF4-FFF2-40B4-BE49-F238E27FC236}">
                <a16:creationId xmlns:a16="http://schemas.microsoft.com/office/drawing/2014/main" id="{5AFF89D2-E570-4BCF-938B-CFC40C4D841F}"/>
              </a:ext>
            </a:extLst>
          </p:cNvPr>
          <p:cNvSpPr>
            <a:spLocks noGrp="1"/>
          </p:cNvSpPr>
          <p:nvPr/>
        </p:nvSpPr>
        <p:spPr>
          <a:xfrm>
            <a:off x="4095394" y="3048769"/>
            <a:ext cx="46519" cy="46519"/>
          </a:xfrm>
          <a:prstGeom prst="ellipse">
            <a:avLst/>
          </a:prstGeom>
          <a:solidFill>
            <a:srgbClr val="566AB4">
              <a:alpha val="43000"/>
            </a:srgbClr>
          </a:solidFill>
          <a:ln w="0">
            <a:noFill/>
            <a:prstDash val="solid"/>
          </a:ln>
        </p:spPr>
      </p:sp>
      <p:sp>
        <p:nvSpPr>
          <p:cNvPr id="382" name="e_full_violin_ellipse_4734">
            <a:extLst>
              <a:ext uri="{FF2B5EF4-FFF2-40B4-BE49-F238E27FC236}">
                <a16:creationId xmlns:a16="http://schemas.microsoft.com/office/drawing/2014/main" id="{61B34B97-4F81-47CF-BFD2-996B940E7850}"/>
              </a:ext>
            </a:extLst>
          </p:cNvPr>
          <p:cNvSpPr>
            <a:spLocks noGrp="1"/>
          </p:cNvSpPr>
          <p:nvPr/>
        </p:nvSpPr>
        <p:spPr>
          <a:xfrm>
            <a:off x="4204015" y="2024752"/>
            <a:ext cx="46519" cy="46519"/>
          </a:xfrm>
          <a:prstGeom prst="ellipse">
            <a:avLst/>
          </a:prstGeom>
          <a:solidFill>
            <a:srgbClr val="566AB4">
              <a:alpha val="43000"/>
            </a:srgbClr>
          </a:solidFill>
          <a:ln w="0">
            <a:noFill/>
            <a:prstDash val="solid"/>
          </a:ln>
        </p:spPr>
      </p:sp>
      <p:sp>
        <p:nvSpPr>
          <p:cNvPr id="383" name="e_full_violin_ellipse_4735">
            <a:extLst>
              <a:ext uri="{FF2B5EF4-FFF2-40B4-BE49-F238E27FC236}">
                <a16:creationId xmlns:a16="http://schemas.microsoft.com/office/drawing/2014/main" id="{27EAAE79-3973-48C9-A206-850489F51709}"/>
              </a:ext>
            </a:extLst>
          </p:cNvPr>
          <p:cNvSpPr>
            <a:spLocks noGrp="1"/>
          </p:cNvSpPr>
          <p:nvPr/>
        </p:nvSpPr>
        <p:spPr>
          <a:xfrm>
            <a:off x="3974720" y="2024752"/>
            <a:ext cx="46519" cy="46519"/>
          </a:xfrm>
          <a:prstGeom prst="ellipse">
            <a:avLst/>
          </a:prstGeom>
          <a:solidFill>
            <a:srgbClr val="566AB4">
              <a:alpha val="43000"/>
            </a:srgbClr>
          </a:solidFill>
          <a:ln w="0">
            <a:noFill/>
            <a:prstDash val="solid"/>
          </a:ln>
        </p:spPr>
      </p:sp>
      <p:sp>
        <p:nvSpPr>
          <p:cNvPr id="384" name="e_full_violin_ellipse_4736">
            <a:extLst>
              <a:ext uri="{FF2B5EF4-FFF2-40B4-BE49-F238E27FC236}">
                <a16:creationId xmlns:a16="http://schemas.microsoft.com/office/drawing/2014/main" id="{3AEF5D7A-C492-4AF2-AA1A-FD66003C11FE}"/>
              </a:ext>
            </a:extLst>
          </p:cNvPr>
          <p:cNvSpPr>
            <a:spLocks noGrp="1"/>
          </p:cNvSpPr>
          <p:nvPr/>
        </p:nvSpPr>
        <p:spPr>
          <a:xfrm>
            <a:off x="4092738" y="2024752"/>
            <a:ext cx="46519" cy="46519"/>
          </a:xfrm>
          <a:prstGeom prst="ellipse">
            <a:avLst/>
          </a:prstGeom>
          <a:solidFill>
            <a:srgbClr val="566AB4">
              <a:alpha val="43000"/>
            </a:srgbClr>
          </a:solidFill>
          <a:ln w="0">
            <a:noFill/>
            <a:prstDash val="solid"/>
          </a:ln>
        </p:spPr>
      </p:sp>
      <p:sp>
        <p:nvSpPr>
          <p:cNvPr id="385" name="e_full_violin_ellipse_4737">
            <a:extLst>
              <a:ext uri="{FF2B5EF4-FFF2-40B4-BE49-F238E27FC236}">
                <a16:creationId xmlns:a16="http://schemas.microsoft.com/office/drawing/2014/main" id="{892779E8-F73A-4478-9F79-40ECF50402F1}"/>
              </a:ext>
            </a:extLst>
          </p:cNvPr>
          <p:cNvSpPr>
            <a:spLocks noGrp="1"/>
          </p:cNvSpPr>
          <p:nvPr/>
        </p:nvSpPr>
        <p:spPr>
          <a:xfrm>
            <a:off x="4311139" y="3808249"/>
            <a:ext cx="46519" cy="46519"/>
          </a:xfrm>
          <a:prstGeom prst="ellipse">
            <a:avLst/>
          </a:prstGeom>
          <a:solidFill>
            <a:srgbClr val="566AB4">
              <a:alpha val="43000"/>
            </a:srgbClr>
          </a:solidFill>
          <a:ln w="0">
            <a:noFill/>
            <a:prstDash val="solid"/>
          </a:ln>
        </p:spPr>
      </p:sp>
      <p:sp>
        <p:nvSpPr>
          <p:cNvPr id="386" name="e_full_violin_ellipse_4738">
            <a:extLst>
              <a:ext uri="{FF2B5EF4-FFF2-40B4-BE49-F238E27FC236}">
                <a16:creationId xmlns:a16="http://schemas.microsoft.com/office/drawing/2014/main" id="{2EA4AA07-DCD2-4CB0-A8BA-F60E10078A31}"/>
              </a:ext>
            </a:extLst>
          </p:cNvPr>
          <p:cNvSpPr>
            <a:spLocks noGrp="1"/>
          </p:cNvSpPr>
          <p:nvPr/>
        </p:nvSpPr>
        <p:spPr>
          <a:xfrm>
            <a:off x="4091379" y="2024752"/>
            <a:ext cx="46519" cy="46519"/>
          </a:xfrm>
          <a:prstGeom prst="ellipse">
            <a:avLst/>
          </a:prstGeom>
          <a:solidFill>
            <a:srgbClr val="566AB4">
              <a:alpha val="43000"/>
            </a:srgbClr>
          </a:solidFill>
          <a:ln w="0">
            <a:noFill/>
            <a:prstDash val="solid"/>
          </a:ln>
        </p:spPr>
      </p:sp>
      <p:sp>
        <p:nvSpPr>
          <p:cNvPr id="387" name="e_full_violin_ellipse_4739">
            <a:extLst>
              <a:ext uri="{FF2B5EF4-FFF2-40B4-BE49-F238E27FC236}">
                <a16:creationId xmlns:a16="http://schemas.microsoft.com/office/drawing/2014/main" id="{40BF8BF5-C4C3-4FAE-83A3-0FC1F082F381}"/>
              </a:ext>
            </a:extLst>
          </p:cNvPr>
          <p:cNvSpPr>
            <a:spLocks noGrp="1"/>
          </p:cNvSpPr>
          <p:nvPr/>
        </p:nvSpPr>
        <p:spPr>
          <a:xfrm>
            <a:off x="4117518" y="2835432"/>
            <a:ext cx="46519" cy="46519"/>
          </a:xfrm>
          <a:prstGeom prst="ellipse">
            <a:avLst/>
          </a:prstGeom>
          <a:solidFill>
            <a:srgbClr val="566AB4">
              <a:alpha val="43000"/>
            </a:srgbClr>
          </a:solidFill>
          <a:ln w="0">
            <a:noFill/>
            <a:prstDash val="solid"/>
          </a:ln>
        </p:spPr>
      </p:sp>
      <p:sp>
        <p:nvSpPr>
          <p:cNvPr id="388" name="e_full_violin_ellipse_4740">
            <a:extLst>
              <a:ext uri="{FF2B5EF4-FFF2-40B4-BE49-F238E27FC236}">
                <a16:creationId xmlns:a16="http://schemas.microsoft.com/office/drawing/2014/main" id="{84BDC6BC-C233-411A-AF91-798E271D1E3F}"/>
              </a:ext>
            </a:extLst>
          </p:cNvPr>
          <p:cNvSpPr>
            <a:spLocks noGrp="1"/>
          </p:cNvSpPr>
          <p:nvPr/>
        </p:nvSpPr>
        <p:spPr>
          <a:xfrm>
            <a:off x="3967076" y="2024752"/>
            <a:ext cx="46519" cy="46519"/>
          </a:xfrm>
          <a:prstGeom prst="ellipse">
            <a:avLst/>
          </a:prstGeom>
          <a:solidFill>
            <a:srgbClr val="566AB4">
              <a:alpha val="43000"/>
            </a:srgbClr>
          </a:solidFill>
          <a:ln w="0">
            <a:noFill/>
            <a:prstDash val="solid"/>
          </a:ln>
        </p:spPr>
      </p:sp>
      <p:sp>
        <p:nvSpPr>
          <p:cNvPr id="389" name="e_full_violin_ellipse_4741">
            <a:extLst>
              <a:ext uri="{FF2B5EF4-FFF2-40B4-BE49-F238E27FC236}">
                <a16:creationId xmlns:a16="http://schemas.microsoft.com/office/drawing/2014/main" id="{53F1DE23-999D-4C4D-9961-824B4809F6D9}"/>
              </a:ext>
            </a:extLst>
          </p:cNvPr>
          <p:cNvSpPr>
            <a:spLocks noGrp="1"/>
          </p:cNvSpPr>
          <p:nvPr/>
        </p:nvSpPr>
        <p:spPr>
          <a:xfrm>
            <a:off x="4017669" y="2024752"/>
            <a:ext cx="46519" cy="46519"/>
          </a:xfrm>
          <a:prstGeom prst="ellipse">
            <a:avLst/>
          </a:prstGeom>
          <a:solidFill>
            <a:srgbClr val="566AB4">
              <a:alpha val="43000"/>
            </a:srgbClr>
          </a:solidFill>
          <a:ln w="0">
            <a:noFill/>
            <a:prstDash val="solid"/>
          </a:ln>
        </p:spPr>
      </p:sp>
      <p:sp>
        <p:nvSpPr>
          <p:cNvPr id="390" name="e_full_violin_ellipse_4742">
            <a:extLst>
              <a:ext uri="{FF2B5EF4-FFF2-40B4-BE49-F238E27FC236}">
                <a16:creationId xmlns:a16="http://schemas.microsoft.com/office/drawing/2014/main" id="{46D3511B-D3C2-4278-BA89-47EF9426B7A3}"/>
              </a:ext>
            </a:extLst>
          </p:cNvPr>
          <p:cNvSpPr>
            <a:spLocks noGrp="1"/>
          </p:cNvSpPr>
          <p:nvPr/>
        </p:nvSpPr>
        <p:spPr>
          <a:xfrm>
            <a:off x="4179942" y="2936767"/>
            <a:ext cx="46519" cy="46519"/>
          </a:xfrm>
          <a:prstGeom prst="ellipse">
            <a:avLst/>
          </a:prstGeom>
          <a:solidFill>
            <a:srgbClr val="566AB4">
              <a:alpha val="43000"/>
            </a:srgbClr>
          </a:solidFill>
          <a:ln w="0">
            <a:noFill/>
            <a:prstDash val="solid"/>
          </a:ln>
        </p:spPr>
      </p:sp>
      <p:sp>
        <p:nvSpPr>
          <p:cNvPr id="391" name="e_full_violin_ellipse_4743">
            <a:extLst>
              <a:ext uri="{FF2B5EF4-FFF2-40B4-BE49-F238E27FC236}">
                <a16:creationId xmlns:a16="http://schemas.microsoft.com/office/drawing/2014/main" id="{3628AEFC-9A88-479B-A375-04BC46E69BBB}"/>
              </a:ext>
            </a:extLst>
          </p:cNvPr>
          <p:cNvSpPr>
            <a:spLocks noGrp="1"/>
          </p:cNvSpPr>
          <p:nvPr/>
        </p:nvSpPr>
        <p:spPr>
          <a:xfrm>
            <a:off x="4280347" y="3646113"/>
            <a:ext cx="46519" cy="46519"/>
          </a:xfrm>
          <a:prstGeom prst="ellipse">
            <a:avLst/>
          </a:prstGeom>
          <a:solidFill>
            <a:srgbClr val="566AB4">
              <a:alpha val="43000"/>
            </a:srgbClr>
          </a:solidFill>
          <a:ln w="0">
            <a:noFill/>
            <a:prstDash val="solid"/>
          </a:ln>
        </p:spPr>
      </p:sp>
      <p:sp>
        <p:nvSpPr>
          <p:cNvPr id="392" name="e_full_violin_ellipse_4744">
            <a:extLst>
              <a:ext uri="{FF2B5EF4-FFF2-40B4-BE49-F238E27FC236}">
                <a16:creationId xmlns:a16="http://schemas.microsoft.com/office/drawing/2014/main" id="{F5A58799-2362-4563-9A05-DA2FF8290B4F}"/>
              </a:ext>
            </a:extLst>
          </p:cNvPr>
          <p:cNvSpPr>
            <a:spLocks noGrp="1"/>
          </p:cNvSpPr>
          <p:nvPr/>
        </p:nvSpPr>
        <p:spPr>
          <a:xfrm>
            <a:off x="4245304" y="3240773"/>
            <a:ext cx="46519" cy="46519"/>
          </a:xfrm>
          <a:prstGeom prst="ellipse">
            <a:avLst/>
          </a:prstGeom>
          <a:solidFill>
            <a:srgbClr val="566AB4">
              <a:alpha val="43000"/>
            </a:srgbClr>
          </a:solidFill>
          <a:ln w="0">
            <a:noFill/>
            <a:prstDash val="solid"/>
          </a:ln>
        </p:spPr>
      </p:sp>
      <p:sp>
        <p:nvSpPr>
          <p:cNvPr id="393" name="e_full_violin_ellipse_4745">
            <a:extLst>
              <a:ext uri="{FF2B5EF4-FFF2-40B4-BE49-F238E27FC236}">
                <a16:creationId xmlns:a16="http://schemas.microsoft.com/office/drawing/2014/main" id="{9649CBFB-41E7-4235-82EF-980EB2FA3DE9}"/>
              </a:ext>
            </a:extLst>
          </p:cNvPr>
          <p:cNvSpPr>
            <a:spLocks noGrp="1"/>
          </p:cNvSpPr>
          <p:nvPr/>
        </p:nvSpPr>
        <p:spPr>
          <a:xfrm>
            <a:off x="4158431" y="3240773"/>
            <a:ext cx="46519" cy="46519"/>
          </a:xfrm>
          <a:prstGeom prst="ellipse">
            <a:avLst/>
          </a:prstGeom>
          <a:solidFill>
            <a:srgbClr val="566AB4">
              <a:alpha val="43000"/>
            </a:srgbClr>
          </a:solidFill>
          <a:ln w="0">
            <a:noFill/>
            <a:prstDash val="solid"/>
          </a:ln>
        </p:spPr>
      </p:sp>
      <p:sp>
        <p:nvSpPr>
          <p:cNvPr id="394" name="e_full_violin_ellipse_4746">
            <a:extLst>
              <a:ext uri="{FF2B5EF4-FFF2-40B4-BE49-F238E27FC236}">
                <a16:creationId xmlns:a16="http://schemas.microsoft.com/office/drawing/2014/main" id="{44431173-C364-418B-A4AF-F5F16394173B}"/>
              </a:ext>
            </a:extLst>
          </p:cNvPr>
          <p:cNvSpPr>
            <a:spLocks noGrp="1"/>
          </p:cNvSpPr>
          <p:nvPr/>
        </p:nvSpPr>
        <p:spPr>
          <a:xfrm>
            <a:off x="4027326" y="2024752"/>
            <a:ext cx="46519" cy="46519"/>
          </a:xfrm>
          <a:prstGeom prst="ellipse">
            <a:avLst/>
          </a:prstGeom>
          <a:solidFill>
            <a:srgbClr val="566AB4">
              <a:alpha val="43000"/>
            </a:srgbClr>
          </a:solidFill>
          <a:ln w="0">
            <a:noFill/>
            <a:prstDash val="solid"/>
          </a:ln>
        </p:spPr>
      </p:sp>
      <p:sp>
        <p:nvSpPr>
          <p:cNvPr id="395" name="e_full_violin_ellipse_4747">
            <a:extLst>
              <a:ext uri="{FF2B5EF4-FFF2-40B4-BE49-F238E27FC236}">
                <a16:creationId xmlns:a16="http://schemas.microsoft.com/office/drawing/2014/main" id="{5260C9F9-735C-43C5-B479-BC66B25B113A}"/>
              </a:ext>
            </a:extLst>
          </p:cNvPr>
          <p:cNvSpPr>
            <a:spLocks noGrp="1"/>
          </p:cNvSpPr>
          <p:nvPr/>
        </p:nvSpPr>
        <p:spPr>
          <a:xfrm>
            <a:off x="4152237" y="2024752"/>
            <a:ext cx="46519" cy="46519"/>
          </a:xfrm>
          <a:prstGeom prst="ellipse">
            <a:avLst/>
          </a:prstGeom>
          <a:solidFill>
            <a:srgbClr val="566AB4">
              <a:alpha val="43000"/>
            </a:srgbClr>
          </a:solidFill>
          <a:ln w="0">
            <a:noFill/>
            <a:prstDash val="solid"/>
          </a:ln>
        </p:spPr>
      </p:sp>
      <p:sp>
        <p:nvSpPr>
          <p:cNvPr id="396" name="e_full_violin_ellipse_4748">
            <a:extLst>
              <a:ext uri="{FF2B5EF4-FFF2-40B4-BE49-F238E27FC236}">
                <a16:creationId xmlns:a16="http://schemas.microsoft.com/office/drawing/2014/main" id="{85D5BDB0-5CEE-4A71-B430-6E40AD0D48CC}"/>
              </a:ext>
            </a:extLst>
          </p:cNvPr>
          <p:cNvSpPr>
            <a:spLocks noGrp="1"/>
          </p:cNvSpPr>
          <p:nvPr/>
        </p:nvSpPr>
        <p:spPr>
          <a:xfrm>
            <a:off x="4180873" y="2632762"/>
            <a:ext cx="46519" cy="46519"/>
          </a:xfrm>
          <a:prstGeom prst="ellipse">
            <a:avLst/>
          </a:prstGeom>
          <a:solidFill>
            <a:srgbClr val="566AB4">
              <a:alpha val="43000"/>
            </a:srgbClr>
          </a:solidFill>
          <a:ln w="0">
            <a:noFill/>
            <a:prstDash val="solid"/>
          </a:ln>
        </p:spPr>
      </p:sp>
      <p:sp>
        <p:nvSpPr>
          <p:cNvPr id="397" name="e_full_violin_ellipse_4749">
            <a:extLst>
              <a:ext uri="{FF2B5EF4-FFF2-40B4-BE49-F238E27FC236}">
                <a16:creationId xmlns:a16="http://schemas.microsoft.com/office/drawing/2014/main" id="{100D042F-B77E-46CF-A7D5-64AF50883A2C}"/>
              </a:ext>
            </a:extLst>
          </p:cNvPr>
          <p:cNvSpPr>
            <a:spLocks noGrp="1"/>
          </p:cNvSpPr>
          <p:nvPr/>
        </p:nvSpPr>
        <p:spPr>
          <a:xfrm>
            <a:off x="4033135" y="3781226"/>
            <a:ext cx="46519" cy="46519"/>
          </a:xfrm>
          <a:prstGeom prst="ellipse">
            <a:avLst/>
          </a:prstGeom>
          <a:solidFill>
            <a:srgbClr val="566AB4">
              <a:alpha val="43000"/>
            </a:srgbClr>
          </a:solidFill>
          <a:ln w="0">
            <a:noFill/>
            <a:prstDash val="solid"/>
          </a:ln>
        </p:spPr>
      </p:sp>
      <p:sp>
        <p:nvSpPr>
          <p:cNvPr id="398" name="e_full_violin_ellipse_4750">
            <a:extLst>
              <a:ext uri="{FF2B5EF4-FFF2-40B4-BE49-F238E27FC236}">
                <a16:creationId xmlns:a16="http://schemas.microsoft.com/office/drawing/2014/main" id="{54D1D791-0D52-4410-9FF2-67B66F166003}"/>
              </a:ext>
            </a:extLst>
          </p:cNvPr>
          <p:cNvSpPr>
            <a:spLocks noGrp="1"/>
          </p:cNvSpPr>
          <p:nvPr/>
        </p:nvSpPr>
        <p:spPr>
          <a:xfrm>
            <a:off x="4137827" y="3240773"/>
            <a:ext cx="46519" cy="46519"/>
          </a:xfrm>
          <a:prstGeom prst="ellipse">
            <a:avLst/>
          </a:prstGeom>
          <a:solidFill>
            <a:srgbClr val="566AB4">
              <a:alpha val="43000"/>
            </a:srgbClr>
          </a:solidFill>
          <a:ln w="0">
            <a:noFill/>
            <a:prstDash val="solid"/>
          </a:ln>
        </p:spPr>
      </p:sp>
      <p:sp>
        <p:nvSpPr>
          <p:cNvPr id="399" name="e_full_violin_ellipse_4751">
            <a:extLst>
              <a:ext uri="{FF2B5EF4-FFF2-40B4-BE49-F238E27FC236}">
                <a16:creationId xmlns:a16="http://schemas.microsoft.com/office/drawing/2014/main" id="{D5B0C55F-8D5C-42E8-8FF0-5C9375409314}"/>
              </a:ext>
            </a:extLst>
          </p:cNvPr>
          <p:cNvSpPr>
            <a:spLocks noGrp="1"/>
          </p:cNvSpPr>
          <p:nvPr/>
        </p:nvSpPr>
        <p:spPr>
          <a:xfrm>
            <a:off x="4015390" y="2511160"/>
            <a:ext cx="46519" cy="46519"/>
          </a:xfrm>
          <a:prstGeom prst="ellipse">
            <a:avLst/>
          </a:prstGeom>
          <a:solidFill>
            <a:srgbClr val="566AB4">
              <a:alpha val="43000"/>
            </a:srgbClr>
          </a:solidFill>
          <a:ln w="0">
            <a:noFill/>
            <a:prstDash val="solid"/>
          </a:ln>
        </p:spPr>
      </p:sp>
      <p:sp>
        <p:nvSpPr>
          <p:cNvPr id="400" name="e_full_violin_ellipse_4752">
            <a:extLst>
              <a:ext uri="{FF2B5EF4-FFF2-40B4-BE49-F238E27FC236}">
                <a16:creationId xmlns:a16="http://schemas.microsoft.com/office/drawing/2014/main" id="{B6B8B317-8B13-4A48-A407-EF7E75B02B76}"/>
              </a:ext>
            </a:extLst>
          </p:cNvPr>
          <p:cNvSpPr>
            <a:spLocks noGrp="1"/>
          </p:cNvSpPr>
          <p:nvPr/>
        </p:nvSpPr>
        <p:spPr>
          <a:xfrm>
            <a:off x="4164082" y="2936767"/>
            <a:ext cx="46519" cy="46519"/>
          </a:xfrm>
          <a:prstGeom prst="ellipse">
            <a:avLst/>
          </a:prstGeom>
          <a:solidFill>
            <a:srgbClr val="566AB4">
              <a:alpha val="43000"/>
            </a:srgbClr>
          </a:solidFill>
          <a:ln w="0">
            <a:noFill/>
            <a:prstDash val="solid"/>
          </a:ln>
        </p:spPr>
      </p:sp>
      <p:sp>
        <p:nvSpPr>
          <p:cNvPr id="401" name="e_full_violin_ellipse_4753">
            <a:extLst>
              <a:ext uri="{FF2B5EF4-FFF2-40B4-BE49-F238E27FC236}">
                <a16:creationId xmlns:a16="http://schemas.microsoft.com/office/drawing/2014/main" id="{DE5DEEFC-6BB6-441C-BD44-3531C2787369}"/>
              </a:ext>
            </a:extLst>
          </p:cNvPr>
          <p:cNvSpPr>
            <a:spLocks noGrp="1"/>
          </p:cNvSpPr>
          <p:nvPr/>
        </p:nvSpPr>
        <p:spPr>
          <a:xfrm>
            <a:off x="4036494" y="3848783"/>
            <a:ext cx="46519" cy="46519"/>
          </a:xfrm>
          <a:prstGeom prst="ellipse">
            <a:avLst/>
          </a:prstGeom>
          <a:solidFill>
            <a:srgbClr val="566AB4">
              <a:alpha val="43000"/>
            </a:srgbClr>
          </a:solidFill>
          <a:ln w="0">
            <a:noFill/>
            <a:prstDash val="solid"/>
          </a:ln>
        </p:spPr>
      </p:sp>
      <p:sp>
        <p:nvSpPr>
          <p:cNvPr id="402" name="e_full_violin_ellipse_4754">
            <a:extLst>
              <a:ext uri="{FF2B5EF4-FFF2-40B4-BE49-F238E27FC236}">
                <a16:creationId xmlns:a16="http://schemas.microsoft.com/office/drawing/2014/main" id="{FFFA8E4D-1193-444A-B9D5-5C8F283B351D}"/>
              </a:ext>
            </a:extLst>
          </p:cNvPr>
          <p:cNvSpPr>
            <a:spLocks noGrp="1"/>
          </p:cNvSpPr>
          <p:nvPr/>
        </p:nvSpPr>
        <p:spPr>
          <a:xfrm>
            <a:off x="3972555" y="4456793"/>
            <a:ext cx="46519" cy="46519"/>
          </a:xfrm>
          <a:prstGeom prst="ellipse">
            <a:avLst/>
          </a:prstGeom>
          <a:solidFill>
            <a:srgbClr val="566AB4">
              <a:alpha val="43000"/>
            </a:srgbClr>
          </a:solidFill>
          <a:ln w="0">
            <a:noFill/>
            <a:prstDash val="solid"/>
          </a:ln>
        </p:spPr>
      </p:sp>
      <p:sp>
        <p:nvSpPr>
          <p:cNvPr id="403" name="e_full_violin_ellipse_4755">
            <a:extLst>
              <a:ext uri="{FF2B5EF4-FFF2-40B4-BE49-F238E27FC236}">
                <a16:creationId xmlns:a16="http://schemas.microsoft.com/office/drawing/2014/main" id="{E2D4849E-EDB7-4BA3-9C74-DE5832E4F5F5}"/>
              </a:ext>
            </a:extLst>
          </p:cNvPr>
          <p:cNvSpPr>
            <a:spLocks noGrp="1"/>
          </p:cNvSpPr>
          <p:nvPr/>
        </p:nvSpPr>
        <p:spPr>
          <a:xfrm>
            <a:off x="4130257" y="3240773"/>
            <a:ext cx="46519" cy="46519"/>
          </a:xfrm>
          <a:prstGeom prst="ellipse">
            <a:avLst/>
          </a:prstGeom>
          <a:solidFill>
            <a:srgbClr val="566AB4">
              <a:alpha val="43000"/>
            </a:srgbClr>
          </a:solidFill>
          <a:ln w="0">
            <a:noFill/>
            <a:prstDash val="solid"/>
          </a:ln>
        </p:spPr>
      </p:sp>
      <p:sp>
        <p:nvSpPr>
          <p:cNvPr id="404" name="e_full_violin_ellipse_4756">
            <a:extLst>
              <a:ext uri="{FF2B5EF4-FFF2-40B4-BE49-F238E27FC236}">
                <a16:creationId xmlns:a16="http://schemas.microsoft.com/office/drawing/2014/main" id="{5CFFD2DE-9974-4DC8-B9FB-0A8CDE52857E}"/>
              </a:ext>
            </a:extLst>
          </p:cNvPr>
          <p:cNvSpPr>
            <a:spLocks noGrp="1"/>
          </p:cNvSpPr>
          <p:nvPr/>
        </p:nvSpPr>
        <p:spPr>
          <a:xfrm>
            <a:off x="4162261" y="3895553"/>
            <a:ext cx="46519" cy="46519"/>
          </a:xfrm>
          <a:prstGeom prst="ellipse">
            <a:avLst/>
          </a:prstGeom>
          <a:solidFill>
            <a:srgbClr val="566AB4">
              <a:alpha val="43000"/>
            </a:srgbClr>
          </a:solidFill>
          <a:ln w="0">
            <a:noFill/>
            <a:prstDash val="solid"/>
          </a:ln>
        </p:spPr>
      </p:sp>
      <p:sp>
        <p:nvSpPr>
          <p:cNvPr id="405" name="e_full_violin_ellipse_4757">
            <a:extLst>
              <a:ext uri="{FF2B5EF4-FFF2-40B4-BE49-F238E27FC236}">
                <a16:creationId xmlns:a16="http://schemas.microsoft.com/office/drawing/2014/main" id="{190E06C9-09FB-41D3-8EAD-DA651ED487C7}"/>
              </a:ext>
            </a:extLst>
          </p:cNvPr>
          <p:cNvSpPr>
            <a:spLocks noGrp="1"/>
          </p:cNvSpPr>
          <p:nvPr/>
        </p:nvSpPr>
        <p:spPr>
          <a:xfrm>
            <a:off x="4324255" y="3761924"/>
            <a:ext cx="46519" cy="46519"/>
          </a:xfrm>
          <a:prstGeom prst="ellipse">
            <a:avLst/>
          </a:prstGeom>
          <a:solidFill>
            <a:srgbClr val="566AB4">
              <a:alpha val="43000"/>
            </a:srgbClr>
          </a:solidFill>
          <a:ln w="0">
            <a:noFill/>
            <a:prstDash val="solid"/>
          </a:ln>
        </p:spPr>
      </p:sp>
      <p:sp>
        <p:nvSpPr>
          <p:cNvPr id="406" name="e_full_violin_ellipse_4758">
            <a:extLst>
              <a:ext uri="{FF2B5EF4-FFF2-40B4-BE49-F238E27FC236}">
                <a16:creationId xmlns:a16="http://schemas.microsoft.com/office/drawing/2014/main" id="{567379F3-14B0-4D86-AA0F-531D72F3913F}"/>
              </a:ext>
            </a:extLst>
          </p:cNvPr>
          <p:cNvSpPr>
            <a:spLocks noGrp="1"/>
          </p:cNvSpPr>
          <p:nvPr/>
        </p:nvSpPr>
        <p:spPr>
          <a:xfrm>
            <a:off x="4294422" y="2024752"/>
            <a:ext cx="46519" cy="46519"/>
          </a:xfrm>
          <a:prstGeom prst="ellipse">
            <a:avLst/>
          </a:prstGeom>
          <a:solidFill>
            <a:srgbClr val="566AB4">
              <a:alpha val="43000"/>
            </a:srgbClr>
          </a:solidFill>
          <a:ln w="0">
            <a:noFill/>
            <a:prstDash val="solid"/>
          </a:ln>
        </p:spPr>
      </p:sp>
      <p:sp>
        <p:nvSpPr>
          <p:cNvPr id="407" name="e_full_violin_ellipse_4759">
            <a:extLst>
              <a:ext uri="{FF2B5EF4-FFF2-40B4-BE49-F238E27FC236}">
                <a16:creationId xmlns:a16="http://schemas.microsoft.com/office/drawing/2014/main" id="{10498EAB-621E-4FE1-B3E8-1359919C0D6B}"/>
              </a:ext>
            </a:extLst>
          </p:cNvPr>
          <p:cNvSpPr>
            <a:spLocks noGrp="1"/>
          </p:cNvSpPr>
          <p:nvPr/>
        </p:nvSpPr>
        <p:spPr>
          <a:xfrm>
            <a:off x="4093342" y="4456793"/>
            <a:ext cx="46519" cy="46519"/>
          </a:xfrm>
          <a:prstGeom prst="ellipse">
            <a:avLst/>
          </a:prstGeom>
          <a:solidFill>
            <a:srgbClr val="566AB4">
              <a:alpha val="43000"/>
            </a:srgbClr>
          </a:solidFill>
          <a:ln w="0">
            <a:noFill/>
            <a:prstDash val="solid"/>
          </a:ln>
        </p:spPr>
      </p:sp>
      <p:sp>
        <p:nvSpPr>
          <p:cNvPr id="408" name="e_full_violin_ellipse_4760">
            <a:extLst>
              <a:ext uri="{FF2B5EF4-FFF2-40B4-BE49-F238E27FC236}">
                <a16:creationId xmlns:a16="http://schemas.microsoft.com/office/drawing/2014/main" id="{0A47104D-5298-4BB6-896B-535DD1F52001}"/>
              </a:ext>
            </a:extLst>
          </p:cNvPr>
          <p:cNvSpPr>
            <a:spLocks noGrp="1"/>
          </p:cNvSpPr>
          <p:nvPr/>
        </p:nvSpPr>
        <p:spPr>
          <a:xfrm>
            <a:off x="4122196" y="4082633"/>
            <a:ext cx="46519" cy="46519"/>
          </a:xfrm>
          <a:prstGeom prst="ellipse">
            <a:avLst/>
          </a:prstGeom>
          <a:solidFill>
            <a:srgbClr val="566AB4">
              <a:alpha val="43000"/>
            </a:srgbClr>
          </a:solidFill>
          <a:ln w="0">
            <a:noFill/>
            <a:prstDash val="solid"/>
          </a:ln>
        </p:spPr>
      </p:sp>
      <p:sp>
        <p:nvSpPr>
          <p:cNvPr id="409" name="e_full_violin_ellipse_4761">
            <a:extLst>
              <a:ext uri="{FF2B5EF4-FFF2-40B4-BE49-F238E27FC236}">
                <a16:creationId xmlns:a16="http://schemas.microsoft.com/office/drawing/2014/main" id="{7201FEC1-929B-4946-B80C-B3DB4DBFE397}"/>
              </a:ext>
            </a:extLst>
          </p:cNvPr>
          <p:cNvSpPr>
            <a:spLocks noGrp="1"/>
          </p:cNvSpPr>
          <p:nvPr/>
        </p:nvSpPr>
        <p:spPr>
          <a:xfrm>
            <a:off x="4181071" y="4456793"/>
            <a:ext cx="46519" cy="46519"/>
          </a:xfrm>
          <a:prstGeom prst="ellipse">
            <a:avLst/>
          </a:prstGeom>
          <a:solidFill>
            <a:srgbClr val="566AB4">
              <a:alpha val="43000"/>
            </a:srgbClr>
          </a:solidFill>
          <a:ln w="0">
            <a:noFill/>
            <a:prstDash val="solid"/>
          </a:ln>
        </p:spPr>
      </p:sp>
      <p:sp>
        <p:nvSpPr>
          <p:cNvPr id="410" name="e_full_violin_ellipse_4762">
            <a:extLst>
              <a:ext uri="{FF2B5EF4-FFF2-40B4-BE49-F238E27FC236}">
                <a16:creationId xmlns:a16="http://schemas.microsoft.com/office/drawing/2014/main" id="{02D2AC75-CFB5-48C8-9820-921B9E18D00B}"/>
              </a:ext>
            </a:extLst>
          </p:cNvPr>
          <p:cNvSpPr>
            <a:spLocks noGrp="1"/>
          </p:cNvSpPr>
          <p:nvPr/>
        </p:nvSpPr>
        <p:spPr>
          <a:xfrm>
            <a:off x="4063802" y="2024752"/>
            <a:ext cx="46519" cy="46519"/>
          </a:xfrm>
          <a:prstGeom prst="ellipse">
            <a:avLst/>
          </a:prstGeom>
          <a:solidFill>
            <a:srgbClr val="566AB4">
              <a:alpha val="43000"/>
            </a:srgbClr>
          </a:solidFill>
          <a:ln w="0">
            <a:noFill/>
            <a:prstDash val="solid"/>
          </a:ln>
        </p:spPr>
      </p:sp>
      <p:sp>
        <p:nvSpPr>
          <p:cNvPr id="411" name="e_full_violin_ellipse_4763">
            <a:extLst>
              <a:ext uri="{FF2B5EF4-FFF2-40B4-BE49-F238E27FC236}">
                <a16:creationId xmlns:a16="http://schemas.microsoft.com/office/drawing/2014/main" id="{06F45535-1476-4193-ABD9-402649810819}"/>
              </a:ext>
            </a:extLst>
          </p:cNvPr>
          <p:cNvSpPr>
            <a:spLocks noGrp="1"/>
          </p:cNvSpPr>
          <p:nvPr/>
        </p:nvSpPr>
        <p:spPr>
          <a:xfrm>
            <a:off x="3995527" y="2024752"/>
            <a:ext cx="46519" cy="46519"/>
          </a:xfrm>
          <a:prstGeom prst="ellipse">
            <a:avLst/>
          </a:prstGeom>
          <a:solidFill>
            <a:srgbClr val="566AB4">
              <a:alpha val="43000"/>
            </a:srgbClr>
          </a:solidFill>
          <a:ln w="0">
            <a:noFill/>
            <a:prstDash val="solid"/>
          </a:ln>
        </p:spPr>
      </p:sp>
      <p:sp>
        <p:nvSpPr>
          <p:cNvPr id="412" name="e_full_violin_ellipse_4764">
            <a:extLst>
              <a:ext uri="{FF2B5EF4-FFF2-40B4-BE49-F238E27FC236}">
                <a16:creationId xmlns:a16="http://schemas.microsoft.com/office/drawing/2014/main" id="{B868AD87-5534-4369-8145-2364917B7723}"/>
              </a:ext>
            </a:extLst>
          </p:cNvPr>
          <p:cNvSpPr>
            <a:spLocks noGrp="1"/>
          </p:cNvSpPr>
          <p:nvPr/>
        </p:nvSpPr>
        <p:spPr>
          <a:xfrm>
            <a:off x="4184048" y="4456793"/>
            <a:ext cx="46519" cy="46519"/>
          </a:xfrm>
          <a:prstGeom prst="ellipse">
            <a:avLst/>
          </a:prstGeom>
          <a:solidFill>
            <a:srgbClr val="566AB4">
              <a:alpha val="43000"/>
            </a:srgbClr>
          </a:solidFill>
          <a:ln w="0">
            <a:noFill/>
            <a:prstDash val="solid"/>
          </a:ln>
        </p:spPr>
      </p:sp>
      <p:sp>
        <p:nvSpPr>
          <p:cNvPr id="413" name="e_full_violin_ellipse_4765">
            <a:extLst>
              <a:ext uri="{FF2B5EF4-FFF2-40B4-BE49-F238E27FC236}">
                <a16:creationId xmlns:a16="http://schemas.microsoft.com/office/drawing/2014/main" id="{D30D1022-0567-48D8-B6DC-938A15816EC4}"/>
              </a:ext>
            </a:extLst>
          </p:cNvPr>
          <p:cNvSpPr>
            <a:spLocks noGrp="1"/>
          </p:cNvSpPr>
          <p:nvPr/>
        </p:nvSpPr>
        <p:spPr>
          <a:xfrm>
            <a:off x="4223920" y="4456793"/>
            <a:ext cx="46519" cy="46519"/>
          </a:xfrm>
          <a:prstGeom prst="ellipse">
            <a:avLst/>
          </a:prstGeom>
          <a:solidFill>
            <a:srgbClr val="566AB4">
              <a:alpha val="43000"/>
            </a:srgbClr>
          </a:solidFill>
          <a:ln w="0">
            <a:noFill/>
            <a:prstDash val="solid"/>
          </a:ln>
        </p:spPr>
      </p:sp>
      <p:sp>
        <p:nvSpPr>
          <p:cNvPr id="414" name="e_full_violin_ellipse_4766">
            <a:extLst>
              <a:ext uri="{FF2B5EF4-FFF2-40B4-BE49-F238E27FC236}">
                <a16:creationId xmlns:a16="http://schemas.microsoft.com/office/drawing/2014/main" id="{837B3D15-28F8-4C3D-8425-1338355FE9D7}"/>
              </a:ext>
            </a:extLst>
          </p:cNvPr>
          <p:cNvSpPr>
            <a:spLocks noGrp="1"/>
          </p:cNvSpPr>
          <p:nvPr/>
        </p:nvSpPr>
        <p:spPr>
          <a:xfrm>
            <a:off x="4163640" y="2024752"/>
            <a:ext cx="46519" cy="46519"/>
          </a:xfrm>
          <a:prstGeom prst="ellipse">
            <a:avLst/>
          </a:prstGeom>
          <a:solidFill>
            <a:srgbClr val="566AB4">
              <a:alpha val="43000"/>
            </a:srgbClr>
          </a:solidFill>
          <a:ln w="0">
            <a:noFill/>
            <a:prstDash val="solid"/>
          </a:ln>
        </p:spPr>
      </p:sp>
      <p:sp>
        <p:nvSpPr>
          <p:cNvPr id="415" name="e_full_violin_ellipse_4767">
            <a:extLst>
              <a:ext uri="{FF2B5EF4-FFF2-40B4-BE49-F238E27FC236}">
                <a16:creationId xmlns:a16="http://schemas.microsoft.com/office/drawing/2014/main" id="{9A6CDC27-11E3-4112-AE83-13248E5BA413}"/>
              </a:ext>
            </a:extLst>
          </p:cNvPr>
          <p:cNvSpPr>
            <a:spLocks noGrp="1"/>
          </p:cNvSpPr>
          <p:nvPr/>
        </p:nvSpPr>
        <p:spPr>
          <a:xfrm>
            <a:off x="4333969" y="2024752"/>
            <a:ext cx="46519" cy="46519"/>
          </a:xfrm>
          <a:prstGeom prst="ellipse">
            <a:avLst/>
          </a:prstGeom>
          <a:solidFill>
            <a:srgbClr val="566AB4">
              <a:alpha val="43000"/>
            </a:srgbClr>
          </a:solidFill>
          <a:ln w="0">
            <a:noFill/>
            <a:prstDash val="solid"/>
          </a:ln>
        </p:spPr>
      </p:sp>
      <p:sp>
        <p:nvSpPr>
          <p:cNvPr id="416" name="e_full_violin_ellipse_4768">
            <a:extLst>
              <a:ext uri="{FF2B5EF4-FFF2-40B4-BE49-F238E27FC236}">
                <a16:creationId xmlns:a16="http://schemas.microsoft.com/office/drawing/2014/main" id="{B09E3A36-254B-4D92-9B23-F143E028BB34}"/>
              </a:ext>
            </a:extLst>
          </p:cNvPr>
          <p:cNvSpPr>
            <a:spLocks noGrp="1"/>
          </p:cNvSpPr>
          <p:nvPr/>
        </p:nvSpPr>
        <p:spPr>
          <a:xfrm>
            <a:off x="4037278" y="2328757"/>
            <a:ext cx="46519" cy="46519"/>
          </a:xfrm>
          <a:prstGeom prst="ellipse">
            <a:avLst/>
          </a:prstGeom>
          <a:solidFill>
            <a:srgbClr val="566AB4">
              <a:alpha val="43000"/>
            </a:srgbClr>
          </a:solidFill>
          <a:ln w="0">
            <a:noFill/>
            <a:prstDash val="solid"/>
          </a:ln>
        </p:spPr>
      </p:sp>
      <p:sp>
        <p:nvSpPr>
          <p:cNvPr id="417" name="e_full_violin_ellipse_4769">
            <a:extLst>
              <a:ext uri="{FF2B5EF4-FFF2-40B4-BE49-F238E27FC236}">
                <a16:creationId xmlns:a16="http://schemas.microsoft.com/office/drawing/2014/main" id="{9AB152CF-4559-44A5-BFA4-EE8B81B7C840}"/>
              </a:ext>
            </a:extLst>
          </p:cNvPr>
          <p:cNvSpPr>
            <a:spLocks noGrp="1"/>
          </p:cNvSpPr>
          <p:nvPr/>
        </p:nvSpPr>
        <p:spPr>
          <a:xfrm>
            <a:off x="4289454" y="4456793"/>
            <a:ext cx="46519" cy="46519"/>
          </a:xfrm>
          <a:prstGeom prst="ellipse">
            <a:avLst/>
          </a:prstGeom>
          <a:solidFill>
            <a:srgbClr val="566AB4">
              <a:alpha val="43000"/>
            </a:srgbClr>
          </a:solidFill>
          <a:ln w="0">
            <a:noFill/>
            <a:prstDash val="solid"/>
          </a:ln>
        </p:spPr>
      </p:sp>
      <p:sp>
        <p:nvSpPr>
          <p:cNvPr id="418" name="e_full_violin_ellipse_4770">
            <a:extLst>
              <a:ext uri="{FF2B5EF4-FFF2-40B4-BE49-F238E27FC236}">
                <a16:creationId xmlns:a16="http://schemas.microsoft.com/office/drawing/2014/main" id="{EB1BFED8-D19C-40F3-AAC3-D45E070981F0}"/>
              </a:ext>
            </a:extLst>
          </p:cNvPr>
          <p:cNvSpPr>
            <a:spLocks noGrp="1"/>
          </p:cNvSpPr>
          <p:nvPr/>
        </p:nvSpPr>
        <p:spPr>
          <a:xfrm>
            <a:off x="4124830" y="3240773"/>
            <a:ext cx="46519" cy="46519"/>
          </a:xfrm>
          <a:prstGeom prst="ellipse">
            <a:avLst/>
          </a:prstGeom>
          <a:solidFill>
            <a:srgbClr val="566AB4">
              <a:alpha val="43000"/>
            </a:srgbClr>
          </a:solidFill>
          <a:ln w="0">
            <a:noFill/>
            <a:prstDash val="solid"/>
          </a:ln>
        </p:spPr>
      </p:sp>
      <p:sp>
        <p:nvSpPr>
          <p:cNvPr id="419" name="e_full_violin_ellipse_4771">
            <a:extLst>
              <a:ext uri="{FF2B5EF4-FFF2-40B4-BE49-F238E27FC236}">
                <a16:creationId xmlns:a16="http://schemas.microsoft.com/office/drawing/2014/main" id="{3F72302C-B125-468B-9B9D-EC4914E764D1}"/>
              </a:ext>
            </a:extLst>
          </p:cNvPr>
          <p:cNvSpPr>
            <a:spLocks noGrp="1"/>
          </p:cNvSpPr>
          <p:nvPr/>
        </p:nvSpPr>
        <p:spPr>
          <a:xfrm>
            <a:off x="4007405" y="2024752"/>
            <a:ext cx="46519" cy="46519"/>
          </a:xfrm>
          <a:prstGeom prst="ellipse">
            <a:avLst/>
          </a:prstGeom>
          <a:solidFill>
            <a:srgbClr val="566AB4">
              <a:alpha val="43000"/>
            </a:srgbClr>
          </a:solidFill>
          <a:ln w="0">
            <a:noFill/>
            <a:prstDash val="solid"/>
          </a:ln>
        </p:spPr>
      </p:sp>
      <p:sp>
        <p:nvSpPr>
          <p:cNvPr id="420" name="e_full_violin_ellipse_4772">
            <a:extLst>
              <a:ext uri="{FF2B5EF4-FFF2-40B4-BE49-F238E27FC236}">
                <a16:creationId xmlns:a16="http://schemas.microsoft.com/office/drawing/2014/main" id="{9DE0CA67-89F2-4713-9A2D-3AA17ABB74B7}"/>
              </a:ext>
            </a:extLst>
          </p:cNvPr>
          <p:cNvSpPr>
            <a:spLocks noGrp="1"/>
          </p:cNvSpPr>
          <p:nvPr/>
        </p:nvSpPr>
        <p:spPr>
          <a:xfrm>
            <a:off x="4148000" y="2024752"/>
            <a:ext cx="46519" cy="46519"/>
          </a:xfrm>
          <a:prstGeom prst="ellipse">
            <a:avLst/>
          </a:prstGeom>
          <a:solidFill>
            <a:srgbClr val="566AB4">
              <a:alpha val="43000"/>
            </a:srgbClr>
          </a:solidFill>
          <a:ln w="0">
            <a:noFill/>
            <a:prstDash val="solid"/>
          </a:ln>
        </p:spPr>
      </p:sp>
      <p:sp>
        <p:nvSpPr>
          <p:cNvPr id="421" name="e_full_violin_ellipse_4773">
            <a:extLst>
              <a:ext uri="{FF2B5EF4-FFF2-40B4-BE49-F238E27FC236}">
                <a16:creationId xmlns:a16="http://schemas.microsoft.com/office/drawing/2014/main" id="{6DBD94B8-1DC4-4178-91CC-229D8DDBE2CA}"/>
              </a:ext>
            </a:extLst>
          </p:cNvPr>
          <p:cNvSpPr>
            <a:spLocks noGrp="1"/>
          </p:cNvSpPr>
          <p:nvPr/>
        </p:nvSpPr>
        <p:spPr>
          <a:xfrm>
            <a:off x="4162369" y="2024752"/>
            <a:ext cx="46519" cy="46519"/>
          </a:xfrm>
          <a:prstGeom prst="ellipse">
            <a:avLst/>
          </a:prstGeom>
          <a:solidFill>
            <a:srgbClr val="566AB4">
              <a:alpha val="43000"/>
            </a:srgbClr>
          </a:solidFill>
          <a:ln w="0">
            <a:noFill/>
            <a:prstDash val="solid"/>
          </a:ln>
        </p:spPr>
      </p:sp>
      <p:sp>
        <p:nvSpPr>
          <p:cNvPr id="422" name="e_full_violin_ellipse_4774">
            <a:extLst>
              <a:ext uri="{FF2B5EF4-FFF2-40B4-BE49-F238E27FC236}">
                <a16:creationId xmlns:a16="http://schemas.microsoft.com/office/drawing/2014/main" id="{95B7D54B-01AA-45A2-B523-1E19C2812878}"/>
              </a:ext>
            </a:extLst>
          </p:cNvPr>
          <p:cNvSpPr>
            <a:spLocks noGrp="1"/>
          </p:cNvSpPr>
          <p:nvPr/>
        </p:nvSpPr>
        <p:spPr>
          <a:xfrm>
            <a:off x="4008792" y="2024752"/>
            <a:ext cx="46519" cy="46519"/>
          </a:xfrm>
          <a:prstGeom prst="ellipse">
            <a:avLst/>
          </a:prstGeom>
          <a:solidFill>
            <a:srgbClr val="566AB4">
              <a:alpha val="43000"/>
            </a:srgbClr>
          </a:solidFill>
          <a:ln w="0">
            <a:noFill/>
            <a:prstDash val="solid"/>
          </a:ln>
        </p:spPr>
      </p:sp>
      <p:sp>
        <p:nvSpPr>
          <p:cNvPr id="423" name="e_full_violin_ellipse_4775">
            <a:extLst>
              <a:ext uri="{FF2B5EF4-FFF2-40B4-BE49-F238E27FC236}">
                <a16:creationId xmlns:a16="http://schemas.microsoft.com/office/drawing/2014/main" id="{7D5175F1-B13B-4025-BBC3-BD5911FBFD0F}"/>
              </a:ext>
            </a:extLst>
          </p:cNvPr>
          <p:cNvSpPr>
            <a:spLocks noGrp="1"/>
          </p:cNvSpPr>
          <p:nvPr/>
        </p:nvSpPr>
        <p:spPr>
          <a:xfrm>
            <a:off x="4070432" y="3240773"/>
            <a:ext cx="46519" cy="46519"/>
          </a:xfrm>
          <a:prstGeom prst="ellipse">
            <a:avLst/>
          </a:prstGeom>
          <a:solidFill>
            <a:srgbClr val="566AB4">
              <a:alpha val="43000"/>
            </a:srgbClr>
          </a:solidFill>
          <a:ln w="0">
            <a:noFill/>
            <a:prstDash val="solid"/>
          </a:ln>
        </p:spPr>
      </p:sp>
      <p:sp>
        <p:nvSpPr>
          <p:cNvPr id="424" name="e_full_violin_ellipse_4776">
            <a:extLst>
              <a:ext uri="{FF2B5EF4-FFF2-40B4-BE49-F238E27FC236}">
                <a16:creationId xmlns:a16="http://schemas.microsoft.com/office/drawing/2014/main" id="{99696355-22B2-42A9-86FC-4227BFAF37B7}"/>
              </a:ext>
            </a:extLst>
          </p:cNvPr>
          <p:cNvSpPr>
            <a:spLocks noGrp="1"/>
          </p:cNvSpPr>
          <p:nvPr/>
        </p:nvSpPr>
        <p:spPr>
          <a:xfrm>
            <a:off x="3982297" y="3240773"/>
            <a:ext cx="46519" cy="46519"/>
          </a:xfrm>
          <a:prstGeom prst="ellipse">
            <a:avLst/>
          </a:prstGeom>
          <a:solidFill>
            <a:srgbClr val="566AB4">
              <a:alpha val="43000"/>
            </a:srgbClr>
          </a:solidFill>
          <a:ln w="0">
            <a:noFill/>
            <a:prstDash val="solid"/>
          </a:ln>
        </p:spPr>
      </p:sp>
      <p:sp>
        <p:nvSpPr>
          <p:cNvPr id="425" name="e_full_violin_ellipse_4777">
            <a:extLst>
              <a:ext uri="{FF2B5EF4-FFF2-40B4-BE49-F238E27FC236}">
                <a16:creationId xmlns:a16="http://schemas.microsoft.com/office/drawing/2014/main" id="{E1D82DAE-B85D-4372-B456-2503969B122B}"/>
              </a:ext>
            </a:extLst>
          </p:cNvPr>
          <p:cNvSpPr>
            <a:spLocks noGrp="1"/>
          </p:cNvSpPr>
          <p:nvPr/>
        </p:nvSpPr>
        <p:spPr>
          <a:xfrm>
            <a:off x="4153206" y="3240773"/>
            <a:ext cx="46519" cy="46519"/>
          </a:xfrm>
          <a:prstGeom prst="ellipse">
            <a:avLst/>
          </a:prstGeom>
          <a:solidFill>
            <a:srgbClr val="566AB4">
              <a:alpha val="43000"/>
            </a:srgbClr>
          </a:solidFill>
          <a:ln w="0">
            <a:noFill/>
            <a:prstDash val="solid"/>
          </a:ln>
        </p:spPr>
      </p:sp>
      <p:sp>
        <p:nvSpPr>
          <p:cNvPr id="426" name="e_full_violin_ellipse_4778">
            <a:extLst>
              <a:ext uri="{FF2B5EF4-FFF2-40B4-BE49-F238E27FC236}">
                <a16:creationId xmlns:a16="http://schemas.microsoft.com/office/drawing/2014/main" id="{0A8746B8-A9AC-4CA8-B378-9CA51209AC6E}"/>
              </a:ext>
            </a:extLst>
          </p:cNvPr>
          <p:cNvSpPr>
            <a:spLocks noGrp="1"/>
          </p:cNvSpPr>
          <p:nvPr/>
        </p:nvSpPr>
        <p:spPr>
          <a:xfrm>
            <a:off x="4127133" y="2632762"/>
            <a:ext cx="46519" cy="46519"/>
          </a:xfrm>
          <a:prstGeom prst="ellipse">
            <a:avLst/>
          </a:prstGeom>
          <a:solidFill>
            <a:srgbClr val="566AB4">
              <a:alpha val="43000"/>
            </a:srgbClr>
          </a:solidFill>
          <a:ln w="0">
            <a:noFill/>
            <a:prstDash val="solid"/>
          </a:ln>
        </p:spPr>
      </p:sp>
      <p:sp>
        <p:nvSpPr>
          <p:cNvPr id="427" name="e_full_violin_ellipse_4779">
            <a:extLst>
              <a:ext uri="{FF2B5EF4-FFF2-40B4-BE49-F238E27FC236}">
                <a16:creationId xmlns:a16="http://schemas.microsoft.com/office/drawing/2014/main" id="{51C68145-116B-4FE2-AD20-293B83D6F404}"/>
              </a:ext>
            </a:extLst>
          </p:cNvPr>
          <p:cNvSpPr>
            <a:spLocks noGrp="1"/>
          </p:cNvSpPr>
          <p:nvPr/>
        </p:nvSpPr>
        <p:spPr>
          <a:xfrm>
            <a:off x="3982871" y="3696780"/>
            <a:ext cx="46519" cy="46519"/>
          </a:xfrm>
          <a:prstGeom prst="ellipse">
            <a:avLst/>
          </a:prstGeom>
          <a:solidFill>
            <a:srgbClr val="566AB4">
              <a:alpha val="43000"/>
            </a:srgbClr>
          </a:solidFill>
          <a:ln w="0">
            <a:noFill/>
            <a:prstDash val="solid"/>
          </a:ln>
        </p:spPr>
      </p:sp>
      <p:sp>
        <p:nvSpPr>
          <p:cNvPr id="428" name="e_full_violin_ellipse_4780">
            <a:extLst>
              <a:ext uri="{FF2B5EF4-FFF2-40B4-BE49-F238E27FC236}">
                <a16:creationId xmlns:a16="http://schemas.microsoft.com/office/drawing/2014/main" id="{C92384F0-1A5D-4C0F-B849-3F824FCC8BD7}"/>
              </a:ext>
            </a:extLst>
          </p:cNvPr>
          <p:cNvSpPr>
            <a:spLocks noGrp="1"/>
          </p:cNvSpPr>
          <p:nvPr/>
        </p:nvSpPr>
        <p:spPr>
          <a:xfrm>
            <a:off x="4210659" y="4456793"/>
            <a:ext cx="46519" cy="46519"/>
          </a:xfrm>
          <a:prstGeom prst="ellipse">
            <a:avLst/>
          </a:prstGeom>
          <a:solidFill>
            <a:srgbClr val="566AB4">
              <a:alpha val="43000"/>
            </a:srgbClr>
          </a:solidFill>
          <a:ln w="0">
            <a:noFill/>
            <a:prstDash val="solid"/>
          </a:ln>
        </p:spPr>
      </p:sp>
      <p:sp>
        <p:nvSpPr>
          <p:cNvPr id="429" name="e_full_violin_ellipse_4781">
            <a:extLst>
              <a:ext uri="{FF2B5EF4-FFF2-40B4-BE49-F238E27FC236}">
                <a16:creationId xmlns:a16="http://schemas.microsoft.com/office/drawing/2014/main" id="{4B50C7C4-8D7F-4470-9167-8F5F69FE32C6}"/>
              </a:ext>
            </a:extLst>
          </p:cNvPr>
          <p:cNvSpPr>
            <a:spLocks noGrp="1"/>
          </p:cNvSpPr>
          <p:nvPr/>
        </p:nvSpPr>
        <p:spPr>
          <a:xfrm>
            <a:off x="4176418" y="2176754"/>
            <a:ext cx="46519" cy="46519"/>
          </a:xfrm>
          <a:prstGeom prst="ellipse">
            <a:avLst/>
          </a:prstGeom>
          <a:solidFill>
            <a:srgbClr val="566AB4">
              <a:alpha val="43000"/>
            </a:srgbClr>
          </a:solidFill>
          <a:ln w="0">
            <a:noFill/>
            <a:prstDash val="solid"/>
          </a:ln>
        </p:spPr>
      </p:sp>
      <p:sp>
        <p:nvSpPr>
          <p:cNvPr id="430" name="e_full_violin_ellipse_4782">
            <a:extLst>
              <a:ext uri="{FF2B5EF4-FFF2-40B4-BE49-F238E27FC236}">
                <a16:creationId xmlns:a16="http://schemas.microsoft.com/office/drawing/2014/main" id="{C89083CF-5B01-4C36-B1BA-01061633708C}"/>
              </a:ext>
            </a:extLst>
          </p:cNvPr>
          <p:cNvSpPr>
            <a:spLocks noGrp="1"/>
          </p:cNvSpPr>
          <p:nvPr/>
        </p:nvSpPr>
        <p:spPr>
          <a:xfrm>
            <a:off x="4068044" y="2626224"/>
            <a:ext cx="46519" cy="46519"/>
          </a:xfrm>
          <a:prstGeom prst="ellipse">
            <a:avLst/>
          </a:prstGeom>
          <a:solidFill>
            <a:srgbClr val="566AB4">
              <a:alpha val="43000"/>
            </a:srgbClr>
          </a:solidFill>
          <a:ln w="0">
            <a:noFill/>
            <a:prstDash val="solid"/>
          </a:ln>
        </p:spPr>
      </p:sp>
      <p:sp>
        <p:nvSpPr>
          <p:cNvPr id="431" name="e_full_violin_ellipse_4783">
            <a:extLst>
              <a:ext uri="{FF2B5EF4-FFF2-40B4-BE49-F238E27FC236}">
                <a16:creationId xmlns:a16="http://schemas.microsoft.com/office/drawing/2014/main" id="{4915857C-877A-4091-9EE5-AC905DD04A72}"/>
              </a:ext>
            </a:extLst>
          </p:cNvPr>
          <p:cNvSpPr>
            <a:spLocks noGrp="1"/>
          </p:cNvSpPr>
          <p:nvPr/>
        </p:nvSpPr>
        <p:spPr>
          <a:xfrm>
            <a:off x="4233895" y="3298678"/>
            <a:ext cx="46519" cy="46519"/>
          </a:xfrm>
          <a:prstGeom prst="ellipse">
            <a:avLst/>
          </a:prstGeom>
          <a:solidFill>
            <a:srgbClr val="566AB4">
              <a:alpha val="43000"/>
            </a:srgbClr>
          </a:solidFill>
          <a:ln w="0">
            <a:noFill/>
            <a:prstDash val="solid"/>
          </a:ln>
        </p:spPr>
      </p:sp>
      <p:sp>
        <p:nvSpPr>
          <p:cNvPr id="432" name="e_full_violin_ellipse_4784">
            <a:extLst>
              <a:ext uri="{FF2B5EF4-FFF2-40B4-BE49-F238E27FC236}">
                <a16:creationId xmlns:a16="http://schemas.microsoft.com/office/drawing/2014/main" id="{4E7CF7FE-4DA0-4995-9E43-8D32D45D1D35}"/>
              </a:ext>
            </a:extLst>
          </p:cNvPr>
          <p:cNvSpPr>
            <a:spLocks noGrp="1"/>
          </p:cNvSpPr>
          <p:nvPr/>
        </p:nvSpPr>
        <p:spPr>
          <a:xfrm>
            <a:off x="4192482" y="2024752"/>
            <a:ext cx="46519" cy="46519"/>
          </a:xfrm>
          <a:prstGeom prst="ellipse">
            <a:avLst/>
          </a:prstGeom>
          <a:solidFill>
            <a:srgbClr val="566AB4">
              <a:alpha val="43000"/>
            </a:srgbClr>
          </a:solidFill>
          <a:ln w="0">
            <a:noFill/>
            <a:prstDash val="solid"/>
          </a:ln>
        </p:spPr>
      </p:sp>
      <p:sp>
        <p:nvSpPr>
          <p:cNvPr id="433" name="e_full_violin_ellipse_4785">
            <a:extLst>
              <a:ext uri="{FF2B5EF4-FFF2-40B4-BE49-F238E27FC236}">
                <a16:creationId xmlns:a16="http://schemas.microsoft.com/office/drawing/2014/main" id="{4B5948D5-19AA-4372-B21B-AF95A0E2520D}"/>
              </a:ext>
            </a:extLst>
          </p:cNvPr>
          <p:cNvSpPr>
            <a:spLocks noGrp="1"/>
          </p:cNvSpPr>
          <p:nvPr/>
        </p:nvSpPr>
        <p:spPr>
          <a:xfrm>
            <a:off x="4272166" y="4109359"/>
            <a:ext cx="46519" cy="46519"/>
          </a:xfrm>
          <a:prstGeom prst="ellipse">
            <a:avLst/>
          </a:prstGeom>
          <a:solidFill>
            <a:srgbClr val="566AB4">
              <a:alpha val="43000"/>
            </a:srgbClr>
          </a:solidFill>
          <a:ln w="0">
            <a:noFill/>
            <a:prstDash val="solid"/>
          </a:ln>
        </p:spPr>
      </p:sp>
      <p:sp>
        <p:nvSpPr>
          <p:cNvPr id="434" name="e_full_violin_ellipse_4786">
            <a:extLst>
              <a:ext uri="{FF2B5EF4-FFF2-40B4-BE49-F238E27FC236}">
                <a16:creationId xmlns:a16="http://schemas.microsoft.com/office/drawing/2014/main" id="{58B278EC-C29C-4D92-A690-FEDC2E076E15}"/>
              </a:ext>
            </a:extLst>
          </p:cNvPr>
          <p:cNvSpPr>
            <a:spLocks noGrp="1"/>
          </p:cNvSpPr>
          <p:nvPr/>
        </p:nvSpPr>
        <p:spPr>
          <a:xfrm>
            <a:off x="4125666" y="3240773"/>
            <a:ext cx="46519" cy="46519"/>
          </a:xfrm>
          <a:prstGeom prst="ellipse">
            <a:avLst/>
          </a:prstGeom>
          <a:solidFill>
            <a:srgbClr val="566AB4">
              <a:alpha val="43000"/>
            </a:srgbClr>
          </a:solidFill>
          <a:ln w="0">
            <a:noFill/>
            <a:prstDash val="solid"/>
          </a:ln>
        </p:spPr>
      </p:sp>
      <p:sp>
        <p:nvSpPr>
          <p:cNvPr id="435" name="e_full_violin_ellipse_4787">
            <a:extLst>
              <a:ext uri="{FF2B5EF4-FFF2-40B4-BE49-F238E27FC236}">
                <a16:creationId xmlns:a16="http://schemas.microsoft.com/office/drawing/2014/main" id="{50854409-96EE-4F9D-AA2A-52E45438A2DC}"/>
              </a:ext>
            </a:extLst>
          </p:cNvPr>
          <p:cNvSpPr>
            <a:spLocks noGrp="1"/>
          </p:cNvSpPr>
          <p:nvPr/>
        </p:nvSpPr>
        <p:spPr>
          <a:xfrm>
            <a:off x="4078744" y="4388147"/>
            <a:ext cx="46519" cy="46519"/>
          </a:xfrm>
          <a:prstGeom prst="ellipse">
            <a:avLst/>
          </a:prstGeom>
          <a:solidFill>
            <a:srgbClr val="566AB4">
              <a:alpha val="43000"/>
            </a:srgbClr>
          </a:solidFill>
          <a:ln w="0">
            <a:noFill/>
            <a:prstDash val="solid"/>
          </a:ln>
        </p:spPr>
      </p:sp>
      <p:sp>
        <p:nvSpPr>
          <p:cNvPr id="436" name="e_full_violin_ellipse_4788">
            <a:extLst>
              <a:ext uri="{FF2B5EF4-FFF2-40B4-BE49-F238E27FC236}">
                <a16:creationId xmlns:a16="http://schemas.microsoft.com/office/drawing/2014/main" id="{4C697943-15F6-4115-89DD-E4A50D113ED6}"/>
              </a:ext>
            </a:extLst>
          </p:cNvPr>
          <p:cNvSpPr>
            <a:spLocks noGrp="1"/>
          </p:cNvSpPr>
          <p:nvPr/>
        </p:nvSpPr>
        <p:spPr>
          <a:xfrm>
            <a:off x="4088322" y="2835432"/>
            <a:ext cx="46519" cy="46519"/>
          </a:xfrm>
          <a:prstGeom prst="ellipse">
            <a:avLst/>
          </a:prstGeom>
          <a:solidFill>
            <a:srgbClr val="566AB4">
              <a:alpha val="43000"/>
            </a:srgbClr>
          </a:solidFill>
          <a:ln w="0">
            <a:noFill/>
            <a:prstDash val="solid"/>
          </a:ln>
        </p:spPr>
      </p:sp>
      <p:sp>
        <p:nvSpPr>
          <p:cNvPr id="437" name="e_full_violin_ellipse_4789">
            <a:extLst>
              <a:ext uri="{FF2B5EF4-FFF2-40B4-BE49-F238E27FC236}">
                <a16:creationId xmlns:a16="http://schemas.microsoft.com/office/drawing/2014/main" id="{E8B918A6-8827-423C-805E-3ED6C18FE31E}"/>
              </a:ext>
            </a:extLst>
          </p:cNvPr>
          <p:cNvSpPr>
            <a:spLocks noGrp="1"/>
          </p:cNvSpPr>
          <p:nvPr/>
        </p:nvSpPr>
        <p:spPr>
          <a:xfrm>
            <a:off x="4109346" y="2024752"/>
            <a:ext cx="46519" cy="46519"/>
          </a:xfrm>
          <a:prstGeom prst="ellipse">
            <a:avLst/>
          </a:prstGeom>
          <a:solidFill>
            <a:srgbClr val="566AB4">
              <a:alpha val="43000"/>
            </a:srgbClr>
          </a:solidFill>
          <a:ln w="0">
            <a:noFill/>
            <a:prstDash val="solid"/>
          </a:ln>
        </p:spPr>
      </p:sp>
      <p:sp>
        <p:nvSpPr>
          <p:cNvPr id="438" name="e_full_violin_ellipse_4790">
            <a:extLst>
              <a:ext uri="{FF2B5EF4-FFF2-40B4-BE49-F238E27FC236}">
                <a16:creationId xmlns:a16="http://schemas.microsoft.com/office/drawing/2014/main" id="{7C0E44B3-D9F4-4AA1-80CE-BA13053F5F3E}"/>
              </a:ext>
            </a:extLst>
          </p:cNvPr>
          <p:cNvSpPr>
            <a:spLocks noGrp="1"/>
          </p:cNvSpPr>
          <p:nvPr/>
        </p:nvSpPr>
        <p:spPr>
          <a:xfrm>
            <a:off x="4183806" y="2024752"/>
            <a:ext cx="46519" cy="46519"/>
          </a:xfrm>
          <a:prstGeom prst="ellipse">
            <a:avLst/>
          </a:prstGeom>
          <a:solidFill>
            <a:srgbClr val="566AB4">
              <a:alpha val="43000"/>
            </a:srgbClr>
          </a:solidFill>
          <a:ln w="0">
            <a:noFill/>
            <a:prstDash val="solid"/>
          </a:ln>
        </p:spPr>
      </p:sp>
      <p:sp>
        <p:nvSpPr>
          <p:cNvPr id="439" name="e_full_violin_ellipse_4791">
            <a:extLst>
              <a:ext uri="{FF2B5EF4-FFF2-40B4-BE49-F238E27FC236}">
                <a16:creationId xmlns:a16="http://schemas.microsoft.com/office/drawing/2014/main" id="{40984BF8-E843-4156-925B-520D0644E386}"/>
              </a:ext>
            </a:extLst>
          </p:cNvPr>
          <p:cNvSpPr>
            <a:spLocks noGrp="1"/>
          </p:cNvSpPr>
          <p:nvPr/>
        </p:nvSpPr>
        <p:spPr>
          <a:xfrm>
            <a:off x="4220372" y="2024752"/>
            <a:ext cx="46519" cy="46519"/>
          </a:xfrm>
          <a:prstGeom prst="ellipse">
            <a:avLst/>
          </a:prstGeom>
          <a:solidFill>
            <a:srgbClr val="566AB4">
              <a:alpha val="43000"/>
            </a:srgbClr>
          </a:solidFill>
          <a:ln w="0">
            <a:noFill/>
            <a:prstDash val="solid"/>
          </a:ln>
        </p:spPr>
      </p:sp>
      <p:sp>
        <p:nvSpPr>
          <p:cNvPr id="440" name="e_full_violin_ellipse_4792">
            <a:extLst>
              <a:ext uri="{FF2B5EF4-FFF2-40B4-BE49-F238E27FC236}">
                <a16:creationId xmlns:a16="http://schemas.microsoft.com/office/drawing/2014/main" id="{01E3E4C9-28E3-4841-8B15-2B57B14D0390}"/>
              </a:ext>
            </a:extLst>
          </p:cNvPr>
          <p:cNvSpPr>
            <a:spLocks noGrp="1"/>
          </p:cNvSpPr>
          <p:nvPr/>
        </p:nvSpPr>
        <p:spPr>
          <a:xfrm>
            <a:off x="4103485" y="3848783"/>
            <a:ext cx="46519" cy="46519"/>
          </a:xfrm>
          <a:prstGeom prst="ellipse">
            <a:avLst/>
          </a:prstGeom>
          <a:solidFill>
            <a:srgbClr val="566AB4">
              <a:alpha val="43000"/>
            </a:srgbClr>
          </a:solidFill>
          <a:ln w="0">
            <a:noFill/>
            <a:prstDash val="solid"/>
          </a:ln>
        </p:spPr>
      </p:sp>
      <p:sp>
        <p:nvSpPr>
          <p:cNvPr id="441" name="e_full_violin_ellipse_4793">
            <a:extLst>
              <a:ext uri="{FF2B5EF4-FFF2-40B4-BE49-F238E27FC236}">
                <a16:creationId xmlns:a16="http://schemas.microsoft.com/office/drawing/2014/main" id="{0A52A293-9DC3-4887-AB63-FF2FDF571222}"/>
              </a:ext>
            </a:extLst>
          </p:cNvPr>
          <p:cNvSpPr>
            <a:spLocks noGrp="1"/>
          </p:cNvSpPr>
          <p:nvPr/>
        </p:nvSpPr>
        <p:spPr>
          <a:xfrm>
            <a:off x="4280311" y="4456793"/>
            <a:ext cx="46519" cy="46519"/>
          </a:xfrm>
          <a:prstGeom prst="ellipse">
            <a:avLst/>
          </a:prstGeom>
          <a:solidFill>
            <a:srgbClr val="566AB4">
              <a:alpha val="43000"/>
            </a:srgbClr>
          </a:solidFill>
          <a:ln w="0">
            <a:noFill/>
            <a:prstDash val="solid"/>
          </a:ln>
        </p:spPr>
      </p:sp>
      <p:sp>
        <p:nvSpPr>
          <p:cNvPr id="442" name="e_full_violin_ellipse_4794">
            <a:extLst>
              <a:ext uri="{FF2B5EF4-FFF2-40B4-BE49-F238E27FC236}">
                <a16:creationId xmlns:a16="http://schemas.microsoft.com/office/drawing/2014/main" id="{E690E49F-25C9-4B92-8305-347C204214D4}"/>
              </a:ext>
            </a:extLst>
          </p:cNvPr>
          <p:cNvSpPr>
            <a:spLocks noGrp="1"/>
          </p:cNvSpPr>
          <p:nvPr/>
        </p:nvSpPr>
        <p:spPr>
          <a:xfrm>
            <a:off x="4207437" y="2430092"/>
            <a:ext cx="46519" cy="46519"/>
          </a:xfrm>
          <a:prstGeom prst="ellipse">
            <a:avLst/>
          </a:prstGeom>
          <a:solidFill>
            <a:srgbClr val="566AB4">
              <a:alpha val="43000"/>
            </a:srgbClr>
          </a:solidFill>
          <a:ln w="0">
            <a:noFill/>
            <a:prstDash val="solid"/>
          </a:ln>
        </p:spPr>
      </p:sp>
      <p:sp>
        <p:nvSpPr>
          <p:cNvPr id="443" name="e_full_violin_ellipse_4795">
            <a:extLst>
              <a:ext uri="{FF2B5EF4-FFF2-40B4-BE49-F238E27FC236}">
                <a16:creationId xmlns:a16="http://schemas.microsoft.com/office/drawing/2014/main" id="{AE461B46-AE1F-422B-A884-277E9100B45F}"/>
              </a:ext>
            </a:extLst>
          </p:cNvPr>
          <p:cNvSpPr>
            <a:spLocks noGrp="1"/>
          </p:cNvSpPr>
          <p:nvPr/>
        </p:nvSpPr>
        <p:spPr>
          <a:xfrm>
            <a:off x="4305194" y="2719621"/>
            <a:ext cx="46519" cy="46519"/>
          </a:xfrm>
          <a:prstGeom prst="ellipse">
            <a:avLst/>
          </a:prstGeom>
          <a:solidFill>
            <a:srgbClr val="566AB4">
              <a:alpha val="43000"/>
            </a:srgbClr>
          </a:solidFill>
          <a:ln w="0">
            <a:noFill/>
            <a:prstDash val="solid"/>
          </a:ln>
        </p:spPr>
      </p:sp>
      <p:sp>
        <p:nvSpPr>
          <p:cNvPr id="444" name="e_full_violin_ellipse_4796">
            <a:extLst>
              <a:ext uri="{FF2B5EF4-FFF2-40B4-BE49-F238E27FC236}">
                <a16:creationId xmlns:a16="http://schemas.microsoft.com/office/drawing/2014/main" id="{2F5F6730-AA26-4A5D-9F3E-9408366920BD}"/>
              </a:ext>
            </a:extLst>
          </p:cNvPr>
          <p:cNvSpPr>
            <a:spLocks noGrp="1"/>
          </p:cNvSpPr>
          <p:nvPr/>
        </p:nvSpPr>
        <p:spPr>
          <a:xfrm>
            <a:off x="4284277" y="4456793"/>
            <a:ext cx="46519" cy="46519"/>
          </a:xfrm>
          <a:prstGeom prst="ellipse">
            <a:avLst/>
          </a:prstGeom>
          <a:solidFill>
            <a:srgbClr val="566AB4">
              <a:alpha val="43000"/>
            </a:srgbClr>
          </a:solidFill>
          <a:ln w="0">
            <a:noFill/>
            <a:prstDash val="solid"/>
          </a:ln>
        </p:spPr>
      </p:sp>
      <p:sp>
        <p:nvSpPr>
          <p:cNvPr id="445" name="e_full_violin_ellipse_4797">
            <a:extLst>
              <a:ext uri="{FF2B5EF4-FFF2-40B4-BE49-F238E27FC236}">
                <a16:creationId xmlns:a16="http://schemas.microsoft.com/office/drawing/2014/main" id="{34148279-CE02-4D35-A747-E7697AFF90F2}"/>
              </a:ext>
            </a:extLst>
          </p:cNvPr>
          <p:cNvSpPr>
            <a:spLocks noGrp="1"/>
          </p:cNvSpPr>
          <p:nvPr/>
        </p:nvSpPr>
        <p:spPr>
          <a:xfrm>
            <a:off x="4267380" y="2024752"/>
            <a:ext cx="46519" cy="46519"/>
          </a:xfrm>
          <a:prstGeom prst="ellipse">
            <a:avLst/>
          </a:prstGeom>
          <a:solidFill>
            <a:srgbClr val="566AB4">
              <a:alpha val="43000"/>
            </a:srgbClr>
          </a:solidFill>
          <a:ln w="0">
            <a:noFill/>
            <a:prstDash val="solid"/>
          </a:ln>
        </p:spPr>
      </p:sp>
      <p:sp>
        <p:nvSpPr>
          <p:cNvPr id="446" name="e_full_violin_ellipse_4798">
            <a:extLst>
              <a:ext uri="{FF2B5EF4-FFF2-40B4-BE49-F238E27FC236}">
                <a16:creationId xmlns:a16="http://schemas.microsoft.com/office/drawing/2014/main" id="{0B1AD8F1-9E48-44ED-A276-03E059518397}"/>
              </a:ext>
            </a:extLst>
          </p:cNvPr>
          <p:cNvSpPr>
            <a:spLocks noGrp="1"/>
          </p:cNvSpPr>
          <p:nvPr/>
        </p:nvSpPr>
        <p:spPr>
          <a:xfrm>
            <a:off x="3957924" y="2430092"/>
            <a:ext cx="46519" cy="46519"/>
          </a:xfrm>
          <a:prstGeom prst="ellipse">
            <a:avLst/>
          </a:prstGeom>
          <a:solidFill>
            <a:srgbClr val="566AB4">
              <a:alpha val="43000"/>
            </a:srgbClr>
          </a:solidFill>
          <a:ln w="0">
            <a:noFill/>
            <a:prstDash val="solid"/>
          </a:ln>
        </p:spPr>
      </p:sp>
      <p:sp>
        <p:nvSpPr>
          <p:cNvPr id="447" name="e_full_violin_ellipse_4799">
            <a:extLst>
              <a:ext uri="{FF2B5EF4-FFF2-40B4-BE49-F238E27FC236}">
                <a16:creationId xmlns:a16="http://schemas.microsoft.com/office/drawing/2014/main" id="{78459F97-33A6-45E0-88F8-7049ADB13351}"/>
              </a:ext>
            </a:extLst>
          </p:cNvPr>
          <p:cNvSpPr>
            <a:spLocks noGrp="1"/>
          </p:cNvSpPr>
          <p:nvPr/>
        </p:nvSpPr>
        <p:spPr>
          <a:xfrm>
            <a:off x="4330417" y="3240773"/>
            <a:ext cx="46519" cy="46519"/>
          </a:xfrm>
          <a:prstGeom prst="ellipse">
            <a:avLst/>
          </a:prstGeom>
          <a:solidFill>
            <a:srgbClr val="566AB4">
              <a:alpha val="43000"/>
            </a:srgbClr>
          </a:solidFill>
          <a:ln w="0">
            <a:noFill/>
            <a:prstDash val="solid"/>
          </a:ln>
        </p:spPr>
      </p:sp>
      <p:sp>
        <p:nvSpPr>
          <p:cNvPr id="448" name="e_full_violin_ellipse_4800">
            <a:extLst>
              <a:ext uri="{FF2B5EF4-FFF2-40B4-BE49-F238E27FC236}">
                <a16:creationId xmlns:a16="http://schemas.microsoft.com/office/drawing/2014/main" id="{AB8362D7-A30A-4861-93E8-6E1C3367DE06}"/>
              </a:ext>
            </a:extLst>
          </p:cNvPr>
          <p:cNvSpPr>
            <a:spLocks noGrp="1"/>
          </p:cNvSpPr>
          <p:nvPr/>
        </p:nvSpPr>
        <p:spPr>
          <a:xfrm>
            <a:off x="4149155" y="2632762"/>
            <a:ext cx="46519" cy="46519"/>
          </a:xfrm>
          <a:prstGeom prst="ellipse">
            <a:avLst/>
          </a:prstGeom>
          <a:solidFill>
            <a:srgbClr val="566AB4">
              <a:alpha val="43000"/>
            </a:srgbClr>
          </a:solidFill>
          <a:ln w="0">
            <a:noFill/>
            <a:prstDash val="solid"/>
          </a:ln>
        </p:spPr>
      </p:sp>
      <p:sp>
        <p:nvSpPr>
          <p:cNvPr id="449" name="e_full_violin_ellipse_4801">
            <a:extLst>
              <a:ext uri="{FF2B5EF4-FFF2-40B4-BE49-F238E27FC236}">
                <a16:creationId xmlns:a16="http://schemas.microsoft.com/office/drawing/2014/main" id="{517A0AF4-4C52-463B-88EE-692B9157B07B}"/>
              </a:ext>
            </a:extLst>
          </p:cNvPr>
          <p:cNvSpPr>
            <a:spLocks noGrp="1"/>
          </p:cNvSpPr>
          <p:nvPr/>
        </p:nvSpPr>
        <p:spPr>
          <a:xfrm>
            <a:off x="4259805" y="3646113"/>
            <a:ext cx="46519" cy="46519"/>
          </a:xfrm>
          <a:prstGeom prst="ellipse">
            <a:avLst/>
          </a:prstGeom>
          <a:solidFill>
            <a:srgbClr val="566AB4">
              <a:alpha val="43000"/>
            </a:srgbClr>
          </a:solidFill>
          <a:ln w="0">
            <a:noFill/>
            <a:prstDash val="solid"/>
          </a:ln>
        </p:spPr>
      </p:sp>
      <p:sp>
        <p:nvSpPr>
          <p:cNvPr id="450" name="e_full_violin_ellipse_4802">
            <a:extLst>
              <a:ext uri="{FF2B5EF4-FFF2-40B4-BE49-F238E27FC236}">
                <a16:creationId xmlns:a16="http://schemas.microsoft.com/office/drawing/2014/main" id="{56298C71-5017-4FFF-8873-AE2BEE67C9F8}"/>
              </a:ext>
            </a:extLst>
          </p:cNvPr>
          <p:cNvSpPr>
            <a:spLocks noGrp="1"/>
          </p:cNvSpPr>
          <p:nvPr/>
        </p:nvSpPr>
        <p:spPr>
          <a:xfrm>
            <a:off x="4107189" y="3240773"/>
            <a:ext cx="46519" cy="46519"/>
          </a:xfrm>
          <a:prstGeom prst="ellipse">
            <a:avLst/>
          </a:prstGeom>
          <a:solidFill>
            <a:srgbClr val="566AB4">
              <a:alpha val="43000"/>
            </a:srgbClr>
          </a:solidFill>
          <a:ln w="0">
            <a:noFill/>
            <a:prstDash val="solid"/>
          </a:ln>
        </p:spPr>
      </p:sp>
      <p:sp>
        <p:nvSpPr>
          <p:cNvPr id="451" name="e_full_violin_ellipse_4803">
            <a:extLst>
              <a:ext uri="{FF2B5EF4-FFF2-40B4-BE49-F238E27FC236}">
                <a16:creationId xmlns:a16="http://schemas.microsoft.com/office/drawing/2014/main" id="{29FA1941-E099-460D-8C53-B5DA2CB53754}"/>
              </a:ext>
            </a:extLst>
          </p:cNvPr>
          <p:cNvSpPr>
            <a:spLocks noGrp="1"/>
          </p:cNvSpPr>
          <p:nvPr/>
        </p:nvSpPr>
        <p:spPr>
          <a:xfrm>
            <a:off x="3964509" y="3727181"/>
            <a:ext cx="46519" cy="46519"/>
          </a:xfrm>
          <a:prstGeom prst="ellipse">
            <a:avLst/>
          </a:prstGeom>
          <a:solidFill>
            <a:srgbClr val="566AB4">
              <a:alpha val="43000"/>
            </a:srgbClr>
          </a:solidFill>
          <a:ln w="0">
            <a:noFill/>
            <a:prstDash val="solid"/>
          </a:ln>
        </p:spPr>
      </p:sp>
      <p:sp>
        <p:nvSpPr>
          <p:cNvPr id="452" name="e_full_violin_ellipse_4804">
            <a:extLst>
              <a:ext uri="{FF2B5EF4-FFF2-40B4-BE49-F238E27FC236}">
                <a16:creationId xmlns:a16="http://schemas.microsoft.com/office/drawing/2014/main" id="{D0A9D506-253E-40FA-A90D-958811E74D2F}"/>
              </a:ext>
            </a:extLst>
          </p:cNvPr>
          <p:cNvSpPr>
            <a:spLocks noGrp="1"/>
          </p:cNvSpPr>
          <p:nvPr/>
        </p:nvSpPr>
        <p:spPr>
          <a:xfrm>
            <a:off x="4120353" y="2430092"/>
            <a:ext cx="46519" cy="46519"/>
          </a:xfrm>
          <a:prstGeom prst="ellipse">
            <a:avLst/>
          </a:prstGeom>
          <a:solidFill>
            <a:srgbClr val="566AB4">
              <a:alpha val="43000"/>
            </a:srgbClr>
          </a:solidFill>
          <a:ln w="0">
            <a:noFill/>
            <a:prstDash val="solid"/>
          </a:ln>
        </p:spPr>
      </p:sp>
      <p:sp>
        <p:nvSpPr>
          <p:cNvPr id="453" name="e_full_violin_ellipse_4805">
            <a:extLst>
              <a:ext uri="{FF2B5EF4-FFF2-40B4-BE49-F238E27FC236}">
                <a16:creationId xmlns:a16="http://schemas.microsoft.com/office/drawing/2014/main" id="{EC70745C-6CE4-432E-B151-A9AED5C8822A}"/>
              </a:ext>
            </a:extLst>
          </p:cNvPr>
          <p:cNvSpPr>
            <a:spLocks noGrp="1"/>
          </p:cNvSpPr>
          <p:nvPr/>
        </p:nvSpPr>
        <p:spPr>
          <a:xfrm>
            <a:off x="3995820" y="4456793"/>
            <a:ext cx="46519" cy="46519"/>
          </a:xfrm>
          <a:prstGeom prst="ellipse">
            <a:avLst/>
          </a:prstGeom>
          <a:solidFill>
            <a:srgbClr val="566AB4">
              <a:alpha val="43000"/>
            </a:srgbClr>
          </a:solidFill>
          <a:ln w="0">
            <a:noFill/>
            <a:prstDash val="solid"/>
          </a:ln>
        </p:spPr>
      </p:sp>
      <p:sp>
        <p:nvSpPr>
          <p:cNvPr id="454" name="e_full_violin_ellipse_4806">
            <a:extLst>
              <a:ext uri="{FF2B5EF4-FFF2-40B4-BE49-F238E27FC236}">
                <a16:creationId xmlns:a16="http://schemas.microsoft.com/office/drawing/2014/main" id="{2C4DE968-DF2C-4A68-B6BA-1A40E5DB9E1B}"/>
              </a:ext>
            </a:extLst>
          </p:cNvPr>
          <p:cNvSpPr>
            <a:spLocks noGrp="1"/>
          </p:cNvSpPr>
          <p:nvPr/>
        </p:nvSpPr>
        <p:spPr>
          <a:xfrm>
            <a:off x="4061954" y="3646113"/>
            <a:ext cx="46519" cy="46519"/>
          </a:xfrm>
          <a:prstGeom prst="ellipse">
            <a:avLst/>
          </a:prstGeom>
          <a:solidFill>
            <a:srgbClr val="566AB4">
              <a:alpha val="43000"/>
            </a:srgbClr>
          </a:solidFill>
          <a:ln w="0">
            <a:noFill/>
            <a:prstDash val="solid"/>
          </a:ln>
        </p:spPr>
      </p:sp>
      <p:sp>
        <p:nvSpPr>
          <p:cNvPr id="455" name="e_full_violin_ellipse_4807">
            <a:extLst>
              <a:ext uri="{FF2B5EF4-FFF2-40B4-BE49-F238E27FC236}">
                <a16:creationId xmlns:a16="http://schemas.microsoft.com/office/drawing/2014/main" id="{69F8A44C-57A7-4536-96BC-C78105ED2956}"/>
              </a:ext>
            </a:extLst>
          </p:cNvPr>
          <p:cNvSpPr>
            <a:spLocks noGrp="1"/>
          </p:cNvSpPr>
          <p:nvPr/>
        </p:nvSpPr>
        <p:spPr>
          <a:xfrm>
            <a:off x="4197037" y="2835432"/>
            <a:ext cx="46519" cy="46519"/>
          </a:xfrm>
          <a:prstGeom prst="ellipse">
            <a:avLst/>
          </a:prstGeom>
          <a:solidFill>
            <a:srgbClr val="566AB4">
              <a:alpha val="43000"/>
            </a:srgbClr>
          </a:solidFill>
          <a:ln w="0">
            <a:noFill/>
            <a:prstDash val="solid"/>
          </a:ln>
        </p:spPr>
      </p:sp>
      <p:sp>
        <p:nvSpPr>
          <p:cNvPr id="456" name="e_full_violin_ellipse_4808">
            <a:extLst>
              <a:ext uri="{FF2B5EF4-FFF2-40B4-BE49-F238E27FC236}">
                <a16:creationId xmlns:a16="http://schemas.microsoft.com/office/drawing/2014/main" id="{BCAE266C-A69F-44CC-BD59-582AFC0D035D}"/>
              </a:ext>
            </a:extLst>
          </p:cNvPr>
          <p:cNvSpPr>
            <a:spLocks noGrp="1"/>
          </p:cNvSpPr>
          <p:nvPr/>
        </p:nvSpPr>
        <p:spPr>
          <a:xfrm>
            <a:off x="4075829" y="2565205"/>
            <a:ext cx="46519" cy="46519"/>
          </a:xfrm>
          <a:prstGeom prst="ellipse">
            <a:avLst/>
          </a:prstGeom>
          <a:solidFill>
            <a:srgbClr val="566AB4">
              <a:alpha val="43000"/>
            </a:srgbClr>
          </a:solidFill>
          <a:ln w="0">
            <a:noFill/>
            <a:prstDash val="solid"/>
          </a:ln>
        </p:spPr>
      </p:sp>
      <p:sp>
        <p:nvSpPr>
          <p:cNvPr id="457" name="e_full_violin_ellipse_4809">
            <a:extLst>
              <a:ext uri="{FF2B5EF4-FFF2-40B4-BE49-F238E27FC236}">
                <a16:creationId xmlns:a16="http://schemas.microsoft.com/office/drawing/2014/main" id="{08974833-4E0D-469A-89A4-768102359F0C}"/>
              </a:ext>
            </a:extLst>
          </p:cNvPr>
          <p:cNvSpPr>
            <a:spLocks noGrp="1"/>
          </p:cNvSpPr>
          <p:nvPr/>
        </p:nvSpPr>
        <p:spPr>
          <a:xfrm>
            <a:off x="4271457" y="3240773"/>
            <a:ext cx="46519" cy="46519"/>
          </a:xfrm>
          <a:prstGeom prst="ellipse">
            <a:avLst/>
          </a:prstGeom>
          <a:solidFill>
            <a:srgbClr val="566AB4">
              <a:alpha val="43000"/>
            </a:srgbClr>
          </a:solidFill>
          <a:ln w="0">
            <a:noFill/>
            <a:prstDash val="solid"/>
          </a:ln>
        </p:spPr>
      </p:sp>
      <p:sp>
        <p:nvSpPr>
          <p:cNvPr id="458" name="e_full_violin_ellipse_4810">
            <a:extLst>
              <a:ext uri="{FF2B5EF4-FFF2-40B4-BE49-F238E27FC236}">
                <a16:creationId xmlns:a16="http://schemas.microsoft.com/office/drawing/2014/main" id="{D85CD53C-62B4-4DBB-9E65-36DA75D63C63}"/>
              </a:ext>
            </a:extLst>
          </p:cNvPr>
          <p:cNvSpPr>
            <a:spLocks noGrp="1"/>
          </p:cNvSpPr>
          <p:nvPr/>
        </p:nvSpPr>
        <p:spPr>
          <a:xfrm>
            <a:off x="4319412" y="4456793"/>
            <a:ext cx="46519" cy="46519"/>
          </a:xfrm>
          <a:prstGeom prst="ellipse">
            <a:avLst/>
          </a:prstGeom>
          <a:solidFill>
            <a:srgbClr val="566AB4">
              <a:alpha val="43000"/>
            </a:srgbClr>
          </a:solidFill>
          <a:ln w="0">
            <a:noFill/>
            <a:prstDash val="solid"/>
          </a:ln>
        </p:spPr>
      </p:sp>
      <p:sp>
        <p:nvSpPr>
          <p:cNvPr id="459" name="e_full_violin_ellipse_4811">
            <a:extLst>
              <a:ext uri="{FF2B5EF4-FFF2-40B4-BE49-F238E27FC236}">
                <a16:creationId xmlns:a16="http://schemas.microsoft.com/office/drawing/2014/main" id="{1026D17B-7FA7-451D-B6CC-DB7D60E9AAB4}"/>
              </a:ext>
            </a:extLst>
          </p:cNvPr>
          <p:cNvSpPr>
            <a:spLocks noGrp="1"/>
          </p:cNvSpPr>
          <p:nvPr/>
        </p:nvSpPr>
        <p:spPr>
          <a:xfrm>
            <a:off x="4149284" y="2719621"/>
            <a:ext cx="46519" cy="46519"/>
          </a:xfrm>
          <a:prstGeom prst="ellipse">
            <a:avLst/>
          </a:prstGeom>
          <a:solidFill>
            <a:srgbClr val="566AB4">
              <a:alpha val="43000"/>
            </a:srgbClr>
          </a:solidFill>
          <a:ln w="0">
            <a:noFill/>
            <a:prstDash val="solid"/>
          </a:ln>
        </p:spPr>
      </p:sp>
      <p:sp>
        <p:nvSpPr>
          <p:cNvPr id="460" name="e_full_violin_ellipse_4812">
            <a:extLst>
              <a:ext uri="{FF2B5EF4-FFF2-40B4-BE49-F238E27FC236}">
                <a16:creationId xmlns:a16="http://schemas.microsoft.com/office/drawing/2014/main" id="{5128434A-11E7-46BF-BC01-B323594DFB7A}"/>
              </a:ext>
            </a:extLst>
          </p:cNvPr>
          <p:cNvSpPr>
            <a:spLocks noGrp="1"/>
          </p:cNvSpPr>
          <p:nvPr/>
        </p:nvSpPr>
        <p:spPr>
          <a:xfrm>
            <a:off x="4094166" y="2024752"/>
            <a:ext cx="46519" cy="46519"/>
          </a:xfrm>
          <a:prstGeom prst="ellipse">
            <a:avLst/>
          </a:prstGeom>
          <a:solidFill>
            <a:srgbClr val="566AB4">
              <a:alpha val="43000"/>
            </a:srgbClr>
          </a:solidFill>
          <a:ln w="0">
            <a:noFill/>
            <a:prstDash val="solid"/>
          </a:ln>
        </p:spPr>
      </p:sp>
      <p:sp>
        <p:nvSpPr>
          <p:cNvPr id="461" name="e_full_violin_ellipse_4813">
            <a:extLst>
              <a:ext uri="{FF2B5EF4-FFF2-40B4-BE49-F238E27FC236}">
                <a16:creationId xmlns:a16="http://schemas.microsoft.com/office/drawing/2014/main" id="{F689EFBB-5F49-4E00-9299-D7820F0BF050}"/>
              </a:ext>
            </a:extLst>
          </p:cNvPr>
          <p:cNvSpPr>
            <a:spLocks noGrp="1"/>
          </p:cNvSpPr>
          <p:nvPr/>
        </p:nvSpPr>
        <p:spPr>
          <a:xfrm>
            <a:off x="4104010" y="2024752"/>
            <a:ext cx="46519" cy="46519"/>
          </a:xfrm>
          <a:prstGeom prst="ellipse">
            <a:avLst/>
          </a:prstGeom>
          <a:solidFill>
            <a:srgbClr val="566AB4">
              <a:alpha val="43000"/>
            </a:srgbClr>
          </a:solidFill>
          <a:ln w="0">
            <a:noFill/>
            <a:prstDash val="solid"/>
          </a:ln>
        </p:spPr>
      </p:sp>
      <p:sp>
        <p:nvSpPr>
          <p:cNvPr id="462" name="e_full_violin_ellipse_4814">
            <a:extLst>
              <a:ext uri="{FF2B5EF4-FFF2-40B4-BE49-F238E27FC236}">
                <a16:creationId xmlns:a16="http://schemas.microsoft.com/office/drawing/2014/main" id="{36EB2792-A632-41EB-ACEB-800253939A7D}"/>
              </a:ext>
            </a:extLst>
          </p:cNvPr>
          <p:cNvSpPr>
            <a:spLocks noGrp="1"/>
          </p:cNvSpPr>
          <p:nvPr/>
        </p:nvSpPr>
        <p:spPr>
          <a:xfrm>
            <a:off x="4083518" y="4269713"/>
            <a:ext cx="46519" cy="46519"/>
          </a:xfrm>
          <a:prstGeom prst="ellipse">
            <a:avLst/>
          </a:prstGeom>
          <a:solidFill>
            <a:srgbClr val="566AB4">
              <a:alpha val="43000"/>
            </a:srgbClr>
          </a:solidFill>
          <a:ln w="0">
            <a:noFill/>
            <a:prstDash val="solid"/>
          </a:ln>
        </p:spPr>
      </p:sp>
      <p:sp>
        <p:nvSpPr>
          <p:cNvPr id="463" name="e_full_violin_ellipse_4815">
            <a:extLst>
              <a:ext uri="{FF2B5EF4-FFF2-40B4-BE49-F238E27FC236}">
                <a16:creationId xmlns:a16="http://schemas.microsoft.com/office/drawing/2014/main" id="{640E1BB0-0052-454A-BC70-7BE1FE072DB5}"/>
              </a:ext>
            </a:extLst>
          </p:cNvPr>
          <p:cNvSpPr>
            <a:spLocks noGrp="1"/>
          </p:cNvSpPr>
          <p:nvPr/>
        </p:nvSpPr>
        <p:spPr>
          <a:xfrm>
            <a:off x="4308478" y="2835432"/>
            <a:ext cx="46519" cy="46519"/>
          </a:xfrm>
          <a:prstGeom prst="ellipse">
            <a:avLst/>
          </a:prstGeom>
          <a:solidFill>
            <a:srgbClr val="566AB4">
              <a:alpha val="43000"/>
            </a:srgbClr>
          </a:solidFill>
          <a:ln w="0">
            <a:noFill/>
            <a:prstDash val="solid"/>
          </a:ln>
        </p:spPr>
      </p:sp>
      <p:sp>
        <p:nvSpPr>
          <p:cNvPr id="464" name="e_full_violin_ellipse_4816">
            <a:extLst>
              <a:ext uri="{FF2B5EF4-FFF2-40B4-BE49-F238E27FC236}">
                <a16:creationId xmlns:a16="http://schemas.microsoft.com/office/drawing/2014/main" id="{342C5F4D-BED2-4ECD-96D9-85094DD7497C}"/>
              </a:ext>
            </a:extLst>
          </p:cNvPr>
          <p:cNvSpPr>
            <a:spLocks noGrp="1"/>
          </p:cNvSpPr>
          <p:nvPr/>
        </p:nvSpPr>
        <p:spPr>
          <a:xfrm>
            <a:off x="4016775" y="2024752"/>
            <a:ext cx="46519" cy="46519"/>
          </a:xfrm>
          <a:prstGeom prst="ellipse">
            <a:avLst/>
          </a:prstGeom>
          <a:solidFill>
            <a:srgbClr val="566AB4">
              <a:alpha val="43000"/>
            </a:srgbClr>
          </a:solidFill>
          <a:ln w="0">
            <a:noFill/>
            <a:prstDash val="solid"/>
          </a:ln>
        </p:spPr>
      </p:sp>
      <p:sp>
        <p:nvSpPr>
          <p:cNvPr id="465" name="e_full_violin_ellipse_4817">
            <a:extLst>
              <a:ext uri="{FF2B5EF4-FFF2-40B4-BE49-F238E27FC236}">
                <a16:creationId xmlns:a16="http://schemas.microsoft.com/office/drawing/2014/main" id="{E75094C1-7C58-4829-B1ED-F301531B222B}"/>
              </a:ext>
            </a:extLst>
          </p:cNvPr>
          <p:cNvSpPr>
            <a:spLocks noGrp="1"/>
          </p:cNvSpPr>
          <p:nvPr/>
        </p:nvSpPr>
        <p:spPr>
          <a:xfrm>
            <a:off x="4080993" y="3038102"/>
            <a:ext cx="46519" cy="46519"/>
          </a:xfrm>
          <a:prstGeom prst="ellipse">
            <a:avLst/>
          </a:prstGeom>
          <a:solidFill>
            <a:srgbClr val="566AB4">
              <a:alpha val="43000"/>
            </a:srgbClr>
          </a:solidFill>
          <a:ln w="0">
            <a:noFill/>
            <a:prstDash val="solid"/>
          </a:ln>
        </p:spPr>
      </p:sp>
      <p:sp>
        <p:nvSpPr>
          <p:cNvPr id="466" name="e_full_violin_ellipse_4818">
            <a:extLst>
              <a:ext uri="{FF2B5EF4-FFF2-40B4-BE49-F238E27FC236}">
                <a16:creationId xmlns:a16="http://schemas.microsoft.com/office/drawing/2014/main" id="{ADDFFE9B-9659-426E-8FD5-7F2EC1D8E853}"/>
              </a:ext>
            </a:extLst>
          </p:cNvPr>
          <p:cNvSpPr>
            <a:spLocks noGrp="1"/>
          </p:cNvSpPr>
          <p:nvPr/>
        </p:nvSpPr>
        <p:spPr>
          <a:xfrm>
            <a:off x="4102883" y="2024752"/>
            <a:ext cx="46519" cy="46519"/>
          </a:xfrm>
          <a:prstGeom prst="ellipse">
            <a:avLst/>
          </a:prstGeom>
          <a:solidFill>
            <a:srgbClr val="566AB4">
              <a:alpha val="43000"/>
            </a:srgbClr>
          </a:solidFill>
          <a:ln w="0">
            <a:noFill/>
            <a:prstDash val="solid"/>
          </a:ln>
        </p:spPr>
      </p:sp>
      <p:sp>
        <p:nvSpPr>
          <p:cNvPr id="467" name="e_full_violin_ellipse_4819">
            <a:extLst>
              <a:ext uri="{FF2B5EF4-FFF2-40B4-BE49-F238E27FC236}">
                <a16:creationId xmlns:a16="http://schemas.microsoft.com/office/drawing/2014/main" id="{A00D10D7-9E8F-4A9E-A3C8-19C5F4A5F6B7}"/>
              </a:ext>
            </a:extLst>
          </p:cNvPr>
          <p:cNvSpPr>
            <a:spLocks noGrp="1"/>
          </p:cNvSpPr>
          <p:nvPr/>
        </p:nvSpPr>
        <p:spPr>
          <a:xfrm>
            <a:off x="4223508" y="3240773"/>
            <a:ext cx="46519" cy="46519"/>
          </a:xfrm>
          <a:prstGeom prst="ellipse">
            <a:avLst/>
          </a:prstGeom>
          <a:solidFill>
            <a:srgbClr val="566AB4">
              <a:alpha val="43000"/>
            </a:srgbClr>
          </a:solidFill>
          <a:ln w="0">
            <a:noFill/>
            <a:prstDash val="solid"/>
          </a:ln>
        </p:spPr>
      </p:sp>
      <p:sp>
        <p:nvSpPr>
          <p:cNvPr id="468" name="e_full_violin_ellipse_4820">
            <a:extLst>
              <a:ext uri="{FF2B5EF4-FFF2-40B4-BE49-F238E27FC236}">
                <a16:creationId xmlns:a16="http://schemas.microsoft.com/office/drawing/2014/main" id="{70EB98B7-F90E-4706-81F5-DF59559E2AE4}"/>
              </a:ext>
            </a:extLst>
          </p:cNvPr>
          <p:cNvSpPr>
            <a:spLocks noGrp="1"/>
          </p:cNvSpPr>
          <p:nvPr/>
        </p:nvSpPr>
        <p:spPr>
          <a:xfrm>
            <a:off x="4113441" y="3646113"/>
            <a:ext cx="46519" cy="46519"/>
          </a:xfrm>
          <a:prstGeom prst="ellipse">
            <a:avLst/>
          </a:prstGeom>
          <a:solidFill>
            <a:srgbClr val="566AB4">
              <a:alpha val="43000"/>
            </a:srgbClr>
          </a:solidFill>
          <a:ln w="0">
            <a:noFill/>
            <a:prstDash val="solid"/>
          </a:ln>
        </p:spPr>
      </p:sp>
      <p:sp>
        <p:nvSpPr>
          <p:cNvPr id="469" name="e_full_violin_ellipse_4821">
            <a:extLst>
              <a:ext uri="{FF2B5EF4-FFF2-40B4-BE49-F238E27FC236}">
                <a16:creationId xmlns:a16="http://schemas.microsoft.com/office/drawing/2014/main" id="{FD18DFEB-BAAE-4614-8E0A-B160869134D8}"/>
              </a:ext>
            </a:extLst>
          </p:cNvPr>
          <p:cNvSpPr>
            <a:spLocks noGrp="1"/>
          </p:cNvSpPr>
          <p:nvPr/>
        </p:nvSpPr>
        <p:spPr>
          <a:xfrm>
            <a:off x="4235487" y="2024752"/>
            <a:ext cx="46519" cy="46519"/>
          </a:xfrm>
          <a:prstGeom prst="ellipse">
            <a:avLst/>
          </a:prstGeom>
          <a:solidFill>
            <a:srgbClr val="566AB4">
              <a:alpha val="43000"/>
            </a:srgbClr>
          </a:solidFill>
          <a:ln w="0">
            <a:noFill/>
            <a:prstDash val="solid"/>
          </a:ln>
        </p:spPr>
      </p:sp>
      <p:sp>
        <p:nvSpPr>
          <p:cNvPr id="470" name="e_full_violin_ellipse_4822">
            <a:extLst>
              <a:ext uri="{FF2B5EF4-FFF2-40B4-BE49-F238E27FC236}">
                <a16:creationId xmlns:a16="http://schemas.microsoft.com/office/drawing/2014/main" id="{469F9CA6-4E87-4555-9B8E-53CB43B6102C}"/>
              </a:ext>
            </a:extLst>
          </p:cNvPr>
          <p:cNvSpPr>
            <a:spLocks noGrp="1"/>
          </p:cNvSpPr>
          <p:nvPr/>
        </p:nvSpPr>
        <p:spPr>
          <a:xfrm>
            <a:off x="4183776" y="2227422"/>
            <a:ext cx="46519" cy="46519"/>
          </a:xfrm>
          <a:prstGeom prst="ellipse">
            <a:avLst/>
          </a:prstGeom>
          <a:solidFill>
            <a:srgbClr val="566AB4">
              <a:alpha val="43000"/>
            </a:srgbClr>
          </a:solidFill>
          <a:ln w="0">
            <a:noFill/>
            <a:prstDash val="solid"/>
          </a:ln>
        </p:spPr>
      </p:sp>
      <p:sp>
        <p:nvSpPr>
          <p:cNvPr id="471" name="e_full_violin_ellipse_4823">
            <a:extLst>
              <a:ext uri="{FF2B5EF4-FFF2-40B4-BE49-F238E27FC236}">
                <a16:creationId xmlns:a16="http://schemas.microsoft.com/office/drawing/2014/main" id="{BEFC525F-8D7A-4EC3-9A0E-C0A5B4AC3319}"/>
              </a:ext>
            </a:extLst>
          </p:cNvPr>
          <p:cNvSpPr>
            <a:spLocks noGrp="1"/>
          </p:cNvSpPr>
          <p:nvPr/>
        </p:nvSpPr>
        <p:spPr>
          <a:xfrm>
            <a:off x="4161698" y="4456793"/>
            <a:ext cx="46519" cy="46519"/>
          </a:xfrm>
          <a:prstGeom prst="ellipse">
            <a:avLst/>
          </a:prstGeom>
          <a:solidFill>
            <a:srgbClr val="566AB4">
              <a:alpha val="43000"/>
            </a:srgbClr>
          </a:solidFill>
          <a:ln w="0">
            <a:noFill/>
            <a:prstDash val="solid"/>
          </a:ln>
        </p:spPr>
      </p:sp>
      <p:sp>
        <p:nvSpPr>
          <p:cNvPr id="472" name="e_full_violin_ellipse_4824">
            <a:extLst>
              <a:ext uri="{FF2B5EF4-FFF2-40B4-BE49-F238E27FC236}">
                <a16:creationId xmlns:a16="http://schemas.microsoft.com/office/drawing/2014/main" id="{907DED01-DFB6-4E33-8FDE-72E34C752C5D}"/>
              </a:ext>
            </a:extLst>
          </p:cNvPr>
          <p:cNvSpPr>
            <a:spLocks noGrp="1"/>
          </p:cNvSpPr>
          <p:nvPr/>
        </p:nvSpPr>
        <p:spPr>
          <a:xfrm>
            <a:off x="4074309" y="3646113"/>
            <a:ext cx="46519" cy="46519"/>
          </a:xfrm>
          <a:prstGeom prst="ellipse">
            <a:avLst/>
          </a:prstGeom>
          <a:solidFill>
            <a:srgbClr val="566AB4">
              <a:alpha val="43000"/>
            </a:srgbClr>
          </a:solidFill>
          <a:ln w="0">
            <a:noFill/>
            <a:prstDash val="solid"/>
          </a:ln>
        </p:spPr>
      </p:sp>
      <p:sp>
        <p:nvSpPr>
          <p:cNvPr id="473" name="e_full_violin_ellipse_4825">
            <a:extLst>
              <a:ext uri="{FF2B5EF4-FFF2-40B4-BE49-F238E27FC236}">
                <a16:creationId xmlns:a16="http://schemas.microsoft.com/office/drawing/2014/main" id="{2FEF3940-2CFD-4BA2-A971-687F22B6A28C}"/>
              </a:ext>
            </a:extLst>
          </p:cNvPr>
          <p:cNvSpPr>
            <a:spLocks noGrp="1"/>
          </p:cNvSpPr>
          <p:nvPr/>
        </p:nvSpPr>
        <p:spPr>
          <a:xfrm>
            <a:off x="4024087" y="2024752"/>
            <a:ext cx="46519" cy="46519"/>
          </a:xfrm>
          <a:prstGeom prst="ellipse">
            <a:avLst/>
          </a:prstGeom>
          <a:solidFill>
            <a:srgbClr val="566AB4">
              <a:alpha val="43000"/>
            </a:srgbClr>
          </a:solidFill>
          <a:ln w="0">
            <a:noFill/>
            <a:prstDash val="solid"/>
          </a:ln>
        </p:spPr>
      </p:sp>
      <p:sp>
        <p:nvSpPr>
          <p:cNvPr id="474" name="e_full_violin_ellipse_4826">
            <a:extLst>
              <a:ext uri="{FF2B5EF4-FFF2-40B4-BE49-F238E27FC236}">
                <a16:creationId xmlns:a16="http://schemas.microsoft.com/office/drawing/2014/main" id="{340EE765-656A-46F7-BAB0-A4548132D105}"/>
              </a:ext>
            </a:extLst>
          </p:cNvPr>
          <p:cNvSpPr>
            <a:spLocks noGrp="1"/>
          </p:cNvSpPr>
          <p:nvPr/>
        </p:nvSpPr>
        <p:spPr>
          <a:xfrm>
            <a:off x="4160008" y="3848783"/>
            <a:ext cx="46519" cy="46519"/>
          </a:xfrm>
          <a:prstGeom prst="ellipse">
            <a:avLst/>
          </a:prstGeom>
          <a:solidFill>
            <a:srgbClr val="566AB4">
              <a:alpha val="43000"/>
            </a:srgbClr>
          </a:solidFill>
          <a:ln w="0">
            <a:noFill/>
            <a:prstDash val="solid"/>
          </a:ln>
        </p:spPr>
      </p:sp>
      <p:sp>
        <p:nvSpPr>
          <p:cNvPr id="475" name="e_full_violin_ellipse_4827">
            <a:extLst>
              <a:ext uri="{FF2B5EF4-FFF2-40B4-BE49-F238E27FC236}">
                <a16:creationId xmlns:a16="http://schemas.microsoft.com/office/drawing/2014/main" id="{9F717E18-2C35-4297-8C96-E36CBCABCA39}"/>
              </a:ext>
            </a:extLst>
          </p:cNvPr>
          <p:cNvSpPr>
            <a:spLocks noGrp="1"/>
          </p:cNvSpPr>
          <p:nvPr/>
        </p:nvSpPr>
        <p:spPr>
          <a:xfrm>
            <a:off x="4011932" y="4456793"/>
            <a:ext cx="46519" cy="46519"/>
          </a:xfrm>
          <a:prstGeom prst="ellipse">
            <a:avLst/>
          </a:prstGeom>
          <a:solidFill>
            <a:srgbClr val="566AB4">
              <a:alpha val="43000"/>
            </a:srgbClr>
          </a:solidFill>
          <a:ln w="0">
            <a:noFill/>
            <a:prstDash val="solid"/>
          </a:ln>
        </p:spPr>
      </p:sp>
      <p:sp>
        <p:nvSpPr>
          <p:cNvPr id="476" name="e_full_violin_ellipse_4828">
            <a:extLst>
              <a:ext uri="{FF2B5EF4-FFF2-40B4-BE49-F238E27FC236}">
                <a16:creationId xmlns:a16="http://schemas.microsoft.com/office/drawing/2014/main" id="{75B49A7E-8013-4B24-87ED-32E2FC0A04DB}"/>
              </a:ext>
            </a:extLst>
          </p:cNvPr>
          <p:cNvSpPr>
            <a:spLocks noGrp="1"/>
          </p:cNvSpPr>
          <p:nvPr/>
        </p:nvSpPr>
        <p:spPr>
          <a:xfrm>
            <a:off x="4033195" y="2905926"/>
            <a:ext cx="46519" cy="46519"/>
          </a:xfrm>
          <a:prstGeom prst="ellipse">
            <a:avLst/>
          </a:prstGeom>
          <a:solidFill>
            <a:srgbClr val="566AB4">
              <a:alpha val="43000"/>
            </a:srgbClr>
          </a:solidFill>
          <a:ln w="0">
            <a:noFill/>
            <a:prstDash val="solid"/>
          </a:ln>
        </p:spPr>
      </p:sp>
      <p:sp>
        <p:nvSpPr>
          <p:cNvPr id="477" name="e_full_violin_ellipse_4829">
            <a:extLst>
              <a:ext uri="{FF2B5EF4-FFF2-40B4-BE49-F238E27FC236}">
                <a16:creationId xmlns:a16="http://schemas.microsoft.com/office/drawing/2014/main" id="{A52A0F35-E2BE-489C-A579-DB6B126989FC}"/>
              </a:ext>
            </a:extLst>
          </p:cNvPr>
          <p:cNvSpPr>
            <a:spLocks noGrp="1"/>
          </p:cNvSpPr>
          <p:nvPr/>
        </p:nvSpPr>
        <p:spPr>
          <a:xfrm>
            <a:off x="4043228" y="2835432"/>
            <a:ext cx="46519" cy="46519"/>
          </a:xfrm>
          <a:prstGeom prst="ellipse">
            <a:avLst/>
          </a:prstGeom>
          <a:solidFill>
            <a:srgbClr val="566AB4">
              <a:alpha val="43000"/>
            </a:srgbClr>
          </a:solidFill>
          <a:ln w="0">
            <a:noFill/>
            <a:prstDash val="solid"/>
          </a:ln>
        </p:spPr>
      </p:sp>
      <p:sp>
        <p:nvSpPr>
          <p:cNvPr id="478" name="e_full_violin_ellipse_4830">
            <a:extLst>
              <a:ext uri="{FF2B5EF4-FFF2-40B4-BE49-F238E27FC236}">
                <a16:creationId xmlns:a16="http://schemas.microsoft.com/office/drawing/2014/main" id="{9D3FB37B-76D4-4CD9-9524-BFCDF6D6DF13}"/>
              </a:ext>
            </a:extLst>
          </p:cNvPr>
          <p:cNvSpPr>
            <a:spLocks noGrp="1"/>
          </p:cNvSpPr>
          <p:nvPr/>
        </p:nvSpPr>
        <p:spPr>
          <a:xfrm>
            <a:off x="4182008" y="2835432"/>
            <a:ext cx="46519" cy="46519"/>
          </a:xfrm>
          <a:prstGeom prst="ellipse">
            <a:avLst/>
          </a:prstGeom>
          <a:solidFill>
            <a:srgbClr val="566AB4">
              <a:alpha val="43000"/>
            </a:srgbClr>
          </a:solidFill>
          <a:ln w="0">
            <a:noFill/>
            <a:prstDash val="solid"/>
          </a:ln>
        </p:spPr>
      </p:sp>
      <p:sp>
        <p:nvSpPr>
          <p:cNvPr id="479" name="e_full_violin_ellipse_4831">
            <a:extLst>
              <a:ext uri="{FF2B5EF4-FFF2-40B4-BE49-F238E27FC236}">
                <a16:creationId xmlns:a16="http://schemas.microsoft.com/office/drawing/2014/main" id="{84C94C15-CB3F-4143-8E05-5112E7EEEDD6}"/>
              </a:ext>
            </a:extLst>
          </p:cNvPr>
          <p:cNvSpPr>
            <a:spLocks noGrp="1"/>
          </p:cNvSpPr>
          <p:nvPr/>
        </p:nvSpPr>
        <p:spPr>
          <a:xfrm>
            <a:off x="4295683" y="4456793"/>
            <a:ext cx="46519" cy="46519"/>
          </a:xfrm>
          <a:prstGeom prst="ellipse">
            <a:avLst/>
          </a:prstGeom>
          <a:solidFill>
            <a:srgbClr val="566AB4">
              <a:alpha val="43000"/>
            </a:srgbClr>
          </a:solidFill>
          <a:ln w="0">
            <a:noFill/>
            <a:prstDash val="solid"/>
          </a:ln>
        </p:spPr>
      </p:sp>
      <p:sp>
        <p:nvSpPr>
          <p:cNvPr id="480" name="e_full_violin_ellipse_4832">
            <a:extLst>
              <a:ext uri="{FF2B5EF4-FFF2-40B4-BE49-F238E27FC236}">
                <a16:creationId xmlns:a16="http://schemas.microsoft.com/office/drawing/2014/main" id="{34B3E622-29F2-4FA8-AFE5-9EDCABBA2399}"/>
              </a:ext>
            </a:extLst>
          </p:cNvPr>
          <p:cNvSpPr>
            <a:spLocks noGrp="1"/>
          </p:cNvSpPr>
          <p:nvPr/>
        </p:nvSpPr>
        <p:spPr>
          <a:xfrm>
            <a:off x="4215371" y="4456793"/>
            <a:ext cx="46519" cy="46519"/>
          </a:xfrm>
          <a:prstGeom prst="ellipse">
            <a:avLst/>
          </a:prstGeom>
          <a:solidFill>
            <a:srgbClr val="566AB4">
              <a:alpha val="43000"/>
            </a:srgbClr>
          </a:solidFill>
          <a:ln w="0">
            <a:noFill/>
            <a:prstDash val="solid"/>
          </a:ln>
        </p:spPr>
      </p:sp>
      <p:sp>
        <p:nvSpPr>
          <p:cNvPr id="481" name="e_full_violin_ellipse_4833">
            <a:extLst>
              <a:ext uri="{FF2B5EF4-FFF2-40B4-BE49-F238E27FC236}">
                <a16:creationId xmlns:a16="http://schemas.microsoft.com/office/drawing/2014/main" id="{D2CB3143-5CA9-4EFE-B5FC-09B12D890855}"/>
              </a:ext>
            </a:extLst>
          </p:cNvPr>
          <p:cNvSpPr>
            <a:spLocks noGrp="1"/>
          </p:cNvSpPr>
          <p:nvPr/>
        </p:nvSpPr>
        <p:spPr>
          <a:xfrm>
            <a:off x="4262720" y="2024752"/>
            <a:ext cx="46519" cy="46519"/>
          </a:xfrm>
          <a:prstGeom prst="ellipse">
            <a:avLst/>
          </a:prstGeom>
          <a:solidFill>
            <a:srgbClr val="566AB4">
              <a:alpha val="43000"/>
            </a:srgbClr>
          </a:solidFill>
          <a:ln w="0">
            <a:noFill/>
            <a:prstDash val="solid"/>
          </a:ln>
        </p:spPr>
      </p:sp>
      <p:sp>
        <p:nvSpPr>
          <p:cNvPr id="482" name="e_full_violin_ellipse_4834">
            <a:extLst>
              <a:ext uri="{FF2B5EF4-FFF2-40B4-BE49-F238E27FC236}">
                <a16:creationId xmlns:a16="http://schemas.microsoft.com/office/drawing/2014/main" id="{5A886E9F-1E8A-4101-A369-7A80DE4D497B}"/>
              </a:ext>
            </a:extLst>
          </p:cNvPr>
          <p:cNvSpPr>
            <a:spLocks noGrp="1"/>
          </p:cNvSpPr>
          <p:nvPr/>
        </p:nvSpPr>
        <p:spPr>
          <a:xfrm>
            <a:off x="4119713" y="2024752"/>
            <a:ext cx="46519" cy="46519"/>
          </a:xfrm>
          <a:prstGeom prst="ellipse">
            <a:avLst/>
          </a:prstGeom>
          <a:solidFill>
            <a:srgbClr val="566AB4">
              <a:alpha val="43000"/>
            </a:srgbClr>
          </a:solidFill>
          <a:ln w="0">
            <a:noFill/>
            <a:prstDash val="solid"/>
          </a:ln>
        </p:spPr>
      </p:sp>
      <p:sp>
        <p:nvSpPr>
          <p:cNvPr id="483" name="e_full_violin_ellipse_4835">
            <a:extLst>
              <a:ext uri="{FF2B5EF4-FFF2-40B4-BE49-F238E27FC236}">
                <a16:creationId xmlns:a16="http://schemas.microsoft.com/office/drawing/2014/main" id="{0AF7FBCB-7632-4CC2-8848-816FADB86149}"/>
              </a:ext>
            </a:extLst>
          </p:cNvPr>
          <p:cNvSpPr>
            <a:spLocks noGrp="1"/>
          </p:cNvSpPr>
          <p:nvPr/>
        </p:nvSpPr>
        <p:spPr>
          <a:xfrm>
            <a:off x="4262307" y="3240773"/>
            <a:ext cx="46519" cy="46519"/>
          </a:xfrm>
          <a:prstGeom prst="ellipse">
            <a:avLst/>
          </a:prstGeom>
          <a:solidFill>
            <a:srgbClr val="566AB4">
              <a:alpha val="43000"/>
            </a:srgbClr>
          </a:solidFill>
          <a:ln w="0">
            <a:noFill/>
            <a:prstDash val="solid"/>
          </a:ln>
        </p:spPr>
      </p:sp>
      <p:sp>
        <p:nvSpPr>
          <p:cNvPr id="484" name="e_full_violin_ellipse_4836">
            <a:extLst>
              <a:ext uri="{FF2B5EF4-FFF2-40B4-BE49-F238E27FC236}">
                <a16:creationId xmlns:a16="http://schemas.microsoft.com/office/drawing/2014/main" id="{C93D32CB-EAAB-4413-875B-CAE91AC58F98}"/>
              </a:ext>
            </a:extLst>
          </p:cNvPr>
          <p:cNvSpPr>
            <a:spLocks noGrp="1"/>
          </p:cNvSpPr>
          <p:nvPr/>
        </p:nvSpPr>
        <p:spPr>
          <a:xfrm>
            <a:off x="4237842" y="3119170"/>
            <a:ext cx="46519" cy="46519"/>
          </a:xfrm>
          <a:prstGeom prst="ellipse">
            <a:avLst/>
          </a:prstGeom>
          <a:solidFill>
            <a:srgbClr val="566AB4">
              <a:alpha val="43000"/>
            </a:srgbClr>
          </a:solidFill>
          <a:ln w="0">
            <a:noFill/>
            <a:prstDash val="solid"/>
          </a:ln>
        </p:spPr>
      </p:sp>
      <p:sp>
        <p:nvSpPr>
          <p:cNvPr id="485" name="e_full_violin_ellipse_4837">
            <a:extLst>
              <a:ext uri="{FF2B5EF4-FFF2-40B4-BE49-F238E27FC236}">
                <a16:creationId xmlns:a16="http://schemas.microsoft.com/office/drawing/2014/main" id="{C9430B3D-8839-4165-B926-FC1D6E8415A7}"/>
              </a:ext>
            </a:extLst>
          </p:cNvPr>
          <p:cNvSpPr>
            <a:spLocks noGrp="1"/>
          </p:cNvSpPr>
          <p:nvPr/>
        </p:nvSpPr>
        <p:spPr>
          <a:xfrm>
            <a:off x="4074844" y="2024752"/>
            <a:ext cx="46519" cy="46519"/>
          </a:xfrm>
          <a:prstGeom prst="ellipse">
            <a:avLst/>
          </a:prstGeom>
          <a:solidFill>
            <a:srgbClr val="566AB4">
              <a:alpha val="43000"/>
            </a:srgbClr>
          </a:solidFill>
          <a:ln w="0">
            <a:noFill/>
            <a:prstDash val="solid"/>
          </a:ln>
        </p:spPr>
      </p:sp>
      <p:sp>
        <p:nvSpPr>
          <p:cNvPr id="486" name="e_full_violin_ellipse_4838">
            <a:extLst>
              <a:ext uri="{FF2B5EF4-FFF2-40B4-BE49-F238E27FC236}">
                <a16:creationId xmlns:a16="http://schemas.microsoft.com/office/drawing/2014/main" id="{676E82DB-DA3A-4C20-8B64-9EE77A858DFD}"/>
              </a:ext>
            </a:extLst>
          </p:cNvPr>
          <p:cNvSpPr>
            <a:spLocks noGrp="1"/>
          </p:cNvSpPr>
          <p:nvPr/>
        </p:nvSpPr>
        <p:spPr>
          <a:xfrm>
            <a:off x="4324503" y="2024752"/>
            <a:ext cx="46519" cy="46519"/>
          </a:xfrm>
          <a:prstGeom prst="ellipse">
            <a:avLst/>
          </a:prstGeom>
          <a:solidFill>
            <a:srgbClr val="566AB4">
              <a:alpha val="43000"/>
            </a:srgbClr>
          </a:solidFill>
          <a:ln w="0">
            <a:noFill/>
            <a:prstDash val="solid"/>
          </a:ln>
        </p:spPr>
      </p:sp>
      <p:sp>
        <p:nvSpPr>
          <p:cNvPr id="487" name="e_full_violin_ellipse_4839">
            <a:extLst>
              <a:ext uri="{FF2B5EF4-FFF2-40B4-BE49-F238E27FC236}">
                <a16:creationId xmlns:a16="http://schemas.microsoft.com/office/drawing/2014/main" id="{D99E218E-63B7-4A8D-9374-E4A90F7D6207}"/>
              </a:ext>
            </a:extLst>
          </p:cNvPr>
          <p:cNvSpPr>
            <a:spLocks noGrp="1"/>
          </p:cNvSpPr>
          <p:nvPr/>
        </p:nvSpPr>
        <p:spPr>
          <a:xfrm>
            <a:off x="3952648" y="2024752"/>
            <a:ext cx="46519" cy="46519"/>
          </a:xfrm>
          <a:prstGeom prst="ellipse">
            <a:avLst/>
          </a:prstGeom>
          <a:solidFill>
            <a:srgbClr val="566AB4">
              <a:alpha val="43000"/>
            </a:srgbClr>
          </a:solidFill>
          <a:ln w="0">
            <a:noFill/>
            <a:prstDash val="solid"/>
          </a:ln>
        </p:spPr>
      </p:sp>
      <p:sp>
        <p:nvSpPr>
          <p:cNvPr id="488" name="e_full_violin_ellipse_4840">
            <a:extLst>
              <a:ext uri="{FF2B5EF4-FFF2-40B4-BE49-F238E27FC236}">
                <a16:creationId xmlns:a16="http://schemas.microsoft.com/office/drawing/2014/main" id="{2592D52F-0E07-4B58-A3CC-DC7AEE4BAD0E}"/>
              </a:ext>
            </a:extLst>
          </p:cNvPr>
          <p:cNvSpPr>
            <a:spLocks noGrp="1"/>
          </p:cNvSpPr>
          <p:nvPr/>
        </p:nvSpPr>
        <p:spPr>
          <a:xfrm>
            <a:off x="4142276" y="2024752"/>
            <a:ext cx="46519" cy="46519"/>
          </a:xfrm>
          <a:prstGeom prst="ellipse">
            <a:avLst/>
          </a:prstGeom>
          <a:solidFill>
            <a:srgbClr val="566AB4">
              <a:alpha val="43000"/>
            </a:srgbClr>
          </a:solidFill>
          <a:ln w="0">
            <a:noFill/>
            <a:prstDash val="solid"/>
          </a:ln>
        </p:spPr>
      </p:sp>
      <p:sp>
        <p:nvSpPr>
          <p:cNvPr id="489" name="e_full_violin_ellipse_4841">
            <a:extLst>
              <a:ext uri="{FF2B5EF4-FFF2-40B4-BE49-F238E27FC236}">
                <a16:creationId xmlns:a16="http://schemas.microsoft.com/office/drawing/2014/main" id="{D007CD95-53FD-4F08-A6A2-5E1E938A164B}"/>
              </a:ext>
            </a:extLst>
          </p:cNvPr>
          <p:cNvSpPr>
            <a:spLocks noGrp="1"/>
          </p:cNvSpPr>
          <p:nvPr/>
        </p:nvSpPr>
        <p:spPr>
          <a:xfrm>
            <a:off x="4004769" y="2960152"/>
            <a:ext cx="46519" cy="46519"/>
          </a:xfrm>
          <a:prstGeom prst="ellipse">
            <a:avLst/>
          </a:prstGeom>
          <a:solidFill>
            <a:srgbClr val="566AB4">
              <a:alpha val="43000"/>
            </a:srgbClr>
          </a:solidFill>
          <a:ln w="0">
            <a:noFill/>
            <a:prstDash val="solid"/>
          </a:ln>
        </p:spPr>
      </p:sp>
      <p:sp>
        <p:nvSpPr>
          <p:cNvPr id="490" name="e_full_violin_ellipse_4842">
            <a:extLst>
              <a:ext uri="{FF2B5EF4-FFF2-40B4-BE49-F238E27FC236}">
                <a16:creationId xmlns:a16="http://schemas.microsoft.com/office/drawing/2014/main" id="{07F40B82-353F-4BF9-B3D4-3104646F9E78}"/>
              </a:ext>
            </a:extLst>
          </p:cNvPr>
          <p:cNvSpPr>
            <a:spLocks noGrp="1"/>
          </p:cNvSpPr>
          <p:nvPr/>
        </p:nvSpPr>
        <p:spPr>
          <a:xfrm>
            <a:off x="4294896" y="2430092"/>
            <a:ext cx="46519" cy="46519"/>
          </a:xfrm>
          <a:prstGeom prst="ellipse">
            <a:avLst/>
          </a:prstGeom>
          <a:solidFill>
            <a:srgbClr val="566AB4">
              <a:alpha val="43000"/>
            </a:srgbClr>
          </a:solidFill>
          <a:ln w="0">
            <a:noFill/>
            <a:prstDash val="solid"/>
          </a:ln>
        </p:spPr>
      </p:sp>
      <p:sp>
        <p:nvSpPr>
          <p:cNvPr id="491" name="e_full_violin_ellipse_4843">
            <a:extLst>
              <a:ext uri="{FF2B5EF4-FFF2-40B4-BE49-F238E27FC236}">
                <a16:creationId xmlns:a16="http://schemas.microsoft.com/office/drawing/2014/main" id="{99A8399A-AE2C-4AB4-8CCE-2F3A0A53C00B}"/>
              </a:ext>
            </a:extLst>
          </p:cNvPr>
          <p:cNvSpPr>
            <a:spLocks noGrp="1"/>
          </p:cNvSpPr>
          <p:nvPr/>
        </p:nvSpPr>
        <p:spPr>
          <a:xfrm>
            <a:off x="4057097" y="2835432"/>
            <a:ext cx="46519" cy="46519"/>
          </a:xfrm>
          <a:prstGeom prst="ellipse">
            <a:avLst/>
          </a:prstGeom>
          <a:solidFill>
            <a:srgbClr val="566AB4">
              <a:alpha val="43000"/>
            </a:srgbClr>
          </a:solidFill>
          <a:ln w="0">
            <a:noFill/>
            <a:prstDash val="solid"/>
          </a:ln>
        </p:spPr>
      </p:sp>
      <p:sp>
        <p:nvSpPr>
          <p:cNvPr id="492" name="e_full_violin_ellipse_4844">
            <a:extLst>
              <a:ext uri="{FF2B5EF4-FFF2-40B4-BE49-F238E27FC236}">
                <a16:creationId xmlns:a16="http://schemas.microsoft.com/office/drawing/2014/main" id="{B7751FED-B444-4FE4-843E-F194F49A34CB}"/>
              </a:ext>
            </a:extLst>
          </p:cNvPr>
          <p:cNvSpPr>
            <a:spLocks noGrp="1"/>
          </p:cNvSpPr>
          <p:nvPr/>
        </p:nvSpPr>
        <p:spPr>
          <a:xfrm>
            <a:off x="4030275" y="3240773"/>
            <a:ext cx="46519" cy="46519"/>
          </a:xfrm>
          <a:prstGeom prst="ellipse">
            <a:avLst/>
          </a:prstGeom>
          <a:solidFill>
            <a:srgbClr val="566AB4">
              <a:alpha val="43000"/>
            </a:srgbClr>
          </a:solidFill>
          <a:ln w="0">
            <a:noFill/>
            <a:prstDash val="solid"/>
          </a:ln>
        </p:spPr>
      </p:sp>
      <p:sp>
        <p:nvSpPr>
          <p:cNvPr id="493" name="e_full_violin_ellipse_4845">
            <a:extLst>
              <a:ext uri="{FF2B5EF4-FFF2-40B4-BE49-F238E27FC236}">
                <a16:creationId xmlns:a16="http://schemas.microsoft.com/office/drawing/2014/main" id="{DDA3F36F-65D7-441E-ACD0-13E0EAD1A4D0}"/>
              </a:ext>
            </a:extLst>
          </p:cNvPr>
          <p:cNvSpPr>
            <a:spLocks noGrp="1"/>
          </p:cNvSpPr>
          <p:nvPr/>
        </p:nvSpPr>
        <p:spPr>
          <a:xfrm>
            <a:off x="4209400" y="3240773"/>
            <a:ext cx="46519" cy="46519"/>
          </a:xfrm>
          <a:prstGeom prst="ellipse">
            <a:avLst/>
          </a:prstGeom>
          <a:solidFill>
            <a:srgbClr val="566AB4">
              <a:alpha val="43000"/>
            </a:srgbClr>
          </a:solidFill>
          <a:ln w="0">
            <a:noFill/>
            <a:prstDash val="solid"/>
          </a:ln>
        </p:spPr>
      </p:sp>
      <p:sp>
        <p:nvSpPr>
          <p:cNvPr id="494" name="e_full_violin_ellipse_4846">
            <a:extLst>
              <a:ext uri="{FF2B5EF4-FFF2-40B4-BE49-F238E27FC236}">
                <a16:creationId xmlns:a16="http://schemas.microsoft.com/office/drawing/2014/main" id="{BDA7AD0D-693C-42B5-B60E-B996D64FB5C4}"/>
              </a:ext>
            </a:extLst>
          </p:cNvPr>
          <p:cNvSpPr>
            <a:spLocks noGrp="1"/>
          </p:cNvSpPr>
          <p:nvPr/>
        </p:nvSpPr>
        <p:spPr>
          <a:xfrm>
            <a:off x="4120856" y="2024752"/>
            <a:ext cx="46519" cy="46519"/>
          </a:xfrm>
          <a:prstGeom prst="ellipse">
            <a:avLst/>
          </a:prstGeom>
          <a:solidFill>
            <a:srgbClr val="566AB4">
              <a:alpha val="43000"/>
            </a:srgbClr>
          </a:solidFill>
          <a:ln w="0">
            <a:noFill/>
            <a:prstDash val="solid"/>
          </a:ln>
        </p:spPr>
      </p:sp>
      <p:sp>
        <p:nvSpPr>
          <p:cNvPr id="495" name="e_full_violin_ellipse_4847">
            <a:extLst>
              <a:ext uri="{FF2B5EF4-FFF2-40B4-BE49-F238E27FC236}">
                <a16:creationId xmlns:a16="http://schemas.microsoft.com/office/drawing/2014/main" id="{05D9D2CF-AD8A-4C83-A393-C74CCD6EE3B1}"/>
              </a:ext>
            </a:extLst>
          </p:cNvPr>
          <p:cNvSpPr>
            <a:spLocks noGrp="1"/>
          </p:cNvSpPr>
          <p:nvPr/>
        </p:nvSpPr>
        <p:spPr>
          <a:xfrm>
            <a:off x="4000764" y="4456793"/>
            <a:ext cx="46519" cy="46519"/>
          </a:xfrm>
          <a:prstGeom prst="ellipse">
            <a:avLst/>
          </a:prstGeom>
          <a:solidFill>
            <a:srgbClr val="566AB4">
              <a:alpha val="43000"/>
            </a:srgbClr>
          </a:solidFill>
          <a:ln w="0">
            <a:noFill/>
            <a:prstDash val="solid"/>
          </a:ln>
        </p:spPr>
      </p:sp>
      <p:sp>
        <p:nvSpPr>
          <p:cNvPr id="496" name="e_full_violin_ellipse_4848">
            <a:extLst>
              <a:ext uri="{FF2B5EF4-FFF2-40B4-BE49-F238E27FC236}">
                <a16:creationId xmlns:a16="http://schemas.microsoft.com/office/drawing/2014/main" id="{619A2575-1991-4B7C-AB37-2B214969C58B}"/>
              </a:ext>
            </a:extLst>
          </p:cNvPr>
          <p:cNvSpPr>
            <a:spLocks noGrp="1"/>
          </p:cNvSpPr>
          <p:nvPr/>
        </p:nvSpPr>
        <p:spPr>
          <a:xfrm>
            <a:off x="4004231" y="3240773"/>
            <a:ext cx="46519" cy="46519"/>
          </a:xfrm>
          <a:prstGeom prst="ellipse">
            <a:avLst/>
          </a:prstGeom>
          <a:solidFill>
            <a:srgbClr val="566AB4">
              <a:alpha val="43000"/>
            </a:srgbClr>
          </a:solidFill>
          <a:ln w="0">
            <a:noFill/>
            <a:prstDash val="solid"/>
          </a:ln>
        </p:spPr>
      </p:sp>
      <p:sp>
        <p:nvSpPr>
          <p:cNvPr id="497" name="e_full_violin_ellipse_4849">
            <a:extLst>
              <a:ext uri="{FF2B5EF4-FFF2-40B4-BE49-F238E27FC236}">
                <a16:creationId xmlns:a16="http://schemas.microsoft.com/office/drawing/2014/main" id="{DD6B46BF-8B24-4A47-99A1-E5C27FAF1A62}"/>
              </a:ext>
            </a:extLst>
          </p:cNvPr>
          <p:cNvSpPr>
            <a:spLocks noGrp="1"/>
          </p:cNvSpPr>
          <p:nvPr/>
        </p:nvSpPr>
        <p:spPr>
          <a:xfrm>
            <a:off x="4081784" y="4456793"/>
            <a:ext cx="46519" cy="46519"/>
          </a:xfrm>
          <a:prstGeom prst="ellipse">
            <a:avLst/>
          </a:prstGeom>
          <a:solidFill>
            <a:srgbClr val="566AB4">
              <a:alpha val="43000"/>
            </a:srgbClr>
          </a:solidFill>
          <a:ln w="0">
            <a:noFill/>
            <a:prstDash val="solid"/>
          </a:ln>
        </p:spPr>
      </p:sp>
      <p:sp>
        <p:nvSpPr>
          <p:cNvPr id="498" name="e_full_violin_ellipse_4850">
            <a:extLst>
              <a:ext uri="{FF2B5EF4-FFF2-40B4-BE49-F238E27FC236}">
                <a16:creationId xmlns:a16="http://schemas.microsoft.com/office/drawing/2014/main" id="{41E420BC-52B3-45E5-844C-4F4661B235CE}"/>
              </a:ext>
            </a:extLst>
          </p:cNvPr>
          <p:cNvSpPr>
            <a:spLocks noGrp="1"/>
          </p:cNvSpPr>
          <p:nvPr/>
        </p:nvSpPr>
        <p:spPr>
          <a:xfrm>
            <a:off x="4158244" y="2960559"/>
            <a:ext cx="46519" cy="46519"/>
          </a:xfrm>
          <a:prstGeom prst="ellipse">
            <a:avLst/>
          </a:prstGeom>
          <a:solidFill>
            <a:srgbClr val="566AB4">
              <a:alpha val="43000"/>
            </a:srgbClr>
          </a:solidFill>
          <a:ln w="0">
            <a:noFill/>
            <a:prstDash val="solid"/>
          </a:ln>
        </p:spPr>
      </p:sp>
      <p:sp>
        <p:nvSpPr>
          <p:cNvPr id="499" name="e_full_violin_ellipse_4851">
            <a:extLst>
              <a:ext uri="{FF2B5EF4-FFF2-40B4-BE49-F238E27FC236}">
                <a16:creationId xmlns:a16="http://schemas.microsoft.com/office/drawing/2014/main" id="{BCE54537-DBC6-4065-B306-1A1E8079B0DD}"/>
              </a:ext>
            </a:extLst>
          </p:cNvPr>
          <p:cNvSpPr>
            <a:spLocks noGrp="1"/>
          </p:cNvSpPr>
          <p:nvPr/>
        </p:nvSpPr>
        <p:spPr>
          <a:xfrm>
            <a:off x="4033202" y="2024752"/>
            <a:ext cx="46519" cy="46519"/>
          </a:xfrm>
          <a:prstGeom prst="ellipse">
            <a:avLst/>
          </a:prstGeom>
          <a:solidFill>
            <a:srgbClr val="566AB4">
              <a:alpha val="43000"/>
            </a:srgbClr>
          </a:solidFill>
          <a:ln w="0">
            <a:noFill/>
            <a:prstDash val="solid"/>
          </a:ln>
        </p:spPr>
      </p:sp>
      <p:sp>
        <p:nvSpPr>
          <p:cNvPr id="500" name="e_full_violin_ellipse_4852">
            <a:extLst>
              <a:ext uri="{FF2B5EF4-FFF2-40B4-BE49-F238E27FC236}">
                <a16:creationId xmlns:a16="http://schemas.microsoft.com/office/drawing/2014/main" id="{F0AD306C-08C2-4310-A770-32A1DCE30090}"/>
              </a:ext>
            </a:extLst>
          </p:cNvPr>
          <p:cNvSpPr>
            <a:spLocks noGrp="1"/>
          </p:cNvSpPr>
          <p:nvPr/>
        </p:nvSpPr>
        <p:spPr>
          <a:xfrm>
            <a:off x="4073001" y="4000786"/>
            <a:ext cx="46519" cy="46519"/>
          </a:xfrm>
          <a:prstGeom prst="ellipse">
            <a:avLst/>
          </a:prstGeom>
          <a:solidFill>
            <a:srgbClr val="566AB4">
              <a:alpha val="43000"/>
            </a:srgbClr>
          </a:solidFill>
          <a:ln w="0">
            <a:noFill/>
            <a:prstDash val="solid"/>
          </a:ln>
        </p:spPr>
      </p:sp>
      <p:sp>
        <p:nvSpPr>
          <p:cNvPr id="501" name="e_full_violin_ellipse_4853">
            <a:extLst>
              <a:ext uri="{FF2B5EF4-FFF2-40B4-BE49-F238E27FC236}">
                <a16:creationId xmlns:a16="http://schemas.microsoft.com/office/drawing/2014/main" id="{7E66F9F7-5FF9-46E3-810A-5B8EE60C459B}"/>
              </a:ext>
            </a:extLst>
          </p:cNvPr>
          <p:cNvSpPr>
            <a:spLocks noGrp="1"/>
          </p:cNvSpPr>
          <p:nvPr/>
        </p:nvSpPr>
        <p:spPr>
          <a:xfrm>
            <a:off x="3996313" y="2024752"/>
            <a:ext cx="46519" cy="46519"/>
          </a:xfrm>
          <a:prstGeom prst="ellipse">
            <a:avLst/>
          </a:prstGeom>
          <a:solidFill>
            <a:srgbClr val="566AB4">
              <a:alpha val="43000"/>
            </a:srgbClr>
          </a:solidFill>
          <a:ln w="0">
            <a:noFill/>
            <a:prstDash val="solid"/>
          </a:ln>
        </p:spPr>
      </p:sp>
      <p:sp>
        <p:nvSpPr>
          <p:cNvPr id="502" name="e_full_violin_ellipse_4854">
            <a:extLst>
              <a:ext uri="{FF2B5EF4-FFF2-40B4-BE49-F238E27FC236}">
                <a16:creationId xmlns:a16="http://schemas.microsoft.com/office/drawing/2014/main" id="{C96C24D9-941D-4DC2-932F-87CA18BF0183}"/>
              </a:ext>
            </a:extLst>
          </p:cNvPr>
          <p:cNvSpPr>
            <a:spLocks noGrp="1"/>
          </p:cNvSpPr>
          <p:nvPr/>
        </p:nvSpPr>
        <p:spPr>
          <a:xfrm>
            <a:off x="4173406" y="2024752"/>
            <a:ext cx="46519" cy="46519"/>
          </a:xfrm>
          <a:prstGeom prst="ellipse">
            <a:avLst/>
          </a:prstGeom>
          <a:solidFill>
            <a:srgbClr val="566AB4">
              <a:alpha val="43000"/>
            </a:srgbClr>
          </a:solidFill>
          <a:ln w="0">
            <a:noFill/>
            <a:prstDash val="solid"/>
          </a:ln>
        </p:spPr>
      </p:sp>
      <p:sp>
        <p:nvSpPr>
          <p:cNvPr id="503" name="e_full_violin_ellipse_4855">
            <a:extLst>
              <a:ext uri="{FF2B5EF4-FFF2-40B4-BE49-F238E27FC236}">
                <a16:creationId xmlns:a16="http://schemas.microsoft.com/office/drawing/2014/main" id="{1766360B-C8DF-4C72-9ED5-507FFFAA26AA}"/>
              </a:ext>
            </a:extLst>
          </p:cNvPr>
          <p:cNvSpPr>
            <a:spLocks noGrp="1"/>
          </p:cNvSpPr>
          <p:nvPr/>
        </p:nvSpPr>
        <p:spPr>
          <a:xfrm>
            <a:off x="3991447" y="2835432"/>
            <a:ext cx="46519" cy="46519"/>
          </a:xfrm>
          <a:prstGeom prst="ellipse">
            <a:avLst/>
          </a:prstGeom>
          <a:solidFill>
            <a:srgbClr val="566AB4">
              <a:alpha val="43000"/>
            </a:srgbClr>
          </a:solidFill>
          <a:ln w="0">
            <a:noFill/>
            <a:prstDash val="solid"/>
          </a:ln>
        </p:spPr>
      </p:sp>
      <p:sp>
        <p:nvSpPr>
          <p:cNvPr id="504" name="e_full_violin_ellipse_4856">
            <a:extLst>
              <a:ext uri="{FF2B5EF4-FFF2-40B4-BE49-F238E27FC236}">
                <a16:creationId xmlns:a16="http://schemas.microsoft.com/office/drawing/2014/main" id="{93E0AACC-60E1-4DBA-8F4C-6A99ED7594BB}"/>
              </a:ext>
            </a:extLst>
          </p:cNvPr>
          <p:cNvSpPr>
            <a:spLocks noGrp="1"/>
          </p:cNvSpPr>
          <p:nvPr/>
        </p:nvSpPr>
        <p:spPr>
          <a:xfrm>
            <a:off x="4269673" y="4456793"/>
            <a:ext cx="46519" cy="46519"/>
          </a:xfrm>
          <a:prstGeom prst="ellipse">
            <a:avLst/>
          </a:prstGeom>
          <a:solidFill>
            <a:srgbClr val="566AB4">
              <a:alpha val="43000"/>
            </a:srgbClr>
          </a:solidFill>
          <a:ln w="0">
            <a:noFill/>
            <a:prstDash val="solid"/>
          </a:ln>
        </p:spPr>
      </p:sp>
      <p:sp>
        <p:nvSpPr>
          <p:cNvPr id="505" name="e_full_violin_ellipse_4857">
            <a:extLst>
              <a:ext uri="{FF2B5EF4-FFF2-40B4-BE49-F238E27FC236}">
                <a16:creationId xmlns:a16="http://schemas.microsoft.com/office/drawing/2014/main" id="{8584695C-DFD7-4FA9-9E64-683CF26BAA81}"/>
              </a:ext>
            </a:extLst>
          </p:cNvPr>
          <p:cNvSpPr>
            <a:spLocks noGrp="1"/>
          </p:cNvSpPr>
          <p:nvPr/>
        </p:nvSpPr>
        <p:spPr>
          <a:xfrm>
            <a:off x="4134203" y="2024752"/>
            <a:ext cx="46519" cy="46519"/>
          </a:xfrm>
          <a:prstGeom prst="ellipse">
            <a:avLst/>
          </a:prstGeom>
          <a:solidFill>
            <a:srgbClr val="566AB4">
              <a:alpha val="43000"/>
            </a:srgbClr>
          </a:solidFill>
          <a:ln w="0">
            <a:noFill/>
            <a:prstDash val="solid"/>
          </a:ln>
        </p:spPr>
      </p:sp>
      <p:sp>
        <p:nvSpPr>
          <p:cNvPr id="506" name="e_full_violin_ellipse_4858">
            <a:extLst>
              <a:ext uri="{FF2B5EF4-FFF2-40B4-BE49-F238E27FC236}">
                <a16:creationId xmlns:a16="http://schemas.microsoft.com/office/drawing/2014/main" id="{E8F5D5F8-E240-47C3-95D6-67C579C3697C}"/>
              </a:ext>
            </a:extLst>
          </p:cNvPr>
          <p:cNvSpPr>
            <a:spLocks noGrp="1"/>
          </p:cNvSpPr>
          <p:nvPr/>
        </p:nvSpPr>
        <p:spPr>
          <a:xfrm>
            <a:off x="4228167" y="3240773"/>
            <a:ext cx="46519" cy="46519"/>
          </a:xfrm>
          <a:prstGeom prst="ellipse">
            <a:avLst/>
          </a:prstGeom>
          <a:solidFill>
            <a:srgbClr val="566AB4">
              <a:alpha val="43000"/>
            </a:srgbClr>
          </a:solidFill>
          <a:ln w="0">
            <a:noFill/>
            <a:prstDash val="solid"/>
          </a:ln>
        </p:spPr>
      </p:sp>
      <p:sp>
        <p:nvSpPr>
          <p:cNvPr id="507" name="e_full_violin_ellipse_4859">
            <a:extLst>
              <a:ext uri="{FF2B5EF4-FFF2-40B4-BE49-F238E27FC236}">
                <a16:creationId xmlns:a16="http://schemas.microsoft.com/office/drawing/2014/main" id="{F75692F0-4D8E-422B-971B-48B293F56062}"/>
              </a:ext>
            </a:extLst>
          </p:cNvPr>
          <p:cNvSpPr>
            <a:spLocks noGrp="1"/>
          </p:cNvSpPr>
          <p:nvPr/>
        </p:nvSpPr>
        <p:spPr>
          <a:xfrm>
            <a:off x="4181811" y="4456793"/>
            <a:ext cx="46519" cy="46519"/>
          </a:xfrm>
          <a:prstGeom prst="ellipse">
            <a:avLst/>
          </a:prstGeom>
          <a:solidFill>
            <a:srgbClr val="566AB4">
              <a:alpha val="43000"/>
            </a:srgbClr>
          </a:solidFill>
          <a:ln w="0">
            <a:noFill/>
            <a:prstDash val="solid"/>
          </a:ln>
        </p:spPr>
      </p:sp>
      <p:sp>
        <p:nvSpPr>
          <p:cNvPr id="508" name="e_full_violin_ellipse_4860">
            <a:extLst>
              <a:ext uri="{FF2B5EF4-FFF2-40B4-BE49-F238E27FC236}">
                <a16:creationId xmlns:a16="http://schemas.microsoft.com/office/drawing/2014/main" id="{567A628D-9BF7-4C5C-8FA0-CFEEFE6C12B8}"/>
              </a:ext>
            </a:extLst>
          </p:cNvPr>
          <p:cNvSpPr>
            <a:spLocks noGrp="1"/>
          </p:cNvSpPr>
          <p:nvPr/>
        </p:nvSpPr>
        <p:spPr>
          <a:xfrm>
            <a:off x="4035315" y="3240773"/>
            <a:ext cx="46519" cy="46519"/>
          </a:xfrm>
          <a:prstGeom prst="ellipse">
            <a:avLst/>
          </a:prstGeom>
          <a:solidFill>
            <a:srgbClr val="566AB4">
              <a:alpha val="43000"/>
            </a:srgbClr>
          </a:solidFill>
          <a:ln w="0">
            <a:noFill/>
            <a:prstDash val="solid"/>
          </a:ln>
        </p:spPr>
      </p:sp>
      <p:sp>
        <p:nvSpPr>
          <p:cNvPr id="509" name="e_full_violin_ellipse_4861">
            <a:extLst>
              <a:ext uri="{FF2B5EF4-FFF2-40B4-BE49-F238E27FC236}">
                <a16:creationId xmlns:a16="http://schemas.microsoft.com/office/drawing/2014/main" id="{E5D5C803-DB5A-4B3B-8AB0-D9B9A36177D3}"/>
              </a:ext>
            </a:extLst>
          </p:cNvPr>
          <p:cNvSpPr>
            <a:spLocks noGrp="1"/>
          </p:cNvSpPr>
          <p:nvPr/>
        </p:nvSpPr>
        <p:spPr>
          <a:xfrm>
            <a:off x="3957564" y="2024752"/>
            <a:ext cx="46519" cy="46519"/>
          </a:xfrm>
          <a:prstGeom prst="ellipse">
            <a:avLst/>
          </a:prstGeom>
          <a:solidFill>
            <a:srgbClr val="566AB4">
              <a:alpha val="43000"/>
            </a:srgbClr>
          </a:solidFill>
          <a:ln w="0">
            <a:noFill/>
            <a:prstDash val="solid"/>
          </a:ln>
        </p:spPr>
      </p:sp>
      <p:sp>
        <p:nvSpPr>
          <p:cNvPr id="510" name="e_full_violin_ellipse_4862">
            <a:extLst>
              <a:ext uri="{FF2B5EF4-FFF2-40B4-BE49-F238E27FC236}">
                <a16:creationId xmlns:a16="http://schemas.microsoft.com/office/drawing/2014/main" id="{FD19C029-541F-45A8-A7EA-C54303BE2782}"/>
              </a:ext>
            </a:extLst>
          </p:cNvPr>
          <p:cNvSpPr>
            <a:spLocks noGrp="1"/>
          </p:cNvSpPr>
          <p:nvPr/>
        </p:nvSpPr>
        <p:spPr>
          <a:xfrm>
            <a:off x="4091070" y="3240773"/>
            <a:ext cx="46519" cy="46519"/>
          </a:xfrm>
          <a:prstGeom prst="ellipse">
            <a:avLst/>
          </a:prstGeom>
          <a:solidFill>
            <a:srgbClr val="566AB4">
              <a:alpha val="43000"/>
            </a:srgbClr>
          </a:solidFill>
          <a:ln w="0">
            <a:noFill/>
            <a:prstDash val="solid"/>
          </a:ln>
        </p:spPr>
      </p:sp>
      <p:sp>
        <p:nvSpPr>
          <p:cNvPr id="511" name="e_full_violin_ellipse_4863">
            <a:extLst>
              <a:ext uri="{FF2B5EF4-FFF2-40B4-BE49-F238E27FC236}">
                <a16:creationId xmlns:a16="http://schemas.microsoft.com/office/drawing/2014/main" id="{7E7697F8-EC33-4E7B-9808-F89D57709C48}"/>
              </a:ext>
            </a:extLst>
          </p:cNvPr>
          <p:cNvSpPr>
            <a:spLocks noGrp="1"/>
          </p:cNvSpPr>
          <p:nvPr/>
        </p:nvSpPr>
        <p:spPr>
          <a:xfrm>
            <a:off x="4280088" y="2835432"/>
            <a:ext cx="46519" cy="46519"/>
          </a:xfrm>
          <a:prstGeom prst="ellipse">
            <a:avLst/>
          </a:prstGeom>
          <a:solidFill>
            <a:srgbClr val="566AB4">
              <a:alpha val="43000"/>
            </a:srgbClr>
          </a:solidFill>
          <a:ln w="0">
            <a:noFill/>
            <a:prstDash val="solid"/>
          </a:ln>
        </p:spPr>
      </p:sp>
      <p:sp>
        <p:nvSpPr>
          <p:cNvPr id="512" name="e_full_violin_ellipse_4864">
            <a:extLst>
              <a:ext uri="{FF2B5EF4-FFF2-40B4-BE49-F238E27FC236}">
                <a16:creationId xmlns:a16="http://schemas.microsoft.com/office/drawing/2014/main" id="{312566AC-0A16-47B9-A934-011FE0EE0714}"/>
              </a:ext>
            </a:extLst>
          </p:cNvPr>
          <p:cNvSpPr>
            <a:spLocks noGrp="1"/>
          </p:cNvSpPr>
          <p:nvPr/>
        </p:nvSpPr>
        <p:spPr>
          <a:xfrm>
            <a:off x="3952808" y="2024752"/>
            <a:ext cx="46519" cy="46519"/>
          </a:xfrm>
          <a:prstGeom prst="ellipse">
            <a:avLst/>
          </a:prstGeom>
          <a:solidFill>
            <a:srgbClr val="566AB4">
              <a:alpha val="43000"/>
            </a:srgbClr>
          </a:solidFill>
          <a:ln w="0">
            <a:noFill/>
            <a:prstDash val="solid"/>
          </a:ln>
        </p:spPr>
      </p:sp>
      <p:sp>
        <p:nvSpPr>
          <p:cNvPr id="513" name="e_full_violin_ellipse_4865">
            <a:extLst>
              <a:ext uri="{FF2B5EF4-FFF2-40B4-BE49-F238E27FC236}">
                <a16:creationId xmlns:a16="http://schemas.microsoft.com/office/drawing/2014/main" id="{3B54F810-291F-413B-BF38-39A32D52AD04}"/>
              </a:ext>
            </a:extLst>
          </p:cNvPr>
          <p:cNvSpPr>
            <a:spLocks noGrp="1"/>
          </p:cNvSpPr>
          <p:nvPr/>
        </p:nvSpPr>
        <p:spPr>
          <a:xfrm>
            <a:off x="4305996" y="2835432"/>
            <a:ext cx="46519" cy="46519"/>
          </a:xfrm>
          <a:prstGeom prst="ellipse">
            <a:avLst/>
          </a:prstGeom>
          <a:solidFill>
            <a:srgbClr val="566AB4">
              <a:alpha val="43000"/>
            </a:srgbClr>
          </a:solidFill>
          <a:ln w="0">
            <a:noFill/>
            <a:prstDash val="solid"/>
          </a:ln>
        </p:spPr>
      </p:sp>
      <p:sp>
        <p:nvSpPr>
          <p:cNvPr id="514" name="e_full_violin_ellipse_4866">
            <a:extLst>
              <a:ext uri="{FF2B5EF4-FFF2-40B4-BE49-F238E27FC236}">
                <a16:creationId xmlns:a16="http://schemas.microsoft.com/office/drawing/2014/main" id="{9DBD2C5F-81A4-422A-A357-33224B9B4F9E}"/>
              </a:ext>
            </a:extLst>
          </p:cNvPr>
          <p:cNvSpPr>
            <a:spLocks noGrp="1"/>
          </p:cNvSpPr>
          <p:nvPr/>
        </p:nvSpPr>
        <p:spPr>
          <a:xfrm>
            <a:off x="4276801" y="2835432"/>
            <a:ext cx="46519" cy="46519"/>
          </a:xfrm>
          <a:prstGeom prst="ellipse">
            <a:avLst/>
          </a:prstGeom>
          <a:solidFill>
            <a:srgbClr val="566AB4">
              <a:alpha val="43000"/>
            </a:srgbClr>
          </a:solidFill>
          <a:ln w="0">
            <a:noFill/>
            <a:prstDash val="solid"/>
          </a:ln>
        </p:spPr>
      </p:sp>
      <p:sp>
        <p:nvSpPr>
          <p:cNvPr id="515" name="e_full_violin_ellipse_4867">
            <a:extLst>
              <a:ext uri="{FF2B5EF4-FFF2-40B4-BE49-F238E27FC236}">
                <a16:creationId xmlns:a16="http://schemas.microsoft.com/office/drawing/2014/main" id="{C0259626-EC2C-48FC-BAA7-003C91DA89E2}"/>
              </a:ext>
            </a:extLst>
          </p:cNvPr>
          <p:cNvSpPr>
            <a:spLocks noGrp="1"/>
          </p:cNvSpPr>
          <p:nvPr/>
        </p:nvSpPr>
        <p:spPr>
          <a:xfrm>
            <a:off x="4188287" y="4456793"/>
            <a:ext cx="46519" cy="46519"/>
          </a:xfrm>
          <a:prstGeom prst="ellipse">
            <a:avLst/>
          </a:prstGeom>
          <a:solidFill>
            <a:srgbClr val="566AB4">
              <a:alpha val="43000"/>
            </a:srgbClr>
          </a:solidFill>
          <a:ln w="0">
            <a:noFill/>
            <a:prstDash val="solid"/>
          </a:ln>
        </p:spPr>
      </p:sp>
      <p:sp>
        <p:nvSpPr>
          <p:cNvPr id="516" name="e_full_violin_ellipse_4868">
            <a:extLst>
              <a:ext uri="{FF2B5EF4-FFF2-40B4-BE49-F238E27FC236}">
                <a16:creationId xmlns:a16="http://schemas.microsoft.com/office/drawing/2014/main" id="{959C80D4-A245-4315-BEC6-20E4B808846F}"/>
              </a:ext>
            </a:extLst>
          </p:cNvPr>
          <p:cNvSpPr>
            <a:spLocks noGrp="1"/>
          </p:cNvSpPr>
          <p:nvPr/>
        </p:nvSpPr>
        <p:spPr>
          <a:xfrm>
            <a:off x="4269691" y="2024752"/>
            <a:ext cx="46519" cy="46519"/>
          </a:xfrm>
          <a:prstGeom prst="ellipse">
            <a:avLst/>
          </a:prstGeom>
          <a:solidFill>
            <a:srgbClr val="566AB4">
              <a:alpha val="43000"/>
            </a:srgbClr>
          </a:solidFill>
          <a:ln w="0">
            <a:noFill/>
            <a:prstDash val="solid"/>
          </a:ln>
        </p:spPr>
      </p:sp>
      <p:sp>
        <p:nvSpPr>
          <p:cNvPr id="517" name="e_full_violin_ellipse_4869">
            <a:extLst>
              <a:ext uri="{FF2B5EF4-FFF2-40B4-BE49-F238E27FC236}">
                <a16:creationId xmlns:a16="http://schemas.microsoft.com/office/drawing/2014/main" id="{1860AD7D-DBCF-4C7C-9A06-7998306C1F99}"/>
              </a:ext>
            </a:extLst>
          </p:cNvPr>
          <p:cNvSpPr>
            <a:spLocks noGrp="1"/>
          </p:cNvSpPr>
          <p:nvPr/>
        </p:nvSpPr>
        <p:spPr>
          <a:xfrm>
            <a:off x="4270444" y="2835432"/>
            <a:ext cx="46519" cy="46519"/>
          </a:xfrm>
          <a:prstGeom prst="ellipse">
            <a:avLst/>
          </a:prstGeom>
          <a:solidFill>
            <a:srgbClr val="566AB4">
              <a:alpha val="43000"/>
            </a:srgbClr>
          </a:solidFill>
          <a:ln w="0">
            <a:noFill/>
            <a:prstDash val="solid"/>
          </a:ln>
        </p:spPr>
      </p:sp>
      <p:sp>
        <p:nvSpPr>
          <p:cNvPr id="518" name="e_full_violin_ellipse_4870">
            <a:extLst>
              <a:ext uri="{FF2B5EF4-FFF2-40B4-BE49-F238E27FC236}">
                <a16:creationId xmlns:a16="http://schemas.microsoft.com/office/drawing/2014/main" id="{BD04F5F4-0332-4917-BF74-608373CEA281}"/>
              </a:ext>
            </a:extLst>
          </p:cNvPr>
          <p:cNvSpPr>
            <a:spLocks noGrp="1"/>
          </p:cNvSpPr>
          <p:nvPr/>
        </p:nvSpPr>
        <p:spPr>
          <a:xfrm>
            <a:off x="4082566" y="4456793"/>
            <a:ext cx="46519" cy="46519"/>
          </a:xfrm>
          <a:prstGeom prst="ellipse">
            <a:avLst/>
          </a:prstGeom>
          <a:solidFill>
            <a:srgbClr val="566AB4">
              <a:alpha val="43000"/>
            </a:srgbClr>
          </a:solidFill>
          <a:ln w="0">
            <a:noFill/>
            <a:prstDash val="solid"/>
          </a:ln>
        </p:spPr>
      </p:sp>
      <p:sp>
        <p:nvSpPr>
          <p:cNvPr id="519" name="e_full_violin_ellipse_4871">
            <a:extLst>
              <a:ext uri="{FF2B5EF4-FFF2-40B4-BE49-F238E27FC236}">
                <a16:creationId xmlns:a16="http://schemas.microsoft.com/office/drawing/2014/main" id="{312727FB-58E5-4060-A9A0-E40C6A1D916F}"/>
              </a:ext>
            </a:extLst>
          </p:cNvPr>
          <p:cNvSpPr>
            <a:spLocks noGrp="1"/>
          </p:cNvSpPr>
          <p:nvPr/>
        </p:nvSpPr>
        <p:spPr>
          <a:xfrm>
            <a:off x="4116576" y="3510999"/>
            <a:ext cx="46519" cy="46519"/>
          </a:xfrm>
          <a:prstGeom prst="ellipse">
            <a:avLst/>
          </a:prstGeom>
          <a:solidFill>
            <a:srgbClr val="566AB4">
              <a:alpha val="43000"/>
            </a:srgbClr>
          </a:solidFill>
          <a:ln w="0">
            <a:noFill/>
            <a:prstDash val="solid"/>
          </a:ln>
        </p:spPr>
      </p:sp>
      <p:sp>
        <p:nvSpPr>
          <p:cNvPr id="520" name="e_full_violin_ellipse_4872">
            <a:extLst>
              <a:ext uri="{FF2B5EF4-FFF2-40B4-BE49-F238E27FC236}">
                <a16:creationId xmlns:a16="http://schemas.microsoft.com/office/drawing/2014/main" id="{C22D8DC2-9DD1-4390-8D24-DD0534A45476}"/>
              </a:ext>
            </a:extLst>
          </p:cNvPr>
          <p:cNvSpPr>
            <a:spLocks noGrp="1"/>
          </p:cNvSpPr>
          <p:nvPr/>
        </p:nvSpPr>
        <p:spPr>
          <a:xfrm>
            <a:off x="4146077" y="4456793"/>
            <a:ext cx="46519" cy="46519"/>
          </a:xfrm>
          <a:prstGeom prst="ellipse">
            <a:avLst/>
          </a:prstGeom>
          <a:solidFill>
            <a:srgbClr val="566AB4">
              <a:alpha val="43000"/>
            </a:srgbClr>
          </a:solidFill>
          <a:ln w="0">
            <a:noFill/>
            <a:prstDash val="solid"/>
          </a:ln>
        </p:spPr>
      </p:sp>
      <p:sp>
        <p:nvSpPr>
          <p:cNvPr id="521" name="e_full_violin_ellipse_4873">
            <a:extLst>
              <a:ext uri="{FF2B5EF4-FFF2-40B4-BE49-F238E27FC236}">
                <a16:creationId xmlns:a16="http://schemas.microsoft.com/office/drawing/2014/main" id="{B3A467D0-ABB3-4E52-9FBB-872BA53305B0}"/>
              </a:ext>
            </a:extLst>
          </p:cNvPr>
          <p:cNvSpPr>
            <a:spLocks noGrp="1"/>
          </p:cNvSpPr>
          <p:nvPr/>
        </p:nvSpPr>
        <p:spPr>
          <a:xfrm>
            <a:off x="4226124" y="4456793"/>
            <a:ext cx="46519" cy="46519"/>
          </a:xfrm>
          <a:prstGeom prst="ellipse">
            <a:avLst/>
          </a:prstGeom>
          <a:solidFill>
            <a:srgbClr val="566AB4">
              <a:alpha val="43000"/>
            </a:srgbClr>
          </a:solidFill>
          <a:ln w="0">
            <a:noFill/>
            <a:prstDash val="solid"/>
          </a:ln>
        </p:spPr>
      </p:sp>
      <p:sp>
        <p:nvSpPr>
          <p:cNvPr id="522" name="e_full_violin_ellipse_4874">
            <a:extLst>
              <a:ext uri="{FF2B5EF4-FFF2-40B4-BE49-F238E27FC236}">
                <a16:creationId xmlns:a16="http://schemas.microsoft.com/office/drawing/2014/main" id="{5820983C-C72C-4F88-BB4C-F077AC2B6B7C}"/>
              </a:ext>
            </a:extLst>
          </p:cNvPr>
          <p:cNvSpPr>
            <a:spLocks noGrp="1"/>
          </p:cNvSpPr>
          <p:nvPr/>
        </p:nvSpPr>
        <p:spPr>
          <a:xfrm>
            <a:off x="4323201" y="4456793"/>
            <a:ext cx="46519" cy="46519"/>
          </a:xfrm>
          <a:prstGeom prst="ellipse">
            <a:avLst/>
          </a:prstGeom>
          <a:solidFill>
            <a:srgbClr val="566AB4">
              <a:alpha val="43000"/>
            </a:srgbClr>
          </a:solidFill>
          <a:ln w="0">
            <a:noFill/>
            <a:prstDash val="solid"/>
          </a:ln>
        </p:spPr>
      </p:sp>
      <p:sp>
        <p:nvSpPr>
          <p:cNvPr id="523" name="e_full_violin_ellipse_4875">
            <a:extLst>
              <a:ext uri="{FF2B5EF4-FFF2-40B4-BE49-F238E27FC236}">
                <a16:creationId xmlns:a16="http://schemas.microsoft.com/office/drawing/2014/main" id="{BEFB429F-9B8A-4221-96F4-4FDA9DAD3587}"/>
              </a:ext>
            </a:extLst>
          </p:cNvPr>
          <p:cNvSpPr>
            <a:spLocks noGrp="1"/>
          </p:cNvSpPr>
          <p:nvPr/>
        </p:nvSpPr>
        <p:spPr>
          <a:xfrm>
            <a:off x="4179169" y="2700319"/>
            <a:ext cx="46519" cy="46519"/>
          </a:xfrm>
          <a:prstGeom prst="ellipse">
            <a:avLst/>
          </a:prstGeom>
          <a:solidFill>
            <a:srgbClr val="566AB4">
              <a:alpha val="43000"/>
            </a:srgbClr>
          </a:solidFill>
          <a:ln w="0">
            <a:noFill/>
            <a:prstDash val="solid"/>
          </a:ln>
        </p:spPr>
      </p:sp>
      <p:sp>
        <p:nvSpPr>
          <p:cNvPr id="524" name="e_full_violin_ellipse_4876">
            <a:extLst>
              <a:ext uri="{FF2B5EF4-FFF2-40B4-BE49-F238E27FC236}">
                <a16:creationId xmlns:a16="http://schemas.microsoft.com/office/drawing/2014/main" id="{FE5A3266-012B-45F0-8438-185B7896B473}"/>
              </a:ext>
            </a:extLst>
          </p:cNvPr>
          <p:cNvSpPr>
            <a:spLocks noGrp="1"/>
          </p:cNvSpPr>
          <p:nvPr/>
        </p:nvSpPr>
        <p:spPr>
          <a:xfrm>
            <a:off x="4174353" y="4456793"/>
            <a:ext cx="46519" cy="46519"/>
          </a:xfrm>
          <a:prstGeom prst="ellipse">
            <a:avLst/>
          </a:prstGeom>
          <a:solidFill>
            <a:srgbClr val="566AB4">
              <a:alpha val="43000"/>
            </a:srgbClr>
          </a:solidFill>
          <a:ln w="0">
            <a:noFill/>
            <a:prstDash val="solid"/>
          </a:ln>
        </p:spPr>
      </p:sp>
      <p:sp>
        <p:nvSpPr>
          <p:cNvPr id="525" name="e_full_violin_ellipse_4877">
            <a:extLst>
              <a:ext uri="{FF2B5EF4-FFF2-40B4-BE49-F238E27FC236}">
                <a16:creationId xmlns:a16="http://schemas.microsoft.com/office/drawing/2014/main" id="{AA904FBD-4E1C-4B40-8A64-B25D693BD81C}"/>
              </a:ext>
            </a:extLst>
          </p:cNvPr>
          <p:cNvSpPr>
            <a:spLocks noGrp="1"/>
          </p:cNvSpPr>
          <p:nvPr/>
        </p:nvSpPr>
        <p:spPr>
          <a:xfrm>
            <a:off x="4225692" y="2024752"/>
            <a:ext cx="46519" cy="46519"/>
          </a:xfrm>
          <a:prstGeom prst="ellipse">
            <a:avLst/>
          </a:prstGeom>
          <a:solidFill>
            <a:srgbClr val="566AB4">
              <a:alpha val="43000"/>
            </a:srgbClr>
          </a:solidFill>
          <a:ln w="0">
            <a:noFill/>
            <a:prstDash val="solid"/>
          </a:ln>
        </p:spPr>
      </p:sp>
      <p:sp>
        <p:nvSpPr>
          <p:cNvPr id="526" name="e_full_violin_ellipse_4878">
            <a:extLst>
              <a:ext uri="{FF2B5EF4-FFF2-40B4-BE49-F238E27FC236}">
                <a16:creationId xmlns:a16="http://schemas.microsoft.com/office/drawing/2014/main" id="{E7E2C393-0640-4868-898B-2A895DDA14A3}"/>
              </a:ext>
            </a:extLst>
          </p:cNvPr>
          <p:cNvSpPr>
            <a:spLocks noGrp="1"/>
          </p:cNvSpPr>
          <p:nvPr/>
        </p:nvSpPr>
        <p:spPr>
          <a:xfrm>
            <a:off x="4131793" y="2024752"/>
            <a:ext cx="46519" cy="46519"/>
          </a:xfrm>
          <a:prstGeom prst="ellipse">
            <a:avLst/>
          </a:prstGeom>
          <a:solidFill>
            <a:srgbClr val="566AB4">
              <a:alpha val="43000"/>
            </a:srgbClr>
          </a:solidFill>
          <a:ln w="0">
            <a:noFill/>
            <a:prstDash val="solid"/>
          </a:ln>
        </p:spPr>
      </p:sp>
      <p:sp>
        <p:nvSpPr>
          <p:cNvPr id="527" name="e_full_violin_ellipse_4879">
            <a:extLst>
              <a:ext uri="{FF2B5EF4-FFF2-40B4-BE49-F238E27FC236}">
                <a16:creationId xmlns:a16="http://schemas.microsoft.com/office/drawing/2014/main" id="{DF71111C-E768-4D58-BDE3-68F78EA75225}"/>
              </a:ext>
            </a:extLst>
          </p:cNvPr>
          <p:cNvSpPr>
            <a:spLocks noGrp="1"/>
          </p:cNvSpPr>
          <p:nvPr/>
        </p:nvSpPr>
        <p:spPr>
          <a:xfrm>
            <a:off x="3958664" y="2835432"/>
            <a:ext cx="46519" cy="46519"/>
          </a:xfrm>
          <a:prstGeom prst="ellipse">
            <a:avLst/>
          </a:prstGeom>
          <a:solidFill>
            <a:srgbClr val="566AB4">
              <a:alpha val="43000"/>
            </a:srgbClr>
          </a:solidFill>
          <a:ln w="0">
            <a:noFill/>
            <a:prstDash val="solid"/>
          </a:ln>
        </p:spPr>
      </p:sp>
      <p:sp>
        <p:nvSpPr>
          <p:cNvPr id="528" name="e_full_violin_ellipse_4880">
            <a:extLst>
              <a:ext uri="{FF2B5EF4-FFF2-40B4-BE49-F238E27FC236}">
                <a16:creationId xmlns:a16="http://schemas.microsoft.com/office/drawing/2014/main" id="{617FADBB-2277-4BFF-9AAC-49857C04B6B3}"/>
              </a:ext>
            </a:extLst>
          </p:cNvPr>
          <p:cNvSpPr>
            <a:spLocks noGrp="1"/>
          </p:cNvSpPr>
          <p:nvPr/>
        </p:nvSpPr>
        <p:spPr>
          <a:xfrm>
            <a:off x="4276748" y="2024752"/>
            <a:ext cx="46519" cy="46519"/>
          </a:xfrm>
          <a:prstGeom prst="ellipse">
            <a:avLst/>
          </a:prstGeom>
          <a:solidFill>
            <a:srgbClr val="566AB4">
              <a:alpha val="43000"/>
            </a:srgbClr>
          </a:solidFill>
          <a:ln w="0">
            <a:noFill/>
            <a:prstDash val="solid"/>
          </a:ln>
        </p:spPr>
      </p:sp>
      <p:sp>
        <p:nvSpPr>
          <p:cNvPr id="529" name="e_full_violin_ellipse_4881">
            <a:extLst>
              <a:ext uri="{FF2B5EF4-FFF2-40B4-BE49-F238E27FC236}">
                <a16:creationId xmlns:a16="http://schemas.microsoft.com/office/drawing/2014/main" id="{6C894250-84F2-421F-A24C-9E5CD6CCD970}"/>
              </a:ext>
            </a:extLst>
          </p:cNvPr>
          <p:cNvSpPr>
            <a:spLocks noGrp="1"/>
          </p:cNvSpPr>
          <p:nvPr/>
        </p:nvSpPr>
        <p:spPr>
          <a:xfrm>
            <a:off x="4180098" y="3848783"/>
            <a:ext cx="46519" cy="46519"/>
          </a:xfrm>
          <a:prstGeom prst="ellipse">
            <a:avLst/>
          </a:prstGeom>
          <a:solidFill>
            <a:srgbClr val="566AB4">
              <a:alpha val="43000"/>
            </a:srgbClr>
          </a:solidFill>
          <a:ln w="0">
            <a:noFill/>
            <a:prstDash val="solid"/>
          </a:ln>
        </p:spPr>
      </p:sp>
      <p:sp>
        <p:nvSpPr>
          <p:cNvPr id="530" name="e_full_violin_ellipse_4882">
            <a:extLst>
              <a:ext uri="{FF2B5EF4-FFF2-40B4-BE49-F238E27FC236}">
                <a16:creationId xmlns:a16="http://schemas.microsoft.com/office/drawing/2014/main" id="{CF37B753-A6B8-4F5A-8AF8-F96AC701C463}"/>
              </a:ext>
            </a:extLst>
          </p:cNvPr>
          <p:cNvSpPr>
            <a:spLocks noGrp="1"/>
          </p:cNvSpPr>
          <p:nvPr/>
        </p:nvSpPr>
        <p:spPr>
          <a:xfrm>
            <a:off x="4021149" y="2328757"/>
            <a:ext cx="46519" cy="46519"/>
          </a:xfrm>
          <a:prstGeom prst="ellipse">
            <a:avLst/>
          </a:prstGeom>
          <a:solidFill>
            <a:srgbClr val="566AB4">
              <a:alpha val="43000"/>
            </a:srgbClr>
          </a:solidFill>
          <a:ln w="0">
            <a:noFill/>
            <a:prstDash val="solid"/>
          </a:ln>
        </p:spPr>
      </p:sp>
      <p:sp>
        <p:nvSpPr>
          <p:cNvPr id="531" name="e_full_violin_ellipse_4883">
            <a:extLst>
              <a:ext uri="{FF2B5EF4-FFF2-40B4-BE49-F238E27FC236}">
                <a16:creationId xmlns:a16="http://schemas.microsoft.com/office/drawing/2014/main" id="{737BDB5D-6906-4AF3-A091-45353AB7A68F}"/>
              </a:ext>
            </a:extLst>
          </p:cNvPr>
          <p:cNvSpPr>
            <a:spLocks noGrp="1"/>
          </p:cNvSpPr>
          <p:nvPr/>
        </p:nvSpPr>
        <p:spPr>
          <a:xfrm>
            <a:off x="4332467" y="4186566"/>
            <a:ext cx="46519" cy="46519"/>
          </a:xfrm>
          <a:prstGeom prst="ellipse">
            <a:avLst/>
          </a:prstGeom>
          <a:solidFill>
            <a:srgbClr val="566AB4">
              <a:alpha val="43000"/>
            </a:srgbClr>
          </a:solidFill>
          <a:ln w="0">
            <a:noFill/>
            <a:prstDash val="solid"/>
          </a:ln>
        </p:spPr>
      </p:sp>
      <p:sp>
        <p:nvSpPr>
          <p:cNvPr id="532" name="e_full_violin_ellipse_4884">
            <a:extLst>
              <a:ext uri="{FF2B5EF4-FFF2-40B4-BE49-F238E27FC236}">
                <a16:creationId xmlns:a16="http://schemas.microsoft.com/office/drawing/2014/main" id="{16FE44AA-7190-40EC-AB7F-2E5911AD47FE}"/>
              </a:ext>
            </a:extLst>
          </p:cNvPr>
          <p:cNvSpPr>
            <a:spLocks noGrp="1"/>
          </p:cNvSpPr>
          <p:nvPr/>
        </p:nvSpPr>
        <p:spPr>
          <a:xfrm>
            <a:off x="4081329" y="2024752"/>
            <a:ext cx="46519" cy="46519"/>
          </a:xfrm>
          <a:prstGeom prst="ellipse">
            <a:avLst/>
          </a:prstGeom>
          <a:solidFill>
            <a:srgbClr val="566AB4">
              <a:alpha val="43000"/>
            </a:srgbClr>
          </a:solidFill>
          <a:ln w="0">
            <a:noFill/>
            <a:prstDash val="solid"/>
          </a:ln>
        </p:spPr>
      </p:sp>
      <p:sp>
        <p:nvSpPr>
          <p:cNvPr id="533" name="e_full_violin_ellipse_4885">
            <a:extLst>
              <a:ext uri="{FF2B5EF4-FFF2-40B4-BE49-F238E27FC236}">
                <a16:creationId xmlns:a16="http://schemas.microsoft.com/office/drawing/2014/main" id="{B18A9E4D-37B5-40CD-B5CE-39BA3A08DA52}"/>
              </a:ext>
            </a:extLst>
          </p:cNvPr>
          <p:cNvSpPr>
            <a:spLocks noGrp="1"/>
          </p:cNvSpPr>
          <p:nvPr/>
        </p:nvSpPr>
        <p:spPr>
          <a:xfrm>
            <a:off x="4304588" y="2024752"/>
            <a:ext cx="46519" cy="46519"/>
          </a:xfrm>
          <a:prstGeom prst="ellipse">
            <a:avLst/>
          </a:prstGeom>
          <a:solidFill>
            <a:srgbClr val="566AB4">
              <a:alpha val="43000"/>
            </a:srgbClr>
          </a:solidFill>
          <a:ln w="0">
            <a:noFill/>
            <a:prstDash val="solid"/>
          </a:ln>
        </p:spPr>
      </p:sp>
      <p:sp>
        <p:nvSpPr>
          <p:cNvPr id="534" name="e_full_violin_ellipse_4886">
            <a:extLst>
              <a:ext uri="{FF2B5EF4-FFF2-40B4-BE49-F238E27FC236}">
                <a16:creationId xmlns:a16="http://schemas.microsoft.com/office/drawing/2014/main" id="{EB2E80FB-61B5-43B1-A38F-625F73A7651F}"/>
              </a:ext>
            </a:extLst>
          </p:cNvPr>
          <p:cNvSpPr>
            <a:spLocks noGrp="1"/>
          </p:cNvSpPr>
          <p:nvPr/>
        </p:nvSpPr>
        <p:spPr>
          <a:xfrm>
            <a:off x="3980635" y="3240773"/>
            <a:ext cx="46519" cy="46519"/>
          </a:xfrm>
          <a:prstGeom prst="ellipse">
            <a:avLst/>
          </a:prstGeom>
          <a:solidFill>
            <a:srgbClr val="566AB4">
              <a:alpha val="43000"/>
            </a:srgbClr>
          </a:solidFill>
          <a:ln w="0">
            <a:noFill/>
            <a:prstDash val="solid"/>
          </a:ln>
        </p:spPr>
      </p:sp>
      <p:sp>
        <p:nvSpPr>
          <p:cNvPr id="535" name="e_full_violin_ellipse_4887">
            <a:extLst>
              <a:ext uri="{FF2B5EF4-FFF2-40B4-BE49-F238E27FC236}">
                <a16:creationId xmlns:a16="http://schemas.microsoft.com/office/drawing/2014/main" id="{4A286177-3DC1-44EA-93F4-251E4D80F52E}"/>
              </a:ext>
            </a:extLst>
          </p:cNvPr>
          <p:cNvSpPr>
            <a:spLocks noGrp="1"/>
          </p:cNvSpPr>
          <p:nvPr/>
        </p:nvSpPr>
        <p:spPr>
          <a:xfrm>
            <a:off x="4334295" y="2835432"/>
            <a:ext cx="46519" cy="46519"/>
          </a:xfrm>
          <a:prstGeom prst="ellipse">
            <a:avLst/>
          </a:prstGeom>
          <a:solidFill>
            <a:srgbClr val="566AB4">
              <a:alpha val="43000"/>
            </a:srgbClr>
          </a:solidFill>
          <a:ln w="0">
            <a:noFill/>
            <a:prstDash val="solid"/>
          </a:ln>
        </p:spPr>
      </p:sp>
      <p:sp>
        <p:nvSpPr>
          <p:cNvPr id="536" name="e_full_violin_ellipse_4888">
            <a:extLst>
              <a:ext uri="{FF2B5EF4-FFF2-40B4-BE49-F238E27FC236}">
                <a16:creationId xmlns:a16="http://schemas.microsoft.com/office/drawing/2014/main" id="{44DB286C-85A2-43C7-AEBC-43F873A7F058}"/>
              </a:ext>
            </a:extLst>
          </p:cNvPr>
          <p:cNvSpPr>
            <a:spLocks noGrp="1"/>
          </p:cNvSpPr>
          <p:nvPr/>
        </p:nvSpPr>
        <p:spPr>
          <a:xfrm>
            <a:off x="4327328" y="2997568"/>
            <a:ext cx="46519" cy="46519"/>
          </a:xfrm>
          <a:prstGeom prst="ellipse">
            <a:avLst/>
          </a:prstGeom>
          <a:solidFill>
            <a:srgbClr val="566AB4">
              <a:alpha val="43000"/>
            </a:srgbClr>
          </a:solidFill>
          <a:ln w="0">
            <a:noFill/>
            <a:prstDash val="solid"/>
          </a:ln>
        </p:spPr>
      </p:sp>
      <p:sp>
        <p:nvSpPr>
          <p:cNvPr id="537" name="e_full_violin_ellipse_4889">
            <a:extLst>
              <a:ext uri="{FF2B5EF4-FFF2-40B4-BE49-F238E27FC236}">
                <a16:creationId xmlns:a16="http://schemas.microsoft.com/office/drawing/2014/main" id="{7BFBE20D-2978-48DC-9C67-D83D9642F943}"/>
              </a:ext>
            </a:extLst>
          </p:cNvPr>
          <p:cNvSpPr>
            <a:spLocks noGrp="1"/>
          </p:cNvSpPr>
          <p:nvPr/>
        </p:nvSpPr>
        <p:spPr>
          <a:xfrm>
            <a:off x="4239634" y="2024752"/>
            <a:ext cx="46519" cy="46519"/>
          </a:xfrm>
          <a:prstGeom prst="ellipse">
            <a:avLst/>
          </a:prstGeom>
          <a:solidFill>
            <a:srgbClr val="566AB4">
              <a:alpha val="43000"/>
            </a:srgbClr>
          </a:solidFill>
          <a:ln w="0">
            <a:noFill/>
            <a:prstDash val="solid"/>
          </a:ln>
        </p:spPr>
      </p:sp>
      <p:sp>
        <p:nvSpPr>
          <p:cNvPr id="538" name="e_full_violin_ellipse_4890">
            <a:extLst>
              <a:ext uri="{FF2B5EF4-FFF2-40B4-BE49-F238E27FC236}">
                <a16:creationId xmlns:a16="http://schemas.microsoft.com/office/drawing/2014/main" id="{C896E9B5-ECC8-4ECA-BF36-F7AEB12E4E4E}"/>
              </a:ext>
            </a:extLst>
          </p:cNvPr>
          <p:cNvSpPr>
            <a:spLocks noGrp="1"/>
          </p:cNvSpPr>
          <p:nvPr/>
        </p:nvSpPr>
        <p:spPr>
          <a:xfrm>
            <a:off x="4144352" y="2024752"/>
            <a:ext cx="46519" cy="46519"/>
          </a:xfrm>
          <a:prstGeom prst="ellipse">
            <a:avLst/>
          </a:prstGeom>
          <a:solidFill>
            <a:srgbClr val="566AB4">
              <a:alpha val="43000"/>
            </a:srgbClr>
          </a:solidFill>
          <a:ln w="0">
            <a:noFill/>
            <a:prstDash val="solid"/>
          </a:ln>
        </p:spPr>
      </p:sp>
      <p:sp>
        <p:nvSpPr>
          <p:cNvPr id="539" name="e_full_violin_ellipse_4891">
            <a:extLst>
              <a:ext uri="{FF2B5EF4-FFF2-40B4-BE49-F238E27FC236}">
                <a16:creationId xmlns:a16="http://schemas.microsoft.com/office/drawing/2014/main" id="{B31D1554-E40E-421D-8A6C-FDC1318F2A25}"/>
              </a:ext>
            </a:extLst>
          </p:cNvPr>
          <p:cNvSpPr>
            <a:spLocks noGrp="1"/>
          </p:cNvSpPr>
          <p:nvPr/>
        </p:nvSpPr>
        <p:spPr>
          <a:xfrm>
            <a:off x="4032972" y="2835432"/>
            <a:ext cx="46519" cy="46519"/>
          </a:xfrm>
          <a:prstGeom prst="ellipse">
            <a:avLst/>
          </a:prstGeom>
          <a:solidFill>
            <a:srgbClr val="566AB4">
              <a:alpha val="43000"/>
            </a:srgbClr>
          </a:solidFill>
          <a:ln w="0">
            <a:noFill/>
            <a:prstDash val="solid"/>
          </a:ln>
        </p:spPr>
      </p:sp>
      <p:sp>
        <p:nvSpPr>
          <p:cNvPr id="540" name="e_full_violin_ellipse_4892">
            <a:extLst>
              <a:ext uri="{FF2B5EF4-FFF2-40B4-BE49-F238E27FC236}">
                <a16:creationId xmlns:a16="http://schemas.microsoft.com/office/drawing/2014/main" id="{A8B1A806-5348-45B1-A234-04BD45E84AE3}"/>
              </a:ext>
            </a:extLst>
          </p:cNvPr>
          <p:cNvSpPr>
            <a:spLocks noGrp="1"/>
          </p:cNvSpPr>
          <p:nvPr/>
        </p:nvSpPr>
        <p:spPr>
          <a:xfrm>
            <a:off x="4257957" y="2024752"/>
            <a:ext cx="46519" cy="46519"/>
          </a:xfrm>
          <a:prstGeom prst="ellipse">
            <a:avLst/>
          </a:prstGeom>
          <a:solidFill>
            <a:srgbClr val="566AB4">
              <a:alpha val="43000"/>
            </a:srgbClr>
          </a:solidFill>
          <a:ln w="0">
            <a:noFill/>
            <a:prstDash val="solid"/>
          </a:ln>
        </p:spPr>
      </p:sp>
      <p:sp>
        <p:nvSpPr>
          <p:cNvPr id="541" name="e_full_violin_ellipse_4893">
            <a:extLst>
              <a:ext uri="{FF2B5EF4-FFF2-40B4-BE49-F238E27FC236}">
                <a16:creationId xmlns:a16="http://schemas.microsoft.com/office/drawing/2014/main" id="{EF4E22EB-8BD4-412F-8F80-E7CFF002E2E0}"/>
              </a:ext>
            </a:extLst>
          </p:cNvPr>
          <p:cNvSpPr>
            <a:spLocks noGrp="1"/>
          </p:cNvSpPr>
          <p:nvPr/>
        </p:nvSpPr>
        <p:spPr>
          <a:xfrm>
            <a:off x="4318751" y="2024752"/>
            <a:ext cx="46519" cy="46519"/>
          </a:xfrm>
          <a:prstGeom prst="ellipse">
            <a:avLst/>
          </a:prstGeom>
          <a:solidFill>
            <a:srgbClr val="566AB4">
              <a:alpha val="43000"/>
            </a:srgbClr>
          </a:solidFill>
          <a:ln w="0">
            <a:noFill/>
            <a:prstDash val="solid"/>
          </a:ln>
        </p:spPr>
      </p:sp>
      <p:sp>
        <p:nvSpPr>
          <p:cNvPr id="542" name="e_full_violin_ellipse_4894">
            <a:extLst>
              <a:ext uri="{FF2B5EF4-FFF2-40B4-BE49-F238E27FC236}">
                <a16:creationId xmlns:a16="http://schemas.microsoft.com/office/drawing/2014/main" id="{1360257C-B8E9-4E5A-8E23-CA7403E1774F}"/>
              </a:ext>
            </a:extLst>
          </p:cNvPr>
          <p:cNvSpPr>
            <a:spLocks noGrp="1"/>
          </p:cNvSpPr>
          <p:nvPr/>
        </p:nvSpPr>
        <p:spPr>
          <a:xfrm>
            <a:off x="4034005" y="3414490"/>
            <a:ext cx="46519" cy="46519"/>
          </a:xfrm>
          <a:prstGeom prst="ellipse">
            <a:avLst/>
          </a:prstGeom>
          <a:solidFill>
            <a:srgbClr val="566AB4">
              <a:alpha val="43000"/>
            </a:srgbClr>
          </a:solidFill>
          <a:ln w="0">
            <a:noFill/>
            <a:prstDash val="solid"/>
          </a:ln>
        </p:spPr>
      </p:sp>
      <p:sp>
        <p:nvSpPr>
          <p:cNvPr id="543" name="e_full_violin_ellipse_4895">
            <a:extLst>
              <a:ext uri="{FF2B5EF4-FFF2-40B4-BE49-F238E27FC236}">
                <a16:creationId xmlns:a16="http://schemas.microsoft.com/office/drawing/2014/main" id="{84557BCA-8CBE-43BF-9E4B-D1DFE0CF6FB6}"/>
              </a:ext>
            </a:extLst>
          </p:cNvPr>
          <p:cNvSpPr>
            <a:spLocks noGrp="1"/>
          </p:cNvSpPr>
          <p:nvPr/>
        </p:nvSpPr>
        <p:spPr>
          <a:xfrm>
            <a:off x="4002278" y="2372186"/>
            <a:ext cx="46519" cy="46519"/>
          </a:xfrm>
          <a:prstGeom prst="ellipse">
            <a:avLst/>
          </a:prstGeom>
          <a:solidFill>
            <a:srgbClr val="566AB4">
              <a:alpha val="43000"/>
            </a:srgbClr>
          </a:solidFill>
          <a:ln w="0">
            <a:noFill/>
            <a:prstDash val="solid"/>
          </a:ln>
        </p:spPr>
      </p:sp>
      <p:sp>
        <p:nvSpPr>
          <p:cNvPr id="544" name="e_full_violin_ellipse_4896">
            <a:extLst>
              <a:ext uri="{FF2B5EF4-FFF2-40B4-BE49-F238E27FC236}">
                <a16:creationId xmlns:a16="http://schemas.microsoft.com/office/drawing/2014/main" id="{425F8939-F16B-437C-BEA6-06170675845D}"/>
              </a:ext>
            </a:extLst>
          </p:cNvPr>
          <p:cNvSpPr>
            <a:spLocks noGrp="1"/>
          </p:cNvSpPr>
          <p:nvPr/>
        </p:nvSpPr>
        <p:spPr>
          <a:xfrm>
            <a:off x="4229869" y="2024752"/>
            <a:ext cx="46519" cy="46519"/>
          </a:xfrm>
          <a:prstGeom prst="ellipse">
            <a:avLst/>
          </a:prstGeom>
          <a:solidFill>
            <a:srgbClr val="566AB4">
              <a:alpha val="43000"/>
            </a:srgbClr>
          </a:solidFill>
          <a:ln w="0">
            <a:noFill/>
            <a:prstDash val="solid"/>
          </a:ln>
        </p:spPr>
      </p:sp>
      <p:sp>
        <p:nvSpPr>
          <p:cNvPr id="545" name="e_full_violin_ellipse_4897">
            <a:extLst>
              <a:ext uri="{FF2B5EF4-FFF2-40B4-BE49-F238E27FC236}">
                <a16:creationId xmlns:a16="http://schemas.microsoft.com/office/drawing/2014/main" id="{C6F8FEE2-8CBE-49CB-88B4-0250E027494D}"/>
              </a:ext>
            </a:extLst>
          </p:cNvPr>
          <p:cNvSpPr>
            <a:spLocks noGrp="1"/>
          </p:cNvSpPr>
          <p:nvPr/>
        </p:nvSpPr>
        <p:spPr>
          <a:xfrm>
            <a:off x="3952362" y="3114977"/>
            <a:ext cx="46519" cy="46519"/>
          </a:xfrm>
          <a:prstGeom prst="ellipse">
            <a:avLst/>
          </a:prstGeom>
          <a:solidFill>
            <a:srgbClr val="566AB4">
              <a:alpha val="43000"/>
            </a:srgbClr>
          </a:solidFill>
          <a:ln w="0">
            <a:noFill/>
            <a:prstDash val="solid"/>
          </a:ln>
        </p:spPr>
      </p:sp>
      <p:sp>
        <p:nvSpPr>
          <p:cNvPr id="546" name="e_full_violin_ellipse_4898">
            <a:extLst>
              <a:ext uri="{FF2B5EF4-FFF2-40B4-BE49-F238E27FC236}">
                <a16:creationId xmlns:a16="http://schemas.microsoft.com/office/drawing/2014/main" id="{C036D8FC-CC29-44F4-92C1-37282C9B3131}"/>
              </a:ext>
            </a:extLst>
          </p:cNvPr>
          <p:cNvSpPr>
            <a:spLocks noGrp="1"/>
          </p:cNvSpPr>
          <p:nvPr/>
        </p:nvSpPr>
        <p:spPr>
          <a:xfrm>
            <a:off x="4078055" y="3483977"/>
            <a:ext cx="46519" cy="46519"/>
          </a:xfrm>
          <a:prstGeom prst="ellipse">
            <a:avLst/>
          </a:prstGeom>
          <a:solidFill>
            <a:srgbClr val="566AB4">
              <a:alpha val="43000"/>
            </a:srgbClr>
          </a:solidFill>
          <a:ln w="0">
            <a:noFill/>
            <a:prstDash val="solid"/>
          </a:ln>
        </p:spPr>
      </p:sp>
      <p:sp>
        <p:nvSpPr>
          <p:cNvPr id="547" name="e_full_violin_ellipse_4899">
            <a:extLst>
              <a:ext uri="{FF2B5EF4-FFF2-40B4-BE49-F238E27FC236}">
                <a16:creationId xmlns:a16="http://schemas.microsoft.com/office/drawing/2014/main" id="{BF0E7960-58D7-43EB-A411-9133E1E23219}"/>
              </a:ext>
            </a:extLst>
          </p:cNvPr>
          <p:cNvSpPr>
            <a:spLocks noGrp="1"/>
          </p:cNvSpPr>
          <p:nvPr/>
        </p:nvSpPr>
        <p:spPr>
          <a:xfrm>
            <a:off x="4078883" y="2024752"/>
            <a:ext cx="46519" cy="46519"/>
          </a:xfrm>
          <a:prstGeom prst="ellipse">
            <a:avLst/>
          </a:prstGeom>
          <a:solidFill>
            <a:srgbClr val="566AB4">
              <a:alpha val="43000"/>
            </a:srgbClr>
          </a:solidFill>
          <a:ln w="0">
            <a:noFill/>
            <a:prstDash val="solid"/>
          </a:ln>
        </p:spPr>
      </p:sp>
      <p:sp>
        <p:nvSpPr>
          <p:cNvPr id="548" name="e_full_violin_ellipse_4900">
            <a:extLst>
              <a:ext uri="{FF2B5EF4-FFF2-40B4-BE49-F238E27FC236}">
                <a16:creationId xmlns:a16="http://schemas.microsoft.com/office/drawing/2014/main" id="{0F50B1C1-4A9B-4A4B-8BC1-AAC08B1A017E}"/>
              </a:ext>
            </a:extLst>
          </p:cNvPr>
          <p:cNvSpPr>
            <a:spLocks noGrp="1"/>
          </p:cNvSpPr>
          <p:nvPr/>
        </p:nvSpPr>
        <p:spPr>
          <a:xfrm>
            <a:off x="4188336" y="4416924"/>
            <a:ext cx="46519" cy="46519"/>
          </a:xfrm>
          <a:prstGeom prst="ellipse">
            <a:avLst/>
          </a:prstGeom>
          <a:solidFill>
            <a:srgbClr val="566AB4">
              <a:alpha val="43000"/>
            </a:srgbClr>
          </a:solidFill>
          <a:ln w="0">
            <a:noFill/>
            <a:prstDash val="solid"/>
          </a:ln>
        </p:spPr>
      </p:sp>
      <p:sp>
        <p:nvSpPr>
          <p:cNvPr id="549" name="e_full_violin_ellipse_4901">
            <a:extLst>
              <a:ext uri="{FF2B5EF4-FFF2-40B4-BE49-F238E27FC236}">
                <a16:creationId xmlns:a16="http://schemas.microsoft.com/office/drawing/2014/main" id="{F60CE68A-57E2-4AE5-A5E5-5C9EE881516E}"/>
              </a:ext>
            </a:extLst>
          </p:cNvPr>
          <p:cNvSpPr>
            <a:spLocks noGrp="1"/>
          </p:cNvSpPr>
          <p:nvPr/>
        </p:nvSpPr>
        <p:spPr>
          <a:xfrm>
            <a:off x="4243067" y="4051453"/>
            <a:ext cx="46519" cy="46519"/>
          </a:xfrm>
          <a:prstGeom prst="ellipse">
            <a:avLst/>
          </a:prstGeom>
          <a:solidFill>
            <a:srgbClr val="566AB4">
              <a:alpha val="43000"/>
            </a:srgbClr>
          </a:solidFill>
          <a:ln w="0">
            <a:noFill/>
            <a:prstDash val="solid"/>
          </a:ln>
        </p:spPr>
      </p:sp>
      <p:sp>
        <p:nvSpPr>
          <p:cNvPr id="550" name="e_full_violin_ellipse_4902">
            <a:extLst>
              <a:ext uri="{FF2B5EF4-FFF2-40B4-BE49-F238E27FC236}">
                <a16:creationId xmlns:a16="http://schemas.microsoft.com/office/drawing/2014/main" id="{B580C879-4F2C-4A0F-B515-5E9C332F07C7}"/>
              </a:ext>
            </a:extLst>
          </p:cNvPr>
          <p:cNvSpPr>
            <a:spLocks noGrp="1"/>
          </p:cNvSpPr>
          <p:nvPr/>
        </p:nvSpPr>
        <p:spPr>
          <a:xfrm>
            <a:off x="4239932" y="2024752"/>
            <a:ext cx="46519" cy="46519"/>
          </a:xfrm>
          <a:prstGeom prst="ellipse">
            <a:avLst/>
          </a:prstGeom>
          <a:solidFill>
            <a:srgbClr val="566AB4">
              <a:alpha val="43000"/>
            </a:srgbClr>
          </a:solidFill>
          <a:ln w="0">
            <a:noFill/>
            <a:prstDash val="solid"/>
          </a:ln>
        </p:spPr>
      </p:sp>
      <p:sp>
        <p:nvSpPr>
          <p:cNvPr id="551" name="e_full_violin_ellipse_4903">
            <a:extLst>
              <a:ext uri="{FF2B5EF4-FFF2-40B4-BE49-F238E27FC236}">
                <a16:creationId xmlns:a16="http://schemas.microsoft.com/office/drawing/2014/main" id="{3159A1FF-968D-415E-881D-B1B29C63486F}"/>
              </a:ext>
            </a:extLst>
          </p:cNvPr>
          <p:cNvSpPr>
            <a:spLocks noGrp="1"/>
          </p:cNvSpPr>
          <p:nvPr/>
        </p:nvSpPr>
        <p:spPr>
          <a:xfrm>
            <a:off x="4235824" y="2024752"/>
            <a:ext cx="46519" cy="46519"/>
          </a:xfrm>
          <a:prstGeom prst="ellipse">
            <a:avLst/>
          </a:prstGeom>
          <a:solidFill>
            <a:srgbClr val="566AB4">
              <a:alpha val="43000"/>
            </a:srgbClr>
          </a:solidFill>
          <a:ln w="0">
            <a:noFill/>
            <a:prstDash val="solid"/>
          </a:ln>
        </p:spPr>
      </p:sp>
      <p:sp>
        <p:nvSpPr>
          <p:cNvPr id="552" name="e_full_violin_ellipse_4904">
            <a:extLst>
              <a:ext uri="{FF2B5EF4-FFF2-40B4-BE49-F238E27FC236}">
                <a16:creationId xmlns:a16="http://schemas.microsoft.com/office/drawing/2014/main" id="{6D05F369-7B00-4197-B257-B7F4D0F29C86}"/>
              </a:ext>
            </a:extLst>
          </p:cNvPr>
          <p:cNvSpPr>
            <a:spLocks noGrp="1"/>
          </p:cNvSpPr>
          <p:nvPr/>
        </p:nvSpPr>
        <p:spPr>
          <a:xfrm>
            <a:off x="4019396" y="4456793"/>
            <a:ext cx="46519" cy="46519"/>
          </a:xfrm>
          <a:prstGeom prst="ellipse">
            <a:avLst/>
          </a:prstGeom>
          <a:solidFill>
            <a:srgbClr val="566AB4">
              <a:alpha val="43000"/>
            </a:srgbClr>
          </a:solidFill>
          <a:ln w="0">
            <a:noFill/>
            <a:prstDash val="solid"/>
          </a:ln>
        </p:spPr>
      </p:sp>
      <p:sp>
        <p:nvSpPr>
          <p:cNvPr id="553" name="e_full_violin_ellipse_4905">
            <a:extLst>
              <a:ext uri="{FF2B5EF4-FFF2-40B4-BE49-F238E27FC236}">
                <a16:creationId xmlns:a16="http://schemas.microsoft.com/office/drawing/2014/main" id="{BBDBF41B-0253-4FD7-9684-30BD89DA8051}"/>
              </a:ext>
            </a:extLst>
          </p:cNvPr>
          <p:cNvSpPr>
            <a:spLocks noGrp="1"/>
          </p:cNvSpPr>
          <p:nvPr/>
        </p:nvSpPr>
        <p:spPr>
          <a:xfrm>
            <a:off x="4113547" y="4225170"/>
            <a:ext cx="46519" cy="46519"/>
          </a:xfrm>
          <a:prstGeom prst="ellipse">
            <a:avLst/>
          </a:prstGeom>
          <a:solidFill>
            <a:srgbClr val="566AB4">
              <a:alpha val="43000"/>
            </a:srgbClr>
          </a:solidFill>
          <a:ln w="0">
            <a:noFill/>
            <a:prstDash val="solid"/>
          </a:ln>
        </p:spPr>
      </p:sp>
      <p:sp>
        <p:nvSpPr>
          <p:cNvPr id="554" name="e_full_violin_ellipse_4906">
            <a:extLst>
              <a:ext uri="{FF2B5EF4-FFF2-40B4-BE49-F238E27FC236}">
                <a16:creationId xmlns:a16="http://schemas.microsoft.com/office/drawing/2014/main" id="{23A9F798-0016-422C-A02F-60F40E64685E}"/>
              </a:ext>
            </a:extLst>
          </p:cNvPr>
          <p:cNvSpPr>
            <a:spLocks noGrp="1"/>
          </p:cNvSpPr>
          <p:nvPr/>
        </p:nvSpPr>
        <p:spPr>
          <a:xfrm>
            <a:off x="4046798" y="4456793"/>
            <a:ext cx="46519" cy="46519"/>
          </a:xfrm>
          <a:prstGeom prst="ellipse">
            <a:avLst/>
          </a:prstGeom>
          <a:solidFill>
            <a:srgbClr val="566AB4">
              <a:alpha val="43000"/>
            </a:srgbClr>
          </a:solidFill>
          <a:ln w="0">
            <a:noFill/>
            <a:prstDash val="solid"/>
          </a:ln>
        </p:spPr>
      </p:sp>
      <p:sp>
        <p:nvSpPr>
          <p:cNvPr id="555" name="e_full_violin_ellipse_4907">
            <a:extLst>
              <a:ext uri="{FF2B5EF4-FFF2-40B4-BE49-F238E27FC236}">
                <a16:creationId xmlns:a16="http://schemas.microsoft.com/office/drawing/2014/main" id="{DC609D79-45B9-4A77-BEA2-660E19A8D77C}"/>
              </a:ext>
            </a:extLst>
          </p:cNvPr>
          <p:cNvSpPr>
            <a:spLocks noGrp="1"/>
          </p:cNvSpPr>
          <p:nvPr/>
        </p:nvSpPr>
        <p:spPr>
          <a:xfrm>
            <a:off x="4104836" y="4456793"/>
            <a:ext cx="46519" cy="46519"/>
          </a:xfrm>
          <a:prstGeom prst="ellipse">
            <a:avLst/>
          </a:prstGeom>
          <a:solidFill>
            <a:srgbClr val="566AB4">
              <a:alpha val="43000"/>
            </a:srgbClr>
          </a:solidFill>
          <a:ln w="0">
            <a:noFill/>
            <a:prstDash val="solid"/>
          </a:ln>
        </p:spPr>
      </p:sp>
      <p:sp>
        <p:nvSpPr>
          <p:cNvPr id="556" name="e_full_violin_ellipse_4908">
            <a:extLst>
              <a:ext uri="{FF2B5EF4-FFF2-40B4-BE49-F238E27FC236}">
                <a16:creationId xmlns:a16="http://schemas.microsoft.com/office/drawing/2014/main" id="{974461C1-FFA9-4AE6-AC4B-1BD5ACDD3B01}"/>
              </a:ext>
            </a:extLst>
          </p:cNvPr>
          <p:cNvSpPr>
            <a:spLocks noGrp="1"/>
          </p:cNvSpPr>
          <p:nvPr/>
        </p:nvSpPr>
        <p:spPr>
          <a:xfrm>
            <a:off x="4837722" y="2024752"/>
            <a:ext cx="46519" cy="46519"/>
          </a:xfrm>
          <a:prstGeom prst="ellipse">
            <a:avLst/>
          </a:prstGeom>
          <a:solidFill>
            <a:srgbClr val="B08A60">
              <a:alpha val="43000"/>
            </a:srgbClr>
          </a:solidFill>
          <a:ln w="0">
            <a:noFill/>
            <a:prstDash val="solid"/>
          </a:ln>
        </p:spPr>
      </p:sp>
      <p:sp>
        <p:nvSpPr>
          <p:cNvPr id="557" name="e_full_violin_ellipse_4909">
            <a:extLst>
              <a:ext uri="{FF2B5EF4-FFF2-40B4-BE49-F238E27FC236}">
                <a16:creationId xmlns:a16="http://schemas.microsoft.com/office/drawing/2014/main" id="{F711CEE9-9ACD-4FF0-93FD-9D25C1EC72E9}"/>
              </a:ext>
            </a:extLst>
          </p:cNvPr>
          <p:cNvSpPr>
            <a:spLocks noGrp="1"/>
          </p:cNvSpPr>
          <p:nvPr/>
        </p:nvSpPr>
        <p:spPr>
          <a:xfrm>
            <a:off x="4976853" y="4456793"/>
            <a:ext cx="46519" cy="46519"/>
          </a:xfrm>
          <a:prstGeom prst="ellipse">
            <a:avLst/>
          </a:prstGeom>
          <a:solidFill>
            <a:srgbClr val="B08A60">
              <a:alpha val="43000"/>
            </a:srgbClr>
          </a:solidFill>
          <a:ln w="0">
            <a:noFill/>
            <a:prstDash val="solid"/>
          </a:ln>
        </p:spPr>
      </p:sp>
      <p:sp>
        <p:nvSpPr>
          <p:cNvPr id="558" name="e_full_violin_ellipse_4910">
            <a:extLst>
              <a:ext uri="{FF2B5EF4-FFF2-40B4-BE49-F238E27FC236}">
                <a16:creationId xmlns:a16="http://schemas.microsoft.com/office/drawing/2014/main" id="{3AE5B6A3-0888-44F6-9C14-E03ABE3C9C48}"/>
              </a:ext>
            </a:extLst>
          </p:cNvPr>
          <p:cNvSpPr>
            <a:spLocks noGrp="1"/>
          </p:cNvSpPr>
          <p:nvPr/>
        </p:nvSpPr>
        <p:spPr>
          <a:xfrm>
            <a:off x="4985618" y="2024752"/>
            <a:ext cx="46519" cy="46519"/>
          </a:xfrm>
          <a:prstGeom prst="ellipse">
            <a:avLst/>
          </a:prstGeom>
          <a:solidFill>
            <a:srgbClr val="B08A60">
              <a:alpha val="43000"/>
            </a:srgbClr>
          </a:solidFill>
          <a:ln w="0">
            <a:noFill/>
            <a:prstDash val="solid"/>
          </a:ln>
        </p:spPr>
      </p:sp>
      <p:sp>
        <p:nvSpPr>
          <p:cNvPr id="559" name="e_full_violin_ellipse_4911">
            <a:extLst>
              <a:ext uri="{FF2B5EF4-FFF2-40B4-BE49-F238E27FC236}">
                <a16:creationId xmlns:a16="http://schemas.microsoft.com/office/drawing/2014/main" id="{B95A8D42-861C-4FDA-AF5A-186146330C05}"/>
              </a:ext>
            </a:extLst>
          </p:cNvPr>
          <p:cNvSpPr>
            <a:spLocks noGrp="1"/>
          </p:cNvSpPr>
          <p:nvPr/>
        </p:nvSpPr>
        <p:spPr>
          <a:xfrm>
            <a:off x="4923186" y="4456793"/>
            <a:ext cx="46519" cy="46519"/>
          </a:xfrm>
          <a:prstGeom prst="ellipse">
            <a:avLst/>
          </a:prstGeom>
          <a:solidFill>
            <a:srgbClr val="B08A60">
              <a:alpha val="43000"/>
            </a:srgbClr>
          </a:solidFill>
          <a:ln w="0">
            <a:noFill/>
            <a:prstDash val="solid"/>
          </a:ln>
        </p:spPr>
      </p:sp>
      <p:sp>
        <p:nvSpPr>
          <p:cNvPr id="560" name="e_full_violin_ellipse_4912">
            <a:extLst>
              <a:ext uri="{FF2B5EF4-FFF2-40B4-BE49-F238E27FC236}">
                <a16:creationId xmlns:a16="http://schemas.microsoft.com/office/drawing/2014/main" id="{B1AA6069-76AA-4A65-9F74-6F3950CD3850}"/>
              </a:ext>
            </a:extLst>
          </p:cNvPr>
          <p:cNvSpPr>
            <a:spLocks noGrp="1"/>
          </p:cNvSpPr>
          <p:nvPr/>
        </p:nvSpPr>
        <p:spPr>
          <a:xfrm>
            <a:off x="4860833" y="3048769"/>
            <a:ext cx="46519" cy="46519"/>
          </a:xfrm>
          <a:prstGeom prst="ellipse">
            <a:avLst/>
          </a:prstGeom>
          <a:solidFill>
            <a:srgbClr val="B08A60">
              <a:alpha val="43000"/>
            </a:srgbClr>
          </a:solidFill>
          <a:ln w="0">
            <a:noFill/>
            <a:prstDash val="solid"/>
          </a:ln>
        </p:spPr>
      </p:sp>
      <p:sp>
        <p:nvSpPr>
          <p:cNvPr id="561" name="e_full_violin_ellipse_4913">
            <a:extLst>
              <a:ext uri="{FF2B5EF4-FFF2-40B4-BE49-F238E27FC236}">
                <a16:creationId xmlns:a16="http://schemas.microsoft.com/office/drawing/2014/main" id="{F31A9405-8F16-4276-9650-38E1E1D3C1F0}"/>
              </a:ext>
            </a:extLst>
          </p:cNvPr>
          <p:cNvSpPr>
            <a:spLocks noGrp="1"/>
          </p:cNvSpPr>
          <p:nvPr/>
        </p:nvSpPr>
        <p:spPr>
          <a:xfrm>
            <a:off x="4946577" y="4456793"/>
            <a:ext cx="46519" cy="46519"/>
          </a:xfrm>
          <a:prstGeom prst="ellipse">
            <a:avLst/>
          </a:prstGeom>
          <a:solidFill>
            <a:srgbClr val="B08A60">
              <a:alpha val="43000"/>
            </a:srgbClr>
          </a:solidFill>
          <a:ln w="0">
            <a:noFill/>
            <a:prstDash val="solid"/>
          </a:ln>
        </p:spPr>
      </p:sp>
      <p:sp>
        <p:nvSpPr>
          <p:cNvPr id="562" name="e_full_violin_ellipse_4914">
            <a:extLst>
              <a:ext uri="{FF2B5EF4-FFF2-40B4-BE49-F238E27FC236}">
                <a16:creationId xmlns:a16="http://schemas.microsoft.com/office/drawing/2014/main" id="{80E5DA36-85E6-47D5-AD36-154BB6B1A4CD}"/>
              </a:ext>
            </a:extLst>
          </p:cNvPr>
          <p:cNvSpPr>
            <a:spLocks noGrp="1"/>
          </p:cNvSpPr>
          <p:nvPr/>
        </p:nvSpPr>
        <p:spPr>
          <a:xfrm>
            <a:off x="4854176" y="2024752"/>
            <a:ext cx="46519" cy="46519"/>
          </a:xfrm>
          <a:prstGeom prst="ellipse">
            <a:avLst/>
          </a:prstGeom>
          <a:solidFill>
            <a:srgbClr val="B08A60">
              <a:alpha val="43000"/>
            </a:srgbClr>
          </a:solidFill>
          <a:ln w="0">
            <a:noFill/>
            <a:prstDash val="solid"/>
          </a:ln>
        </p:spPr>
      </p:sp>
      <p:sp>
        <p:nvSpPr>
          <p:cNvPr id="563" name="e_full_violin_ellipse_4915">
            <a:extLst>
              <a:ext uri="{FF2B5EF4-FFF2-40B4-BE49-F238E27FC236}">
                <a16:creationId xmlns:a16="http://schemas.microsoft.com/office/drawing/2014/main" id="{AA6F0997-3162-498E-978C-CCD6BBE6AC75}"/>
              </a:ext>
            </a:extLst>
          </p:cNvPr>
          <p:cNvSpPr>
            <a:spLocks noGrp="1"/>
          </p:cNvSpPr>
          <p:nvPr/>
        </p:nvSpPr>
        <p:spPr>
          <a:xfrm>
            <a:off x="4899974" y="2024752"/>
            <a:ext cx="46519" cy="46519"/>
          </a:xfrm>
          <a:prstGeom prst="ellipse">
            <a:avLst/>
          </a:prstGeom>
          <a:solidFill>
            <a:srgbClr val="B08A60">
              <a:alpha val="43000"/>
            </a:srgbClr>
          </a:solidFill>
          <a:ln w="0">
            <a:noFill/>
            <a:prstDash val="solid"/>
          </a:ln>
        </p:spPr>
      </p:sp>
      <p:sp>
        <p:nvSpPr>
          <p:cNvPr id="564" name="e_full_violin_ellipse_4916">
            <a:extLst>
              <a:ext uri="{FF2B5EF4-FFF2-40B4-BE49-F238E27FC236}">
                <a16:creationId xmlns:a16="http://schemas.microsoft.com/office/drawing/2014/main" id="{6B6853F4-43BE-4672-9300-9D08B668EFF0}"/>
              </a:ext>
            </a:extLst>
          </p:cNvPr>
          <p:cNvSpPr>
            <a:spLocks noGrp="1"/>
          </p:cNvSpPr>
          <p:nvPr/>
        </p:nvSpPr>
        <p:spPr>
          <a:xfrm>
            <a:off x="5155694" y="3808249"/>
            <a:ext cx="46519" cy="46519"/>
          </a:xfrm>
          <a:prstGeom prst="ellipse">
            <a:avLst/>
          </a:prstGeom>
          <a:solidFill>
            <a:srgbClr val="B08A60">
              <a:alpha val="43000"/>
            </a:srgbClr>
          </a:solidFill>
          <a:ln w="0">
            <a:noFill/>
            <a:prstDash val="solid"/>
          </a:ln>
        </p:spPr>
      </p:sp>
      <p:sp>
        <p:nvSpPr>
          <p:cNvPr id="565" name="e_full_violin_ellipse_4917">
            <a:extLst>
              <a:ext uri="{FF2B5EF4-FFF2-40B4-BE49-F238E27FC236}">
                <a16:creationId xmlns:a16="http://schemas.microsoft.com/office/drawing/2014/main" id="{66C0E3F8-4526-47AB-8F03-B7875CC35A79}"/>
              </a:ext>
            </a:extLst>
          </p:cNvPr>
          <p:cNvSpPr>
            <a:spLocks noGrp="1"/>
          </p:cNvSpPr>
          <p:nvPr/>
        </p:nvSpPr>
        <p:spPr>
          <a:xfrm>
            <a:off x="5112997" y="2024752"/>
            <a:ext cx="46519" cy="46519"/>
          </a:xfrm>
          <a:prstGeom prst="ellipse">
            <a:avLst/>
          </a:prstGeom>
          <a:solidFill>
            <a:srgbClr val="B08A60">
              <a:alpha val="43000"/>
            </a:srgbClr>
          </a:solidFill>
          <a:ln w="0">
            <a:noFill/>
            <a:prstDash val="solid"/>
          </a:ln>
        </p:spPr>
      </p:sp>
      <p:sp>
        <p:nvSpPr>
          <p:cNvPr id="566" name="e_full_violin_ellipse_4918">
            <a:extLst>
              <a:ext uri="{FF2B5EF4-FFF2-40B4-BE49-F238E27FC236}">
                <a16:creationId xmlns:a16="http://schemas.microsoft.com/office/drawing/2014/main" id="{45F81070-F488-48C3-848F-0781D02816EC}"/>
              </a:ext>
            </a:extLst>
          </p:cNvPr>
          <p:cNvSpPr>
            <a:spLocks noGrp="1"/>
          </p:cNvSpPr>
          <p:nvPr/>
        </p:nvSpPr>
        <p:spPr>
          <a:xfrm>
            <a:off x="5008417" y="2551694"/>
            <a:ext cx="46519" cy="46519"/>
          </a:xfrm>
          <a:prstGeom prst="ellipse">
            <a:avLst/>
          </a:prstGeom>
          <a:solidFill>
            <a:srgbClr val="B08A60">
              <a:alpha val="43000"/>
            </a:srgbClr>
          </a:solidFill>
          <a:ln w="0">
            <a:noFill/>
            <a:prstDash val="solid"/>
          </a:ln>
        </p:spPr>
      </p:sp>
      <p:sp>
        <p:nvSpPr>
          <p:cNvPr id="567" name="e_full_violin_ellipse_4919">
            <a:extLst>
              <a:ext uri="{FF2B5EF4-FFF2-40B4-BE49-F238E27FC236}">
                <a16:creationId xmlns:a16="http://schemas.microsoft.com/office/drawing/2014/main" id="{3E53E2EB-5CE5-4CFF-9E67-2FE1988FB815}"/>
              </a:ext>
            </a:extLst>
          </p:cNvPr>
          <p:cNvSpPr>
            <a:spLocks noGrp="1"/>
          </p:cNvSpPr>
          <p:nvPr/>
        </p:nvSpPr>
        <p:spPr>
          <a:xfrm>
            <a:off x="4878350" y="2024752"/>
            <a:ext cx="46519" cy="46519"/>
          </a:xfrm>
          <a:prstGeom prst="ellipse">
            <a:avLst/>
          </a:prstGeom>
          <a:solidFill>
            <a:srgbClr val="B08A60">
              <a:alpha val="43000"/>
            </a:srgbClr>
          </a:solidFill>
          <a:ln w="0">
            <a:noFill/>
            <a:prstDash val="solid"/>
          </a:ln>
        </p:spPr>
      </p:sp>
      <p:sp>
        <p:nvSpPr>
          <p:cNvPr id="568" name="e_full_violin_ellipse_4920">
            <a:extLst>
              <a:ext uri="{FF2B5EF4-FFF2-40B4-BE49-F238E27FC236}">
                <a16:creationId xmlns:a16="http://schemas.microsoft.com/office/drawing/2014/main" id="{45BA3F14-1E63-490A-B7C3-72EFB5EE2AC4}"/>
              </a:ext>
            </a:extLst>
          </p:cNvPr>
          <p:cNvSpPr>
            <a:spLocks noGrp="1"/>
          </p:cNvSpPr>
          <p:nvPr/>
        </p:nvSpPr>
        <p:spPr>
          <a:xfrm>
            <a:off x="4819037" y="2024752"/>
            <a:ext cx="46519" cy="46519"/>
          </a:xfrm>
          <a:prstGeom prst="ellipse">
            <a:avLst/>
          </a:prstGeom>
          <a:solidFill>
            <a:srgbClr val="B08A60">
              <a:alpha val="43000"/>
            </a:srgbClr>
          </a:solidFill>
          <a:ln w="0">
            <a:noFill/>
            <a:prstDash val="solid"/>
          </a:ln>
        </p:spPr>
      </p:sp>
      <p:sp>
        <p:nvSpPr>
          <p:cNvPr id="569" name="e_full_violin_ellipse_4921">
            <a:extLst>
              <a:ext uri="{FF2B5EF4-FFF2-40B4-BE49-F238E27FC236}">
                <a16:creationId xmlns:a16="http://schemas.microsoft.com/office/drawing/2014/main" id="{D3F58AA2-BC6F-42A7-AED1-960A0977E596}"/>
              </a:ext>
            </a:extLst>
          </p:cNvPr>
          <p:cNvSpPr>
            <a:spLocks noGrp="1"/>
          </p:cNvSpPr>
          <p:nvPr/>
        </p:nvSpPr>
        <p:spPr>
          <a:xfrm>
            <a:off x="4855717" y="3240773"/>
            <a:ext cx="46519" cy="46519"/>
          </a:xfrm>
          <a:prstGeom prst="ellipse">
            <a:avLst/>
          </a:prstGeom>
          <a:solidFill>
            <a:srgbClr val="B08A60">
              <a:alpha val="43000"/>
            </a:srgbClr>
          </a:solidFill>
          <a:ln w="0">
            <a:noFill/>
            <a:prstDash val="solid"/>
          </a:ln>
        </p:spPr>
      </p:sp>
      <p:sp>
        <p:nvSpPr>
          <p:cNvPr id="570" name="e_full_violin_ellipse_4922">
            <a:extLst>
              <a:ext uri="{FF2B5EF4-FFF2-40B4-BE49-F238E27FC236}">
                <a16:creationId xmlns:a16="http://schemas.microsoft.com/office/drawing/2014/main" id="{141ACB2D-FC59-4906-8D62-1DB51A42D7A1}"/>
              </a:ext>
            </a:extLst>
          </p:cNvPr>
          <p:cNvSpPr>
            <a:spLocks noGrp="1"/>
          </p:cNvSpPr>
          <p:nvPr/>
        </p:nvSpPr>
        <p:spPr>
          <a:xfrm>
            <a:off x="4893958" y="3646113"/>
            <a:ext cx="46519" cy="46519"/>
          </a:xfrm>
          <a:prstGeom prst="ellipse">
            <a:avLst/>
          </a:prstGeom>
          <a:solidFill>
            <a:srgbClr val="B08A60">
              <a:alpha val="43000"/>
            </a:srgbClr>
          </a:solidFill>
          <a:ln w="0">
            <a:noFill/>
            <a:prstDash val="solid"/>
          </a:ln>
        </p:spPr>
      </p:sp>
      <p:sp>
        <p:nvSpPr>
          <p:cNvPr id="571" name="e_full_violin_ellipse_4923">
            <a:extLst>
              <a:ext uri="{FF2B5EF4-FFF2-40B4-BE49-F238E27FC236}">
                <a16:creationId xmlns:a16="http://schemas.microsoft.com/office/drawing/2014/main" id="{A43561AE-EFF0-4696-A5FD-F6D86420F166}"/>
              </a:ext>
            </a:extLst>
          </p:cNvPr>
          <p:cNvSpPr>
            <a:spLocks noGrp="1"/>
          </p:cNvSpPr>
          <p:nvPr/>
        </p:nvSpPr>
        <p:spPr>
          <a:xfrm>
            <a:off x="4882147" y="3240773"/>
            <a:ext cx="46519" cy="46519"/>
          </a:xfrm>
          <a:prstGeom prst="ellipse">
            <a:avLst/>
          </a:prstGeom>
          <a:solidFill>
            <a:srgbClr val="B08A60">
              <a:alpha val="43000"/>
            </a:srgbClr>
          </a:solidFill>
          <a:ln w="0">
            <a:noFill/>
            <a:prstDash val="solid"/>
          </a:ln>
        </p:spPr>
      </p:sp>
      <p:sp>
        <p:nvSpPr>
          <p:cNvPr id="572" name="e_full_violin_ellipse_4924">
            <a:extLst>
              <a:ext uri="{FF2B5EF4-FFF2-40B4-BE49-F238E27FC236}">
                <a16:creationId xmlns:a16="http://schemas.microsoft.com/office/drawing/2014/main" id="{5FCF7469-2E66-4811-9DF5-137154DD65A2}"/>
              </a:ext>
            </a:extLst>
          </p:cNvPr>
          <p:cNvSpPr>
            <a:spLocks noGrp="1"/>
          </p:cNvSpPr>
          <p:nvPr/>
        </p:nvSpPr>
        <p:spPr>
          <a:xfrm>
            <a:off x="4803752" y="4456793"/>
            <a:ext cx="46519" cy="46519"/>
          </a:xfrm>
          <a:prstGeom prst="ellipse">
            <a:avLst/>
          </a:prstGeom>
          <a:solidFill>
            <a:srgbClr val="B08A60">
              <a:alpha val="43000"/>
            </a:srgbClr>
          </a:solidFill>
          <a:ln w="0">
            <a:noFill/>
            <a:prstDash val="solid"/>
          </a:ln>
        </p:spPr>
      </p:sp>
      <p:sp>
        <p:nvSpPr>
          <p:cNvPr id="573" name="e_full_violin_ellipse_4925">
            <a:extLst>
              <a:ext uri="{FF2B5EF4-FFF2-40B4-BE49-F238E27FC236}">
                <a16:creationId xmlns:a16="http://schemas.microsoft.com/office/drawing/2014/main" id="{C88BA34D-176D-4C8F-A6CC-3DE37ED37934}"/>
              </a:ext>
            </a:extLst>
          </p:cNvPr>
          <p:cNvSpPr>
            <a:spLocks noGrp="1"/>
          </p:cNvSpPr>
          <p:nvPr/>
        </p:nvSpPr>
        <p:spPr>
          <a:xfrm>
            <a:off x="4998332" y="2024752"/>
            <a:ext cx="46519" cy="46519"/>
          </a:xfrm>
          <a:prstGeom prst="ellipse">
            <a:avLst/>
          </a:prstGeom>
          <a:solidFill>
            <a:srgbClr val="B08A60">
              <a:alpha val="43000"/>
            </a:srgbClr>
          </a:solidFill>
          <a:ln w="0">
            <a:noFill/>
            <a:prstDash val="solid"/>
          </a:ln>
        </p:spPr>
      </p:sp>
      <p:sp>
        <p:nvSpPr>
          <p:cNvPr id="574" name="e_full_violin_ellipse_4926">
            <a:extLst>
              <a:ext uri="{FF2B5EF4-FFF2-40B4-BE49-F238E27FC236}">
                <a16:creationId xmlns:a16="http://schemas.microsoft.com/office/drawing/2014/main" id="{8295BCB9-EE88-430B-8B87-104993E796E5}"/>
              </a:ext>
            </a:extLst>
          </p:cNvPr>
          <p:cNvSpPr>
            <a:spLocks noGrp="1"/>
          </p:cNvSpPr>
          <p:nvPr/>
        </p:nvSpPr>
        <p:spPr>
          <a:xfrm>
            <a:off x="5109455" y="2024752"/>
            <a:ext cx="46519" cy="46519"/>
          </a:xfrm>
          <a:prstGeom prst="ellipse">
            <a:avLst/>
          </a:prstGeom>
          <a:solidFill>
            <a:srgbClr val="B08A60">
              <a:alpha val="43000"/>
            </a:srgbClr>
          </a:solidFill>
          <a:ln w="0">
            <a:noFill/>
            <a:prstDash val="solid"/>
          </a:ln>
        </p:spPr>
      </p:sp>
      <p:sp>
        <p:nvSpPr>
          <p:cNvPr id="575" name="e_full_violin_ellipse_4927">
            <a:extLst>
              <a:ext uri="{FF2B5EF4-FFF2-40B4-BE49-F238E27FC236}">
                <a16:creationId xmlns:a16="http://schemas.microsoft.com/office/drawing/2014/main" id="{D76BB451-16C5-47D1-98CE-71DF4E324228}"/>
              </a:ext>
            </a:extLst>
          </p:cNvPr>
          <p:cNvSpPr>
            <a:spLocks noGrp="1"/>
          </p:cNvSpPr>
          <p:nvPr/>
        </p:nvSpPr>
        <p:spPr>
          <a:xfrm>
            <a:off x="4821346" y="3240773"/>
            <a:ext cx="46519" cy="46519"/>
          </a:xfrm>
          <a:prstGeom prst="ellipse">
            <a:avLst/>
          </a:prstGeom>
          <a:solidFill>
            <a:srgbClr val="B08A60">
              <a:alpha val="43000"/>
            </a:srgbClr>
          </a:solidFill>
          <a:ln w="0">
            <a:noFill/>
            <a:prstDash val="solid"/>
          </a:ln>
        </p:spPr>
      </p:sp>
      <p:sp>
        <p:nvSpPr>
          <p:cNvPr id="576" name="e_full_violin_ellipse_4928">
            <a:extLst>
              <a:ext uri="{FF2B5EF4-FFF2-40B4-BE49-F238E27FC236}">
                <a16:creationId xmlns:a16="http://schemas.microsoft.com/office/drawing/2014/main" id="{735CC7E9-3DD4-49DF-ABC4-0A6DD849DBA5}"/>
              </a:ext>
            </a:extLst>
          </p:cNvPr>
          <p:cNvSpPr>
            <a:spLocks noGrp="1"/>
          </p:cNvSpPr>
          <p:nvPr/>
        </p:nvSpPr>
        <p:spPr>
          <a:xfrm>
            <a:off x="5036878" y="3510999"/>
            <a:ext cx="46519" cy="46519"/>
          </a:xfrm>
          <a:prstGeom prst="ellipse">
            <a:avLst/>
          </a:prstGeom>
          <a:solidFill>
            <a:srgbClr val="B08A60">
              <a:alpha val="43000"/>
            </a:srgbClr>
          </a:solidFill>
          <a:ln w="0">
            <a:noFill/>
            <a:prstDash val="solid"/>
          </a:ln>
        </p:spPr>
      </p:sp>
      <p:sp>
        <p:nvSpPr>
          <p:cNvPr id="577" name="e_full_violin_ellipse_4929">
            <a:extLst>
              <a:ext uri="{FF2B5EF4-FFF2-40B4-BE49-F238E27FC236}">
                <a16:creationId xmlns:a16="http://schemas.microsoft.com/office/drawing/2014/main" id="{CB39A219-F08F-4B8C-8EEA-0E5E056531DC}"/>
              </a:ext>
            </a:extLst>
          </p:cNvPr>
          <p:cNvSpPr>
            <a:spLocks noGrp="1"/>
          </p:cNvSpPr>
          <p:nvPr/>
        </p:nvSpPr>
        <p:spPr>
          <a:xfrm>
            <a:off x="5072191" y="2024752"/>
            <a:ext cx="46519" cy="46519"/>
          </a:xfrm>
          <a:prstGeom prst="ellipse">
            <a:avLst/>
          </a:prstGeom>
          <a:solidFill>
            <a:srgbClr val="B08A60">
              <a:alpha val="43000"/>
            </a:srgbClr>
          </a:solidFill>
          <a:ln w="0">
            <a:noFill/>
            <a:prstDash val="solid"/>
          </a:ln>
        </p:spPr>
      </p:sp>
      <p:sp>
        <p:nvSpPr>
          <p:cNvPr id="578" name="e_full_violin_ellipse_4930">
            <a:extLst>
              <a:ext uri="{FF2B5EF4-FFF2-40B4-BE49-F238E27FC236}">
                <a16:creationId xmlns:a16="http://schemas.microsoft.com/office/drawing/2014/main" id="{05916306-9C98-4467-991B-9DF1A810A25F}"/>
              </a:ext>
            </a:extLst>
          </p:cNvPr>
          <p:cNvSpPr>
            <a:spLocks noGrp="1"/>
          </p:cNvSpPr>
          <p:nvPr/>
        </p:nvSpPr>
        <p:spPr>
          <a:xfrm>
            <a:off x="4907998" y="3970385"/>
            <a:ext cx="46519" cy="46519"/>
          </a:xfrm>
          <a:prstGeom prst="ellipse">
            <a:avLst/>
          </a:prstGeom>
          <a:solidFill>
            <a:srgbClr val="B08A60">
              <a:alpha val="43000"/>
            </a:srgbClr>
          </a:solidFill>
          <a:ln w="0">
            <a:noFill/>
            <a:prstDash val="solid"/>
          </a:ln>
        </p:spPr>
      </p:sp>
      <p:sp>
        <p:nvSpPr>
          <p:cNvPr id="579" name="e_full_violin_ellipse_4931">
            <a:extLst>
              <a:ext uri="{FF2B5EF4-FFF2-40B4-BE49-F238E27FC236}">
                <a16:creationId xmlns:a16="http://schemas.microsoft.com/office/drawing/2014/main" id="{541AA321-8575-45B6-BFCC-419DA088C849}"/>
              </a:ext>
            </a:extLst>
          </p:cNvPr>
          <p:cNvSpPr>
            <a:spLocks noGrp="1"/>
          </p:cNvSpPr>
          <p:nvPr/>
        </p:nvSpPr>
        <p:spPr>
          <a:xfrm>
            <a:off x="5097024" y="2936767"/>
            <a:ext cx="46519" cy="46519"/>
          </a:xfrm>
          <a:prstGeom prst="ellipse">
            <a:avLst/>
          </a:prstGeom>
          <a:solidFill>
            <a:srgbClr val="B08A60">
              <a:alpha val="43000"/>
            </a:srgbClr>
          </a:solidFill>
          <a:ln w="0">
            <a:noFill/>
            <a:prstDash val="solid"/>
          </a:ln>
        </p:spPr>
      </p:sp>
      <p:sp>
        <p:nvSpPr>
          <p:cNvPr id="580" name="e_full_violin_ellipse_4932">
            <a:extLst>
              <a:ext uri="{FF2B5EF4-FFF2-40B4-BE49-F238E27FC236}">
                <a16:creationId xmlns:a16="http://schemas.microsoft.com/office/drawing/2014/main" id="{0CD4DD41-E27F-4953-99BB-21040C02C4D4}"/>
              </a:ext>
            </a:extLst>
          </p:cNvPr>
          <p:cNvSpPr>
            <a:spLocks noGrp="1"/>
          </p:cNvSpPr>
          <p:nvPr/>
        </p:nvSpPr>
        <p:spPr>
          <a:xfrm>
            <a:off x="4966081" y="4456793"/>
            <a:ext cx="46519" cy="46519"/>
          </a:xfrm>
          <a:prstGeom prst="ellipse">
            <a:avLst/>
          </a:prstGeom>
          <a:solidFill>
            <a:srgbClr val="B08A60">
              <a:alpha val="43000"/>
            </a:srgbClr>
          </a:solidFill>
          <a:ln w="0">
            <a:noFill/>
            <a:prstDash val="solid"/>
          </a:ln>
        </p:spPr>
      </p:sp>
      <p:sp>
        <p:nvSpPr>
          <p:cNvPr id="581" name="e_full_violin_ellipse_4933">
            <a:extLst>
              <a:ext uri="{FF2B5EF4-FFF2-40B4-BE49-F238E27FC236}">
                <a16:creationId xmlns:a16="http://schemas.microsoft.com/office/drawing/2014/main" id="{1E6090C4-4472-4505-A90A-6A9A38553E7A}"/>
              </a:ext>
            </a:extLst>
          </p:cNvPr>
          <p:cNvSpPr>
            <a:spLocks noGrp="1"/>
          </p:cNvSpPr>
          <p:nvPr/>
        </p:nvSpPr>
        <p:spPr>
          <a:xfrm>
            <a:off x="4975028" y="3240773"/>
            <a:ext cx="46519" cy="46519"/>
          </a:xfrm>
          <a:prstGeom prst="ellipse">
            <a:avLst/>
          </a:prstGeom>
          <a:solidFill>
            <a:srgbClr val="B08A60">
              <a:alpha val="43000"/>
            </a:srgbClr>
          </a:solidFill>
          <a:ln w="0">
            <a:noFill/>
            <a:prstDash val="solid"/>
          </a:ln>
        </p:spPr>
      </p:sp>
      <p:sp>
        <p:nvSpPr>
          <p:cNvPr id="582" name="e_full_violin_ellipse_4934">
            <a:extLst>
              <a:ext uri="{FF2B5EF4-FFF2-40B4-BE49-F238E27FC236}">
                <a16:creationId xmlns:a16="http://schemas.microsoft.com/office/drawing/2014/main" id="{36D4280E-EBCF-4D36-A1BE-06044FA598FF}"/>
              </a:ext>
            </a:extLst>
          </p:cNvPr>
          <p:cNvSpPr>
            <a:spLocks noGrp="1"/>
          </p:cNvSpPr>
          <p:nvPr/>
        </p:nvSpPr>
        <p:spPr>
          <a:xfrm>
            <a:off x="5128790" y="3240773"/>
            <a:ext cx="46519" cy="46519"/>
          </a:xfrm>
          <a:prstGeom prst="ellipse">
            <a:avLst/>
          </a:prstGeom>
          <a:solidFill>
            <a:srgbClr val="B08A60">
              <a:alpha val="43000"/>
            </a:srgbClr>
          </a:solidFill>
          <a:ln w="0">
            <a:noFill/>
            <a:prstDash val="solid"/>
          </a:ln>
        </p:spPr>
      </p:sp>
      <p:sp>
        <p:nvSpPr>
          <p:cNvPr id="583" name="e_full_violin_ellipse_4935">
            <a:extLst>
              <a:ext uri="{FF2B5EF4-FFF2-40B4-BE49-F238E27FC236}">
                <a16:creationId xmlns:a16="http://schemas.microsoft.com/office/drawing/2014/main" id="{B41DC972-225B-4982-AAFA-BE3721A7453A}"/>
              </a:ext>
            </a:extLst>
          </p:cNvPr>
          <p:cNvSpPr>
            <a:spLocks noGrp="1"/>
          </p:cNvSpPr>
          <p:nvPr/>
        </p:nvSpPr>
        <p:spPr>
          <a:xfrm>
            <a:off x="5090830" y="4082633"/>
            <a:ext cx="46519" cy="46519"/>
          </a:xfrm>
          <a:prstGeom prst="ellipse">
            <a:avLst/>
          </a:prstGeom>
          <a:solidFill>
            <a:srgbClr val="B08A60">
              <a:alpha val="43000"/>
            </a:srgbClr>
          </a:solidFill>
          <a:ln w="0">
            <a:noFill/>
            <a:prstDash val="solid"/>
          </a:ln>
        </p:spPr>
      </p:sp>
      <p:sp>
        <p:nvSpPr>
          <p:cNvPr id="584" name="e_full_violin_ellipse_4936">
            <a:extLst>
              <a:ext uri="{FF2B5EF4-FFF2-40B4-BE49-F238E27FC236}">
                <a16:creationId xmlns:a16="http://schemas.microsoft.com/office/drawing/2014/main" id="{9720395D-FC78-475D-947C-38736C13EEE2}"/>
              </a:ext>
            </a:extLst>
          </p:cNvPr>
          <p:cNvSpPr>
            <a:spLocks noGrp="1"/>
          </p:cNvSpPr>
          <p:nvPr/>
        </p:nvSpPr>
        <p:spPr>
          <a:xfrm>
            <a:off x="5044841" y="3761924"/>
            <a:ext cx="46519" cy="46519"/>
          </a:xfrm>
          <a:prstGeom prst="ellipse">
            <a:avLst/>
          </a:prstGeom>
          <a:solidFill>
            <a:srgbClr val="B08A60">
              <a:alpha val="43000"/>
            </a:srgbClr>
          </a:solidFill>
          <a:ln w="0">
            <a:noFill/>
            <a:prstDash val="solid"/>
          </a:ln>
        </p:spPr>
      </p:sp>
      <p:sp>
        <p:nvSpPr>
          <p:cNvPr id="585" name="e_full_violin_ellipse_4937">
            <a:extLst>
              <a:ext uri="{FF2B5EF4-FFF2-40B4-BE49-F238E27FC236}">
                <a16:creationId xmlns:a16="http://schemas.microsoft.com/office/drawing/2014/main" id="{24C4B9FB-FA99-484F-8BFB-7F84D284776F}"/>
              </a:ext>
            </a:extLst>
          </p:cNvPr>
          <p:cNvSpPr>
            <a:spLocks noGrp="1"/>
          </p:cNvSpPr>
          <p:nvPr/>
        </p:nvSpPr>
        <p:spPr>
          <a:xfrm>
            <a:off x="4921124" y="2024752"/>
            <a:ext cx="46519" cy="46519"/>
          </a:xfrm>
          <a:prstGeom prst="ellipse">
            <a:avLst/>
          </a:prstGeom>
          <a:solidFill>
            <a:srgbClr val="B08A60">
              <a:alpha val="43000"/>
            </a:srgbClr>
          </a:solidFill>
          <a:ln w="0">
            <a:noFill/>
            <a:prstDash val="solid"/>
          </a:ln>
        </p:spPr>
      </p:sp>
      <p:sp>
        <p:nvSpPr>
          <p:cNvPr id="586" name="e_full_violin_ellipse_4938">
            <a:extLst>
              <a:ext uri="{FF2B5EF4-FFF2-40B4-BE49-F238E27FC236}">
                <a16:creationId xmlns:a16="http://schemas.microsoft.com/office/drawing/2014/main" id="{BF0BBC45-0975-4AC8-87B5-B9AC5C344AF6}"/>
              </a:ext>
            </a:extLst>
          </p:cNvPr>
          <p:cNvSpPr>
            <a:spLocks noGrp="1"/>
          </p:cNvSpPr>
          <p:nvPr/>
        </p:nvSpPr>
        <p:spPr>
          <a:xfrm>
            <a:off x="5069623" y="4456793"/>
            <a:ext cx="46519" cy="46519"/>
          </a:xfrm>
          <a:prstGeom prst="ellipse">
            <a:avLst/>
          </a:prstGeom>
          <a:solidFill>
            <a:srgbClr val="B08A60">
              <a:alpha val="43000"/>
            </a:srgbClr>
          </a:solidFill>
          <a:ln w="0">
            <a:noFill/>
            <a:prstDash val="solid"/>
          </a:ln>
        </p:spPr>
      </p:sp>
      <p:sp>
        <p:nvSpPr>
          <p:cNvPr id="587" name="e_full_violin_ellipse_4939">
            <a:extLst>
              <a:ext uri="{FF2B5EF4-FFF2-40B4-BE49-F238E27FC236}">
                <a16:creationId xmlns:a16="http://schemas.microsoft.com/office/drawing/2014/main" id="{82CC4630-D07A-474F-A52C-C72671EAD3DB}"/>
              </a:ext>
            </a:extLst>
          </p:cNvPr>
          <p:cNvSpPr>
            <a:spLocks noGrp="1"/>
          </p:cNvSpPr>
          <p:nvPr/>
        </p:nvSpPr>
        <p:spPr>
          <a:xfrm>
            <a:off x="5079459" y="3427853"/>
            <a:ext cx="46519" cy="46519"/>
          </a:xfrm>
          <a:prstGeom prst="ellipse">
            <a:avLst/>
          </a:prstGeom>
          <a:solidFill>
            <a:srgbClr val="B08A60">
              <a:alpha val="43000"/>
            </a:srgbClr>
          </a:solidFill>
          <a:ln w="0">
            <a:noFill/>
            <a:prstDash val="solid"/>
          </a:ln>
        </p:spPr>
      </p:sp>
      <p:sp>
        <p:nvSpPr>
          <p:cNvPr id="588" name="e_full_violin_ellipse_4940">
            <a:extLst>
              <a:ext uri="{FF2B5EF4-FFF2-40B4-BE49-F238E27FC236}">
                <a16:creationId xmlns:a16="http://schemas.microsoft.com/office/drawing/2014/main" id="{B31BAE14-110F-484E-A115-40C374C50ABC}"/>
              </a:ext>
            </a:extLst>
          </p:cNvPr>
          <p:cNvSpPr>
            <a:spLocks noGrp="1"/>
          </p:cNvSpPr>
          <p:nvPr/>
        </p:nvSpPr>
        <p:spPr>
          <a:xfrm>
            <a:off x="4936473" y="4456793"/>
            <a:ext cx="46519" cy="46519"/>
          </a:xfrm>
          <a:prstGeom prst="ellipse">
            <a:avLst/>
          </a:prstGeom>
          <a:solidFill>
            <a:srgbClr val="B08A60">
              <a:alpha val="43000"/>
            </a:srgbClr>
          </a:solidFill>
          <a:ln w="0">
            <a:noFill/>
            <a:prstDash val="solid"/>
          </a:ln>
        </p:spPr>
      </p:sp>
      <p:sp>
        <p:nvSpPr>
          <p:cNvPr id="589" name="e_full_violin_ellipse_4941">
            <a:extLst>
              <a:ext uri="{FF2B5EF4-FFF2-40B4-BE49-F238E27FC236}">
                <a16:creationId xmlns:a16="http://schemas.microsoft.com/office/drawing/2014/main" id="{C4F75E80-9CC6-4F5F-85AB-4B49ACEB27DD}"/>
              </a:ext>
            </a:extLst>
          </p:cNvPr>
          <p:cNvSpPr>
            <a:spLocks noGrp="1"/>
          </p:cNvSpPr>
          <p:nvPr/>
        </p:nvSpPr>
        <p:spPr>
          <a:xfrm>
            <a:off x="4793901" y="2024752"/>
            <a:ext cx="46519" cy="46519"/>
          </a:xfrm>
          <a:prstGeom prst="ellipse">
            <a:avLst/>
          </a:prstGeom>
          <a:solidFill>
            <a:srgbClr val="B08A60">
              <a:alpha val="43000"/>
            </a:srgbClr>
          </a:solidFill>
          <a:ln w="0">
            <a:noFill/>
            <a:prstDash val="solid"/>
          </a:ln>
        </p:spPr>
      </p:sp>
      <p:sp>
        <p:nvSpPr>
          <p:cNvPr id="590" name="e_full_violin_ellipse_4942">
            <a:extLst>
              <a:ext uri="{FF2B5EF4-FFF2-40B4-BE49-F238E27FC236}">
                <a16:creationId xmlns:a16="http://schemas.microsoft.com/office/drawing/2014/main" id="{DCDE972A-ED14-48E2-94BE-647DBA7D954A}"/>
              </a:ext>
            </a:extLst>
          </p:cNvPr>
          <p:cNvSpPr>
            <a:spLocks noGrp="1"/>
          </p:cNvSpPr>
          <p:nvPr/>
        </p:nvSpPr>
        <p:spPr>
          <a:xfrm>
            <a:off x="4891853" y="3240773"/>
            <a:ext cx="46519" cy="46519"/>
          </a:xfrm>
          <a:prstGeom prst="ellipse">
            <a:avLst/>
          </a:prstGeom>
          <a:solidFill>
            <a:srgbClr val="B08A60">
              <a:alpha val="43000"/>
            </a:srgbClr>
          </a:solidFill>
          <a:ln w="0">
            <a:noFill/>
            <a:prstDash val="solid"/>
          </a:ln>
        </p:spPr>
      </p:sp>
      <p:sp>
        <p:nvSpPr>
          <p:cNvPr id="591" name="e_full_violin_ellipse_4943">
            <a:extLst>
              <a:ext uri="{FF2B5EF4-FFF2-40B4-BE49-F238E27FC236}">
                <a16:creationId xmlns:a16="http://schemas.microsoft.com/office/drawing/2014/main" id="{F15C7295-C66A-407D-98DC-C01DBEC9D470}"/>
              </a:ext>
            </a:extLst>
          </p:cNvPr>
          <p:cNvSpPr>
            <a:spLocks noGrp="1"/>
          </p:cNvSpPr>
          <p:nvPr/>
        </p:nvSpPr>
        <p:spPr>
          <a:xfrm>
            <a:off x="4831093" y="4456793"/>
            <a:ext cx="46519" cy="46519"/>
          </a:xfrm>
          <a:prstGeom prst="ellipse">
            <a:avLst/>
          </a:prstGeom>
          <a:solidFill>
            <a:srgbClr val="B08A60">
              <a:alpha val="43000"/>
            </a:srgbClr>
          </a:solidFill>
          <a:ln w="0">
            <a:noFill/>
            <a:prstDash val="solid"/>
          </a:ln>
        </p:spPr>
      </p:sp>
      <p:sp>
        <p:nvSpPr>
          <p:cNvPr id="592" name="e_full_violin_ellipse_4944">
            <a:extLst>
              <a:ext uri="{FF2B5EF4-FFF2-40B4-BE49-F238E27FC236}">
                <a16:creationId xmlns:a16="http://schemas.microsoft.com/office/drawing/2014/main" id="{282B4693-68D2-42D0-995D-3844638AD47D}"/>
              </a:ext>
            </a:extLst>
          </p:cNvPr>
          <p:cNvSpPr>
            <a:spLocks noGrp="1"/>
          </p:cNvSpPr>
          <p:nvPr/>
        </p:nvSpPr>
        <p:spPr>
          <a:xfrm>
            <a:off x="4894320" y="4456793"/>
            <a:ext cx="46519" cy="46519"/>
          </a:xfrm>
          <a:prstGeom prst="ellipse">
            <a:avLst/>
          </a:prstGeom>
          <a:solidFill>
            <a:srgbClr val="B08A60">
              <a:alpha val="43000"/>
            </a:srgbClr>
          </a:solidFill>
          <a:ln w="0">
            <a:noFill/>
            <a:prstDash val="solid"/>
          </a:ln>
        </p:spPr>
      </p:sp>
      <p:sp>
        <p:nvSpPr>
          <p:cNvPr id="593" name="e_full_violin_ellipse_4945">
            <a:extLst>
              <a:ext uri="{FF2B5EF4-FFF2-40B4-BE49-F238E27FC236}">
                <a16:creationId xmlns:a16="http://schemas.microsoft.com/office/drawing/2014/main" id="{DCC9C465-866B-4ADA-B966-544B813B9A2C}"/>
              </a:ext>
            </a:extLst>
          </p:cNvPr>
          <p:cNvSpPr>
            <a:spLocks noGrp="1"/>
          </p:cNvSpPr>
          <p:nvPr/>
        </p:nvSpPr>
        <p:spPr>
          <a:xfrm>
            <a:off x="4800151" y="2024752"/>
            <a:ext cx="46519" cy="46519"/>
          </a:xfrm>
          <a:prstGeom prst="ellipse">
            <a:avLst/>
          </a:prstGeom>
          <a:solidFill>
            <a:srgbClr val="B08A60">
              <a:alpha val="43000"/>
            </a:srgbClr>
          </a:solidFill>
          <a:ln w="0">
            <a:noFill/>
            <a:prstDash val="solid"/>
          </a:ln>
        </p:spPr>
      </p:sp>
      <p:sp>
        <p:nvSpPr>
          <p:cNvPr id="594" name="e_full_violin_ellipse_4946">
            <a:extLst>
              <a:ext uri="{FF2B5EF4-FFF2-40B4-BE49-F238E27FC236}">
                <a16:creationId xmlns:a16="http://schemas.microsoft.com/office/drawing/2014/main" id="{906F9194-8E50-46E6-8E98-9C3D748230BA}"/>
              </a:ext>
            </a:extLst>
          </p:cNvPr>
          <p:cNvSpPr>
            <a:spLocks noGrp="1"/>
          </p:cNvSpPr>
          <p:nvPr/>
        </p:nvSpPr>
        <p:spPr>
          <a:xfrm>
            <a:off x="5117373" y="2024752"/>
            <a:ext cx="46519" cy="46519"/>
          </a:xfrm>
          <a:prstGeom prst="ellipse">
            <a:avLst/>
          </a:prstGeom>
          <a:solidFill>
            <a:srgbClr val="B08A60">
              <a:alpha val="43000"/>
            </a:srgbClr>
          </a:solidFill>
          <a:ln w="0">
            <a:noFill/>
            <a:prstDash val="solid"/>
          </a:ln>
        </p:spPr>
      </p:sp>
      <p:sp>
        <p:nvSpPr>
          <p:cNvPr id="595" name="e_full_violin_ellipse_4947">
            <a:extLst>
              <a:ext uri="{FF2B5EF4-FFF2-40B4-BE49-F238E27FC236}">
                <a16:creationId xmlns:a16="http://schemas.microsoft.com/office/drawing/2014/main" id="{56BE3516-4EAB-4633-B6BC-3C34181A3033}"/>
              </a:ext>
            </a:extLst>
          </p:cNvPr>
          <p:cNvSpPr>
            <a:spLocks noGrp="1"/>
          </p:cNvSpPr>
          <p:nvPr/>
        </p:nvSpPr>
        <p:spPr>
          <a:xfrm>
            <a:off x="5043320" y="2328757"/>
            <a:ext cx="46519" cy="46519"/>
          </a:xfrm>
          <a:prstGeom prst="ellipse">
            <a:avLst/>
          </a:prstGeom>
          <a:solidFill>
            <a:srgbClr val="B08A60">
              <a:alpha val="43000"/>
            </a:srgbClr>
          </a:solidFill>
          <a:ln w="0">
            <a:noFill/>
            <a:prstDash val="solid"/>
          </a:ln>
        </p:spPr>
      </p:sp>
      <p:sp>
        <p:nvSpPr>
          <p:cNvPr id="596" name="e_full_violin_ellipse_4948">
            <a:extLst>
              <a:ext uri="{FF2B5EF4-FFF2-40B4-BE49-F238E27FC236}">
                <a16:creationId xmlns:a16="http://schemas.microsoft.com/office/drawing/2014/main" id="{6D68D1C0-5E20-4D3B-B45C-ECE326E9A742}"/>
              </a:ext>
            </a:extLst>
          </p:cNvPr>
          <p:cNvSpPr>
            <a:spLocks noGrp="1"/>
          </p:cNvSpPr>
          <p:nvPr/>
        </p:nvSpPr>
        <p:spPr>
          <a:xfrm>
            <a:off x="5111744" y="3646113"/>
            <a:ext cx="46519" cy="46519"/>
          </a:xfrm>
          <a:prstGeom prst="ellipse">
            <a:avLst/>
          </a:prstGeom>
          <a:solidFill>
            <a:srgbClr val="B08A60">
              <a:alpha val="43000"/>
            </a:srgbClr>
          </a:solidFill>
          <a:ln w="0">
            <a:noFill/>
            <a:prstDash val="solid"/>
          </a:ln>
        </p:spPr>
      </p:sp>
      <p:sp>
        <p:nvSpPr>
          <p:cNvPr id="597" name="e_full_violin_ellipse_4949">
            <a:extLst>
              <a:ext uri="{FF2B5EF4-FFF2-40B4-BE49-F238E27FC236}">
                <a16:creationId xmlns:a16="http://schemas.microsoft.com/office/drawing/2014/main" id="{B4D115CE-0ABA-4B38-BD65-5D689DD08FFD}"/>
              </a:ext>
            </a:extLst>
          </p:cNvPr>
          <p:cNvSpPr>
            <a:spLocks noGrp="1"/>
          </p:cNvSpPr>
          <p:nvPr/>
        </p:nvSpPr>
        <p:spPr>
          <a:xfrm>
            <a:off x="4791546" y="3240773"/>
            <a:ext cx="46519" cy="46519"/>
          </a:xfrm>
          <a:prstGeom prst="ellipse">
            <a:avLst/>
          </a:prstGeom>
          <a:solidFill>
            <a:srgbClr val="B08A60">
              <a:alpha val="43000"/>
            </a:srgbClr>
          </a:solidFill>
          <a:ln w="0">
            <a:noFill/>
            <a:prstDash val="solid"/>
          </a:ln>
        </p:spPr>
      </p:sp>
      <p:sp>
        <p:nvSpPr>
          <p:cNvPr id="598" name="e_full_violin_ellipse_4950">
            <a:extLst>
              <a:ext uri="{FF2B5EF4-FFF2-40B4-BE49-F238E27FC236}">
                <a16:creationId xmlns:a16="http://schemas.microsoft.com/office/drawing/2014/main" id="{F5A7A906-8211-4F94-AB61-AE255D70DBB6}"/>
              </a:ext>
            </a:extLst>
          </p:cNvPr>
          <p:cNvSpPr>
            <a:spLocks noGrp="1"/>
          </p:cNvSpPr>
          <p:nvPr/>
        </p:nvSpPr>
        <p:spPr>
          <a:xfrm>
            <a:off x="5078593" y="2024752"/>
            <a:ext cx="46519" cy="46519"/>
          </a:xfrm>
          <a:prstGeom prst="ellipse">
            <a:avLst/>
          </a:prstGeom>
          <a:solidFill>
            <a:srgbClr val="B08A60">
              <a:alpha val="43000"/>
            </a:srgbClr>
          </a:solidFill>
          <a:ln w="0">
            <a:noFill/>
            <a:prstDash val="solid"/>
          </a:ln>
        </p:spPr>
      </p:sp>
      <p:sp>
        <p:nvSpPr>
          <p:cNvPr id="599" name="e_full_violin_ellipse_4951">
            <a:extLst>
              <a:ext uri="{FF2B5EF4-FFF2-40B4-BE49-F238E27FC236}">
                <a16:creationId xmlns:a16="http://schemas.microsoft.com/office/drawing/2014/main" id="{995B6053-74F6-4E26-BF4D-392181E08D03}"/>
              </a:ext>
            </a:extLst>
          </p:cNvPr>
          <p:cNvSpPr>
            <a:spLocks noGrp="1"/>
          </p:cNvSpPr>
          <p:nvPr/>
        </p:nvSpPr>
        <p:spPr>
          <a:xfrm>
            <a:off x="5098406" y="3038102"/>
            <a:ext cx="46519" cy="46519"/>
          </a:xfrm>
          <a:prstGeom prst="ellipse">
            <a:avLst/>
          </a:prstGeom>
          <a:solidFill>
            <a:srgbClr val="B08A60">
              <a:alpha val="43000"/>
            </a:srgbClr>
          </a:solidFill>
          <a:ln w="0">
            <a:noFill/>
            <a:prstDash val="solid"/>
          </a:ln>
        </p:spPr>
      </p:sp>
      <p:sp>
        <p:nvSpPr>
          <p:cNvPr id="600" name="e_full_violin_ellipse_4952">
            <a:extLst>
              <a:ext uri="{FF2B5EF4-FFF2-40B4-BE49-F238E27FC236}">
                <a16:creationId xmlns:a16="http://schemas.microsoft.com/office/drawing/2014/main" id="{7F9E1563-EEE4-4302-A951-38FCA1F85DC6}"/>
              </a:ext>
            </a:extLst>
          </p:cNvPr>
          <p:cNvSpPr>
            <a:spLocks noGrp="1"/>
          </p:cNvSpPr>
          <p:nvPr/>
        </p:nvSpPr>
        <p:spPr>
          <a:xfrm>
            <a:off x="4782789" y="4456793"/>
            <a:ext cx="46519" cy="46519"/>
          </a:xfrm>
          <a:prstGeom prst="ellipse">
            <a:avLst/>
          </a:prstGeom>
          <a:solidFill>
            <a:srgbClr val="B08A60">
              <a:alpha val="43000"/>
            </a:srgbClr>
          </a:solidFill>
          <a:ln w="0">
            <a:noFill/>
            <a:prstDash val="solid"/>
          </a:ln>
        </p:spPr>
      </p:sp>
      <p:sp>
        <p:nvSpPr>
          <p:cNvPr id="601" name="e_full_violin_ellipse_4953">
            <a:extLst>
              <a:ext uri="{FF2B5EF4-FFF2-40B4-BE49-F238E27FC236}">
                <a16:creationId xmlns:a16="http://schemas.microsoft.com/office/drawing/2014/main" id="{3C18F036-2AD2-413C-8D51-BA98CF5382B7}"/>
              </a:ext>
            </a:extLst>
          </p:cNvPr>
          <p:cNvSpPr>
            <a:spLocks noGrp="1"/>
          </p:cNvSpPr>
          <p:nvPr/>
        </p:nvSpPr>
        <p:spPr>
          <a:xfrm>
            <a:off x="4940702" y="2024752"/>
            <a:ext cx="46519" cy="46519"/>
          </a:xfrm>
          <a:prstGeom prst="ellipse">
            <a:avLst/>
          </a:prstGeom>
          <a:solidFill>
            <a:srgbClr val="B08A60">
              <a:alpha val="43000"/>
            </a:srgbClr>
          </a:solidFill>
          <a:ln w="0">
            <a:noFill/>
            <a:prstDash val="solid"/>
          </a:ln>
        </p:spPr>
      </p:sp>
      <p:sp>
        <p:nvSpPr>
          <p:cNvPr id="602" name="e_full_violin_ellipse_4954">
            <a:extLst>
              <a:ext uri="{FF2B5EF4-FFF2-40B4-BE49-F238E27FC236}">
                <a16:creationId xmlns:a16="http://schemas.microsoft.com/office/drawing/2014/main" id="{DE3E973A-CABA-4B6A-B83B-1AB778981497}"/>
              </a:ext>
            </a:extLst>
          </p:cNvPr>
          <p:cNvSpPr>
            <a:spLocks noGrp="1"/>
          </p:cNvSpPr>
          <p:nvPr/>
        </p:nvSpPr>
        <p:spPr>
          <a:xfrm>
            <a:off x="5038022" y="3240773"/>
            <a:ext cx="46519" cy="46519"/>
          </a:xfrm>
          <a:prstGeom prst="ellipse">
            <a:avLst/>
          </a:prstGeom>
          <a:solidFill>
            <a:srgbClr val="B08A60">
              <a:alpha val="43000"/>
            </a:srgbClr>
          </a:solidFill>
          <a:ln w="0">
            <a:noFill/>
            <a:prstDash val="solid"/>
          </a:ln>
        </p:spPr>
      </p:sp>
      <p:sp>
        <p:nvSpPr>
          <p:cNvPr id="603" name="e_full_violin_ellipse_4955">
            <a:extLst>
              <a:ext uri="{FF2B5EF4-FFF2-40B4-BE49-F238E27FC236}">
                <a16:creationId xmlns:a16="http://schemas.microsoft.com/office/drawing/2014/main" id="{61E92C0F-BD3F-4BA3-93EE-7F5502810869}"/>
              </a:ext>
            </a:extLst>
          </p:cNvPr>
          <p:cNvSpPr>
            <a:spLocks noGrp="1"/>
          </p:cNvSpPr>
          <p:nvPr/>
        </p:nvSpPr>
        <p:spPr>
          <a:xfrm>
            <a:off x="4841276" y="4456793"/>
            <a:ext cx="46519" cy="46519"/>
          </a:xfrm>
          <a:prstGeom prst="ellipse">
            <a:avLst/>
          </a:prstGeom>
          <a:solidFill>
            <a:srgbClr val="B08A60">
              <a:alpha val="43000"/>
            </a:srgbClr>
          </a:solidFill>
          <a:ln w="0">
            <a:noFill/>
            <a:prstDash val="solid"/>
          </a:ln>
        </p:spPr>
      </p:sp>
      <p:sp>
        <p:nvSpPr>
          <p:cNvPr id="604" name="e_full_violin_ellipse_4956">
            <a:extLst>
              <a:ext uri="{FF2B5EF4-FFF2-40B4-BE49-F238E27FC236}">
                <a16:creationId xmlns:a16="http://schemas.microsoft.com/office/drawing/2014/main" id="{5AA5F569-1F35-4B41-9A98-6ED2A2D75AA4}"/>
              </a:ext>
            </a:extLst>
          </p:cNvPr>
          <p:cNvSpPr>
            <a:spLocks noGrp="1"/>
          </p:cNvSpPr>
          <p:nvPr/>
        </p:nvSpPr>
        <p:spPr>
          <a:xfrm>
            <a:off x="4965629" y="2024752"/>
            <a:ext cx="46519" cy="46519"/>
          </a:xfrm>
          <a:prstGeom prst="ellipse">
            <a:avLst/>
          </a:prstGeom>
          <a:solidFill>
            <a:srgbClr val="B08A60">
              <a:alpha val="43000"/>
            </a:srgbClr>
          </a:solidFill>
          <a:ln w="0">
            <a:noFill/>
            <a:prstDash val="solid"/>
          </a:ln>
        </p:spPr>
      </p:sp>
      <p:sp>
        <p:nvSpPr>
          <p:cNvPr id="605" name="e_full_violin_ellipse_4957">
            <a:extLst>
              <a:ext uri="{FF2B5EF4-FFF2-40B4-BE49-F238E27FC236}">
                <a16:creationId xmlns:a16="http://schemas.microsoft.com/office/drawing/2014/main" id="{13D15CB1-6EE0-47E3-9ECD-97CCA2335CAA}"/>
              </a:ext>
            </a:extLst>
          </p:cNvPr>
          <p:cNvSpPr>
            <a:spLocks noGrp="1"/>
          </p:cNvSpPr>
          <p:nvPr/>
        </p:nvSpPr>
        <p:spPr>
          <a:xfrm>
            <a:off x="5104458" y="2632762"/>
            <a:ext cx="46519" cy="46519"/>
          </a:xfrm>
          <a:prstGeom prst="ellipse">
            <a:avLst/>
          </a:prstGeom>
          <a:solidFill>
            <a:srgbClr val="B08A60">
              <a:alpha val="43000"/>
            </a:srgbClr>
          </a:solidFill>
          <a:ln w="0">
            <a:noFill/>
            <a:prstDash val="solid"/>
          </a:ln>
        </p:spPr>
      </p:sp>
      <p:sp>
        <p:nvSpPr>
          <p:cNvPr id="606" name="e_full_violin_ellipse_4958">
            <a:extLst>
              <a:ext uri="{FF2B5EF4-FFF2-40B4-BE49-F238E27FC236}">
                <a16:creationId xmlns:a16="http://schemas.microsoft.com/office/drawing/2014/main" id="{F2A14917-596B-4332-8BA3-CD1C43E0E40B}"/>
              </a:ext>
            </a:extLst>
          </p:cNvPr>
          <p:cNvSpPr>
            <a:spLocks noGrp="1"/>
          </p:cNvSpPr>
          <p:nvPr/>
        </p:nvSpPr>
        <p:spPr>
          <a:xfrm>
            <a:off x="4923467" y="3848783"/>
            <a:ext cx="46519" cy="46519"/>
          </a:xfrm>
          <a:prstGeom prst="ellipse">
            <a:avLst/>
          </a:prstGeom>
          <a:solidFill>
            <a:srgbClr val="B08A60">
              <a:alpha val="43000"/>
            </a:srgbClr>
          </a:solidFill>
          <a:ln w="0">
            <a:noFill/>
            <a:prstDash val="solid"/>
          </a:ln>
        </p:spPr>
      </p:sp>
      <p:sp>
        <p:nvSpPr>
          <p:cNvPr id="607" name="e_full_violin_ellipse_4959">
            <a:extLst>
              <a:ext uri="{FF2B5EF4-FFF2-40B4-BE49-F238E27FC236}">
                <a16:creationId xmlns:a16="http://schemas.microsoft.com/office/drawing/2014/main" id="{48ADC1E2-42B1-46D4-98EC-B9CF7F24E44D}"/>
              </a:ext>
            </a:extLst>
          </p:cNvPr>
          <p:cNvSpPr>
            <a:spLocks noGrp="1"/>
          </p:cNvSpPr>
          <p:nvPr/>
        </p:nvSpPr>
        <p:spPr>
          <a:xfrm>
            <a:off x="4809396" y="4456793"/>
            <a:ext cx="46519" cy="46519"/>
          </a:xfrm>
          <a:prstGeom prst="ellipse">
            <a:avLst/>
          </a:prstGeom>
          <a:solidFill>
            <a:srgbClr val="B08A60">
              <a:alpha val="43000"/>
            </a:srgbClr>
          </a:solidFill>
          <a:ln w="0">
            <a:noFill/>
            <a:prstDash val="solid"/>
          </a:ln>
        </p:spPr>
      </p:sp>
      <p:sp>
        <p:nvSpPr>
          <p:cNvPr id="608" name="e_full_violin_ellipse_4960">
            <a:extLst>
              <a:ext uri="{FF2B5EF4-FFF2-40B4-BE49-F238E27FC236}">
                <a16:creationId xmlns:a16="http://schemas.microsoft.com/office/drawing/2014/main" id="{BC87139C-0361-436E-B43E-23F128B47581}"/>
              </a:ext>
            </a:extLst>
          </p:cNvPr>
          <p:cNvSpPr>
            <a:spLocks noGrp="1"/>
          </p:cNvSpPr>
          <p:nvPr/>
        </p:nvSpPr>
        <p:spPr>
          <a:xfrm>
            <a:off x="5084402" y="2936767"/>
            <a:ext cx="46519" cy="46519"/>
          </a:xfrm>
          <a:prstGeom prst="ellipse">
            <a:avLst/>
          </a:prstGeom>
          <a:solidFill>
            <a:srgbClr val="B08A60">
              <a:alpha val="43000"/>
            </a:srgbClr>
          </a:solidFill>
          <a:ln w="0">
            <a:noFill/>
            <a:prstDash val="solid"/>
          </a:ln>
        </p:spPr>
      </p:sp>
      <p:sp>
        <p:nvSpPr>
          <p:cNvPr id="609" name="e_full_violin_ellipse_4961">
            <a:extLst>
              <a:ext uri="{FF2B5EF4-FFF2-40B4-BE49-F238E27FC236}">
                <a16:creationId xmlns:a16="http://schemas.microsoft.com/office/drawing/2014/main" id="{AEBD714E-1557-4682-9985-13273F890D0E}"/>
              </a:ext>
            </a:extLst>
          </p:cNvPr>
          <p:cNvSpPr>
            <a:spLocks noGrp="1"/>
          </p:cNvSpPr>
          <p:nvPr/>
        </p:nvSpPr>
        <p:spPr>
          <a:xfrm>
            <a:off x="4858273" y="3018489"/>
            <a:ext cx="46519" cy="46519"/>
          </a:xfrm>
          <a:prstGeom prst="ellipse">
            <a:avLst/>
          </a:prstGeom>
          <a:solidFill>
            <a:srgbClr val="B08A60">
              <a:alpha val="43000"/>
            </a:srgbClr>
          </a:solidFill>
          <a:ln w="0">
            <a:noFill/>
            <a:prstDash val="solid"/>
          </a:ln>
        </p:spPr>
      </p:sp>
      <p:sp>
        <p:nvSpPr>
          <p:cNvPr id="610" name="e_full_violin_ellipse_4962">
            <a:extLst>
              <a:ext uri="{FF2B5EF4-FFF2-40B4-BE49-F238E27FC236}">
                <a16:creationId xmlns:a16="http://schemas.microsoft.com/office/drawing/2014/main" id="{C8A3ACA3-7ED8-4932-B1DF-C644886A0108}"/>
              </a:ext>
            </a:extLst>
          </p:cNvPr>
          <p:cNvSpPr>
            <a:spLocks noGrp="1"/>
          </p:cNvSpPr>
          <p:nvPr/>
        </p:nvSpPr>
        <p:spPr>
          <a:xfrm>
            <a:off x="4930919" y="3877736"/>
            <a:ext cx="46519" cy="46519"/>
          </a:xfrm>
          <a:prstGeom prst="ellipse">
            <a:avLst/>
          </a:prstGeom>
          <a:solidFill>
            <a:srgbClr val="B08A60">
              <a:alpha val="43000"/>
            </a:srgbClr>
          </a:solidFill>
          <a:ln w="0">
            <a:noFill/>
            <a:prstDash val="solid"/>
          </a:ln>
        </p:spPr>
      </p:sp>
      <p:sp>
        <p:nvSpPr>
          <p:cNvPr id="611" name="e_full_violin_ellipse_4963">
            <a:extLst>
              <a:ext uri="{FF2B5EF4-FFF2-40B4-BE49-F238E27FC236}">
                <a16:creationId xmlns:a16="http://schemas.microsoft.com/office/drawing/2014/main" id="{3D931DC6-BD18-444F-B67F-394607804212}"/>
              </a:ext>
            </a:extLst>
          </p:cNvPr>
          <p:cNvSpPr>
            <a:spLocks noGrp="1"/>
          </p:cNvSpPr>
          <p:nvPr/>
        </p:nvSpPr>
        <p:spPr>
          <a:xfrm>
            <a:off x="4970284" y="2024752"/>
            <a:ext cx="46519" cy="46519"/>
          </a:xfrm>
          <a:prstGeom prst="ellipse">
            <a:avLst/>
          </a:prstGeom>
          <a:solidFill>
            <a:srgbClr val="B08A60">
              <a:alpha val="43000"/>
            </a:srgbClr>
          </a:solidFill>
          <a:ln w="0">
            <a:noFill/>
            <a:prstDash val="solid"/>
          </a:ln>
        </p:spPr>
      </p:sp>
      <p:sp>
        <p:nvSpPr>
          <p:cNvPr id="612" name="e_full_violin_ellipse_4964">
            <a:extLst>
              <a:ext uri="{FF2B5EF4-FFF2-40B4-BE49-F238E27FC236}">
                <a16:creationId xmlns:a16="http://schemas.microsoft.com/office/drawing/2014/main" id="{46B7987F-8242-4B0C-918E-FC8B09175F34}"/>
              </a:ext>
            </a:extLst>
          </p:cNvPr>
          <p:cNvSpPr>
            <a:spLocks noGrp="1"/>
          </p:cNvSpPr>
          <p:nvPr/>
        </p:nvSpPr>
        <p:spPr>
          <a:xfrm>
            <a:off x="4766682" y="3761924"/>
            <a:ext cx="46519" cy="46519"/>
          </a:xfrm>
          <a:prstGeom prst="ellipse">
            <a:avLst/>
          </a:prstGeom>
          <a:solidFill>
            <a:srgbClr val="B08A60">
              <a:alpha val="43000"/>
            </a:srgbClr>
          </a:solidFill>
          <a:ln w="0">
            <a:noFill/>
            <a:prstDash val="solid"/>
          </a:ln>
        </p:spPr>
      </p:sp>
      <p:sp>
        <p:nvSpPr>
          <p:cNvPr id="613" name="e_full_violin_ellipse_4965">
            <a:extLst>
              <a:ext uri="{FF2B5EF4-FFF2-40B4-BE49-F238E27FC236}">
                <a16:creationId xmlns:a16="http://schemas.microsoft.com/office/drawing/2014/main" id="{22C05E3F-A359-4E7D-8ED7-29881CBBE330}"/>
              </a:ext>
            </a:extLst>
          </p:cNvPr>
          <p:cNvSpPr>
            <a:spLocks noGrp="1"/>
          </p:cNvSpPr>
          <p:nvPr/>
        </p:nvSpPr>
        <p:spPr>
          <a:xfrm>
            <a:off x="5092713" y="2632762"/>
            <a:ext cx="46519" cy="46519"/>
          </a:xfrm>
          <a:prstGeom prst="ellipse">
            <a:avLst/>
          </a:prstGeom>
          <a:solidFill>
            <a:srgbClr val="B08A60">
              <a:alpha val="43000"/>
            </a:srgbClr>
          </a:solidFill>
          <a:ln w="0">
            <a:noFill/>
            <a:prstDash val="solid"/>
          </a:ln>
        </p:spPr>
      </p:sp>
      <p:sp>
        <p:nvSpPr>
          <p:cNvPr id="614" name="e_full_violin_ellipse_4966">
            <a:extLst>
              <a:ext uri="{FF2B5EF4-FFF2-40B4-BE49-F238E27FC236}">
                <a16:creationId xmlns:a16="http://schemas.microsoft.com/office/drawing/2014/main" id="{391ECF5F-9879-449A-A359-660197CC43CF}"/>
              </a:ext>
            </a:extLst>
          </p:cNvPr>
          <p:cNvSpPr>
            <a:spLocks noGrp="1"/>
          </p:cNvSpPr>
          <p:nvPr/>
        </p:nvSpPr>
        <p:spPr>
          <a:xfrm>
            <a:off x="5133409" y="4182208"/>
            <a:ext cx="46519" cy="46519"/>
          </a:xfrm>
          <a:prstGeom prst="ellipse">
            <a:avLst/>
          </a:prstGeom>
          <a:solidFill>
            <a:srgbClr val="B08A60">
              <a:alpha val="43000"/>
            </a:srgbClr>
          </a:solidFill>
          <a:ln w="0">
            <a:noFill/>
            <a:prstDash val="solid"/>
          </a:ln>
        </p:spPr>
      </p:sp>
      <p:sp>
        <p:nvSpPr>
          <p:cNvPr id="615" name="e_full_violin_ellipse_4967">
            <a:extLst>
              <a:ext uri="{FF2B5EF4-FFF2-40B4-BE49-F238E27FC236}">
                <a16:creationId xmlns:a16="http://schemas.microsoft.com/office/drawing/2014/main" id="{D334E6F5-B7EA-452D-8D91-9F9FDCD39686}"/>
              </a:ext>
            </a:extLst>
          </p:cNvPr>
          <p:cNvSpPr>
            <a:spLocks noGrp="1"/>
          </p:cNvSpPr>
          <p:nvPr/>
        </p:nvSpPr>
        <p:spPr>
          <a:xfrm>
            <a:off x="4875815" y="2835432"/>
            <a:ext cx="46519" cy="46519"/>
          </a:xfrm>
          <a:prstGeom prst="ellipse">
            <a:avLst/>
          </a:prstGeom>
          <a:solidFill>
            <a:srgbClr val="B08A60">
              <a:alpha val="43000"/>
            </a:srgbClr>
          </a:solidFill>
          <a:ln w="0">
            <a:noFill/>
            <a:prstDash val="solid"/>
          </a:ln>
        </p:spPr>
      </p:sp>
      <p:sp>
        <p:nvSpPr>
          <p:cNvPr id="616" name="e_full_violin_ellipse_4968">
            <a:extLst>
              <a:ext uri="{FF2B5EF4-FFF2-40B4-BE49-F238E27FC236}">
                <a16:creationId xmlns:a16="http://schemas.microsoft.com/office/drawing/2014/main" id="{9AC6E2FB-6E5E-493A-A0CC-F9281176D4D1}"/>
              </a:ext>
            </a:extLst>
          </p:cNvPr>
          <p:cNvSpPr>
            <a:spLocks noGrp="1"/>
          </p:cNvSpPr>
          <p:nvPr/>
        </p:nvSpPr>
        <p:spPr>
          <a:xfrm>
            <a:off x="5014926" y="2024752"/>
            <a:ext cx="46519" cy="46519"/>
          </a:xfrm>
          <a:prstGeom prst="ellipse">
            <a:avLst/>
          </a:prstGeom>
          <a:solidFill>
            <a:srgbClr val="B08A60">
              <a:alpha val="43000"/>
            </a:srgbClr>
          </a:solidFill>
          <a:ln w="0">
            <a:noFill/>
            <a:prstDash val="solid"/>
          </a:ln>
        </p:spPr>
      </p:sp>
      <p:sp>
        <p:nvSpPr>
          <p:cNvPr id="617" name="e_full_violin_ellipse_4969">
            <a:extLst>
              <a:ext uri="{FF2B5EF4-FFF2-40B4-BE49-F238E27FC236}">
                <a16:creationId xmlns:a16="http://schemas.microsoft.com/office/drawing/2014/main" id="{77F9E768-B968-4473-8EA2-738EC401695E}"/>
              </a:ext>
            </a:extLst>
          </p:cNvPr>
          <p:cNvSpPr>
            <a:spLocks noGrp="1"/>
          </p:cNvSpPr>
          <p:nvPr/>
        </p:nvSpPr>
        <p:spPr>
          <a:xfrm>
            <a:off x="4897473" y="4456793"/>
            <a:ext cx="46519" cy="46519"/>
          </a:xfrm>
          <a:prstGeom prst="ellipse">
            <a:avLst/>
          </a:prstGeom>
          <a:solidFill>
            <a:srgbClr val="B08A60">
              <a:alpha val="43000"/>
            </a:srgbClr>
          </a:solidFill>
          <a:ln w="0">
            <a:noFill/>
            <a:prstDash val="solid"/>
          </a:ln>
        </p:spPr>
      </p:sp>
      <p:sp>
        <p:nvSpPr>
          <p:cNvPr id="618" name="e_full_violin_ellipse_4970">
            <a:extLst>
              <a:ext uri="{FF2B5EF4-FFF2-40B4-BE49-F238E27FC236}">
                <a16:creationId xmlns:a16="http://schemas.microsoft.com/office/drawing/2014/main" id="{EE802960-7A2D-484C-8AF3-8DD4847A98D3}"/>
              </a:ext>
            </a:extLst>
          </p:cNvPr>
          <p:cNvSpPr>
            <a:spLocks noGrp="1"/>
          </p:cNvSpPr>
          <p:nvPr/>
        </p:nvSpPr>
        <p:spPr>
          <a:xfrm>
            <a:off x="4937689" y="3240773"/>
            <a:ext cx="46519" cy="46519"/>
          </a:xfrm>
          <a:prstGeom prst="ellipse">
            <a:avLst/>
          </a:prstGeom>
          <a:solidFill>
            <a:srgbClr val="B08A60">
              <a:alpha val="43000"/>
            </a:srgbClr>
          </a:solidFill>
          <a:ln w="0">
            <a:noFill/>
            <a:prstDash val="solid"/>
          </a:ln>
        </p:spPr>
      </p:sp>
      <p:sp>
        <p:nvSpPr>
          <p:cNvPr id="619" name="e_full_violin_ellipse_4971">
            <a:extLst>
              <a:ext uri="{FF2B5EF4-FFF2-40B4-BE49-F238E27FC236}">
                <a16:creationId xmlns:a16="http://schemas.microsoft.com/office/drawing/2014/main" id="{2A71FEBE-26D4-4BF7-9C55-662D9EF380C4}"/>
              </a:ext>
            </a:extLst>
          </p:cNvPr>
          <p:cNvSpPr>
            <a:spLocks noGrp="1"/>
          </p:cNvSpPr>
          <p:nvPr/>
        </p:nvSpPr>
        <p:spPr>
          <a:xfrm>
            <a:off x="5137952" y="4456793"/>
            <a:ext cx="46519" cy="46519"/>
          </a:xfrm>
          <a:prstGeom prst="ellipse">
            <a:avLst/>
          </a:prstGeom>
          <a:solidFill>
            <a:srgbClr val="B08A60">
              <a:alpha val="43000"/>
            </a:srgbClr>
          </a:solidFill>
          <a:ln w="0">
            <a:noFill/>
            <a:prstDash val="solid"/>
          </a:ln>
        </p:spPr>
      </p:sp>
      <p:sp>
        <p:nvSpPr>
          <p:cNvPr id="620" name="e_full_violin_ellipse_4972">
            <a:extLst>
              <a:ext uri="{FF2B5EF4-FFF2-40B4-BE49-F238E27FC236}">
                <a16:creationId xmlns:a16="http://schemas.microsoft.com/office/drawing/2014/main" id="{9E6C8F69-3B06-4514-84B3-767AA48EAD4F}"/>
              </a:ext>
            </a:extLst>
          </p:cNvPr>
          <p:cNvSpPr>
            <a:spLocks noGrp="1"/>
          </p:cNvSpPr>
          <p:nvPr/>
        </p:nvSpPr>
        <p:spPr>
          <a:xfrm>
            <a:off x="4958071" y="4456793"/>
            <a:ext cx="46519" cy="46519"/>
          </a:xfrm>
          <a:prstGeom prst="ellipse">
            <a:avLst/>
          </a:prstGeom>
          <a:solidFill>
            <a:srgbClr val="B08A60">
              <a:alpha val="43000"/>
            </a:srgbClr>
          </a:solidFill>
          <a:ln w="0">
            <a:noFill/>
            <a:prstDash val="solid"/>
          </a:ln>
        </p:spPr>
      </p:sp>
      <p:sp>
        <p:nvSpPr>
          <p:cNvPr id="621" name="e_full_violin_ellipse_4973">
            <a:extLst>
              <a:ext uri="{FF2B5EF4-FFF2-40B4-BE49-F238E27FC236}">
                <a16:creationId xmlns:a16="http://schemas.microsoft.com/office/drawing/2014/main" id="{8059A6E7-A0DA-41DE-9CC7-9189785A0FD7}"/>
              </a:ext>
            </a:extLst>
          </p:cNvPr>
          <p:cNvSpPr>
            <a:spLocks noGrp="1"/>
          </p:cNvSpPr>
          <p:nvPr/>
        </p:nvSpPr>
        <p:spPr>
          <a:xfrm>
            <a:off x="5132573" y="4456793"/>
            <a:ext cx="46519" cy="46519"/>
          </a:xfrm>
          <a:prstGeom prst="ellipse">
            <a:avLst/>
          </a:prstGeom>
          <a:solidFill>
            <a:srgbClr val="B08A60">
              <a:alpha val="43000"/>
            </a:srgbClr>
          </a:solidFill>
          <a:ln w="0">
            <a:noFill/>
            <a:prstDash val="solid"/>
          </a:ln>
        </p:spPr>
      </p:sp>
      <p:sp>
        <p:nvSpPr>
          <p:cNvPr id="622" name="e_full_violin_ellipse_4974">
            <a:extLst>
              <a:ext uri="{FF2B5EF4-FFF2-40B4-BE49-F238E27FC236}">
                <a16:creationId xmlns:a16="http://schemas.microsoft.com/office/drawing/2014/main" id="{56520BF1-D642-4BD4-907C-648A7293DBE3}"/>
              </a:ext>
            </a:extLst>
          </p:cNvPr>
          <p:cNvSpPr>
            <a:spLocks noGrp="1"/>
          </p:cNvSpPr>
          <p:nvPr/>
        </p:nvSpPr>
        <p:spPr>
          <a:xfrm>
            <a:off x="4933213" y="3761924"/>
            <a:ext cx="46519" cy="46519"/>
          </a:xfrm>
          <a:prstGeom prst="ellipse">
            <a:avLst/>
          </a:prstGeom>
          <a:solidFill>
            <a:srgbClr val="B08A60">
              <a:alpha val="43000"/>
            </a:srgbClr>
          </a:solidFill>
          <a:ln w="0">
            <a:noFill/>
            <a:prstDash val="solid"/>
          </a:ln>
        </p:spPr>
      </p:sp>
      <p:sp>
        <p:nvSpPr>
          <p:cNvPr id="623" name="e_full_violin_ellipse_4975">
            <a:extLst>
              <a:ext uri="{FF2B5EF4-FFF2-40B4-BE49-F238E27FC236}">
                <a16:creationId xmlns:a16="http://schemas.microsoft.com/office/drawing/2014/main" id="{99651DB4-037F-4DD7-A700-2CA1ADC31B3F}"/>
              </a:ext>
            </a:extLst>
          </p:cNvPr>
          <p:cNvSpPr>
            <a:spLocks noGrp="1"/>
          </p:cNvSpPr>
          <p:nvPr/>
        </p:nvSpPr>
        <p:spPr>
          <a:xfrm>
            <a:off x="5065112" y="4456793"/>
            <a:ext cx="46519" cy="46519"/>
          </a:xfrm>
          <a:prstGeom prst="ellipse">
            <a:avLst/>
          </a:prstGeom>
          <a:solidFill>
            <a:srgbClr val="B08A60">
              <a:alpha val="43000"/>
            </a:srgbClr>
          </a:solidFill>
          <a:ln w="0">
            <a:noFill/>
            <a:prstDash val="solid"/>
          </a:ln>
        </p:spPr>
      </p:sp>
      <p:sp>
        <p:nvSpPr>
          <p:cNvPr id="624" name="e_full_violin_ellipse_4976">
            <a:extLst>
              <a:ext uri="{FF2B5EF4-FFF2-40B4-BE49-F238E27FC236}">
                <a16:creationId xmlns:a16="http://schemas.microsoft.com/office/drawing/2014/main" id="{DB1F4DDF-4E1B-48D4-B61F-06A9D66B5AEE}"/>
              </a:ext>
            </a:extLst>
          </p:cNvPr>
          <p:cNvSpPr>
            <a:spLocks noGrp="1"/>
          </p:cNvSpPr>
          <p:nvPr/>
        </p:nvSpPr>
        <p:spPr>
          <a:xfrm>
            <a:off x="5011388" y="2372186"/>
            <a:ext cx="46519" cy="46519"/>
          </a:xfrm>
          <a:prstGeom prst="ellipse">
            <a:avLst/>
          </a:prstGeom>
          <a:solidFill>
            <a:srgbClr val="B08A60">
              <a:alpha val="43000"/>
            </a:srgbClr>
          </a:solidFill>
          <a:ln w="0">
            <a:noFill/>
            <a:prstDash val="solid"/>
          </a:ln>
        </p:spPr>
      </p:sp>
      <p:sp>
        <p:nvSpPr>
          <p:cNvPr id="625" name="e_full_violin_ellipse_4977">
            <a:extLst>
              <a:ext uri="{FF2B5EF4-FFF2-40B4-BE49-F238E27FC236}">
                <a16:creationId xmlns:a16="http://schemas.microsoft.com/office/drawing/2014/main" id="{5F01E4B2-C7E6-47C8-B182-8F556E26D062}"/>
              </a:ext>
            </a:extLst>
          </p:cNvPr>
          <p:cNvSpPr>
            <a:spLocks noGrp="1"/>
          </p:cNvSpPr>
          <p:nvPr/>
        </p:nvSpPr>
        <p:spPr>
          <a:xfrm>
            <a:off x="4995741" y="4051453"/>
            <a:ext cx="46519" cy="46519"/>
          </a:xfrm>
          <a:prstGeom prst="ellipse">
            <a:avLst/>
          </a:prstGeom>
          <a:solidFill>
            <a:srgbClr val="B08A60">
              <a:alpha val="43000"/>
            </a:srgbClr>
          </a:solidFill>
          <a:ln w="0">
            <a:noFill/>
            <a:prstDash val="solid"/>
          </a:ln>
        </p:spPr>
      </p:sp>
      <p:sp>
        <p:nvSpPr>
          <p:cNvPr id="626" name="e_full_violin_ellipse_4978">
            <a:extLst>
              <a:ext uri="{FF2B5EF4-FFF2-40B4-BE49-F238E27FC236}">
                <a16:creationId xmlns:a16="http://schemas.microsoft.com/office/drawing/2014/main" id="{6D9C1644-8CE2-4188-9292-1D08D9E234B0}"/>
              </a:ext>
            </a:extLst>
          </p:cNvPr>
          <p:cNvSpPr>
            <a:spLocks noGrp="1"/>
          </p:cNvSpPr>
          <p:nvPr/>
        </p:nvSpPr>
        <p:spPr>
          <a:xfrm>
            <a:off x="4780218" y="3240773"/>
            <a:ext cx="46519" cy="46519"/>
          </a:xfrm>
          <a:prstGeom prst="ellipse">
            <a:avLst/>
          </a:prstGeom>
          <a:solidFill>
            <a:srgbClr val="B08A60">
              <a:alpha val="43000"/>
            </a:srgbClr>
          </a:solidFill>
          <a:ln w="0">
            <a:noFill/>
            <a:prstDash val="solid"/>
          </a:ln>
        </p:spPr>
      </p:sp>
      <p:sp>
        <p:nvSpPr>
          <p:cNvPr id="627" name="e_full_violin_ellipse_4979">
            <a:extLst>
              <a:ext uri="{FF2B5EF4-FFF2-40B4-BE49-F238E27FC236}">
                <a16:creationId xmlns:a16="http://schemas.microsoft.com/office/drawing/2014/main" id="{21340221-D33F-45A1-AD9B-1FBCF6DB67B8}"/>
              </a:ext>
            </a:extLst>
          </p:cNvPr>
          <p:cNvSpPr>
            <a:spLocks noGrp="1"/>
          </p:cNvSpPr>
          <p:nvPr/>
        </p:nvSpPr>
        <p:spPr>
          <a:xfrm>
            <a:off x="4850146" y="2024752"/>
            <a:ext cx="46519" cy="46519"/>
          </a:xfrm>
          <a:prstGeom prst="ellipse">
            <a:avLst/>
          </a:prstGeom>
          <a:solidFill>
            <a:srgbClr val="B08A60">
              <a:alpha val="43000"/>
            </a:srgbClr>
          </a:solidFill>
          <a:ln w="0">
            <a:noFill/>
            <a:prstDash val="solid"/>
          </a:ln>
        </p:spPr>
      </p:sp>
      <p:sp>
        <p:nvSpPr>
          <p:cNvPr id="628" name="e_full_violin_ellipse_4980">
            <a:extLst>
              <a:ext uri="{FF2B5EF4-FFF2-40B4-BE49-F238E27FC236}">
                <a16:creationId xmlns:a16="http://schemas.microsoft.com/office/drawing/2014/main" id="{C0AC7F9E-5A16-478D-8A3A-114332EC226C}"/>
              </a:ext>
            </a:extLst>
          </p:cNvPr>
          <p:cNvSpPr>
            <a:spLocks noGrp="1"/>
          </p:cNvSpPr>
          <p:nvPr/>
        </p:nvSpPr>
        <p:spPr>
          <a:xfrm>
            <a:off x="5152326" y="3646113"/>
            <a:ext cx="46519" cy="46519"/>
          </a:xfrm>
          <a:prstGeom prst="ellipse">
            <a:avLst/>
          </a:prstGeom>
          <a:solidFill>
            <a:srgbClr val="B08A60">
              <a:alpha val="43000"/>
            </a:srgbClr>
          </a:solidFill>
          <a:ln w="0">
            <a:noFill/>
            <a:prstDash val="solid"/>
          </a:ln>
        </p:spPr>
      </p:sp>
      <p:sp>
        <p:nvSpPr>
          <p:cNvPr id="629" name="e_full_violin_ellipse_4981">
            <a:extLst>
              <a:ext uri="{FF2B5EF4-FFF2-40B4-BE49-F238E27FC236}">
                <a16:creationId xmlns:a16="http://schemas.microsoft.com/office/drawing/2014/main" id="{AE43607F-D408-4993-BBAF-76A622D3E87C}"/>
              </a:ext>
            </a:extLst>
          </p:cNvPr>
          <p:cNvSpPr>
            <a:spLocks noGrp="1"/>
          </p:cNvSpPr>
          <p:nvPr/>
        </p:nvSpPr>
        <p:spPr>
          <a:xfrm>
            <a:off x="5056933" y="3240773"/>
            <a:ext cx="46519" cy="46519"/>
          </a:xfrm>
          <a:prstGeom prst="ellipse">
            <a:avLst/>
          </a:prstGeom>
          <a:solidFill>
            <a:srgbClr val="B08A60">
              <a:alpha val="43000"/>
            </a:srgbClr>
          </a:solidFill>
          <a:ln w="0">
            <a:noFill/>
            <a:prstDash val="solid"/>
          </a:ln>
        </p:spPr>
      </p:sp>
      <p:sp>
        <p:nvSpPr>
          <p:cNvPr id="630" name="e_full_violin_ellipse_4982">
            <a:extLst>
              <a:ext uri="{FF2B5EF4-FFF2-40B4-BE49-F238E27FC236}">
                <a16:creationId xmlns:a16="http://schemas.microsoft.com/office/drawing/2014/main" id="{4569E887-D45D-4515-8AE3-FCB66E24E3C9}"/>
              </a:ext>
            </a:extLst>
          </p:cNvPr>
          <p:cNvSpPr>
            <a:spLocks noGrp="1"/>
          </p:cNvSpPr>
          <p:nvPr/>
        </p:nvSpPr>
        <p:spPr>
          <a:xfrm>
            <a:off x="5047647" y="3727181"/>
            <a:ext cx="46519" cy="46519"/>
          </a:xfrm>
          <a:prstGeom prst="ellipse">
            <a:avLst/>
          </a:prstGeom>
          <a:solidFill>
            <a:srgbClr val="B08A60">
              <a:alpha val="43000"/>
            </a:srgbClr>
          </a:solidFill>
          <a:ln w="0">
            <a:noFill/>
            <a:prstDash val="solid"/>
          </a:ln>
        </p:spPr>
      </p:sp>
      <p:sp>
        <p:nvSpPr>
          <p:cNvPr id="631" name="e_full_violin_ellipse_4983">
            <a:extLst>
              <a:ext uri="{FF2B5EF4-FFF2-40B4-BE49-F238E27FC236}">
                <a16:creationId xmlns:a16="http://schemas.microsoft.com/office/drawing/2014/main" id="{8563BA67-8EA1-4FC0-B0C0-DC6A79B1D833}"/>
              </a:ext>
            </a:extLst>
          </p:cNvPr>
          <p:cNvSpPr>
            <a:spLocks noGrp="1"/>
          </p:cNvSpPr>
          <p:nvPr/>
        </p:nvSpPr>
        <p:spPr>
          <a:xfrm>
            <a:off x="4864293" y="2430092"/>
            <a:ext cx="46519" cy="46519"/>
          </a:xfrm>
          <a:prstGeom prst="ellipse">
            <a:avLst/>
          </a:prstGeom>
          <a:solidFill>
            <a:srgbClr val="B08A60">
              <a:alpha val="43000"/>
            </a:srgbClr>
          </a:solidFill>
          <a:ln w="0">
            <a:noFill/>
            <a:prstDash val="solid"/>
          </a:ln>
        </p:spPr>
      </p:sp>
      <p:sp>
        <p:nvSpPr>
          <p:cNvPr id="632" name="e_full_violin_ellipse_4984">
            <a:extLst>
              <a:ext uri="{FF2B5EF4-FFF2-40B4-BE49-F238E27FC236}">
                <a16:creationId xmlns:a16="http://schemas.microsoft.com/office/drawing/2014/main" id="{D60A010E-07E2-4692-8F5A-755E86C16612}"/>
              </a:ext>
            </a:extLst>
          </p:cNvPr>
          <p:cNvSpPr>
            <a:spLocks noGrp="1"/>
          </p:cNvSpPr>
          <p:nvPr/>
        </p:nvSpPr>
        <p:spPr>
          <a:xfrm>
            <a:off x="5024019" y="4456793"/>
            <a:ext cx="46519" cy="46519"/>
          </a:xfrm>
          <a:prstGeom prst="ellipse">
            <a:avLst/>
          </a:prstGeom>
          <a:solidFill>
            <a:srgbClr val="B08A60">
              <a:alpha val="43000"/>
            </a:srgbClr>
          </a:solidFill>
          <a:ln w="0">
            <a:noFill/>
            <a:prstDash val="solid"/>
          </a:ln>
        </p:spPr>
      </p:sp>
      <p:sp>
        <p:nvSpPr>
          <p:cNvPr id="633" name="e_full_violin_ellipse_4985">
            <a:extLst>
              <a:ext uri="{FF2B5EF4-FFF2-40B4-BE49-F238E27FC236}">
                <a16:creationId xmlns:a16="http://schemas.microsoft.com/office/drawing/2014/main" id="{0CBE3755-839E-4EB8-B900-05666BB27E89}"/>
              </a:ext>
            </a:extLst>
          </p:cNvPr>
          <p:cNvSpPr>
            <a:spLocks noGrp="1"/>
          </p:cNvSpPr>
          <p:nvPr/>
        </p:nvSpPr>
        <p:spPr>
          <a:xfrm>
            <a:off x="4915404" y="3646113"/>
            <a:ext cx="46519" cy="46519"/>
          </a:xfrm>
          <a:prstGeom prst="ellipse">
            <a:avLst/>
          </a:prstGeom>
          <a:solidFill>
            <a:srgbClr val="B08A60">
              <a:alpha val="43000"/>
            </a:srgbClr>
          </a:solidFill>
          <a:ln w="0">
            <a:noFill/>
            <a:prstDash val="solid"/>
          </a:ln>
        </p:spPr>
      </p:sp>
      <p:sp>
        <p:nvSpPr>
          <p:cNvPr id="634" name="e_full_violin_ellipse_4986">
            <a:extLst>
              <a:ext uri="{FF2B5EF4-FFF2-40B4-BE49-F238E27FC236}">
                <a16:creationId xmlns:a16="http://schemas.microsoft.com/office/drawing/2014/main" id="{0DB681BF-D0BC-480E-8163-3E59FE5747FB}"/>
              </a:ext>
            </a:extLst>
          </p:cNvPr>
          <p:cNvSpPr>
            <a:spLocks noGrp="1"/>
          </p:cNvSpPr>
          <p:nvPr/>
        </p:nvSpPr>
        <p:spPr>
          <a:xfrm>
            <a:off x="4778400" y="2835432"/>
            <a:ext cx="46519" cy="46519"/>
          </a:xfrm>
          <a:prstGeom prst="ellipse">
            <a:avLst/>
          </a:prstGeom>
          <a:solidFill>
            <a:srgbClr val="B08A60">
              <a:alpha val="43000"/>
            </a:srgbClr>
          </a:solidFill>
          <a:ln w="0">
            <a:noFill/>
            <a:prstDash val="solid"/>
          </a:ln>
        </p:spPr>
      </p:sp>
      <p:sp>
        <p:nvSpPr>
          <p:cNvPr id="635" name="e_full_violin_ellipse_4987">
            <a:extLst>
              <a:ext uri="{FF2B5EF4-FFF2-40B4-BE49-F238E27FC236}">
                <a16:creationId xmlns:a16="http://schemas.microsoft.com/office/drawing/2014/main" id="{BB314049-750B-456E-B72D-9294F4CDECEE}"/>
              </a:ext>
            </a:extLst>
          </p:cNvPr>
          <p:cNvSpPr>
            <a:spLocks noGrp="1"/>
          </p:cNvSpPr>
          <p:nvPr/>
        </p:nvSpPr>
        <p:spPr>
          <a:xfrm>
            <a:off x="4819373" y="3646113"/>
            <a:ext cx="46519" cy="46519"/>
          </a:xfrm>
          <a:prstGeom prst="ellipse">
            <a:avLst/>
          </a:prstGeom>
          <a:solidFill>
            <a:srgbClr val="B08A60">
              <a:alpha val="43000"/>
            </a:srgbClr>
          </a:solidFill>
          <a:ln w="0">
            <a:noFill/>
            <a:prstDash val="solid"/>
          </a:ln>
        </p:spPr>
      </p:sp>
      <p:sp>
        <p:nvSpPr>
          <p:cNvPr id="636" name="e_full_violin_ellipse_4988">
            <a:extLst>
              <a:ext uri="{FF2B5EF4-FFF2-40B4-BE49-F238E27FC236}">
                <a16:creationId xmlns:a16="http://schemas.microsoft.com/office/drawing/2014/main" id="{6AAA6D45-8434-420B-99B8-CC173AB785D4}"/>
              </a:ext>
            </a:extLst>
          </p:cNvPr>
          <p:cNvSpPr>
            <a:spLocks noGrp="1"/>
          </p:cNvSpPr>
          <p:nvPr/>
        </p:nvSpPr>
        <p:spPr>
          <a:xfrm>
            <a:off x="5062929" y="3240773"/>
            <a:ext cx="46519" cy="46519"/>
          </a:xfrm>
          <a:prstGeom prst="ellipse">
            <a:avLst/>
          </a:prstGeom>
          <a:solidFill>
            <a:srgbClr val="B08A60">
              <a:alpha val="43000"/>
            </a:srgbClr>
          </a:solidFill>
          <a:ln w="0">
            <a:noFill/>
            <a:prstDash val="solid"/>
          </a:ln>
        </p:spPr>
      </p:sp>
      <p:sp>
        <p:nvSpPr>
          <p:cNvPr id="637" name="e_full_violin_ellipse_4989">
            <a:extLst>
              <a:ext uri="{FF2B5EF4-FFF2-40B4-BE49-F238E27FC236}">
                <a16:creationId xmlns:a16="http://schemas.microsoft.com/office/drawing/2014/main" id="{5B8771DF-4351-4BCB-BE35-CA79C26990AA}"/>
              </a:ext>
            </a:extLst>
          </p:cNvPr>
          <p:cNvSpPr>
            <a:spLocks noGrp="1"/>
          </p:cNvSpPr>
          <p:nvPr/>
        </p:nvSpPr>
        <p:spPr>
          <a:xfrm>
            <a:off x="5118119" y="3848783"/>
            <a:ext cx="46519" cy="46519"/>
          </a:xfrm>
          <a:prstGeom prst="ellipse">
            <a:avLst/>
          </a:prstGeom>
          <a:solidFill>
            <a:srgbClr val="B08A60">
              <a:alpha val="43000"/>
            </a:srgbClr>
          </a:solidFill>
          <a:ln w="0">
            <a:noFill/>
            <a:prstDash val="solid"/>
          </a:ln>
        </p:spPr>
      </p:sp>
      <p:sp>
        <p:nvSpPr>
          <p:cNvPr id="638" name="e_full_violin_ellipse_4990">
            <a:extLst>
              <a:ext uri="{FF2B5EF4-FFF2-40B4-BE49-F238E27FC236}">
                <a16:creationId xmlns:a16="http://schemas.microsoft.com/office/drawing/2014/main" id="{E13FB010-D248-4430-AC98-B056170EEBC8}"/>
              </a:ext>
            </a:extLst>
          </p:cNvPr>
          <p:cNvSpPr>
            <a:spLocks noGrp="1"/>
          </p:cNvSpPr>
          <p:nvPr/>
        </p:nvSpPr>
        <p:spPr>
          <a:xfrm>
            <a:off x="4960322" y="2024752"/>
            <a:ext cx="46519" cy="46519"/>
          </a:xfrm>
          <a:prstGeom prst="ellipse">
            <a:avLst/>
          </a:prstGeom>
          <a:solidFill>
            <a:srgbClr val="B08A60">
              <a:alpha val="43000"/>
            </a:srgbClr>
          </a:solidFill>
          <a:ln w="0">
            <a:noFill/>
            <a:prstDash val="solid"/>
          </a:ln>
        </p:spPr>
      </p:sp>
      <p:sp>
        <p:nvSpPr>
          <p:cNvPr id="639" name="e_full_violin_ellipse_4991">
            <a:extLst>
              <a:ext uri="{FF2B5EF4-FFF2-40B4-BE49-F238E27FC236}">
                <a16:creationId xmlns:a16="http://schemas.microsoft.com/office/drawing/2014/main" id="{0DC8EE31-F7E8-421A-A0FA-733C139FCD11}"/>
              </a:ext>
            </a:extLst>
          </p:cNvPr>
          <p:cNvSpPr>
            <a:spLocks noGrp="1"/>
          </p:cNvSpPr>
          <p:nvPr/>
        </p:nvSpPr>
        <p:spPr>
          <a:xfrm>
            <a:off x="4999796" y="2024752"/>
            <a:ext cx="46519" cy="46519"/>
          </a:xfrm>
          <a:prstGeom prst="ellipse">
            <a:avLst/>
          </a:prstGeom>
          <a:solidFill>
            <a:srgbClr val="B08A60">
              <a:alpha val="43000"/>
            </a:srgbClr>
          </a:solidFill>
          <a:ln w="0">
            <a:noFill/>
            <a:prstDash val="solid"/>
          </a:ln>
        </p:spPr>
      </p:sp>
      <p:sp>
        <p:nvSpPr>
          <p:cNvPr id="640" name="e_full_violin_ellipse_4992">
            <a:extLst>
              <a:ext uri="{FF2B5EF4-FFF2-40B4-BE49-F238E27FC236}">
                <a16:creationId xmlns:a16="http://schemas.microsoft.com/office/drawing/2014/main" id="{60DB105F-3975-41D6-B5FE-D9CB04EAEDCC}"/>
              </a:ext>
            </a:extLst>
          </p:cNvPr>
          <p:cNvSpPr>
            <a:spLocks noGrp="1"/>
          </p:cNvSpPr>
          <p:nvPr/>
        </p:nvSpPr>
        <p:spPr>
          <a:xfrm>
            <a:off x="4895831" y="2024752"/>
            <a:ext cx="46519" cy="46519"/>
          </a:xfrm>
          <a:prstGeom prst="ellipse">
            <a:avLst/>
          </a:prstGeom>
          <a:solidFill>
            <a:srgbClr val="B08A60">
              <a:alpha val="43000"/>
            </a:srgbClr>
          </a:solidFill>
          <a:ln w="0">
            <a:noFill/>
            <a:prstDash val="solid"/>
          </a:ln>
        </p:spPr>
      </p:sp>
      <p:sp>
        <p:nvSpPr>
          <p:cNvPr id="641" name="e_full_violin_ellipse_4993">
            <a:extLst>
              <a:ext uri="{FF2B5EF4-FFF2-40B4-BE49-F238E27FC236}">
                <a16:creationId xmlns:a16="http://schemas.microsoft.com/office/drawing/2014/main" id="{CECC9392-B67C-4B86-B3D2-BD02DD0BB5A2}"/>
              </a:ext>
            </a:extLst>
          </p:cNvPr>
          <p:cNvSpPr>
            <a:spLocks noGrp="1"/>
          </p:cNvSpPr>
          <p:nvPr/>
        </p:nvSpPr>
        <p:spPr>
          <a:xfrm>
            <a:off x="4808995" y="4269713"/>
            <a:ext cx="46519" cy="46519"/>
          </a:xfrm>
          <a:prstGeom prst="ellipse">
            <a:avLst/>
          </a:prstGeom>
          <a:solidFill>
            <a:srgbClr val="B08A60">
              <a:alpha val="43000"/>
            </a:srgbClr>
          </a:solidFill>
          <a:ln w="0">
            <a:noFill/>
            <a:prstDash val="solid"/>
          </a:ln>
        </p:spPr>
      </p:sp>
      <p:sp>
        <p:nvSpPr>
          <p:cNvPr id="642" name="e_full_violin_ellipse_4994">
            <a:extLst>
              <a:ext uri="{FF2B5EF4-FFF2-40B4-BE49-F238E27FC236}">
                <a16:creationId xmlns:a16="http://schemas.microsoft.com/office/drawing/2014/main" id="{98CE366F-8667-4CF9-825A-25A7461FDFE3}"/>
              </a:ext>
            </a:extLst>
          </p:cNvPr>
          <p:cNvSpPr>
            <a:spLocks noGrp="1"/>
          </p:cNvSpPr>
          <p:nvPr/>
        </p:nvSpPr>
        <p:spPr>
          <a:xfrm>
            <a:off x="4849417" y="4456793"/>
            <a:ext cx="46519" cy="46519"/>
          </a:xfrm>
          <a:prstGeom prst="ellipse">
            <a:avLst/>
          </a:prstGeom>
          <a:solidFill>
            <a:srgbClr val="B08A60">
              <a:alpha val="43000"/>
            </a:srgbClr>
          </a:solidFill>
          <a:ln w="0">
            <a:noFill/>
            <a:prstDash val="solid"/>
          </a:ln>
        </p:spPr>
      </p:sp>
      <p:sp>
        <p:nvSpPr>
          <p:cNvPr id="643" name="e_full_violin_ellipse_4995">
            <a:extLst>
              <a:ext uri="{FF2B5EF4-FFF2-40B4-BE49-F238E27FC236}">
                <a16:creationId xmlns:a16="http://schemas.microsoft.com/office/drawing/2014/main" id="{995397BF-CCD2-4875-AF65-E4F5DA730692}"/>
              </a:ext>
            </a:extLst>
          </p:cNvPr>
          <p:cNvSpPr>
            <a:spLocks noGrp="1"/>
          </p:cNvSpPr>
          <p:nvPr/>
        </p:nvSpPr>
        <p:spPr>
          <a:xfrm>
            <a:off x="4798703" y="2024752"/>
            <a:ext cx="46519" cy="46519"/>
          </a:xfrm>
          <a:prstGeom prst="ellipse">
            <a:avLst/>
          </a:prstGeom>
          <a:solidFill>
            <a:srgbClr val="B08A60">
              <a:alpha val="43000"/>
            </a:srgbClr>
          </a:solidFill>
          <a:ln w="0">
            <a:noFill/>
            <a:prstDash val="solid"/>
          </a:ln>
        </p:spPr>
      </p:sp>
      <p:sp>
        <p:nvSpPr>
          <p:cNvPr id="644" name="e_full_violin_ellipse_4996">
            <a:extLst>
              <a:ext uri="{FF2B5EF4-FFF2-40B4-BE49-F238E27FC236}">
                <a16:creationId xmlns:a16="http://schemas.microsoft.com/office/drawing/2014/main" id="{528DD2D6-2B20-4F48-AC04-39632E9B77C6}"/>
              </a:ext>
            </a:extLst>
          </p:cNvPr>
          <p:cNvSpPr>
            <a:spLocks noGrp="1"/>
          </p:cNvSpPr>
          <p:nvPr/>
        </p:nvSpPr>
        <p:spPr>
          <a:xfrm>
            <a:off x="4876403" y="4456793"/>
            <a:ext cx="46519" cy="46519"/>
          </a:xfrm>
          <a:prstGeom prst="ellipse">
            <a:avLst/>
          </a:prstGeom>
          <a:solidFill>
            <a:srgbClr val="B08A60">
              <a:alpha val="43000"/>
            </a:srgbClr>
          </a:solidFill>
          <a:ln w="0">
            <a:noFill/>
            <a:prstDash val="solid"/>
          </a:ln>
        </p:spPr>
      </p:sp>
      <p:sp>
        <p:nvSpPr>
          <p:cNvPr id="645" name="e_full_violin_ellipse_4997">
            <a:extLst>
              <a:ext uri="{FF2B5EF4-FFF2-40B4-BE49-F238E27FC236}">
                <a16:creationId xmlns:a16="http://schemas.microsoft.com/office/drawing/2014/main" id="{08C9CC2F-4653-426C-B088-1B4AFD31C0AE}"/>
              </a:ext>
            </a:extLst>
          </p:cNvPr>
          <p:cNvSpPr>
            <a:spLocks noGrp="1"/>
          </p:cNvSpPr>
          <p:nvPr/>
        </p:nvSpPr>
        <p:spPr>
          <a:xfrm>
            <a:off x="4839634" y="2024752"/>
            <a:ext cx="46519" cy="46519"/>
          </a:xfrm>
          <a:prstGeom prst="ellipse">
            <a:avLst/>
          </a:prstGeom>
          <a:solidFill>
            <a:srgbClr val="B08A60">
              <a:alpha val="43000"/>
            </a:srgbClr>
          </a:solidFill>
          <a:ln w="0">
            <a:noFill/>
            <a:prstDash val="solid"/>
          </a:ln>
        </p:spPr>
      </p:sp>
      <p:sp>
        <p:nvSpPr>
          <p:cNvPr id="646" name="e_full_violin_ellipse_4998">
            <a:extLst>
              <a:ext uri="{FF2B5EF4-FFF2-40B4-BE49-F238E27FC236}">
                <a16:creationId xmlns:a16="http://schemas.microsoft.com/office/drawing/2014/main" id="{26D1D67D-994C-4A55-93DE-DBE33DAFD4AF}"/>
              </a:ext>
            </a:extLst>
          </p:cNvPr>
          <p:cNvSpPr>
            <a:spLocks noGrp="1"/>
          </p:cNvSpPr>
          <p:nvPr/>
        </p:nvSpPr>
        <p:spPr>
          <a:xfrm>
            <a:off x="4911104" y="3240773"/>
            <a:ext cx="46519" cy="46519"/>
          </a:xfrm>
          <a:prstGeom prst="ellipse">
            <a:avLst/>
          </a:prstGeom>
          <a:solidFill>
            <a:srgbClr val="B08A60">
              <a:alpha val="43000"/>
            </a:srgbClr>
          </a:solidFill>
          <a:ln w="0">
            <a:noFill/>
            <a:prstDash val="solid"/>
          </a:ln>
        </p:spPr>
      </p:sp>
      <p:sp>
        <p:nvSpPr>
          <p:cNvPr id="647" name="e_full_violin_ellipse_4999">
            <a:extLst>
              <a:ext uri="{FF2B5EF4-FFF2-40B4-BE49-F238E27FC236}">
                <a16:creationId xmlns:a16="http://schemas.microsoft.com/office/drawing/2014/main" id="{DD111610-322A-4186-8E7C-925B5E52B023}"/>
              </a:ext>
            </a:extLst>
          </p:cNvPr>
          <p:cNvSpPr>
            <a:spLocks noGrp="1"/>
          </p:cNvSpPr>
          <p:nvPr/>
        </p:nvSpPr>
        <p:spPr>
          <a:xfrm>
            <a:off x="5057547" y="4051453"/>
            <a:ext cx="46519" cy="46519"/>
          </a:xfrm>
          <a:prstGeom prst="ellipse">
            <a:avLst/>
          </a:prstGeom>
          <a:solidFill>
            <a:srgbClr val="B08A60">
              <a:alpha val="43000"/>
            </a:srgbClr>
          </a:solidFill>
          <a:ln w="0">
            <a:noFill/>
            <a:prstDash val="solid"/>
          </a:ln>
        </p:spPr>
      </p:sp>
      <p:sp>
        <p:nvSpPr>
          <p:cNvPr id="648" name="e_full_violin_ellipse_5000">
            <a:extLst>
              <a:ext uri="{FF2B5EF4-FFF2-40B4-BE49-F238E27FC236}">
                <a16:creationId xmlns:a16="http://schemas.microsoft.com/office/drawing/2014/main" id="{D1608D66-4E88-42FB-87AB-97590FB008F2}"/>
              </a:ext>
            </a:extLst>
          </p:cNvPr>
          <p:cNvSpPr>
            <a:spLocks noGrp="1"/>
          </p:cNvSpPr>
          <p:nvPr/>
        </p:nvSpPr>
        <p:spPr>
          <a:xfrm>
            <a:off x="4911238" y="2024752"/>
            <a:ext cx="46519" cy="46519"/>
          </a:xfrm>
          <a:prstGeom prst="ellipse">
            <a:avLst/>
          </a:prstGeom>
          <a:solidFill>
            <a:srgbClr val="B08A60">
              <a:alpha val="43000"/>
            </a:srgbClr>
          </a:solidFill>
          <a:ln w="0">
            <a:noFill/>
            <a:prstDash val="solid"/>
          </a:ln>
        </p:spPr>
      </p:sp>
      <p:sp>
        <p:nvSpPr>
          <p:cNvPr id="649" name="e_full_violin_ellipse_5001">
            <a:extLst>
              <a:ext uri="{FF2B5EF4-FFF2-40B4-BE49-F238E27FC236}">
                <a16:creationId xmlns:a16="http://schemas.microsoft.com/office/drawing/2014/main" id="{CD73AA6E-2D23-4620-9C41-3944884505F9}"/>
              </a:ext>
            </a:extLst>
          </p:cNvPr>
          <p:cNvSpPr>
            <a:spLocks noGrp="1"/>
          </p:cNvSpPr>
          <p:nvPr/>
        </p:nvSpPr>
        <p:spPr>
          <a:xfrm>
            <a:off x="5087454" y="2227422"/>
            <a:ext cx="46519" cy="46519"/>
          </a:xfrm>
          <a:prstGeom prst="ellipse">
            <a:avLst/>
          </a:prstGeom>
          <a:solidFill>
            <a:srgbClr val="B08A60">
              <a:alpha val="43000"/>
            </a:srgbClr>
          </a:solidFill>
          <a:ln w="0">
            <a:noFill/>
            <a:prstDash val="solid"/>
          </a:ln>
        </p:spPr>
      </p:sp>
      <p:sp>
        <p:nvSpPr>
          <p:cNvPr id="650" name="e_full_violin_ellipse_5002">
            <a:extLst>
              <a:ext uri="{FF2B5EF4-FFF2-40B4-BE49-F238E27FC236}">
                <a16:creationId xmlns:a16="http://schemas.microsoft.com/office/drawing/2014/main" id="{2BAD30BF-911F-4FD4-B34D-B76B02639A9C}"/>
              </a:ext>
            </a:extLst>
          </p:cNvPr>
          <p:cNvSpPr>
            <a:spLocks noGrp="1"/>
          </p:cNvSpPr>
          <p:nvPr/>
        </p:nvSpPr>
        <p:spPr>
          <a:xfrm>
            <a:off x="4942173" y="4456793"/>
            <a:ext cx="46519" cy="46519"/>
          </a:xfrm>
          <a:prstGeom prst="ellipse">
            <a:avLst/>
          </a:prstGeom>
          <a:solidFill>
            <a:srgbClr val="B08A60">
              <a:alpha val="43000"/>
            </a:srgbClr>
          </a:solidFill>
          <a:ln w="0">
            <a:noFill/>
            <a:prstDash val="solid"/>
          </a:ln>
        </p:spPr>
      </p:sp>
      <p:sp>
        <p:nvSpPr>
          <p:cNvPr id="651" name="e_full_violin_ellipse_5003">
            <a:extLst>
              <a:ext uri="{FF2B5EF4-FFF2-40B4-BE49-F238E27FC236}">
                <a16:creationId xmlns:a16="http://schemas.microsoft.com/office/drawing/2014/main" id="{A8F47165-4E2B-462A-B705-6ED62F27A9B3}"/>
              </a:ext>
            </a:extLst>
          </p:cNvPr>
          <p:cNvSpPr>
            <a:spLocks noGrp="1"/>
          </p:cNvSpPr>
          <p:nvPr/>
        </p:nvSpPr>
        <p:spPr>
          <a:xfrm>
            <a:off x="4975580" y="4456793"/>
            <a:ext cx="46519" cy="46519"/>
          </a:xfrm>
          <a:prstGeom prst="ellipse">
            <a:avLst/>
          </a:prstGeom>
          <a:solidFill>
            <a:srgbClr val="B08A60">
              <a:alpha val="43000"/>
            </a:srgbClr>
          </a:solidFill>
          <a:ln w="0">
            <a:noFill/>
            <a:prstDash val="solid"/>
          </a:ln>
        </p:spPr>
      </p:sp>
      <p:sp>
        <p:nvSpPr>
          <p:cNvPr id="652" name="e_full_violin_ellipse_5004">
            <a:extLst>
              <a:ext uri="{FF2B5EF4-FFF2-40B4-BE49-F238E27FC236}">
                <a16:creationId xmlns:a16="http://schemas.microsoft.com/office/drawing/2014/main" id="{EF626560-2645-4602-9F21-07E817F0471A}"/>
              </a:ext>
            </a:extLst>
          </p:cNvPr>
          <p:cNvSpPr>
            <a:spLocks noGrp="1"/>
          </p:cNvSpPr>
          <p:nvPr/>
        </p:nvSpPr>
        <p:spPr>
          <a:xfrm>
            <a:off x="4973312" y="2024752"/>
            <a:ext cx="46519" cy="46519"/>
          </a:xfrm>
          <a:prstGeom prst="ellipse">
            <a:avLst/>
          </a:prstGeom>
          <a:solidFill>
            <a:srgbClr val="B08A60">
              <a:alpha val="43000"/>
            </a:srgbClr>
          </a:solidFill>
          <a:ln w="0">
            <a:noFill/>
            <a:prstDash val="solid"/>
          </a:ln>
        </p:spPr>
      </p:sp>
      <p:sp>
        <p:nvSpPr>
          <p:cNvPr id="653" name="e_full_violin_ellipse_5005">
            <a:extLst>
              <a:ext uri="{FF2B5EF4-FFF2-40B4-BE49-F238E27FC236}">
                <a16:creationId xmlns:a16="http://schemas.microsoft.com/office/drawing/2014/main" id="{5C0240DA-76EE-4B34-8A81-A3956102BC17}"/>
              </a:ext>
            </a:extLst>
          </p:cNvPr>
          <p:cNvSpPr>
            <a:spLocks noGrp="1"/>
          </p:cNvSpPr>
          <p:nvPr/>
        </p:nvSpPr>
        <p:spPr>
          <a:xfrm>
            <a:off x="5087186" y="3848783"/>
            <a:ext cx="46519" cy="46519"/>
          </a:xfrm>
          <a:prstGeom prst="ellipse">
            <a:avLst/>
          </a:prstGeom>
          <a:solidFill>
            <a:srgbClr val="B08A60">
              <a:alpha val="43000"/>
            </a:srgbClr>
          </a:solidFill>
          <a:ln w="0">
            <a:noFill/>
            <a:prstDash val="solid"/>
          </a:ln>
        </p:spPr>
      </p:sp>
      <p:sp>
        <p:nvSpPr>
          <p:cNvPr id="654" name="e_full_violin_ellipse_5006">
            <a:extLst>
              <a:ext uri="{FF2B5EF4-FFF2-40B4-BE49-F238E27FC236}">
                <a16:creationId xmlns:a16="http://schemas.microsoft.com/office/drawing/2014/main" id="{85CB6366-BCC6-4A35-940D-718D356F49AD}"/>
              </a:ext>
            </a:extLst>
          </p:cNvPr>
          <p:cNvSpPr>
            <a:spLocks noGrp="1"/>
          </p:cNvSpPr>
          <p:nvPr/>
        </p:nvSpPr>
        <p:spPr>
          <a:xfrm>
            <a:off x="5096670" y="4109359"/>
            <a:ext cx="46519" cy="46519"/>
          </a:xfrm>
          <a:prstGeom prst="ellipse">
            <a:avLst/>
          </a:prstGeom>
          <a:solidFill>
            <a:srgbClr val="B08A60">
              <a:alpha val="43000"/>
            </a:srgbClr>
          </a:solidFill>
          <a:ln w="0">
            <a:noFill/>
            <a:prstDash val="solid"/>
          </a:ln>
        </p:spPr>
      </p:sp>
      <p:sp>
        <p:nvSpPr>
          <p:cNvPr id="655" name="e_full_violin_ellipse_5007">
            <a:extLst>
              <a:ext uri="{FF2B5EF4-FFF2-40B4-BE49-F238E27FC236}">
                <a16:creationId xmlns:a16="http://schemas.microsoft.com/office/drawing/2014/main" id="{93076090-AE86-4E3F-AFB2-03236C626C7A}"/>
              </a:ext>
            </a:extLst>
          </p:cNvPr>
          <p:cNvSpPr>
            <a:spLocks noGrp="1"/>
          </p:cNvSpPr>
          <p:nvPr/>
        </p:nvSpPr>
        <p:spPr>
          <a:xfrm>
            <a:off x="5069506" y="2870679"/>
            <a:ext cx="46519" cy="46519"/>
          </a:xfrm>
          <a:prstGeom prst="ellipse">
            <a:avLst/>
          </a:prstGeom>
          <a:solidFill>
            <a:srgbClr val="B08A60">
              <a:alpha val="43000"/>
            </a:srgbClr>
          </a:solidFill>
          <a:ln w="0">
            <a:noFill/>
            <a:prstDash val="solid"/>
          </a:ln>
        </p:spPr>
      </p:sp>
      <p:sp>
        <p:nvSpPr>
          <p:cNvPr id="656" name="e_full_violin_ellipse_5008">
            <a:extLst>
              <a:ext uri="{FF2B5EF4-FFF2-40B4-BE49-F238E27FC236}">
                <a16:creationId xmlns:a16="http://schemas.microsoft.com/office/drawing/2014/main" id="{628B8CE0-52E1-4126-9D56-011A39384B7C}"/>
              </a:ext>
            </a:extLst>
          </p:cNvPr>
          <p:cNvSpPr>
            <a:spLocks noGrp="1"/>
          </p:cNvSpPr>
          <p:nvPr/>
        </p:nvSpPr>
        <p:spPr>
          <a:xfrm>
            <a:off x="4854180" y="2835432"/>
            <a:ext cx="46519" cy="46519"/>
          </a:xfrm>
          <a:prstGeom prst="ellipse">
            <a:avLst/>
          </a:prstGeom>
          <a:solidFill>
            <a:srgbClr val="B08A60">
              <a:alpha val="43000"/>
            </a:srgbClr>
          </a:solidFill>
          <a:ln w="0">
            <a:noFill/>
            <a:prstDash val="solid"/>
          </a:ln>
        </p:spPr>
      </p:sp>
      <p:sp>
        <p:nvSpPr>
          <p:cNvPr id="657" name="e_full_violin_ellipse_5009">
            <a:extLst>
              <a:ext uri="{FF2B5EF4-FFF2-40B4-BE49-F238E27FC236}">
                <a16:creationId xmlns:a16="http://schemas.microsoft.com/office/drawing/2014/main" id="{72C67F1A-BA89-4EF6-898C-EF8FDE4E55F6}"/>
              </a:ext>
            </a:extLst>
          </p:cNvPr>
          <p:cNvSpPr>
            <a:spLocks noGrp="1"/>
          </p:cNvSpPr>
          <p:nvPr/>
        </p:nvSpPr>
        <p:spPr>
          <a:xfrm>
            <a:off x="4802879" y="2835432"/>
            <a:ext cx="46519" cy="46519"/>
          </a:xfrm>
          <a:prstGeom prst="ellipse">
            <a:avLst/>
          </a:prstGeom>
          <a:solidFill>
            <a:srgbClr val="B08A60">
              <a:alpha val="43000"/>
            </a:srgbClr>
          </a:solidFill>
          <a:ln w="0">
            <a:noFill/>
            <a:prstDash val="solid"/>
          </a:ln>
        </p:spPr>
      </p:sp>
      <p:sp>
        <p:nvSpPr>
          <p:cNvPr id="658" name="e_full_violin_ellipse_5010">
            <a:extLst>
              <a:ext uri="{FF2B5EF4-FFF2-40B4-BE49-F238E27FC236}">
                <a16:creationId xmlns:a16="http://schemas.microsoft.com/office/drawing/2014/main" id="{AFE0F116-491E-40AB-BC17-C958CFF514ED}"/>
              </a:ext>
            </a:extLst>
          </p:cNvPr>
          <p:cNvSpPr>
            <a:spLocks noGrp="1"/>
          </p:cNvSpPr>
          <p:nvPr/>
        </p:nvSpPr>
        <p:spPr>
          <a:xfrm>
            <a:off x="4829132" y="4456793"/>
            <a:ext cx="46519" cy="46519"/>
          </a:xfrm>
          <a:prstGeom prst="ellipse">
            <a:avLst/>
          </a:prstGeom>
          <a:solidFill>
            <a:srgbClr val="B08A60">
              <a:alpha val="43000"/>
            </a:srgbClr>
          </a:solidFill>
          <a:ln w="0">
            <a:noFill/>
            <a:prstDash val="solid"/>
          </a:ln>
        </p:spPr>
      </p:sp>
      <p:sp>
        <p:nvSpPr>
          <p:cNvPr id="659" name="e_full_violin_ellipse_5011">
            <a:extLst>
              <a:ext uri="{FF2B5EF4-FFF2-40B4-BE49-F238E27FC236}">
                <a16:creationId xmlns:a16="http://schemas.microsoft.com/office/drawing/2014/main" id="{B9F02A08-2941-4213-9395-65F81DA4C07F}"/>
              </a:ext>
            </a:extLst>
          </p:cNvPr>
          <p:cNvSpPr>
            <a:spLocks noGrp="1"/>
          </p:cNvSpPr>
          <p:nvPr/>
        </p:nvSpPr>
        <p:spPr>
          <a:xfrm>
            <a:off x="5093428" y="3240773"/>
            <a:ext cx="46519" cy="46519"/>
          </a:xfrm>
          <a:prstGeom prst="ellipse">
            <a:avLst/>
          </a:prstGeom>
          <a:solidFill>
            <a:srgbClr val="B08A60">
              <a:alpha val="43000"/>
            </a:srgbClr>
          </a:solidFill>
          <a:ln w="0">
            <a:noFill/>
            <a:prstDash val="solid"/>
          </a:ln>
        </p:spPr>
      </p:sp>
      <p:sp>
        <p:nvSpPr>
          <p:cNvPr id="660" name="e_full_violin_ellipse_5012">
            <a:extLst>
              <a:ext uri="{FF2B5EF4-FFF2-40B4-BE49-F238E27FC236}">
                <a16:creationId xmlns:a16="http://schemas.microsoft.com/office/drawing/2014/main" id="{0EB35CCB-C7D4-47F2-BCDF-62327FF10933}"/>
              </a:ext>
            </a:extLst>
          </p:cNvPr>
          <p:cNvSpPr>
            <a:spLocks noGrp="1"/>
          </p:cNvSpPr>
          <p:nvPr/>
        </p:nvSpPr>
        <p:spPr>
          <a:xfrm>
            <a:off x="4946399" y="2118292"/>
            <a:ext cx="46519" cy="46519"/>
          </a:xfrm>
          <a:prstGeom prst="ellipse">
            <a:avLst/>
          </a:prstGeom>
          <a:solidFill>
            <a:srgbClr val="B08A60">
              <a:alpha val="43000"/>
            </a:srgbClr>
          </a:solidFill>
          <a:ln w="0">
            <a:noFill/>
            <a:prstDash val="solid"/>
          </a:ln>
        </p:spPr>
      </p:sp>
      <p:sp>
        <p:nvSpPr>
          <p:cNvPr id="661" name="e_full_violin_ellipse_5013">
            <a:extLst>
              <a:ext uri="{FF2B5EF4-FFF2-40B4-BE49-F238E27FC236}">
                <a16:creationId xmlns:a16="http://schemas.microsoft.com/office/drawing/2014/main" id="{E0B3EEF1-3C69-43A5-9513-5D984D5CD2E0}"/>
              </a:ext>
            </a:extLst>
          </p:cNvPr>
          <p:cNvSpPr>
            <a:spLocks noGrp="1"/>
          </p:cNvSpPr>
          <p:nvPr/>
        </p:nvSpPr>
        <p:spPr>
          <a:xfrm>
            <a:off x="4780169" y="2024752"/>
            <a:ext cx="46519" cy="46519"/>
          </a:xfrm>
          <a:prstGeom prst="ellipse">
            <a:avLst/>
          </a:prstGeom>
          <a:solidFill>
            <a:srgbClr val="B08A60">
              <a:alpha val="43000"/>
            </a:srgbClr>
          </a:solidFill>
          <a:ln w="0">
            <a:noFill/>
            <a:prstDash val="solid"/>
          </a:ln>
        </p:spPr>
      </p:sp>
      <p:sp>
        <p:nvSpPr>
          <p:cNvPr id="662" name="e_full_violin_ellipse_5014">
            <a:extLst>
              <a:ext uri="{FF2B5EF4-FFF2-40B4-BE49-F238E27FC236}">
                <a16:creationId xmlns:a16="http://schemas.microsoft.com/office/drawing/2014/main" id="{E3C6FAF8-DA03-4BD4-BCD9-0D6BBF2AD441}"/>
              </a:ext>
            </a:extLst>
          </p:cNvPr>
          <p:cNvSpPr>
            <a:spLocks noGrp="1"/>
          </p:cNvSpPr>
          <p:nvPr/>
        </p:nvSpPr>
        <p:spPr>
          <a:xfrm>
            <a:off x="4911826" y="2511160"/>
            <a:ext cx="46519" cy="46519"/>
          </a:xfrm>
          <a:prstGeom prst="ellipse">
            <a:avLst/>
          </a:prstGeom>
          <a:solidFill>
            <a:srgbClr val="B08A60">
              <a:alpha val="43000"/>
            </a:srgbClr>
          </a:solidFill>
          <a:ln w="0">
            <a:noFill/>
            <a:prstDash val="solid"/>
          </a:ln>
        </p:spPr>
      </p:sp>
      <p:sp>
        <p:nvSpPr>
          <p:cNvPr id="663" name="e_full_violin_ellipse_5015">
            <a:extLst>
              <a:ext uri="{FF2B5EF4-FFF2-40B4-BE49-F238E27FC236}">
                <a16:creationId xmlns:a16="http://schemas.microsoft.com/office/drawing/2014/main" id="{ECEB5FC4-71D4-4983-8F24-A8E5A33049CD}"/>
              </a:ext>
            </a:extLst>
          </p:cNvPr>
          <p:cNvSpPr>
            <a:spLocks noGrp="1"/>
          </p:cNvSpPr>
          <p:nvPr/>
        </p:nvSpPr>
        <p:spPr>
          <a:xfrm>
            <a:off x="4767379" y="3362375"/>
            <a:ext cx="46519" cy="46519"/>
          </a:xfrm>
          <a:prstGeom prst="ellipse">
            <a:avLst/>
          </a:prstGeom>
          <a:solidFill>
            <a:srgbClr val="B08A60">
              <a:alpha val="43000"/>
            </a:srgbClr>
          </a:solidFill>
          <a:ln w="0">
            <a:noFill/>
            <a:prstDash val="solid"/>
          </a:ln>
        </p:spPr>
      </p:sp>
      <p:sp>
        <p:nvSpPr>
          <p:cNvPr id="664" name="e_full_violin_ellipse_5016">
            <a:extLst>
              <a:ext uri="{FF2B5EF4-FFF2-40B4-BE49-F238E27FC236}">
                <a16:creationId xmlns:a16="http://schemas.microsoft.com/office/drawing/2014/main" id="{72FCC235-5B10-46D4-AE26-3F4D0F6D07AB}"/>
              </a:ext>
            </a:extLst>
          </p:cNvPr>
          <p:cNvSpPr>
            <a:spLocks noGrp="1"/>
          </p:cNvSpPr>
          <p:nvPr/>
        </p:nvSpPr>
        <p:spPr>
          <a:xfrm>
            <a:off x="4943334" y="2024752"/>
            <a:ext cx="46519" cy="46519"/>
          </a:xfrm>
          <a:prstGeom prst="ellipse">
            <a:avLst/>
          </a:prstGeom>
          <a:solidFill>
            <a:srgbClr val="B08A60">
              <a:alpha val="43000"/>
            </a:srgbClr>
          </a:solidFill>
          <a:ln w="0">
            <a:noFill/>
            <a:prstDash val="solid"/>
          </a:ln>
        </p:spPr>
      </p:sp>
      <p:sp>
        <p:nvSpPr>
          <p:cNvPr id="665" name="e_full_violin_ellipse_5017">
            <a:extLst>
              <a:ext uri="{FF2B5EF4-FFF2-40B4-BE49-F238E27FC236}">
                <a16:creationId xmlns:a16="http://schemas.microsoft.com/office/drawing/2014/main" id="{FD51B4C8-C5B7-4201-A1A1-143B3136AB81}"/>
              </a:ext>
            </a:extLst>
          </p:cNvPr>
          <p:cNvSpPr>
            <a:spLocks noGrp="1"/>
          </p:cNvSpPr>
          <p:nvPr/>
        </p:nvSpPr>
        <p:spPr>
          <a:xfrm>
            <a:off x="4946508" y="4456793"/>
            <a:ext cx="46519" cy="46519"/>
          </a:xfrm>
          <a:prstGeom prst="ellipse">
            <a:avLst/>
          </a:prstGeom>
          <a:solidFill>
            <a:srgbClr val="B08A60">
              <a:alpha val="43000"/>
            </a:srgbClr>
          </a:solidFill>
          <a:ln w="0">
            <a:noFill/>
            <a:prstDash val="solid"/>
          </a:ln>
        </p:spPr>
      </p:sp>
      <p:sp>
        <p:nvSpPr>
          <p:cNvPr id="666" name="e_full_violin_ellipse_5018">
            <a:extLst>
              <a:ext uri="{FF2B5EF4-FFF2-40B4-BE49-F238E27FC236}">
                <a16:creationId xmlns:a16="http://schemas.microsoft.com/office/drawing/2014/main" id="{DB93FE74-36D0-445F-B2E6-D9330E07DFE3}"/>
              </a:ext>
            </a:extLst>
          </p:cNvPr>
          <p:cNvSpPr>
            <a:spLocks noGrp="1"/>
          </p:cNvSpPr>
          <p:nvPr/>
        </p:nvSpPr>
        <p:spPr>
          <a:xfrm>
            <a:off x="4827470" y="4456793"/>
            <a:ext cx="46519" cy="46519"/>
          </a:xfrm>
          <a:prstGeom prst="ellipse">
            <a:avLst/>
          </a:prstGeom>
          <a:solidFill>
            <a:srgbClr val="B08A60">
              <a:alpha val="43000"/>
            </a:srgbClr>
          </a:solidFill>
          <a:ln w="0">
            <a:noFill/>
            <a:prstDash val="solid"/>
          </a:ln>
        </p:spPr>
      </p:sp>
      <p:sp>
        <p:nvSpPr>
          <p:cNvPr id="667" name="e_full_violin_ellipse_5019">
            <a:extLst>
              <a:ext uri="{FF2B5EF4-FFF2-40B4-BE49-F238E27FC236}">
                <a16:creationId xmlns:a16="http://schemas.microsoft.com/office/drawing/2014/main" id="{84A6BF83-6DBB-4869-8C91-EFF1AB931DE9}"/>
              </a:ext>
            </a:extLst>
          </p:cNvPr>
          <p:cNvSpPr>
            <a:spLocks noGrp="1"/>
          </p:cNvSpPr>
          <p:nvPr/>
        </p:nvSpPr>
        <p:spPr>
          <a:xfrm>
            <a:off x="5022252" y="2024752"/>
            <a:ext cx="46519" cy="46519"/>
          </a:xfrm>
          <a:prstGeom prst="ellipse">
            <a:avLst/>
          </a:prstGeom>
          <a:solidFill>
            <a:srgbClr val="B08A60">
              <a:alpha val="43000"/>
            </a:srgbClr>
          </a:solidFill>
          <a:ln w="0">
            <a:noFill/>
            <a:prstDash val="solid"/>
          </a:ln>
        </p:spPr>
      </p:sp>
      <p:sp>
        <p:nvSpPr>
          <p:cNvPr id="668" name="e_full_violin_ellipse_5020">
            <a:extLst>
              <a:ext uri="{FF2B5EF4-FFF2-40B4-BE49-F238E27FC236}">
                <a16:creationId xmlns:a16="http://schemas.microsoft.com/office/drawing/2014/main" id="{DF23E152-E849-4D76-9C86-5E5167E90273}"/>
              </a:ext>
            </a:extLst>
          </p:cNvPr>
          <p:cNvSpPr>
            <a:spLocks noGrp="1"/>
          </p:cNvSpPr>
          <p:nvPr/>
        </p:nvSpPr>
        <p:spPr>
          <a:xfrm>
            <a:off x="5138822" y="4082633"/>
            <a:ext cx="46519" cy="46519"/>
          </a:xfrm>
          <a:prstGeom prst="ellipse">
            <a:avLst/>
          </a:prstGeom>
          <a:solidFill>
            <a:srgbClr val="B08A60">
              <a:alpha val="43000"/>
            </a:srgbClr>
          </a:solidFill>
          <a:ln w="0">
            <a:noFill/>
            <a:prstDash val="solid"/>
          </a:ln>
        </p:spPr>
      </p:sp>
      <p:sp>
        <p:nvSpPr>
          <p:cNvPr id="669" name="e_full_violin_ellipse_5021">
            <a:extLst>
              <a:ext uri="{FF2B5EF4-FFF2-40B4-BE49-F238E27FC236}">
                <a16:creationId xmlns:a16="http://schemas.microsoft.com/office/drawing/2014/main" id="{943EC7B6-B97E-4703-885A-BF557FF521AD}"/>
              </a:ext>
            </a:extLst>
          </p:cNvPr>
          <p:cNvSpPr>
            <a:spLocks noGrp="1"/>
          </p:cNvSpPr>
          <p:nvPr/>
        </p:nvSpPr>
        <p:spPr>
          <a:xfrm>
            <a:off x="5106336" y="2430092"/>
            <a:ext cx="46519" cy="46519"/>
          </a:xfrm>
          <a:prstGeom prst="ellipse">
            <a:avLst/>
          </a:prstGeom>
          <a:solidFill>
            <a:srgbClr val="B08A60">
              <a:alpha val="43000"/>
            </a:srgbClr>
          </a:solidFill>
          <a:ln w="0">
            <a:noFill/>
            <a:prstDash val="solid"/>
          </a:ln>
        </p:spPr>
      </p:sp>
      <p:sp>
        <p:nvSpPr>
          <p:cNvPr id="670" name="e_full_violin_ellipse_5022">
            <a:extLst>
              <a:ext uri="{FF2B5EF4-FFF2-40B4-BE49-F238E27FC236}">
                <a16:creationId xmlns:a16="http://schemas.microsoft.com/office/drawing/2014/main" id="{31F254EE-70FA-43EA-BF85-ADB044965E08}"/>
              </a:ext>
            </a:extLst>
          </p:cNvPr>
          <p:cNvSpPr>
            <a:spLocks noGrp="1"/>
          </p:cNvSpPr>
          <p:nvPr/>
        </p:nvSpPr>
        <p:spPr>
          <a:xfrm>
            <a:off x="4950036" y="2835432"/>
            <a:ext cx="46519" cy="46519"/>
          </a:xfrm>
          <a:prstGeom prst="ellipse">
            <a:avLst/>
          </a:prstGeom>
          <a:solidFill>
            <a:srgbClr val="B08A60">
              <a:alpha val="43000"/>
            </a:srgbClr>
          </a:solidFill>
          <a:ln w="0">
            <a:noFill/>
            <a:prstDash val="solid"/>
          </a:ln>
        </p:spPr>
      </p:sp>
      <p:sp>
        <p:nvSpPr>
          <p:cNvPr id="671" name="e_full_violin_ellipse_5023">
            <a:extLst>
              <a:ext uri="{FF2B5EF4-FFF2-40B4-BE49-F238E27FC236}">
                <a16:creationId xmlns:a16="http://schemas.microsoft.com/office/drawing/2014/main" id="{75437008-2932-4112-A10D-0A8B84CD0657}"/>
              </a:ext>
            </a:extLst>
          </p:cNvPr>
          <p:cNvSpPr>
            <a:spLocks noGrp="1"/>
          </p:cNvSpPr>
          <p:nvPr/>
        </p:nvSpPr>
        <p:spPr>
          <a:xfrm>
            <a:off x="4967671" y="3848783"/>
            <a:ext cx="46519" cy="46519"/>
          </a:xfrm>
          <a:prstGeom prst="ellipse">
            <a:avLst/>
          </a:prstGeom>
          <a:solidFill>
            <a:srgbClr val="B08A60">
              <a:alpha val="43000"/>
            </a:srgbClr>
          </a:solidFill>
          <a:ln w="0">
            <a:noFill/>
            <a:prstDash val="solid"/>
          </a:ln>
        </p:spPr>
      </p:sp>
      <p:sp>
        <p:nvSpPr>
          <p:cNvPr id="672" name="e_full_violin_ellipse_5024">
            <a:extLst>
              <a:ext uri="{FF2B5EF4-FFF2-40B4-BE49-F238E27FC236}">
                <a16:creationId xmlns:a16="http://schemas.microsoft.com/office/drawing/2014/main" id="{96A80D91-DF9B-4039-9159-62F88D99B43A}"/>
              </a:ext>
            </a:extLst>
          </p:cNvPr>
          <p:cNvSpPr>
            <a:spLocks noGrp="1"/>
          </p:cNvSpPr>
          <p:nvPr/>
        </p:nvSpPr>
        <p:spPr>
          <a:xfrm>
            <a:off x="5118760" y="3240773"/>
            <a:ext cx="46519" cy="46519"/>
          </a:xfrm>
          <a:prstGeom prst="ellipse">
            <a:avLst/>
          </a:prstGeom>
          <a:solidFill>
            <a:srgbClr val="B08A60">
              <a:alpha val="43000"/>
            </a:srgbClr>
          </a:solidFill>
          <a:ln w="0">
            <a:noFill/>
            <a:prstDash val="solid"/>
          </a:ln>
        </p:spPr>
      </p:sp>
      <p:sp>
        <p:nvSpPr>
          <p:cNvPr id="673" name="e_full_violin_ellipse_5025">
            <a:extLst>
              <a:ext uri="{FF2B5EF4-FFF2-40B4-BE49-F238E27FC236}">
                <a16:creationId xmlns:a16="http://schemas.microsoft.com/office/drawing/2014/main" id="{94BDEECA-8AEE-41B1-AFA0-B07198FC6AB5}"/>
              </a:ext>
            </a:extLst>
          </p:cNvPr>
          <p:cNvSpPr>
            <a:spLocks noGrp="1"/>
          </p:cNvSpPr>
          <p:nvPr/>
        </p:nvSpPr>
        <p:spPr>
          <a:xfrm>
            <a:off x="5037233" y="2024752"/>
            <a:ext cx="46519" cy="46519"/>
          </a:xfrm>
          <a:prstGeom prst="ellipse">
            <a:avLst/>
          </a:prstGeom>
          <a:solidFill>
            <a:srgbClr val="B08A60">
              <a:alpha val="43000"/>
            </a:srgbClr>
          </a:solidFill>
          <a:ln w="0">
            <a:noFill/>
            <a:prstDash val="solid"/>
          </a:ln>
        </p:spPr>
      </p:sp>
      <p:sp>
        <p:nvSpPr>
          <p:cNvPr id="674" name="e_full_violin_ellipse_5026">
            <a:extLst>
              <a:ext uri="{FF2B5EF4-FFF2-40B4-BE49-F238E27FC236}">
                <a16:creationId xmlns:a16="http://schemas.microsoft.com/office/drawing/2014/main" id="{A9797A38-55BD-408C-B04A-8CF4D0D74501}"/>
              </a:ext>
            </a:extLst>
          </p:cNvPr>
          <p:cNvSpPr>
            <a:spLocks noGrp="1"/>
          </p:cNvSpPr>
          <p:nvPr/>
        </p:nvSpPr>
        <p:spPr>
          <a:xfrm>
            <a:off x="4956813" y="4456793"/>
            <a:ext cx="46519" cy="46519"/>
          </a:xfrm>
          <a:prstGeom prst="ellipse">
            <a:avLst/>
          </a:prstGeom>
          <a:solidFill>
            <a:srgbClr val="B08A60">
              <a:alpha val="43000"/>
            </a:srgbClr>
          </a:solidFill>
          <a:ln w="0">
            <a:noFill/>
            <a:prstDash val="solid"/>
          </a:ln>
        </p:spPr>
      </p:sp>
      <p:sp>
        <p:nvSpPr>
          <p:cNvPr id="675" name="e_full_violin_ellipse_5027">
            <a:extLst>
              <a:ext uri="{FF2B5EF4-FFF2-40B4-BE49-F238E27FC236}">
                <a16:creationId xmlns:a16="http://schemas.microsoft.com/office/drawing/2014/main" id="{BFF97935-D19D-442E-959A-6C72F3A78EE8}"/>
              </a:ext>
            </a:extLst>
          </p:cNvPr>
          <p:cNvSpPr>
            <a:spLocks noGrp="1"/>
          </p:cNvSpPr>
          <p:nvPr/>
        </p:nvSpPr>
        <p:spPr>
          <a:xfrm>
            <a:off x="5155094" y="3240773"/>
            <a:ext cx="46519" cy="46519"/>
          </a:xfrm>
          <a:prstGeom prst="ellipse">
            <a:avLst/>
          </a:prstGeom>
          <a:solidFill>
            <a:srgbClr val="B08A60">
              <a:alpha val="43000"/>
            </a:srgbClr>
          </a:solidFill>
          <a:ln w="0">
            <a:noFill/>
            <a:prstDash val="solid"/>
          </a:ln>
        </p:spPr>
      </p:sp>
      <p:sp>
        <p:nvSpPr>
          <p:cNvPr id="676" name="e_full_violin_ellipse_5028">
            <a:extLst>
              <a:ext uri="{FF2B5EF4-FFF2-40B4-BE49-F238E27FC236}">
                <a16:creationId xmlns:a16="http://schemas.microsoft.com/office/drawing/2014/main" id="{DC70949F-9256-4DDA-97FA-1BD9CC1F03BA}"/>
              </a:ext>
            </a:extLst>
          </p:cNvPr>
          <p:cNvSpPr>
            <a:spLocks noGrp="1"/>
          </p:cNvSpPr>
          <p:nvPr/>
        </p:nvSpPr>
        <p:spPr>
          <a:xfrm>
            <a:off x="4767792" y="4456793"/>
            <a:ext cx="46519" cy="46519"/>
          </a:xfrm>
          <a:prstGeom prst="ellipse">
            <a:avLst/>
          </a:prstGeom>
          <a:solidFill>
            <a:srgbClr val="B08A60">
              <a:alpha val="43000"/>
            </a:srgbClr>
          </a:solidFill>
          <a:ln w="0">
            <a:noFill/>
            <a:prstDash val="solid"/>
          </a:ln>
        </p:spPr>
      </p:sp>
      <p:sp>
        <p:nvSpPr>
          <p:cNvPr id="677" name="e_full_violin_ellipse_5029">
            <a:extLst>
              <a:ext uri="{FF2B5EF4-FFF2-40B4-BE49-F238E27FC236}">
                <a16:creationId xmlns:a16="http://schemas.microsoft.com/office/drawing/2014/main" id="{96535B1F-4F57-4674-A488-EA22DB7298CB}"/>
              </a:ext>
            </a:extLst>
          </p:cNvPr>
          <p:cNvSpPr>
            <a:spLocks noGrp="1"/>
          </p:cNvSpPr>
          <p:nvPr/>
        </p:nvSpPr>
        <p:spPr>
          <a:xfrm>
            <a:off x="4997692" y="3267208"/>
            <a:ext cx="46519" cy="46519"/>
          </a:xfrm>
          <a:prstGeom prst="ellipse">
            <a:avLst/>
          </a:prstGeom>
          <a:solidFill>
            <a:srgbClr val="B08A60">
              <a:alpha val="43000"/>
            </a:srgbClr>
          </a:solidFill>
          <a:ln w="0">
            <a:noFill/>
            <a:prstDash val="solid"/>
          </a:ln>
        </p:spPr>
      </p:sp>
      <p:sp>
        <p:nvSpPr>
          <p:cNvPr id="678" name="e_full_violin_ellipse_5030">
            <a:extLst>
              <a:ext uri="{FF2B5EF4-FFF2-40B4-BE49-F238E27FC236}">
                <a16:creationId xmlns:a16="http://schemas.microsoft.com/office/drawing/2014/main" id="{F5EBF6E2-FBC4-47E6-AE64-2B16C8A692DF}"/>
              </a:ext>
            </a:extLst>
          </p:cNvPr>
          <p:cNvSpPr>
            <a:spLocks noGrp="1"/>
          </p:cNvSpPr>
          <p:nvPr/>
        </p:nvSpPr>
        <p:spPr>
          <a:xfrm>
            <a:off x="4789842" y="2024752"/>
            <a:ext cx="46519" cy="46519"/>
          </a:xfrm>
          <a:prstGeom prst="ellipse">
            <a:avLst/>
          </a:prstGeom>
          <a:solidFill>
            <a:srgbClr val="B08A60">
              <a:alpha val="43000"/>
            </a:srgbClr>
          </a:solidFill>
          <a:ln w="0">
            <a:noFill/>
            <a:prstDash val="solid"/>
          </a:ln>
        </p:spPr>
      </p:sp>
      <p:sp>
        <p:nvSpPr>
          <p:cNvPr id="679" name="e_full_violin_ellipse_5031">
            <a:extLst>
              <a:ext uri="{FF2B5EF4-FFF2-40B4-BE49-F238E27FC236}">
                <a16:creationId xmlns:a16="http://schemas.microsoft.com/office/drawing/2014/main" id="{2A2101F8-9900-44A0-BE88-43B1CC0AA89F}"/>
              </a:ext>
            </a:extLst>
          </p:cNvPr>
          <p:cNvSpPr>
            <a:spLocks noGrp="1"/>
          </p:cNvSpPr>
          <p:nvPr/>
        </p:nvSpPr>
        <p:spPr>
          <a:xfrm>
            <a:off x="5112598" y="3392775"/>
            <a:ext cx="46519" cy="46519"/>
          </a:xfrm>
          <a:prstGeom prst="ellipse">
            <a:avLst/>
          </a:prstGeom>
          <a:solidFill>
            <a:srgbClr val="B08A60">
              <a:alpha val="43000"/>
            </a:srgbClr>
          </a:solidFill>
          <a:ln w="0">
            <a:noFill/>
            <a:prstDash val="solid"/>
          </a:ln>
        </p:spPr>
      </p:sp>
      <p:sp>
        <p:nvSpPr>
          <p:cNvPr id="680" name="e_full_violin_ellipse_5032">
            <a:extLst>
              <a:ext uri="{FF2B5EF4-FFF2-40B4-BE49-F238E27FC236}">
                <a16:creationId xmlns:a16="http://schemas.microsoft.com/office/drawing/2014/main" id="{F8135378-D42F-40F1-8253-161B31549B48}"/>
              </a:ext>
            </a:extLst>
          </p:cNvPr>
          <p:cNvSpPr>
            <a:spLocks noGrp="1"/>
          </p:cNvSpPr>
          <p:nvPr/>
        </p:nvSpPr>
        <p:spPr>
          <a:xfrm>
            <a:off x="5007255" y="4456793"/>
            <a:ext cx="46519" cy="46519"/>
          </a:xfrm>
          <a:prstGeom prst="ellipse">
            <a:avLst/>
          </a:prstGeom>
          <a:solidFill>
            <a:srgbClr val="B08A60">
              <a:alpha val="43000"/>
            </a:srgbClr>
          </a:solidFill>
          <a:ln w="0">
            <a:noFill/>
            <a:prstDash val="solid"/>
          </a:ln>
        </p:spPr>
      </p:sp>
      <p:sp>
        <p:nvSpPr>
          <p:cNvPr id="681" name="e_full_violin_ellipse_5033">
            <a:extLst>
              <a:ext uri="{FF2B5EF4-FFF2-40B4-BE49-F238E27FC236}">
                <a16:creationId xmlns:a16="http://schemas.microsoft.com/office/drawing/2014/main" id="{4CC2CE60-ACCB-4655-9DAD-E885BE2BA38D}"/>
              </a:ext>
            </a:extLst>
          </p:cNvPr>
          <p:cNvSpPr>
            <a:spLocks noGrp="1"/>
          </p:cNvSpPr>
          <p:nvPr/>
        </p:nvSpPr>
        <p:spPr>
          <a:xfrm>
            <a:off x="5002492" y="4456793"/>
            <a:ext cx="46519" cy="46519"/>
          </a:xfrm>
          <a:prstGeom prst="ellipse">
            <a:avLst/>
          </a:prstGeom>
          <a:solidFill>
            <a:srgbClr val="B08A60">
              <a:alpha val="43000"/>
            </a:srgbClr>
          </a:solidFill>
          <a:ln w="0">
            <a:noFill/>
            <a:prstDash val="solid"/>
          </a:ln>
        </p:spPr>
      </p:sp>
      <p:sp>
        <p:nvSpPr>
          <p:cNvPr id="682" name="e_full_violin_ellipse_5034">
            <a:extLst>
              <a:ext uri="{FF2B5EF4-FFF2-40B4-BE49-F238E27FC236}">
                <a16:creationId xmlns:a16="http://schemas.microsoft.com/office/drawing/2014/main" id="{058DA9F8-B20C-41DC-8002-4F056298E775}"/>
              </a:ext>
            </a:extLst>
          </p:cNvPr>
          <p:cNvSpPr>
            <a:spLocks noGrp="1"/>
          </p:cNvSpPr>
          <p:nvPr/>
        </p:nvSpPr>
        <p:spPr>
          <a:xfrm>
            <a:off x="4863446" y="3646113"/>
            <a:ext cx="46519" cy="46519"/>
          </a:xfrm>
          <a:prstGeom prst="ellipse">
            <a:avLst/>
          </a:prstGeom>
          <a:solidFill>
            <a:srgbClr val="B08A60">
              <a:alpha val="43000"/>
            </a:srgbClr>
          </a:solidFill>
          <a:ln w="0">
            <a:noFill/>
            <a:prstDash val="solid"/>
          </a:ln>
        </p:spPr>
      </p:sp>
      <p:sp>
        <p:nvSpPr>
          <p:cNvPr id="683" name="e_full_violin_ellipse_5035">
            <a:extLst>
              <a:ext uri="{FF2B5EF4-FFF2-40B4-BE49-F238E27FC236}">
                <a16:creationId xmlns:a16="http://schemas.microsoft.com/office/drawing/2014/main" id="{01B27760-B48B-47E1-9A3A-4E0222996635}"/>
              </a:ext>
            </a:extLst>
          </p:cNvPr>
          <p:cNvSpPr>
            <a:spLocks noGrp="1"/>
          </p:cNvSpPr>
          <p:nvPr/>
        </p:nvSpPr>
        <p:spPr>
          <a:xfrm>
            <a:off x="5142012" y="4456793"/>
            <a:ext cx="46519" cy="46519"/>
          </a:xfrm>
          <a:prstGeom prst="ellipse">
            <a:avLst/>
          </a:prstGeom>
          <a:solidFill>
            <a:srgbClr val="B08A60">
              <a:alpha val="43000"/>
            </a:srgbClr>
          </a:solidFill>
          <a:ln w="0">
            <a:noFill/>
            <a:prstDash val="solid"/>
          </a:ln>
        </p:spPr>
      </p:sp>
      <p:sp>
        <p:nvSpPr>
          <p:cNvPr id="684" name="e_full_violin_ellipse_5036">
            <a:extLst>
              <a:ext uri="{FF2B5EF4-FFF2-40B4-BE49-F238E27FC236}">
                <a16:creationId xmlns:a16="http://schemas.microsoft.com/office/drawing/2014/main" id="{B38355AA-1908-46BD-ABD6-55374470882A}"/>
              </a:ext>
            </a:extLst>
          </p:cNvPr>
          <p:cNvSpPr>
            <a:spLocks noGrp="1"/>
          </p:cNvSpPr>
          <p:nvPr/>
        </p:nvSpPr>
        <p:spPr>
          <a:xfrm>
            <a:off x="4828862" y="2024752"/>
            <a:ext cx="46519" cy="46519"/>
          </a:xfrm>
          <a:prstGeom prst="ellipse">
            <a:avLst/>
          </a:prstGeom>
          <a:solidFill>
            <a:srgbClr val="B08A60">
              <a:alpha val="43000"/>
            </a:srgbClr>
          </a:solidFill>
          <a:ln w="0">
            <a:noFill/>
            <a:prstDash val="solid"/>
          </a:ln>
        </p:spPr>
      </p:sp>
      <p:sp>
        <p:nvSpPr>
          <p:cNvPr id="685" name="e_full_violin_ellipse_5037">
            <a:extLst>
              <a:ext uri="{FF2B5EF4-FFF2-40B4-BE49-F238E27FC236}">
                <a16:creationId xmlns:a16="http://schemas.microsoft.com/office/drawing/2014/main" id="{6BAD83F0-F6C0-42F5-83AF-947B0F73F67D}"/>
              </a:ext>
            </a:extLst>
          </p:cNvPr>
          <p:cNvSpPr>
            <a:spLocks noGrp="1"/>
          </p:cNvSpPr>
          <p:nvPr/>
        </p:nvSpPr>
        <p:spPr>
          <a:xfrm>
            <a:off x="4900882" y="3240773"/>
            <a:ext cx="46519" cy="46519"/>
          </a:xfrm>
          <a:prstGeom prst="ellipse">
            <a:avLst/>
          </a:prstGeom>
          <a:solidFill>
            <a:srgbClr val="B08A60">
              <a:alpha val="43000"/>
            </a:srgbClr>
          </a:solidFill>
          <a:ln w="0">
            <a:noFill/>
            <a:prstDash val="solid"/>
          </a:ln>
        </p:spPr>
      </p:sp>
      <p:sp>
        <p:nvSpPr>
          <p:cNvPr id="686" name="e_full_violin_ellipse_5038">
            <a:extLst>
              <a:ext uri="{FF2B5EF4-FFF2-40B4-BE49-F238E27FC236}">
                <a16:creationId xmlns:a16="http://schemas.microsoft.com/office/drawing/2014/main" id="{7A4E1C76-9E05-41A2-9B32-A96041B382F2}"/>
              </a:ext>
            </a:extLst>
          </p:cNvPr>
          <p:cNvSpPr>
            <a:spLocks noGrp="1"/>
          </p:cNvSpPr>
          <p:nvPr/>
        </p:nvSpPr>
        <p:spPr>
          <a:xfrm>
            <a:off x="4931737" y="3848783"/>
            <a:ext cx="46519" cy="46519"/>
          </a:xfrm>
          <a:prstGeom prst="ellipse">
            <a:avLst/>
          </a:prstGeom>
          <a:solidFill>
            <a:srgbClr val="B08A60">
              <a:alpha val="43000"/>
            </a:srgbClr>
          </a:solidFill>
          <a:ln w="0">
            <a:noFill/>
            <a:prstDash val="solid"/>
          </a:ln>
        </p:spPr>
      </p:sp>
      <p:sp>
        <p:nvSpPr>
          <p:cNvPr id="687" name="e_full_violin_ellipse_5039">
            <a:extLst>
              <a:ext uri="{FF2B5EF4-FFF2-40B4-BE49-F238E27FC236}">
                <a16:creationId xmlns:a16="http://schemas.microsoft.com/office/drawing/2014/main" id="{F973E235-D257-4B86-850D-6436C4D50CDB}"/>
              </a:ext>
            </a:extLst>
          </p:cNvPr>
          <p:cNvSpPr>
            <a:spLocks noGrp="1"/>
          </p:cNvSpPr>
          <p:nvPr/>
        </p:nvSpPr>
        <p:spPr>
          <a:xfrm>
            <a:off x="4902611" y="3240773"/>
            <a:ext cx="46519" cy="46519"/>
          </a:xfrm>
          <a:prstGeom prst="ellipse">
            <a:avLst/>
          </a:prstGeom>
          <a:solidFill>
            <a:srgbClr val="B08A60">
              <a:alpha val="43000"/>
            </a:srgbClr>
          </a:solidFill>
          <a:ln w="0">
            <a:noFill/>
            <a:prstDash val="solid"/>
          </a:ln>
        </p:spPr>
      </p:sp>
      <p:sp>
        <p:nvSpPr>
          <p:cNvPr id="688" name="e_full_violin_ellipse_5040">
            <a:extLst>
              <a:ext uri="{FF2B5EF4-FFF2-40B4-BE49-F238E27FC236}">
                <a16:creationId xmlns:a16="http://schemas.microsoft.com/office/drawing/2014/main" id="{B80C6483-52B3-40C3-A00D-64CC9D163575}"/>
              </a:ext>
            </a:extLst>
          </p:cNvPr>
          <p:cNvSpPr>
            <a:spLocks noGrp="1"/>
          </p:cNvSpPr>
          <p:nvPr/>
        </p:nvSpPr>
        <p:spPr>
          <a:xfrm>
            <a:off x="4980250" y="2024752"/>
            <a:ext cx="46519" cy="46519"/>
          </a:xfrm>
          <a:prstGeom prst="ellipse">
            <a:avLst/>
          </a:prstGeom>
          <a:solidFill>
            <a:srgbClr val="B08A60">
              <a:alpha val="43000"/>
            </a:srgbClr>
          </a:solidFill>
          <a:ln w="0">
            <a:noFill/>
            <a:prstDash val="solid"/>
          </a:ln>
        </p:spPr>
      </p:sp>
      <p:sp>
        <p:nvSpPr>
          <p:cNvPr id="689" name="e_full_violin_ellipse_5041">
            <a:extLst>
              <a:ext uri="{FF2B5EF4-FFF2-40B4-BE49-F238E27FC236}">
                <a16:creationId xmlns:a16="http://schemas.microsoft.com/office/drawing/2014/main" id="{367A9126-D903-42E9-9C59-EC2CC72FE940}"/>
              </a:ext>
            </a:extLst>
          </p:cNvPr>
          <p:cNvSpPr>
            <a:spLocks noGrp="1"/>
          </p:cNvSpPr>
          <p:nvPr/>
        </p:nvSpPr>
        <p:spPr>
          <a:xfrm>
            <a:off x="4921543" y="3240773"/>
            <a:ext cx="46519" cy="46519"/>
          </a:xfrm>
          <a:prstGeom prst="ellipse">
            <a:avLst/>
          </a:prstGeom>
          <a:solidFill>
            <a:srgbClr val="B08A60">
              <a:alpha val="43000"/>
            </a:srgbClr>
          </a:solidFill>
          <a:ln w="0">
            <a:noFill/>
            <a:prstDash val="solid"/>
          </a:ln>
        </p:spPr>
      </p:sp>
      <p:sp>
        <p:nvSpPr>
          <p:cNvPr id="690" name="e_full_violin_ellipse_5042">
            <a:extLst>
              <a:ext uri="{FF2B5EF4-FFF2-40B4-BE49-F238E27FC236}">
                <a16:creationId xmlns:a16="http://schemas.microsoft.com/office/drawing/2014/main" id="{8319400F-8D6E-4EA1-9F31-6C90AC8205A6}"/>
              </a:ext>
            </a:extLst>
          </p:cNvPr>
          <p:cNvSpPr>
            <a:spLocks noGrp="1"/>
          </p:cNvSpPr>
          <p:nvPr/>
        </p:nvSpPr>
        <p:spPr>
          <a:xfrm>
            <a:off x="4856820" y="3646113"/>
            <a:ext cx="46519" cy="46519"/>
          </a:xfrm>
          <a:prstGeom prst="ellipse">
            <a:avLst/>
          </a:prstGeom>
          <a:solidFill>
            <a:srgbClr val="B08A60">
              <a:alpha val="43000"/>
            </a:srgbClr>
          </a:solidFill>
          <a:ln w="0">
            <a:noFill/>
            <a:prstDash val="solid"/>
          </a:ln>
        </p:spPr>
      </p:sp>
      <p:sp>
        <p:nvSpPr>
          <p:cNvPr id="691" name="e_full_violin_ellipse_5043">
            <a:extLst>
              <a:ext uri="{FF2B5EF4-FFF2-40B4-BE49-F238E27FC236}">
                <a16:creationId xmlns:a16="http://schemas.microsoft.com/office/drawing/2014/main" id="{1D3500E1-8298-437A-A152-5EFE0BB5240F}"/>
              </a:ext>
            </a:extLst>
          </p:cNvPr>
          <p:cNvSpPr>
            <a:spLocks noGrp="1"/>
          </p:cNvSpPr>
          <p:nvPr/>
        </p:nvSpPr>
        <p:spPr>
          <a:xfrm>
            <a:off x="5025238" y="2024752"/>
            <a:ext cx="46519" cy="46519"/>
          </a:xfrm>
          <a:prstGeom prst="ellipse">
            <a:avLst/>
          </a:prstGeom>
          <a:solidFill>
            <a:srgbClr val="B08A60">
              <a:alpha val="43000"/>
            </a:srgbClr>
          </a:solidFill>
          <a:ln w="0">
            <a:noFill/>
            <a:prstDash val="solid"/>
          </a:ln>
        </p:spPr>
      </p:sp>
      <p:sp>
        <p:nvSpPr>
          <p:cNvPr id="692" name="e_full_violin_ellipse_5044">
            <a:extLst>
              <a:ext uri="{FF2B5EF4-FFF2-40B4-BE49-F238E27FC236}">
                <a16:creationId xmlns:a16="http://schemas.microsoft.com/office/drawing/2014/main" id="{5BF212C8-4EB1-46EF-96FF-44520C0246BD}"/>
              </a:ext>
            </a:extLst>
          </p:cNvPr>
          <p:cNvSpPr>
            <a:spLocks noGrp="1"/>
          </p:cNvSpPr>
          <p:nvPr/>
        </p:nvSpPr>
        <p:spPr>
          <a:xfrm>
            <a:off x="4987772" y="3240773"/>
            <a:ext cx="46519" cy="46519"/>
          </a:xfrm>
          <a:prstGeom prst="ellipse">
            <a:avLst/>
          </a:prstGeom>
          <a:solidFill>
            <a:srgbClr val="B08A60">
              <a:alpha val="43000"/>
            </a:srgbClr>
          </a:solidFill>
          <a:ln w="0">
            <a:noFill/>
            <a:prstDash val="solid"/>
          </a:ln>
        </p:spPr>
      </p:sp>
      <p:sp>
        <p:nvSpPr>
          <p:cNvPr id="693" name="e_full_violin_ellipse_5045">
            <a:extLst>
              <a:ext uri="{FF2B5EF4-FFF2-40B4-BE49-F238E27FC236}">
                <a16:creationId xmlns:a16="http://schemas.microsoft.com/office/drawing/2014/main" id="{7F28ED4B-5C1B-4956-89EC-09F1C07CF511}"/>
              </a:ext>
            </a:extLst>
          </p:cNvPr>
          <p:cNvSpPr>
            <a:spLocks noGrp="1"/>
          </p:cNvSpPr>
          <p:nvPr/>
        </p:nvSpPr>
        <p:spPr>
          <a:xfrm>
            <a:off x="4800848" y="2835432"/>
            <a:ext cx="46519" cy="46519"/>
          </a:xfrm>
          <a:prstGeom prst="ellipse">
            <a:avLst/>
          </a:prstGeom>
          <a:solidFill>
            <a:srgbClr val="B08A60">
              <a:alpha val="43000"/>
            </a:srgbClr>
          </a:solidFill>
          <a:ln w="0">
            <a:noFill/>
            <a:prstDash val="solid"/>
          </a:ln>
        </p:spPr>
      </p:sp>
      <p:sp>
        <p:nvSpPr>
          <p:cNvPr id="694" name="e_full_violin_ellipse_5046">
            <a:extLst>
              <a:ext uri="{FF2B5EF4-FFF2-40B4-BE49-F238E27FC236}">
                <a16:creationId xmlns:a16="http://schemas.microsoft.com/office/drawing/2014/main" id="{DE999190-DC92-445B-BCA7-42283A87F24A}"/>
              </a:ext>
            </a:extLst>
          </p:cNvPr>
          <p:cNvSpPr>
            <a:spLocks noGrp="1"/>
          </p:cNvSpPr>
          <p:nvPr/>
        </p:nvSpPr>
        <p:spPr>
          <a:xfrm>
            <a:off x="5034991" y="4456793"/>
            <a:ext cx="46519" cy="46519"/>
          </a:xfrm>
          <a:prstGeom prst="ellipse">
            <a:avLst/>
          </a:prstGeom>
          <a:solidFill>
            <a:srgbClr val="B08A60">
              <a:alpha val="43000"/>
            </a:srgbClr>
          </a:solidFill>
          <a:ln w="0">
            <a:noFill/>
            <a:prstDash val="solid"/>
          </a:ln>
        </p:spPr>
      </p:sp>
      <p:sp>
        <p:nvSpPr>
          <p:cNvPr id="695" name="e_full_violin_ellipse_5047">
            <a:extLst>
              <a:ext uri="{FF2B5EF4-FFF2-40B4-BE49-F238E27FC236}">
                <a16:creationId xmlns:a16="http://schemas.microsoft.com/office/drawing/2014/main" id="{355BB8DA-33FA-41F2-A827-5FED983C89D4}"/>
              </a:ext>
            </a:extLst>
          </p:cNvPr>
          <p:cNvSpPr>
            <a:spLocks noGrp="1"/>
          </p:cNvSpPr>
          <p:nvPr/>
        </p:nvSpPr>
        <p:spPr>
          <a:xfrm>
            <a:off x="4803556" y="2024752"/>
            <a:ext cx="46519" cy="46519"/>
          </a:xfrm>
          <a:prstGeom prst="ellipse">
            <a:avLst/>
          </a:prstGeom>
          <a:solidFill>
            <a:srgbClr val="B08A60">
              <a:alpha val="43000"/>
            </a:srgbClr>
          </a:solidFill>
          <a:ln w="0">
            <a:noFill/>
            <a:prstDash val="solid"/>
          </a:ln>
        </p:spPr>
      </p:sp>
      <p:sp>
        <p:nvSpPr>
          <p:cNvPr id="696" name="e_full_violin_ellipse_5048">
            <a:extLst>
              <a:ext uri="{FF2B5EF4-FFF2-40B4-BE49-F238E27FC236}">
                <a16:creationId xmlns:a16="http://schemas.microsoft.com/office/drawing/2014/main" id="{1753FC42-47E9-49C8-BE74-AC5D71CF28CE}"/>
              </a:ext>
            </a:extLst>
          </p:cNvPr>
          <p:cNvSpPr>
            <a:spLocks noGrp="1"/>
          </p:cNvSpPr>
          <p:nvPr/>
        </p:nvSpPr>
        <p:spPr>
          <a:xfrm>
            <a:off x="5147201" y="2835432"/>
            <a:ext cx="46519" cy="46519"/>
          </a:xfrm>
          <a:prstGeom prst="ellipse">
            <a:avLst/>
          </a:prstGeom>
          <a:solidFill>
            <a:srgbClr val="B08A60">
              <a:alpha val="43000"/>
            </a:srgbClr>
          </a:solidFill>
          <a:ln w="0">
            <a:noFill/>
            <a:prstDash val="solid"/>
          </a:ln>
        </p:spPr>
      </p:sp>
      <p:sp>
        <p:nvSpPr>
          <p:cNvPr id="697" name="e_full_violin_ellipse_5049">
            <a:extLst>
              <a:ext uri="{FF2B5EF4-FFF2-40B4-BE49-F238E27FC236}">
                <a16:creationId xmlns:a16="http://schemas.microsoft.com/office/drawing/2014/main" id="{169FD55C-86CD-4FA1-9A95-C4E5905E526C}"/>
              </a:ext>
            </a:extLst>
          </p:cNvPr>
          <p:cNvSpPr>
            <a:spLocks noGrp="1"/>
          </p:cNvSpPr>
          <p:nvPr/>
        </p:nvSpPr>
        <p:spPr>
          <a:xfrm>
            <a:off x="4937361" y="4456793"/>
            <a:ext cx="46519" cy="46519"/>
          </a:xfrm>
          <a:prstGeom prst="ellipse">
            <a:avLst/>
          </a:prstGeom>
          <a:solidFill>
            <a:srgbClr val="B08A60">
              <a:alpha val="43000"/>
            </a:srgbClr>
          </a:solidFill>
          <a:ln w="0">
            <a:noFill/>
            <a:prstDash val="solid"/>
          </a:ln>
        </p:spPr>
      </p:sp>
      <p:sp>
        <p:nvSpPr>
          <p:cNvPr id="698" name="e_full_violin_ellipse_5050">
            <a:extLst>
              <a:ext uri="{FF2B5EF4-FFF2-40B4-BE49-F238E27FC236}">
                <a16:creationId xmlns:a16="http://schemas.microsoft.com/office/drawing/2014/main" id="{0CD33BA9-C489-4441-B50A-E5579D07F0D3}"/>
              </a:ext>
            </a:extLst>
          </p:cNvPr>
          <p:cNvSpPr>
            <a:spLocks noGrp="1"/>
          </p:cNvSpPr>
          <p:nvPr/>
        </p:nvSpPr>
        <p:spPr>
          <a:xfrm>
            <a:off x="4808249" y="3646113"/>
            <a:ext cx="46519" cy="46519"/>
          </a:xfrm>
          <a:prstGeom prst="ellipse">
            <a:avLst/>
          </a:prstGeom>
          <a:solidFill>
            <a:srgbClr val="B08A60">
              <a:alpha val="43000"/>
            </a:srgbClr>
          </a:solidFill>
          <a:ln w="0">
            <a:noFill/>
            <a:prstDash val="solid"/>
          </a:ln>
        </p:spPr>
      </p:sp>
      <p:sp>
        <p:nvSpPr>
          <p:cNvPr id="699" name="e_full_violin_ellipse_5051">
            <a:extLst>
              <a:ext uri="{FF2B5EF4-FFF2-40B4-BE49-F238E27FC236}">
                <a16:creationId xmlns:a16="http://schemas.microsoft.com/office/drawing/2014/main" id="{07DD03A2-B4A9-4F1A-82D0-9F30F51B1987}"/>
              </a:ext>
            </a:extLst>
          </p:cNvPr>
          <p:cNvSpPr>
            <a:spLocks noGrp="1"/>
          </p:cNvSpPr>
          <p:nvPr/>
        </p:nvSpPr>
        <p:spPr>
          <a:xfrm>
            <a:off x="5059578" y="4456793"/>
            <a:ext cx="46519" cy="46519"/>
          </a:xfrm>
          <a:prstGeom prst="ellipse">
            <a:avLst/>
          </a:prstGeom>
          <a:solidFill>
            <a:srgbClr val="B08A60">
              <a:alpha val="43000"/>
            </a:srgbClr>
          </a:solidFill>
          <a:ln w="0">
            <a:noFill/>
            <a:prstDash val="solid"/>
          </a:ln>
        </p:spPr>
      </p:sp>
      <p:sp>
        <p:nvSpPr>
          <p:cNvPr id="700" name="e_full_violin_ellipse_5052">
            <a:extLst>
              <a:ext uri="{FF2B5EF4-FFF2-40B4-BE49-F238E27FC236}">
                <a16:creationId xmlns:a16="http://schemas.microsoft.com/office/drawing/2014/main" id="{4425010A-3E40-4DCB-B819-314B8BAEBF90}"/>
              </a:ext>
            </a:extLst>
          </p:cNvPr>
          <p:cNvSpPr>
            <a:spLocks noGrp="1"/>
          </p:cNvSpPr>
          <p:nvPr/>
        </p:nvSpPr>
        <p:spPr>
          <a:xfrm>
            <a:off x="4954185" y="4335191"/>
            <a:ext cx="46519" cy="46519"/>
          </a:xfrm>
          <a:prstGeom prst="ellipse">
            <a:avLst/>
          </a:prstGeom>
          <a:solidFill>
            <a:srgbClr val="B08A60">
              <a:alpha val="43000"/>
            </a:srgbClr>
          </a:solidFill>
          <a:ln w="0">
            <a:noFill/>
            <a:prstDash val="solid"/>
          </a:ln>
        </p:spPr>
      </p:sp>
      <p:sp>
        <p:nvSpPr>
          <p:cNvPr id="701" name="e_full_violin_ellipse_5053">
            <a:extLst>
              <a:ext uri="{FF2B5EF4-FFF2-40B4-BE49-F238E27FC236}">
                <a16:creationId xmlns:a16="http://schemas.microsoft.com/office/drawing/2014/main" id="{AB47F6BF-2B77-48B3-8576-1D456F160E91}"/>
              </a:ext>
            </a:extLst>
          </p:cNvPr>
          <p:cNvSpPr>
            <a:spLocks noGrp="1"/>
          </p:cNvSpPr>
          <p:nvPr/>
        </p:nvSpPr>
        <p:spPr>
          <a:xfrm>
            <a:off x="4903209" y="4132521"/>
            <a:ext cx="46519" cy="46519"/>
          </a:xfrm>
          <a:prstGeom prst="ellipse">
            <a:avLst/>
          </a:prstGeom>
          <a:solidFill>
            <a:srgbClr val="B08A60">
              <a:alpha val="43000"/>
            </a:srgbClr>
          </a:solidFill>
          <a:ln w="0">
            <a:noFill/>
            <a:prstDash val="solid"/>
          </a:ln>
        </p:spPr>
      </p:sp>
      <p:sp>
        <p:nvSpPr>
          <p:cNvPr id="702" name="e_full_violin_ellipse_5054">
            <a:extLst>
              <a:ext uri="{FF2B5EF4-FFF2-40B4-BE49-F238E27FC236}">
                <a16:creationId xmlns:a16="http://schemas.microsoft.com/office/drawing/2014/main" id="{186B35D6-E1B1-4855-B981-C263BE6ECBCD}"/>
              </a:ext>
            </a:extLst>
          </p:cNvPr>
          <p:cNvSpPr>
            <a:spLocks noGrp="1"/>
          </p:cNvSpPr>
          <p:nvPr/>
        </p:nvSpPr>
        <p:spPr>
          <a:xfrm>
            <a:off x="5026533" y="2700319"/>
            <a:ext cx="46519" cy="46519"/>
          </a:xfrm>
          <a:prstGeom prst="ellipse">
            <a:avLst/>
          </a:prstGeom>
          <a:solidFill>
            <a:srgbClr val="B08A60">
              <a:alpha val="43000"/>
            </a:srgbClr>
          </a:solidFill>
          <a:ln w="0">
            <a:noFill/>
            <a:prstDash val="solid"/>
          </a:ln>
        </p:spPr>
      </p:sp>
      <p:sp>
        <p:nvSpPr>
          <p:cNvPr id="703" name="e_full_violin_ellipse_5055">
            <a:extLst>
              <a:ext uri="{FF2B5EF4-FFF2-40B4-BE49-F238E27FC236}">
                <a16:creationId xmlns:a16="http://schemas.microsoft.com/office/drawing/2014/main" id="{1FF34966-7EFB-4D7F-9DDF-9F3B17D48C04}"/>
              </a:ext>
            </a:extLst>
          </p:cNvPr>
          <p:cNvSpPr>
            <a:spLocks noGrp="1"/>
          </p:cNvSpPr>
          <p:nvPr/>
        </p:nvSpPr>
        <p:spPr>
          <a:xfrm>
            <a:off x="4850426" y="4456793"/>
            <a:ext cx="46519" cy="46519"/>
          </a:xfrm>
          <a:prstGeom prst="ellipse">
            <a:avLst/>
          </a:prstGeom>
          <a:solidFill>
            <a:srgbClr val="B08A60">
              <a:alpha val="43000"/>
            </a:srgbClr>
          </a:solidFill>
          <a:ln w="0">
            <a:noFill/>
            <a:prstDash val="solid"/>
          </a:ln>
        </p:spPr>
      </p:sp>
      <p:sp>
        <p:nvSpPr>
          <p:cNvPr id="704" name="e_full_violin_ellipse_5056">
            <a:extLst>
              <a:ext uri="{FF2B5EF4-FFF2-40B4-BE49-F238E27FC236}">
                <a16:creationId xmlns:a16="http://schemas.microsoft.com/office/drawing/2014/main" id="{9E685861-3711-42DB-9131-17CBAD686C3D}"/>
              </a:ext>
            </a:extLst>
          </p:cNvPr>
          <p:cNvSpPr>
            <a:spLocks noGrp="1"/>
          </p:cNvSpPr>
          <p:nvPr/>
        </p:nvSpPr>
        <p:spPr>
          <a:xfrm>
            <a:off x="5107251" y="2024752"/>
            <a:ext cx="46519" cy="46519"/>
          </a:xfrm>
          <a:prstGeom prst="ellipse">
            <a:avLst/>
          </a:prstGeom>
          <a:solidFill>
            <a:srgbClr val="B08A60">
              <a:alpha val="43000"/>
            </a:srgbClr>
          </a:solidFill>
          <a:ln w="0">
            <a:noFill/>
            <a:prstDash val="solid"/>
          </a:ln>
        </p:spPr>
      </p:sp>
      <p:sp>
        <p:nvSpPr>
          <p:cNvPr id="705" name="e_full_violin_ellipse_5057">
            <a:extLst>
              <a:ext uri="{FF2B5EF4-FFF2-40B4-BE49-F238E27FC236}">
                <a16:creationId xmlns:a16="http://schemas.microsoft.com/office/drawing/2014/main" id="{F8256025-EC18-4868-BE8F-51D43F9B2146}"/>
              </a:ext>
            </a:extLst>
          </p:cNvPr>
          <p:cNvSpPr>
            <a:spLocks noGrp="1"/>
          </p:cNvSpPr>
          <p:nvPr/>
        </p:nvSpPr>
        <p:spPr>
          <a:xfrm>
            <a:off x="4938372" y="2024752"/>
            <a:ext cx="46519" cy="46519"/>
          </a:xfrm>
          <a:prstGeom prst="ellipse">
            <a:avLst/>
          </a:prstGeom>
          <a:solidFill>
            <a:srgbClr val="B08A60">
              <a:alpha val="43000"/>
            </a:srgbClr>
          </a:solidFill>
          <a:ln w="0">
            <a:noFill/>
            <a:prstDash val="solid"/>
          </a:ln>
        </p:spPr>
      </p:sp>
      <p:sp>
        <p:nvSpPr>
          <p:cNvPr id="706" name="e_full_violin_ellipse_5058">
            <a:extLst>
              <a:ext uri="{FF2B5EF4-FFF2-40B4-BE49-F238E27FC236}">
                <a16:creationId xmlns:a16="http://schemas.microsoft.com/office/drawing/2014/main" id="{4D6E7FAF-5E94-4CB8-9F3C-00A215A930ED}"/>
              </a:ext>
            </a:extLst>
          </p:cNvPr>
          <p:cNvSpPr>
            <a:spLocks noGrp="1"/>
          </p:cNvSpPr>
          <p:nvPr/>
        </p:nvSpPr>
        <p:spPr>
          <a:xfrm>
            <a:off x="4865538" y="2835432"/>
            <a:ext cx="46519" cy="46519"/>
          </a:xfrm>
          <a:prstGeom prst="ellipse">
            <a:avLst/>
          </a:prstGeom>
          <a:solidFill>
            <a:srgbClr val="B08A60">
              <a:alpha val="43000"/>
            </a:srgbClr>
          </a:solidFill>
          <a:ln w="0">
            <a:noFill/>
            <a:prstDash val="solid"/>
          </a:ln>
        </p:spPr>
      </p:sp>
      <p:sp>
        <p:nvSpPr>
          <p:cNvPr id="707" name="e_full_violin_ellipse_5059">
            <a:extLst>
              <a:ext uri="{FF2B5EF4-FFF2-40B4-BE49-F238E27FC236}">
                <a16:creationId xmlns:a16="http://schemas.microsoft.com/office/drawing/2014/main" id="{E604D317-0098-4002-8E4E-987457DFA487}"/>
              </a:ext>
            </a:extLst>
          </p:cNvPr>
          <p:cNvSpPr>
            <a:spLocks noGrp="1"/>
          </p:cNvSpPr>
          <p:nvPr/>
        </p:nvSpPr>
        <p:spPr>
          <a:xfrm>
            <a:off x="5017713" y="2024752"/>
            <a:ext cx="46519" cy="46519"/>
          </a:xfrm>
          <a:prstGeom prst="ellipse">
            <a:avLst/>
          </a:prstGeom>
          <a:solidFill>
            <a:srgbClr val="B08A60">
              <a:alpha val="43000"/>
            </a:srgbClr>
          </a:solidFill>
          <a:ln w="0">
            <a:noFill/>
            <a:prstDash val="solid"/>
          </a:ln>
        </p:spPr>
      </p:sp>
      <p:sp>
        <p:nvSpPr>
          <p:cNvPr id="708" name="e_full_violin_ellipse_5060">
            <a:extLst>
              <a:ext uri="{FF2B5EF4-FFF2-40B4-BE49-F238E27FC236}">
                <a16:creationId xmlns:a16="http://schemas.microsoft.com/office/drawing/2014/main" id="{2C559456-0299-4A37-A90D-BBC86C28AB31}"/>
              </a:ext>
            </a:extLst>
          </p:cNvPr>
          <p:cNvSpPr>
            <a:spLocks noGrp="1"/>
          </p:cNvSpPr>
          <p:nvPr/>
        </p:nvSpPr>
        <p:spPr>
          <a:xfrm>
            <a:off x="4803142" y="4456793"/>
            <a:ext cx="46519" cy="46519"/>
          </a:xfrm>
          <a:prstGeom prst="ellipse">
            <a:avLst/>
          </a:prstGeom>
          <a:solidFill>
            <a:srgbClr val="B08A60">
              <a:alpha val="43000"/>
            </a:srgbClr>
          </a:solidFill>
          <a:ln w="0">
            <a:noFill/>
            <a:prstDash val="solid"/>
          </a:ln>
        </p:spPr>
      </p:sp>
      <p:sp>
        <p:nvSpPr>
          <p:cNvPr id="709" name="e_full_violin_ellipse_5061">
            <a:extLst>
              <a:ext uri="{FF2B5EF4-FFF2-40B4-BE49-F238E27FC236}">
                <a16:creationId xmlns:a16="http://schemas.microsoft.com/office/drawing/2014/main" id="{B7B8BF33-B399-4260-AF15-325958D13718}"/>
              </a:ext>
            </a:extLst>
          </p:cNvPr>
          <p:cNvSpPr>
            <a:spLocks noGrp="1"/>
          </p:cNvSpPr>
          <p:nvPr/>
        </p:nvSpPr>
        <p:spPr>
          <a:xfrm>
            <a:off x="5116982" y="2328757"/>
            <a:ext cx="46519" cy="46519"/>
          </a:xfrm>
          <a:prstGeom prst="ellipse">
            <a:avLst/>
          </a:prstGeom>
          <a:solidFill>
            <a:srgbClr val="B08A60">
              <a:alpha val="43000"/>
            </a:srgbClr>
          </a:solidFill>
          <a:ln w="0">
            <a:noFill/>
            <a:prstDash val="solid"/>
          </a:ln>
        </p:spPr>
      </p:sp>
      <p:sp>
        <p:nvSpPr>
          <p:cNvPr id="710" name="e_full_violin_ellipse_5062">
            <a:extLst>
              <a:ext uri="{FF2B5EF4-FFF2-40B4-BE49-F238E27FC236}">
                <a16:creationId xmlns:a16="http://schemas.microsoft.com/office/drawing/2014/main" id="{EBCA004E-490D-4CAC-9096-D4947B3AFB78}"/>
              </a:ext>
            </a:extLst>
          </p:cNvPr>
          <p:cNvSpPr>
            <a:spLocks noGrp="1"/>
          </p:cNvSpPr>
          <p:nvPr/>
        </p:nvSpPr>
        <p:spPr>
          <a:xfrm>
            <a:off x="5113596" y="3916340"/>
            <a:ext cx="46519" cy="46519"/>
          </a:xfrm>
          <a:prstGeom prst="ellipse">
            <a:avLst/>
          </a:prstGeom>
          <a:solidFill>
            <a:srgbClr val="B08A60">
              <a:alpha val="43000"/>
            </a:srgbClr>
          </a:solidFill>
          <a:ln w="0">
            <a:noFill/>
            <a:prstDash val="solid"/>
          </a:ln>
        </p:spPr>
      </p:sp>
      <p:sp>
        <p:nvSpPr>
          <p:cNvPr id="711" name="e_full_violin_ellipse_5063">
            <a:extLst>
              <a:ext uri="{FF2B5EF4-FFF2-40B4-BE49-F238E27FC236}">
                <a16:creationId xmlns:a16="http://schemas.microsoft.com/office/drawing/2014/main" id="{10C70327-9F1C-40B3-8F59-054F67DD3B06}"/>
              </a:ext>
            </a:extLst>
          </p:cNvPr>
          <p:cNvSpPr>
            <a:spLocks noGrp="1"/>
          </p:cNvSpPr>
          <p:nvPr/>
        </p:nvSpPr>
        <p:spPr>
          <a:xfrm>
            <a:off x="5105694" y="3240773"/>
            <a:ext cx="46519" cy="46519"/>
          </a:xfrm>
          <a:prstGeom prst="ellipse">
            <a:avLst/>
          </a:prstGeom>
          <a:solidFill>
            <a:srgbClr val="B08A60">
              <a:alpha val="43000"/>
            </a:srgbClr>
          </a:solidFill>
          <a:ln w="0">
            <a:noFill/>
            <a:prstDash val="solid"/>
          </a:ln>
        </p:spPr>
      </p:sp>
      <p:sp>
        <p:nvSpPr>
          <p:cNvPr id="712" name="e_full_violin_ellipse_5064">
            <a:extLst>
              <a:ext uri="{FF2B5EF4-FFF2-40B4-BE49-F238E27FC236}">
                <a16:creationId xmlns:a16="http://schemas.microsoft.com/office/drawing/2014/main" id="{B60D6897-04B3-4AB9-8B2C-B129317C97AE}"/>
              </a:ext>
            </a:extLst>
          </p:cNvPr>
          <p:cNvSpPr>
            <a:spLocks noGrp="1"/>
          </p:cNvSpPr>
          <p:nvPr/>
        </p:nvSpPr>
        <p:spPr>
          <a:xfrm>
            <a:off x="5067938" y="2024752"/>
            <a:ext cx="46519" cy="46519"/>
          </a:xfrm>
          <a:prstGeom prst="ellipse">
            <a:avLst/>
          </a:prstGeom>
          <a:solidFill>
            <a:srgbClr val="B08A60">
              <a:alpha val="43000"/>
            </a:srgbClr>
          </a:solidFill>
          <a:ln w="0">
            <a:noFill/>
            <a:prstDash val="solid"/>
          </a:ln>
        </p:spPr>
      </p:sp>
      <p:sp>
        <p:nvSpPr>
          <p:cNvPr id="713" name="e_full_violin_ellipse_5065">
            <a:extLst>
              <a:ext uri="{FF2B5EF4-FFF2-40B4-BE49-F238E27FC236}">
                <a16:creationId xmlns:a16="http://schemas.microsoft.com/office/drawing/2014/main" id="{21D67607-4680-4CF8-9F8D-FAC594637B8D}"/>
              </a:ext>
            </a:extLst>
          </p:cNvPr>
          <p:cNvSpPr>
            <a:spLocks noGrp="1"/>
          </p:cNvSpPr>
          <p:nvPr/>
        </p:nvSpPr>
        <p:spPr>
          <a:xfrm>
            <a:off x="4998728" y="3240773"/>
            <a:ext cx="46519" cy="46519"/>
          </a:xfrm>
          <a:prstGeom prst="ellipse">
            <a:avLst/>
          </a:prstGeom>
          <a:solidFill>
            <a:srgbClr val="B08A60">
              <a:alpha val="43000"/>
            </a:srgbClr>
          </a:solidFill>
          <a:ln w="0">
            <a:noFill/>
            <a:prstDash val="solid"/>
          </a:ln>
        </p:spPr>
      </p:sp>
      <p:sp>
        <p:nvSpPr>
          <p:cNvPr id="714" name="e_full_violin_ellipse_5066">
            <a:extLst>
              <a:ext uri="{FF2B5EF4-FFF2-40B4-BE49-F238E27FC236}">
                <a16:creationId xmlns:a16="http://schemas.microsoft.com/office/drawing/2014/main" id="{A5C0DE92-D373-4F51-BAE6-B5C575A5059B}"/>
              </a:ext>
            </a:extLst>
          </p:cNvPr>
          <p:cNvSpPr>
            <a:spLocks noGrp="1"/>
          </p:cNvSpPr>
          <p:nvPr/>
        </p:nvSpPr>
        <p:spPr>
          <a:xfrm>
            <a:off x="4826296" y="4456793"/>
            <a:ext cx="46519" cy="46519"/>
          </a:xfrm>
          <a:prstGeom prst="ellipse">
            <a:avLst/>
          </a:prstGeom>
          <a:solidFill>
            <a:srgbClr val="B08A60">
              <a:alpha val="43000"/>
            </a:srgbClr>
          </a:solidFill>
          <a:ln w="0">
            <a:noFill/>
            <a:prstDash val="solid"/>
          </a:ln>
        </p:spPr>
      </p:sp>
      <p:sp>
        <p:nvSpPr>
          <p:cNvPr id="715" name="e_full_violin_ellipse_5067">
            <a:extLst>
              <a:ext uri="{FF2B5EF4-FFF2-40B4-BE49-F238E27FC236}">
                <a16:creationId xmlns:a16="http://schemas.microsoft.com/office/drawing/2014/main" id="{D4664205-BF87-4A8B-904E-58E25CD52D91}"/>
              </a:ext>
            </a:extLst>
          </p:cNvPr>
          <p:cNvSpPr>
            <a:spLocks noGrp="1"/>
          </p:cNvSpPr>
          <p:nvPr/>
        </p:nvSpPr>
        <p:spPr>
          <a:xfrm>
            <a:off x="4840650" y="2511160"/>
            <a:ext cx="46519" cy="46519"/>
          </a:xfrm>
          <a:prstGeom prst="ellipse">
            <a:avLst/>
          </a:prstGeom>
          <a:solidFill>
            <a:srgbClr val="B08A60">
              <a:alpha val="43000"/>
            </a:srgbClr>
          </a:solidFill>
          <a:ln w="0">
            <a:noFill/>
            <a:prstDash val="solid"/>
          </a:ln>
        </p:spPr>
      </p:sp>
      <p:sp>
        <p:nvSpPr>
          <p:cNvPr id="716" name="e_full_violin_ellipse_5068">
            <a:extLst>
              <a:ext uri="{FF2B5EF4-FFF2-40B4-BE49-F238E27FC236}">
                <a16:creationId xmlns:a16="http://schemas.microsoft.com/office/drawing/2014/main" id="{68F54627-3638-4A01-9E27-95C4B5A3798B}"/>
              </a:ext>
            </a:extLst>
          </p:cNvPr>
          <p:cNvSpPr>
            <a:spLocks noGrp="1"/>
          </p:cNvSpPr>
          <p:nvPr/>
        </p:nvSpPr>
        <p:spPr>
          <a:xfrm>
            <a:off x="5109921" y="2024752"/>
            <a:ext cx="46519" cy="46519"/>
          </a:xfrm>
          <a:prstGeom prst="ellipse">
            <a:avLst/>
          </a:prstGeom>
          <a:solidFill>
            <a:srgbClr val="B08A60">
              <a:alpha val="43000"/>
            </a:srgbClr>
          </a:solidFill>
          <a:ln w="0">
            <a:noFill/>
            <a:prstDash val="solid"/>
          </a:ln>
        </p:spPr>
      </p:sp>
      <p:sp>
        <p:nvSpPr>
          <p:cNvPr id="717" name="e_full_violin_ellipse_5069">
            <a:extLst>
              <a:ext uri="{FF2B5EF4-FFF2-40B4-BE49-F238E27FC236}">
                <a16:creationId xmlns:a16="http://schemas.microsoft.com/office/drawing/2014/main" id="{B59598C2-E966-423E-96B2-70439A410D79}"/>
              </a:ext>
            </a:extLst>
          </p:cNvPr>
          <p:cNvSpPr>
            <a:spLocks noGrp="1"/>
          </p:cNvSpPr>
          <p:nvPr/>
        </p:nvSpPr>
        <p:spPr>
          <a:xfrm>
            <a:off x="4901335" y="2511160"/>
            <a:ext cx="46519" cy="46519"/>
          </a:xfrm>
          <a:prstGeom prst="ellipse">
            <a:avLst/>
          </a:prstGeom>
          <a:solidFill>
            <a:srgbClr val="B08A60">
              <a:alpha val="43000"/>
            </a:srgbClr>
          </a:solidFill>
          <a:ln w="0">
            <a:noFill/>
            <a:prstDash val="solid"/>
          </a:ln>
        </p:spPr>
      </p:sp>
      <p:sp>
        <p:nvSpPr>
          <p:cNvPr id="718" name="e_full_violin_ellipse_5070">
            <a:extLst>
              <a:ext uri="{FF2B5EF4-FFF2-40B4-BE49-F238E27FC236}">
                <a16:creationId xmlns:a16="http://schemas.microsoft.com/office/drawing/2014/main" id="{D1193EE9-5D7A-43C4-972F-3E36F34CC829}"/>
              </a:ext>
            </a:extLst>
          </p:cNvPr>
          <p:cNvSpPr>
            <a:spLocks noGrp="1"/>
          </p:cNvSpPr>
          <p:nvPr/>
        </p:nvSpPr>
        <p:spPr>
          <a:xfrm>
            <a:off x="5088955" y="2835432"/>
            <a:ext cx="46519" cy="46519"/>
          </a:xfrm>
          <a:prstGeom prst="ellipse">
            <a:avLst/>
          </a:prstGeom>
          <a:solidFill>
            <a:srgbClr val="B08A60">
              <a:alpha val="43000"/>
            </a:srgbClr>
          </a:solidFill>
          <a:ln w="0">
            <a:noFill/>
            <a:prstDash val="solid"/>
          </a:ln>
        </p:spPr>
      </p:sp>
      <p:sp>
        <p:nvSpPr>
          <p:cNvPr id="719" name="e_full_violin_ellipse_5071">
            <a:extLst>
              <a:ext uri="{FF2B5EF4-FFF2-40B4-BE49-F238E27FC236}">
                <a16:creationId xmlns:a16="http://schemas.microsoft.com/office/drawing/2014/main" id="{7B27EE2F-3E4E-44EB-A757-F459B7C05F55}"/>
              </a:ext>
            </a:extLst>
          </p:cNvPr>
          <p:cNvSpPr>
            <a:spLocks noGrp="1"/>
          </p:cNvSpPr>
          <p:nvPr/>
        </p:nvSpPr>
        <p:spPr>
          <a:xfrm>
            <a:off x="4870361" y="2024752"/>
            <a:ext cx="46519" cy="46519"/>
          </a:xfrm>
          <a:prstGeom prst="ellipse">
            <a:avLst/>
          </a:prstGeom>
          <a:solidFill>
            <a:srgbClr val="B08A60">
              <a:alpha val="43000"/>
            </a:srgbClr>
          </a:solidFill>
          <a:ln w="0">
            <a:noFill/>
            <a:prstDash val="solid"/>
          </a:ln>
        </p:spPr>
      </p:sp>
      <p:sp>
        <p:nvSpPr>
          <p:cNvPr id="720" name="e_full_violin_ellipse_5072">
            <a:extLst>
              <a:ext uri="{FF2B5EF4-FFF2-40B4-BE49-F238E27FC236}">
                <a16:creationId xmlns:a16="http://schemas.microsoft.com/office/drawing/2014/main" id="{D5F88958-D91A-4513-804D-B6895EFF51BA}"/>
              </a:ext>
            </a:extLst>
          </p:cNvPr>
          <p:cNvSpPr>
            <a:spLocks noGrp="1"/>
          </p:cNvSpPr>
          <p:nvPr/>
        </p:nvSpPr>
        <p:spPr>
          <a:xfrm>
            <a:off x="4779633" y="2024752"/>
            <a:ext cx="46519" cy="46519"/>
          </a:xfrm>
          <a:prstGeom prst="ellipse">
            <a:avLst/>
          </a:prstGeom>
          <a:solidFill>
            <a:srgbClr val="B08A60">
              <a:alpha val="43000"/>
            </a:srgbClr>
          </a:solidFill>
          <a:ln w="0">
            <a:noFill/>
            <a:prstDash val="solid"/>
          </a:ln>
        </p:spPr>
      </p:sp>
      <p:sp>
        <p:nvSpPr>
          <p:cNvPr id="721" name="e_full_violin_ellipse_5073">
            <a:extLst>
              <a:ext uri="{FF2B5EF4-FFF2-40B4-BE49-F238E27FC236}">
                <a16:creationId xmlns:a16="http://schemas.microsoft.com/office/drawing/2014/main" id="{F1E5977D-6821-4F5A-AA42-EEF74E3DA04B}"/>
              </a:ext>
            </a:extLst>
          </p:cNvPr>
          <p:cNvSpPr>
            <a:spLocks noGrp="1"/>
          </p:cNvSpPr>
          <p:nvPr/>
        </p:nvSpPr>
        <p:spPr>
          <a:xfrm>
            <a:off x="4860929" y="3414490"/>
            <a:ext cx="46519" cy="46519"/>
          </a:xfrm>
          <a:prstGeom prst="ellipse">
            <a:avLst/>
          </a:prstGeom>
          <a:solidFill>
            <a:srgbClr val="B08A60">
              <a:alpha val="43000"/>
            </a:srgbClr>
          </a:solidFill>
          <a:ln w="0">
            <a:noFill/>
            <a:prstDash val="solid"/>
          </a:ln>
        </p:spPr>
      </p:sp>
      <p:sp>
        <p:nvSpPr>
          <p:cNvPr id="722" name="e_full_violin_ellipse_5074">
            <a:extLst>
              <a:ext uri="{FF2B5EF4-FFF2-40B4-BE49-F238E27FC236}">
                <a16:creationId xmlns:a16="http://schemas.microsoft.com/office/drawing/2014/main" id="{32CF1C24-465A-4744-9738-0D475815B5B6}"/>
              </a:ext>
            </a:extLst>
          </p:cNvPr>
          <p:cNvSpPr>
            <a:spLocks noGrp="1"/>
          </p:cNvSpPr>
          <p:nvPr/>
        </p:nvSpPr>
        <p:spPr>
          <a:xfrm>
            <a:off x="5059350" y="2719621"/>
            <a:ext cx="46519" cy="46519"/>
          </a:xfrm>
          <a:prstGeom prst="ellipse">
            <a:avLst/>
          </a:prstGeom>
          <a:solidFill>
            <a:srgbClr val="B08A60">
              <a:alpha val="43000"/>
            </a:srgbClr>
          </a:solidFill>
          <a:ln w="0">
            <a:noFill/>
            <a:prstDash val="solid"/>
          </a:ln>
        </p:spPr>
      </p:sp>
      <p:sp>
        <p:nvSpPr>
          <p:cNvPr id="723" name="e_full_violin_ellipse_5075">
            <a:extLst>
              <a:ext uri="{FF2B5EF4-FFF2-40B4-BE49-F238E27FC236}">
                <a16:creationId xmlns:a16="http://schemas.microsoft.com/office/drawing/2014/main" id="{AF139DCC-528A-4B5D-8794-5CD9039DADE2}"/>
              </a:ext>
            </a:extLst>
          </p:cNvPr>
          <p:cNvSpPr>
            <a:spLocks noGrp="1"/>
          </p:cNvSpPr>
          <p:nvPr/>
        </p:nvSpPr>
        <p:spPr>
          <a:xfrm>
            <a:off x="4994178" y="4456793"/>
            <a:ext cx="46519" cy="46519"/>
          </a:xfrm>
          <a:prstGeom prst="ellipse">
            <a:avLst/>
          </a:prstGeom>
          <a:solidFill>
            <a:srgbClr val="B08A60">
              <a:alpha val="43000"/>
            </a:srgbClr>
          </a:solidFill>
          <a:ln w="0">
            <a:noFill/>
            <a:prstDash val="solid"/>
          </a:ln>
        </p:spPr>
      </p:sp>
      <p:sp>
        <p:nvSpPr>
          <p:cNvPr id="724" name="e_full_violin_ellipse_5076">
            <a:extLst>
              <a:ext uri="{FF2B5EF4-FFF2-40B4-BE49-F238E27FC236}">
                <a16:creationId xmlns:a16="http://schemas.microsoft.com/office/drawing/2014/main" id="{07E14C43-6F82-45BF-93F6-8077AAD83DBF}"/>
              </a:ext>
            </a:extLst>
          </p:cNvPr>
          <p:cNvSpPr>
            <a:spLocks noGrp="1"/>
          </p:cNvSpPr>
          <p:nvPr/>
        </p:nvSpPr>
        <p:spPr>
          <a:xfrm>
            <a:off x="5003482" y="3198841"/>
            <a:ext cx="46519" cy="46519"/>
          </a:xfrm>
          <a:prstGeom prst="ellipse">
            <a:avLst/>
          </a:prstGeom>
          <a:solidFill>
            <a:srgbClr val="B08A60">
              <a:alpha val="43000"/>
            </a:srgbClr>
          </a:solidFill>
          <a:ln w="0">
            <a:noFill/>
            <a:prstDash val="solid"/>
          </a:ln>
        </p:spPr>
      </p:sp>
      <p:sp>
        <p:nvSpPr>
          <p:cNvPr id="725" name="e_full_violin_ellipse_5077">
            <a:extLst>
              <a:ext uri="{FF2B5EF4-FFF2-40B4-BE49-F238E27FC236}">
                <a16:creationId xmlns:a16="http://schemas.microsoft.com/office/drawing/2014/main" id="{066F42B7-C84C-45FA-AB9B-C1A03695B2BF}"/>
              </a:ext>
            </a:extLst>
          </p:cNvPr>
          <p:cNvSpPr>
            <a:spLocks noGrp="1"/>
          </p:cNvSpPr>
          <p:nvPr/>
        </p:nvSpPr>
        <p:spPr>
          <a:xfrm>
            <a:off x="5010419" y="3483977"/>
            <a:ext cx="46519" cy="46519"/>
          </a:xfrm>
          <a:prstGeom prst="ellipse">
            <a:avLst/>
          </a:prstGeom>
          <a:solidFill>
            <a:srgbClr val="B08A60">
              <a:alpha val="43000"/>
            </a:srgbClr>
          </a:solidFill>
          <a:ln w="0">
            <a:noFill/>
            <a:prstDash val="solid"/>
          </a:ln>
        </p:spPr>
      </p:sp>
      <p:sp>
        <p:nvSpPr>
          <p:cNvPr id="726" name="e_full_violin_ellipse_5078">
            <a:extLst>
              <a:ext uri="{FF2B5EF4-FFF2-40B4-BE49-F238E27FC236}">
                <a16:creationId xmlns:a16="http://schemas.microsoft.com/office/drawing/2014/main" id="{5C77BF68-9708-45DB-8F4F-270DD1D4BC80}"/>
              </a:ext>
            </a:extLst>
          </p:cNvPr>
          <p:cNvSpPr>
            <a:spLocks noGrp="1"/>
          </p:cNvSpPr>
          <p:nvPr/>
        </p:nvSpPr>
        <p:spPr>
          <a:xfrm>
            <a:off x="5056598" y="2024752"/>
            <a:ext cx="46519" cy="46519"/>
          </a:xfrm>
          <a:prstGeom prst="ellipse">
            <a:avLst/>
          </a:prstGeom>
          <a:solidFill>
            <a:srgbClr val="B08A60">
              <a:alpha val="43000"/>
            </a:srgbClr>
          </a:solidFill>
          <a:ln w="0">
            <a:noFill/>
            <a:prstDash val="solid"/>
          </a:ln>
        </p:spPr>
      </p:sp>
      <p:sp>
        <p:nvSpPr>
          <p:cNvPr id="727" name="e_full_violin_ellipse_5079">
            <a:extLst>
              <a:ext uri="{FF2B5EF4-FFF2-40B4-BE49-F238E27FC236}">
                <a16:creationId xmlns:a16="http://schemas.microsoft.com/office/drawing/2014/main" id="{62E16B66-181B-41A9-925D-73F4BB792FE7}"/>
              </a:ext>
            </a:extLst>
          </p:cNvPr>
          <p:cNvSpPr>
            <a:spLocks noGrp="1"/>
          </p:cNvSpPr>
          <p:nvPr/>
        </p:nvSpPr>
        <p:spPr>
          <a:xfrm>
            <a:off x="4794113" y="4097968"/>
            <a:ext cx="46519" cy="46519"/>
          </a:xfrm>
          <a:prstGeom prst="ellipse">
            <a:avLst/>
          </a:prstGeom>
          <a:solidFill>
            <a:srgbClr val="B08A60">
              <a:alpha val="43000"/>
            </a:srgbClr>
          </a:solidFill>
          <a:ln w="0">
            <a:noFill/>
            <a:prstDash val="solid"/>
          </a:ln>
        </p:spPr>
      </p:sp>
      <p:sp>
        <p:nvSpPr>
          <p:cNvPr id="728" name="e_full_violin_ellipse_5080">
            <a:extLst>
              <a:ext uri="{FF2B5EF4-FFF2-40B4-BE49-F238E27FC236}">
                <a16:creationId xmlns:a16="http://schemas.microsoft.com/office/drawing/2014/main" id="{C9BCE1F8-46D7-4838-8887-81D0D1359536}"/>
              </a:ext>
            </a:extLst>
          </p:cNvPr>
          <p:cNvSpPr>
            <a:spLocks noGrp="1"/>
          </p:cNvSpPr>
          <p:nvPr/>
        </p:nvSpPr>
        <p:spPr>
          <a:xfrm>
            <a:off x="4794751" y="3646113"/>
            <a:ext cx="46519" cy="46519"/>
          </a:xfrm>
          <a:prstGeom prst="ellipse">
            <a:avLst/>
          </a:prstGeom>
          <a:solidFill>
            <a:srgbClr val="B08A60">
              <a:alpha val="43000"/>
            </a:srgbClr>
          </a:solidFill>
          <a:ln w="0">
            <a:noFill/>
            <a:prstDash val="solid"/>
          </a:ln>
        </p:spPr>
      </p:sp>
      <p:sp>
        <p:nvSpPr>
          <p:cNvPr id="729" name="e_full_violin_ellipse_5081">
            <a:extLst>
              <a:ext uri="{FF2B5EF4-FFF2-40B4-BE49-F238E27FC236}">
                <a16:creationId xmlns:a16="http://schemas.microsoft.com/office/drawing/2014/main" id="{8FD4BD6C-4BC6-44E2-9613-13353C5BCF6B}"/>
              </a:ext>
            </a:extLst>
          </p:cNvPr>
          <p:cNvSpPr>
            <a:spLocks noGrp="1"/>
          </p:cNvSpPr>
          <p:nvPr/>
        </p:nvSpPr>
        <p:spPr>
          <a:xfrm>
            <a:off x="5017877" y="2024752"/>
            <a:ext cx="46519" cy="46519"/>
          </a:xfrm>
          <a:prstGeom prst="ellipse">
            <a:avLst/>
          </a:prstGeom>
          <a:solidFill>
            <a:srgbClr val="B08A60">
              <a:alpha val="43000"/>
            </a:srgbClr>
          </a:solidFill>
          <a:ln w="0">
            <a:noFill/>
            <a:prstDash val="solid"/>
          </a:ln>
        </p:spPr>
      </p:sp>
      <p:sp>
        <p:nvSpPr>
          <p:cNvPr id="730" name="e_full_violin_ellipse_5082">
            <a:extLst>
              <a:ext uri="{FF2B5EF4-FFF2-40B4-BE49-F238E27FC236}">
                <a16:creationId xmlns:a16="http://schemas.microsoft.com/office/drawing/2014/main" id="{311CEB79-F018-4967-99A2-0BD0918733E5}"/>
              </a:ext>
            </a:extLst>
          </p:cNvPr>
          <p:cNvSpPr>
            <a:spLocks noGrp="1"/>
          </p:cNvSpPr>
          <p:nvPr/>
        </p:nvSpPr>
        <p:spPr>
          <a:xfrm>
            <a:off x="4797616" y="2024752"/>
            <a:ext cx="46519" cy="46519"/>
          </a:xfrm>
          <a:prstGeom prst="ellipse">
            <a:avLst/>
          </a:prstGeom>
          <a:solidFill>
            <a:srgbClr val="B08A60">
              <a:alpha val="43000"/>
            </a:srgbClr>
          </a:solidFill>
          <a:ln w="0">
            <a:noFill/>
            <a:prstDash val="solid"/>
          </a:ln>
        </p:spPr>
      </p:sp>
      <p:sp>
        <p:nvSpPr>
          <p:cNvPr id="731" name="e_full_violin_ellipse_5083">
            <a:extLst>
              <a:ext uri="{FF2B5EF4-FFF2-40B4-BE49-F238E27FC236}">
                <a16:creationId xmlns:a16="http://schemas.microsoft.com/office/drawing/2014/main" id="{5EF80666-D821-43E0-B6F0-6C72A1F86C04}"/>
              </a:ext>
            </a:extLst>
          </p:cNvPr>
          <p:cNvSpPr>
            <a:spLocks noGrp="1"/>
          </p:cNvSpPr>
          <p:nvPr/>
        </p:nvSpPr>
        <p:spPr>
          <a:xfrm>
            <a:off x="4840993" y="4456793"/>
            <a:ext cx="46519" cy="46519"/>
          </a:xfrm>
          <a:prstGeom prst="ellipse">
            <a:avLst/>
          </a:prstGeom>
          <a:solidFill>
            <a:srgbClr val="B08A60">
              <a:alpha val="43000"/>
            </a:srgbClr>
          </a:solidFill>
          <a:ln w="0">
            <a:noFill/>
            <a:prstDash val="solid"/>
          </a:ln>
        </p:spPr>
      </p:sp>
      <p:sp>
        <p:nvSpPr>
          <p:cNvPr id="732" name="e_full_violin_ellipse_5084">
            <a:extLst>
              <a:ext uri="{FF2B5EF4-FFF2-40B4-BE49-F238E27FC236}">
                <a16:creationId xmlns:a16="http://schemas.microsoft.com/office/drawing/2014/main" id="{7C703FAB-6B51-4B16-9293-54D5DFDA40B4}"/>
              </a:ext>
            </a:extLst>
          </p:cNvPr>
          <p:cNvSpPr>
            <a:spLocks noGrp="1"/>
          </p:cNvSpPr>
          <p:nvPr/>
        </p:nvSpPr>
        <p:spPr>
          <a:xfrm>
            <a:off x="4955753" y="4330454"/>
            <a:ext cx="46519" cy="46519"/>
          </a:xfrm>
          <a:prstGeom prst="ellipse">
            <a:avLst/>
          </a:prstGeom>
          <a:solidFill>
            <a:srgbClr val="B08A60">
              <a:alpha val="43000"/>
            </a:srgbClr>
          </a:solidFill>
          <a:ln w="0">
            <a:noFill/>
            <a:prstDash val="solid"/>
          </a:ln>
        </p:spPr>
      </p:sp>
      <p:sp>
        <p:nvSpPr>
          <p:cNvPr id="733" name="e_full_violin_ellipse_5085">
            <a:extLst>
              <a:ext uri="{FF2B5EF4-FFF2-40B4-BE49-F238E27FC236}">
                <a16:creationId xmlns:a16="http://schemas.microsoft.com/office/drawing/2014/main" id="{C3FA7C14-877B-47FF-ACE8-62A7426BFBFF}"/>
              </a:ext>
            </a:extLst>
          </p:cNvPr>
          <p:cNvSpPr>
            <a:spLocks noGrp="1"/>
          </p:cNvSpPr>
          <p:nvPr/>
        </p:nvSpPr>
        <p:spPr>
          <a:xfrm>
            <a:off x="4778828" y="4456793"/>
            <a:ext cx="46519" cy="46519"/>
          </a:xfrm>
          <a:prstGeom prst="ellipse">
            <a:avLst/>
          </a:prstGeom>
          <a:solidFill>
            <a:srgbClr val="B08A60">
              <a:alpha val="43000"/>
            </a:srgbClr>
          </a:solidFill>
          <a:ln w="0">
            <a:noFill/>
            <a:prstDash val="solid"/>
          </a:ln>
        </p:spPr>
      </p:sp>
      <p:sp>
        <p:nvSpPr>
          <p:cNvPr id="734" name="e_full_violin_ellipse_5086">
            <a:extLst>
              <a:ext uri="{FF2B5EF4-FFF2-40B4-BE49-F238E27FC236}">
                <a16:creationId xmlns:a16="http://schemas.microsoft.com/office/drawing/2014/main" id="{96B95FA8-EB2C-47D6-91CE-F3388800DE7A}"/>
              </a:ext>
            </a:extLst>
          </p:cNvPr>
          <p:cNvSpPr>
            <a:spLocks noGrp="1"/>
          </p:cNvSpPr>
          <p:nvPr/>
        </p:nvSpPr>
        <p:spPr>
          <a:xfrm>
            <a:off x="4946161" y="4456793"/>
            <a:ext cx="46519" cy="46519"/>
          </a:xfrm>
          <a:prstGeom prst="ellipse">
            <a:avLst/>
          </a:prstGeom>
          <a:solidFill>
            <a:srgbClr val="B08A60">
              <a:alpha val="43000"/>
            </a:srgbClr>
          </a:solidFill>
          <a:ln w="0">
            <a:noFill/>
            <a:prstDash val="solid"/>
          </a:ln>
        </p:spPr>
      </p:sp>
      <p:sp>
        <p:nvSpPr>
          <p:cNvPr id="735" name="e_full_violin_path_5087">
            <a:extLst>
              <a:ext uri="{FF2B5EF4-FFF2-40B4-BE49-F238E27FC236}">
                <a16:creationId xmlns:a16="http://schemas.microsoft.com/office/drawing/2014/main" id="{92AC1630-2F7B-419C-BD9F-DDEF7F5C5E64}"/>
              </a:ext>
            </a:extLst>
          </p:cNvPr>
          <p:cNvSpPr>
            <a:spLocks noGrp="1"/>
          </p:cNvSpPr>
          <p:nvPr/>
        </p:nvSpPr>
        <p:spPr>
          <a:xfrm>
            <a:off x="997560" y="1962890"/>
            <a:ext cx="191" cy="2577964"/>
          </a:xfrm>
          <a:custGeom>
            <a:avLst/>
            <a:gdLst/>
            <a:ahLst/>
            <a:cxnLst/>
            <a:rect l="0" t="0" r="0" b="0"/>
            <a:pathLst>
              <a:path w="191" h="2577964">
                <a:moveTo>
                  <a:pt x="0" y="2577964"/>
                </a:moveTo>
                <a:lnTo>
                  <a:pt x="0" y="0"/>
                </a:lnTo>
              </a:path>
            </a:pathLst>
          </a:custGeom>
          <a:noFill/>
          <a:ln w="15119">
            <a:solidFill>
              <a:srgbClr val="000000">
                <a:alpha val="100000"/>
              </a:srgbClr>
            </a:solidFill>
            <a:prstDash val="solid"/>
          </a:ln>
        </p:spPr>
      </p:sp>
      <p:sp>
        <p:nvSpPr>
          <p:cNvPr id="736" name="e_full_violin_path_5088">
            <a:extLst>
              <a:ext uri="{FF2B5EF4-FFF2-40B4-BE49-F238E27FC236}">
                <a16:creationId xmlns:a16="http://schemas.microsoft.com/office/drawing/2014/main" id="{9C2F09B5-02F5-49AF-A99D-BF10627D8F3D}"/>
              </a:ext>
            </a:extLst>
          </p:cNvPr>
          <p:cNvSpPr>
            <a:spLocks noGrp="1"/>
          </p:cNvSpPr>
          <p:nvPr/>
        </p:nvSpPr>
        <p:spPr>
          <a:xfrm>
            <a:off x="997560" y="4540854"/>
            <a:ext cx="4518360" cy="191"/>
          </a:xfrm>
          <a:custGeom>
            <a:avLst/>
            <a:gdLst/>
            <a:ahLst/>
            <a:cxnLst/>
            <a:rect l="0" t="0" r="0" b="0"/>
            <a:pathLst>
              <a:path w="4518360" h="191">
                <a:moveTo>
                  <a:pt x="0" y="0"/>
                </a:moveTo>
                <a:lnTo>
                  <a:pt x="4518360" y="0"/>
                </a:lnTo>
              </a:path>
            </a:pathLst>
          </a:custGeom>
          <a:noFill/>
          <a:ln w="15119">
            <a:solidFill>
              <a:srgbClr val="000000">
                <a:alpha val="100000"/>
              </a:srgbClr>
            </a:solidFill>
            <a:prstDash val="solid"/>
          </a:ln>
        </p:spPr>
      </p:sp>
      <p:sp>
        <p:nvSpPr>
          <p:cNvPr id="737" name="e_full_violin_text_5089">
            <a:extLst>
              <a:ext uri="{FF2B5EF4-FFF2-40B4-BE49-F238E27FC236}">
                <a16:creationId xmlns:a16="http://schemas.microsoft.com/office/drawing/2014/main" id="{847D5079-0259-4CF3-8594-B1FF5D8E609C}"/>
              </a:ext>
            </a:extLst>
          </p:cNvPr>
          <p:cNvSpPr>
            <a:spLocks noGrp="1"/>
          </p:cNvSpPr>
          <p:nvPr/>
        </p:nvSpPr>
        <p:spPr>
          <a:xfrm rot="0">
            <a:off x="997560" y="1574216"/>
            <a:ext cx="2478863"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CA2: one-to-one detection₀.₃</a:t>
            </a:r>
          </a:p>
        </p:txBody>
      </p:sp>
      <p:sp>
        <p:nvSpPr>
          <p:cNvPr id="738" name="e_full_violin_text_5090">
            <a:extLst>
              <a:ext uri="{FF2B5EF4-FFF2-40B4-BE49-F238E27FC236}">
                <a16:creationId xmlns:a16="http://schemas.microsoft.com/office/drawing/2014/main" id="{F696D8F7-672B-4632-B375-D0EE182A1BF9}"/>
              </a:ext>
            </a:extLst>
          </p:cNvPr>
          <p:cNvSpPr>
            <a:spLocks noGrp="1"/>
          </p:cNvSpPr>
          <p:nvPr/>
        </p:nvSpPr>
        <p:spPr>
          <a:xfrm rot="0">
            <a:off x="509109" y="1529354"/>
            <a:ext cx="140325" cy="319819"/>
          </a:xfrm>
          <a:prstGeom prst="rect">
            <a:avLst/>
          </a:prstGeom>
          <a:noFill/>
          <a:ln w="0">
            <a:noFill/>
          </a:ln>
        </p:spPr>
        <p:txBody>
          <a:bodyPr wrap="none" lIns="0" tIns="0" rIns="0" bIns="0" anchor="ctr">
            <a:noAutofit/>
          </a:bodyPr>
          <a:lstStyle>
            <a:defPPr algn="l">
              <a:defRPr sz="2015" b="1">
                <a:solidFill>
                  <a:srgbClr val="000000"/>
                </a:solidFill>
                <a:latin typeface="Calibri"/>
                <a:ea typeface="Calibri"/>
                <a:cs typeface="Calibri"/>
              </a:defRPr>
            </a:defPPr>
          </a:lstStyle>
          <a:p>
            <a:pPr algn="l">
              <a:defRPr sz="2015" b="1">
                <a:solidFill>
                  <a:srgbClr val="000000"/>
                </a:solidFill>
                <a:latin typeface="Calibri"/>
                <a:ea typeface="Calibri"/>
                <a:cs typeface="Calibri"/>
              </a:defRPr>
            </a:pPr>
            <a:r>
              <a:rPr sz="2015" b="1">
                <a:solidFill>
                  <a:srgbClr val="000000"/>
                </a:solidFill>
                <a:latin typeface="Calibri"/>
                <a:ea typeface="Calibri"/>
                <a:cs typeface="Calibri"/>
              </a:rPr>
              <a:t>e</a:t>
            </a:r>
          </a:p>
        </p:txBody>
      </p:sp>
      <p:sp>
        <p:nvSpPr>
          <p:cNvPr id="739" name="e_full_violin_path_5091">
            <a:extLst>
              <a:ext uri="{FF2B5EF4-FFF2-40B4-BE49-F238E27FC236}">
                <a16:creationId xmlns:a16="http://schemas.microsoft.com/office/drawing/2014/main" id="{C1BF0E28-2004-4ED5-B665-FA114DB2ABA6}"/>
              </a:ext>
            </a:extLst>
          </p:cNvPr>
          <p:cNvSpPr>
            <a:spLocks noGrp="1"/>
          </p:cNvSpPr>
          <p:nvPr/>
        </p:nvSpPr>
        <p:spPr>
          <a:xfrm>
            <a:off x="1531548" y="2048011"/>
            <a:ext cx="191" cy="1621361"/>
          </a:xfrm>
          <a:custGeom>
            <a:avLst/>
            <a:gdLst/>
            <a:ahLst/>
            <a:cxnLst/>
            <a:rect l="0" t="0" r="0" b="0"/>
            <a:pathLst>
              <a:path w="191" h="1621361">
                <a:moveTo>
                  <a:pt x="0" y="1621361"/>
                </a:moveTo>
                <a:lnTo>
                  <a:pt x="0" y="0"/>
                </a:lnTo>
              </a:path>
            </a:pathLst>
          </a:custGeom>
          <a:noFill/>
          <a:ln w="39541">
            <a:solidFill>
              <a:srgbClr val="566AB4">
                <a:alpha val="100000"/>
              </a:srgbClr>
            </a:solidFill>
            <a:prstDash val="solid"/>
          </a:ln>
        </p:spPr>
      </p:sp>
      <p:sp>
        <p:nvSpPr>
          <p:cNvPr id="740" name="e_full_violin_path_5092">
            <a:extLst>
              <a:ext uri="{FF2B5EF4-FFF2-40B4-BE49-F238E27FC236}">
                <a16:creationId xmlns:a16="http://schemas.microsoft.com/office/drawing/2014/main" id="{B58E9EE7-0368-46F1-B7FA-8DFB38C84EA9}"/>
              </a:ext>
            </a:extLst>
          </p:cNvPr>
          <p:cNvSpPr>
            <a:spLocks noGrp="1"/>
          </p:cNvSpPr>
          <p:nvPr/>
        </p:nvSpPr>
        <p:spPr>
          <a:xfrm>
            <a:off x="2353068" y="2595221"/>
            <a:ext cx="191" cy="1835219"/>
          </a:xfrm>
          <a:custGeom>
            <a:avLst/>
            <a:gdLst/>
            <a:ahLst/>
            <a:cxnLst/>
            <a:rect l="0" t="0" r="0" b="0"/>
            <a:pathLst>
              <a:path w="191" h="1835219">
                <a:moveTo>
                  <a:pt x="0" y="1835219"/>
                </a:moveTo>
                <a:lnTo>
                  <a:pt x="0" y="0"/>
                </a:lnTo>
              </a:path>
            </a:pathLst>
          </a:custGeom>
          <a:noFill/>
          <a:ln w="39541">
            <a:solidFill>
              <a:srgbClr val="B08A60">
                <a:alpha val="100000"/>
              </a:srgbClr>
            </a:solidFill>
            <a:prstDash val="solid"/>
          </a:ln>
        </p:spPr>
      </p:sp>
      <p:sp>
        <p:nvSpPr>
          <p:cNvPr id="741" name="e_full_violin_path_5093">
            <a:extLst>
              <a:ext uri="{FF2B5EF4-FFF2-40B4-BE49-F238E27FC236}">
                <a16:creationId xmlns:a16="http://schemas.microsoft.com/office/drawing/2014/main" id="{BF857BBB-4551-4A85-B9BA-25BB1C90A9CC}"/>
              </a:ext>
            </a:extLst>
          </p:cNvPr>
          <p:cNvSpPr>
            <a:spLocks noGrp="1"/>
          </p:cNvSpPr>
          <p:nvPr/>
        </p:nvSpPr>
        <p:spPr>
          <a:xfrm>
            <a:off x="4160412" y="2048011"/>
            <a:ext cx="191" cy="1719801"/>
          </a:xfrm>
          <a:custGeom>
            <a:avLst/>
            <a:gdLst/>
            <a:ahLst/>
            <a:cxnLst/>
            <a:rect l="0" t="0" r="0" b="0"/>
            <a:pathLst>
              <a:path w="191" h="1719801">
                <a:moveTo>
                  <a:pt x="0" y="1719801"/>
                </a:moveTo>
                <a:lnTo>
                  <a:pt x="0" y="0"/>
                </a:lnTo>
              </a:path>
            </a:pathLst>
          </a:custGeom>
          <a:noFill/>
          <a:ln w="39541">
            <a:solidFill>
              <a:srgbClr val="566AB4">
                <a:alpha val="100000"/>
              </a:srgbClr>
            </a:solidFill>
            <a:prstDash val="solid"/>
          </a:ln>
        </p:spPr>
      </p:sp>
      <p:sp>
        <p:nvSpPr>
          <p:cNvPr id="742" name="e_full_violin_path_5094">
            <a:extLst>
              <a:ext uri="{FF2B5EF4-FFF2-40B4-BE49-F238E27FC236}">
                <a16:creationId xmlns:a16="http://schemas.microsoft.com/office/drawing/2014/main" id="{C0991C23-BE75-40E2-9FD4-CD86CE51E5BC}"/>
              </a:ext>
            </a:extLst>
          </p:cNvPr>
          <p:cNvSpPr>
            <a:spLocks noGrp="1"/>
          </p:cNvSpPr>
          <p:nvPr/>
        </p:nvSpPr>
        <p:spPr>
          <a:xfrm>
            <a:off x="4981932" y="2048011"/>
            <a:ext cx="191" cy="2096188"/>
          </a:xfrm>
          <a:custGeom>
            <a:avLst/>
            <a:gdLst/>
            <a:ahLst/>
            <a:cxnLst/>
            <a:rect l="0" t="0" r="0" b="0"/>
            <a:pathLst>
              <a:path w="191" h="2096188">
                <a:moveTo>
                  <a:pt x="0" y="2096188"/>
                </a:moveTo>
                <a:lnTo>
                  <a:pt x="0" y="0"/>
                </a:lnTo>
              </a:path>
            </a:pathLst>
          </a:custGeom>
          <a:noFill/>
          <a:ln w="39541">
            <a:solidFill>
              <a:srgbClr val="B08A60">
                <a:alpha val="100000"/>
              </a:srgbClr>
            </a:solidFill>
            <a:prstDash val="solid"/>
          </a:ln>
        </p:spPr>
      </p:sp>
      <p:sp>
        <p:nvSpPr>
          <p:cNvPr id="743" name="e_full_violin_ellipse_5095">
            <a:extLst>
              <a:ext uri="{FF2B5EF4-FFF2-40B4-BE49-F238E27FC236}">
                <a16:creationId xmlns:a16="http://schemas.microsoft.com/office/drawing/2014/main" id="{6400DEFA-9916-47BC-BA8E-E7C5CADAA331}"/>
              </a:ext>
            </a:extLst>
          </p:cNvPr>
          <p:cNvSpPr>
            <a:spLocks noGrp="1"/>
          </p:cNvSpPr>
          <p:nvPr/>
        </p:nvSpPr>
        <p:spPr>
          <a:xfrm>
            <a:off x="1489616" y="2816760"/>
            <a:ext cx="83864" cy="83864"/>
          </a:xfrm>
          <a:prstGeom prst="ellipse">
            <a:avLst/>
          </a:prstGeom>
          <a:solidFill>
            <a:srgbClr val="FFFFFF">
              <a:alpha val="100000"/>
            </a:srgbClr>
          </a:solidFill>
          <a:ln w="18608">
            <a:solidFill>
              <a:srgbClr val="566AB4">
                <a:alpha val="100000"/>
              </a:srgbClr>
            </a:solidFill>
            <a:prstDash val="solid"/>
          </a:ln>
        </p:spPr>
      </p:sp>
      <p:sp>
        <p:nvSpPr>
          <p:cNvPr id="744" name="e_full_violin_ellipse_5096">
            <a:extLst>
              <a:ext uri="{FF2B5EF4-FFF2-40B4-BE49-F238E27FC236}">
                <a16:creationId xmlns:a16="http://schemas.microsoft.com/office/drawing/2014/main" id="{0749E6B1-6FB2-4CF0-8D2D-E9412A8DF8B4}"/>
              </a:ext>
            </a:extLst>
          </p:cNvPr>
          <p:cNvSpPr>
            <a:spLocks noGrp="1"/>
          </p:cNvSpPr>
          <p:nvPr/>
        </p:nvSpPr>
        <p:spPr>
          <a:xfrm>
            <a:off x="2311136" y="3222100"/>
            <a:ext cx="83864" cy="83864"/>
          </a:xfrm>
          <a:prstGeom prst="ellipse">
            <a:avLst/>
          </a:prstGeom>
          <a:solidFill>
            <a:srgbClr val="FFFFFF">
              <a:alpha val="100000"/>
            </a:srgbClr>
          </a:solidFill>
          <a:ln w="18608">
            <a:solidFill>
              <a:srgbClr val="B08A60">
                <a:alpha val="100000"/>
              </a:srgbClr>
            </a:solidFill>
            <a:prstDash val="solid"/>
          </a:ln>
        </p:spPr>
      </p:sp>
      <p:sp>
        <p:nvSpPr>
          <p:cNvPr id="745" name="e_full_violin_ellipse_5097">
            <a:extLst>
              <a:ext uri="{FF2B5EF4-FFF2-40B4-BE49-F238E27FC236}">
                <a16:creationId xmlns:a16="http://schemas.microsoft.com/office/drawing/2014/main" id="{E923F4A3-4E4B-4713-A65C-EB056E18578C}"/>
              </a:ext>
            </a:extLst>
          </p:cNvPr>
          <p:cNvSpPr>
            <a:spLocks noGrp="1"/>
          </p:cNvSpPr>
          <p:nvPr/>
        </p:nvSpPr>
        <p:spPr>
          <a:xfrm>
            <a:off x="4118480" y="2816760"/>
            <a:ext cx="83864" cy="83864"/>
          </a:xfrm>
          <a:prstGeom prst="ellipse">
            <a:avLst/>
          </a:prstGeom>
          <a:solidFill>
            <a:srgbClr val="FFFFFF">
              <a:alpha val="100000"/>
            </a:srgbClr>
          </a:solidFill>
          <a:ln w="18608">
            <a:solidFill>
              <a:srgbClr val="566AB4">
                <a:alpha val="100000"/>
              </a:srgbClr>
            </a:solidFill>
            <a:prstDash val="solid"/>
          </a:ln>
        </p:spPr>
      </p:sp>
      <p:sp>
        <p:nvSpPr>
          <p:cNvPr id="746" name="e_full_violin_ellipse_5098">
            <a:extLst>
              <a:ext uri="{FF2B5EF4-FFF2-40B4-BE49-F238E27FC236}">
                <a16:creationId xmlns:a16="http://schemas.microsoft.com/office/drawing/2014/main" id="{90BC361B-CBFF-4FCA-B351-E04997AB98CC}"/>
              </a:ext>
            </a:extLst>
          </p:cNvPr>
          <p:cNvSpPr>
            <a:spLocks noGrp="1"/>
          </p:cNvSpPr>
          <p:nvPr/>
        </p:nvSpPr>
        <p:spPr>
          <a:xfrm>
            <a:off x="4940000" y="3222100"/>
            <a:ext cx="83864" cy="83864"/>
          </a:xfrm>
          <a:prstGeom prst="ellipse">
            <a:avLst/>
          </a:prstGeom>
          <a:solidFill>
            <a:srgbClr val="FFFFFF">
              <a:alpha val="100000"/>
            </a:srgbClr>
          </a:solidFill>
          <a:ln w="18608">
            <a:solidFill>
              <a:srgbClr val="B08A60">
                <a:alpha val="100000"/>
              </a:srgbClr>
            </a:solidFill>
            <a:prstDash val="solid"/>
          </a:ln>
        </p:spPr>
      </p:sp>
      <p:sp>
        <p:nvSpPr>
          <p:cNvPr id="747" name="e_full_violin_text_5099">
            <a:extLst>
              <a:ext uri="{FF2B5EF4-FFF2-40B4-BE49-F238E27FC236}">
                <a16:creationId xmlns:a16="http://schemas.microsoft.com/office/drawing/2014/main" id="{B64DAFB8-FAD9-4F08-A101-36F07A15E227}"/>
              </a:ext>
            </a:extLst>
          </p:cNvPr>
          <p:cNvSpPr>
            <a:spLocks noGrp="1"/>
          </p:cNvSpPr>
          <p:nvPr/>
        </p:nvSpPr>
        <p:spPr>
          <a:xfrm rot="0">
            <a:off x="997560" y="827586"/>
            <a:ext cx="1001789" cy="290744"/>
          </a:xfrm>
          <a:prstGeom prst="rect">
            <a:avLst/>
          </a:prstGeom>
          <a:noFill/>
          <a:ln w="0">
            <a:noFill/>
          </a:ln>
        </p:spPr>
        <p:txBody>
          <a:bodyPr wrap="none" lIns="0" tIns="0" rIns="0" bIns="0" anchor="ctr">
            <a:noAutofit/>
          </a:bodyPr>
          <a:lstStyle>
            <a:defPPr algn="l">
              <a:defRPr sz="1831" b="1">
                <a:solidFill>
                  <a:srgbClr val="000000"/>
                </a:solidFill>
                <a:latin typeface="Calibri"/>
                <a:ea typeface="Calibri"/>
                <a:cs typeface="Calibri"/>
              </a:defRPr>
            </a:defPPr>
          </a:lstStyle>
          <a:p>
            <a:pPr algn="l">
              <a:defRPr sz="1831" b="1">
                <a:solidFill>
                  <a:srgbClr val="000000"/>
                </a:solidFill>
                <a:latin typeface="Calibri"/>
                <a:ea typeface="Calibri"/>
                <a:cs typeface="Calibri"/>
              </a:defRPr>
            </a:pPr>
            <a:r>
              <a:rPr sz="1831" b="1">
                <a:solidFill>
                  <a:srgbClr val="000000"/>
                </a:solidFill>
                <a:latin typeface="Calibri"/>
                <a:ea typeface="Calibri"/>
                <a:cs typeface="Calibri"/>
              </a:rPr>
              <a:t>All ligands</a:t>
            </a:r>
          </a:p>
        </p:txBody>
      </p:sp>
      <p:sp>
        <p:nvSpPr>
          <p:cNvPr id="748" name="e_full_violin_path_5100">
            <a:extLst>
              <a:ext uri="{FF2B5EF4-FFF2-40B4-BE49-F238E27FC236}">
                <a16:creationId xmlns:a16="http://schemas.microsoft.com/office/drawing/2014/main" id="{5630B6D2-A029-4C6A-BFA3-D0E1650C85D1}"/>
              </a:ext>
            </a:extLst>
          </p:cNvPr>
          <p:cNvSpPr>
            <a:spLocks noGrp="1"/>
          </p:cNvSpPr>
          <p:nvPr/>
        </p:nvSpPr>
        <p:spPr>
          <a:xfrm>
            <a:off x="1203337" y="5618366"/>
            <a:ext cx="197706" cy="138394"/>
          </a:xfrm>
          <a:custGeom>
            <a:pathLst>
              <a:path w="197706" h="138394">
                <a:moveTo>
                  <a:pt x="0" y="138394"/>
                </a:moveTo>
                <a:lnTo>
                  <a:pt x="197706" y="138394"/>
                </a:lnTo>
                <a:lnTo>
                  <a:pt x="197706" y="0"/>
                </a:lnTo>
                <a:lnTo>
                  <a:pt x="0" y="0"/>
                </a:lnTo>
                <a:lnTo>
                  <a:pt x="0" y="138394"/>
                </a:lnTo>
                <a:close/>
              </a:path>
            </a:pathLst>
          </a:custGeom>
          <a:solidFill>
            <a:srgbClr val="566AB4">
              <a:alpha val="100000"/>
            </a:srgbClr>
          </a:solidFill>
          <a:ln w="0">
            <a:noFill/>
            <a:prstDash val="solid"/>
          </a:ln>
        </p:spPr>
      </p:sp>
      <p:sp>
        <p:nvSpPr>
          <p:cNvPr id="749" name="e_full_violin_text_5101">
            <a:extLst>
              <a:ext uri="{FF2B5EF4-FFF2-40B4-BE49-F238E27FC236}">
                <a16:creationId xmlns:a16="http://schemas.microsoft.com/office/drawing/2014/main" id="{7482D385-3E1C-42F4-8BEB-77C22FB81036}"/>
              </a:ext>
            </a:extLst>
          </p:cNvPr>
          <p:cNvSpPr>
            <a:spLocks noGrp="1"/>
          </p:cNvSpPr>
          <p:nvPr/>
        </p:nvSpPr>
        <p:spPr>
          <a:xfrm rot="0">
            <a:off x="1490011" y="5600572"/>
            <a:ext cx="1902294"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(CA2)</a:t>
            </a:r>
          </a:p>
        </p:txBody>
      </p:sp>
      <p:sp>
        <p:nvSpPr>
          <p:cNvPr id="750" name="e_full_violin_path_5102">
            <a:extLst>
              <a:ext uri="{FF2B5EF4-FFF2-40B4-BE49-F238E27FC236}">
                <a16:creationId xmlns:a16="http://schemas.microsoft.com/office/drawing/2014/main" id="{2C2EBECC-7080-459D-9A2A-DC906EBE1BF1}"/>
              </a:ext>
            </a:extLst>
          </p:cNvPr>
          <p:cNvSpPr>
            <a:spLocks noGrp="1"/>
          </p:cNvSpPr>
          <p:nvPr/>
        </p:nvSpPr>
        <p:spPr>
          <a:xfrm>
            <a:off x="3578622" y="5618366"/>
            <a:ext cx="197706" cy="138394"/>
          </a:xfrm>
          <a:custGeom>
            <a:pathLst>
              <a:path w="197706" h="138394">
                <a:moveTo>
                  <a:pt x="0" y="138394"/>
                </a:moveTo>
                <a:lnTo>
                  <a:pt x="197706" y="138394"/>
                </a:lnTo>
                <a:lnTo>
                  <a:pt x="197706" y="0"/>
                </a:lnTo>
                <a:lnTo>
                  <a:pt x="0" y="0"/>
                </a:lnTo>
                <a:lnTo>
                  <a:pt x="0" y="138394"/>
                </a:lnTo>
                <a:close/>
              </a:path>
            </a:pathLst>
          </a:custGeom>
          <a:solidFill>
            <a:srgbClr val="B08A60">
              <a:alpha val="100000"/>
            </a:srgbClr>
          </a:solidFill>
          <a:ln w="0">
            <a:noFill/>
            <a:prstDash val="solid"/>
          </a:ln>
        </p:spPr>
      </p:sp>
      <p:sp>
        <p:nvSpPr>
          <p:cNvPr id="751" name="e_full_violin_text_5103">
            <a:extLst>
              <a:ext uri="{FF2B5EF4-FFF2-40B4-BE49-F238E27FC236}">
                <a16:creationId xmlns:a16="http://schemas.microsoft.com/office/drawing/2014/main" id="{60E7CAC2-ECA5-4DFF-AAEE-B919F33EC0D1}"/>
              </a:ext>
            </a:extLst>
          </p:cNvPr>
          <p:cNvSpPr>
            <a:spLocks noGrp="1"/>
          </p:cNvSpPr>
          <p:nvPr/>
        </p:nvSpPr>
        <p:spPr>
          <a:xfrm rot="0">
            <a:off x="3865296" y="5600572"/>
            <a:ext cx="139774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(CA2)</a:t>
            </a:r>
          </a:p>
        </p:txBody>
      </p:sp>
    </p:spTree>
    <p:extLst>
      <p:ext uri="{BB962C8B-B14F-4D97-AF65-F5344CB8AC3E}">
        <p14:creationId xmlns:p14="http://schemas.microsoft.com/office/powerpoint/2010/main" val="158133154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2" name="f_small_violin_path_5104">
            <a:extLst>
              <a:ext uri="{FF2B5EF4-FFF2-40B4-BE49-F238E27FC236}">
                <a16:creationId xmlns:a16="http://schemas.microsoft.com/office/drawing/2014/main" id="{C145295D-A229-4F48-9019-C634AE173DCE}"/>
              </a:ext>
            </a:extLst>
          </p:cNvPr>
          <p:cNvSpPr>
            <a:spLocks noGrp="1"/>
          </p:cNvSpPr>
          <p:nvPr/>
        </p:nvSpPr>
        <p:spPr>
          <a:xfrm>
            <a:off x="0" y="617865"/>
            <a:ext cx="5868000" cy="5604270"/>
          </a:xfrm>
          <a:custGeom>
            <a:avLst/>
            <a:gdLst/>
            <a:ahLst/>
            <a:cxnLst/>
            <a:rect l="0" t="0" r="0" b="0"/>
            <a:pathLst>
              <a:path w="5868000" h="5604270">
                <a:moveTo>
                  <a:pt x="0" y="5604270"/>
                </a:moveTo>
                <a:lnTo>
                  <a:pt x="5868000" y="5604270"/>
                </a:lnTo>
                <a:lnTo>
                  <a:pt x="5868000" y="0"/>
                </a:lnTo>
                <a:lnTo>
                  <a:pt x="0" y="0"/>
                </a:lnTo>
                <a:lnTo>
                  <a:pt x="0" y="5604270"/>
                </a:lnTo>
                <a:close/>
              </a:path>
            </a:pathLst>
          </a:custGeom>
          <a:solidFill>
            <a:srgbClr val="FFFFFF">
              <a:alpha val="100000"/>
            </a:srgbClr>
          </a:solidFill>
          <a:ln w="0">
            <a:noFill/>
            <a:prstDash val="solid"/>
          </a:ln>
        </p:spPr>
      </p:sp>
      <p:sp>
        <p:nvSpPr>
          <p:cNvPr id="2" name="f_small_violin_path_5105">
            <a:extLst>
              <a:ext uri="{FF2B5EF4-FFF2-40B4-BE49-F238E27FC236}">
                <a16:creationId xmlns:a16="http://schemas.microsoft.com/office/drawing/2014/main" id="{FF60E485-83AC-47D2-816A-2310656A75FB}"/>
              </a:ext>
            </a:extLst>
          </p:cNvPr>
          <p:cNvSpPr>
            <a:spLocks noGrp="1"/>
          </p:cNvSpPr>
          <p:nvPr/>
        </p:nvSpPr>
        <p:spPr>
          <a:xfrm>
            <a:off x="997560" y="1962890"/>
            <a:ext cx="4518360" cy="2577964"/>
          </a:xfrm>
          <a:custGeom>
            <a:avLst/>
            <a:gdLst/>
            <a:ahLst/>
            <a:cxnLst/>
            <a:rect l="0" t="0" r="0" b="0"/>
            <a:pathLst>
              <a:path w="4518360" h="2577964">
                <a:moveTo>
                  <a:pt x="0" y="2577964"/>
                </a:moveTo>
                <a:lnTo>
                  <a:pt x="4518360" y="2577964"/>
                </a:lnTo>
                <a:lnTo>
                  <a:pt x="4518360" y="0"/>
                </a:lnTo>
                <a:lnTo>
                  <a:pt x="0" y="0"/>
                </a:lnTo>
                <a:lnTo>
                  <a:pt x="0" y="2577964"/>
                </a:lnTo>
                <a:close/>
              </a:path>
            </a:pathLst>
          </a:custGeom>
          <a:solidFill>
            <a:srgbClr val="FFFFFF">
              <a:alpha val="100000"/>
            </a:srgbClr>
          </a:solidFill>
          <a:ln w="0">
            <a:noFill/>
            <a:prstDash val="solid"/>
          </a:ln>
        </p:spPr>
      </p:sp>
      <p:sp>
        <p:nvSpPr>
          <p:cNvPr id="3" name="f_small_violin_text_5106">
            <a:extLst>
              <a:ext uri="{FF2B5EF4-FFF2-40B4-BE49-F238E27FC236}">
                <a16:creationId xmlns:a16="http://schemas.microsoft.com/office/drawing/2014/main" id="{6BBA4A5C-0E81-4EE4-A383-9BCDECAE84EF}"/>
              </a:ext>
            </a:extLst>
          </p:cNvPr>
          <p:cNvSpPr>
            <a:spLocks noGrp="1"/>
          </p:cNvSpPr>
          <p:nvPr/>
        </p:nvSpPr>
        <p:spPr>
          <a:xfrm rot="0">
            <a:off x="1598997" y="4636712"/>
            <a:ext cx="698252"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Precision</a:t>
            </a:r>
          </a:p>
        </p:txBody>
      </p:sp>
      <p:sp>
        <p:nvSpPr>
          <p:cNvPr id="4" name="f_small_violin_text_5107">
            <a:extLst>
              <a:ext uri="{FF2B5EF4-FFF2-40B4-BE49-F238E27FC236}">
                <a16:creationId xmlns:a16="http://schemas.microsoft.com/office/drawing/2014/main" id="{6B35E76F-E4EE-4A4F-9BC6-7D97A287652F}"/>
              </a:ext>
            </a:extLst>
          </p:cNvPr>
          <p:cNvSpPr>
            <a:spLocks noGrp="1"/>
          </p:cNvSpPr>
          <p:nvPr/>
        </p:nvSpPr>
        <p:spPr>
          <a:xfrm rot="0">
            <a:off x="4347601" y="4636712"/>
            <a:ext cx="458771"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Recall</a:t>
            </a:r>
          </a:p>
        </p:txBody>
      </p:sp>
      <p:sp>
        <p:nvSpPr>
          <p:cNvPr id="5" name="f_small_violin_path_5108">
            <a:extLst>
              <a:ext uri="{FF2B5EF4-FFF2-40B4-BE49-F238E27FC236}">
                <a16:creationId xmlns:a16="http://schemas.microsoft.com/office/drawing/2014/main" id="{32AA8466-DA00-4B28-885F-3F7584A82306}"/>
              </a:ext>
            </a:extLst>
          </p:cNvPr>
          <p:cNvSpPr>
            <a:spLocks noGrp="1"/>
          </p:cNvSpPr>
          <p:nvPr/>
        </p:nvSpPr>
        <p:spPr>
          <a:xfrm>
            <a:off x="997560" y="4480053"/>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6" name="f_small_violin_path_5109">
            <a:extLst>
              <a:ext uri="{FF2B5EF4-FFF2-40B4-BE49-F238E27FC236}">
                <a16:creationId xmlns:a16="http://schemas.microsoft.com/office/drawing/2014/main" id="{89F3234B-D3A3-479B-A0B4-8B16A52795DF}"/>
              </a:ext>
            </a:extLst>
          </p:cNvPr>
          <p:cNvSpPr>
            <a:spLocks noGrp="1"/>
          </p:cNvSpPr>
          <p:nvPr/>
        </p:nvSpPr>
        <p:spPr>
          <a:xfrm>
            <a:off x="944063" y="4480053"/>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7" name="f_small_violin_text_5110">
            <a:extLst>
              <a:ext uri="{FF2B5EF4-FFF2-40B4-BE49-F238E27FC236}">
                <a16:creationId xmlns:a16="http://schemas.microsoft.com/office/drawing/2014/main" id="{15FE354E-B959-4B7E-AB0E-78F2E73B83B3}"/>
              </a:ext>
            </a:extLst>
          </p:cNvPr>
          <p:cNvSpPr>
            <a:spLocks noGrp="1"/>
          </p:cNvSpPr>
          <p:nvPr/>
        </p:nvSpPr>
        <p:spPr>
          <a:xfrm rot="0">
            <a:off x="438400" y="4396333"/>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0.000</a:t>
            </a:r>
          </a:p>
        </p:txBody>
      </p:sp>
      <p:sp>
        <p:nvSpPr>
          <p:cNvPr id="8" name="f_small_violin_path_5111">
            <a:extLst>
              <a:ext uri="{FF2B5EF4-FFF2-40B4-BE49-F238E27FC236}">
                <a16:creationId xmlns:a16="http://schemas.microsoft.com/office/drawing/2014/main" id="{C76EE5A8-FC6F-461D-B766-5622C0F968F0}"/>
              </a:ext>
            </a:extLst>
          </p:cNvPr>
          <p:cNvSpPr>
            <a:spLocks noGrp="1"/>
          </p:cNvSpPr>
          <p:nvPr/>
        </p:nvSpPr>
        <p:spPr>
          <a:xfrm>
            <a:off x="997560" y="3264032"/>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9" name="f_small_violin_path_5112">
            <a:extLst>
              <a:ext uri="{FF2B5EF4-FFF2-40B4-BE49-F238E27FC236}">
                <a16:creationId xmlns:a16="http://schemas.microsoft.com/office/drawing/2014/main" id="{62477C19-3FB8-4585-A3A3-28320BFAEE1C}"/>
              </a:ext>
            </a:extLst>
          </p:cNvPr>
          <p:cNvSpPr>
            <a:spLocks noGrp="1"/>
          </p:cNvSpPr>
          <p:nvPr/>
        </p:nvSpPr>
        <p:spPr>
          <a:xfrm>
            <a:off x="944063" y="3264032"/>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0" name="f_small_violin_text_5113">
            <a:extLst>
              <a:ext uri="{FF2B5EF4-FFF2-40B4-BE49-F238E27FC236}">
                <a16:creationId xmlns:a16="http://schemas.microsoft.com/office/drawing/2014/main" id="{E4810211-734F-4885-879D-797198374EE3}"/>
              </a:ext>
            </a:extLst>
          </p:cNvPr>
          <p:cNvSpPr>
            <a:spLocks noGrp="1"/>
          </p:cNvSpPr>
          <p:nvPr/>
        </p:nvSpPr>
        <p:spPr>
          <a:xfrm rot="0">
            <a:off x="438400" y="3180312"/>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0.500</a:t>
            </a:r>
          </a:p>
        </p:txBody>
      </p:sp>
      <p:sp>
        <p:nvSpPr>
          <p:cNvPr id="11" name="f_small_violin_path_5114">
            <a:extLst>
              <a:ext uri="{FF2B5EF4-FFF2-40B4-BE49-F238E27FC236}">
                <a16:creationId xmlns:a16="http://schemas.microsoft.com/office/drawing/2014/main" id="{47658567-9B4D-430F-8958-60C7A42B018D}"/>
              </a:ext>
            </a:extLst>
          </p:cNvPr>
          <p:cNvSpPr>
            <a:spLocks noGrp="1"/>
          </p:cNvSpPr>
          <p:nvPr/>
        </p:nvSpPr>
        <p:spPr>
          <a:xfrm>
            <a:off x="997560" y="2048011"/>
            <a:ext cx="4518360" cy="191"/>
          </a:xfrm>
          <a:custGeom>
            <a:avLst/>
            <a:gdLst/>
            <a:ahLst/>
            <a:cxnLst/>
            <a:rect l="0" t="0" r="0" b="0"/>
            <a:pathLst>
              <a:path w="4518360" h="191">
                <a:moveTo>
                  <a:pt x="0" y="0"/>
                </a:moveTo>
                <a:lnTo>
                  <a:pt x="4518360" y="0"/>
                </a:lnTo>
              </a:path>
            </a:pathLst>
          </a:custGeom>
          <a:noFill/>
          <a:ln w="10467">
            <a:solidFill>
              <a:srgbClr val="E7EBED">
                <a:alpha val="100000"/>
              </a:srgbClr>
            </a:solidFill>
            <a:prstDash val="solid"/>
          </a:ln>
        </p:spPr>
      </p:sp>
      <p:sp>
        <p:nvSpPr>
          <p:cNvPr id="12" name="f_small_violin_path_5115">
            <a:extLst>
              <a:ext uri="{FF2B5EF4-FFF2-40B4-BE49-F238E27FC236}">
                <a16:creationId xmlns:a16="http://schemas.microsoft.com/office/drawing/2014/main" id="{83190821-9DE2-4912-9ED9-418C24DFC772}"/>
              </a:ext>
            </a:extLst>
          </p:cNvPr>
          <p:cNvSpPr>
            <a:spLocks noGrp="1"/>
          </p:cNvSpPr>
          <p:nvPr/>
        </p:nvSpPr>
        <p:spPr>
          <a:xfrm>
            <a:off x="944063" y="2048011"/>
            <a:ext cx="53497" cy="191"/>
          </a:xfrm>
          <a:custGeom>
            <a:avLst/>
            <a:gdLst/>
            <a:ahLst/>
            <a:cxnLst/>
            <a:rect l="0" t="0" r="0" b="0"/>
            <a:pathLst>
              <a:path w="53497" h="191">
                <a:moveTo>
                  <a:pt x="53497" y="0"/>
                </a:moveTo>
                <a:lnTo>
                  <a:pt x="0" y="0"/>
                </a:lnTo>
              </a:path>
            </a:pathLst>
          </a:custGeom>
          <a:solidFill>
            <a:srgbClr val="000000">
              <a:alpha val="100000"/>
            </a:srgbClr>
          </a:solidFill>
          <a:ln w="12793">
            <a:solidFill>
              <a:srgbClr val="000000">
                <a:alpha val="100000"/>
              </a:srgbClr>
            </a:solidFill>
            <a:prstDash val="solid"/>
          </a:ln>
        </p:spPr>
      </p:sp>
      <p:sp>
        <p:nvSpPr>
          <p:cNvPr id="13" name="f_small_violin_text_5116">
            <a:extLst>
              <a:ext uri="{FF2B5EF4-FFF2-40B4-BE49-F238E27FC236}">
                <a16:creationId xmlns:a16="http://schemas.microsoft.com/office/drawing/2014/main" id="{99EE37C3-5ABD-4936-95B7-66DE3F9C6B6F}"/>
              </a:ext>
            </a:extLst>
          </p:cNvPr>
          <p:cNvSpPr>
            <a:spLocks noGrp="1"/>
          </p:cNvSpPr>
          <p:nvPr/>
        </p:nvSpPr>
        <p:spPr>
          <a:xfrm rot="0">
            <a:off x="438400" y="1964291"/>
            <a:ext cx="435884" cy="232596"/>
          </a:xfrm>
          <a:prstGeom prst="rect">
            <a:avLst/>
          </a:prstGeom>
          <a:noFill/>
          <a:ln w="0">
            <a:noFill/>
          </a:ln>
        </p:spPr>
        <p:txBody>
          <a:bodyPr wrap="none" lIns="0" tIns="0" rIns="0" bIns="0" anchor="ctr">
            <a:noAutofit/>
          </a:bodyPr>
          <a:lstStyle>
            <a:defPPr algn="l">
              <a:defRPr sz="1465" b="0">
                <a:solidFill>
                  <a:srgbClr val="000000"/>
                </a:solidFill>
                <a:latin typeface="Calibri"/>
                <a:ea typeface="Calibri"/>
                <a:cs typeface="Calibri"/>
              </a:defRPr>
            </a:defPPr>
          </a:lstStyle>
          <a:p>
            <a:pPr algn="l">
              <a:defRPr sz="1465" b="0">
                <a:solidFill>
                  <a:srgbClr val="000000"/>
                </a:solidFill>
                <a:latin typeface="Calibri"/>
                <a:ea typeface="Calibri"/>
                <a:cs typeface="Calibri"/>
              </a:defRPr>
            </a:pPr>
            <a:r>
              <a:rPr sz="1465" b="0">
                <a:solidFill>
                  <a:srgbClr val="000000"/>
                </a:solidFill>
                <a:latin typeface="Calibri"/>
                <a:ea typeface="Calibri"/>
                <a:cs typeface="Calibri"/>
              </a:rPr>
              <a:t>1.000</a:t>
            </a:r>
          </a:p>
        </p:txBody>
      </p:sp>
      <p:sp>
        <p:nvSpPr>
          <p:cNvPr id="14" name="f_small_violin_text_5117">
            <a:extLst>
              <a:ext uri="{FF2B5EF4-FFF2-40B4-BE49-F238E27FC236}">
                <a16:creationId xmlns:a16="http://schemas.microsoft.com/office/drawing/2014/main" id="{48D0C4F3-95D1-4CC5-B1F8-50FFF01826B6}"/>
              </a:ext>
            </a:extLst>
          </p:cNvPr>
          <p:cNvSpPr>
            <a:spLocks noGrp="1"/>
          </p:cNvSpPr>
          <p:nvPr/>
        </p:nvSpPr>
        <p:spPr>
          <a:xfrm rot="-5400000">
            <a:off x="37468" y="3121037"/>
            <a:ext cx="483892"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Score</a:t>
            </a:r>
          </a:p>
        </p:txBody>
      </p:sp>
      <p:sp>
        <p:nvSpPr>
          <p:cNvPr id="15" name="f_small_violin_path_5118">
            <a:extLst>
              <a:ext uri="{FF2B5EF4-FFF2-40B4-BE49-F238E27FC236}">
                <a16:creationId xmlns:a16="http://schemas.microsoft.com/office/drawing/2014/main" id="{277D3BC0-6E5E-4FF8-B58B-DE34A88D447D}"/>
              </a:ext>
            </a:extLst>
          </p:cNvPr>
          <p:cNvSpPr>
            <a:spLocks noGrp="1"/>
          </p:cNvSpPr>
          <p:nvPr/>
        </p:nvSpPr>
        <p:spPr>
          <a:xfrm>
            <a:off x="1202940" y="2048011"/>
            <a:ext cx="657216" cy="2432042"/>
          </a:xfrm>
          <a:custGeom>
            <a:avLst/>
            <a:gdLst/>
            <a:ahLst/>
            <a:cxnLst/>
            <a:rect l="0" t="0" r="0" b="0"/>
            <a:pathLst>
              <a:path w="657216" h="2432042">
                <a:moveTo>
                  <a:pt x="501607" y="2432042"/>
                </a:moveTo>
                <a:lnTo>
                  <a:pt x="155609" y="2432042"/>
                </a:lnTo>
                <a:lnTo>
                  <a:pt x="157560" y="2416841"/>
                </a:lnTo>
                <a:lnTo>
                  <a:pt x="163281" y="2401641"/>
                </a:lnTo>
                <a:lnTo>
                  <a:pt x="172383" y="2386441"/>
                </a:lnTo>
                <a:lnTo>
                  <a:pt x="184269" y="2371241"/>
                </a:lnTo>
                <a:lnTo>
                  <a:pt x="198193" y="2356040"/>
                </a:lnTo>
                <a:lnTo>
                  <a:pt x="213341" y="2340840"/>
                </a:lnTo>
                <a:lnTo>
                  <a:pt x="228905" y="2325640"/>
                </a:lnTo>
                <a:lnTo>
                  <a:pt x="244152" y="2310439"/>
                </a:lnTo>
                <a:lnTo>
                  <a:pt x="258474" y="2295239"/>
                </a:lnTo>
                <a:lnTo>
                  <a:pt x="271426" y="2280039"/>
                </a:lnTo>
                <a:lnTo>
                  <a:pt x="282725" y="2264839"/>
                </a:lnTo>
                <a:lnTo>
                  <a:pt x="292253" y="2249638"/>
                </a:lnTo>
                <a:lnTo>
                  <a:pt x="300023" y="2234438"/>
                </a:lnTo>
                <a:lnTo>
                  <a:pt x="306157" y="2219238"/>
                </a:lnTo>
                <a:lnTo>
                  <a:pt x="310842" y="2204038"/>
                </a:lnTo>
                <a:lnTo>
                  <a:pt x="314304" y="2188837"/>
                </a:lnTo>
                <a:lnTo>
                  <a:pt x="316778" y="2173637"/>
                </a:lnTo>
                <a:lnTo>
                  <a:pt x="318485" y="2158437"/>
                </a:lnTo>
                <a:lnTo>
                  <a:pt x="319623" y="2143237"/>
                </a:lnTo>
                <a:lnTo>
                  <a:pt x="320354" y="2128036"/>
                </a:lnTo>
                <a:lnTo>
                  <a:pt x="320805" y="2112836"/>
                </a:lnTo>
                <a:lnTo>
                  <a:pt x="321071" y="2097636"/>
                </a:lnTo>
                <a:lnTo>
                  <a:pt x="321217" y="2082436"/>
                </a:lnTo>
                <a:lnTo>
                  <a:pt x="321282" y="2067235"/>
                </a:lnTo>
                <a:lnTo>
                  <a:pt x="321286" y="2052035"/>
                </a:lnTo>
                <a:lnTo>
                  <a:pt x="321234" y="2036835"/>
                </a:lnTo>
                <a:lnTo>
                  <a:pt x="321119" y="2021635"/>
                </a:lnTo>
                <a:lnTo>
                  <a:pt x="320931" y="2006434"/>
                </a:lnTo>
                <a:lnTo>
                  <a:pt x="320655" y="1991234"/>
                </a:lnTo>
                <a:lnTo>
                  <a:pt x="320279" y="1976034"/>
                </a:lnTo>
                <a:lnTo>
                  <a:pt x="319797" y="1960834"/>
                </a:lnTo>
                <a:lnTo>
                  <a:pt x="319210" y="1945633"/>
                </a:lnTo>
                <a:lnTo>
                  <a:pt x="318530" y="1930433"/>
                </a:lnTo>
                <a:lnTo>
                  <a:pt x="317777" y="1915233"/>
                </a:lnTo>
                <a:lnTo>
                  <a:pt x="316980" y="1900032"/>
                </a:lnTo>
                <a:lnTo>
                  <a:pt x="316174" y="1884832"/>
                </a:lnTo>
                <a:lnTo>
                  <a:pt x="315391" y="1869632"/>
                </a:lnTo>
                <a:lnTo>
                  <a:pt x="314661" y="1854432"/>
                </a:lnTo>
                <a:lnTo>
                  <a:pt x="314004" y="1839231"/>
                </a:lnTo>
                <a:lnTo>
                  <a:pt x="313425" y="1824031"/>
                </a:lnTo>
                <a:lnTo>
                  <a:pt x="312917" y="1808831"/>
                </a:lnTo>
                <a:lnTo>
                  <a:pt x="312457" y="1793631"/>
                </a:lnTo>
                <a:lnTo>
                  <a:pt x="312014" y="1778430"/>
                </a:lnTo>
                <a:lnTo>
                  <a:pt x="311554" y="1763230"/>
                </a:lnTo>
                <a:lnTo>
                  <a:pt x="311046" y="1748030"/>
                </a:lnTo>
                <a:lnTo>
                  <a:pt x="310470" y="1732830"/>
                </a:lnTo>
                <a:lnTo>
                  <a:pt x="309823" y="1717629"/>
                </a:lnTo>
                <a:lnTo>
                  <a:pt x="309122" y="1702429"/>
                </a:lnTo>
                <a:lnTo>
                  <a:pt x="308404" y="1687229"/>
                </a:lnTo>
                <a:lnTo>
                  <a:pt x="307721" y="1672029"/>
                </a:lnTo>
                <a:lnTo>
                  <a:pt x="307137" y="1656828"/>
                </a:lnTo>
                <a:lnTo>
                  <a:pt x="306717" y="1641628"/>
                </a:lnTo>
                <a:lnTo>
                  <a:pt x="306518" y="1626428"/>
                </a:lnTo>
                <a:lnTo>
                  <a:pt x="306583" y="1611228"/>
                </a:lnTo>
                <a:lnTo>
                  <a:pt x="306930" y="1596027"/>
                </a:lnTo>
                <a:lnTo>
                  <a:pt x="307557" y="1580827"/>
                </a:lnTo>
                <a:lnTo>
                  <a:pt x="308432" y="1565627"/>
                </a:lnTo>
                <a:lnTo>
                  <a:pt x="309504" y="1550426"/>
                </a:lnTo>
                <a:lnTo>
                  <a:pt x="310703" y="1535226"/>
                </a:lnTo>
                <a:lnTo>
                  <a:pt x="311950" y="1520026"/>
                </a:lnTo>
                <a:lnTo>
                  <a:pt x="313159" y="1504826"/>
                </a:lnTo>
                <a:lnTo>
                  <a:pt x="314243" y="1489625"/>
                </a:lnTo>
                <a:lnTo>
                  <a:pt x="315123" y="1474425"/>
                </a:lnTo>
                <a:lnTo>
                  <a:pt x="315721" y="1459225"/>
                </a:lnTo>
                <a:lnTo>
                  <a:pt x="315972" y="1444025"/>
                </a:lnTo>
                <a:lnTo>
                  <a:pt x="315814" y="1428824"/>
                </a:lnTo>
                <a:lnTo>
                  <a:pt x="315200" y="1413624"/>
                </a:lnTo>
                <a:lnTo>
                  <a:pt x="314092" y="1398424"/>
                </a:lnTo>
                <a:lnTo>
                  <a:pt x="312471" y="1383224"/>
                </a:lnTo>
                <a:lnTo>
                  <a:pt x="310339" y="1368023"/>
                </a:lnTo>
                <a:lnTo>
                  <a:pt x="307724" y="1352823"/>
                </a:lnTo>
                <a:lnTo>
                  <a:pt x="304690" y="1337623"/>
                </a:lnTo>
                <a:lnTo>
                  <a:pt x="301333" y="1322423"/>
                </a:lnTo>
                <a:lnTo>
                  <a:pt x="297784" y="1307222"/>
                </a:lnTo>
                <a:lnTo>
                  <a:pt x="294201" y="1292022"/>
                </a:lnTo>
                <a:lnTo>
                  <a:pt x="290761" y="1276822"/>
                </a:lnTo>
                <a:lnTo>
                  <a:pt x="287645" y="1261622"/>
                </a:lnTo>
                <a:lnTo>
                  <a:pt x="285020" y="1246421"/>
                </a:lnTo>
                <a:lnTo>
                  <a:pt x="283028" y="1231221"/>
                </a:lnTo>
                <a:lnTo>
                  <a:pt x="281767" y="1216021"/>
                </a:lnTo>
                <a:lnTo>
                  <a:pt x="281284" y="1200821"/>
                </a:lnTo>
                <a:lnTo>
                  <a:pt x="281573" y="1185620"/>
                </a:lnTo>
                <a:lnTo>
                  <a:pt x="282576" y="1170420"/>
                </a:lnTo>
                <a:lnTo>
                  <a:pt x="284196" y="1155220"/>
                </a:lnTo>
                <a:lnTo>
                  <a:pt x="286305" y="1140019"/>
                </a:lnTo>
                <a:lnTo>
                  <a:pt x="288764" y="1124819"/>
                </a:lnTo>
                <a:lnTo>
                  <a:pt x="291431" y="1109619"/>
                </a:lnTo>
                <a:lnTo>
                  <a:pt x="294180" y="1094419"/>
                </a:lnTo>
                <a:lnTo>
                  <a:pt x="296902" y="1079218"/>
                </a:lnTo>
                <a:lnTo>
                  <a:pt x="299509" y="1064018"/>
                </a:lnTo>
                <a:lnTo>
                  <a:pt x="301937" y="1048818"/>
                </a:lnTo>
                <a:lnTo>
                  <a:pt x="304135" y="1033618"/>
                </a:lnTo>
                <a:lnTo>
                  <a:pt x="306069" y="1018417"/>
                </a:lnTo>
                <a:lnTo>
                  <a:pt x="307710" y="1003217"/>
                </a:lnTo>
                <a:lnTo>
                  <a:pt x="309036" y="988017"/>
                </a:lnTo>
                <a:lnTo>
                  <a:pt x="310029" y="972817"/>
                </a:lnTo>
                <a:lnTo>
                  <a:pt x="310681" y="957616"/>
                </a:lnTo>
                <a:lnTo>
                  <a:pt x="310993" y="942416"/>
                </a:lnTo>
                <a:lnTo>
                  <a:pt x="310983" y="927216"/>
                </a:lnTo>
                <a:lnTo>
                  <a:pt x="310687" y="912016"/>
                </a:lnTo>
                <a:lnTo>
                  <a:pt x="310160" y="896815"/>
                </a:lnTo>
                <a:lnTo>
                  <a:pt x="309478" y="881615"/>
                </a:lnTo>
                <a:lnTo>
                  <a:pt x="308728" y="866415"/>
                </a:lnTo>
                <a:lnTo>
                  <a:pt x="308004" y="851215"/>
                </a:lnTo>
                <a:lnTo>
                  <a:pt x="307398" y="836014"/>
                </a:lnTo>
                <a:lnTo>
                  <a:pt x="306991" y="820814"/>
                </a:lnTo>
                <a:lnTo>
                  <a:pt x="306843" y="805614"/>
                </a:lnTo>
                <a:lnTo>
                  <a:pt x="306988" y="790414"/>
                </a:lnTo>
                <a:lnTo>
                  <a:pt x="307432" y="775213"/>
                </a:lnTo>
                <a:lnTo>
                  <a:pt x="308152" y="760013"/>
                </a:lnTo>
                <a:lnTo>
                  <a:pt x="309103" y="744813"/>
                </a:lnTo>
                <a:lnTo>
                  <a:pt x="310220" y="729612"/>
                </a:lnTo>
                <a:lnTo>
                  <a:pt x="311433" y="714412"/>
                </a:lnTo>
                <a:lnTo>
                  <a:pt x="312670" y="699212"/>
                </a:lnTo>
                <a:lnTo>
                  <a:pt x="313869" y="684012"/>
                </a:lnTo>
                <a:lnTo>
                  <a:pt x="314981" y="668811"/>
                </a:lnTo>
                <a:lnTo>
                  <a:pt x="315975" y="653611"/>
                </a:lnTo>
                <a:lnTo>
                  <a:pt x="316838" y="638411"/>
                </a:lnTo>
                <a:lnTo>
                  <a:pt x="317576" y="623211"/>
                </a:lnTo>
                <a:lnTo>
                  <a:pt x="318207" y="608010"/>
                </a:lnTo>
                <a:lnTo>
                  <a:pt x="318758" y="592810"/>
                </a:lnTo>
                <a:lnTo>
                  <a:pt x="319261" y="577610"/>
                </a:lnTo>
                <a:lnTo>
                  <a:pt x="319746" y="562410"/>
                </a:lnTo>
                <a:lnTo>
                  <a:pt x="320240" y="547209"/>
                </a:lnTo>
                <a:lnTo>
                  <a:pt x="320761" y="532009"/>
                </a:lnTo>
                <a:lnTo>
                  <a:pt x="321319" y="516809"/>
                </a:lnTo>
                <a:lnTo>
                  <a:pt x="321914" y="501609"/>
                </a:lnTo>
                <a:lnTo>
                  <a:pt x="322540" y="486408"/>
                </a:lnTo>
                <a:lnTo>
                  <a:pt x="323182" y="471208"/>
                </a:lnTo>
                <a:lnTo>
                  <a:pt x="323819" y="456008"/>
                </a:lnTo>
                <a:lnTo>
                  <a:pt x="324430" y="440808"/>
                </a:lnTo>
                <a:lnTo>
                  <a:pt x="324987" y="425607"/>
                </a:lnTo>
                <a:lnTo>
                  <a:pt x="325465" y="410407"/>
                </a:lnTo>
                <a:lnTo>
                  <a:pt x="325832" y="395207"/>
                </a:lnTo>
                <a:lnTo>
                  <a:pt x="326054" y="380006"/>
                </a:lnTo>
                <a:lnTo>
                  <a:pt x="326090" y="364806"/>
                </a:lnTo>
                <a:lnTo>
                  <a:pt x="325885" y="349606"/>
                </a:lnTo>
                <a:lnTo>
                  <a:pt x="325364" y="334406"/>
                </a:lnTo>
                <a:lnTo>
                  <a:pt x="324428" y="319205"/>
                </a:lnTo>
                <a:lnTo>
                  <a:pt x="322941" y="304005"/>
                </a:lnTo>
                <a:lnTo>
                  <a:pt x="320725" y="288805"/>
                </a:lnTo>
                <a:lnTo>
                  <a:pt x="317550" y="273605"/>
                </a:lnTo>
                <a:lnTo>
                  <a:pt x="313135" y="258404"/>
                </a:lnTo>
                <a:lnTo>
                  <a:pt x="307149" y="243204"/>
                </a:lnTo>
                <a:lnTo>
                  <a:pt x="299221" y="228004"/>
                </a:lnTo>
                <a:lnTo>
                  <a:pt x="288968" y="212804"/>
                </a:lnTo>
                <a:lnTo>
                  <a:pt x="276027" y="197603"/>
                </a:lnTo>
                <a:lnTo>
                  <a:pt x="260100" y="182403"/>
                </a:lnTo>
                <a:lnTo>
                  <a:pt x="241019" y="167203"/>
                </a:lnTo>
                <a:lnTo>
                  <a:pt x="218797" y="152003"/>
                </a:lnTo>
                <a:lnTo>
                  <a:pt x="193688" y="136802"/>
                </a:lnTo>
                <a:lnTo>
                  <a:pt x="166229" y="121602"/>
                </a:lnTo>
                <a:lnTo>
                  <a:pt x="137253" y="106402"/>
                </a:lnTo>
                <a:lnTo>
                  <a:pt x="107873" y="91202"/>
                </a:lnTo>
                <a:lnTo>
                  <a:pt x="79425" y="76001"/>
                </a:lnTo>
                <a:lnTo>
                  <a:pt x="53377" y="60801"/>
                </a:lnTo>
                <a:lnTo>
                  <a:pt x="31207" y="45601"/>
                </a:lnTo>
                <a:lnTo>
                  <a:pt x="14262" y="30401"/>
                </a:lnTo>
                <a:lnTo>
                  <a:pt x="3626" y="15200"/>
                </a:lnTo>
                <a:lnTo>
                  <a:pt x="0" y="0"/>
                </a:lnTo>
                <a:lnTo>
                  <a:pt x="657216" y="0"/>
                </a:lnTo>
                <a:lnTo>
                  <a:pt x="657216" y="0"/>
                </a:lnTo>
                <a:lnTo>
                  <a:pt x="653590" y="15200"/>
                </a:lnTo>
                <a:lnTo>
                  <a:pt x="642954" y="30401"/>
                </a:lnTo>
                <a:lnTo>
                  <a:pt x="626009" y="45601"/>
                </a:lnTo>
                <a:lnTo>
                  <a:pt x="603839" y="60801"/>
                </a:lnTo>
                <a:lnTo>
                  <a:pt x="577791" y="76001"/>
                </a:lnTo>
                <a:lnTo>
                  <a:pt x="549343" y="91202"/>
                </a:lnTo>
                <a:lnTo>
                  <a:pt x="519963" y="106402"/>
                </a:lnTo>
                <a:lnTo>
                  <a:pt x="490987" y="121602"/>
                </a:lnTo>
                <a:lnTo>
                  <a:pt x="463528" y="136802"/>
                </a:lnTo>
                <a:lnTo>
                  <a:pt x="438419" y="152003"/>
                </a:lnTo>
                <a:lnTo>
                  <a:pt x="416197" y="167203"/>
                </a:lnTo>
                <a:lnTo>
                  <a:pt x="397116" y="182403"/>
                </a:lnTo>
                <a:lnTo>
                  <a:pt x="381189" y="197603"/>
                </a:lnTo>
                <a:lnTo>
                  <a:pt x="368248" y="212804"/>
                </a:lnTo>
                <a:lnTo>
                  <a:pt x="357995" y="228004"/>
                </a:lnTo>
                <a:lnTo>
                  <a:pt x="350067" y="243204"/>
                </a:lnTo>
                <a:lnTo>
                  <a:pt x="344081" y="258404"/>
                </a:lnTo>
                <a:lnTo>
                  <a:pt x="339666" y="273605"/>
                </a:lnTo>
                <a:lnTo>
                  <a:pt x="336491" y="288805"/>
                </a:lnTo>
                <a:lnTo>
                  <a:pt x="334275" y="304005"/>
                </a:lnTo>
                <a:lnTo>
                  <a:pt x="332788" y="319205"/>
                </a:lnTo>
                <a:lnTo>
                  <a:pt x="331852" y="334406"/>
                </a:lnTo>
                <a:lnTo>
                  <a:pt x="331331" y="349606"/>
                </a:lnTo>
                <a:lnTo>
                  <a:pt x="331126" y="364806"/>
                </a:lnTo>
                <a:lnTo>
                  <a:pt x="331162" y="380006"/>
                </a:lnTo>
                <a:lnTo>
                  <a:pt x="331384" y="395207"/>
                </a:lnTo>
                <a:lnTo>
                  <a:pt x="331751" y="410407"/>
                </a:lnTo>
                <a:lnTo>
                  <a:pt x="332229" y="425607"/>
                </a:lnTo>
                <a:lnTo>
                  <a:pt x="332786" y="440808"/>
                </a:lnTo>
                <a:lnTo>
                  <a:pt x="333397" y="456008"/>
                </a:lnTo>
                <a:lnTo>
                  <a:pt x="334034" y="471208"/>
                </a:lnTo>
                <a:lnTo>
                  <a:pt x="334676" y="486408"/>
                </a:lnTo>
                <a:lnTo>
                  <a:pt x="335302" y="501609"/>
                </a:lnTo>
                <a:lnTo>
                  <a:pt x="335897" y="516809"/>
                </a:lnTo>
                <a:lnTo>
                  <a:pt x="336455" y="532009"/>
                </a:lnTo>
                <a:lnTo>
                  <a:pt x="336976" y="547209"/>
                </a:lnTo>
                <a:lnTo>
                  <a:pt x="337470" y="562410"/>
                </a:lnTo>
                <a:lnTo>
                  <a:pt x="337955" y="577610"/>
                </a:lnTo>
                <a:lnTo>
                  <a:pt x="338458" y="592810"/>
                </a:lnTo>
                <a:lnTo>
                  <a:pt x="339009" y="608010"/>
                </a:lnTo>
                <a:lnTo>
                  <a:pt x="339640" y="623211"/>
                </a:lnTo>
                <a:lnTo>
                  <a:pt x="340378" y="638411"/>
                </a:lnTo>
                <a:lnTo>
                  <a:pt x="341241" y="653611"/>
                </a:lnTo>
                <a:lnTo>
                  <a:pt x="342235" y="668811"/>
                </a:lnTo>
                <a:lnTo>
                  <a:pt x="343347" y="684012"/>
                </a:lnTo>
                <a:lnTo>
                  <a:pt x="344546" y="699212"/>
                </a:lnTo>
                <a:lnTo>
                  <a:pt x="345783" y="714412"/>
                </a:lnTo>
                <a:lnTo>
                  <a:pt x="346996" y="729612"/>
                </a:lnTo>
                <a:lnTo>
                  <a:pt x="348113" y="744813"/>
                </a:lnTo>
                <a:lnTo>
                  <a:pt x="349064" y="760013"/>
                </a:lnTo>
                <a:lnTo>
                  <a:pt x="349784" y="775213"/>
                </a:lnTo>
                <a:lnTo>
                  <a:pt x="350228" y="790414"/>
                </a:lnTo>
                <a:lnTo>
                  <a:pt x="350373" y="805614"/>
                </a:lnTo>
                <a:lnTo>
                  <a:pt x="350225" y="820814"/>
                </a:lnTo>
                <a:lnTo>
                  <a:pt x="349818" y="836014"/>
                </a:lnTo>
                <a:lnTo>
                  <a:pt x="349212" y="851215"/>
                </a:lnTo>
                <a:lnTo>
                  <a:pt x="348488" y="866415"/>
                </a:lnTo>
                <a:lnTo>
                  <a:pt x="347738" y="881615"/>
                </a:lnTo>
                <a:lnTo>
                  <a:pt x="347056" y="896815"/>
                </a:lnTo>
                <a:lnTo>
                  <a:pt x="346529" y="912016"/>
                </a:lnTo>
                <a:lnTo>
                  <a:pt x="346233" y="927216"/>
                </a:lnTo>
                <a:lnTo>
                  <a:pt x="346223" y="942416"/>
                </a:lnTo>
                <a:lnTo>
                  <a:pt x="346535" y="957616"/>
                </a:lnTo>
                <a:lnTo>
                  <a:pt x="347187" y="972817"/>
                </a:lnTo>
                <a:lnTo>
                  <a:pt x="348180" y="988017"/>
                </a:lnTo>
                <a:lnTo>
                  <a:pt x="349506" y="1003217"/>
                </a:lnTo>
                <a:lnTo>
                  <a:pt x="351147" y="1018417"/>
                </a:lnTo>
                <a:lnTo>
                  <a:pt x="353081" y="1033618"/>
                </a:lnTo>
                <a:lnTo>
                  <a:pt x="355279" y="1048818"/>
                </a:lnTo>
                <a:lnTo>
                  <a:pt x="357707" y="1064018"/>
                </a:lnTo>
                <a:lnTo>
                  <a:pt x="360314" y="1079218"/>
                </a:lnTo>
                <a:lnTo>
                  <a:pt x="363036" y="1094419"/>
                </a:lnTo>
                <a:lnTo>
                  <a:pt x="365785" y="1109619"/>
                </a:lnTo>
                <a:lnTo>
                  <a:pt x="368452" y="1124819"/>
                </a:lnTo>
                <a:lnTo>
                  <a:pt x="370911" y="1140019"/>
                </a:lnTo>
                <a:lnTo>
                  <a:pt x="373020" y="1155220"/>
                </a:lnTo>
                <a:lnTo>
                  <a:pt x="374640" y="1170420"/>
                </a:lnTo>
                <a:lnTo>
                  <a:pt x="375643" y="1185620"/>
                </a:lnTo>
                <a:lnTo>
                  <a:pt x="375932" y="1200821"/>
                </a:lnTo>
                <a:lnTo>
                  <a:pt x="375449" y="1216021"/>
                </a:lnTo>
                <a:lnTo>
                  <a:pt x="374188" y="1231221"/>
                </a:lnTo>
                <a:lnTo>
                  <a:pt x="372196" y="1246421"/>
                </a:lnTo>
                <a:lnTo>
                  <a:pt x="369571" y="1261622"/>
                </a:lnTo>
                <a:lnTo>
                  <a:pt x="366455" y="1276822"/>
                </a:lnTo>
                <a:lnTo>
                  <a:pt x="363015" y="1292022"/>
                </a:lnTo>
                <a:lnTo>
                  <a:pt x="359432" y="1307222"/>
                </a:lnTo>
                <a:lnTo>
                  <a:pt x="355883" y="1322423"/>
                </a:lnTo>
                <a:lnTo>
                  <a:pt x="352526" y="1337623"/>
                </a:lnTo>
                <a:lnTo>
                  <a:pt x="349492" y="1352823"/>
                </a:lnTo>
                <a:lnTo>
                  <a:pt x="346877" y="1368023"/>
                </a:lnTo>
                <a:lnTo>
                  <a:pt x="344745" y="1383224"/>
                </a:lnTo>
                <a:lnTo>
                  <a:pt x="343124" y="1398424"/>
                </a:lnTo>
                <a:lnTo>
                  <a:pt x="342016" y="1413624"/>
                </a:lnTo>
                <a:lnTo>
                  <a:pt x="341402" y="1428824"/>
                </a:lnTo>
                <a:lnTo>
                  <a:pt x="341244" y="1444025"/>
                </a:lnTo>
                <a:lnTo>
                  <a:pt x="341495" y="1459225"/>
                </a:lnTo>
                <a:lnTo>
                  <a:pt x="342093" y="1474425"/>
                </a:lnTo>
                <a:lnTo>
                  <a:pt x="342973" y="1489625"/>
                </a:lnTo>
                <a:lnTo>
                  <a:pt x="344057" y="1504826"/>
                </a:lnTo>
                <a:lnTo>
                  <a:pt x="345266" y="1520026"/>
                </a:lnTo>
                <a:lnTo>
                  <a:pt x="346513" y="1535226"/>
                </a:lnTo>
                <a:lnTo>
                  <a:pt x="347712" y="1550426"/>
                </a:lnTo>
                <a:lnTo>
                  <a:pt x="348784" y="1565627"/>
                </a:lnTo>
                <a:lnTo>
                  <a:pt x="349659" y="1580827"/>
                </a:lnTo>
                <a:lnTo>
                  <a:pt x="350286" y="1596027"/>
                </a:lnTo>
                <a:lnTo>
                  <a:pt x="350633" y="1611228"/>
                </a:lnTo>
                <a:lnTo>
                  <a:pt x="350698" y="1626428"/>
                </a:lnTo>
                <a:lnTo>
                  <a:pt x="350499" y="1641628"/>
                </a:lnTo>
                <a:lnTo>
                  <a:pt x="350079" y="1656828"/>
                </a:lnTo>
                <a:lnTo>
                  <a:pt x="349495" y="1672029"/>
                </a:lnTo>
                <a:lnTo>
                  <a:pt x="348812" y="1687229"/>
                </a:lnTo>
                <a:lnTo>
                  <a:pt x="348094" y="1702429"/>
                </a:lnTo>
                <a:lnTo>
                  <a:pt x="347393" y="1717629"/>
                </a:lnTo>
                <a:lnTo>
                  <a:pt x="346746" y="1732830"/>
                </a:lnTo>
                <a:lnTo>
                  <a:pt x="346170" y="1748030"/>
                </a:lnTo>
                <a:lnTo>
                  <a:pt x="345662" y="1763230"/>
                </a:lnTo>
                <a:lnTo>
                  <a:pt x="345202" y="1778430"/>
                </a:lnTo>
                <a:lnTo>
                  <a:pt x="344759" y="1793631"/>
                </a:lnTo>
                <a:lnTo>
                  <a:pt x="344299" y="1808831"/>
                </a:lnTo>
                <a:lnTo>
                  <a:pt x="343791" y="1824031"/>
                </a:lnTo>
                <a:lnTo>
                  <a:pt x="343212" y="1839231"/>
                </a:lnTo>
                <a:lnTo>
                  <a:pt x="342555" y="1854432"/>
                </a:lnTo>
                <a:lnTo>
                  <a:pt x="341825" y="1869632"/>
                </a:lnTo>
                <a:lnTo>
                  <a:pt x="341042" y="1884832"/>
                </a:lnTo>
                <a:lnTo>
                  <a:pt x="340236" y="1900032"/>
                </a:lnTo>
                <a:lnTo>
                  <a:pt x="339439" y="1915233"/>
                </a:lnTo>
                <a:lnTo>
                  <a:pt x="338686" y="1930433"/>
                </a:lnTo>
                <a:lnTo>
                  <a:pt x="338006" y="1945633"/>
                </a:lnTo>
                <a:lnTo>
                  <a:pt x="337419" y="1960834"/>
                </a:lnTo>
                <a:lnTo>
                  <a:pt x="336937" y="1976034"/>
                </a:lnTo>
                <a:lnTo>
                  <a:pt x="336562" y="1991234"/>
                </a:lnTo>
                <a:lnTo>
                  <a:pt x="336285" y="2006434"/>
                </a:lnTo>
                <a:lnTo>
                  <a:pt x="336097" y="2021635"/>
                </a:lnTo>
                <a:lnTo>
                  <a:pt x="335982" y="2036835"/>
                </a:lnTo>
                <a:lnTo>
                  <a:pt x="335930" y="2052035"/>
                </a:lnTo>
                <a:lnTo>
                  <a:pt x="335934" y="2067235"/>
                </a:lnTo>
                <a:lnTo>
                  <a:pt x="335999" y="2082436"/>
                </a:lnTo>
                <a:lnTo>
                  <a:pt x="336145" y="2097636"/>
                </a:lnTo>
                <a:lnTo>
                  <a:pt x="336411" y="2112836"/>
                </a:lnTo>
                <a:lnTo>
                  <a:pt x="336862" y="2128036"/>
                </a:lnTo>
                <a:lnTo>
                  <a:pt x="337593" y="2143237"/>
                </a:lnTo>
                <a:lnTo>
                  <a:pt x="338731" y="2158437"/>
                </a:lnTo>
                <a:lnTo>
                  <a:pt x="340438" y="2173637"/>
                </a:lnTo>
                <a:lnTo>
                  <a:pt x="342912" y="2188837"/>
                </a:lnTo>
                <a:lnTo>
                  <a:pt x="346374" y="2204038"/>
                </a:lnTo>
                <a:lnTo>
                  <a:pt x="351059" y="2219238"/>
                </a:lnTo>
                <a:lnTo>
                  <a:pt x="357193" y="2234438"/>
                </a:lnTo>
                <a:lnTo>
                  <a:pt x="364963" y="2249638"/>
                </a:lnTo>
                <a:lnTo>
                  <a:pt x="374491" y="2264839"/>
                </a:lnTo>
                <a:lnTo>
                  <a:pt x="385790" y="2280039"/>
                </a:lnTo>
                <a:lnTo>
                  <a:pt x="398742" y="2295239"/>
                </a:lnTo>
                <a:lnTo>
                  <a:pt x="413064" y="2310439"/>
                </a:lnTo>
                <a:lnTo>
                  <a:pt x="428311" y="2325640"/>
                </a:lnTo>
                <a:lnTo>
                  <a:pt x="443875" y="2340840"/>
                </a:lnTo>
                <a:lnTo>
                  <a:pt x="459023" y="2356040"/>
                </a:lnTo>
                <a:lnTo>
                  <a:pt x="472947" y="2371241"/>
                </a:lnTo>
                <a:lnTo>
                  <a:pt x="484833" y="2386441"/>
                </a:lnTo>
                <a:lnTo>
                  <a:pt x="493935" y="2401641"/>
                </a:lnTo>
                <a:lnTo>
                  <a:pt x="499656" y="2416841"/>
                </a:lnTo>
                <a:lnTo>
                  <a:pt x="501607" y="2432042"/>
                </a:lnTo>
                <a:lnTo>
                  <a:pt x="501607" y="2432042"/>
                </a:lnTo>
                <a:close/>
              </a:path>
            </a:pathLst>
          </a:custGeom>
          <a:solidFill>
            <a:srgbClr val="566AB4">
              <a:alpha val="16000"/>
            </a:srgbClr>
          </a:solidFill>
          <a:ln w="15119">
            <a:solidFill>
              <a:srgbClr val="566AB4">
                <a:alpha val="16000"/>
              </a:srgbClr>
            </a:solidFill>
            <a:prstDash val="solid"/>
          </a:ln>
        </p:spPr>
      </p:sp>
      <p:sp>
        <p:nvSpPr>
          <p:cNvPr id="16" name="f_small_violin_path_5119">
            <a:extLst>
              <a:ext uri="{FF2B5EF4-FFF2-40B4-BE49-F238E27FC236}">
                <a16:creationId xmlns:a16="http://schemas.microsoft.com/office/drawing/2014/main" id="{B16680DC-781F-4999-964A-802B3A12CE6D}"/>
              </a:ext>
            </a:extLst>
          </p:cNvPr>
          <p:cNvSpPr>
            <a:spLocks noGrp="1"/>
          </p:cNvSpPr>
          <p:nvPr/>
        </p:nvSpPr>
        <p:spPr>
          <a:xfrm>
            <a:off x="2024460" y="2048011"/>
            <a:ext cx="657216" cy="2432042"/>
          </a:xfrm>
          <a:custGeom>
            <a:avLst/>
            <a:gdLst/>
            <a:ahLst/>
            <a:cxnLst/>
            <a:rect l="0" t="0" r="0" b="0"/>
            <a:pathLst>
              <a:path w="657216" h="2432042">
                <a:moveTo>
                  <a:pt x="586392" y="2432042"/>
                </a:moveTo>
                <a:lnTo>
                  <a:pt x="70824" y="2432042"/>
                </a:lnTo>
                <a:lnTo>
                  <a:pt x="73513" y="2416841"/>
                </a:lnTo>
                <a:lnTo>
                  <a:pt x="81398" y="2401641"/>
                </a:lnTo>
                <a:lnTo>
                  <a:pt x="93954" y="2386441"/>
                </a:lnTo>
                <a:lnTo>
                  <a:pt x="110368" y="2371241"/>
                </a:lnTo>
                <a:lnTo>
                  <a:pt x="129630" y="2356040"/>
                </a:lnTo>
                <a:lnTo>
                  <a:pt x="150633" y="2340840"/>
                </a:lnTo>
                <a:lnTo>
                  <a:pt x="172277" y="2325640"/>
                </a:lnTo>
                <a:lnTo>
                  <a:pt x="193563" y="2310439"/>
                </a:lnTo>
                <a:lnTo>
                  <a:pt x="213659" y="2295239"/>
                </a:lnTo>
                <a:lnTo>
                  <a:pt x="231943" y="2280039"/>
                </a:lnTo>
                <a:lnTo>
                  <a:pt x="248019" y="2264839"/>
                </a:lnTo>
                <a:lnTo>
                  <a:pt x="261702" y="2249638"/>
                </a:lnTo>
                <a:lnTo>
                  <a:pt x="272993" y="2234438"/>
                </a:lnTo>
                <a:lnTo>
                  <a:pt x="282032" y="2219238"/>
                </a:lnTo>
                <a:lnTo>
                  <a:pt x="289059" y="2204038"/>
                </a:lnTo>
                <a:lnTo>
                  <a:pt x="294366" y="2188837"/>
                </a:lnTo>
                <a:lnTo>
                  <a:pt x="298265" y="2173637"/>
                </a:lnTo>
                <a:lnTo>
                  <a:pt x="301054" y="2158437"/>
                </a:lnTo>
                <a:lnTo>
                  <a:pt x="303000" y="2143237"/>
                </a:lnTo>
                <a:lnTo>
                  <a:pt x="304324" y="2128036"/>
                </a:lnTo>
                <a:lnTo>
                  <a:pt x="305199" y="2112836"/>
                </a:lnTo>
                <a:lnTo>
                  <a:pt x="305748" y="2097636"/>
                </a:lnTo>
                <a:lnTo>
                  <a:pt x="306050" y="2082436"/>
                </a:lnTo>
                <a:lnTo>
                  <a:pt x="306145" y="2067235"/>
                </a:lnTo>
                <a:lnTo>
                  <a:pt x="306044" y="2052035"/>
                </a:lnTo>
                <a:lnTo>
                  <a:pt x="305738" y="2036835"/>
                </a:lnTo>
                <a:lnTo>
                  <a:pt x="305207" y="2021635"/>
                </a:lnTo>
                <a:lnTo>
                  <a:pt x="304429" y="2006434"/>
                </a:lnTo>
                <a:lnTo>
                  <a:pt x="303389" y="1991234"/>
                </a:lnTo>
                <a:lnTo>
                  <a:pt x="302088" y="1976034"/>
                </a:lnTo>
                <a:lnTo>
                  <a:pt x="300541" y="1960834"/>
                </a:lnTo>
                <a:lnTo>
                  <a:pt x="298790" y="1945633"/>
                </a:lnTo>
                <a:lnTo>
                  <a:pt x="296895" y="1930433"/>
                </a:lnTo>
                <a:lnTo>
                  <a:pt x="294935" y="1915233"/>
                </a:lnTo>
                <a:lnTo>
                  <a:pt x="293004" y="1900032"/>
                </a:lnTo>
                <a:lnTo>
                  <a:pt x="291197" y="1884832"/>
                </a:lnTo>
                <a:lnTo>
                  <a:pt x="289602" y="1869632"/>
                </a:lnTo>
                <a:lnTo>
                  <a:pt x="288289" y="1854432"/>
                </a:lnTo>
                <a:lnTo>
                  <a:pt x="287297" y="1839231"/>
                </a:lnTo>
                <a:lnTo>
                  <a:pt x="286631" y="1824031"/>
                </a:lnTo>
                <a:lnTo>
                  <a:pt x="286252" y="1808831"/>
                </a:lnTo>
                <a:lnTo>
                  <a:pt x="286085" y="1793631"/>
                </a:lnTo>
                <a:lnTo>
                  <a:pt x="286025" y="1778430"/>
                </a:lnTo>
                <a:lnTo>
                  <a:pt x="285946" y="1763230"/>
                </a:lnTo>
                <a:lnTo>
                  <a:pt x="285721" y="1748030"/>
                </a:lnTo>
                <a:lnTo>
                  <a:pt x="285236" y="1732830"/>
                </a:lnTo>
                <a:lnTo>
                  <a:pt x="284406" y="1717629"/>
                </a:lnTo>
                <a:lnTo>
                  <a:pt x="283187" y="1702429"/>
                </a:lnTo>
                <a:lnTo>
                  <a:pt x="281578" y="1687229"/>
                </a:lnTo>
                <a:lnTo>
                  <a:pt x="279628" y="1672029"/>
                </a:lnTo>
                <a:lnTo>
                  <a:pt x="277423" y="1656828"/>
                </a:lnTo>
                <a:lnTo>
                  <a:pt x="275080" y="1641628"/>
                </a:lnTo>
                <a:lnTo>
                  <a:pt x="272732" y="1626428"/>
                </a:lnTo>
                <a:lnTo>
                  <a:pt x="270515" y="1611228"/>
                </a:lnTo>
                <a:lnTo>
                  <a:pt x="268555" y="1596027"/>
                </a:lnTo>
                <a:lnTo>
                  <a:pt x="266961" y="1580827"/>
                </a:lnTo>
                <a:lnTo>
                  <a:pt x="265817" y="1565627"/>
                </a:lnTo>
                <a:lnTo>
                  <a:pt x="265183" y="1550426"/>
                </a:lnTo>
                <a:lnTo>
                  <a:pt x="265088" y="1535226"/>
                </a:lnTo>
                <a:lnTo>
                  <a:pt x="265538" y="1520026"/>
                </a:lnTo>
                <a:lnTo>
                  <a:pt x="266512" y="1504826"/>
                </a:lnTo>
                <a:lnTo>
                  <a:pt x="267958" y="1489625"/>
                </a:lnTo>
                <a:lnTo>
                  <a:pt x="269801" y="1474425"/>
                </a:lnTo>
                <a:lnTo>
                  <a:pt x="271933" y="1459225"/>
                </a:lnTo>
                <a:lnTo>
                  <a:pt x="274222" y="1444025"/>
                </a:lnTo>
                <a:lnTo>
                  <a:pt x="276514" y="1428824"/>
                </a:lnTo>
                <a:lnTo>
                  <a:pt x="278642" y="1413624"/>
                </a:lnTo>
                <a:lnTo>
                  <a:pt x="280440" y="1398424"/>
                </a:lnTo>
                <a:lnTo>
                  <a:pt x="281759" y="1383224"/>
                </a:lnTo>
                <a:lnTo>
                  <a:pt x="282485" y="1368023"/>
                </a:lnTo>
                <a:lnTo>
                  <a:pt x="282557" y="1352823"/>
                </a:lnTo>
                <a:lnTo>
                  <a:pt x="281975" y="1337623"/>
                </a:lnTo>
                <a:lnTo>
                  <a:pt x="280809" y="1322423"/>
                </a:lnTo>
                <a:lnTo>
                  <a:pt x="279195" y="1307222"/>
                </a:lnTo>
                <a:lnTo>
                  <a:pt x="277323" y="1292022"/>
                </a:lnTo>
                <a:lnTo>
                  <a:pt x="275422" y="1276822"/>
                </a:lnTo>
                <a:lnTo>
                  <a:pt x="273726" y="1261622"/>
                </a:lnTo>
                <a:lnTo>
                  <a:pt x="272457" y="1246421"/>
                </a:lnTo>
                <a:lnTo>
                  <a:pt x="271792" y="1231221"/>
                </a:lnTo>
                <a:lnTo>
                  <a:pt x="271846" y="1216021"/>
                </a:lnTo>
                <a:lnTo>
                  <a:pt x="272659" y="1200821"/>
                </a:lnTo>
                <a:lnTo>
                  <a:pt x="274193" y="1185620"/>
                </a:lnTo>
                <a:lnTo>
                  <a:pt x="276339" y="1170420"/>
                </a:lnTo>
                <a:lnTo>
                  <a:pt x="278937" y="1155220"/>
                </a:lnTo>
                <a:lnTo>
                  <a:pt x="281795" y="1140019"/>
                </a:lnTo>
                <a:lnTo>
                  <a:pt x="284713" y="1124819"/>
                </a:lnTo>
                <a:lnTo>
                  <a:pt x="287511" y="1109619"/>
                </a:lnTo>
                <a:lnTo>
                  <a:pt x="290043" y="1094419"/>
                </a:lnTo>
                <a:lnTo>
                  <a:pt x="292210" y="1079218"/>
                </a:lnTo>
                <a:lnTo>
                  <a:pt x="293964" y="1064018"/>
                </a:lnTo>
                <a:lnTo>
                  <a:pt x="295302" y="1048818"/>
                </a:lnTo>
                <a:lnTo>
                  <a:pt x="296257" y="1033618"/>
                </a:lnTo>
                <a:lnTo>
                  <a:pt x="296886" y="1018417"/>
                </a:lnTo>
                <a:lnTo>
                  <a:pt x="297253" y="1003217"/>
                </a:lnTo>
                <a:lnTo>
                  <a:pt x="297424" y="988017"/>
                </a:lnTo>
                <a:lnTo>
                  <a:pt x="297453" y="972817"/>
                </a:lnTo>
                <a:lnTo>
                  <a:pt x="297382" y="957616"/>
                </a:lnTo>
                <a:lnTo>
                  <a:pt x="297246" y="942416"/>
                </a:lnTo>
                <a:lnTo>
                  <a:pt x="297071" y="927216"/>
                </a:lnTo>
                <a:lnTo>
                  <a:pt x="296886" y="912016"/>
                </a:lnTo>
                <a:lnTo>
                  <a:pt x="296724" y="896815"/>
                </a:lnTo>
                <a:lnTo>
                  <a:pt x="296628" y="881615"/>
                </a:lnTo>
                <a:lnTo>
                  <a:pt x="296649" y="866415"/>
                </a:lnTo>
                <a:lnTo>
                  <a:pt x="296842" y="851215"/>
                </a:lnTo>
                <a:lnTo>
                  <a:pt x="297262" y="836014"/>
                </a:lnTo>
                <a:lnTo>
                  <a:pt x="297949" y="820814"/>
                </a:lnTo>
                <a:lnTo>
                  <a:pt x="298930" y="805614"/>
                </a:lnTo>
                <a:lnTo>
                  <a:pt x="300203" y="790414"/>
                </a:lnTo>
                <a:lnTo>
                  <a:pt x="301744" y="775213"/>
                </a:lnTo>
                <a:lnTo>
                  <a:pt x="303500" y="760013"/>
                </a:lnTo>
                <a:lnTo>
                  <a:pt x="305403" y="744813"/>
                </a:lnTo>
                <a:lnTo>
                  <a:pt x="307372" y="729612"/>
                </a:lnTo>
                <a:lnTo>
                  <a:pt x="309324" y="714412"/>
                </a:lnTo>
                <a:lnTo>
                  <a:pt x="311186" y="699212"/>
                </a:lnTo>
                <a:lnTo>
                  <a:pt x="312898" y="684012"/>
                </a:lnTo>
                <a:lnTo>
                  <a:pt x="314416" y="668811"/>
                </a:lnTo>
                <a:lnTo>
                  <a:pt x="315719" y="653611"/>
                </a:lnTo>
                <a:lnTo>
                  <a:pt x="316798" y="638411"/>
                </a:lnTo>
                <a:lnTo>
                  <a:pt x="317657" y="623211"/>
                </a:lnTo>
                <a:lnTo>
                  <a:pt x="318307" y="608010"/>
                </a:lnTo>
                <a:lnTo>
                  <a:pt x="318757" y="592810"/>
                </a:lnTo>
                <a:lnTo>
                  <a:pt x="319016" y="577610"/>
                </a:lnTo>
                <a:lnTo>
                  <a:pt x="319087" y="562410"/>
                </a:lnTo>
                <a:lnTo>
                  <a:pt x="318971" y="547209"/>
                </a:lnTo>
                <a:lnTo>
                  <a:pt x="318667" y="532009"/>
                </a:lnTo>
                <a:lnTo>
                  <a:pt x="318180" y="516809"/>
                </a:lnTo>
                <a:lnTo>
                  <a:pt x="317522" y="501609"/>
                </a:lnTo>
                <a:lnTo>
                  <a:pt x="316714" y="486408"/>
                </a:lnTo>
                <a:lnTo>
                  <a:pt x="315795" y="471208"/>
                </a:lnTo>
                <a:lnTo>
                  <a:pt x="314813" y="456008"/>
                </a:lnTo>
                <a:lnTo>
                  <a:pt x="313828" y="440808"/>
                </a:lnTo>
                <a:lnTo>
                  <a:pt x="312906" y="425607"/>
                </a:lnTo>
                <a:lnTo>
                  <a:pt x="312111" y="410407"/>
                </a:lnTo>
                <a:lnTo>
                  <a:pt x="311495" y="395207"/>
                </a:lnTo>
                <a:lnTo>
                  <a:pt x="311096" y="380006"/>
                </a:lnTo>
                <a:lnTo>
                  <a:pt x="310920" y="364806"/>
                </a:lnTo>
                <a:lnTo>
                  <a:pt x="310941" y="349606"/>
                </a:lnTo>
                <a:lnTo>
                  <a:pt x="311089" y="334406"/>
                </a:lnTo>
                <a:lnTo>
                  <a:pt x="311243" y="319205"/>
                </a:lnTo>
                <a:lnTo>
                  <a:pt x="311226" y="304005"/>
                </a:lnTo>
                <a:lnTo>
                  <a:pt x="310799" y="288805"/>
                </a:lnTo>
                <a:lnTo>
                  <a:pt x="309661" y="273605"/>
                </a:lnTo>
                <a:lnTo>
                  <a:pt x="307443" y="258404"/>
                </a:lnTo>
                <a:lnTo>
                  <a:pt x="303723" y="243204"/>
                </a:lnTo>
                <a:lnTo>
                  <a:pt x="298035" y="228004"/>
                </a:lnTo>
                <a:lnTo>
                  <a:pt x="289899" y="212804"/>
                </a:lnTo>
                <a:lnTo>
                  <a:pt x="278856" y="197603"/>
                </a:lnTo>
                <a:lnTo>
                  <a:pt x="264525" y="182403"/>
                </a:lnTo>
                <a:lnTo>
                  <a:pt x="246661" y="167203"/>
                </a:lnTo>
                <a:lnTo>
                  <a:pt x="225224" y="152003"/>
                </a:lnTo>
                <a:lnTo>
                  <a:pt x="200439" y="136802"/>
                </a:lnTo>
                <a:lnTo>
                  <a:pt x="172847" y="121602"/>
                </a:lnTo>
                <a:lnTo>
                  <a:pt x="143323" y="106402"/>
                </a:lnTo>
                <a:lnTo>
                  <a:pt x="113058" y="91202"/>
                </a:lnTo>
                <a:lnTo>
                  <a:pt x="83502" y="76001"/>
                </a:lnTo>
                <a:lnTo>
                  <a:pt x="56260" y="60801"/>
                </a:lnTo>
                <a:lnTo>
                  <a:pt x="32958" y="45601"/>
                </a:lnTo>
                <a:lnTo>
                  <a:pt x="15084" y="30401"/>
                </a:lnTo>
                <a:lnTo>
                  <a:pt x="3838" y="15200"/>
                </a:lnTo>
                <a:lnTo>
                  <a:pt x="0" y="0"/>
                </a:lnTo>
                <a:lnTo>
                  <a:pt x="657216" y="0"/>
                </a:lnTo>
                <a:lnTo>
                  <a:pt x="657216" y="0"/>
                </a:lnTo>
                <a:lnTo>
                  <a:pt x="653378" y="15200"/>
                </a:lnTo>
                <a:lnTo>
                  <a:pt x="642132" y="30401"/>
                </a:lnTo>
                <a:lnTo>
                  <a:pt x="624258" y="45601"/>
                </a:lnTo>
                <a:lnTo>
                  <a:pt x="600956" y="60801"/>
                </a:lnTo>
                <a:lnTo>
                  <a:pt x="573714" y="76001"/>
                </a:lnTo>
                <a:lnTo>
                  <a:pt x="544158" y="91202"/>
                </a:lnTo>
                <a:lnTo>
                  <a:pt x="513893" y="106402"/>
                </a:lnTo>
                <a:lnTo>
                  <a:pt x="484369" y="121602"/>
                </a:lnTo>
                <a:lnTo>
                  <a:pt x="456777" y="136802"/>
                </a:lnTo>
                <a:lnTo>
                  <a:pt x="431992" y="152003"/>
                </a:lnTo>
                <a:lnTo>
                  <a:pt x="410555" y="167203"/>
                </a:lnTo>
                <a:lnTo>
                  <a:pt x="392691" y="182403"/>
                </a:lnTo>
                <a:lnTo>
                  <a:pt x="378360" y="197603"/>
                </a:lnTo>
                <a:lnTo>
                  <a:pt x="367317" y="212804"/>
                </a:lnTo>
                <a:lnTo>
                  <a:pt x="359181" y="228004"/>
                </a:lnTo>
                <a:lnTo>
                  <a:pt x="353493" y="243204"/>
                </a:lnTo>
                <a:lnTo>
                  <a:pt x="349773" y="258404"/>
                </a:lnTo>
                <a:lnTo>
                  <a:pt x="347555" y="273605"/>
                </a:lnTo>
                <a:lnTo>
                  <a:pt x="346417" y="288805"/>
                </a:lnTo>
                <a:lnTo>
                  <a:pt x="345990" y="304005"/>
                </a:lnTo>
                <a:lnTo>
                  <a:pt x="345973" y="319205"/>
                </a:lnTo>
                <a:lnTo>
                  <a:pt x="346127" y="334406"/>
                </a:lnTo>
                <a:lnTo>
                  <a:pt x="346275" y="349606"/>
                </a:lnTo>
                <a:lnTo>
                  <a:pt x="346296" y="364806"/>
                </a:lnTo>
                <a:lnTo>
                  <a:pt x="346120" y="380006"/>
                </a:lnTo>
                <a:lnTo>
                  <a:pt x="345721" y="395207"/>
                </a:lnTo>
                <a:lnTo>
                  <a:pt x="345105" y="410407"/>
                </a:lnTo>
                <a:lnTo>
                  <a:pt x="344310" y="425607"/>
                </a:lnTo>
                <a:lnTo>
                  <a:pt x="343388" y="440808"/>
                </a:lnTo>
                <a:lnTo>
                  <a:pt x="342403" y="456008"/>
                </a:lnTo>
                <a:lnTo>
                  <a:pt x="341421" y="471208"/>
                </a:lnTo>
                <a:lnTo>
                  <a:pt x="340502" y="486408"/>
                </a:lnTo>
                <a:lnTo>
                  <a:pt x="339694" y="501609"/>
                </a:lnTo>
                <a:lnTo>
                  <a:pt x="339036" y="516809"/>
                </a:lnTo>
                <a:lnTo>
                  <a:pt x="338549" y="532009"/>
                </a:lnTo>
                <a:lnTo>
                  <a:pt x="338245" y="547209"/>
                </a:lnTo>
                <a:lnTo>
                  <a:pt x="338129" y="562410"/>
                </a:lnTo>
                <a:lnTo>
                  <a:pt x="338200" y="577610"/>
                </a:lnTo>
                <a:lnTo>
                  <a:pt x="338459" y="592810"/>
                </a:lnTo>
                <a:lnTo>
                  <a:pt x="338909" y="608010"/>
                </a:lnTo>
                <a:lnTo>
                  <a:pt x="339559" y="623211"/>
                </a:lnTo>
                <a:lnTo>
                  <a:pt x="340418" y="638411"/>
                </a:lnTo>
                <a:lnTo>
                  <a:pt x="341497" y="653611"/>
                </a:lnTo>
                <a:lnTo>
                  <a:pt x="342800" y="668811"/>
                </a:lnTo>
                <a:lnTo>
                  <a:pt x="344318" y="684012"/>
                </a:lnTo>
                <a:lnTo>
                  <a:pt x="346030" y="699212"/>
                </a:lnTo>
                <a:lnTo>
                  <a:pt x="347892" y="714412"/>
                </a:lnTo>
                <a:lnTo>
                  <a:pt x="349844" y="729612"/>
                </a:lnTo>
                <a:lnTo>
                  <a:pt x="351813" y="744813"/>
                </a:lnTo>
                <a:lnTo>
                  <a:pt x="353716" y="760013"/>
                </a:lnTo>
                <a:lnTo>
                  <a:pt x="355472" y="775213"/>
                </a:lnTo>
                <a:lnTo>
                  <a:pt x="357013" y="790414"/>
                </a:lnTo>
                <a:lnTo>
                  <a:pt x="358286" y="805614"/>
                </a:lnTo>
                <a:lnTo>
                  <a:pt x="359267" y="820814"/>
                </a:lnTo>
                <a:lnTo>
                  <a:pt x="359954" y="836014"/>
                </a:lnTo>
                <a:lnTo>
                  <a:pt x="360374" y="851215"/>
                </a:lnTo>
                <a:lnTo>
                  <a:pt x="360567" y="866415"/>
                </a:lnTo>
                <a:lnTo>
                  <a:pt x="360588" y="881615"/>
                </a:lnTo>
                <a:lnTo>
                  <a:pt x="360492" y="896815"/>
                </a:lnTo>
                <a:lnTo>
                  <a:pt x="360330" y="912016"/>
                </a:lnTo>
                <a:lnTo>
                  <a:pt x="360145" y="927216"/>
                </a:lnTo>
                <a:lnTo>
                  <a:pt x="359970" y="942416"/>
                </a:lnTo>
                <a:lnTo>
                  <a:pt x="359834" y="957616"/>
                </a:lnTo>
                <a:lnTo>
                  <a:pt x="359763" y="972817"/>
                </a:lnTo>
                <a:lnTo>
                  <a:pt x="359792" y="988017"/>
                </a:lnTo>
                <a:lnTo>
                  <a:pt x="359963" y="1003217"/>
                </a:lnTo>
                <a:lnTo>
                  <a:pt x="360330" y="1018417"/>
                </a:lnTo>
                <a:lnTo>
                  <a:pt x="360959" y="1033618"/>
                </a:lnTo>
                <a:lnTo>
                  <a:pt x="361914" y="1048818"/>
                </a:lnTo>
                <a:lnTo>
                  <a:pt x="363252" y="1064018"/>
                </a:lnTo>
                <a:lnTo>
                  <a:pt x="365006" y="1079218"/>
                </a:lnTo>
                <a:lnTo>
                  <a:pt x="367173" y="1094419"/>
                </a:lnTo>
                <a:lnTo>
                  <a:pt x="369705" y="1109619"/>
                </a:lnTo>
                <a:lnTo>
                  <a:pt x="372503" y="1124819"/>
                </a:lnTo>
                <a:lnTo>
                  <a:pt x="375421" y="1140019"/>
                </a:lnTo>
                <a:lnTo>
                  <a:pt x="378279" y="1155220"/>
                </a:lnTo>
                <a:lnTo>
                  <a:pt x="380877" y="1170420"/>
                </a:lnTo>
                <a:lnTo>
                  <a:pt x="383023" y="1185620"/>
                </a:lnTo>
                <a:lnTo>
                  <a:pt x="384557" y="1200821"/>
                </a:lnTo>
                <a:lnTo>
                  <a:pt x="385370" y="1216021"/>
                </a:lnTo>
                <a:lnTo>
                  <a:pt x="385424" y="1231221"/>
                </a:lnTo>
                <a:lnTo>
                  <a:pt x="384759" y="1246421"/>
                </a:lnTo>
                <a:lnTo>
                  <a:pt x="383490" y="1261622"/>
                </a:lnTo>
                <a:lnTo>
                  <a:pt x="381794" y="1276822"/>
                </a:lnTo>
                <a:lnTo>
                  <a:pt x="379893" y="1292022"/>
                </a:lnTo>
                <a:lnTo>
                  <a:pt x="378021" y="1307222"/>
                </a:lnTo>
                <a:lnTo>
                  <a:pt x="376407" y="1322423"/>
                </a:lnTo>
                <a:lnTo>
                  <a:pt x="375241" y="1337623"/>
                </a:lnTo>
                <a:lnTo>
                  <a:pt x="374659" y="1352823"/>
                </a:lnTo>
                <a:lnTo>
                  <a:pt x="374731" y="1368023"/>
                </a:lnTo>
                <a:lnTo>
                  <a:pt x="375457" y="1383224"/>
                </a:lnTo>
                <a:lnTo>
                  <a:pt x="376776" y="1398424"/>
                </a:lnTo>
                <a:lnTo>
                  <a:pt x="378574" y="1413624"/>
                </a:lnTo>
                <a:lnTo>
                  <a:pt x="380702" y="1428824"/>
                </a:lnTo>
                <a:lnTo>
                  <a:pt x="382994" y="1444025"/>
                </a:lnTo>
                <a:lnTo>
                  <a:pt x="385283" y="1459225"/>
                </a:lnTo>
                <a:lnTo>
                  <a:pt x="387415" y="1474425"/>
                </a:lnTo>
                <a:lnTo>
                  <a:pt x="389258" y="1489625"/>
                </a:lnTo>
                <a:lnTo>
                  <a:pt x="390704" y="1504826"/>
                </a:lnTo>
                <a:lnTo>
                  <a:pt x="391678" y="1520026"/>
                </a:lnTo>
                <a:lnTo>
                  <a:pt x="392128" y="1535226"/>
                </a:lnTo>
                <a:lnTo>
                  <a:pt x="392033" y="1550426"/>
                </a:lnTo>
                <a:lnTo>
                  <a:pt x="391399" y="1565627"/>
                </a:lnTo>
                <a:lnTo>
                  <a:pt x="390255" y="1580827"/>
                </a:lnTo>
                <a:lnTo>
                  <a:pt x="388661" y="1596027"/>
                </a:lnTo>
                <a:lnTo>
                  <a:pt x="386701" y="1611228"/>
                </a:lnTo>
                <a:lnTo>
                  <a:pt x="384484" y="1626428"/>
                </a:lnTo>
                <a:lnTo>
                  <a:pt x="382136" y="1641628"/>
                </a:lnTo>
                <a:lnTo>
                  <a:pt x="379793" y="1656828"/>
                </a:lnTo>
                <a:lnTo>
                  <a:pt x="377588" y="1672029"/>
                </a:lnTo>
                <a:lnTo>
                  <a:pt x="375638" y="1687229"/>
                </a:lnTo>
                <a:lnTo>
                  <a:pt x="374029" y="1702429"/>
                </a:lnTo>
                <a:lnTo>
                  <a:pt x="372810" y="1717629"/>
                </a:lnTo>
                <a:lnTo>
                  <a:pt x="371980" y="1732830"/>
                </a:lnTo>
                <a:lnTo>
                  <a:pt x="371495" y="1748030"/>
                </a:lnTo>
                <a:lnTo>
                  <a:pt x="371270" y="1763230"/>
                </a:lnTo>
                <a:lnTo>
                  <a:pt x="371191" y="1778430"/>
                </a:lnTo>
                <a:lnTo>
                  <a:pt x="371131" y="1793631"/>
                </a:lnTo>
                <a:lnTo>
                  <a:pt x="370964" y="1808831"/>
                </a:lnTo>
                <a:lnTo>
                  <a:pt x="370585" y="1824031"/>
                </a:lnTo>
                <a:lnTo>
                  <a:pt x="369919" y="1839231"/>
                </a:lnTo>
                <a:lnTo>
                  <a:pt x="368927" y="1854432"/>
                </a:lnTo>
                <a:lnTo>
                  <a:pt x="367614" y="1869632"/>
                </a:lnTo>
                <a:lnTo>
                  <a:pt x="366019" y="1884832"/>
                </a:lnTo>
                <a:lnTo>
                  <a:pt x="364212" y="1900032"/>
                </a:lnTo>
                <a:lnTo>
                  <a:pt x="362281" y="1915233"/>
                </a:lnTo>
                <a:lnTo>
                  <a:pt x="360321" y="1930433"/>
                </a:lnTo>
                <a:lnTo>
                  <a:pt x="358426" y="1945633"/>
                </a:lnTo>
                <a:lnTo>
                  <a:pt x="356675" y="1960834"/>
                </a:lnTo>
                <a:lnTo>
                  <a:pt x="355128" y="1976034"/>
                </a:lnTo>
                <a:lnTo>
                  <a:pt x="353827" y="1991234"/>
                </a:lnTo>
                <a:lnTo>
                  <a:pt x="352787" y="2006434"/>
                </a:lnTo>
                <a:lnTo>
                  <a:pt x="352009" y="2021635"/>
                </a:lnTo>
                <a:lnTo>
                  <a:pt x="351478" y="2036835"/>
                </a:lnTo>
                <a:lnTo>
                  <a:pt x="351172" y="2052035"/>
                </a:lnTo>
                <a:lnTo>
                  <a:pt x="351071" y="2067235"/>
                </a:lnTo>
                <a:lnTo>
                  <a:pt x="351166" y="2082436"/>
                </a:lnTo>
                <a:lnTo>
                  <a:pt x="351468" y="2097636"/>
                </a:lnTo>
                <a:lnTo>
                  <a:pt x="352018" y="2112836"/>
                </a:lnTo>
                <a:lnTo>
                  <a:pt x="352892" y="2128036"/>
                </a:lnTo>
                <a:lnTo>
                  <a:pt x="354216" y="2143237"/>
                </a:lnTo>
                <a:lnTo>
                  <a:pt x="356162" y="2158437"/>
                </a:lnTo>
                <a:lnTo>
                  <a:pt x="358951" y="2173637"/>
                </a:lnTo>
                <a:lnTo>
                  <a:pt x="362850" y="2188837"/>
                </a:lnTo>
                <a:lnTo>
                  <a:pt x="368157" y="2204038"/>
                </a:lnTo>
                <a:lnTo>
                  <a:pt x="375184" y="2219238"/>
                </a:lnTo>
                <a:lnTo>
                  <a:pt x="384223" y="2234438"/>
                </a:lnTo>
                <a:lnTo>
                  <a:pt x="395514" y="2249638"/>
                </a:lnTo>
                <a:lnTo>
                  <a:pt x="409197" y="2264839"/>
                </a:lnTo>
                <a:lnTo>
                  <a:pt x="425273" y="2280039"/>
                </a:lnTo>
                <a:lnTo>
                  <a:pt x="443557" y="2295239"/>
                </a:lnTo>
                <a:lnTo>
                  <a:pt x="463653" y="2310439"/>
                </a:lnTo>
                <a:lnTo>
                  <a:pt x="484939" y="2325640"/>
                </a:lnTo>
                <a:lnTo>
                  <a:pt x="506583" y="2340840"/>
                </a:lnTo>
                <a:lnTo>
                  <a:pt x="527586" y="2356040"/>
                </a:lnTo>
                <a:lnTo>
                  <a:pt x="546848" y="2371241"/>
                </a:lnTo>
                <a:lnTo>
                  <a:pt x="563262" y="2386441"/>
                </a:lnTo>
                <a:lnTo>
                  <a:pt x="575818" y="2401641"/>
                </a:lnTo>
                <a:lnTo>
                  <a:pt x="583703" y="2416841"/>
                </a:lnTo>
                <a:lnTo>
                  <a:pt x="586392" y="2432042"/>
                </a:lnTo>
                <a:lnTo>
                  <a:pt x="586392" y="2432042"/>
                </a:lnTo>
                <a:close/>
              </a:path>
            </a:pathLst>
          </a:custGeom>
          <a:solidFill>
            <a:srgbClr val="B08A60">
              <a:alpha val="16000"/>
            </a:srgbClr>
          </a:solidFill>
          <a:ln w="15119">
            <a:solidFill>
              <a:srgbClr val="B08A60">
                <a:alpha val="16000"/>
              </a:srgbClr>
            </a:solidFill>
            <a:prstDash val="solid"/>
          </a:ln>
        </p:spPr>
      </p:sp>
      <p:sp>
        <p:nvSpPr>
          <p:cNvPr id="17" name="f_small_violin_path_5120">
            <a:extLst>
              <a:ext uri="{FF2B5EF4-FFF2-40B4-BE49-F238E27FC236}">
                <a16:creationId xmlns:a16="http://schemas.microsoft.com/office/drawing/2014/main" id="{1E4CA023-D80C-4E2A-9420-CE156088E8CC}"/>
              </a:ext>
            </a:extLst>
          </p:cNvPr>
          <p:cNvSpPr>
            <a:spLocks noGrp="1"/>
          </p:cNvSpPr>
          <p:nvPr/>
        </p:nvSpPr>
        <p:spPr>
          <a:xfrm>
            <a:off x="3831804" y="2048011"/>
            <a:ext cx="657216" cy="2432042"/>
          </a:xfrm>
          <a:custGeom>
            <a:avLst/>
            <a:gdLst/>
            <a:ahLst/>
            <a:cxnLst/>
            <a:rect l="0" t="0" r="0" b="0"/>
            <a:pathLst>
              <a:path w="657216" h="2432042">
                <a:moveTo>
                  <a:pt x="486183" y="2432042"/>
                </a:moveTo>
                <a:lnTo>
                  <a:pt x="171033" y="2432042"/>
                </a:lnTo>
                <a:lnTo>
                  <a:pt x="172697" y="2416841"/>
                </a:lnTo>
                <a:lnTo>
                  <a:pt x="177576" y="2401641"/>
                </a:lnTo>
                <a:lnTo>
                  <a:pt x="185352" y="2386441"/>
                </a:lnTo>
                <a:lnTo>
                  <a:pt x="195528" y="2371241"/>
                </a:lnTo>
                <a:lnTo>
                  <a:pt x="207488" y="2356040"/>
                </a:lnTo>
                <a:lnTo>
                  <a:pt x="220551" y="2340840"/>
                </a:lnTo>
                <a:lnTo>
                  <a:pt x="234043" y="2325640"/>
                </a:lnTo>
                <a:lnTo>
                  <a:pt x="247347" y="2310439"/>
                </a:lnTo>
                <a:lnTo>
                  <a:pt x="259945" y="2295239"/>
                </a:lnTo>
                <a:lnTo>
                  <a:pt x="271452" y="2280039"/>
                </a:lnTo>
                <a:lnTo>
                  <a:pt x="281618" y="2264839"/>
                </a:lnTo>
                <a:lnTo>
                  <a:pt x="290325" y="2249638"/>
                </a:lnTo>
                <a:lnTo>
                  <a:pt x="297566" y="2234438"/>
                </a:lnTo>
                <a:lnTo>
                  <a:pt x="303424" y="2219238"/>
                </a:lnTo>
                <a:lnTo>
                  <a:pt x="308039" y="2204038"/>
                </a:lnTo>
                <a:lnTo>
                  <a:pt x="311583" y="2188837"/>
                </a:lnTo>
                <a:lnTo>
                  <a:pt x="314238" y="2173637"/>
                </a:lnTo>
                <a:lnTo>
                  <a:pt x="316177" y="2158437"/>
                </a:lnTo>
                <a:lnTo>
                  <a:pt x="317555" y="2143237"/>
                </a:lnTo>
                <a:lnTo>
                  <a:pt x="318503" y="2128036"/>
                </a:lnTo>
                <a:lnTo>
                  <a:pt x="319125" y="2112836"/>
                </a:lnTo>
                <a:lnTo>
                  <a:pt x="319502" y="2097636"/>
                </a:lnTo>
                <a:lnTo>
                  <a:pt x="319697" y="2082436"/>
                </a:lnTo>
                <a:lnTo>
                  <a:pt x="319753" y="2067235"/>
                </a:lnTo>
                <a:lnTo>
                  <a:pt x="319706" y="2052035"/>
                </a:lnTo>
                <a:lnTo>
                  <a:pt x="319578" y="2036835"/>
                </a:lnTo>
                <a:lnTo>
                  <a:pt x="319388" y="2021635"/>
                </a:lnTo>
                <a:lnTo>
                  <a:pt x="319148" y="2006434"/>
                </a:lnTo>
                <a:lnTo>
                  <a:pt x="318867" y="1991234"/>
                </a:lnTo>
                <a:lnTo>
                  <a:pt x="318554" y="1976034"/>
                </a:lnTo>
                <a:lnTo>
                  <a:pt x="318212" y="1960834"/>
                </a:lnTo>
                <a:lnTo>
                  <a:pt x="317850" y="1945633"/>
                </a:lnTo>
                <a:lnTo>
                  <a:pt x="317472" y="1930433"/>
                </a:lnTo>
                <a:lnTo>
                  <a:pt x="317089" y="1915233"/>
                </a:lnTo>
                <a:lnTo>
                  <a:pt x="316710" y="1900032"/>
                </a:lnTo>
                <a:lnTo>
                  <a:pt x="316350" y="1884832"/>
                </a:lnTo>
                <a:lnTo>
                  <a:pt x="316022" y="1869632"/>
                </a:lnTo>
                <a:lnTo>
                  <a:pt x="315742" y="1854432"/>
                </a:lnTo>
                <a:lnTo>
                  <a:pt x="315522" y="1839231"/>
                </a:lnTo>
                <a:lnTo>
                  <a:pt x="315374" y="1824031"/>
                </a:lnTo>
                <a:lnTo>
                  <a:pt x="315302" y="1808831"/>
                </a:lnTo>
                <a:lnTo>
                  <a:pt x="315309" y="1793631"/>
                </a:lnTo>
                <a:lnTo>
                  <a:pt x="315390" y="1778430"/>
                </a:lnTo>
                <a:lnTo>
                  <a:pt x="315536" y="1763230"/>
                </a:lnTo>
                <a:lnTo>
                  <a:pt x="315739" y="1748030"/>
                </a:lnTo>
                <a:lnTo>
                  <a:pt x="315988" y="1732830"/>
                </a:lnTo>
                <a:lnTo>
                  <a:pt x="316274" y="1717629"/>
                </a:lnTo>
                <a:lnTo>
                  <a:pt x="316593" y="1702429"/>
                </a:lnTo>
                <a:lnTo>
                  <a:pt x="316944" y="1687229"/>
                </a:lnTo>
                <a:lnTo>
                  <a:pt x="317332" y="1672029"/>
                </a:lnTo>
                <a:lnTo>
                  <a:pt x="317763" y="1656828"/>
                </a:lnTo>
                <a:lnTo>
                  <a:pt x="318246" y="1641628"/>
                </a:lnTo>
                <a:lnTo>
                  <a:pt x="318787" y="1626428"/>
                </a:lnTo>
                <a:lnTo>
                  <a:pt x="319389" y="1611228"/>
                </a:lnTo>
                <a:lnTo>
                  <a:pt x="320050" y="1596027"/>
                </a:lnTo>
                <a:lnTo>
                  <a:pt x="320761" y="1580827"/>
                </a:lnTo>
                <a:lnTo>
                  <a:pt x="321506" y="1565627"/>
                </a:lnTo>
                <a:lnTo>
                  <a:pt x="322263" y="1550426"/>
                </a:lnTo>
                <a:lnTo>
                  <a:pt x="323004" y="1535226"/>
                </a:lnTo>
                <a:lnTo>
                  <a:pt x="323697" y="1520026"/>
                </a:lnTo>
                <a:lnTo>
                  <a:pt x="324309" y="1504826"/>
                </a:lnTo>
                <a:lnTo>
                  <a:pt x="324805" y="1489625"/>
                </a:lnTo>
                <a:lnTo>
                  <a:pt x="325153" y="1474425"/>
                </a:lnTo>
                <a:lnTo>
                  <a:pt x="325321" y="1459225"/>
                </a:lnTo>
                <a:lnTo>
                  <a:pt x="325278" y="1444025"/>
                </a:lnTo>
                <a:lnTo>
                  <a:pt x="325001" y="1428824"/>
                </a:lnTo>
                <a:lnTo>
                  <a:pt x="324470" y="1413624"/>
                </a:lnTo>
                <a:lnTo>
                  <a:pt x="323671" y="1398424"/>
                </a:lnTo>
                <a:lnTo>
                  <a:pt x="322604" y="1383224"/>
                </a:lnTo>
                <a:lnTo>
                  <a:pt x="321278" y="1368023"/>
                </a:lnTo>
                <a:lnTo>
                  <a:pt x="319722" y="1352823"/>
                </a:lnTo>
                <a:lnTo>
                  <a:pt x="317980" y="1337623"/>
                </a:lnTo>
                <a:lnTo>
                  <a:pt x="316115" y="1322423"/>
                </a:lnTo>
                <a:lnTo>
                  <a:pt x="314205" y="1307222"/>
                </a:lnTo>
                <a:lnTo>
                  <a:pt x="312343" y="1292022"/>
                </a:lnTo>
                <a:lnTo>
                  <a:pt x="310628" y="1276822"/>
                </a:lnTo>
                <a:lnTo>
                  <a:pt x="309156" y="1261622"/>
                </a:lnTo>
                <a:lnTo>
                  <a:pt x="308014" y="1246421"/>
                </a:lnTo>
                <a:lnTo>
                  <a:pt x="307272" y="1231221"/>
                </a:lnTo>
                <a:lnTo>
                  <a:pt x="306970" y="1216021"/>
                </a:lnTo>
                <a:lnTo>
                  <a:pt x="307119" y="1200821"/>
                </a:lnTo>
                <a:lnTo>
                  <a:pt x="307700" y="1185620"/>
                </a:lnTo>
                <a:lnTo>
                  <a:pt x="308659" y="1170420"/>
                </a:lnTo>
                <a:lnTo>
                  <a:pt x="309920" y="1155220"/>
                </a:lnTo>
                <a:lnTo>
                  <a:pt x="311389" y="1140019"/>
                </a:lnTo>
                <a:lnTo>
                  <a:pt x="312963" y="1124819"/>
                </a:lnTo>
                <a:lnTo>
                  <a:pt x="314538" y="1109619"/>
                </a:lnTo>
                <a:lnTo>
                  <a:pt x="316021" y="1094419"/>
                </a:lnTo>
                <a:lnTo>
                  <a:pt x="317333" y="1079218"/>
                </a:lnTo>
                <a:lnTo>
                  <a:pt x="318410" y="1064018"/>
                </a:lnTo>
                <a:lnTo>
                  <a:pt x="319211" y="1048818"/>
                </a:lnTo>
                <a:lnTo>
                  <a:pt x="319712" y="1033618"/>
                </a:lnTo>
                <a:lnTo>
                  <a:pt x="319903" y="1018417"/>
                </a:lnTo>
                <a:lnTo>
                  <a:pt x="319789" y="1003217"/>
                </a:lnTo>
                <a:lnTo>
                  <a:pt x="319384" y="988017"/>
                </a:lnTo>
                <a:lnTo>
                  <a:pt x="318712" y="972817"/>
                </a:lnTo>
                <a:lnTo>
                  <a:pt x="317803" y="957616"/>
                </a:lnTo>
                <a:lnTo>
                  <a:pt x="316695" y="942416"/>
                </a:lnTo>
                <a:lnTo>
                  <a:pt x="315432" y="927216"/>
                </a:lnTo>
                <a:lnTo>
                  <a:pt x="314068" y="912016"/>
                </a:lnTo>
                <a:lnTo>
                  <a:pt x="312661" y="896815"/>
                </a:lnTo>
                <a:lnTo>
                  <a:pt x="311277" y="881615"/>
                </a:lnTo>
                <a:lnTo>
                  <a:pt x="309980" y="866415"/>
                </a:lnTo>
                <a:lnTo>
                  <a:pt x="308835" y="851215"/>
                </a:lnTo>
                <a:lnTo>
                  <a:pt x="307896" y="836014"/>
                </a:lnTo>
                <a:lnTo>
                  <a:pt x="307207" y="820814"/>
                </a:lnTo>
                <a:lnTo>
                  <a:pt x="306792" y="805614"/>
                </a:lnTo>
                <a:lnTo>
                  <a:pt x="306661" y="790414"/>
                </a:lnTo>
                <a:lnTo>
                  <a:pt x="306802" y="775213"/>
                </a:lnTo>
                <a:lnTo>
                  <a:pt x="307188" y="760013"/>
                </a:lnTo>
                <a:lnTo>
                  <a:pt x="307779" y="744813"/>
                </a:lnTo>
                <a:lnTo>
                  <a:pt x="308530" y="729612"/>
                </a:lnTo>
                <a:lnTo>
                  <a:pt x="309393" y="714412"/>
                </a:lnTo>
                <a:lnTo>
                  <a:pt x="310326" y="699212"/>
                </a:lnTo>
                <a:lnTo>
                  <a:pt x="311293" y="684012"/>
                </a:lnTo>
                <a:lnTo>
                  <a:pt x="312268" y="668811"/>
                </a:lnTo>
                <a:lnTo>
                  <a:pt x="313233" y="653611"/>
                </a:lnTo>
                <a:lnTo>
                  <a:pt x="314181" y="638411"/>
                </a:lnTo>
                <a:lnTo>
                  <a:pt x="315106" y="623211"/>
                </a:lnTo>
                <a:lnTo>
                  <a:pt x="316005" y="608010"/>
                </a:lnTo>
                <a:lnTo>
                  <a:pt x="316874" y="592810"/>
                </a:lnTo>
                <a:lnTo>
                  <a:pt x="317707" y="577610"/>
                </a:lnTo>
                <a:lnTo>
                  <a:pt x="318493" y="562410"/>
                </a:lnTo>
                <a:lnTo>
                  <a:pt x="319218" y="547209"/>
                </a:lnTo>
                <a:lnTo>
                  <a:pt x="319869" y="532009"/>
                </a:lnTo>
                <a:lnTo>
                  <a:pt x="320431" y="516809"/>
                </a:lnTo>
                <a:lnTo>
                  <a:pt x="320895" y="501609"/>
                </a:lnTo>
                <a:lnTo>
                  <a:pt x="321254" y="486408"/>
                </a:lnTo>
                <a:lnTo>
                  <a:pt x="321510" y="471208"/>
                </a:lnTo>
                <a:lnTo>
                  <a:pt x="321671" y="456008"/>
                </a:lnTo>
                <a:lnTo>
                  <a:pt x="321750" y="440808"/>
                </a:lnTo>
                <a:lnTo>
                  <a:pt x="321762" y="425607"/>
                </a:lnTo>
                <a:lnTo>
                  <a:pt x="321723" y="410407"/>
                </a:lnTo>
                <a:lnTo>
                  <a:pt x="321647" y="395207"/>
                </a:lnTo>
                <a:lnTo>
                  <a:pt x="321534" y="380006"/>
                </a:lnTo>
                <a:lnTo>
                  <a:pt x="321372" y="364806"/>
                </a:lnTo>
                <a:lnTo>
                  <a:pt x="321125" y="349606"/>
                </a:lnTo>
                <a:lnTo>
                  <a:pt x="320729" y="334406"/>
                </a:lnTo>
                <a:lnTo>
                  <a:pt x="320079" y="319205"/>
                </a:lnTo>
                <a:lnTo>
                  <a:pt x="319027" y="304005"/>
                </a:lnTo>
                <a:lnTo>
                  <a:pt x="317368" y="288805"/>
                </a:lnTo>
                <a:lnTo>
                  <a:pt x="314839" y="273605"/>
                </a:lnTo>
                <a:lnTo>
                  <a:pt x="311119" y="258404"/>
                </a:lnTo>
                <a:lnTo>
                  <a:pt x="305833" y="243204"/>
                </a:lnTo>
                <a:lnTo>
                  <a:pt x="298567" y="228004"/>
                </a:lnTo>
                <a:lnTo>
                  <a:pt x="288900" y="212804"/>
                </a:lnTo>
                <a:lnTo>
                  <a:pt x="276436" y="197603"/>
                </a:lnTo>
                <a:lnTo>
                  <a:pt x="260862" y="182403"/>
                </a:lnTo>
                <a:lnTo>
                  <a:pt x="242000" y="167203"/>
                </a:lnTo>
                <a:lnTo>
                  <a:pt x="219871" y="152003"/>
                </a:lnTo>
                <a:lnTo>
                  <a:pt x="194747" y="136802"/>
                </a:lnTo>
                <a:lnTo>
                  <a:pt x="167189" y="121602"/>
                </a:lnTo>
                <a:lnTo>
                  <a:pt x="138061" y="106402"/>
                </a:lnTo>
                <a:lnTo>
                  <a:pt x="108503" y="91202"/>
                </a:lnTo>
                <a:lnTo>
                  <a:pt x="79878" y="76001"/>
                </a:lnTo>
                <a:lnTo>
                  <a:pt x="53671" y="60801"/>
                </a:lnTo>
                <a:lnTo>
                  <a:pt x="31373" y="45601"/>
                </a:lnTo>
                <a:lnTo>
                  <a:pt x="14336" y="30401"/>
                </a:lnTo>
                <a:lnTo>
                  <a:pt x="3645" y="15200"/>
                </a:lnTo>
                <a:lnTo>
                  <a:pt x="0" y="0"/>
                </a:lnTo>
                <a:lnTo>
                  <a:pt x="657216" y="0"/>
                </a:lnTo>
                <a:lnTo>
                  <a:pt x="657216" y="0"/>
                </a:lnTo>
                <a:lnTo>
                  <a:pt x="653571" y="15200"/>
                </a:lnTo>
                <a:lnTo>
                  <a:pt x="642880" y="30401"/>
                </a:lnTo>
                <a:lnTo>
                  <a:pt x="625843" y="45601"/>
                </a:lnTo>
                <a:lnTo>
                  <a:pt x="603545" y="60801"/>
                </a:lnTo>
                <a:lnTo>
                  <a:pt x="577338" y="76001"/>
                </a:lnTo>
                <a:lnTo>
                  <a:pt x="548713" y="91202"/>
                </a:lnTo>
                <a:lnTo>
                  <a:pt x="519155" y="106402"/>
                </a:lnTo>
                <a:lnTo>
                  <a:pt x="490027" y="121602"/>
                </a:lnTo>
                <a:lnTo>
                  <a:pt x="462469" y="136802"/>
                </a:lnTo>
                <a:lnTo>
                  <a:pt x="437345" y="152003"/>
                </a:lnTo>
                <a:lnTo>
                  <a:pt x="415216" y="167203"/>
                </a:lnTo>
                <a:lnTo>
                  <a:pt x="396354" y="182403"/>
                </a:lnTo>
                <a:lnTo>
                  <a:pt x="380780" y="197603"/>
                </a:lnTo>
                <a:lnTo>
                  <a:pt x="368316" y="212804"/>
                </a:lnTo>
                <a:lnTo>
                  <a:pt x="358649" y="228004"/>
                </a:lnTo>
                <a:lnTo>
                  <a:pt x="351383" y="243204"/>
                </a:lnTo>
                <a:lnTo>
                  <a:pt x="346097" y="258404"/>
                </a:lnTo>
                <a:lnTo>
                  <a:pt x="342377" y="273605"/>
                </a:lnTo>
                <a:lnTo>
                  <a:pt x="339848" y="288805"/>
                </a:lnTo>
                <a:lnTo>
                  <a:pt x="338189" y="304005"/>
                </a:lnTo>
                <a:lnTo>
                  <a:pt x="337137" y="319205"/>
                </a:lnTo>
                <a:lnTo>
                  <a:pt x="336487" y="334406"/>
                </a:lnTo>
                <a:lnTo>
                  <a:pt x="336091" y="349606"/>
                </a:lnTo>
                <a:lnTo>
                  <a:pt x="335845" y="364806"/>
                </a:lnTo>
                <a:lnTo>
                  <a:pt x="335682" y="380006"/>
                </a:lnTo>
                <a:lnTo>
                  <a:pt x="335569" y="395207"/>
                </a:lnTo>
                <a:lnTo>
                  <a:pt x="335493" y="410407"/>
                </a:lnTo>
                <a:lnTo>
                  <a:pt x="335454" y="425607"/>
                </a:lnTo>
                <a:lnTo>
                  <a:pt x="335466" y="440808"/>
                </a:lnTo>
                <a:lnTo>
                  <a:pt x="335545" y="456008"/>
                </a:lnTo>
                <a:lnTo>
                  <a:pt x="335706" y="471208"/>
                </a:lnTo>
                <a:lnTo>
                  <a:pt x="335962" y="486408"/>
                </a:lnTo>
                <a:lnTo>
                  <a:pt x="336321" y="501609"/>
                </a:lnTo>
                <a:lnTo>
                  <a:pt x="336785" y="516809"/>
                </a:lnTo>
                <a:lnTo>
                  <a:pt x="337347" y="532009"/>
                </a:lnTo>
                <a:lnTo>
                  <a:pt x="337998" y="547209"/>
                </a:lnTo>
                <a:lnTo>
                  <a:pt x="338723" y="562410"/>
                </a:lnTo>
                <a:lnTo>
                  <a:pt x="339509" y="577610"/>
                </a:lnTo>
                <a:lnTo>
                  <a:pt x="340342" y="592810"/>
                </a:lnTo>
                <a:lnTo>
                  <a:pt x="341211" y="608010"/>
                </a:lnTo>
                <a:lnTo>
                  <a:pt x="342110" y="623211"/>
                </a:lnTo>
                <a:lnTo>
                  <a:pt x="343035" y="638411"/>
                </a:lnTo>
                <a:lnTo>
                  <a:pt x="343983" y="653611"/>
                </a:lnTo>
                <a:lnTo>
                  <a:pt x="344948" y="668811"/>
                </a:lnTo>
                <a:lnTo>
                  <a:pt x="345923" y="684012"/>
                </a:lnTo>
                <a:lnTo>
                  <a:pt x="346890" y="699212"/>
                </a:lnTo>
                <a:lnTo>
                  <a:pt x="347823" y="714412"/>
                </a:lnTo>
                <a:lnTo>
                  <a:pt x="348686" y="729612"/>
                </a:lnTo>
                <a:lnTo>
                  <a:pt x="349437" y="744813"/>
                </a:lnTo>
                <a:lnTo>
                  <a:pt x="350028" y="760013"/>
                </a:lnTo>
                <a:lnTo>
                  <a:pt x="350414" y="775213"/>
                </a:lnTo>
                <a:lnTo>
                  <a:pt x="350555" y="790414"/>
                </a:lnTo>
                <a:lnTo>
                  <a:pt x="350424" y="805614"/>
                </a:lnTo>
                <a:lnTo>
                  <a:pt x="350009" y="820814"/>
                </a:lnTo>
                <a:lnTo>
                  <a:pt x="349320" y="836014"/>
                </a:lnTo>
                <a:lnTo>
                  <a:pt x="348381" y="851215"/>
                </a:lnTo>
                <a:lnTo>
                  <a:pt x="347236" y="866415"/>
                </a:lnTo>
                <a:lnTo>
                  <a:pt x="345939" y="881615"/>
                </a:lnTo>
                <a:lnTo>
                  <a:pt x="344555" y="896815"/>
                </a:lnTo>
                <a:lnTo>
                  <a:pt x="343148" y="912016"/>
                </a:lnTo>
                <a:lnTo>
                  <a:pt x="341784" y="927216"/>
                </a:lnTo>
                <a:lnTo>
                  <a:pt x="340522" y="942416"/>
                </a:lnTo>
                <a:lnTo>
                  <a:pt x="339413" y="957616"/>
                </a:lnTo>
                <a:lnTo>
                  <a:pt x="338504" y="972817"/>
                </a:lnTo>
                <a:lnTo>
                  <a:pt x="337832" y="988017"/>
                </a:lnTo>
                <a:lnTo>
                  <a:pt x="337427" y="1003217"/>
                </a:lnTo>
                <a:lnTo>
                  <a:pt x="337313" y="1018417"/>
                </a:lnTo>
                <a:lnTo>
                  <a:pt x="337504" y="1033618"/>
                </a:lnTo>
                <a:lnTo>
                  <a:pt x="338005" y="1048818"/>
                </a:lnTo>
                <a:lnTo>
                  <a:pt x="338806" y="1064018"/>
                </a:lnTo>
                <a:lnTo>
                  <a:pt x="339883" y="1079218"/>
                </a:lnTo>
                <a:lnTo>
                  <a:pt x="341195" y="1094419"/>
                </a:lnTo>
                <a:lnTo>
                  <a:pt x="342678" y="1109619"/>
                </a:lnTo>
                <a:lnTo>
                  <a:pt x="344253" y="1124819"/>
                </a:lnTo>
                <a:lnTo>
                  <a:pt x="345827" y="1140019"/>
                </a:lnTo>
                <a:lnTo>
                  <a:pt x="347296" y="1155220"/>
                </a:lnTo>
                <a:lnTo>
                  <a:pt x="348557" y="1170420"/>
                </a:lnTo>
                <a:lnTo>
                  <a:pt x="349516" y="1185620"/>
                </a:lnTo>
                <a:lnTo>
                  <a:pt x="350097" y="1200821"/>
                </a:lnTo>
                <a:lnTo>
                  <a:pt x="350246" y="1216021"/>
                </a:lnTo>
                <a:lnTo>
                  <a:pt x="349944" y="1231221"/>
                </a:lnTo>
                <a:lnTo>
                  <a:pt x="349202" y="1246421"/>
                </a:lnTo>
                <a:lnTo>
                  <a:pt x="348060" y="1261622"/>
                </a:lnTo>
                <a:lnTo>
                  <a:pt x="346588" y="1276822"/>
                </a:lnTo>
                <a:lnTo>
                  <a:pt x="344873" y="1292022"/>
                </a:lnTo>
                <a:lnTo>
                  <a:pt x="343011" y="1307222"/>
                </a:lnTo>
                <a:lnTo>
                  <a:pt x="341101" y="1322423"/>
                </a:lnTo>
                <a:lnTo>
                  <a:pt x="339236" y="1337623"/>
                </a:lnTo>
                <a:lnTo>
                  <a:pt x="337494" y="1352823"/>
                </a:lnTo>
                <a:lnTo>
                  <a:pt x="335938" y="1368023"/>
                </a:lnTo>
                <a:lnTo>
                  <a:pt x="334612" y="1383224"/>
                </a:lnTo>
                <a:lnTo>
                  <a:pt x="333545" y="1398424"/>
                </a:lnTo>
                <a:lnTo>
                  <a:pt x="332746" y="1413624"/>
                </a:lnTo>
                <a:lnTo>
                  <a:pt x="332215" y="1428824"/>
                </a:lnTo>
                <a:lnTo>
                  <a:pt x="331938" y="1444025"/>
                </a:lnTo>
                <a:lnTo>
                  <a:pt x="331895" y="1459225"/>
                </a:lnTo>
                <a:lnTo>
                  <a:pt x="332063" y="1474425"/>
                </a:lnTo>
                <a:lnTo>
                  <a:pt x="332411" y="1489625"/>
                </a:lnTo>
                <a:lnTo>
                  <a:pt x="332907" y="1504826"/>
                </a:lnTo>
                <a:lnTo>
                  <a:pt x="333519" y="1520026"/>
                </a:lnTo>
                <a:lnTo>
                  <a:pt x="334212" y="1535226"/>
                </a:lnTo>
                <a:lnTo>
                  <a:pt x="334953" y="1550426"/>
                </a:lnTo>
                <a:lnTo>
                  <a:pt x="335710" y="1565627"/>
                </a:lnTo>
                <a:lnTo>
                  <a:pt x="336455" y="1580827"/>
                </a:lnTo>
                <a:lnTo>
                  <a:pt x="337166" y="1596027"/>
                </a:lnTo>
                <a:lnTo>
                  <a:pt x="337827" y="1611228"/>
                </a:lnTo>
                <a:lnTo>
                  <a:pt x="338429" y="1626428"/>
                </a:lnTo>
                <a:lnTo>
                  <a:pt x="338970" y="1641628"/>
                </a:lnTo>
                <a:lnTo>
                  <a:pt x="339453" y="1656828"/>
                </a:lnTo>
                <a:lnTo>
                  <a:pt x="339884" y="1672029"/>
                </a:lnTo>
                <a:lnTo>
                  <a:pt x="340272" y="1687229"/>
                </a:lnTo>
                <a:lnTo>
                  <a:pt x="340623" y="1702429"/>
                </a:lnTo>
                <a:lnTo>
                  <a:pt x="340942" y="1717629"/>
                </a:lnTo>
                <a:lnTo>
                  <a:pt x="341228" y="1732830"/>
                </a:lnTo>
                <a:lnTo>
                  <a:pt x="341477" y="1748030"/>
                </a:lnTo>
                <a:lnTo>
                  <a:pt x="341680" y="1763230"/>
                </a:lnTo>
                <a:lnTo>
                  <a:pt x="341827" y="1778430"/>
                </a:lnTo>
                <a:lnTo>
                  <a:pt x="341907" y="1793631"/>
                </a:lnTo>
                <a:lnTo>
                  <a:pt x="341914" y="1808831"/>
                </a:lnTo>
                <a:lnTo>
                  <a:pt x="341842" y="1824031"/>
                </a:lnTo>
                <a:lnTo>
                  <a:pt x="341694" y="1839231"/>
                </a:lnTo>
                <a:lnTo>
                  <a:pt x="341474" y="1854432"/>
                </a:lnTo>
                <a:lnTo>
                  <a:pt x="341194" y="1869632"/>
                </a:lnTo>
                <a:lnTo>
                  <a:pt x="340866" y="1884832"/>
                </a:lnTo>
                <a:lnTo>
                  <a:pt x="340506" y="1900032"/>
                </a:lnTo>
                <a:lnTo>
                  <a:pt x="340127" y="1915233"/>
                </a:lnTo>
                <a:lnTo>
                  <a:pt x="339744" y="1930433"/>
                </a:lnTo>
                <a:lnTo>
                  <a:pt x="339366" y="1945633"/>
                </a:lnTo>
                <a:lnTo>
                  <a:pt x="339004" y="1960834"/>
                </a:lnTo>
                <a:lnTo>
                  <a:pt x="338662" y="1976034"/>
                </a:lnTo>
                <a:lnTo>
                  <a:pt x="338349" y="1991234"/>
                </a:lnTo>
                <a:lnTo>
                  <a:pt x="338068" y="2006434"/>
                </a:lnTo>
                <a:lnTo>
                  <a:pt x="337828" y="2021635"/>
                </a:lnTo>
                <a:lnTo>
                  <a:pt x="337638" y="2036835"/>
                </a:lnTo>
                <a:lnTo>
                  <a:pt x="337510" y="2052035"/>
                </a:lnTo>
                <a:lnTo>
                  <a:pt x="337463" y="2067235"/>
                </a:lnTo>
                <a:lnTo>
                  <a:pt x="337519" y="2082436"/>
                </a:lnTo>
                <a:lnTo>
                  <a:pt x="337714" y="2097636"/>
                </a:lnTo>
                <a:lnTo>
                  <a:pt x="338091" y="2112836"/>
                </a:lnTo>
                <a:lnTo>
                  <a:pt x="338713" y="2128036"/>
                </a:lnTo>
                <a:lnTo>
                  <a:pt x="339661" y="2143237"/>
                </a:lnTo>
                <a:lnTo>
                  <a:pt x="341039" y="2158437"/>
                </a:lnTo>
                <a:lnTo>
                  <a:pt x="342978" y="2173637"/>
                </a:lnTo>
                <a:lnTo>
                  <a:pt x="345633" y="2188837"/>
                </a:lnTo>
                <a:lnTo>
                  <a:pt x="349177" y="2204038"/>
                </a:lnTo>
                <a:lnTo>
                  <a:pt x="353792" y="2219238"/>
                </a:lnTo>
                <a:lnTo>
                  <a:pt x="359650" y="2234438"/>
                </a:lnTo>
                <a:lnTo>
                  <a:pt x="366891" y="2249638"/>
                </a:lnTo>
                <a:lnTo>
                  <a:pt x="375598" y="2264839"/>
                </a:lnTo>
                <a:lnTo>
                  <a:pt x="385764" y="2280039"/>
                </a:lnTo>
                <a:lnTo>
                  <a:pt x="397271" y="2295239"/>
                </a:lnTo>
                <a:lnTo>
                  <a:pt x="409869" y="2310439"/>
                </a:lnTo>
                <a:lnTo>
                  <a:pt x="423173" y="2325640"/>
                </a:lnTo>
                <a:lnTo>
                  <a:pt x="436665" y="2340840"/>
                </a:lnTo>
                <a:lnTo>
                  <a:pt x="449728" y="2356040"/>
                </a:lnTo>
                <a:lnTo>
                  <a:pt x="461688" y="2371241"/>
                </a:lnTo>
                <a:lnTo>
                  <a:pt x="471864" y="2386441"/>
                </a:lnTo>
                <a:lnTo>
                  <a:pt x="479640" y="2401641"/>
                </a:lnTo>
                <a:lnTo>
                  <a:pt x="484519" y="2416841"/>
                </a:lnTo>
                <a:lnTo>
                  <a:pt x="486183" y="2432042"/>
                </a:lnTo>
                <a:lnTo>
                  <a:pt x="486183" y="2432042"/>
                </a:lnTo>
                <a:close/>
              </a:path>
            </a:pathLst>
          </a:custGeom>
          <a:solidFill>
            <a:srgbClr val="566AB4">
              <a:alpha val="16000"/>
            </a:srgbClr>
          </a:solidFill>
          <a:ln w="15119">
            <a:solidFill>
              <a:srgbClr val="566AB4">
                <a:alpha val="16000"/>
              </a:srgbClr>
            </a:solidFill>
            <a:prstDash val="solid"/>
          </a:ln>
        </p:spPr>
      </p:sp>
      <p:sp>
        <p:nvSpPr>
          <p:cNvPr id="18" name="f_small_violin_path_5121">
            <a:extLst>
              <a:ext uri="{FF2B5EF4-FFF2-40B4-BE49-F238E27FC236}">
                <a16:creationId xmlns:a16="http://schemas.microsoft.com/office/drawing/2014/main" id="{1AF0135F-37B1-42E3-8E94-70606DEA9E94}"/>
              </a:ext>
            </a:extLst>
          </p:cNvPr>
          <p:cNvSpPr>
            <a:spLocks noGrp="1"/>
          </p:cNvSpPr>
          <p:nvPr/>
        </p:nvSpPr>
        <p:spPr>
          <a:xfrm>
            <a:off x="4653324" y="2048011"/>
            <a:ext cx="657216" cy="2432042"/>
          </a:xfrm>
          <a:custGeom>
            <a:avLst/>
            <a:gdLst/>
            <a:ahLst/>
            <a:cxnLst/>
            <a:rect l="0" t="0" r="0" b="0"/>
            <a:pathLst>
              <a:path w="657216" h="2432042">
                <a:moveTo>
                  <a:pt x="465679" y="2432042"/>
                </a:moveTo>
                <a:lnTo>
                  <a:pt x="191537" y="2432042"/>
                </a:lnTo>
                <a:lnTo>
                  <a:pt x="192945" y="2416841"/>
                </a:lnTo>
                <a:lnTo>
                  <a:pt x="197074" y="2401641"/>
                </a:lnTo>
                <a:lnTo>
                  <a:pt x="203653" y="2386441"/>
                </a:lnTo>
                <a:lnTo>
                  <a:pt x="212262" y="2371241"/>
                </a:lnTo>
                <a:lnTo>
                  <a:pt x="222377" y="2356040"/>
                </a:lnTo>
                <a:lnTo>
                  <a:pt x="233420" y="2340840"/>
                </a:lnTo>
                <a:lnTo>
                  <a:pt x="244815" y="2325640"/>
                </a:lnTo>
                <a:lnTo>
                  <a:pt x="256033" y="2310439"/>
                </a:lnTo>
                <a:lnTo>
                  <a:pt x="266629" y="2295239"/>
                </a:lnTo>
                <a:lnTo>
                  <a:pt x="276265" y="2280039"/>
                </a:lnTo>
                <a:lnTo>
                  <a:pt x="284717" y="2264839"/>
                </a:lnTo>
                <a:lnTo>
                  <a:pt x="291873" y="2249638"/>
                </a:lnTo>
                <a:lnTo>
                  <a:pt x="297719" y="2234438"/>
                </a:lnTo>
                <a:lnTo>
                  <a:pt x="302319" y="2219238"/>
                </a:lnTo>
                <a:lnTo>
                  <a:pt x="305796" y="2204038"/>
                </a:lnTo>
                <a:lnTo>
                  <a:pt x="308306" y="2188837"/>
                </a:lnTo>
                <a:lnTo>
                  <a:pt x="310025" y="2173637"/>
                </a:lnTo>
                <a:lnTo>
                  <a:pt x="311131" y="2158437"/>
                </a:lnTo>
                <a:lnTo>
                  <a:pt x="311792" y="2143237"/>
                </a:lnTo>
                <a:lnTo>
                  <a:pt x="312158" y="2128036"/>
                </a:lnTo>
                <a:lnTo>
                  <a:pt x="312359" y="2112836"/>
                </a:lnTo>
                <a:lnTo>
                  <a:pt x="312494" y="2097636"/>
                </a:lnTo>
                <a:lnTo>
                  <a:pt x="312637" y="2082436"/>
                </a:lnTo>
                <a:lnTo>
                  <a:pt x="312835" y="2067235"/>
                </a:lnTo>
                <a:lnTo>
                  <a:pt x="313108" y="2052035"/>
                </a:lnTo>
                <a:lnTo>
                  <a:pt x="313457" y="2036835"/>
                </a:lnTo>
                <a:lnTo>
                  <a:pt x="313865" y="2021635"/>
                </a:lnTo>
                <a:lnTo>
                  <a:pt x="314304" y="2006434"/>
                </a:lnTo>
                <a:lnTo>
                  <a:pt x="314744" y="1991234"/>
                </a:lnTo>
                <a:lnTo>
                  <a:pt x="315155" y="1976034"/>
                </a:lnTo>
                <a:lnTo>
                  <a:pt x="315514" y="1960834"/>
                </a:lnTo>
                <a:lnTo>
                  <a:pt x="315808" y="1945633"/>
                </a:lnTo>
                <a:lnTo>
                  <a:pt x="316038" y="1930433"/>
                </a:lnTo>
                <a:lnTo>
                  <a:pt x="316214" y="1915233"/>
                </a:lnTo>
                <a:lnTo>
                  <a:pt x="316357" y="1900032"/>
                </a:lnTo>
                <a:lnTo>
                  <a:pt x="316495" y="1884832"/>
                </a:lnTo>
                <a:lnTo>
                  <a:pt x="316656" y="1869632"/>
                </a:lnTo>
                <a:lnTo>
                  <a:pt x="316868" y="1854432"/>
                </a:lnTo>
                <a:lnTo>
                  <a:pt x="317148" y="1839231"/>
                </a:lnTo>
                <a:lnTo>
                  <a:pt x="317510" y="1824031"/>
                </a:lnTo>
                <a:lnTo>
                  <a:pt x="317950" y="1808831"/>
                </a:lnTo>
                <a:lnTo>
                  <a:pt x="318460" y="1793631"/>
                </a:lnTo>
                <a:lnTo>
                  <a:pt x="319019" y="1778430"/>
                </a:lnTo>
                <a:lnTo>
                  <a:pt x="319602" y="1763230"/>
                </a:lnTo>
                <a:lnTo>
                  <a:pt x="320180" y="1748030"/>
                </a:lnTo>
                <a:lnTo>
                  <a:pt x="320725" y="1732830"/>
                </a:lnTo>
                <a:lnTo>
                  <a:pt x="321216" y="1717629"/>
                </a:lnTo>
                <a:lnTo>
                  <a:pt x="321634" y="1702429"/>
                </a:lnTo>
                <a:lnTo>
                  <a:pt x="321972" y="1687229"/>
                </a:lnTo>
                <a:lnTo>
                  <a:pt x="322227" y="1672029"/>
                </a:lnTo>
                <a:lnTo>
                  <a:pt x="322406" y="1656828"/>
                </a:lnTo>
                <a:lnTo>
                  <a:pt x="322521" y="1641628"/>
                </a:lnTo>
                <a:lnTo>
                  <a:pt x="322586" y="1626428"/>
                </a:lnTo>
                <a:lnTo>
                  <a:pt x="322619" y="1611228"/>
                </a:lnTo>
                <a:lnTo>
                  <a:pt x="322636" y="1596027"/>
                </a:lnTo>
                <a:lnTo>
                  <a:pt x="322652" y="1580827"/>
                </a:lnTo>
                <a:lnTo>
                  <a:pt x="322680" y="1565627"/>
                </a:lnTo>
                <a:lnTo>
                  <a:pt x="322727" y="1550426"/>
                </a:lnTo>
                <a:lnTo>
                  <a:pt x="322797" y="1535226"/>
                </a:lnTo>
                <a:lnTo>
                  <a:pt x="322889" y="1520026"/>
                </a:lnTo>
                <a:lnTo>
                  <a:pt x="322996" y="1504826"/>
                </a:lnTo>
                <a:lnTo>
                  <a:pt x="323104" y="1489625"/>
                </a:lnTo>
                <a:lnTo>
                  <a:pt x="323193" y="1474425"/>
                </a:lnTo>
                <a:lnTo>
                  <a:pt x="323238" y="1459225"/>
                </a:lnTo>
                <a:lnTo>
                  <a:pt x="323209" y="1444025"/>
                </a:lnTo>
                <a:lnTo>
                  <a:pt x="323073" y="1428824"/>
                </a:lnTo>
                <a:lnTo>
                  <a:pt x="322797" y="1413624"/>
                </a:lnTo>
                <a:lnTo>
                  <a:pt x="322350" y="1398424"/>
                </a:lnTo>
                <a:lnTo>
                  <a:pt x="321710" y="1383224"/>
                </a:lnTo>
                <a:lnTo>
                  <a:pt x="320865" y="1368023"/>
                </a:lnTo>
                <a:lnTo>
                  <a:pt x="319819" y="1352823"/>
                </a:lnTo>
                <a:lnTo>
                  <a:pt x="318591" y="1337623"/>
                </a:lnTo>
                <a:lnTo>
                  <a:pt x="317219" y="1322423"/>
                </a:lnTo>
                <a:lnTo>
                  <a:pt x="315760" y="1307222"/>
                </a:lnTo>
                <a:lnTo>
                  <a:pt x="314283" y="1292022"/>
                </a:lnTo>
                <a:lnTo>
                  <a:pt x="312866" y="1276822"/>
                </a:lnTo>
                <a:lnTo>
                  <a:pt x="311590" y="1261622"/>
                </a:lnTo>
                <a:lnTo>
                  <a:pt x="310533" y="1246421"/>
                </a:lnTo>
                <a:lnTo>
                  <a:pt x="309760" y="1231221"/>
                </a:lnTo>
                <a:lnTo>
                  <a:pt x="309317" y="1216021"/>
                </a:lnTo>
                <a:lnTo>
                  <a:pt x="309231" y="1200821"/>
                </a:lnTo>
                <a:lnTo>
                  <a:pt x="309504" y="1185620"/>
                </a:lnTo>
                <a:lnTo>
                  <a:pt x="310114" y="1170420"/>
                </a:lnTo>
                <a:lnTo>
                  <a:pt x="311021" y="1155220"/>
                </a:lnTo>
                <a:lnTo>
                  <a:pt x="312167" y="1140019"/>
                </a:lnTo>
                <a:lnTo>
                  <a:pt x="313485" y="1124819"/>
                </a:lnTo>
                <a:lnTo>
                  <a:pt x="314904" y="1109619"/>
                </a:lnTo>
                <a:lnTo>
                  <a:pt x="316352" y="1094419"/>
                </a:lnTo>
                <a:lnTo>
                  <a:pt x="317763" y="1079218"/>
                </a:lnTo>
                <a:lnTo>
                  <a:pt x="319080" y="1064018"/>
                </a:lnTo>
                <a:lnTo>
                  <a:pt x="320252" y="1048818"/>
                </a:lnTo>
                <a:lnTo>
                  <a:pt x="321241" y="1033618"/>
                </a:lnTo>
                <a:lnTo>
                  <a:pt x="322018" y="1018417"/>
                </a:lnTo>
                <a:lnTo>
                  <a:pt x="322564" y="1003217"/>
                </a:lnTo>
                <a:lnTo>
                  <a:pt x="322870" y="988017"/>
                </a:lnTo>
                <a:lnTo>
                  <a:pt x="322937" y="972817"/>
                </a:lnTo>
                <a:lnTo>
                  <a:pt x="322776" y="957616"/>
                </a:lnTo>
                <a:lnTo>
                  <a:pt x="322406" y="942416"/>
                </a:lnTo>
                <a:lnTo>
                  <a:pt x="321857" y="927216"/>
                </a:lnTo>
                <a:lnTo>
                  <a:pt x="321166" y="912016"/>
                </a:lnTo>
                <a:lnTo>
                  <a:pt x="320377" y="896815"/>
                </a:lnTo>
                <a:lnTo>
                  <a:pt x="319536" y="881615"/>
                </a:lnTo>
                <a:lnTo>
                  <a:pt x="318687" y="866415"/>
                </a:lnTo>
                <a:lnTo>
                  <a:pt x="317869" y="851215"/>
                </a:lnTo>
                <a:lnTo>
                  <a:pt x="317114" y="836014"/>
                </a:lnTo>
                <a:lnTo>
                  <a:pt x="316439" y="820814"/>
                </a:lnTo>
                <a:lnTo>
                  <a:pt x="315847" y="805614"/>
                </a:lnTo>
                <a:lnTo>
                  <a:pt x="315327" y="790414"/>
                </a:lnTo>
                <a:lnTo>
                  <a:pt x="314856" y="775213"/>
                </a:lnTo>
                <a:lnTo>
                  <a:pt x="314405" y="760013"/>
                </a:lnTo>
                <a:lnTo>
                  <a:pt x="313941" y="744813"/>
                </a:lnTo>
                <a:lnTo>
                  <a:pt x="313435" y="729612"/>
                </a:lnTo>
                <a:lnTo>
                  <a:pt x="312867" y="714412"/>
                </a:lnTo>
                <a:lnTo>
                  <a:pt x="312231" y="699212"/>
                </a:lnTo>
                <a:lnTo>
                  <a:pt x="311537" y="684012"/>
                </a:lnTo>
                <a:lnTo>
                  <a:pt x="310810" y="668811"/>
                </a:lnTo>
                <a:lnTo>
                  <a:pt x="310088" y="653611"/>
                </a:lnTo>
                <a:lnTo>
                  <a:pt x="309417" y="638411"/>
                </a:lnTo>
                <a:lnTo>
                  <a:pt x="308846" y="623211"/>
                </a:lnTo>
                <a:lnTo>
                  <a:pt x="308419" y="608010"/>
                </a:lnTo>
                <a:lnTo>
                  <a:pt x="308174" y="592810"/>
                </a:lnTo>
                <a:lnTo>
                  <a:pt x="308133" y="577610"/>
                </a:lnTo>
                <a:lnTo>
                  <a:pt x="308305" y="562410"/>
                </a:lnTo>
                <a:lnTo>
                  <a:pt x="308684" y="547209"/>
                </a:lnTo>
                <a:lnTo>
                  <a:pt x="309249" y="532009"/>
                </a:lnTo>
                <a:lnTo>
                  <a:pt x="309971" y="516809"/>
                </a:lnTo>
                <a:lnTo>
                  <a:pt x="310814" y="501609"/>
                </a:lnTo>
                <a:lnTo>
                  <a:pt x="311738" y="486408"/>
                </a:lnTo>
                <a:lnTo>
                  <a:pt x="312707" y="471208"/>
                </a:lnTo>
                <a:lnTo>
                  <a:pt x="313687" y="456008"/>
                </a:lnTo>
                <a:lnTo>
                  <a:pt x="314648" y="440808"/>
                </a:lnTo>
                <a:lnTo>
                  <a:pt x="315568" y="425607"/>
                </a:lnTo>
                <a:lnTo>
                  <a:pt x="316428" y="410407"/>
                </a:lnTo>
                <a:lnTo>
                  <a:pt x="317209" y="395207"/>
                </a:lnTo>
                <a:lnTo>
                  <a:pt x="317890" y="380006"/>
                </a:lnTo>
                <a:lnTo>
                  <a:pt x="318443" y="364806"/>
                </a:lnTo>
                <a:lnTo>
                  <a:pt x="318821" y="349606"/>
                </a:lnTo>
                <a:lnTo>
                  <a:pt x="318958" y="334406"/>
                </a:lnTo>
                <a:lnTo>
                  <a:pt x="318750" y="319205"/>
                </a:lnTo>
                <a:lnTo>
                  <a:pt x="318054" y="304005"/>
                </a:lnTo>
                <a:lnTo>
                  <a:pt x="316675" y="288805"/>
                </a:lnTo>
                <a:lnTo>
                  <a:pt x="314359" y="273605"/>
                </a:lnTo>
                <a:lnTo>
                  <a:pt x="310797" y="258404"/>
                </a:lnTo>
                <a:lnTo>
                  <a:pt x="305623" y="243204"/>
                </a:lnTo>
                <a:lnTo>
                  <a:pt x="298434" y="228004"/>
                </a:lnTo>
                <a:lnTo>
                  <a:pt x="288817" y="212804"/>
                </a:lnTo>
                <a:lnTo>
                  <a:pt x="276385" y="197603"/>
                </a:lnTo>
                <a:lnTo>
                  <a:pt x="260828" y="182403"/>
                </a:lnTo>
                <a:lnTo>
                  <a:pt x="241975" y="167203"/>
                </a:lnTo>
                <a:lnTo>
                  <a:pt x="219850" y="152003"/>
                </a:lnTo>
                <a:lnTo>
                  <a:pt x="194728" y="136802"/>
                </a:lnTo>
                <a:lnTo>
                  <a:pt x="167171" y="121602"/>
                </a:lnTo>
                <a:lnTo>
                  <a:pt x="138044" y="106402"/>
                </a:lnTo>
                <a:lnTo>
                  <a:pt x="108488" y="91202"/>
                </a:lnTo>
                <a:lnTo>
                  <a:pt x="79866" y="76001"/>
                </a:lnTo>
                <a:lnTo>
                  <a:pt x="53662" y="60801"/>
                </a:lnTo>
                <a:lnTo>
                  <a:pt x="31367" y="45601"/>
                </a:lnTo>
                <a:lnTo>
                  <a:pt x="14333" y="30401"/>
                </a:lnTo>
                <a:lnTo>
                  <a:pt x="3644" y="15200"/>
                </a:lnTo>
                <a:lnTo>
                  <a:pt x="0" y="0"/>
                </a:lnTo>
                <a:lnTo>
                  <a:pt x="657216" y="0"/>
                </a:lnTo>
                <a:lnTo>
                  <a:pt x="657216" y="0"/>
                </a:lnTo>
                <a:lnTo>
                  <a:pt x="653572" y="15200"/>
                </a:lnTo>
                <a:lnTo>
                  <a:pt x="642883" y="30401"/>
                </a:lnTo>
                <a:lnTo>
                  <a:pt x="625849" y="45601"/>
                </a:lnTo>
                <a:lnTo>
                  <a:pt x="603554" y="60801"/>
                </a:lnTo>
                <a:lnTo>
                  <a:pt x="577350" y="76001"/>
                </a:lnTo>
                <a:lnTo>
                  <a:pt x="548728" y="91202"/>
                </a:lnTo>
                <a:lnTo>
                  <a:pt x="519172" y="106402"/>
                </a:lnTo>
                <a:lnTo>
                  <a:pt x="490045" y="121602"/>
                </a:lnTo>
                <a:lnTo>
                  <a:pt x="462488" y="136802"/>
                </a:lnTo>
                <a:lnTo>
                  <a:pt x="437366" y="152003"/>
                </a:lnTo>
                <a:lnTo>
                  <a:pt x="415241" y="167203"/>
                </a:lnTo>
                <a:lnTo>
                  <a:pt x="396388" y="182403"/>
                </a:lnTo>
                <a:lnTo>
                  <a:pt x="380831" y="197603"/>
                </a:lnTo>
                <a:lnTo>
                  <a:pt x="368399" y="212804"/>
                </a:lnTo>
                <a:lnTo>
                  <a:pt x="358782" y="228004"/>
                </a:lnTo>
                <a:lnTo>
                  <a:pt x="351593" y="243204"/>
                </a:lnTo>
                <a:lnTo>
                  <a:pt x="346419" y="258404"/>
                </a:lnTo>
                <a:lnTo>
                  <a:pt x="342857" y="273605"/>
                </a:lnTo>
                <a:lnTo>
                  <a:pt x="340541" y="288805"/>
                </a:lnTo>
                <a:lnTo>
                  <a:pt x="339162" y="304005"/>
                </a:lnTo>
                <a:lnTo>
                  <a:pt x="338466" y="319205"/>
                </a:lnTo>
                <a:lnTo>
                  <a:pt x="338258" y="334406"/>
                </a:lnTo>
                <a:lnTo>
                  <a:pt x="338395" y="349606"/>
                </a:lnTo>
                <a:lnTo>
                  <a:pt x="338773" y="364806"/>
                </a:lnTo>
                <a:lnTo>
                  <a:pt x="339326" y="380006"/>
                </a:lnTo>
                <a:lnTo>
                  <a:pt x="340007" y="395207"/>
                </a:lnTo>
                <a:lnTo>
                  <a:pt x="340788" y="410407"/>
                </a:lnTo>
                <a:lnTo>
                  <a:pt x="341648" y="425607"/>
                </a:lnTo>
                <a:lnTo>
                  <a:pt x="342568" y="440808"/>
                </a:lnTo>
                <a:lnTo>
                  <a:pt x="343530" y="456008"/>
                </a:lnTo>
                <a:lnTo>
                  <a:pt x="344509" y="471208"/>
                </a:lnTo>
                <a:lnTo>
                  <a:pt x="345478" y="486408"/>
                </a:lnTo>
                <a:lnTo>
                  <a:pt x="346402" y="501609"/>
                </a:lnTo>
                <a:lnTo>
                  <a:pt x="347245" y="516809"/>
                </a:lnTo>
                <a:lnTo>
                  <a:pt x="347967" y="532009"/>
                </a:lnTo>
                <a:lnTo>
                  <a:pt x="348532" y="547209"/>
                </a:lnTo>
                <a:lnTo>
                  <a:pt x="348911" y="562410"/>
                </a:lnTo>
                <a:lnTo>
                  <a:pt x="349083" y="577610"/>
                </a:lnTo>
                <a:lnTo>
                  <a:pt x="349042" y="592810"/>
                </a:lnTo>
                <a:lnTo>
                  <a:pt x="348797" y="608010"/>
                </a:lnTo>
                <a:lnTo>
                  <a:pt x="348370" y="623211"/>
                </a:lnTo>
                <a:lnTo>
                  <a:pt x="347799" y="638411"/>
                </a:lnTo>
                <a:lnTo>
                  <a:pt x="347128" y="653611"/>
                </a:lnTo>
                <a:lnTo>
                  <a:pt x="346406" y="668811"/>
                </a:lnTo>
                <a:lnTo>
                  <a:pt x="345679" y="684012"/>
                </a:lnTo>
                <a:lnTo>
                  <a:pt x="344985" y="699212"/>
                </a:lnTo>
                <a:lnTo>
                  <a:pt x="344349" y="714412"/>
                </a:lnTo>
                <a:lnTo>
                  <a:pt x="343781" y="729612"/>
                </a:lnTo>
                <a:lnTo>
                  <a:pt x="343275" y="744813"/>
                </a:lnTo>
                <a:lnTo>
                  <a:pt x="342811" y="760013"/>
                </a:lnTo>
                <a:lnTo>
                  <a:pt x="342360" y="775213"/>
                </a:lnTo>
                <a:lnTo>
                  <a:pt x="341889" y="790414"/>
                </a:lnTo>
                <a:lnTo>
                  <a:pt x="341369" y="805614"/>
                </a:lnTo>
                <a:lnTo>
                  <a:pt x="340777" y="820814"/>
                </a:lnTo>
                <a:lnTo>
                  <a:pt x="340102" y="836014"/>
                </a:lnTo>
                <a:lnTo>
                  <a:pt x="339347" y="851215"/>
                </a:lnTo>
                <a:lnTo>
                  <a:pt x="338529" y="866415"/>
                </a:lnTo>
                <a:lnTo>
                  <a:pt x="337680" y="881615"/>
                </a:lnTo>
                <a:lnTo>
                  <a:pt x="336839" y="896815"/>
                </a:lnTo>
                <a:lnTo>
                  <a:pt x="336050" y="912016"/>
                </a:lnTo>
                <a:lnTo>
                  <a:pt x="335359" y="927216"/>
                </a:lnTo>
                <a:lnTo>
                  <a:pt x="334810" y="942416"/>
                </a:lnTo>
                <a:lnTo>
                  <a:pt x="334440" y="957616"/>
                </a:lnTo>
                <a:lnTo>
                  <a:pt x="334279" y="972817"/>
                </a:lnTo>
                <a:lnTo>
                  <a:pt x="334346" y="988017"/>
                </a:lnTo>
                <a:lnTo>
                  <a:pt x="334652" y="1003217"/>
                </a:lnTo>
                <a:lnTo>
                  <a:pt x="335198" y="1018417"/>
                </a:lnTo>
                <a:lnTo>
                  <a:pt x="335975" y="1033618"/>
                </a:lnTo>
                <a:lnTo>
                  <a:pt x="336964" y="1048818"/>
                </a:lnTo>
                <a:lnTo>
                  <a:pt x="338136" y="1064018"/>
                </a:lnTo>
                <a:lnTo>
                  <a:pt x="339453" y="1079218"/>
                </a:lnTo>
                <a:lnTo>
                  <a:pt x="340864" y="1094419"/>
                </a:lnTo>
                <a:lnTo>
                  <a:pt x="342312" y="1109619"/>
                </a:lnTo>
                <a:lnTo>
                  <a:pt x="343731" y="1124819"/>
                </a:lnTo>
                <a:lnTo>
                  <a:pt x="345049" y="1140019"/>
                </a:lnTo>
                <a:lnTo>
                  <a:pt x="346195" y="1155220"/>
                </a:lnTo>
                <a:lnTo>
                  <a:pt x="347102" y="1170420"/>
                </a:lnTo>
                <a:lnTo>
                  <a:pt x="347712" y="1185620"/>
                </a:lnTo>
                <a:lnTo>
                  <a:pt x="347985" y="1200821"/>
                </a:lnTo>
                <a:lnTo>
                  <a:pt x="347899" y="1216021"/>
                </a:lnTo>
                <a:lnTo>
                  <a:pt x="347456" y="1231221"/>
                </a:lnTo>
                <a:lnTo>
                  <a:pt x="346683" y="1246421"/>
                </a:lnTo>
                <a:lnTo>
                  <a:pt x="345626" y="1261622"/>
                </a:lnTo>
                <a:lnTo>
                  <a:pt x="344350" y="1276822"/>
                </a:lnTo>
                <a:lnTo>
                  <a:pt x="342933" y="1292022"/>
                </a:lnTo>
                <a:lnTo>
                  <a:pt x="341456" y="1307222"/>
                </a:lnTo>
                <a:lnTo>
                  <a:pt x="339997" y="1322423"/>
                </a:lnTo>
                <a:lnTo>
                  <a:pt x="338625" y="1337623"/>
                </a:lnTo>
                <a:lnTo>
                  <a:pt x="337397" y="1352823"/>
                </a:lnTo>
                <a:lnTo>
                  <a:pt x="336351" y="1368023"/>
                </a:lnTo>
                <a:lnTo>
                  <a:pt x="335506" y="1383224"/>
                </a:lnTo>
                <a:lnTo>
                  <a:pt x="334866" y="1398424"/>
                </a:lnTo>
                <a:lnTo>
                  <a:pt x="334419" y="1413624"/>
                </a:lnTo>
                <a:lnTo>
                  <a:pt x="334143" y="1428824"/>
                </a:lnTo>
                <a:lnTo>
                  <a:pt x="334007" y="1444025"/>
                </a:lnTo>
                <a:lnTo>
                  <a:pt x="333978" y="1459225"/>
                </a:lnTo>
                <a:lnTo>
                  <a:pt x="334023" y="1474425"/>
                </a:lnTo>
                <a:lnTo>
                  <a:pt x="334112" y="1489625"/>
                </a:lnTo>
                <a:lnTo>
                  <a:pt x="334220" y="1504826"/>
                </a:lnTo>
                <a:lnTo>
                  <a:pt x="334327" y="1520026"/>
                </a:lnTo>
                <a:lnTo>
                  <a:pt x="334419" y="1535226"/>
                </a:lnTo>
                <a:lnTo>
                  <a:pt x="334489" y="1550426"/>
                </a:lnTo>
                <a:lnTo>
                  <a:pt x="334536" y="1565627"/>
                </a:lnTo>
                <a:lnTo>
                  <a:pt x="334564" y="1580827"/>
                </a:lnTo>
                <a:lnTo>
                  <a:pt x="334580" y="1596027"/>
                </a:lnTo>
                <a:lnTo>
                  <a:pt x="334597" y="1611228"/>
                </a:lnTo>
                <a:lnTo>
                  <a:pt x="334630" y="1626428"/>
                </a:lnTo>
                <a:lnTo>
                  <a:pt x="334695" y="1641628"/>
                </a:lnTo>
                <a:lnTo>
                  <a:pt x="334810" y="1656828"/>
                </a:lnTo>
                <a:lnTo>
                  <a:pt x="334989" y="1672029"/>
                </a:lnTo>
                <a:lnTo>
                  <a:pt x="335244" y="1687229"/>
                </a:lnTo>
                <a:lnTo>
                  <a:pt x="335582" y="1702429"/>
                </a:lnTo>
                <a:lnTo>
                  <a:pt x="336000" y="1717629"/>
                </a:lnTo>
                <a:lnTo>
                  <a:pt x="336491" y="1732830"/>
                </a:lnTo>
                <a:lnTo>
                  <a:pt x="337036" y="1748030"/>
                </a:lnTo>
                <a:lnTo>
                  <a:pt x="337614" y="1763230"/>
                </a:lnTo>
                <a:lnTo>
                  <a:pt x="338197" y="1778430"/>
                </a:lnTo>
                <a:lnTo>
                  <a:pt x="338756" y="1793631"/>
                </a:lnTo>
                <a:lnTo>
                  <a:pt x="339266" y="1808831"/>
                </a:lnTo>
                <a:lnTo>
                  <a:pt x="339706" y="1824031"/>
                </a:lnTo>
                <a:lnTo>
                  <a:pt x="340068" y="1839231"/>
                </a:lnTo>
                <a:lnTo>
                  <a:pt x="340348" y="1854432"/>
                </a:lnTo>
                <a:lnTo>
                  <a:pt x="340560" y="1869632"/>
                </a:lnTo>
                <a:lnTo>
                  <a:pt x="340721" y="1884832"/>
                </a:lnTo>
                <a:lnTo>
                  <a:pt x="340859" y="1900032"/>
                </a:lnTo>
                <a:lnTo>
                  <a:pt x="341002" y="1915233"/>
                </a:lnTo>
                <a:lnTo>
                  <a:pt x="341178" y="1930433"/>
                </a:lnTo>
                <a:lnTo>
                  <a:pt x="341408" y="1945633"/>
                </a:lnTo>
                <a:lnTo>
                  <a:pt x="341702" y="1960834"/>
                </a:lnTo>
                <a:lnTo>
                  <a:pt x="342061" y="1976034"/>
                </a:lnTo>
                <a:lnTo>
                  <a:pt x="342472" y="1991234"/>
                </a:lnTo>
                <a:lnTo>
                  <a:pt x="342912" y="2006434"/>
                </a:lnTo>
                <a:lnTo>
                  <a:pt x="343351" y="2021635"/>
                </a:lnTo>
                <a:lnTo>
                  <a:pt x="343759" y="2036835"/>
                </a:lnTo>
                <a:lnTo>
                  <a:pt x="344108" y="2052035"/>
                </a:lnTo>
                <a:lnTo>
                  <a:pt x="344381" y="2067235"/>
                </a:lnTo>
                <a:lnTo>
                  <a:pt x="344579" y="2082436"/>
                </a:lnTo>
                <a:lnTo>
                  <a:pt x="344722" y="2097636"/>
                </a:lnTo>
                <a:lnTo>
                  <a:pt x="344857" y="2112836"/>
                </a:lnTo>
                <a:lnTo>
                  <a:pt x="345058" y="2128036"/>
                </a:lnTo>
                <a:lnTo>
                  <a:pt x="345424" y="2143237"/>
                </a:lnTo>
                <a:lnTo>
                  <a:pt x="346085" y="2158437"/>
                </a:lnTo>
                <a:lnTo>
                  <a:pt x="347191" y="2173637"/>
                </a:lnTo>
                <a:lnTo>
                  <a:pt x="348910" y="2188837"/>
                </a:lnTo>
                <a:lnTo>
                  <a:pt x="351420" y="2204038"/>
                </a:lnTo>
                <a:lnTo>
                  <a:pt x="354897" y="2219238"/>
                </a:lnTo>
                <a:lnTo>
                  <a:pt x="359497" y="2234438"/>
                </a:lnTo>
                <a:lnTo>
                  <a:pt x="365343" y="2249638"/>
                </a:lnTo>
                <a:lnTo>
                  <a:pt x="372499" y="2264839"/>
                </a:lnTo>
                <a:lnTo>
                  <a:pt x="380951" y="2280039"/>
                </a:lnTo>
                <a:lnTo>
                  <a:pt x="390587" y="2295239"/>
                </a:lnTo>
                <a:lnTo>
                  <a:pt x="401183" y="2310439"/>
                </a:lnTo>
                <a:lnTo>
                  <a:pt x="412401" y="2325640"/>
                </a:lnTo>
                <a:lnTo>
                  <a:pt x="423796" y="2340840"/>
                </a:lnTo>
                <a:lnTo>
                  <a:pt x="434839" y="2356040"/>
                </a:lnTo>
                <a:lnTo>
                  <a:pt x="444954" y="2371241"/>
                </a:lnTo>
                <a:lnTo>
                  <a:pt x="453563" y="2386441"/>
                </a:lnTo>
                <a:lnTo>
                  <a:pt x="460142" y="2401641"/>
                </a:lnTo>
                <a:lnTo>
                  <a:pt x="464271" y="2416841"/>
                </a:lnTo>
                <a:lnTo>
                  <a:pt x="465679" y="2432042"/>
                </a:lnTo>
                <a:lnTo>
                  <a:pt x="465679" y="2432042"/>
                </a:lnTo>
                <a:close/>
              </a:path>
            </a:pathLst>
          </a:custGeom>
          <a:solidFill>
            <a:srgbClr val="B08A60">
              <a:alpha val="16000"/>
            </a:srgbClr>
          </a:solidFill>
          <a:ln w="15119">
            <a:solidFill>
              <a:srgbClr val="B08A60">
                <a:alpha val="16000"/>
              </a:srgbClr>
            </a:solidFill>
            <a:prstDash val="solid"/>
          </a:ln>
        </p:spPr>
      </p:sp>
      <p:sp>
        <p:nvSpPr>
          <p:cNvPr id="19" name="f_small_violin_ellipse_5122">
            <a:extLst>
              <a:ext uri="{FF2B5EF4-FFF2-40B4-BE49-F238E27FC236}">
                <a16:creationId xmlns:a16="http://schemas.microsoft.com/office/drawing/2014/main" id="{5558CC22-B4D8-4393-BD7F-CF04945DDAB1}"/>
              </a:ext>
            </a:extLst>
          </p:cNvPr>
          <p:cNvSpPr>
            <a:spLocks noGrp="1"/>
          </p:cNvSpPr>
          <p:nvPr/>
        </p:nvSpPr>
        <p:spPr>
          <a:xfrm>
            <a:off x="1684838" y="2024752"/>
            <a:ext cx="46519" cy="46519"/>
          </a:xfrm>
          <a:prstGeom prst="ellipse">
            <a:avLst/>
          </a:prstGeom>
          <a:solidFill>
            <a:srgbClr val="566AB4">
              <a:alpha val="43000"/>
            </a:srgbClr>
          </a:solidFill>
          <a:ln w="0">
            <a:noFill/>
            <a:prstDash val="solid"/>
          </a:ln>
        </p:spPr>
      </p:sp>
      <p:sp>
        <p:nvSpPr>
          <p:cNvPr id="20" name="f_small_violin_ellipse_5123">
            <a:extLst>
              <a:ext uri="{FF2B5EF4-FFF2-40B4-BE49-F238E27FC236}">
                <a16:creationId xmlns:a16="http://schemas.microsoft.com/office/drawing/2014/main" id="{0C48A0AA-922C-4F1E-9BF8-36B855616F1D}"/>
              </a:ext>
            </a:extLst>
          </p:cNvPr>
          <p:cNvSpPr>
            <a:spLocks noGrp="1"/>
          </p:cNvSpPr>
          <p:nvPr/>
        </p:nvSpPr>
        <p:spPr>
          <a:xfrm>
            <a:off x="1578555" y="2545904"/>
            <a:ext cx="46519" cy="46519"/>
          </a:xfrm>
          <a:prstGeom prst="ellipse">
            <a:avLst/>
          </a:prstGeom>
          <a:solidFill>
            <a:srgbClr val="566AB4">
              <a:alpha val="43000"/>
            </a:srgbClr>
          </a:solidFill>
          <a:ln w="0">
            <a:noFill/>
            <a:prstDash val="solid"/>
          </a:ln>
        </p:spPr>
      </p:sp>
      <p:sp>
        <p:nvSpPr>
          <p:cNvPr id="21" name="f_small_violin_ellipse_5124">
            <a:extLst>
              <a:ext uri="{FF2B5EF4-FFF2-40B4-BE49-F238E27FC236}">
                <a16:creationId xmlns:a16="http://schemas.microsoft.com/office/drawing/2014/main" id="{B1BA6481-5174-45E1-890F-03E4A8DD5B72}"/>
              </a:ext>
            </a:extLst>
          </p:cNvPr>
          <p:cNvSpPr>
            <a:spLocks noGrp="1"/>
          </p:cNvSpPr>
          <p:nvPr/>
        </p:nvSpPr>
        <p:spPr>
          <a:xfrm>
            <a:off x="1326104" y="2024752"/>
            <a:ext cx="46519" cy="46519"/>
          </a:xfrm>
          <a:prstGeom prst="ellipse">
            <a:avLst/>
          </a:prstGeom>
          <a:solidFill>
            <a:srgbClr val="566AB4">
              <a:alpha val="43000"/>
            </a:srgbClr>
          </a:solidFill>
          <a:ln w="0">
            <a:noFill/>
            <a:prstDash val="solid"/>
          </a:ln>
        </p:spPr>
      </p:sp>
      <p:sp>
        <p:nvSpPr>
          <p:cNvPr id="22" name="f_small_violin_ellipse_5125">
            <a:extLst>
              <a:ext uri="{FF2B5EF4-FFF2-40B4-BE49-F238E27FC236}">
                <a16:creationId xmlns:a16="http://schemas.microsoft.com/office/drawing/2014/main" id="{EB085850-0EED-49DF-A937-F865C2C7DB8C}"/>
              </a:ext>
            </a:extLst>
          </p:cNvPr>
          <p:cNvSpPr>
            <a:spLocks noGrp="1"/>
          </p:cNvSpPr>
          <p:nvPr/>
        </p:nvSpPr>
        <p:spPr>
          <a:xfrm>
            <a:off x="1439481" y="2024752"/>
            <a:ext cx="46519" cy="46519"/>
          </a:xfrm>
          <a:prstGeom prst="ellipse">
            <a:avLst/>
          </a:prstGeom>
          <a:solidFill>
            <a:srgbClr val="566AB4">
              <a:alpha val="43000"/>
            </a:srgbClr>
          </a:solidFill>
          <a:ln w="0">
            <a:noFill/>
            <a:prstDash val="solid"/>
          </a:ln>
        </p:spPr>
      </p:sp>
      <p:sp>
        <p:nvSpPr>
          <p:cNvPr id="23" name="f_small_violin_ellipse_5126">
            <a:extLst>
              <a:ext uri="{FF2B5EF4-FFF2-40B4-BE49-F238E27FC236}">
                <a16:creationId xmlns:a16="http://schemas.microsoft.com/office/drawing/2014/main" id="{0537748E-3CE7-41BA-87B9-0764386CBF90}"/>
              </a:ext>
            </a:extLst>
          </p:cNvPr>
          <p:cNvSpPr>
            <a:spLocks noGrp="1"/>
          </p:cNvSpPr>
          <p:nvPr/>
        </p:nvSpPr>
        <p:spPr>
          <a:xfrm>
            <a:off x="1414195" y="2024752"/>
            <a:ext cx="46519" cy="46519"/>
          </a:xfrm>
          <a:prstGeom prst="ellipse">
            <a:avLst/>
          </a:prstGeom>
          <a:solidFill>
            <a:srgbClr val="566AB4">
              <a:alpha val="43000"/>
            </a:srgbClr>
          </a:solidFill>
          <a:ln w="0">
            <a:noFill/>
            <a:prstDash val="solid"/>
          </a:ln>
        </p:spPr>
      </p:sp>
      <p:sp>
        <p:nvSpPr>
          <p:cNvPr id="24" name="f_small_violin_ellipse_5127">
            <a:extLst>
              <a:ext uri="{FF2B5EF4-FFF2-40B4-BE49-F238E27FC236}">
                <a16:creationId xmlns:a16="http://schemas.microsoft.com/office/drawing/2014/main" id="{7E3D52A5-1111-46DC-90EA-437555916D00}"/>
              </a:ext>
            </a:extLst>
          </p:cNvPr>
          <p:cNvSpPr>
            <a:spLocks noGrp="1"/>
          </p:cNvSpPr>
          <p:nvPr/>
        </p:nvSpPr>
        <p:spPr>
          <a:xfrm>
            <a:off x="1391481" y="3046914"/>
            <a:ext cx="46519" cy="46519"/>
          </a:xfrm>
          <a:prstGeom prst="ellipse">
            <a:avLst/>
          </a:prstGeom>
          <a:solidFill>
            <a:srgbClr val="566AB4">
              <a:alpha val="43000"/>
            </a:srgbClr>
          </a:solidFill>
          <a:ln w="0">
            <a:noFill/>
            <a:prstDash val="solid"/>
          </a:ln>
        </p:spPr>
      </p:sp>
      <p:sp>
        <p:nvSpPr>
          <p:cNvPr id="25" name="f_small_violin_ellipse_5128">
            <a:extLst>
              <a:ext uri="{FF2B5EF4-FFF2-40B4-BE49-F238E27FC236}">
                <a16:creationId xmlns:a16="http://schemas.microsoft.com/office/drawing/2014/main" id="{5FE53589-E604-4A8A-8BA8-E1751C7D8D83}"/>
              </a:ext>
            </a:extLst>
          </p:cNvPr>
          <p:cNvSpPr>
            <a:spLocks noGrp="1"/>
          </p:cNvSpPr>
          <p:nvPr/>
        </p:nvSpPr>
        <p:spPr>
          <a:xfrm>
            <a:off x="1540046" y="3240773"/>
            <a:ext cx="46519" cy="46519"/>
          </a:xfrm>
          <a:prstGeom prst="ellipse">
            <a:avLst/>
          </a:prstGeom>
          <a:solidFill>
            <a:srgbClr val="566AB4">
              <a:alpha val="43000"/>
            </a:srgbClr>
          </a:solidFill>
          <a:ln w="0">
            <a:noFill/>
            <a:prstDash val="solid"/>
          </a:ln>
        </p:spPr>
      </p:sp>
      <p:sp>
        <p:nvSpPr>
          <p:cNvPr id="26" name="f_small_violin_ellipse_5129">
            <a:extLst>
              <a:ext uri="{FF2B5EF4-FFF2-40B4-BE49-F238E27FC236}">
                <a16:creationId xmlns:a16="http://schemas.microsoft.com/office/drawing/2014/main" id="{5AB8163C-9DC4-457F-9F9C-41C14AED6643}"/>
              </a:ext>
            </a:extLst>
          </p:cNvPr>
          <p:cNvSpPr>
            <a:spLocks noGrp="1"/>
          </p:cNvSpPr>
          <p:nvPr/>
        </p:nvSpPr>
        <p:spPr>
          <a:xfrm>
            <a:off x="1422042" y="3443443"/>
            <a:ext cx="46519" cy="46519"/>
          </a:xfrm>
          <a:prstGeom prst="ellipse">
            <a:avLst/>
          </a:prstGeom>
          <a:solidFill>
            <a:srgbClr val="566AB4">
              <a:alpha val="43000"/>
            </a:srgbClr>
          </a:solidFill>
          <a:ln w="0">
            <a:noFill/>
            <a:prstDash val="solid"/>
          </a:ln>
        </p:spPr>
      </p:sp>
      <p:sp>
        <p:nvSpPr>
          <p:cNvPr id="27" name="f_small_violin_ellipse_5130">
            <a:extLst>
              <a:ext uri="{FF2B5EF4-FFF2-40B4-BE49-F238E27FC236}">
                <a16:creationId xmlns:a16="http://schemas.microsoft.com/office/drawing/2014/main" id="{FD7194BA-34E7-4138-88A2-AE08D22D58B8}"/>
              </a:ext>
            </a:extLst>
          </p:cNvPr>
          <p:cNvSpPr>
            <a:spLocks noGrp="1"/>
          </p:cNvSpPr>
          <p:nvPr/>
        </p:nvSpPr>
        <p:spPr>
          <a:xfrm>
            <a:off x="1646128" y="2024752"/>
            <a:ext cx="46519" cy="46519"/>
          </a:xfrm>
          <a:prstGeom prst="ellipse">
            <a:avLst/>
          </a:prstGeom>
          <a:solidFill>
            <a:srgbClr val="566AB4">
              <a:alpha val="43000"/>
            </a:srgbClr>
          </a:solidFill>
          <a:ln w="0">
            <a:noFill/>
            <a:prstDash val="solid"/>
          </a:ln>
        </p:spPr>
      </p:sp>
      <p:sp>
        <p:nvSpPr>
          <p:cNvPr id="28" name="f_small_violin_ellipse_5131">
            <a:extLst>
              <a:ext uri="{FF2B5EF4-FFF2-40B4-BE49-F238E27FC236}">
                <a16:creationId xmlns:a16="http://schemas.microsoft.com/office/drawing/2014/main" id="{FC3D6FB4-6A1C-4A4D-BEC1-CC4B10930953}"/>
              </a:ext>
            </a:extLst>
          </p:cNvPr>
          <p:cNvSpPr>
            <a:spLocks noGrp="1"/>
          </p:cNvSpPr>
          <p:nvPr/>
        </p:nvSpPr>
        <p:spPr>
          <a:xfrm>
            <a:off x="1488426" y="2024752"/>
            <a:ext cx="46519" cy="46519"/>
          </a:xfrm>
          <a:prstGeom prst="ellipse">
            <a:avLst/>
          </a:prstGeom>
          <a:solidFill>
            <a:srgbClr val="566AB4">
              <a:alpha val="43000"/>
            </a:srgbClr>
          </a:solidFill>
          <a:ln w="0">
            <a:noFill/>
            <a:prstDash val="solid"/>
          </a:ln>
        </p:spPr>
      </p:sp>
      <p:sp>
        <p:nvSpPr>
          <p:cNvPr id="29" name="f_small_violin_ellipse_5132">
            <a:extLst>
              <a:ext uri="{FF2B5EF4-FFF2-40B4-BE49-F238E27FC236}">
                <a16:creationId xmlns:a16="http://schemas.microsoft.com/office/drawing/2014/main" id="{8C489A28-F2D9-4BC7-A07E-0388E5CF4C27}"/>
              </a:ext>
            </a:extLst>
          </p:cNvPr>
          <p:cNvSpPr>
            <a:spLocks noGrp="1"/>
          </p:cNvSpPr>
          <p:nvPr/>
        </p:nvSpPr>
        <p:spPr>
          <a:xfrm>
            <a:off x="1421330" y="3240773"/>
            <a:ext cx="46519" cy="46519"/>
          </a:xfrm>
          <a:prstGeom prst="ellipse">
            <a:avLst/>
          </a:prstGeom>
          <a:solidFill>
            <a:srgbClr val="566AB4">
              <a:alpha val="43000"/>
            </a:srgbClr>
          </a:solidFill>
          <a:ln w="0">
            <a:noFill/>
            <a:prstDash val="solid"/>
          </a:ln>
        </p:spPr>
      </p:sp>
      <p:sp>
        <p:nvSpPr>
          <p:cNvPr id="30" name="f_small_violin_ellipse_5133">
            <a:extLst>
              <a:ext uri="{FF2B5EF4-FFF2-40B4-BE49-F238E27FC236}">
                <a16:creationId xmlns:a16="http://schemas.microsoft.com/office/drawing/2014/main" id="{7D2216EA-D090-43C1-B3D4-A83B886662E1}"/>
              </a:ext>
            </a:extLst>
          </p:cNvPr>
          <p:cNvSpPr>
            <a:spLocks noGrp="1"/>
          </p:cNvSpPr>
          <p:nvPr/>
        </p:nvSpPr>
        <p:spPr>
          <a:xfrm>
            <a:off x="1658221" y="2784765"/>
            <a:ext cx="46519" cy="46519"/>
          </a:xfrm>
          <a:prstGeom prst="ellipse">
            <a:avLst/>
          </a:prstGeom>
          <a:solidFill>
            <a:srgbClr val="566AB4">
              <a:alpha val="43000"/>
            </a:srgbClr>
          </a:solidFill>
          <a:ln w="0">
            <a:noFill/>
            <a:prstDash val="solid"/>
          </a:ln>
        </p:spPr>
      </p:sp>
      <p:sp>
        <p:nvSpPr>
          <p:cNvPr id="31" name="f_small_violin_ellipse_5134">
            <a:extLst>
              <a:ext uri="{FF2B5EF4-FFF2-40B4-BE49-F238E27FC236}">
                <a16:creationId xmlns:a16="http://schemas.microsoft.com/office/drawing/2014/main" id="{075E7FC6-0F72-4FA7-84DE-7FB36F910042}"/>
              </a:ext>
            </a:extLst>
          </p:cNvPr>
          <p:cNvSpPr>
            <a:spLocks noGrp="1"/>
          </p:cNvSpPr>
          <p:nvPr/>
        </p:nvSpPr>
        <p:spPr>
          <a:xfrm>
            <a:off x="1627073" y="2024752"/>
            <a:ext cx="46519" cy="46519"/>
          </a:xfrm>
          <a:prstGeom prst="ellipse">
            <a:avLst/>
          </a:prstGeom>
          <a:solidFill>
            <a:srgbClr val="566AB4">
              <a:alpha val="43000"/>
            </a:srgbClr>
          </a:solidFill>
          <a:ln w="0">
            <a:noFill/>
            <a:prstDash val="solid"/>
          </a:ln>
        </p:spPr>
      </p:sp>
      <p:sp>
        <p:nvSpPr>
          <p:cNvPr id="32" name="f_small_violin_ellipse_5135">
            <a:extLst>
              <a:ext uri="{FF2B5EF4-FFF2-40B4-BE49-F238E27FC236}">
                <a16:creationId xmlns:a16="http://schemas.microsoft.com/office/drawing/2014/main" id="{7B94C868-9736-436A-8B2D-09594DCBA62E}"/>
              </a:ext>
            </a:extLst>
          </p:cNvPr>
          <p:cNvSpPr>
            <a:spLocks noGrp="1"/>
          </p:cNvSpPr>
          <p:nvPr/>
        </p:nvSpPr>
        <p:spPr>
          <a:xfrm>
            <a:off x="1679664" y="3848783"/>
            <a:ext cx="46519" cy="46519"/>
          </a:xfrm>
          <a:prstGeom prst="ellipse">
            <a:avLst/>
          </a:prstGeom>
          <a:solidFill>
            <a:srgbClr val="566AB4">
              <a:alpha val="43000"/>
            </a:srgbClr>
          </a:solidFill>
          <a:ln w="0">
            <a:noFill/>
            <a:prstDash val="solid"/>
          </a:ln>
        </p:spPr>
      </p:sp>
      <p:sp>
        <p:nvSpPr>
          <p:cNvPr id="33" name="f_small_violin_ellipse_5136">
            <a:extLst>
              <a:ext uri="{FF2B5EF4-FFF2-40B4-BE49-F238E27FC236}">
                <a16:creationId xmlns:a16="http://schemas.microsoft.com/office/drawing/2014/main" id="{AB5B6631-3D1C-4C43-B6E4-6FE9F9599FDC}"/>
              </a:ext>
            </a:extLst>
          </p:cNvPr>
          <p:cNvSpPr>
            <a:spLocks noGrp="1"/>
          </p:cNvSpPr>
          <p:nvPr/>
        </p:nvSpPr>
        <p:spPr>
          <a:xfrm>
            <a:off x="1461535" y="2024752"/>
            <a:ext cx="46519" cy="46519"/>
          </a:xfrm>
          <a:prstGeom prst="ellipse">
            <a:avLst/>
          </a:prstGeom>
          <a:solidFill>
            <a:srgbClr val="566AB4">
              <a:alpha val="43000"/>
            </a:srgbClr>
          </a:solidFill>
          <a:ln w="0">
            <a:noFill/>
            <a:prstDash val="solid"/>
          </a:ln>
        </p:spPr>
      </p:sp>
      <p:sp>
        <p:nvSpPr>
          <p:cNvPr id="34" name="f_small_violin_ellipse_5137">
            <a:extLst>
              <a:ext uri="{FF2B5EF4-FFF2-40B4-BE49-F238E27FC236}">
                <a16:creationId xmlns:a16="http://schemas.microsoft.com/office/drawing/2014/main" id="{7D1116B9-C504-4477-B755-7A0829CD2F72}"/>
              </a:ext>
            </a:extLst>
          </p:cNvPr>
          <p:cNvSpPr>
            <a:spLocks noGrp="1"/>
          </p:cNvSpPr>
          <p:nvPr/>
        </p:nvSpPr>
        <p:spPr>
          <a:xfrm>
            <a:off x="1583981" y="4456793"/>
            <a:ext cx="46519" cy="46519"/>
          </a:xfrm>
          <a:prstGeom prst="ellipse">
            <a:avLst/>
          </a:prstGeom>
          <a:solidFill>
            <a:srgbClr val="566AB4">
              <a:alpha val="43000"/>
            </a:srgbClr>
          </a:solidFill>
          <a:ln w="0">
            <a:noFill/>
            <a:prstDash val="solid"/>
          </a:ln>
        </p:spPr>
      </p:sp>
      <p:sp>
        <p:nvSpPr>
          <p:cNvPr id="35" name="f_small_violin_ellipse_5138">
            <a:extLst>
              <a:ext uri="{FF2B5EF4-FFF2-40B4-BE49-F238E27FC236}">
                <a16:creationId xmlns:a16="http://schemas.microsoft.com/office/drawing/2014/main" id="{D885112A-8214-4C13-AF75-6AA60F29BD9C}"/>
              </a:ext>
            </a:extLst>
          </p:cNvPr>
          <p:cNvSpPr>
            <a:spLocks noGrp="1"/>
          </p:cNvSpPr>
          <p:nvPr/>
        </p:nvSpPr>
        <p:spPr>
          <a:xfrm>
            <a:off x="1422969" y="2024752"/>
            <a:ext cx="46519" cy="46519"/>
          </a:xfrm>
          <a:prstGeom prst="ellipse">
            <a:avLst/>
          </a:prstGeom>
          <a:solidFill>
            <a:srgbClr val="566AB4">
              <a:alpha val="43000"/>
            </a:srgbClr>
          </a:solidFill>
          <a:ln w="0">
            <a:noFill/>
            <a:prstDash val="solid"/>
          </a:ln>
        </p:spPr>
      </p:sp>
      <p:sp>
        <p:nvSpPr>
          <p:cNvPr id="36" name="f_small_violin_ellipse_5139">
            <a:extLst>
              <a:ext uri="{FF2B5EF4-FFF2-40B4-BE49-F238E27FC236}">
                <a16:creationId xmlns:a16="http://schemas.microsoft.com/office/drawing/2014/main" id="{9B2C9AB3-0779-439F-B333-21F93D26AAC5}"/>
              </a:ext>
            </a:extLst>
          </p:cNvPr>
          <p:cNvSpPr>
            <a:spLocks noGrp="1"/>
          </p:cNvSpPr>
          <p:nvPr/>
        </p:nvSpPr>
        <p:spPr>
          <a:xfrm>
            <a:off x="1704714" y="2024752"/>
            <a:ext cx="46519" cy="46519"/>
          </a:xfrm>
          <a:prstGeom prst="ellipse">
            <a:avLst/>
          </a:prstGeom>
          <a:solidFill>
            <a:srgbClr val="566AB4">
              <a:alpha val="43000"/>
            </a:srgbClr>
          </a:solidFill>
          <a:ln w="0">
            <a:noFill/>
            <a:prstDash val="solid"/>
          </a:ln>
        </p:spPr>
      </p:sp>
      <p:sp>
        <p:nvSpPr>
          <p:cNvPr id="37" name="f_small_violin_ellipse_5140">
            <a:extLst>
              <a:ext uri="{FF2B5EF4-FFF2-40B4-BE49-F238E27FC236}">
                <a16:creationId xmlns:a16="http://schemas.microsoft.com/office/drawing/2014/main" id="{5219864B-10DC-44B7-9D98-B4A6CC869D11}"/>
              </a:ext>
            </a:extLst>
          </p:cNvPr>
          <p:cNvSpPr>
            <a:spLocks noGrp="1"/>
          </p:cNvSpPr>
          <p:nvPr/>
        </p:nvSpPr>
        <p:spPr>
          <a:xfrm>
            <a:off x="1599697" y="3067055"/>
            <a:ext cx="46519" cy="46519"/>
          </a:xfrm>
          <a:prstGeom prst="ellipse">
            <a:avLst/>
          </a:prstGeom>
          <a:solidFill>
            <a:srgbClr val="566AB4">
              <a:alpha val="43000"/>
            </a:srgbClr>
          </a:solidFill>
          <a:ln w="0">
            <a:noFill/>
            <a:prstDash val="solid"/>
          </a:ln>
        </p:spPr>
      </p:sp>
      <p:sp>
        <p:nvSpPr>
          <p:cNvPr id="38" name="f_small_violin_ellipse_5141">
            <a:extLst>
              <a:ext uri="{FF2B5EF4-FFF2-40B4-BE49-F238E27FC236}">
                <a16:creationId xmlns:a16="http://schemas.microsoft.com/office/drawing/2014/main" id="{67A00D58-E702-48C8-8F96-CA447293D59C}"/>
              </a:ext>
            </a:extLst>
          </p:cNvPr>
          <p:cNvSpPr>
            <a:spLocks noGrp="1"/>
          </p:cNvSpPr>
          <p:nvPr/>
        </p:nvSpPr>
        <p:spPr>
          <a:xfrm>
            <a:off x="1704510" y="4456793"/>
            <a:ext cx="46519" cy="46519"/>
          </a:xfrm>
          <a:prstGeom prst="ellipse">
            <a:avLst/>
          </a:prstGeom>
          <a:solidFill>
            <a:srgbClr val="566AB4">
              <a:alpha val="43000"/>
            </a:srgbClr>
          </a:solidFill>
          <a:ln w="0">
            <a:noFill/>
            <a:prstDash val="solid"/>
          </a:ln>
        </p:spPr>
      </p:sp>
      <p:sp>
        <p:nvSpPr>
          <p:cNvPr id="39" name="f_small_violin_ellipse_5142">
            <a:extLst>
              <a:ext uri="{FF2B5EF4-FFF2-40B4-BE49-F238E27FC236}">
                <a16:creationId xmlns:a16="http://schemas.microsoft.com/office/drawing/2014/main" id="{39FE4D2A-3580-4A3A-8A9C-EA35B3CFF2E2}"/>
              </a:ext>
            </a:extLst>
          </p:cNvPr>
          <p:cNvSpPr>
            <a:spLocks noGrp="1"/>
          </p:cNvSpPr>
          <p:nvPr/>
        </p:nvSpPr>
        <p:spPr>
          <a:xfrm>
            <a:off x="1360623" y="4051453"/>
            <a:ext cx="46519" cy="46519"/>
          </a:xfrm>
          <a:prstGeom prst="ellipse">
            <a:avLst/>
          </a:prstGeom>
          <a:solidFill>
            <a:srgbClr val="566AB4">
              <a:alpha val="43000"/>
            </a:srgbClr>
          </a:solidFill>
          <a:ln w="0">
            <a:noFill/>
            <a:prstDash val="solid"/>
          </a:ln>
        </p:spPr>
      </p:sp>
      <p:sp>
        <p:nvSpPr>
          <p:cNvPr id="40" name="f_small_violin_ellipse_5143">
            <a:extLst>
              <a:ext uri="{FF2B5EF4-FFF2-40B4-BE49-F238E27FC236}">
                <a16:creationId xmlns:a16="http://schemas.microsoft.com/office/drawing/2014/main" id="{898D302F-C7BD-4F5F-B0AF-77BF899C79E6}"/>
              </a:ext>
            </a:extLst>
          </p:cNvPr>
          <p:cNvSpPr>
            <a:spLocks noGrp="1"/>
          </p:cNvSpPr>
          <p:nvPr/>
        </p:nvSpPr>
        <p:spPr>
          <a:xfrm>
            <a:off x="1397893" y="4456793"/>
            <a:ext cx="46519" cy="46519"/>
          </a:xfrm>
          <a:prstGeom prst="ellipse">
            <a:avLst/>
          </a:prstGeom>
          <a:solidFill>
            <a:srgbClr val="566AB4">
              <a:alpha val="43000"/>
            </a:srgbClr>
          </a:solidFill>
          <a:ln w="0">
            <a:noFill/>
            <a:prstDash val="solid"/>
          </a:ln>
        </p:spPr>
      </p:sp>
      <p:sp>
        <p:nvSpPr>
          <p:cNvPr id="41" name="f_small_violin_ellipse_5144">
            <a:extLst>
              <a:ext uri="{FF2B5EF4-FFF2-40B4-BE49-F238E27FC236}">
                <a16:creationId xmlns:a16="http://schemas.microsoft.com/office/drawing/2014/main" id="{29753410-6785-4F64-A471-64EDA439682D}"/>
              </a:ext>
            </a:extLst>
          </p:cNvPr>
          <p:cNvSpPr>
            <a:spLocks noGrp="1"/>
          </p:cNvSpPr>
          <p:nvPr/>
        </p:nvSpPr>
        <p:spPr>
          <a:xfrm>
            <a:off x="1582103" y="2024752"/>
            <a:ext cx="46519" cy="46519"/>
          </a:xfrm>
          <a:prstGeom prst="ellipse">
            <a:avLst/>
          </a:prstGeom>
          <a:solidFill>
            <a:srgbClr val="566AB4">
              <a:alpha val="43000"/>
            </a:srgbClr>
          </a:solidFill>
          <a:ln w="0">
            <a:noFill/>
            <a:prstDash val="solid"/>
          </a:ln>
        </p:spPr>
      </p:sp>
      <p:sp>
        <p:nvSpPr>
          <p:cNvPr id="42" name="f_small_violin_ellipse_5145">
            <a:extLst>
              <a:ext uri="{FF2B5EF4-FFF2-40B4-BE49-F238E27FC236}">
                <a16:creationId xmlns:a16="http://schemas.microsoft.com/office/drawing/2014/main" id="{97C2C9E9-5960-4DC9-BB14-F025C5ED7967}"/>
              </a:ext>
            </a:extLst>
          </p:cNvPr>
          <p:cNvSpPr>
            <a:spLocks noGrp="1"/>
          </p:cNvSpPr>
          <p:nvPr/>
        </p:nvSpPr>
        <p:spPr>
          <a:xfrm>
            <a:off x="1450952" y="2024752"/>
            <a:ext cx="46519" cy="46519"/>
          </a:xfrm>
          <a:prstGeom prst="ellipse">
            <a:avLst/>
          </a:prstGeom>
          <a:solidFill>
            <a:srgbClr val="566AB4">
              <a:alpha val="43000"/>
            </a:srgbClr>
          </a:solidFill>
          <a:ln w="0">
            <a:noFill/>
            <a:prstDash val="solid"/>
          </a:ln>
        </p:spPr>
      </p:sp>
      <p:sp>
        <p:nvSpPr>
          <p:cNvPr id="43" name="f_small_violin_ellipse_5146">
            <a:extLst>
              <a:ext uri="{FF2B5EF4-FFF2-40B4-BE49-F238E27FC236}">
                <a16:creationId xmlns:a16="http://schemas.microsoft.com/office/drawing/2014/main" id="{2EB72C04-E960-4E19-AAC6-065F0003A06F}"/>
              </a:ext>
            </a:extLst>
          </p:cNvPr>
          <p:cNvSpPr>
            <a:spLocks noGrp="1"/>
          </p:cNvSpPr>
          <p:nvPr/>
        </p:nvSpPr>
        <p:spPr>
          <a:xfrm>
            <a:off x="1616619" y="2024752"/>
            <a:ext cx="46519" cy="46519"/>
          </a:xfrm>
          <a:prstGeom prst="ellipse">
            <a:avLst/>
          </a:prstGeom>
          <a:solidFill>
            <a:srgbClr val="566AB4">
              <a:alpha val="43000"/>
            </a:srgbClr>
          </a:solidFill>
          <a:ln w="0">
            <a:noFill/>
            <a:prstDash val="solid"/>
          </a:ln>
        </p:spPr>
      </p:sp>
      <p:sp>
        <p:nvSpPr>
          <p:cNvPr id="44" name="f_small_violin_ellipse_5147">
            <a:extLst>
              <a:ext uri="{FF2B5EF4-FFF2-40B4-BE49-F238E27FC236}">
                <a16:creationId xmlns:a16="http://schemas.microsoft.com/office/drawing/2014/main" id="{EE781107-94C6-4867-A2B5-2F51B389E61F}"/>
              </a:ext>
            </a:extLst>
          </p:cNvPr>
          <p:cNvSpPr>
            <a:spLocks noGrp="1"/>
          </p:cNvSpPr>
          <p:nvPr/>
        </p:nvSpPr>
        <p:spPr>
          <a:xfrm>
            <a:off x="1326817" y="3646113"/>
            <a:ext cx="46519" cy="46519"/>
          </a:xfrm>
          <a:prstGeom prst="ellipse">
            <a:avLst/>
          </a:prstGeom>
          <a:solidFill>
            <a:srgbClr val="566AB4">
              <a:alpha val="43000"/>
            </a:srgbClr>
          </a:solidFill>
          <a:ln w="0">
            <a:noFill/>
            <a:prstDash val="solid"/>
          </a:ln>
        </p:spPr>
      </p:sp>
      <p:sp>
        <p:nvSpPr>
          <p:cNvPr id="45" name="f_small_violin_ellipse_5148">
            <a:extLst>
              <a:ext uri="{FF2B5EF4-FFF2-40B4-BE49-F238E27FC236}">
                <a16:creationId xmlns:a16="http://schemas.microsoft.com/office/drawing/2014/main" id="{714DDC2E-DEC6-4354-89EE-9A6A27668314}"/>
              </a:ext>
            </a:extLst>
          </p:cNvPr>
          <p:cNvSpPr>
            <a:spLocks noGrp="1"/>
          </p:cNvSpPr>
          <p:nvPr/>
        </p:nvSpPr>
        <p:spPr>
          <a:xfrm>
            <a:off x="1365429" y="3848783"/>
            <a:ext cx="46519" cy="46519"/>
          </a:xfrm>
          <a:prstGeom prst="ellipse">
            <a:avLst/>
          </a:prstGeom>
          <a:solidFill>
            <a:srgbClr val="566AB4">
              <a:alpha val="43000"/>
            </a:srgbClr>
          </a:solidFill>
          <a:ln w="0">
            <a:noFill/>
            <a:prstDash val="solid"/>
          </a:ln>
        </p:spPr>
      </p:sp>
      <p:sp>
        <p:nvSpPr>
          <p:cNvPr id="46" name="f_small_violin_ellipse_5149">
            <a:extLst>
              <a:ext uri="{FF2B5EF4-FFF2-40B4-BE49-F238E27FC236}">
                <a16:creationId xmlns:a16="http://schemas.microsoft.com/office/drawing/2014/main" id="{AD6CF9A5-E4CD-4D20-A593-BD4DD0F03DA9}"/>
              </a:ext>
            </a:extLst>
          </p:cNvPr>
          <p:cNvSpPr>
            <a:spLocks noGrp="1"/>
          </p:cNvSpPr>
          <p:nvPr/>
        </p:nvSpPr>
        <p:spPr>
          <a:xfrm>
            <a:off x="1448892" y="2024752"/>
            <a:ext cx="46519" cy="46519"/>
          </a:xfrm>
          <a:prstGeom prst="ellipse">
            <a:avLst/>
          </a:prstGeom>
          <a:solidFill>
            <a:srgbClr val="566AB4">
              <a:alpha val="43000"/>
            </a:srgbClr>
          </a:solidFill>
          <a:ln w="0">
            <a:noFill/>
            <a:prstDash val="solid"/>
          </a:ln>
        </p:spPr>
      </p:sp>
      <p:sp>
        <p:nvSpPr>
          <p:cNvPr id="47" name="f_small_violin_ellipse_5150">
            <a:extLst>
              <a:ext uri="{FF2B5EF4-FFF2-40B4-BE49-F238E27FC236}">
                <a16:creationId xmlns:a16="http://schemas.microsoft.com/office/drawing/2014/main" id="{413CAC64-F2C8-4FA6-8025-AEEC3FDA046F}"/>
              </a:ext>
            </a:extLst>
          </p:cNvPr>
          <p:cNvSpPr>
            <a:spLocks noGrp="1"/>
          </p:cNvSpPr>
          <p:nvPr/>
        </p:nvSpPr>
        <p:spPr>
          <a:xfrm>
            <a:off x="1362118" y="4456793"/>
            <a:ext cx="46519" cy="46519"/>
          </a:xfrm>
          <a:prstGeom prst="ellipse">
            <a:avLst/>
          </a:prstGeom>
          <a:solidFill>
            <a:srgbClr val="566AB4">
              <a:alpha val="43000"/>
            </a:srgbClr>
          </a:solidFill>
          <a:ln w="0">
            <a:noFill/>
            <a:prstDash val="solid"/>
          </a:ln>
        </p:spPr>
      </p:sp>
      <p:sp>
        <p:nvSpPr>
          <p:cNvPr id="48" name="f_small_violin_ellipse_5151">
            <a:extLst>
              <a:ext uri="{FF2B5EF4-FFF2-40B4-BE49-F238E27FC236}">
                <a16:creationId xmlns:a16="http://schemas.microsoft.com/office/drawing/2014/main" id="{4D4D57AC-32BD-4A33-9620-5B47F5E9C424}"/>
              </a:ext>
            </a:extLst>
          </p:cNvPr>
          <p:cNvSpPr>
            <a:spLocks noGrp="1"/>
          </p:cNvSpPr>
          <p:nvPr/>
        </p:nvSpPr>
        <p:spPr>
          <a:xfrm>
            <a:off x="1685627" y="3646113"/>
            <a:ext cx="46519" cy="46519"/>
          </a:xfrm>
          <a:prstGeom prst="ellipse">
            <a:avLst/>
          </a:prstGeom>
          <a:solidFill>
            <a:srgbClr val="566AB4">
              <a:alpha val="43000"/>
            </a:srgbClr>
          </a:solidFill>
          <a:ln w="0">
            <a:noFill/>
            <a:prstDash val="solid"/>
          </a:ln>
        </p:spPr>
      </p:sp>
      <p:sp>
        <p:nvSpPr>
          <p:cNvPr id="49" name="f_small_violin_ellipse_5152">
            <a:extLst>
              <a:ext uri="{FF2B5EF4-FFF2-40B4-BE49-F238E27FC236}">
                <a16:creationId xmlns:a16="http://schemas.microsoft.com/office/drawing/2014/main" id="{8D1083A4-BCAA-407E-BEFD-842FE6E1D0B1}"/>
              </a:ext>
            </a:extLst>
          </p:cNvPr>
          <p:cNvSpPr>
            <a:spLocks noGrp="1"/>
          </p:cNvSpPr>
          <p:nvPr/>
        </p:nvSpPr>
        <p:spPr>
          <a:xfrm>
            <a:off x="1671674" y="2024752"/>
            <a:ext cx="46519" cy="46519"/>
          </a:xfrm>
          <a:prstGeom prst="ellipse">
            <a:avLst/>
          </a:prstGeom>
          <a:solidFill>
            <a:srgbClr val="566AB4">
              <a:alpha val="43000"/>
            </a:srgbClr>
          </a:solidFill>
          <a:ln w="0">
            <a:noFill/>
            <a:prstDash val="solid"/>
          </a:ln>
        </p:spPr>
      </p:sp>
      <p:sp>
        <p:nvSpPr>
          <p:cNvPr id="50" name="f_small_violin_ellipse_5153">
            <a:extLst>
              <a:ext uri="{FF2B5EF4-FFF2-40B4-BE49-F238E27FC236}">
                <a16:creationId xmlns:a16="http://schemas.microsoft.com/office/drawing/2014/main" id="{973F7DB5-C278-4F0E-B468-540548FA325D}"/>
              </a:ext>
            </a:extLst>
          </p:cNvPr>
          <p:cNvSpPr>
            <a:spLocks noGrp="1"/>
          </p:cNvSpPr>
          <p:nvPr/>
        </p:nvSpPr>
        <p:spPr>
          <a:xfrm>
            <a:off x="1582693" y="2024752"/>
            <a:ext cx="46519" cy="46519"/>
          </a:xfrm>
          <a:prstGeom prst="ellipse">
            <a:avLst/>
          </a:prstGeom>
          <a:solidFill>
            <a:srgbClr val="566AB4">
              <a:alpha val="43000"/>
            </a:srgbClr>
          </a:solidFill>
          <a:ln w="0">
            <a:noFill/>
            <a:prstDash val="solid"/>
          </a:ln>
        </p:spPr>
      </p:sp>
      <p:sp>
        <p:nvSpPr>
          <p:cNvPr id="51" name="f_small_violin_ellipse_5154">
            <a:extLst>
              <a:ext uri="{FF2B5EF4-FFF2-40B4-BE49-F238E27FC236}">
                <a16:creationId xmlns:a16="http://schemas.microsoft.com/office/drawing/2014/main" id="{276A7452-9321-4BF4-9309-03AB8F327D0D}"/>
              </a:ext>
            </a:extLst>
          </p:cNvPr>
          <p:cNvSpPr>
            <a:spLocks noGrp="1"/>
          </p:cNvSpPr>
          <p:nvPr/>
        </p:nvSpPr>
        <p:spPr>
          <a:xfrm>
            <a:off x="1606614" y="2835432"/>
            <a:ext cx="46519" cy="46519"/>
          </a:xfrm>
          <a:prstGeom prst="ellipse">
            <a:avLst/>
          </a:prstGeom>
          <a:solidFill>
            <a:srgbClr val="566AB4">
              <a:alpha val="43000"/>
            </a:srgbClr>
          </a:solidFill>
          <a:ln w="0">
            <a:noFill/>
            <a:prstDash val="solid"/>
          </a:ln>
        </p:spPr>
      </p:sp>
      <p:sp>
        <p:nvSpPr>
          <p:cNvPr id="52" name="f_small_violin_ellipse_5155">
            <a:extLst>
              <a:ext uri="{FF2B5EF4-FFF2-40B4-BE49-F238E27FC236}">
                <a16:creationId xmlns:a16="http://schemas.microsoft.com/office/drawing/2014/main" id="{71ABF9C8-D69A-4A87-859D-66CC6F621442}"/>
              </a:ext>
            </a:extLst>
          </p:cNvPr>
          <p:cNvSpPr>
            <a:spLocks noGrp="1"/>
          </p:cNvSpPr>
          <p:nvPr/>
        </p:nvSpPr>
        <p:spPr>
          <a:xfrm>
            <a:off x="1528001" y="2024752"/>
            <a:ext cx="46519" cy="46519"/>
          </a:xfrm>
          <a:prstGeom prst="ellipse">
            <a:avLst/>
          </a:prstGeom>
          <a:solidFill>
            <a:srgbClr val="566AB4">
              <a:alpha val="43000"/>
            </a:srgbClr>
          </a:solidFill>
          <a:ln w="0">
            <a:noFill/>
            <a:prstDash val="solid"/>
          </a:ln>
        </p:spPr>
      </p:sp>
      <p:sp>
        <p:nvSpPr>
          <p:cNvPr id="53" name="f_small_violin_ellipse_5156">
            <a:extLst>
              <a:ext uri="{FF2B5EF4-FFF2-40B4-BE49-F238E27FC236}">
                <a16:creationId xmlns:a16="http://schemas.microsoft.com/office/drawing/2014/main" id="{FAC6638A-AB2A-4AEE-9F3E-4A078CB66975}"/>
              </a:ext>
            </a:extLst>
          </p:cNvPr>
          <p:cNvSpPr>
            <a:spLocks noGrp="1"/>
          </p:cNvSpPr>
          <p:nvPr/>
        </p:nvSpPr>
        <p:spPr>
          <a:xfrm>
            <a:off x="1411864" y="4456793"/>
            <a:ext cx="46519" cy="46519"/>
          </a:xfrm>
          <a:prstGeom prst="ellipse">
            <a:avLst/>
          </a:prstGeom>
          <a:solidFill>
            <a:srgbClr val="566AB4">
              <a:alpha val="43000"/>
            </a:srgbClr>
          </a:solidFill>
          <a:ln w="0">
            <a:noFill/>
            <a:prstDash val="solid"/>
          </a:ln>
        </p:spPr>
      </p:sp>
      <p:sp>
        <p:nvSpPr>
          <p:cNvPr id="54" name="f_small_violin_ellipse_5157">
            <a:extLst>
              <a:ext uri="{FF2B5EF4-FFF2-40B4-BE49-F238E27FC236}">
                <a16:creationId xmlns:a16="http://schemas.microsoft.com/office/drawing/2014/main" id="{9421DC00-3BA6-45E2-92E0-8D968C3832CC}"/>
              </a:ext>
            </a:extLst>
          </p:cNvPr>
          <p:cNvSpPr>
            <a:spLocks noGrp="1"/>
          </p:cNvSpPr>
          <p:nvPr/>
        </p:nvSpPr>
        <p:spPr>
          <a:xfrm>
            <a:off x="1351335" y="4456793"/>
            <a:ext cx="46519" cy="46519"/>
          </a:xfrm>
          <a:prstGeom prst="ellipse">
            <a:avLst/>
          </a:prstGeom>
          <a:solidFill>
            <a:srgbClr val="566AB4">
              <a:alpha val="43000"/>
            </a:srgbClr>
          </a:solidFill>
          <a:ln w="0">
            <a:noFill/>
            <a:prstDash val="solid"/>
          </a:ln>
        </p:spPr>
      </p:sp>
      <p:sp>
        <p:nvSpPr>
          <p:cNvPr id="55" name="f_small_violin_ellipse_5158">
            <a:extLst>
              <a:ext uri="{FF2B5EF4-FFF2-40B4-BE49-F238E27FC236}">
                <a16:creationId xmlns:a16="http://schemas.microsoft.com/office/drawing/2014/main" id="{C1360405-860B-4753-A8FB-6697DBF4CF68}"/>
              </a:ext>
            </a:extLst>
          </p:cNvPr>
          <p:cNvSpPr>
            <a:spLocks noGrp="1"/>
          </p:cNvSpPr>
          <p:nvPr/>
        </p:nvSpPr>
        <p:spPr>
          <a:xfrm>
            <a:off x="1699799" y="2024752"/>
            <a:ext cx="46519" cy="46519"/>
          </a:xfrm>
          <a:prstGeom prst="ellipse">
            <a:avLst/>
          </a:prstGeom>
          <a:solidFill>
            <a:srgbClr val="566AB4">
              <a:alpha val="43000"/>
            </a:srgbClr>
          </a:solidFill>
          <a:ln w="0">
            <a:noFill/>
            <a:prstDash val="solid"/>
          </a:ln>
        </p:spPr>
      </p:sp>
      <p:sp>
        <p:nvSpPr>
          <p:cNvPr id="56" name="f_small_violin_ellipse_5159">
            <a:extLst>
              <a:ext uri="{FF2B5EF4-FFF2-40B4-BE49-F238E27FC236}">
                <a16:creationId xmlns:a16="http://schemas.microsoft.com/office/drawing/2014/main" id="{6A624096-1EE3-4304-AF5E-286CE2A76DF6}"/>
              </a:ext>
            </a:extLst>
          </p:cNvPr>
          <p:cNvSpPr>
            <a:spLocks noGrp="1"/>
          </p:cNvSpPr>
          <p:nvPr/>
        </p:nvSpPr>
        <p:spPr>
          <a:xfrm>
            <a:off x="1406443" y="2835432"/>
            <a:ext cx="46519" cy="46519"/>
          </a:xfrm>
          <a:prstGeom prst="ellipse">
            <a:avLst/>
          </a:prstGeom>
          <a:solidFill>
            <a:srgbClr val="566AB4">
              <a:alpha val="43000"/>
            </a:srgbClr>
          </a:solidFill>
          <a:ln w="0">
            <a:noFill/>
            <a:prstDash val="solid"/>
          </a:ln>
        </p:spPr>
      </p:sp>
      <p:sp>
        <p:nvSpPr>
          <p:cNvPr id="57" name="f_small_violin_ellipse_5160">
            <a:extLst>
              <a:ext uri="{FF2B5EF4-FFF2-40B4-BE49-F238E27FC236}">
                <a16:creationId xmlns:a16="http://schemas.microsoft.com/office/drawing/2014/main" id="{0018922D-011D-4783-A3E1-BC477AD3EFF9}"/>
              </a:ext>
            </a:extLst>
          </p:cNvPr>
          <p:cNvSpPr>
            <a:spLocks noGrp="1"/>
          </p:cNvSpPr>
          <p:nvPr/>
        </p:nvSpPr>
        <p:spPr>
          <a:xfrm>
            <a:off x="1630957" y="3240773"/>
            <a:ext cx="46519" cy="46519"/>
          </a:xfrm>
          <a:prstGeom prst="ellipse">
            <a:avLst/>
          </a:prstGeom>
          <a:solidFill>
            <a:srgbClr val="566AB4">
              <a:alpha val="43000"/>
            </a:srgbClr>
          </a:solidFill>
          <a:ln w="0">
            <a:noFill/>
            <a:prstDash val="solid"/>
          </a:ln>
        </p:spPr>
      </p:sp>
      <p:sp>
        <p:nvSpPr>
          <p:cNvPr id="58" name="f_small_violin_ellipse_5161">
            <a:extLst>
              <a:ext uri="{FF2B5EF4-FFF2-40B4-BE49-F238E27FC236}">
                <a16:creationId xmlns:a16="http://schemas.microsoft.com/office/drawing/2014/main" id="{1DBAFDA9-F618-4136-801B-328030F4C584}"/>
              </a:ext>
            </a:extLst>
          </p:cNvPr>
          <p:cNvSpPr>
            <a:spLocks noGrp="1"/>
          </p:cNvSpPr>
          <p:nvPr/>
        </p:nvSpPr>
        <p:spPr>
          <a:xfrm>
            <a:off x="1390177" y="2024752"/>
            <a:ext cx="46519" cy="46519"/>
          </a:xfrm>
          <a:prstGeom prst="ellipse">
            <a:avLst/>
          </a:prstGeom>
          <a:solidFill>
            <a:srgbClr val="566AB4">
              <a:alpha val="43000"/>
            </a:srgbClr>
          </a:solidFill>
          <a:ln w="0">
            <a:noFill/>
            <a:prstDash val="solid"/>
          </a:ln>
        </p:spPr>
      </p:sp>
      <p:sp>
        <p:nvSpPr>
          <p:cNvPr id="59" name="f_small_violin_ellipse_5162">
            <a:extLst>
              <a:ext uri="{FF2B5EF4-FFF2-40B4-BE49-F238E27FC236}">
                <a16:creationId xmlns:a16="http://schemas.microsoft.com/office/drawing/2014/main" id="{FE1360E2-005E-40C8-8D9F-5E562A851512}"/>
              </a:ext>
            </a:extLst>
          </p:cNvPr>
          <p:cNvSpPr>
            <a:spLocks noGrp="1"/>
          </p:cNvSpPr>
          <p:nvPr/>
        </p:nvSpPr>
        <p:spPr>
          <a:xfrm>
            <a:off x="1673630" y="3588207"/>
            <a:ext cx="46519" cy="46519"/>
          </a:xfrm>
          <a:prstGeom prst="ellipse">
            <a:avLst/>
          </a:prstGeom>
          <a:solidFill>
            <a:srgbClr val="566AB4">
              <a:alpha val="43000"/>
            </a:srgbClr>
          </a:solidFill>
          <a:ln w="0">
            <a:noFill/>
            <a:prstDash val="solid"/>
          </a:ln>
        </p:spPr>
      </p:sp>
      <p:sp>
        <p:nvSpPr>
          <p:cNvPr id="60" name="f_small_violin_ellipse_5163">
            <a:extLst>
              <a:ext uri="{FF2B5EF4-FFF2-40B4-BE49-F238E27FC236}">
                <a16:creationId xmlns:a16="http://schemas.microsoft.com/office/drawing/2014/main" id="{D1628D71-77A5-46F0-BAA0-C9320625E108}"/>
              </a:ext>
            </a:extLst>
          </p:cNvPr>
          <p:cNvSpPr>
            <a:spLocks noGrp="1"/>
          </p:cNvSpPr>
          <p:nvPr/>
        </p:nvSpPr>
        <p:spPr>
          <a:xfrm>
            <a:off x="1605573" y="3240773"/>
            <a:ext cx="46519" cy="46519"/>
          </a:xfrm>
          <a:prstGeom prst="ellipse">
            <a:avLst/>
          </a:prstGeom>
          <a:solidFill>
            <a:srgbClr val="566AB4">
              <a:alpha val="43000"/>
            </a:srgbClr>
          </a:solidFill>
          <a:ln w="0">
            <a:noFill/>
            <a:prstDash val="solid"/>
          </a:ln>
        </p:spPr>
      </p:sp>
      <p:sp>
        <p:nvSpPr>
          <p:cNvPr id="61" name="f_small_violin_ellipse_5164">
            <a:extLst>
              <a:ext uri="{FF2B5EF4-FFF2-40B4-BE49-F238E27FC236}">
                <a16:creationId xmlns:a16="http://schemas.microsoft.com/office/drawing/2014/main" id="{54799A3E-180D-4900-9F40-420B8EBF45CF}"/>
              </a:ext>
            </a:extLst>
          </p:cNvPr>
          <p:cNvSpPr>
            <a:spLocks noGrp="1"/>
          </p:cNvSpPr>
          <p:nvPr/>
        </p:nvSpPr>
        <p:spPr>
          <a:xfrm>
            <a:off x="1624847" y="2024752"/>
            <a:ext cx="46519" cy="46519"/>
          </a:xfrm>
          <a:prstGeom prst="ellipse">
            <a:avLst/>
          </a:prstGeom>
          <a:solidFill>
            <a:srgbClr val="566AB4">
              <a:alpha val="43000"/>
            </a:srgbClr>
          </a:solidFill>
          <a:ln w="0">
            <a:noFill/>
            <a:prstDash val="solid"/>
          </a:ln>
        </p:spPr>
      </p:sp>
      <p:sp>
        <p:nvSpPr>
          <p:cNvPr id="62" name="f_small_violin_ellipse_5165">
            <a:extLst>
              <a:ext uri="{FF2B5EF4-FFF2-40B4-BE49-F238E27FC236}">
                <a16:creationId xmlns:a16="http://schemas.microsoft.com/office/drawing/2014/main" id="{32827CDD-E55E-482F-B41B-24C4DA301A84}"/>
              </a:ext>
            </a:extLst>
          </p:cNvPr>
          <p:cNvSpPr>
            <a:spLocks noGrp="1"/>
          </p:cNvSpPr>
          <p:nvPr/>
        </p:nvSpPr>
        <p:spPr>
          <a:xfrm>
            <a:off x="1563493" y="4456793"/>
            <a:ext cx="46519" cy="46519"/>
          </a:xfrm>
          <a:prstGeom prst="ellipse">
            <a:avLst/>
          </a:prstGeom>
          <a:solidFill>
            <a:srgbClr val="566AB4">
              <a:alpha val="43000"/>
            </a:srgbClr>
          </a:solidFill>
          <a:ln w="0">
            <a:noFill/>
            <a:prstDash val="solid"/>
          </a:ln>
        </p:spPr>
      </p:sp>
      <p:sp>
        <p:nvSpPr>
          <p:cNvPr id="63" name="f_small_violin_ellipse_5166">
            <a:extLst>
              <a:ext uri="{FF2B5EF4-FFF2-40B4-BE49-F238E27FC236}">
                <a16:creationId xmlns:a16="http://schemas.microsoft.com/office/drawing/2014/main" id="{1EC808F2-19B3-4643-95FB-52239C56C596}"/>
              </a:ext>
            </a:extLst>
          </p:cNvPr>
          <p:cNvSpPr>
            <a:spLocks noGrp="1"/>
          </p:cNvSpPr>
          <p:nvPr/>
        </p:nvSpPr>
        <p:spPr>
          <a:xfrm>
            <a:off x="1425229" y="2024752"/>
            <a:ext cx="46519" cy="46519"/>
          </a:xfrm>
          <a:prstGeom prst="ellipse">
            <a:avLst/>
          </a:prstGeom>
          <a:solidFill>
            <a:srgbClr val="566AB4">
              <a:alpha val="43000"/>
            </a:srgbClr>
          </a:solidFill>
          <a:ln w="0">
            <a:noFill/>
            <a:prstDash val="solid"/>
          </a:ln>
        </p:spPr>
      </p:sp>
      <p:sp>
        <p:nvSpPr>
          <p:cNvPr id="64" name="f_small_violin_ellipse_5167">
            <a:extLst>
              <a:ext uri="{FF2B5EF4-FFF2-40B4-BE49-F238E27FC236}">
                <a16:creationId xmlns:a16="http://schemas.microsoft.com/office/drawing/2014/main" id="{32BD03CC-C375-4715-B630-9051DFB46D11}"/>
              </a:ext>
            </a:extLst>
          </p:cNvPr>
          <p:cNvSpPr>
            <a:spLocks noGrp="1"/>
          </p:cNvSpPr>
          <p:nvPr/>
        </p:nvSpPr>
        <p:spPr>
          <a:xfrm>
            <a:off x="1470166" y="2024752"/>
            <a:ext cx="46519" cy="46519"/>
          </a:xfrm>
          <a:prstGeom prst="ellipse">
            <a:avLst/>
          </a:prstGeom>
          <a:solidFill>
            <a:srgbClr val="566AB4">
              <a:alpha val="43000"/>
            </a:srgbClr>
          </a:solidFill>
          <a:ln w="0">
            <a:noFill/>
            <a:prstDash val="solid"/>
          </a:ln>
        </p:spPr>
      </p:sp>
      <p:sp>
        <p:nvSpPr>
          <p:cNvPr id="65" name="f_small_violin_ellipse_5168">
            <a:extLst>
              <a:ext uri="{FF2B5EF4-FFF2-40B4-BE49-F238E27FC236}">
                <a16:creationId xmlns:a16="http://schemas.microsoft.com/office/drawing/2014/main" id="{670F3293-5200-4A10-8455-90BB499F1A20}"/>
              </a:ext>
            </a:extLst>
          </p:cNvPr>
          <p:cNvSpPr>
            <a:spLocks noGrp="1"/>
          </p:cNvSpPr>
          <p:nvPr/>
        </p:nvSpPr>
        <p:spPr>
          <a:xfrm>
            <a:off x="1555294" y="2024752"/>
            <a:ext cx="46519" cy="46519"/>
          </a:xfrm>
          <a:prstGeom prst="ellipse">
            <a:avLst/>
          </a:prstGeom>
          <a:solidFill>
            <a:srgbClr val="566AB4">
              <a:alpha val="43000"/>
            </a:srgbClr>
          </a:solidFill>
          <a:ln w="0">
            <a:noFill/>
            <a:prstDash val="solid"/>
          </a:ln>
        </p:spPr>
      </p:sp>
      <p:sp>
        <p:nvSpPr>
          <p:cNvPr id="66" name="f_small_violin_ellipse_5169">
            <a:extLst>
              <a:ext uri="{FF2B5EF4-FFF2-40B4-BE49-F238E27FC236}">
                <a16:creationId xmlns:a16="http://schemas.microsoft.com/office/drawing/2014/main" id="{C465834E-7608-4882-96AB-6F681C49092E}"/>
              </a:ext>
            </a:extLst>
          </p:cNvPr>
          <p:cNvSpPr>
            <a:spLocks noGrp="1"/>
          </p:cNvSpPr>
          <p:nvPr/>
        </p:nvSpPr>
        <p:spPr>
          <a:xfrm>
            <a:off x="1434350" y="2024752"/>
            <a:ext cx="46519" cy="46519"/>
          </a:xfrm>
          <a:prstGeom prst="ellipse">
            <a:avLst/>
          </a:prstGeom>
          <a:solidFill>
            <a:srgbClr val="566AB4">
              <a:alpha val="43000"/>
            </a:srgbClr>
          </a:solidFill>
          <a:ln w="0">
            <a:noFill/>
            <a:prstDash val="solid"/>
          </a:ln>
        </p:spPr>
      </p:sp>
      <p:sp>
        <p:nvSpPr>
          <p:cNvPr id="67" name="f_small_violin_ellipse_5170">
            <a:extLst>
              <a:ext uri="{FF2B5EF4-FFF2-40B4-BE49-F238E27FC236}">
                <a16:creationId xmlns:a16="http://schemas.microsoft.com/office/drawing/2014/main" id="{ABD9CA4A-1B5D-4C1D-B508-E9746E033489}"/>
              </a:ext>
            </a:extLst>
          </p:cNvPr>
          <p:cNvSpPr>
            <a:spLocks noGrp="1"/>
          </p:cNvSpPr>
          <p:nvPr/>
        </p:nvSpPr>
        <p:spPr>
          <a:xfrm>
            <a:off x="1659020" y="2114827"/>
            <a:ext cx="46519" cy="46519"/>
          </a:xfrm>
          <a:prstGeom prst="ellipse">
            <a:avLst/>
          </a:prstGeom>
          <a:solidFill>
            <a:srgbClr val="566AB4">
              <a:alpha val="43000"/>
            </a:srgbClr>
          </a:solidFill>
          <a:ln w="0">
            <a:noFill/>
            <a:prstDash val="solid"/>
          </a:ln>
        </p:spPr>
      </p:sp>
      <p:sp>
        <p:nvSpPr>
          <p:cNvPr id="68" name="f_small_violin_ellipse_5171">
            <a:extLst>
              <a:ext uri="{FF2B5EF4-FFF2-40B4-BE49-F238E27FC236}">
                <a16:creationId xmlns:a16="http://schemas.microsoft.com/office/drawing/2014/main" id="{AE0A69BE-C1DC-4459-8E7E-3D866C1178F8}"/>
              </a:ext>
            </a:extLst>
          </p:cNvPr>
          <p:cNvSpPr>
            <a:spLocks noGrp="1"/>
          </p:cNvSpPr>
          <p:nvPr/>
        </p:nvSpPr>
        <p:spPr>
          <a:xfrm>
            <a:off x="1496629" y="4456793"/>
            <a:ext cx="46519" cy="46519"/>
          </a:xfrm>
          <a:prstGeom prst="ellipse">
            <a:avLst/>
          </a:prstGeom>
          <a:solidFill>
            <a:srgbClr val="566AB4">
              <a:alpha val="43000"/>
            </a:srgbClr>
          </a:solidFill>
          <a:ln w="0">
            <a:noFill/>
            <a:prstDash val="solid"/>
          </a:ln>
        </p:spPr>
      </p:sp>
      <p:sp>
        <p:nvSpPr>
          <p:cNvPr id="69" name="f_small_violin_ellipse_5172">
            <a:extLst>
              <a:ext uri="{FF2B5EF4-FFF2-40B4-BE49-F238E27FC236}">
                <a16:creationId xmlns:a16="http://schemas.microsoft.com/office/drawing/2014/main" id="{9AA6AB00-F98F-40E5-8385-06B9CC578840}"/>
              </a:ext>
            </a:extLst>
          </p:cNvPr>
          <p:cNvSpPr>
            <a:spLocks noGrp="1"/>
          </p:cNvSpPr>
          <p:nvPr/>
        </p:nvSpPr>
        <p:spPr>
          <a:xfrm>
            <a:off x="1532743" y="2024752"/>
            <a:ext cx="46519" cy="46519"/>
          </a:xfrm>
          <a:prstGeom prst="ellipse">
            <a:avLst/>
          </a:prstGeom>
          <a:solidFill>
            <a:srgbClr val="566AB4">
              <a:alpha val="43000"/>
            </a:srgbClr>
          </a:solidFill>
          <a:ln w="0">
            <a:noFill/>
            <a:prstDash val="solid"/>
          </a:ln>
        </p:spPr>
      </p:sp>
      <p:sp>
        <p:nvSpPr>
          <p:cNvPr id="70" name="f_small_violin_ellipse_5173">
            <a:extLst>
              <a:ext uri="{FF2B5EF4-FFF2-40B4-BE49-F238E27FC236}">
                <a16:creationId xmlns:a16="http://schemas.microsoft.com/office/drawing/2014/main" id="{6A4361BE-D196-45C4-9F45-056B4CF599CE}"/>
              </a:ext>
            </a:extLst>
          </p:cNvPr>
          <p:cNvSpPr>
            <a:spLocks noGrp="1"/>
          </p:cNvSpPr>
          <p:nvPr/>
        </p:nvSpPr>
        <p:spPr>
          <a:xfrm>
            <a:off x="1315507" y="3646113"/>
            <a:ext cx="46519" cy="46519"/>
          </a:xfrm>
          <a:prstGeom prst="ellipse">
            <a:avLst/>
          </a:prstGeom>
          <a:solidFill>
            <a:srgbClr val="566AB4">
              <a:alpha val="43000"/>
            </a:srgbClr>
          </a:solidFill>
          <a:ln w="0">
            <a:noFill/>
            <a:prstDash val="solid"/>
          </a:ln>
        </p:spPr>
      </p:sp>
      <p:sp>
        <p:nvSpPr>
          <p:cNvPr id="71" name="f_small_violin_ellipse_5174">
            <a:extLst>
              <a:ext uri="{FF2B5EF4-FFF2-40B4-BE49-F238E27FC236}">
                <a16:creationId xmlns:a16="http://schemas.microsoft.com/office/drawing/2014/main" id="{19FD703B-6E96-4516-B374-0966063FBB60}"/>
              </a:ext>
            </a:extLst>
          </p:cNvPr>
          <p:cNvSpPr>
            <a:spLocks noGrp="1"/>
          </p:cNvSpPr>
          <p:nvPr/>
        </p:nvSpPr>
        <p:spPr>
          <a:xfrm>
            <a:off x="1441187" y="2024752"/>
            <a:ext cx="46519" cy="46519"/>
          </a:xfrm>
          <a:prstGeom prst="ellipse">
            <a:avLst/>
          </a:prstGeom>
          <a:solidFill>
            <a:srgbClr val="566AB4">
              <a:alpha val="43000"/>
            </a:srgbClr>
          </a:solidFill>
          <a:ln w="0">
            <a:noFill/>
            <a:prstDash val="solid"/>
          </a:ln>
        </p:spPr>
      </p:sp>
      <p:sp>
        <p:nvSpPr>
          <p:cNvPr id="72" name="f_small_violin_ellipse_5175">
            <a:extLst>
              <a:ext uri="{FF2B5EF4-FFF2-40B4-BE49-F238E27FC236}">
                <a16:creationId xmlns:a16="http://schemas.microsoft.com/office/drawing/2014/main" id="{BEAB1664-5011-47A9-943A-BFFDCCEC2434}"/>
              </a:ext>
            </a:extLst>
          </p:cNvPr>
          <p:cNvSpPr>
            <a:spLocks noGrp="1"/>
          </p:cNvSpPr>
          <p:nvPr/>
        </p:nvSpPr>
        <p:spPr>
          <a:xfrm>
            <a:off x="1470119" y="4456793"/>
            <a:ext cx="46519" cy="46519"/>
          </a:xfrm>
          <a:prstGeom prst="ellipse">
            <a:avLst/>
          </a:prstGeom>
          <a:solidFill>
            <a:srgbClr val="566AB4">
              <a:alpha val="43000"/>
            </a:srgbClr>
          </a:solidFill>
          <a:ln w="0">
            <a:noFill/>
            <a:prstDash val="solid"/>
          </a:ln>
        </p:spPr>
      </p:sp>
      <p:sp>
        <p:nvSpPr>
          <p:cNvPr id="73" name="f_small_violin_ellipse_5176">
            <a:extLst>
              <a:ext uri="{FF2B5EF4-FFF2-40B4-BE49-F238E27FC236}">
                <a16:creationId xmlns:a16="http://schemas.microsoft.com/office/drawing/2014/main" id="{39BB4136-DD79-448B-A84C-B89B3327E8FD}"/>
              </a:ext>
            </a:extLst>
          </p:cNvPr>
          <p:cNvSpPr>
            <a:spLocks noGrp="1"/>
          </p:cNvSpPr>
          <p:nvPr/>
        </p:nvSpPr>
        <p:spPr>
          <a:xfrm>
            <a:off x="1391718" y="2024752"/>
            <a:ext cx="46519" cy="46519"/>
          </a:xfrm>
          <a:prstGeom prst="ellipse">
            <a:avLst/>
          </a:prstGeom>
          <a:solidFill>
            <a:srgbClr val="566AB4">
              <a:alpha val="43000"/>
            </a:srgbClr>
          </a:solidFill>
          <a:ln w="0">
            <a:noFill/>
            <a:prstDash val="solid"/>
          </a:ln>
        </p:spPr>
      </p:sp>
      <p:sp>
        <p:nvSpPr>
          <p:cNvPr id="74" name="f_small_violin_ellipse_5177">
            <a:extLst>
              <a:ext uri="{FF2B5EF4-FFF2-40B4-BE49-F238E27FC236}">
                <a16:creationId xmlns:a16="http://schemas.microsoft.com/office/drawing/2014/main" id="{339D22C9-B127-4F3A-8B31-C314BDA749B9}"/>
              </a:ext>
            </a:extLst>
          </p:cNvPr>
          <p:cNvSpPr>
            <a:spLocks noGrp="1"/>
          </p:cNvSpPr>
          <p:nvPr/>
        </p:nvSpPr>
        <p:spPr>
          <a:xfrm>
            <a:off x="1373527" y="4456793"/>
            <a:ext cx="46519" cy="46519"/>
          </a:xfrm>
          <a:prstGeom prst="ellipse">
            <a:avLst/>
          </a:prstGeom>
          <a:solidFill>
            <a:srgbClr val="566AB4">
              <a:alpha val="43000"/>
            </a:srgbClr>
          </a:solidFill>
          <a:ln w="0">
            <a:noFill/>
            <a:prstDash val="solid"/>
          </a:ln>
        </p:spPr>
      </p:sp>
      <p:sp>
        <p:nvSpPr>
          <p:cNvPr id="75" name="f_small_violin_ellipse_5178">
            <a:extLst>
              <a:ext uri="{FF2B5EF4-FFF2-40B4-BE49-F238E27FC236}">
                <a16:creationId xmlns:a16="http://schemas.microsoft.com/office/drawing/2014/main" id="{A437BAFE-BEB2-4FBF-91C8-94F0E3AEF70C}"/>
              </a:ext>
            </a:extLst>
          </p:cNvPr>
          <p:cNvSpPr>
            <a:spLocks noGrp="1"/>
          </p:cNvSpPr>
          <p:nvPr/>
        </p:nvSpPr>
        <p:spPr>
          <a:xfrm>
            <a:off x="1695486" y="2835432"/>
            <a:ext cx="46519" cy="46519"/>
          </a:xfrm>
          <a:prstGeom prst="ellipse">
            <a:avLst/>
          </a:prstGeom>
          <a:solidFill>
            <a:srgbClr val="566AB4">
              <a:alpha val="43000"/>
            </a:srgbClr>
          </a:solidFill>
          <a:ln w="0">
            <a:noFill/>
            <a:prstDash val="solid"/>
          </a:ln>
        </p:spPr>
      </p:sp>
      <p:sp>
        <p:nvSpPr>
          <p:cNvPr id="76" name="f_small_violin_ellipse_5179">
            <a:extLst>
              <a:ext uri="{FF2B5EF4-FFF2-40B4-BE49-F238E27FC236}">
                <a16:creationId xmlns:a16="http://schemas.microsoft.com/office/drawing/2014/main" id="{2C8ADD5E-9A39-448C-ADBD-A2D7E7286EEF}"/>
              </a:ext>
            </a:extLst>
          </p:cNvPr>
          <p:cNvSpPr>
            <a:spLocks noGrp="1"/>
          </p:cNvSpPr>
          <p:nvPr/>
        </p:nvSpPr>
        <p:spPr>
          <a:xfrm>
            <a:off x="1342381" y="2024752"/>
            <a:ext cx="46519" cy="46519"/>
          </a:xfrm>
          <a:prstGeom prst="ellipse">
            <a:avLst/>
          </a:prstGeom>
          <a:solidFill>
            <a:srgbClr val="566AB4">
              <a:alpha val="43000"/>
            </a:srgbClr>
          </a:solidFill>
          <a:ln w="0">
            <a:noFill/>
            <a:prstDash val="solid"/>
          </a:ln>
        </p:spPr>
      </p:sp>
      <p:sp>
        <p:nvSpPr>
          <p:cNvPr id="77" name="f_small_violin_ellipse_5180">
            <a:extLst>
              <a:ext uri="{FF2B5EF4-FFF2-40B4-BE49-F238E27FC236}">
                <a16:creationId xmlns:a16="http://schemas.microsoft.com/office/drawing/2014/main" id="{53509078-3D1B-4369-8EE3-5777A547EDC9}"/>
              </a:ext>
            </a:extLst>
          </p:cNvPr>
          <p:cNvSpPr>
            <a:spLocks noGrp="1"/>
          </p:cNvSpPr>
          <p:nvPr/>
        </p:nvSpPr>
        <p:spPr>
          <a:xfrm>
            <a:off x="1346595" y="3147233"/>
            <a:ext cx="46519" cy="46519"/>
          </a:xfrm>
          <a:prstGeom prst="ellipse">
            <a:avLst/>
          </a:prstGeom>
          <a:solidFill>
            <a:srgbClr val="566AB4">
              <a:alpha val="43000"/>
            </a:srgbClr>
          </a:solidFill>
          <a:ln w="0">
            <a:noFill/>
            <a:prstDash val="solid"/>
          </a:ln>
        </p:spPr>
      </p:sp>
      <p:sp>
        <p:nvSpPr>
          <p:cNvPr id="78" name="f_small_violin_ellipse_5181">
            <a:extLst>
              <a:ext uri="{FF2B5EF4-FFF2-40B4-BE49-F238E27FC236}">
                <a16:creationId xmlns:a16="http://schemas.microsoft.com/office/drawing/2014/main" id="{620F53B0-5EB6-4305-909C-388F57C3314A}"/>
              </a:ext>
            </a:extLst>
          </p:cNvPr>
          <p:cNvSpPr>
            <a:spLocks noGrp="1"/>
          </p:cNvSpPr>
          <p:nvPr/>
        </p:nvSpPr>
        <p:spPr>
          <a:xfrm>
            <a:off x="1614810" y="2835432"/>
            <a:ext cx="46519" cy="46519"/>
          </a:xfrm>
          <a:prstGeom prst="ellipse">
            <a:avLst/>
          </a:prstGeom>
          <a:solidFill>
            <a:srgbClr val="566AB4">
              <a:alpha val="43000"/>
            </a:srgbClr>
          </a:solidFill>
          <a:ln w="0">
            <a:noFill/>
            <a:prstDash val="solid"/>
          </a:ln>
        </p:spPr>
      </p:sp>
      <p:sp>
        <p:nvSpPr>
          <p:cNvPr id="79" name="f_small_violin_ellipse_5182">
            <a:extLst>
              <a:ext uri="{FF2B5EF4-FFF2-40B4-BE49-F238E27FC236}">
                <a16:creationId xmlns:a16="http://schemas.microsoft.com/office/drawing/2014/main" id="{4BCA78E9-AAF3-4054-9C1F-BDD6CCEE328B}"/>
              </a:ext>
            </a:extLst>
          </p:cNvPr>
          <p:cNvSpPr>
            <a:spLocks noGrp="1"/>
          </p:cNvSpPr>
          <p:nvPr/>
        </p:nvSpPr>
        <p:spPr>
          <a:xfrm>
            <a:off x="1341448" y="2024752"/>
            <a:ext cx="46519" cy="46519"/>
          </a:xfrm>
          <a:prstGeom prst="ellipse">
            <a:avLst/>
          </a:prstGeom>
          <a:solidFill>
            <a:srgbClr val="566AB4">
              <a:alpha val="43000"/>
            </a:srgbClr>
          </a:solidFill>
          <a:ln w="0">
            <a:noFill/>
            <a:prstDash val="solid"/>
          </a:ln>
        </p:spPr>
      </p:sp>
      <p:sp>
        <p:nvSpPr>
          <p:cNvPr id="80" name="f_small_violin_ellipse_5183">
            <a:extLst>
              <a:ext uri="{FF2B5EF4-FFF2-40B4-BE49-F238E27FC236}">
                <a16:creationId xmlns:a16="http://schemas.microsoft.com/office/drawing/2014/main" id="{08CC3AF4-5989-406D-A434-0C0F83A10FD9}"/>
              </a:ext>
            </a:extLst>
          </p:cNvPr>
          <p:cNvSpPr>
            <a:spLocks noGrp="1"/>
          </p:cNvSpPr>
          <p:nvPr/>
        </p:nvSpPr>
        <p:spPr>
          <a:xfrm>
            <a:off x="1582120" y="4456793"/>
            <a:ext cx="46519" cy="46519"/>
          </a:xfrm>
          <a:prstGeom prst="ellipse">
            <a:avLst/>
          </a:prstGeom>
          <a:solidFill>
            <a:srgbClr val="566AB4">
              <a:alpha val="43000"/>
            </a:srgbClr>
          </a:solidFill>
          <a:ln w="0">
            <a:noFill/>
            <a:prstDash val="solid"/>
          </a:ln>
        </p:spPr>
      </p:sp>
      <p:sp>
        <p:nvSpPr>
          <p:cNvPr id="81" name="f_small_violin_ellipse_5184">
            <a:extLst>
              <a:ext uri="{FF2B5EF4-FFF2-40B4-BE49-F238E27FC236}">
                <a16:creationId xmlns:a16="http://schemas.microsoft.com/office/drawing/2014/main" id="{4D7A9219-958F-4CDF-AE3D-4CC3048D4F33}"/>
              </a:ext>
            </a:extLst>
          </p:cNvPr>
          <p:cNvSpPr>
            <a:spLocks noGrp="1"/>
          </p:cNvSpPr>
          <p:nvPr/>
        </p:nvSpPr>
        <p:spPr>
          <a:xfrm>
            <a:off x="1325538" y="2024752"/>
            <a:ext cx="46519" cy="46519"/>
          </a:xfrm>
          <a:prstGeom prst="ellipse">
            <a:avLst/>
          </a:prstGeom>
          <a:solidFill>
            <a:srgbClr val="566AB4">
              <a:alpha val="43000"/>
            </a:srgbClr>
          </a:solidFill>
          <a:ln w="0">
            <a:noFill/>
            <a:prstDash val="solid"/>
          </a:ln>
        </p:spPr>
      </p:sp>
      <p:sp>
        <p:nvSpPr>
          <p:cNvPr id="82" name="f_small_violin_ellipse_5185">
            <a:extLst>
              <a:ext uri="{FF2B5EF4-FFF2-40B4-BE49-F238E27FC236}">
                <a16:creationId xmlns:a16="http://schemas.microsoft.com/office/drawing/2014/main" id="{DE204375-7438-4322-BC6E-394A3D037493}"/>
              </a:ext>
            </a:extLst>
          </p:cNvPr>
          <p:cNvSpPr>
            <a:spLocks noGrp="1"/>
          </p:cNvSpPr>
          <p:nvPr/>
        </p:nvSpPr>
        <p:spPr>
          <a:xfrm>
            <a:off x="1561136" y="4456793"/>
            <a:ext cx="46519" cy="46519"/>
          </a:xfrm>
          <a:prstGeom prst="ellipse">
            <a:avLst/>
          </a:prstGeom>
          <a:solidFill>
            <a:srgbClr val="566AB4">
              <a:alpha val="43000"/>
            </a:srgbClr>
          </a:solidFill>
          <a:ln w="0">
            <a:noFill/>
            <a:prstDash val="solid"/>
          </a:ln>
        </p:spPr>
      </p:sp>
      <p:sp>
        <p:nvSpPr>
          <p:cNvPr id="83" name="f_small_violin_ellipse_5186">
            <a:extLst>
              <a:ext uri="{FF2B5EF4-FFF2-40B4-BE49-F238E27FC236}">
                <a16:creationId xmlns:a16="http://schemas.microsoft.com/office/drawing/2014/main" id="{89BD9F8D-36FD-405A-A564-F83BAAF6BFA2}"/>
              </a:ext>
            </a:extLst>
          </p:cNvPr>
          <p:cNvSpPr>
            <a:spLocks noGrp="1"/>
          </p:cNvSpPr>
          <p:nvPr/>
        </p:nvSpPr>
        <p:spPr>
          <a:xfrm>
            <a:off x="1543696" y="4456793"/>
            <a:ext cx="46519" cy="46519"/>
          </a:xfrm>
          <a:prstGeom prst="ellipse">
            <a:avLst/>
          </a:prstGeom>
          <a:solidFill>
            <a:srgbClr val="566AB4">
              <a:alpha val="43000"/>
            </a:srgbClr>
          </a:solidFill>
          <a:ln w="0">
            <a:noFill/>
            <a:prstDash val="solid"/>
          </a:ln>
        </p:spPr>
      </p:sp>
      <p:sp>
        <p:nvSpPr>
          <p:cNvPr id="84" name="f_small_violin_ellipse_5187">
            <a:extLst>
              <a:ext uri="{FF2B5EF4-FFF2-40B4-BE49-F238E27FC236}">
                <a16:creationId xmlns:a16="http://schemas.microsoft.com/office/drawing/2014/main" id="{E5816168-DCC2-489A-B984-FBC674E09DEF}"/>
              </a:ext>
            </a:extLst>
          </p:cNvPr>
          <p:cNvSpPr>
            <a:spLocks noGrp="1"/>
          </p:cNvSpPr>
          <p:nvPr/>
        </p:nvSpPr>
        <p:spPr>
          <a:xfrm>
            <a:off x="1625900" y="3240773"/>
            <a:ext cx="46519" cy="46519"/>
          </a:xfrm>
          <a:prstGeom prst="ellipse">
            <a:avLst/>
          </a:prstGeom>
          <a:solidFill>
            <a:srgbClr val="566AB4">
              <a:alpha val="43000"/>
            </a:srgbClr>
          </a:solidFill>
          <a:ln w="0">
            <a:noFill/>
            <a:prstDash val="solid"/>
          </a:ln>
        </p:spPr>
      </p:sp>
      <p:sp>
        <p:nvSpPr>
          <p:cNvPr id="85" name="f_small_violin_ellipse_5188">
            <a:extLst>
              <a:ext uri="{FF2B5EF4-FFF2-40B4-BE49-F238E27FC236}">
                <a16:creationId xmlns:a16="http://schemas.microsoft.com/office/drawing/2014/main" id="{4F49A708-744E-4EB9-846A-AD2DF929D4F6}"/>
              </a:ext>
            </a:extLst>
          </p:cNvPr>
          <p:cNvSpPr>
            <a:spLocks noGrp="1"/>
          </p:cNvSpPr>
          <p:nvPr/>
        </p:nvSpPr>
        <p:spPr>
          <a:xfrm>
            <a:off x="1504943" y="2024752"/>
            <a:ext cx="46519" cy="46519"/>
          </a:xfrm>
          <a:prstGeom prst="ellipse">
            <a:avLst/>
          </a:prstGeom>
          <a:solidFill>
            <a:srgbClr val="566AB4">
              <a:alpha val="43000"/>
            </a:srgbClr>
          </a:solidFill>
          <a:ln w="0">
            <a:noFill/>
            <a:prstDash val="solid"/>
          </a:ln>
        </p:spPr>
      </p:sp>
      <p:sp>
        <p:nvSpPr>
          <p:cNvPr id="86" name="f_small_violin_ellipse_5189">
            <a:extLst>
              <a:ext uri="{FF2B5EF4-FFF2-40B4-BE49-F238E27FC236}">
                <a16:creationId xmlns:a16="http://schemas.microsoft.com/office/drawing/2014/main" id="{7C7316A6-6B33-4AA3-890D-D3F444C400A0}"/>
              </a:ext>
            </a:extLst>
          </p:cNvPr>
          <p:cNvSpPr>
            <a:spLocks noGrp="1"/>
          </p:cNvSpPr>
          <p:nvPr/>
        </p:nvSpPr>
        <p:spPr>
          <a:xfrm>
            <a:off x="1376478" y="4456793"/>
            <a:ext cx="46519" cy="46519"/>
          </a:xfrm>
          <a:prstGeom prst="ellipse">
            <a:avLst/>
          </a:prstGeom>
          <a:solidFill>
            <a:srgbClr val="566AB4">
              <a:alpha val="43000"/>
            </a:srgbClr>
          </a:solidFill>
          <a:ln w="0">
            <a:noFill/>
            <a:prstDash val="solid"/>
          </a:ln>
        </p:spPr>
      </p:sp>
      <p:sp>
        <p:nvSpPr>
          <p:cNvPr id="87" name="f_small_violin_ellipse_5190">
            <a:extLst>
              <a:ext uri="{FF2B5EF4-FFF2-40B4-BE49-F238E27FC236}">
                <a16:creationId xmlns:a16="http://schemas.microsoft.com/office/drawing/2014/main" id="{BFA1EA15-6238-401F-BCAA-872DBA0DB080}"/>
              </a:ext>
            </a:extLst>
          </p:cNvPr>
          <p:cNvSpPr>
            <a:spLocks noGrp="1"/>
          </p:cNvSpPr>
          <p:nvPr/>
        </p:nvSpPr>
        <p:spPr>
          <a:xfrm>
            <a:off x="1676566" y="3646113"/>
            <a:ext cx="46519" cy="46519"/>
          </a:xfrm>
          <a:prstGeom prst="ellipse">
            <a:avLst/>
          </a:prstGeom>
          <a:solidFill>
            <a:srgbClr val="566AB4">
              <a:alpha val="43000"/>
            </a:srgbClr>
          </a:solidFill>
          <a:ln w="0">
            <a:noFill/>
            <a:prstDash val="solid"/>
          </a:ln>
        </p:spPr>
      </p:sp>
      <p:sp>
        <p:nvSpPr>
          <p:cNvPr id="88" name="f_small_violin_ellipse_5191">
            <a:extLst>
              <a:ext uri="{FF2B5EF4-FFF2-40B4-BE49-F238E27FC236}">
                <a16:creationId xmlns:a16="http://schemas.microsoft.com/office/drawing/2014/main" id="{A24548E5-B559-4830-BD47-C528ABE2BCC2}"/>
              </a:ext>
            </a:extLst>
          </p:cNvPr>
          <p:cNvSpPr>
            <a:spLocks noGrp="1"/>
          </p:cNvSpPr>
          <p:nvPr/>
        </p:nvSpPr>
        <p:spPr>
          <a:xfrm>
            <a:off x="1334046" y="2024752"/>
            <a:ext cx="46519" cy="46519"/>
          </a:xfrm>
          <a:prstGeom prst="ellipse">
            <a:avLst/>
          </a:prstGeom>
          <a:solidFill>
            <a:srgbClr val="566AB4">
              <a:alpha val="43000"/>
            </a:srgbClr>
          </a:solidFill>
          <a:ln w="0">
            <a:noFill/>
            <a:prstDash val="solid"/>
          </a:ln>
        </p:spPr>
      </p:sp>
      <p:sp>
        <p:nvSpPr>
          <p:cNvPr id="89" name="f_small_violin_ellipse_5192">
            <a:extLst>
              <a:ext uri="{FF2B5EF4-FFF2-40B4-BE49-F238E27FC236}">
                <a16:creationId xmlns:a16="http://schemas.microsoft.com/office/drawing/2014/main" id="{F74D2ADF-8B8D-448A-B68F-82B0C8ECD22F}"/>
              </a:ext>
            </a:extLst>
          </p:cNvPr>
          <p:cNvSpPr>
            <a:spLocks noGrp="1"/>
          </p:cNvSpPr>
          <p:nvPr/>
        </p:nvSpPr>
        <p:spPr>
          <a:xfrm>
            <a:off x="1626533" y="3240773"/>
            <a:ext cx="46519" cy="46519"/>
          </a:xfrm>
          <a:prstGeom prst="ellipse">
            <a:avLst/>
          </a:prstGeom>
          <a:solidFill>
            <a:srgbClr val="566AB4">
              <a:alpha val="43000"/>
            </a:srgbClr>
          </a:solidFill>
          <a:ln w="0">
            <a:noFill/>
            <a:prstDash val="solid"/>
          </a:ln>
        </p:spPr>
      </p:sp>
      <p:sp>
        <p:nvSpPr>
          <p:cNvPr id="90" name="f_small_violin_ellipse_5193">
            <a:extLst>
              <a:ext uri="{FF2B5EF4-FFF2-40B4-BE49-F238E27FC236}">
                <a16:creationId xmlns:a16="http://schemas.microsoft.com/office/drawing/2014/main" id="{10D25967-A137-44D3-AE32-C472B222B62A}"/>
              </a:ext>
            </a:extLst>
          </p:cNvPr>
          <p:cNvSpPr>
            <a:spLocks noGrp="1"/>
          </p:cNvSpPr>
          <p:nvPr/>
        </p:nvSpPr>
        <p:spPr>
          <a:xfrm>
            <a:off x="1321206" y="2024752"/>
            <a:ext cx="46519" cy="46519"/>
          </a:xfrm>
          <a:prstGeom prst="ellipse">
            <a:avLst/>
          </a:prstGeom>
          <a:solidFill>
            <a:srgbClr val="566AB4">
              <a:alpha val="43000"/>
            </a:srgbClr>
          </a:solidFill>
          <a:ln w="0">
            <a:noFill/>
            <a:prstDash val="solid"/>
          </a:ln>
        </p:spPr>
      </p:sp>
      <p:sp>
        <p:nvSpPr>
          <p:cNvPr id="91" name="f_small_violin_ellipse_5194">
            <a:extLst>
              <a:ext uri="{FF2B5EF4-FFF2-40B4-BE49-F238E27FC236}">
                <a16:creationId xmlns:a16="http://schemas.microsoft.com/office/drawing/2014/main" id="{CFDF37BD-229D-439D-A852-4A43D11A609E}"/>
              </a:ext>
            </a:extLst>
          </p:cNvPr>
          <p:cNvSpPr>
            <a:spLocks noGrp="1"/>
          </p:cNvSpPr>
          <p:nvPr/>
        </p:nvSpPr>
        <p:spPr>
          <a:xfrm>
            <a:off x="1541346" y="4456793"/>
            <a:ext cx="46519" cy="46519"/>
          </a:xfrm>
          <a:prstGeom prst="ellipse">
            <a:avLst/>
          </a:prstGeom>
          <a:solidFill>
            <a:srgbClr val="566AB4">
              <a:alpha val="43000"/>
            </a:srgbClr>
          </a:solidFill>
          <a:ln w="0">
            <a:noFill/>
            <a:prstDash val="solid"/>
          </a:ln>
        </p:spPr>
      </p:sp>
      <p:sp>
        <p:nvSpPr>
          <p:cNvPr id="92" name="f_small_violin_ellipse_5195">
            <a:extLst>
              <a:ext uri="{FF2B5EF4-FFF2-40B4-BE49-F238E27FC236}">
                <a16:creationId xmlns:a16="http://schemas.microsoft.com/office/drawing/2014/main" id="{447A7449-A6D4-4D3D-ACB0-09F672D69EB4}"/>
              </a:ext>
            </a:extLst>
          </p:cNvPr>
          <p:cNvSpPr>
            <a:spLocks noGrp="1"/>
          </p:cNvSpPr>
          <p:nvPr/>
        </p:nvSpPr>
        <p:spPr>
          <a:xfrm>
            <a:off x="1330699" y="2024752"/>
            <a:ext cx="46519" cy="46519"/>
          </a:xfrm>
          <a:prstGeom prst="ellipse">
            <a:avLst/>
          </a:prstGeom>
          <a:solidFill>
            <a:srgbClr val="566AB4">
              <a:alpha val="43000"/>
            </a:srgbClr>
          </a:solidFill>
          <a:ln w="0">
            <a:noFill/>
            <a:prstDash val="solid"/>
          </a:ln>
        </p:spPr>
      </p:sp>
      <p:sp>
        <p:nvSpPr>
          <p:cNvPr id="93" name="f_small_violin_ellipse_5196">
            <a:extLst>
              <a:ext uri="{FF2B5EF4-FFF2-40B4-BE49-F238E27FC236}">
                <a16:creationId xmlns:a16="http://schemas.microsoft.com/office/drawing/2014/main" id="{9117023A-4AFE-4168-A5D3-9AFB7EED8CFF}"/>
              </a:ext>
            </a:extLst>
          </p:cNvPr>
          <p:cNvSpPr>
            <a:spLocks noGrp="1"/>
          </p:cNvSpPr>
          <p:nvPr/>
        </p:nvSpPr>
        <p:spPr>
          <a:xfrm>
            <a:off x="1627930" y="3067055"/>
            <a:ext cx="46519" cy="46519"/>
          </a:xfrm>
          <a:prstGeom prst="ellipse">
            <a:avLst/>
          </a:prstGeom>
          <a:solidFill>
            <a:srgbClr val="566AB4">
              <a:alpha val="43000"/>
            </a:srgbClr>
          </a:solidFill>
          <a:ln w="0">
            <a:noFill/>
            <a:prstDash val="solid"/>
          </a:ln>
        </p:spPr>
      </p:sp>
      <p:sp>
        <p:nvSpPr>
          <p:cNvPr id="94" name="f_small_violin_ellipse_5197">
            <a:extLst>
              <a:ext uri="{FF2B5EF4-FFF2-40B4-BE49-F238E27FC236}">
                <a16:creationId xmlns:a16="http://schemas.microsoft.com/office/drawing/2014/main" id="{D0F82181-F23F-4AD3-B46D-768BBB10F19F}"/>
              </a:ext>
            </a:extLst>
          </p:cNvPr>
          <p:cNvSpPr>
            <a:spLocks noGrp="1"/>
          </p:cNvSpPr>
          <p:nvPr/>
        </p:nvSpPr>
        <p:spPr>
          <a:xfrm>
            <a:off x="1648417" y="4456793"/>
            <a:ext cx="46519" cy="46519"/>
          </a:xfrm>
          <a:prstGeom prst="ellipse">
            <a:avLst/>
          </a:prstGeom>
          <a:solidFill>
            <a:srgbClr val="566AB4">
              <a:alpha val="43000"/>
            </a:srgbClr>
          </a:solidFill>
          <a:ln w="0">
            <a:noFill/>
            <a:prstDash val="solid"/>
          </a:ln>
        </p:spPr>
      </p:sp>
      <p:sp>
        <p:nvSpPr>
          <p:cNvPr id="95" name="f_small_violin_ellipse_5198">
            <a:extLst>
              <a:ext uri="{FF2B5EF4-FFF2-40B4-BE49-F238E27FC236}">
                <a16:creationId xmlns:a16="http://schemas.microsoft.com/office/drawing/2014/main" id="{63E1A54C-2F26-45CD-9246-DB60B1123875}"/>
              </a:ext>
            </a:extLst>
          </p:cNvPr>
          <p:cNvSpPr>
            <a:spLocks noGrp="1"/>
          </p:cNvSpPr>
          <p:nvPr/>
        </p:nvSpPr>
        <p:spPr>
          <a:xfrm>
            <a:off x="1566876" y="4456793"/>
            <a:ext cx="46519" cy="46519"/>
          </a:xfrm>
          <a:prstGeom prst="ellipse">
            <a:avLst/>
          </a:prstGeom>
          <a:solidFill>
            <a:srgbClr val="566AB4">
              <a:alpha val="43000"/>
            </a:srgbClr>
          </a:solidFill>
          <a:ln w="0">
            <a:noFill/>
            <a:prstDash val="solid"/>
          </a:ln>
        </p:spPr>
      </p:sp>
      <p:sp>
        <p:nvSpPr>
          <p:cNvPr id="96" name="f_small_violin_ellipse_5199">
            <a:extLst>
              <a:ext uri="{FF2B5EF4-FFF2-40B4-BE49-F238E27FC236}">
                <a16:creationId xmlns:a16="http://schemas.microsoft.com/office/drawing/2014/main" id="{761CD538-FEA3-4463-96EA-6C3AC6FED8B5}"/>
              </a:ext>
            </a:extLst>
          </p:cNvPr>
          <p:cNvSpPr>
            <a:spLocks noGrp="1"/>
          </p:cNvSpPr>
          <p:nvPr/>
        </p:nvSpPr>
        <p:spPr>
          <a:xfrm>
            <a:off x="1415374" y="4456793"/>
            <a:ext cx="46519" cy="46519"/>
          </a:xfrm>
          <a:prstGeom prst="ellipse">
            <a:avLst/>
          </a:prstGeom>
          <a:solidFill>
            <a:srgbClr val="566AB4">
              <a:alpha val="43000"/>
            </a:srgbClr>
          </a:solidFill>
          <a:ln w="0">
            <a:noFill/>
            <a:prstDash val="solid"/>
          </a:ln>
        </p:spPr>
      </p:sp>
      <p:sp>
        <p:nvSpPr>
          <p:cNvPr id="97" name="f_small_violin_ellipse_5200">
            <a:extLst>
              <a:ext uri="{FF2B5EF4-FFF2-40B4-BE49-F238E27FC236}">
                <a16:creationId xmlns:a16="http://schemas.microsoft.com/office/drawing/2014/main" id="{CCA23CF5-C507-4AB2-B8DA-F1ECA846E331}"/>
              </a:ext>
            </a:extLst>
          </p:cNvPr>
          <p:cNvSpPr>
            <a:spLocks noGrp="1"/>
          </p:cNvSpPr>
          <p:nvPr/>
        </p:nvSpPr>
        <p:spPr>
          <a:xfrm>
            <a:off x="1692787" y="4456793"/>
            <a:ext cx="46519" cy="46519"/>
          </a:xfrm>
          <a:prstGeom prst="ellipse">
            <a:avLst/>
          </a:prstGeom>
          <a:solidFill>
            <a:srgbClr val="566AB4">
              <a:alpha val="43000"/>
            </a:srgbClr>
          </a:solidFill>
          <a:ln w="0">
            <a:noFill/>
            <a:prstDash val="solid"/>
          </a:ln>
        </p:spPr>
      </p:sp>
      <p:sp>
        <p:nvSpPr>
          <p:cNvPr id="98" name="f_small_violin_ellipse_5201">
            <a:extLst>
              <a:ext uri="{FF2B5EF4-FFF2-40B4-BE49-F238E27FC236}">
                <a16:creationId xmlns:a16="http://schemas.microsoft.com/office/drawing/2014/main" id="{49D3CF1C-837E-4584-933C-01C34FA5823B}"/>
              </a:ext>
            </a:extLst>
          </p:cNvPr>
          <p:cNvSpPr>
            <a:spLocks noGrp="1"/>
          </p:cNvSpPr>
          <p:nvPr/>
        </p:nvSpPr>
        <p:spPr>
          <a:xfrm>
            <a:off x="1615363" y="2186888"/>
            <a:ext cx="46519" cy="46519"/>
          </a:xfrm>
          <a:prstGeom prst="ellipse">
            <a:avLst/>
          </a:prstGeom>
          <a:solidFill>
            <a:srgbClr val="566AB4">
              <a:alpha val="43000"/>
            </a:srgbClr>
          </a:solidFill>
          <a:ln w="0">
            <a:noFill/>
            <a:prstDash val="solid"/>
          </a:ln>
        </p:spPr>
      </p:sp>
      <p:sp>
        <p:nvSpPr>
          <p:cNvPr id="99" name="f_small_violin_ellipse_5202">
            <a:extLst>
              <a:ext uri="{FF2B5EF4-FFF2-40B4-BE49-F238E27FC236}">
                <a16:creationId xmlns:a16="http://schemas.microsoft.com/office/drawing/2014/main" id="{16024152-0BC3-4830-9748-C004A7700E32}"/>
              </a:ext>
            </a:extLst>
          </p:cNvPr>
          <p:cNvSpPr>
            <a:spLocks noGrp="1"/>
          </p:cNvSpPr>
          <p:nvPr/>
        </p:nvSpPr>
        <p:spPr>
          <a:xfrm>
            <a:off x="1503969" y="3240773"/>
            <a:ext cx="46519" cy="46519"/>
          </a:xfrm>
          <a:prstGeom prst="ellipse">
            <a:avLst/>
          </a:prstGeom>
          <a:solidFill>
            <a:srgbClr val="566AB4">
              <a:alpha val="43000"/>
            </a:srgbClr>
          </a:solidFill>
          <a:ln w="0">
            <a:noFill/>
            <a:prstDash val="solid"/>
          </a:ln>
        </p:spPr>
      </p:sp>
      <p:sp>
        <p:nvSpPr>
          <p:cNvPr id="100" name="f_small_violin_ellipse_5203">
            <a:extLst>
              <a:ext uri="{FF2B5EF4-FFF2-40B4-BE49-F238E27FC236}">
                <a16:creationId xmlns:a16="http://schemas.microsoft.com/office/drawing/2014/main" id="{31402F61-77C3-467D-81E2-D0983478859E}"/>
              </a:ext>
            </a:extLst>
          </p:cNvPr>
          <p:cNvSpPr>
            <a:spLocks noGrp="1"/>
          </p:cNvSpPr>
          <p:nvPr/>
        </p:nvSpPr>
        <p:spPr>
          <a:xfrm>
            <a:off x="1692615" y="2024752"/>
            <a:ext cx="46519" cy="46519"/>
          </a:xfrm>
          <a:prstGeom prst="ellipse">
            <a:avLst/>
          </a:prstGeom>
          <a:solidFill>
            <a:srgbClr val="566AB4">
              <a:alpha val="43000"/>
            </a:srgbClr>
          </a:solidFill>
          <a:ln w="0">
            <a:noFill/>
            <a:prstDash val="solid"/>
          </a:ln>
        </p:spPr>
      </p:sp>
      <p:sp>
        <p:nvSpPr>
          <p:cNvPr id="101" name="f_small_violin_ellipse_5204">
            <a:extLst>
              <a:ext uri="{FF2B5EF4-FFF2-40B4-BE49-F238E27FC236}">
                <a16:creationId xmlns:a16="http://schemas.microsoft.com/office/drawing/2014/main" id="{3DD13114-EA3A-4C1A-961C-30CE64EC9D39}"/>
              </a:ext>
            </a:extLst>
          </p:cNvPr>
          <p:cNvSpPr>
            <a:spLocks noGrp="1"/>
          </p:cNvSpPr>
          <p:nvPr/>
        </p:nvSpPr>
        <p:spPr>
          <a:xfrm>
            <a:off x="1532457" y="4186566"/>
            <a:ext cx="46519" cy="46519"/>
          </a:xfrm>
          <a:prstGeom prst="ellipse">
            <a:avLst/>
          </a:prstGeom>
          <a:solidFill>
            <a:srgbClr val="566AB4">
              <a:alpha val="43000"/>
            </a:srgbClr>
          </a:solidFill>
          <a:ln w="0">
            <a:noFill/>
            <a:prstDash val="solid"/>
          </a:ln>
        </p:spPr>
      </p:sp>
      <p:sp>
        <p:nvSpPr>
          <p:cNvPr id="102" name="f_small_violin_ellipse_5205">
            <a:extLst>
              <a:ext uri="{FF2B5EF4-FFF2-40B4-BE49-F238E27FC236}">
                <a16:creationId xmlns:a16="http://schemas.microsoft.com/office/drawing/2014/main" id="{EB644547-4159-46B4-B385-A36C3C3BE4B9}"/>
              </a:ext>
            </a:extLst>
          </p:cNvPr>
          <p:cNvSpPr>
            <a:spLocks noGrp="1"/>
          </p:cNvSpPr>
          <p:nvPr/>
        </p:nvSpPr>
        <p:spPr>
          <a:xfrm>
            <a:off x="1464299" y="2024752"/>
            <a:ext cx="46519" cy="46519"/>
          </a:xfrm>
          <a:prstGeom prst="ellipse">
            <a:avLst/>
          </a:prstGeom>
          <a:solidFill>
            <a:srgbClr val="566AB4">
              <a:alpha val="43000"/>
            </a:srgbClr>
          </a:solidFill>
          <a:ln w="0">
            <a:noFill/>
            <a:prstDash val="solid"/>
          </a:ln>
        </p:spPr>
      </p:sp>
      <p:sp>
        <p:nvSpPr>
          <p:cNvPr id="103" name="f_small_violin_ellipse_5206">
            <a:extLst>
              <a:ext uri="{FF2B5EF4-FFF2-40B4-BE49-F238E27FC236}">
                <a16:creationId xmlns:a16="http://schemas.microsoft.com/office/drawing/2014/main" id="{73C695F1-A9A5-4049-AF62-D57189B8D551}"/>
              </a:ext>
            </a:extLst>
          </p:cNvPr>
          <p:cNvSpPr>
            <a:spLocks noGrp="1"/>
          </p:cNvSpPr>
          <p:nvPr/>
        </p:nvSpPr>
        <p:spPr>
          <a:xfrm>
            <a:off x="1543444" y="3240773"/>
            <a:ext cx="46519" cy="46519"/>
          </a:xfrm>
          <a:prstGeom prst="ellipse">
            <a:avLst/>
          </a:prstGeom>
          <a:solidFill>
            <a:srgbClr val="566AB4">
              <a:alpha val="43000"/>
            </a:srgbClr>
          </a:solidFill>
          <a:ln w="0">
            <a:noFill/>
            <a:prstDash val="solid"/>
          </a:ln>
        </p:spPr>
      </p:sp>
      <p:sp>
        <p:nvSpPr>
          <p:cNvPr id="104" name="f_small_violin_ellipse_5207">
            <a:extLst>
              <a:ext uri="{FF2B5EF4-FFF2-40B4-BE49-F238E27FC236}">
                <a16:creationId xmlns:a16="http://schemas.microsoft.com/office/drawing/2014/main" id="{E4666865-120B-40A3-8231-5D1D199B3570}"/>
              </a:ext>
            </a:extLst>
          </p:cNvPr>
          <p:cNvSpPr>
            <a:spLocks noGrp="1"/>
          </p:cNvSpPr>
          <p:nvPr/>
        </p:nvSpPr>
        <p:spPr>
          <a:xfrm>
            <a:off x="1360754" y="2024752"/>
            <a:ext cx="46519" cy="46519"/>
          </a:xfrm>
          <a:prstGeom prst="ellipse">
            <a:avLst/>
          </a:prstGeom>
          <a:solidFill>
            <a:srgbClr val="566AB4">
              <a:alpha val="43000"/>
            </a:srgbClr>
          </a:solidFill>
          <a:ln w="0">
            <a:noFill/>
            <a:prstDash val="solid"/>
          </a:ln>
        </p:spPr>
      </p:sp>
      <p:sp>
        <p:nvSpPr>
          <p:cNvPr id="105" name="f_small_violin_ellipse_5208">
            <a:extLst>
              <a:ext uri="{FF2B5EF4-FFF2-40B4-BE49-F238E27FC236}">
                <a16:creationId xmlns:a16="http://schemas.microsoft.com/office/drawing/2014/main" id="{ECFF8E5B-7514-494B-B22C-CC91D2A81CD4}"/>
              </a:ext>
            </a:extLst>
          </p:cNvPr>
          <p:cNvSpPr>
            <a:spLocks noGrp="1"/>
          </p:cNvSpPr>
          <p:nvPr/>
        </p:nvSpPr>
        <p:spPr>
          <a:xfrm>
            <a:off x="1411543" y="2024752"/>
            <a:ext cx="46519" cy="46519"/>
          </a:xfrm>
          <a:prstGeom prst="ellipse">
            <a:avLst/>
          </a:prstGeom>
          <a:solidFill>
            <a:srgbClr val="566AB4">
              <a:alpha val="43000"/>
            </a:srgbClr>
          </a:solidFill>
          <a:ln w="0">
            <a:noFill/>
            <a:prstDash val="solid"/>
          </a:ln>
        </p:spPr>
      </p:sp>
      <p:sp>
        <p:nvSpPr>
          <p:cNvPr id="106" name="f_small_violin_ellipse_5209">
            <a:extLst>
              <a:ext uri="{FF2B5EF4-FFF2-40B4-BE49-F238E27FC236}">
                <a16:creationId xmlns:a16="http://schemas.microsoft.com/office/drawing/2014/main" id="{AA32B7F7-6A16-470B-B540-FB47DF29C9D7}"/>
              </a:ext>
            </a:extLst>
          </p:cNvPr>
          <p:cNvSpPr>
            <a:spLocks noGrp="1"/>
          </p:cNvSpPr>
          <p:nvPr/>
        </p:nvSpPr>
        <p:spPr>
          <a:xfrm>
            <a:off x="1693035" y="4456793"/>
            <a:ext cx="46519" cy="46519"/>
          </a:xfrm>
          <a:prstGeom prst="ellipse">
            <a:avLst/>
          </a:prstGeom>
          <a:solidFill>
            <a:srgbClr val="566AB4">
              <a:alpha val="43000"/>
            </a:srgbClr>
          </a:solidFill>
          <a:ln w="0">
            <a:noFill/>
            <a:prstDash val="solid"/>
          </a:ln>
        </p:spPr>
      </p:sp>
      <p:sp>
        <p:nvSpPr>
          <p:cNvPr id="107" name="f_small_violin_ellipse_5210">
            <a:extLst>
              <a:ext uri="{FF2B5EF4-FFF2-40B4-BE49-F238E27FC236}">
                <a16:creationId xmlns:a16="http://schemas.microsoft.com/office/drawing/2014/main" id="{0214177A-C67A-4E1B-BA8C-5A9659CF9088}"/>
              </a:ext>
            </a:extLst>
          </p:cNvPr>
          <p:cNvSpPr>
            <a:spLocks noGrp="1"/>
          </p:cNvSpPr>
          <p:nvPr/>
        </p:nvSpPr>
        <p:spPr>
          <a:xfrm>
            <a:off x="1406752" y="2024752"/>
            <a:ext cx="46519" cy="46519"/>
          </a:xfrm>
          <a:prstGeom prst="ellipse">
            <a:avLst/>
          </a:prstGeom>
          <a:solidFill>
            <a:srgbClr val="566AB4">
              <a:alpha val="43000"/>
            </a:srgbClr>
          </a:solidFill>
          <a:ln w="0">
            <a:noFill/>
            <a:prstDash val="solid"/>
          </a:ln>
        </p:spPr>
      </p:sp>
      <p:sp>
        <p:nvSpPr>
          <p:cNvPr id="108" name="f_small_violin_ellipse_5211">
            <a:extLst>
              <a:ext uri="{FF2B5EF4-FFF2-40B4-BE49-F238E27FC236}">
                <a16:creationId xmlns:a16="http://schemas.microsoft.com/office/drawing/2014/main" id="{1511DC66-247E-4FD3-B8B1-986266945F5A}"/>
              </a:ext>
            </a:extLst>
          </p:cNvPr>
          <p:cNvSpPr>
            <a:spLocks noGrp="1"/>
          </p:cNvSpPr>
          <p:nvPr/>
        </p:nvSpPr>
        <p:spPr>
          <a:xfrm>
            <a:off x="1515469" y="2632762"/>
            <a:ext cx="46519" cy="46519"/>
          </a:xfrm>
          <a:prstGeom prst="ellipse">
            <a:avLst/>
          </a:prstGeom>
          <a:solidFill>
            <a:srgbClr val="566AB4">
              <a:alpha val="43000"/>
            </a:srgbClr>
          </a:solidFill>
          <a:ln w="0">
            <a:noFill/>
            <a:prstDash val="solid"/>
          </a:ln>
        </p:spPr>
      </p:sp>
      <p:sp>
        <p:nvSpPr>
          <p:cNvPr id="109" name="f_small_violin_ellipse_5212">
            <a:extLst>
              <a:ext uri="{FF2B5EF4-FFF2-40B4-BE49-F238E27FC236}">
                <a16:creationId xmlns:a16="http://schemas.microsoft.com/office/drawing/2014/main" id="{EFCE1FA0-1D17-479B-8C17-A3DE4D575629}"/>
              </a:ext>
            </a:extLst>
          </p:cNvPr>
          <p:cNvSpPr>
            <a:spLocks noGrp="1"/>
          </p:cNvSpPr>
          <p:nvPr/>
        </p:nvSpPr>
        <p:spPr>
          <a:xfrm>
            <a:off x="1601897" y="3240773"/>
            <a:ext cx="46519" cy="46519"/>
          </a:xfrm>
          <a:prstGeom prst="ellipse">
            <a:avLst/>
          </a:prstGeom>
          <a:solidFill>
            <a:srgbClr val="566AB4">
              <a:alpha val="43000"/>
            </a:srgbClr>
          </a:solidFill>
          <a:ln w="0">
            <a:noFill/>
            <a:prstDash val="solid"/>
          </a:ln>
        </p:spPr>
      </p:sp>
      <p:sp>
        <p:nvSpPr>
          <p:cNvPr id="110" name="f_small_violin_ellipse_5213">
            <a:extLst>
              <a:ext uri="{FF2B5EF4-FFF2-40B4-BE49-F238E27FC236}">
                <a16:creationId xmlns:a16="http://schemas.microsoft.com/office/drawing/2014/main" id="{3BF3174D-162F-4C9C-8EB9-BA484D673692}"/>
              </a:ext>
            </a:extLst>
          </p:cNvPr>
          <p:cNvSpPr>
            <a:spLocks noGrp="1"/>
          </p:cNvSpPr>
          <p:nvPr/>
        </p:nvSpPr>
        <p:spPr>
          <a:xfrm>
            <a:off x="1469754" y="3240773"/>
            <a:ext cx="46519" cy="46519"/>
          </a:xfrm>
          <a:prstGeom prst="ellipse">
            <a:avLst/>
          </a:prstGeom>
          <a:solidFill>
            <a:srgbClr val="566AB4">
              <a:alpha val="43000"/>
            </a:srgbClr>
          </a:solidFill>
          <a:ln w="0">
            <a:noFill/>
            <a:prstDash val="solid"/>
          </a:ln>
        </p:spPr>
      </p:sp>
      <p:sp>
        <p:nvSpPr>
          <p:cNvPr id="111" name="f_small_violin_ellipse_5214">
            <a:extLst>
              <a:ext uri="{FF2B5EF4-FFF2-40B4-BE49-F238E27FC236}">
                <a16:creationId xmlns:a16="http://schemas.microsoft.com/office/drawing/2014/main" id="{6899D293-512D-4B2A-A49A-978D75DDEC4D}"/>
              </a:ext>
            </a:extLst>
          </p:cNvPr>
          <p:cNvSpPr>
            <a:spLocks noGrp="1"/>
          </p:cNvSpPr>
          <p:nvPr/>
        </p:nvSpPr>
        <p:spPr>
          <a:xfrm>
            <a:off x="1524435" y="3848783"/>
            <a:ext cx="46519" cy="46519"/>
          </a:xfrm>
          <a:prstGeom prst="ellipse">
            <a:avLst/>
          </a:prstGeom>
          <a:solidFill>
            <a:srgbClr val="566AB4">
              <a:alpha val="43000"/>
            </a:srgbClr>
          </a:solidFill>
          <a:ln w="0">
            <a:noFill/>
            <a:prstDash val="solid"/>
          </a:ln>
        </p:spPr>
      </p:sp>
      <p:sp>
        <p:nvSpPr>
          <p:cNvPr id="112" name="f_small_violin_ellipse_5215">
            <a:extLst>
              <a:ext uri="{FF2B5EF4-FFF2-40B4-BE49-F238E27FC236}">
                <a16:creationId xmlns:a16="http://schemas.microsoft.com/office/drawing/2014/main" id="{9E57E75C-5CCD-46CB-91B7-CECEC3651629}"/>
              </a:ext>
            </a:extLst>
          </p:cNvPr>
          <p:cNvSpPr>
            <a:spLocks noGrp="1"/>
          </p:cNvSpPr>
          <p:nvPr/>
        </p:nvSpPr>
        <p:spPr>
          <a:xfrm>
            <a:off x="1559563" y="4456793"/>
            <a:ext cx="46519" cy="46519"/>
          </a:xfrm>
          <a:prstGeom prst="ellipse">
            <a:avLst/>
          </a:prstGeom>
          <a:solidFill>
            <a:srgbClr val="566AB4">
              <a:alpha val="43000"/>
            </a:srgbClr>
          </a:solidFill>
          <a:ln w="0">
            <a:noFill/>
            <a:prstDash val="solid"/>
          </a:ln>
        </p:spPr>
      </p:sp>
      <p:sp>
        <p:nvSpPr>
          <p:cNvPr id="113" name="f_small_violin_ellipse_5216">
            <a:extLst>
              <a:ext uri="{FF2B5EF4-FFF2-40B4-BE49-F238E27FC236}">
                <a16:creationId xmlns:a16="http://schemas.microsoft.com/office/drawing/2014/main" id="{800A064F-CBFD-4856-9382-E69DB84E3037}"/>
              </a:ext>
            </a:extLst>
          </p:cNvPr>
          <p:cNvSpPr>
            <a:spLocks noGrp="1"/>
          </p:cNvSpPr>
          <p:nvPr/>
        </p:nvSpPr>
        <p:spPr>
          <a:xfrm>
            <a:off x="2336556" y="2024752"/>
            <a:ext cx="46519" cy="46519"/>
          </a:xfrm>
          <a:prstGeom prst="ellipse">
            <a:avLst/>
          </a:prstGeom>
          <a:solidFill>
            <a:srgbClr val="B08A60">
              <a:alpha val="43000"/>
            </a:srgbClr>
          </a:solidFill>
          <a:ln w="0">
            <a:noFill/>
            <a:prstDash val="solid"/>
          </a:ln>
        </p:spPr>
      </p:sp>
      <p:sp>
        <p:nvSpPr>
          <p:cNvPr id="114" name="f_small_violin_ellipse_5217">
            <a:extLst>
              <a:ext uri="{FF2B5EF4-FFF2-40B4-BE49-F238E27FC236}">
                <a16:creationId xmlns:a16="http://schemas.microsoft.com/office/drawing/2014/main" id="{3ED47E0E-7F82-4978-9B78-5C8A7026D59D}"/>
              </a:ext>
            </a:extLst>
          </p:cNvPr>
          <p:cNvSpPr>
            <a:spLocks noGrp="1"/>
          </p:cNvSpPr>
          <p:nvPr/>
        </p:nvSpPr>
        <p:spPr>
          <a:xfrm>
            <a:off x="2364776" y="2398912"/>
            <a:ext cx="46519" cy="46519"/>
          </a:xfrm>
          <a:prstGeom prst="ellipse">
            <a:avLst/>
          </a:prstGeom>
          <a:solidFill>
            <a:srgbClr val="B08A60">
              <a:alpha val="43000"/>
            </a:srgbClr>
          </a:solidFill>
          <a:ln w="0">
            <a:noFill/>
            <a:prstDash val="solid"/>
          </a:ln>
        </p:spPr>
      </p:sp>
      <p:sp>
        <p:nvSpPr>
          <p:cNvPr id="115" name="f_small_violin_ellipse_5218">
            <a:extLst>
              <a:ext uri="{FF2B5EF4-FFF2-40B4-BE49-F238E27FC236}">
                <a16:creationId xmlns:a16="http://schemas.microsoft.com/office/drawing/2014/main" id="{3FE7BB3D-92E9-4FB9-8E47-42728C394DF8}"/>
              </a:ext>
            </a:extLst>
          </p:cNvPr>
          <p:cNvSpPr>
            <a:spLocks noGrp="1"/>
          </p:cNvSpPr>
          <p:nvPr/>
        </p:nvSpPr>
        <p:spPr>
          <a:xfrm>
            <a:off x="2283621" y="2024752"/>
            <a:ext cx="46519" cy="46519"/>
          </a:xfrm>
          <a:prstGeom prst="ellipse">
            <a:avLst/>
          </a:prstGeom>
          <a:solidFill>
            <a:srgbClr val="B08A60">
              <a:alpha val="43000"/>
            </a:srgbClr>
          </a:solidFill>
          <a:ln w="0">
            <a:noFill/>
            <a:prstDash val="solid"/>
          </a:ln>
        </p:spPr>
      </p:sp>
      <p:sp>
        <p:nvSpPr>
          <p:cNvPr id="116" name="f_small_violin_ellipse_5219">
            <a:extLst>
              <a:ext uri="{FF2B5EF4-FFF2-40B4-BE49-F238E27FC236}">
                <a16:creationId xmlns:a16="http://schemas.microsoft.com/office/drawing/2014/main" id="{04C4C2DA-6F2E-4F18-912E-7FC33D0F22B6}"/>
              </a:ext>
            </a:extLst>
          </p:cNvPr>
          <p:cNvSpPr>
            <a:spLocks noGrp="1"/>
          </p:cNvSpPr>
          <p:nvPr/>
        </p:nvSpPr>
        <p:spPr>
          <a:xfrm>
            <a:off x="2279192" y="2024752"/>
            <a:ext cx="46519" cy="46519"/>
          </a:xfrm>
          <a:prstGeom prst="ellipse">
            <a:avLst/>
          </a:prstGeom>
          <a:solidFill>
            <a:srgbClr val="B08A60">
              <a:alpha val="43000"/>
            </a:srgbClr>
          </a:solidFill>
          <a:ln w="0">
            <a:noFill/>
            <a:prstDash val="solid"/>
          </a:ln>
        </p:spPr>
      </p:sp>
      <p:sp>
        <p:nvSpPr>
          <p:cNvPr id="117" name="f_small_violin_ellipse_5220">
            <a:extLst>
              <a:ext uri="{FF2B5EF4-FFF2-40B4-BE49-F238E27FC236}">
                <a16:creationId xmlns:a16="http://schemas.microsoft.com/office/drawing/2014/main" id="{61F3BFF5-A619-4079-A496-EEBAF725D6CA}"/>
              </a:ext>
            </a:extLst>
          </p:cNvPr>
          <p:cNvSpPr>
            <a:spLocks noGrp="1"/>
          </p:cNvSpPr>
          <p:nvPr/>
        </p:nvSpPr>
        <p:spPr>
          <a:xfrm>
            <a:off x="2281277" y="2024752"/>
            <a:ext cx="46519" cy="46519"/>
          </a:xfrm>
          <a:prstGeom prst="ellipse">
            <a:avLst/>
          </a:prstGeom>
          <a:solidFill>
            <a:srgbClr val="B08A60">
              <a:alpha val="43000"/>
            </a:srgbClr>
          </a:solidFill>
          <a:ln w="0">
            <a:noFill/>
            <a:prstDash val="solid"/>
          </a:ln>
        </p:spPr>
      </p:sp>
      <p:sp>
        <p:nvSpPr>
          <p:cNvPr id="118" name="f_small_violin_ellipse_5221">
            <a:extLst>
              <a:ext uri="{FF2B5EF4-FFF2-40B4-BE49-F238E27FC236}">
                <a16:creationId xmlns:a16="http://schemas.microsoft.com/office/drawing/2014/main" id="{09793780-654E-45D7-9B65-C746FA25269B}"/>
              </a:ext>
            </a:extLst>
          </p:cNvPr>
          <p:cNvSpPr>
            <a:spLocks noGrp="1"/>
          </p:cNvSpPr>
          <p:nvPr/>
        </p:nvSpPr>
        <p:spPr>
          <a:xfrm>
            <a:off x="2431798" y="2340016"/>
            <a:ext cx="46519" cy="46519"/>
          </a:xfrm>
          <a:prstGeom prst="ellipse">
            <a:avLst/>
          </a:prstGeom>
          <a:solidFill>
            <a:srgbClr val="B08A60">
              <a:alpha val="43000"/>
            </a:srgbClr>
          </a:solidFill>
          <a:ln w="0">
            <a:noFill/>
            <a:prstDash val="solid"/>
          </a:ln>
        </p:spPr>
      </p:sp>
      <p:sp>
        <p:nvSpPr>
          <p:cNvPr id="119" name="f_small_violin_ellipse_5222">
            <a:extLst>
              <a:ext uri="{FF2B5EF4-FFF2-40B4-BE49-F238E27FC236}">
                <a16:creationId xmlns:a16="http://schemas.microsoft.com/office/drawing/2014/main" id="{48390F16-C28C-4E72-8E5E-6D6A63EA7BCE}"/>
              </a:ext>
            </a:extLst>
          </p:cNvPr>
          <p:cNvSpPr>
            <a:spLocks noGrp="1"/>
          </p:cNvSpPr>
          <p:nvPr/>
        </p:nvSpPr>
        <p:spPr>
          <a:xfrm>
            <a:off x="2318673" y="3334313"/>
            <a:ext cx="46519" cy="46519"/>
          </a:xfrm>
          <a:prstGeom prst="ellipse">
            <a:avLst/>
          </a:prstGeom>
          <a:solidFill>
            <a:srgbClr val="B08A60">
              <a:alpha val="43000"/>
            </a:srgbClr>
          </a:solidFill>
          <a:ln w="0">
            <a:noFill/>
            <a:prstDash val="solid"/>
          </a:ln>
        </p:spPr>
      </p:sp>
      <p:sp>
        <p:nvSpPr>
          <p:cNvPr id="120" name="f_small_violin_ellipse_5223">
            <a:extLst>
              <a:ext uri="{FF2B5EF4-FFF2-40B4-BE49-F238E27FC236}">
                <a16:creationId xmlns:a16="http://schemas.microsoft.com/office/drawing/2014/main" id="{095DC327-6FCA-4BC3-993D-465768B246F0}"/>
              </a:ext>
            </a:extLst>
          </p:cNvPr>
          <p:cNvSpPr>
            <a:spLocks noGrp="1"/>
          </p:cNvSpPr>
          <p:nvPr/>
        </p:nvSpPr>
        <p:spPr>
          <a:xfrm>
            <a:off x="2352352" y="3588207"/>
            <a:ext cx="46519" cy="46519"/>
          </a:xfrm>
          <a:prstGeom prst="ellipse">
            <a:avLst/>
          </a:prstGeom>
          <a:solidFill>
            <a:srgbClr val="B08A60">
              <a:alpha val="43000"/>
            </a:srgbClr>
          </a:solidFill>
          <a:ln w="0">
            <a:noFill/>
            <a:prstDash val="solid"/>
          </a:ln>
        </p:spPr>
      </p:sp>
      <p:sp>
        <p:nvSpPr>
          <p:cNvPr id="121" name="f_small_violin_ellipse_5224">
            <a:extLst>
              <a:ext uri="{FF2B5EF4-FFF2-40B4-BE49-F238E27FC236}">
                <a16:creationId xmlns:a16="http://schemas.microsoft.com/office/drawing/2014/main" id="{F89A24D6-51B5-4C5B-AB32-9006D0E04D69}"/>
              </a:ext>
            </a:extLst>
          </p:cNvPr>
          <p:cNvSpPr>
            <a:spLocks noGrp="1"/>
          </p:cNvSpPr>
          <p:nvPr/>
        </p:nvSpPr>
        <p:spPr>
          <a:xfrm>
            <a:off x="2158356" y="3483977"/>
            <a:ext cx="46519" cy="46519"/>
          </a:xfrm>
          <a:prstGeom prst="ellipse">
            <a:avLst/>
          </a:prstGeom>
          <a:solidFill>
            <a:srgbClr val="B08A60">
              <a:alpha val="43000"/>
            </a:srgbClr>
          </a:solidFill>
          <a:ln w="0">
            <a:noFill/>
            <a:prstDash val="solid"/>
          </a:ln>
        </p:spPr>
      </p:sp>
      <p:sp>
        <p:nvSpPr>
          <p:cNvPr id="122" name="f_small_violin_ellipse_5225">
            <a:extLst>
              <a:ext uri="{FF2B5EF4-FFF2-40B4-BE49-F238E27FC236}">
                <a16:creationId xmlns:a16="http://schemas.microsoft.com/office/drawing/2014/main" id="{10B82341-36CB-421A-949C-DE3244AF60EF}"/>
              </a:ext>
            </a:extLst>
          </p:cNvPr>
          <p:cNvSpPr>
            <a:spLocks noGrp="1"/>
          </p:cNvSpPr>
          <p:nvPr/>
        </p:nvSpPr>
        <p:spPr>
          <a:xfrm>
            <a:off x="2506756" y="3483977"/>
            <a:ext cx="46519" cy="46519"/>
          </a:xfrm>
          <a:prstGeom prst="ellipse">
            <a:avLst/>
          </a:prstGeom>
          <a:solidFill>
            <a:srgbClr val="B08A60">
              <a:alpha val="43000"/>
            </a:srgbClr>
          </a:solidFill>
          <a:ln w="0">
            <a:noFill/>
            <a:prstDash val="solid"/>
          </a:ln>
        </p:spPr>
      </p:sp>
      <p:sp>
        <p:nvSpPr>
          <p:cNvPr id="123" name="f_small_violin_ellipse_5226">
            <a:extLst>
              <a:ext uri="{FF2B5EF4-FFF2-40B4-BE49-F238E27FC236}">
                <a16:creationId xmlns:a16="http://schemas.microsoft.com/office/drawing/2014/main" id="{DC1319DC-9000-4BEC-B77C-99C607C980C9}"/>
              </a:ext>
            </a:extLst>
          </p:cNvPr>
          <p:cNvSpPr>
            <a:spLocks noGrp="1"/>
          </p:cNvSpPr>
          <p:nvPr/>
        </p:nvSpPr>
        <p:spPr>
          <a:xfrm>
            <a:off x="2456921" y="3240773"/>
            <a:ext cx="46519" cy="46519"/>
          </a:xfrm>
          <a:prstGeom prst="ellipse">
            <a:avLst/>
          </a:prstGeom>
          <a:solidFill>
            <a:srgbClr val="B08A60">
              <a:alpha val="43000"/>
            </a:srgbClr>
          </a:solidFill>
          <a:ln w="0">
            <a:noFill/>
            <a:prstDash val="solid"/>
          </a:ln>
        </p:spPr>
      </p:sp>
      <p:sp>
        <p:nvSpPr>
          <p:cNvPr id="124" name="f_small_violin_ellipse_5227">
            <a:extLst>
              <a:ext uri="{FF2B5EF4-FFF2-40B4-BE49-F238E27FC236}">
                <a16:creationId xmlns:a16="http://schemas.microsoft.com/office/drawing/2014/main" id="{7D752466-93F3-4F5E-8631-4073CB0EC1EA}"/>
              </a:ext>
            </a:extLst>
          </p:cNvPr>
          <p:cNvSpPr>
            <a:spLocks noGrp="1"/>
          </p:cNvSpPr>
          <p:nvPr/>
        </p:nvSpPr>
        <p:spPr>
          <a:xfrm>
            <a:off x="2200224" y="3240773"/>
            <a:ext cx="46519" cy="46519"/>
          </a:xfrm>
          <a:prstGeom prst="ellipse">
            <a:avLst/>
          </a:prstGeom>
          <a:solidFill>
            <a:srgbClr val="B08A60">
              <a:alpha val="43000"/>
            </a:srgbClr>
          </a:solidFill>
          <a:ln w="0">
            <a:noFill/>
            <a:prstDash val="solid"/>
          </a:ln>
        </p:spPr>
      </p:sp>
      <p:sp>
        <p:nvSpPr>
          <p:cNvPr id="125" name="f_small_violin_ellipse_5228">
            <a:extLst>
              <a:ext uri="{FF2B5EF4-FFF2-40B4-BE49-F238E27FC236}">
                <a16:creationId xmlns:a16="http://schemas.microsoft.com/office/drawing/2014/main" id="{177FA917-35FD-4958-8090-1FEAE0D8A60E}"/>
              </a:ext>
            </a:extLst>
          </p:cNvPr>
          <p:cNvSpPr>
            <a:spLocks noGrp="1"/>
          </p:cNvSpPr>
          <p:nvPr/>
        </p:nvSpPr>
        <p:spPr>
          <a:xfrm>
            <a:off x="2289436" y="3038102"/>
            <a:ext cx="46519" cy="46519"/>
          </a:xfrm>
          <a:prstGeom prst="ellipse">
            <a:avLst/>
          </a:prstGeom>
          <a:solidFill>
            <a:srgbClr val="B08A60">
              <a:alpha val="43000"/>
            </a:srgbClr>
          </a:solidFill>
          <a:ln w="0">
            <a:noFill/>
            <a:prstDash val="solid"/>
          </a:ln>
        </p:spPr>
      </p:sp>
      <p:sp>
        <p:nvSpPr>
          <p:cNvPr id="126" name="f_small_violin_ellipse_5229">
            <a:extLst>
              <a:ext uri="{FF2B5EF4-FFF2-40B4-BE49-F238E27FC236}">
                <a16:creationId xmlns:a16="http://schemas.microsoft.com/office/drawing/2014/main" id="{D6AF8FFA-2897-467A-A623-B1F549263A01}"/>
              </a:ext>
            </a:extLst>
          </p:cNvPr>
          <p:cNvSpPr>
            <a:spLocks noGrp="1"/>
          </p:cNvSpPr>
          <p:nvPr/>
        </p:nvSpPr>
        <p:spPr>
          <a:xfrm>
            <a:off x="2520013" y="2835432"/>
            <a:ext cx="46519" cy="46519"/>
          </a:xfrm>
          <a:prstGeom prst="ellipse">
            <a:avLst/>
          </a:prstGeom>
          <a:solidFill>
            <a:srgbClr val="B08A60">
              <a:alpha val="43000"/>
            </a:srgbClr>
          </a:solidFill>
          <a:ln w="0">
            <a:noFill/>
            <a:prstDash val="solid"/>
          </a:ln>
        </p:spPr>
      </p:sp>
      <p:sp>
        <p:nvSpPr>
          <p:cNvPr id="127" name="f_small_violin_ellipse_5230">
            <a:extLst>
              <a:ext uri="{FF2B5EF4-FFF2-40B4-BE49-F238E27FC236}">
                <a16:creationId xmlns:a16="http://schemas.microsoft.com/office/drawing/2014/main" id="{C65CE8D4-B880-49FB-A354-A48694A35B96}"/>
              </a:ext>
            </a:extLst>
          </p:cNvPr>
          <p:cNvSpPr>
            <a:spLocks noGrp="1"/>
          </p:cNvSpPr>
          <p:nvPr/>
        </p:nvSpPr>
        <p:spPr>
          <a:xfrm>
            <a:off x="2147041" y="2024752"/>
            <a:ext cx="46519" cy="46519"/>
          </a:xfrm>
          <a:prstGeom prst="ellipse">
            <a:avLst/>
          </a:prstGeom>
          <a:solidFill>
            <a:srgbClr val="B08A60">
              <a:alpha val="43000"/>
            </a:srgbClr>
          </a:solidFill>
          <a:ln w="0">
            <a:noFill/>
            <a:prstDash val="solid"/>
          </a:ln>
        </p:spPr>
      </p:sp>
      <p:sp>
        <p:nvSpPr>
          <p:cNvPr id="128" name="f_small_violin_ellipse_5231">
            <a:extLst>
              <a:ext uri="{FF2B5EF4-FFF2-40B4-BE49-F238E27FC236}">
                <a16:creationId xmlns:a16="http://schemas.microsoft.com/office/drawing/2014/main" id="{1CA1A71B-170D-4426-9E26-D9A325461F40}"/>
              </a:ext>
            </a:extLst>
          </p:cNvPr>
          <p:cNvSpPr>
            <a:spLocks noGrp="1"/>
          </p:cNvSpPr>
          <p:nvPr/>
        </p:nvSpPr>
        <p:spPr>
          <a:xfrm>
            <a:off x="2333433" y="3646113"/>
            <a:ext cx="46519" cy="46519"/>
          </a:xfrm>
          <a:prstGeom prst="ellipse">
            <a:avLst/>
          </a:prstGeom>
          <a:solidFill>
            <a:srgbClr val="B08A60">
              <a:alpha val="43000"/>
            </a:srgbClr>
          </a:solidFill>
          <a:ln w="0">
            <a:noFill/>
            <a:prstDash val="solid"/>
          </a:ln>
        </p:spPr>
      </p:sp>
      <p:sp>
        <p:nvSpPr>
          <p:cNvPr id="129" name="f_small_violin_ellipse_5232">
            <a:extLst>
              <a:ext uri="{FF2B5EF4-FFF2-40B4-BE49-F238E27FC236}">
                <a16:creationId xmlns:a16="http://schemas.microsoft.com/office/drawing/2014/main" id="{3E8AF941-3B5C-4680-8BDF-FD3EE12F94F3}"/>
              </a:ext>
            </a:extLst>
          </p:cNvPr>
          <p:cNvSpPr>
            <a:spLocks noGrp="1"/>
          </p:cNvSpPr>
          <p:nvPr/>
        </p:nvSpPr>
        <p:spPr>
          <a:xfrm>
            <a:off x="2352853" y="3610866"/>
            <a:ext cx="46519" cy="46519"/>
          </a:xfrm>
          <a:prstGeom prst="ellipse">
            <a:avLst/>
          </a:prstGeom>
          <a:solidFill>
            <a:srgbClr val="B08A60">
              <a:alpha val="43000"/>
            </a:srgbClr>
          </a:solidFill>
          <a:ln w="0">
            <a:noFill/>
            <a:prstDash val="solid"/>
          </a:ln>
        </p:spPr>
      </p:sp>
      <p:sp>
        <p:nvSpPr>
          <p:cNvPr id="130" name="f_small_violin_ellipse_5233">
            <a:extLst>
              <a:ext uri="{FF2B5EF4-FFF2-40B4-BE49-F238E27FC236}">
                <a16:creationId xmlns:a16="http://schemas.microsoft.com/office/drawing/2014/main" id="{AFA0D3B9-D142-4477-A2D8-481EB6105AE4}"/>
              </a:ext>
            </a:extLst>
          </p:cNvPr>
          <p:cNvSpPr>
            <a:spLocks noGrp="1"/>
          </p:cNvSpPr>
          <p:nvPr/>
        </p:nvSpPr>
        <p:spPr>
          <a:xfrm>
            <a:off x="2328288" y="2024752"/>
            <a:ext cx="46519" cy="46519"/>
          </a:xfrm>
          <a:prstGeom prst="ellipse">
            <a:avLst/>
          </a:prstGeom>
          <a:solidFill>
            <a:srgbClr val="B08A60">
              <a:alpha val="43000"/>
            </a:srgbClr>
          </a:solidFill>
          <a:ln w="0">
            <a:noFill/>
            <a:prstDash val="solid"/>
          </a:ln>
        </p:spPr>
      </p:sp>
      <p:sp>
        <p:nvSpPr>
          <p:cNvPr id="131" name="f_small_violin_ellipse_5234">
            <a:extLst>
              <a:ext uri="{FF2B5EF4-FFF2-40B4-BE49-F238E27FC236}">
                <a16:creationId xmlns:a16="http://schemas.microsoft.com/office/drawing/2014/main" id="{C491B221-834B-46E2-A00C-D848A09A2250}"/>
              </a:ext>
            </a:extLst>
          </p:cNvPr>
          <p:cNvSpPr>
            <a:spLocks noGrp="1"/>
          </p:cNvSpPr>
          <p:nvPr/>
        </p:nvSpPr>
        <p:spPr>
          <a:xfrm>
            <a:off x="2522319" y="3240773"/>
            <a:ext cx="46519" cy="46519"/>
          </a:xfrm>
          <a:prstGeom prst="ellipse">
            <a:avLst/>
          </a:prstGeom>
          <a:solidFill>
            <a:srgbClr val="B08A60">
              <a:alpha val="43000"/>
            </a:srgbClr>
          </a:solidFill>
          <a:ln w="0">
            <a:noFill/>
            <a:prstDash val="solid"/>
          </a:ln>
        </p:spPr>
      </p:sp>
      <p:sp>
        <p:nvSpPr>
          <p:cNvPr id="132" name="f_small_violin_ellipse_5235">
            <a:extLst>
              <a:ext uri="{FF2B5EF4-FFF2-40B4-BE49-F238E27FC236}">
                <a16:creationId xmlns:a16="http://schemas.microsoft.com/office/drawing/2014/main" id="{8A1ACE45-DCC8-4A16-B551-0F4D2736C42B}"/>
              </a:ext>
            </a:extLst>
          </p:cNvPr>
          <p:cNvSpPr>
            <a:spLocks noGrp="1"/>
          </p:cNvSpPr>
          <p:nvPr/>
        </p:nvSpPr>
        <p:spPr>
          <a:xfrm>
            <a:off x="2467713" y="4456793"/>
            <a:ext cx="46519" cy="46519"/>
          </a:xfrm>
          <a:prstGeom prst="ellipse">
            <a:avLst/>
          </a:prstGeom>
          <a:solidFill>
            <a:srgbClr val="B08A60">
              <a:alpha val="43000"/>
            </a:srgbClr>
          </a:solidFill>
          <a:ln w="0">
            <a:noFill/>
            <a:prstDash val="solid"/>
          </a:ln>
        </p:spPr>
      </p:sp>
      <p:sp>
        <p:nvSpPr>
          <p:cNvPr id="133" name="f_small_violin_ellipse_5236">
            <a:extLst>
              <a:ext uri="{FF2B5EF4-FFF2-40B4-BE49-F238E27FC236}">
                <a16:creationId xmlns:a16="http://schemas.microsoft.com/office/drawing/2014/main" id="{C41487DD-A3BB-4F46-99D7-78C137530A9B}"/>
              </a:ext>
            </a:extLst>
          </p:cNvPr>
          <p:cNvSpPr>
            <a:spLocks noGrp="1"/>
          </p:cNvSpPr>
          <p:nvPr/>
        </p:nvSpPr>
        <p:spPr>
          <a:xfrm>
            <a:off x="2175271" y="4400234"/>
            <a:ext cx="46519" cy="46519"/>
          </a:xfrm>
          <a:prstGeom prst="ellipse">
            <a:avLst/>
          </a:prstGeom>
          <a:solidFill>
            <a:srgbClr val="B08A60">
              <a:alpha val="43000"/>
            </a:srgbClr>
          </a:solidFill>
          <a:ln w="0">
            <a:noFill/>
            <a:prstDash val="solid"/>
          </a:ln>
        </p:spPr>
      </p:sp>
      <p:sp>
        <p:nvSpPr>
          <p:cNvPr id="134" name="f_small_violin_ellipse_5237">
            <a:extLst>
              <a:ext uri="{FF2B5EF4-FFF2-40B4-BE49-F238E27FC236}">
                <a16:creationId xmlns:a16="http://schemas.microsoft.com/office/drawing/2014/main" id="{46711478-926E-4440-83DD-8D21F922EE00}"/>
              </a:ext>
            </a:extLst>
          </p:cNvPr>
          <p:cNvSpPr>
            <a:spLocks noGrp="1"/>
          </p:cNvSpPr>
          <p:nvPr/>
        </p:nvSpPr>
        <p:spPr>
          <a:xfrm>
            <a:off x="2218585" y="4456793"/>
            <a:ext cx="46519" cy="46519"/>
          </a:xfrm>
          <a:prstGeom prst="ellipse">
            <a:avLst/>
          </a:prstGeom>
          <a:solidFill>
            <a:srgbClr val="B08A60">
              <a:alpha val="43000"/>
            </a:srgbClr>
          </a:solidFill>
          <a:ln w="0">
            <a:noFill/>
            <a:prstDash val="solid"/>
          </a:ln>
        </p:spPr>
      </p:sp>
      <p:sp>
        <p:nvSpPr>
          <p:cNvPr id="135" name="f_small_violin_ellipse_5238">
            <a:extLst>
              <a:ext uri="{FF2B5EF4-FFF2-40B4-BE49-F238E27FC236}">
                <a16:creationId xmlns:a16="http://schemas.microsoft.com/office/drawing/2014/main" id="{784B4DF0-B6AF-4223-AA00-2A2B08C4EED4}"/>
              </a:ext>
            </a:extLst>
          </p:cNvPr>
          <p:cNvSpPr>
            <a:spLocks noGrp="1"/>
          </p:cNvSpPr>
          <p:nvPr/>
        </p:nvSpPr>
        <p:spPr>
          <a:xfrm>
            <a:off x="2262479" y="2024752"/>
            <a:ext cx="46519" cy="46519"/>
          </a:xfrm>
          <a:prstGeom prst="ellipse">
            <a:avLst/>
          </a:prstGeom>
          <a:solidFill>
            <a:srgbClr val="B08A60">
              <a:alpha val="43000"/>
            </a:srgbClr>
          </a:solidFill>
          <a:ln w="0">
            <a:noFill/>
            <a:prstDash val="solid"/>
          </a:ln>
        </p:spPr>
      </p:sp>
      <p:sp>
        <p:nvSpPr>
          <p:cNvPr id="136" name="f_small_violin_ellipse_5239">
            <a:extLst>
              <a:ext uri="{FF2B5EF4-FFF2-40B4-BE49-F238E27FC236}">
                <a16:creationId xmlns:a16="http://schemas.microsoft.com/office/drawing/2014/main" id="{26E6158E-1BA2-48A6-9492-A7F836823B39}"/>
              </a:ext>
            </a:extLst>
          </p:cNvPr>
          <p:cNvSpPr>
            <a:spLocks noGrp="1"/>
          </p:cNvSpPr>
          <p:nvPr/>
        </p:nvSpPr>
        <p:spPr>
          <a:xfrm>
            <a:off x="2333259" y="4349890"/>
            <a:ext cx="46519" cy="46519"/>
          </a:xfrm>
          <a:prstGeom prst="ellipse">
            <a:avLst/>
          </a:prstGeom>
          <a:solidFill>
            <a:srgbClr val="B08A60">
              <a:alpha val="43000"/>
            </a:srgbClr>
          </a:solidFill>
          <a:ln w="0">
            <a:noFill/>
            <a:prstDash val="solid"/>
          </a:ln>
        </p:spPr>
      </p:sp>
      <p:sp>
        <p:nvSpPr>
          <p:cNvPr id="137" name="f_small_violin_ellipse_5240">
            <a:extLst>
              <a:ext uri="{FF2B5EF4-FFF2-40B4-BE49-F238E27FC236}">
                <a16:creationId xmlns:a16="http://schemas.microsoft.com/office/drawing/2014/main" id="{82B0242A-2D53-4282-9CE6-3FDD16830715}"/>
              </a:ext>
            </a:extLst>
          </p:cNvPr>
          <p:cNvSpPr>
            <a:spLocks noGrp="1"/>
          </p:cNvSpPr>
          <p:nvPr/>
        </p:nvSpPr>
        <p:spPr>
          <a:xfrm>
            <a:off x="2450140" y="4456793"/>
            <a:ext cx="46519" cy="46519"/>
          </a:xfrm>
          <a:prstGeom prst="ellipse">
            <a:avLst/>
          </a:prstGeom>
          <a:solidFill>
            <a:srgbClr val="B08A60">
              <a:alpha val="43000"/>
            </a:srgbClr>
          </a:solidFill>
          <a:ln w="0">
            <a:noFill/>
            <a:prstDash val="solid"/>
          </a:ln>
        </p:spPr>
      </p:sp>
      <p:sp>
        <p:nvSpPr>
          <p:cNvPr id="138" name="f_small_violin_ellipse_5241">
            <a:extLst>
              <a:ext uri="{FF2B5EF4-FFF2-40B4-BE49-F238E27FC236}">
                <a16:creationId xmlns:a16="http://schemas.microsoft.com/office/drawing/2014/main" id="{1C501B8F-224B-41B7-9FCD-8168312D9E7C}"/>
              </a:ext>
            </a:extLst>
          </p:cNvPr>
          <p:cNvSpPr>
            <a:spLocks noGrp="1"/>
          </p:cNvSpPr>
          <p:nvPr/>
        </p:nvSpPr>
        <p:spPr>
          <a:xfrm>
            <a:off x="2380438" y="3848783"/>
            <a:ext cx="46519" cy="46519"/>
          </a:xfrm>
          <a:prstGeom prst="ellipse">
            <a:avLst/>
          </a:prstGeom>
          <a:solidFill>
            <a:srgbClr val="B08A60">
              <a:alpha val="43000"/>
            </a:srgbClr>
          </a:solidFill>
          <a:ln w="0">
            <a:noFill/>
            <a:prstDash val="solid"/>
          </a:ln>
        </p:spPr>
      </p:sp>
      <p:sp>
        <p:nvSpPr>
          <p:cNvPr id="139" name="f_small_violin_ellipse_5242">
            <a:extLst>
              <a:ext uri="{FF2B5EF4-FFF2-40B4-BE49-F238E27FC236}">
                <a16:creationId xmlns:a16="http://schemas.microsoft.com/office/drawing/2014/main" id="{F8B369FD-B048-4FBE-8EF6-62AC3519413B}"/>
              </a:ext>
            </a:extLst>
          </p:cNvPr>
          <p:cNvSpPr>
            <a:spLocks noGrp="1"/>
          </p:cNvSpPr>
          <p:nvPr/>
        </p:nvSpPr>
        <p:spPr>
          <a:xfrm>
            <a:off x="2471782" y="4456793"/>
            <a:ext cx="46519" cy="46519"/>
          </a:xfrm>
          <a:prstGeom prst="ellipse">
            <a:avLst/>
          </a:prstGeom>
          <a:solidFill>
            <a:srgbClr val="B08A60">
              <a:alpha val="43000"/>
            </a:srgbClr>
          </a:solidFill>
          <a:ln w="0">
            <a:noFill/>
            <a:prstDash val="solid"/>
          </a:ln>
        </p:spPr>
      </p:sp>
      <p:sp>
        <p:nvSpPr>
          <p:cNvPr id="140" name="f_small_violin_ellipse_5243">
            <a:extLst>
              <a:ext uri="{FF2B5EF4-FFF2-40B4-BE49-F238E27FC236}">
                <a16:creationId xmlns:a16="http://schemas.microsoft.com/office/drawing/2014/main" id="{44A67D78-279F-4233-B582-B5B82203B1EA}"/>
              </a:ext>
            </a:extLst>
          </p:cNvPr>
          <p:cNvSpPr>
            <a:spLocks noGrp="1"/>
          </p:cNvSpPr>
          <p:nvPr/>
        </p:nvSpPr>
        <p:spPr>
          <a:xfrm>
            <a:off x="2226525" y="2024752"/>
            <a:ext cx="46519" cy="46519"/>
          </a:xfrm>
          <a:prstGeom prst="ellipse">
            <a:avLst/>
          </a:prstGeom>
          <a:solidFill>
            <a:srgbClr val="B08A60">
              <a:alpha val="43000"/>
            </a:srgbClr>
          </a:solidFill>
          <a:ln w="0">
            <a:noFill/>
            <a:prstDash val="solid"/>
          </a:ln>
        </p:spPr>
      </p:sp>
      <p:sp>
        <p:nvSpPr>
          <p:cNvPr id="141" name="f_small_violin_ellipse_5244">
            <a:extLst>
              <a:ext uri="{FF2B5EF4-FFF2-40B4-BE49-F238E27FC236}">
                <a16:creationId xmlns:a16="http://schemas.microsoft.com/office/drawing/2014/main" id="{B13B3937-EF49-4A22-93AF-90187E06230F}"/>
              </a:ext>
            </a:extLst>
          </p:cNvPr>
          <p:cNvSpPr>
            <a:spLocks noGrp="1"/>
          </p:cNvSpPr>
          <p:nvPr/>
        </p:nvSpPr>
        <p:spPr>
          <a:xfrm>
            <a:off x="2359539" y="4456793"/>
            <a:ext cx="46519" cy="46519"/>
          </a:xfrm>
          <a:prstGeom prst="ellipse">
            <a:avLst/>
          </a:prstGeom>
          <a:solidFill>
            <a:srgbClr val="B08A60">
              <a:alpha val="43000"/>
            </a:srgbClr>
          </a:solidFill>
          <a:ln w="0">
            <a:noFill/>
            <a:prstDash val="solid"/>
          </a:ln>
        </p:spPr>
      </p:sp>
      <p:sp>
        <p:nvSpPr>
          <p:cNvPr id="142" name="f_small_violin_ellipse_5245">
            <a:extLst>
              <a:ext uri="{FF2B5EF4-FFF2-40B4-BE49-F238E27FC236}">
                <a16:creationId xmlns:a16="http://schemas.microsoft.com/office/drawing/2014/main" id="{50E4AF05-7D3A-4043-8D1F-863FF85CB05F}"/>
              </a:ext>
            </a:extLst>
          </p:cNvPr>
          <p:cNvSpPr>
            <a:spLocks noGrp="1"/>
          </p:cNvSpPr>
          <p:nvPr/>
        </p:nvSpPr>
        <p:spPr>
          <a:xfrm>
            <a:off x="2361704" y="3895553"/>
            <a:ext cx="46519" cy="46519"/>
          </a:xfrm>
          <a:prstGeom prst="ellipse">
            <a:avLst/>
          </a:prstGeom>
          <a:solidFill>
            <a:srgbClr val="B08A60">
              <a:alpha val="43000"/>
            </a:srgbClr>
          </a:solidFill>
          <a:ln w="0">
            <a:noFill/>
            <a:prstDash val="solid"/>
          </a:ln>
        </p:spPr>
      </p:sp>
      <p:sp>
        <p:nvSpPr>
          <p:cNvPr id="143" name="f_small_violin_ellipse_5246">
            <a:extLst>
              <a:ext uri="{FF2B5EF4-FFF2-40B4-BE49-F238E27FC236}">
                <a16:creationId xmlns:a16="http://schemas.microsoft.com/office/drawing/2014/main" id="{81E6C748-D684-49E4-BD30-B72A8C49D2E6}"/>
              </a:ext>
            </a:extLst>
          </p:cNvPr>
          <p:cNvSpPr>
            <a:spLocks noGrp="1"/>
          </p:cNvSpPr>
          <p:nvPr/>
        </p:nvSpPr>
        <p:spPr>
          <a:xfrm>
            <a:off x="2144664" y="2024752"/>
            <a:ext cx="46519" cy="46519"/>
          </a:xfrm>
          <a:prstGeom prst="ellipse">
            <a:avLst/>
          </a:prstGeom>
          <a:solidFill>
            <a:srgbClr val="B08A60">
              <a:alpha val="43000"/>
            </a:srgbClr>
          </a:solidFill>
          <a:ln w="0">
            <a:noFill/>
            <a:prstDash val="solid"/>
          </a:ln>
        </p:spPr>
      </p:sp>
      <p:sp>
        <p:nvSpPr>
          <p:cNvPr id="144" name="f_small_violin_ellipse_5247">
            <a:extLst>
              <a:ext uri="{FF2B5EF4-FFF2-40B4-BE49-F238E27FC236}">
                <a16:creationId xmlns:a16="http://schemas.microsoft.com/office/drawing/2014/main" id="{48C368B2-26AF-44BA-B5E6-2A5A4C85390C}"/>
              </a:ext>
            </a:extLst>
          </p:cNvPr>
          <p:cNvSpPr>
            <a:spLocks noGrp="1"/>
          </p:cNvSpPr>
          <p:nvPr/>
        </p:nvSpPr>
        <p:spPr>
          <a:xfrm>
            <a:off x="2156278" y="2024752"/>
            <a:ext cx="46519" cy="46519"/>
          </a:xfrm>
          <a:prstGeom prst="ellipse">
            <a:avLst/>
          </a:prstGeom>
          <a:solidFill>
            <a:srgbClr val="B08A60">
              <a:alpha val="43000"/>
            </a:srgbClr>
          </a:solidFill>
          <a:ln w="0">
            <a:noFill/>
            <a:prstDash val="solid"/>
          </a:ln>
        </p:spPr>
      </p:sp>
      <p:sp>
        <p:nvSpPr>
          <p:cNvPr id="145" name="f_small_violin_ellipse_5248">
            <a:extLst>
              <a:ext uri="{FF2B5EF4-FFF2-40B4-BE49-F238E27FC236}">
                <a16:creationId xmlns:a16="http://schemas.microsoft.com/office/drawing/2014/main" id="{645700EF-87BA-4514-8D1B-7375B324323D}"/>
              </a:ext>
            </a:extLst>
          </p:cNvPr>
          <p:cNvSpPr>
            <a:spLocks noGrp="1"/>
          </p:cNvSpPr>
          <p:nvPr/>
        </p:nvSpPr>
        <p:spPr>
          <a:xfrm>
            <a:off x="2256470" y="3634695"/>
            <a:ext cx="46519" cy="46519"/>
          </a:xfrm>
          <a:prstGeom prst="ellipse">
            <a:avLst/>
          </a:prstGeom>
          <a:solidFill>
            <a:srgbClr val="B08A60">
              <a:alpha val="43000"/>
            </a:srgbClr>
          </a:solidFill>
          <a:ln w="0">
            <a:noFill/>
            <a:prstDash val="solid"/>
          </a:ln>
        </p:spPr>
      </p:sp>
      <p:sp>
        <p:nvSpPr>
          <p:cNvPr id="146" name="f_small_violin_ellipse_5249">
            <a:extLst>
              <a:ext uri="{FF2B5EF4-FFF2-40B4-BE49-F238E27FC236}">
                <a16:creationId xmlns:a16="http://schemas.microsoft.com/office/drawing/2014/main" id="{D6287673-2493-453C-99D7-CD53943A6159}"/>
              </a:ext>
            </a:extLst>
          </p:cNvPr>
          <p:cNvSpPr>
            <a:spLocks noGrp="1"/>
          </p:cNvSpPr>
          <p:nvPr/>
        </p:nvSpPr>
        <p:spPr>
          <a:xfrm>
            <a:off x="2213210" y="2024752"/>
            <a:ext cx="46519" cy="46519"/>
          </a:xfrm>
          <a:prstGeom prst="ellipse">
            <a:avLst/>
          </a:prstGeom>
          <a:solidFill>
            <a:srgbClr val="B08A60">
              <a:alpha val="43000"/>
            </a:srgbClr>
          </a:solidFill>
          <a:ln w="0">
            <a:noFill/>
            <a:prstDash val="solid"/>
          </a:ln>
        </p:spPr>
      </p:sp>
      <p:sp>
        <p:nvSpPr>
          <p:cNvPr id="147" name="f_small_violin_ellipse_5250">
            <a:extLst>
              <a:ext uri="{FF2B5EF4-FFF2-40B4-BE49-F238E27FC236}">
                <a16:creationId xmlns:a16="http://schemas.microsoft.com/office/drawing/2014/main" id="{BFFFF0A5-788A-41EC-9AF1-86DF5DC593D8}"/>
              </a:ext>
            </a:extLst>
          </p:cNvPr>
          <p:cNvSpPr>
            <a:spLocks noGrp="1"/>
          </p:cNvSpPr>
          <p:nvPr/>
        </p:nvSpPr>
        <p:spPr>
          <a:xfrm>
            <a:off x="2307825" y="4456793"/>
            <a:ext cx="46519" cy="46519"/>
          </a:xfrm>
          <a:prstGeom prst="ellipse">
            <a:avLst/>
          </a:prstGeom>
          <a:solidFill>
            <a:srgbClr val="B08A60">
              <a:alpha val="43000"/>
            </a:srgbClr>
          </a:solidFill>
          <a:ln w="0">
            <a:noFill/>
            <a:prstDash val="solid"/>
          </a:ln>
        </p:spPr>
      </p:sp>
      <p:sp>
        <p:nvSpPr>
          <p:cNvPr id="148" name="f_small_violin_ellipse_5251">
            <a:extLst>
              <a:ext uri="{FF2B5EF4-FFF2-40B4-BE49-F238E27FC236}">
                <a16:creationId xmlns:a16="http://schemas.microsoft.com/office/drawing/2014/main" id="{C66C76CB-6180-4C84-91DF-AC4C913FEE11}"/>
              </a:ext>
            </a:extLst>
          </p:cNvPr>
          <p:cNvSpPr>
            <a:spLocks noGrp="1"/>
          </p:cNvSpPr>
          <p:nvPr/>
        </p:nvSpPr>
        <p:spPr>
          <a:xfrm>
            <a:off x="2256031" y="4456793"/>
            <a:ext cx="46519" cy="46519"/>
          </a:xfrm>
          <a:prstGeom prst="ellipse">
            <a:avLst/>
          </a:prstGeom>
          <a:solidFill>
            <a:srgbClr val="B08A60">
              <a:alpha val="43000"/>
            </a:srgbClr>
          </a:solidFill>
          <a:ln w="0">
            <a:noFill/>
            <a:prstDash val="solid"/>
          </a:ln>
        </p:spPr>
      </p:sp>
      <p:sp>
        <p:nvSpPr>
          <p:cNvPr id="149" name="f_small_violin_ellipse_5252">
            <a:extLst>
              <a:ext uri="{FF2B5EF4-FFF2-40B4-BE49-F238E27FC236}">
                <a16:creationId xmlns:a16="http://schemas.microsoft.com/office/drawing/2014/main" id="{6B1D1716-A04F-4133-89E4-870784004F03}"/>
              </a:ext>
            </a:extLst>
          </p:cNvPr>
          <p:cNvSpPr>
            <a:spLocks noGrp="1"/>
          </p:cNvSpPr>
          <p:nvPr/>
        </p:nvSpPr>
        <p:spPr>
          <a:xfrm>
            <a:off x="2427865" y="2024752"/>
            <a:ext cx="46519" cy="46519"/>
          </a:xfrm>
          <a:prstGeom prst="ellipse">
            <a:avLst/>
          </a:prstGeom>
          <a:solidFill>
            <a:srgbClr val="B08A60">
              <a:alpha val="43000"/>
            </a:srgbClr>
          </a:solidFill>
          <a:ln w="0">
            <a:noFill/>
            <a:prstDash val="solid"/>
          </a:ln>
        </p:spPr>
      </p:sp>
      <p:sp>
        <p:nvSpPr>
          <p:cNvPr id="150" name="f_small_violin_ellipse_5253">
            <a:extLst>
              <a:ext uri="{FF2B5EF4-FFF2-40B4-BE49-F238E27FC236}">
                <a16:creationId xmlns:a16="http://schemas.microsoft.com/office/drawing/2014/main" id="{37626188-8664-4A13-A84D-6E3EA86F751C}"/>
              </a:ext>
            </a:extLst>
          </p:cNvPr>
          <p:cNvSpPr>
            <a:spLocks noGrp="1"/>
          </p:cNvSpPr>
          <p:nvPr/>
        </p:nvSpPr>
        <p:spPr>
          <a:xfrm>
            <a:off x="2417670" y="2997568"/>
            <a:ext cx="46519" cy="46519"/>
          </a:xfrm>
          <a:prstGeom prst="ellipse">
            <a:avLst/>
          </a:prstGeom>
          <a:solidFill>
            <a:srgbClr val="B08A60">
              <a:alpha val="43000"/>
            </a:srgbClr>
          </a:solidFill>
          <a:ln w="0">
            <a:noFill/>
            <a:prstDash val="solid"/>
          </a:ln>
        </p:spPr>
      </p:sp>
      <p:sp>
        <p:nvSpPr>
          <p:cNvPr id="151" name="f_small_violin_ellipse_5254">
            <a:extLst>
              <a:ext uri="{FF2B5EF4-FFF2-40B4-BE49-F238E27FC236}">
                <a16:creationId xmlns:a16="http://schemas.microsoft.com/office/drawing/2014/main" id="{B7B32907-7247-40F1-924B-52ABC751596C}"/>
              </a:ext>
            </a:extLst>
          </p:cNvPr>
          <p:cNvSpPr>
            <a:spLocks noGrp="1"/>
          </p:cNvSpPr>
          <p:nvPr/>
        </p:nvSpPr>
        <p:spPr>
          <a:xfrm>
            <a:off x="2136393" y="4269713"/>
            <a:ext cx="46519" cy="46519"/>
          </a:xfrm>
          <a:prstGeom prst="ellipse">
            <a:avLst/>
          </a:prstGeom>
          <a:solidFill>
            <a:srgbClr val="B08A60">
              <a:alpha val="43000"/>
            </a:srgbClr>
          </a:solidFill>
          <a:ln w="0">
            <a:noFill/>
            <a:prstDash val="solid"/>
          </a:ln>
        </p:spPr>
      </p:sp>
      <p:sp>
        <p:nvSpPr>
          <p:cNvPr id="152" name="f_small_violin_ellipse_5255">
            <a:extLst>
              <a:ext uri="{FF2B5EF4-FFF2-40B4-BE49-F238E27FC236}">
                <a16:creationId xmlns:a16="http://schemas.microsoft.com/office/drawing/2014/main" id="{9F7CBA9F-7792-48A9-ADC4-6BA93A3FBE82}"/>
              </a:ext>
            </a:extLst>
          </p:cNvPr>
          <p:cNvSpPr>
            <a:spLocks noGrp="1"/>
          </p:cNvSpPr>
          <p:nvPr/>
        </p:nvSpPr>
        <p:spPr>
          <a:xfrm>
            <a:off x="2291045" y="4456793"/>
            <a:ext cx="46519" cy="46519"/>
          </a:xfrm>
          <a:prstGeom prst="ellipse">
            <a:avLst/>
          </a:prstGeom>
          <a:solidFill>
            <a:srgbClr val="B08A60">
              <a:alpha val="43000"/>
            </a:srgbClr>
          </a:solidFill>
          <a:ln w="0">
            <a:noFill/>
            <a:prstDash val="solid"/>
          </a:ln>
        </p:spPr>
      </p:sp>
      <p:sp>
        <p:nvSpPr>
          <p:cNvPr id="153" name="f_small_violin_ellipse_5256">
            <a:extLst>
              <a:ext uri="{FF2B5EF4-FFF2-40B4-BE49-F238E27FC236}">
                <a16:creationId xmlns:a16="http://schemas.microsoft.com/office/drawing/2014/main" id="{6D3CAF54-0556-437C-8C84-5F055B85BAD6}"/>
              </a:ext>
            </a:extLst>
          </p:cNvPr>
          <p:cNvSpPr>
            <a:spLocks noGrp="1"/>
          </p:cNvSpPr>
          <p:nvPr/>
        </p:nvSpPr>
        <p:spPr>
          <a:xfrm>
            <a:off x="2332592" y="3781226"/>
            <a:ext cx="46519" cy="46519"/>
          </a:xfrm>
          <a:prstGeom prst="ellipse">
            <a:avLst/>
          </a:prstGeom>
          <a:solidFill>
            <a:srgbClr val="B08A60">
              <a:alpha val="43000"/>
            </a:srgbClr>
          </a:solidFill>
          <a:ln w="0">
            <a:noFill/>
            <a:prstDash val="solid"/>
          </a:ln>
        </p:spPr>
      </p:sp>
      <p:sp>
        <p:nvSpPr>
          <p:cNvPr id="154" name="f_small_violin_ellipse_5257">
            <a:extLst>
              <a:ext uri="{FF2B5EF4-FFF2-40B4-BE49-F238E27FC236}">
                <a16:creationId xmlns:a16="http://schemas.microsoft.com/office/drawing/2014/main" id="{0FF55FD6-0350-45A2-92B8-89235C654829}"/>
              </a:ext>
            </a:extLst>
          </p:cNvPr>
          <p:cNvSpPr>
            <a:spLocks noGrp="1"/>
          </p:cNvSpPr>
          <p:nvPr/>
        </p:nvSpPr>
        <p:spPr>
          <a:xfrm>
            <a:off x="2340760" y="3240773"/>
            <a:ext cx="46519" cy="46519"/>
          </a:xfrm>
          <a:prstGeom prst="ellipse">
            <a:avLst/>
          </a:prstGeom>
          <a:solidFill>
            <a:srgbClr val="B08A60">
              <a:alpha val="43000"/>
            </a:srgbClr>
          </a:solidFill>
          <a:ln w="0">
            <a:noFill/>
            <a:prstDash val="solid"/>
          </a:ln>
        </p:spPr>
      </p:sp>
      <p:sp>
        <p:nvSpPr>
          <p:cNvPr id="155" name="f_small_violin_ellipse_5258">
            <a:extLst>
              <a:ext uri="{FF2B5EF4-FFF2-40B4-BE49-F238E27FC236}">
                <a16:creationId xmlns:a16="http://schemas.microsoft.com/office/drawing/2014/main" id="{CB69AEDF-33BD-4B81-93C4-B35FDE45F69A}"/>
              </a:ext>
            </a:extLst>
          </p:cNvPr>
          <p:cNvSpPr>
            <a:spLocks noGrp="1"/>
          </p:cNvSpPr>
          <p:nvPr/>
        </p:nvSpPr>
        <p:spPr>
          <a:xfrm>
            <a:off x="2324328" y="2024752"/>
            <a:ext cx="46519" cy="46519"/>
          </a:xfrm>
          <a:prstGeom prst="ellipse">
            <a:avLst/>
          </a:prstGeom>
          <a:solidFill>
            <a:srgbClr val="B08A60">
              <a:alpha val="43000"/>
            </a:srgbClr>
          </a:solidFill>
          <a:ln w="0">
            <a:noFill/>
            <a:prstDash val="solid"/>
          </a:ln>
        </p:spPr>
      </p:sp>
      <p:sp>
        <p:nvSpPr>
          <p:cNvPr id="156" name="f_small_violin_ellipse_5259">
            <a:extLst>
              <a:ext uri="{FF2B5EF4-FFF2-40B4-BE49-F238E27FC236}">
                <a16:creationId xmlns:a16="http://schemas.microsoft.com/office/drawing/2014/main" id="{FEED2C89-4D40-463F-93CC-5C7659DD1397}"/>
              </a:ext>
            </a:extLst>
          </p:cNvPr>
          <p:cNvSpPr>
            <a:spLocks noGrp="1"/>
          </p:cNvSpPr>
          <p:nvPr/>
        </p:nvSpPr>
        <p:spPr>
          <a:xfrm>
            <a:off x="2449449" y="2024752"/>
            <a:ext cx="46519" cy="46519"/>
          </a:xfrm>
          <a:prstGeom prst="ellipse">
            <a:avLst/>
          </a:prstGeom>
          <a:solidFill>
            <a:srgbClr val="B08A60">
              <a:alpha val="43000"/>
            </a:srgbClr>
          </a:solidFill>
          <a:ln w="0">
            <a:noFill/>
            <a:prstDash val="solid"/>
          </a:ln>
        </p:spPr>
      </p:sp>
      <p:sp>
        <p:nvSpPr>
          <p:cNvPr id="157" name="f_small_violin_ellipse_5260">
            <a:extLst>
              <a:ext uri="{FF2B5EF4-FFF2-40B4-BE49-F238E27FC236}">
                <a16:creationId xmlns:a16="http://schemas.microsoft.com/office/drawing/2014/main" id="{679D6E81-543D-40A0-AF98-C25852CB1494}"/>
              </a:ext>
            </a:extLst>
          </p:cNvPr>
          <p:cNvSpPr>
            <a:spLocks noGrp="1"/>
          </p:cNvSpPr>
          <p:nvPr/>
        </p:nvSpPr>
        <p:spPr>
          <a:xfrm>
            <a:off x="2171024" y="2024752"/>
            <a:ext cx="46519" cy="46519"/>
          </a:xfrm>
          <a:prstGeom prst="ellipse">
            <a:avLst/>
          </a:prstGeom>
          <a:solidFill>
            <a:srgbClr val="B08A60">
              <a:alpha val="43000"/>
            </a:srgbClr>
          </a:solidFill>
          <a:ln w="0">
            <a:noFill/>
            <a:prstDash val="solid"/>
          </a:ln>
        </p:spPr>
      </p:sp>
      <p:sp>
        <p:nvSpPr>
          <p:cNvPr id="158" name="f_small_violin_ellipse_5261">
            <a:extLst>
              <a:ext uri="{FF2B5EF4-FFF2-40B4-BE49-F238E27FC236}">
                <a16:creationId xmlns:a16="http://schemas.microsoft.com/office/drawing/2014/main" id="{B7F50A4E-7CBC-444C-9B9D-2129C67C1C55}"/>
              </a:ext>
            </a:extLst>
          </p:cNvPr>
          <p:cNvSpPr>
            <a:spLocks noGrp="1"/>
          </p:cNvSpPr>
          <p:nvPr/>
        </p:nvSpPr>
        <p:spPr>
          <a:xfrm>
            <a:off x="2168323" y="2024752"/>
            <a:ext cx="46519" cy="46519"/>
          </a:xfrm>
          <a:prstGeom prst="ellipse">
            <a:avLst/>
          </a:prstGeom>
          <a:solidFill>
            <a:srgbClr val="B08A60">
              <a:alpha val="43000"/>
            </a:srgbClr>
          </a:solidFill>
          <a:ln w="0">
            <a:noFill/>
            <a:prstDash val="solid"/>
          </a:ln>
        </p:spPr>
      </p:sp>
      <p:sp>
        <p:nvSpPr>
          <p:cNvPr id="159" name="f_small_violin_ellipse_5262">
            <a:extLst>
              <a:ext uri="{FF2B5EF4-FFF2-40B4-BE49-F238E27FC236}">
                <a16:creationId xmlns:a16="http://schemas.microsoft.com/office/drawing/2014/main" id="{1342276E-AEA9-4C96-913F-8AA75EF3C86E}"/>
              </a:ext>
            </a:extLst>
          </p:cNvPr>
          <p:cNvSpPr>
            <a:spLocks noGrp="1"/>
          </p:cNvSpPr>
          <p:nvPr/>
        </p:nvSpPr>
        <p:spPr>
          <a:xfrm>
            <a:off x="2219708" y="2024752"/>
            <a:ext cx="46519" cy="46519"/>
          </a:xfrm>
          <a:prstGeom prst="ellipse">
            <a:avLst/>
          </a:prstGeom>
          <a:solidFill>
            <a:srgbClr val="B08A60">
              <a:alpha val="43000"/>
            </a:srgbClr>
          </a:solidFill>
          <a:ln w="0">
            <a:noFill/>
            <a:prstDash val="solid"/>
          </a:ln>
        </p:spPr>
      </p:sp>
      <p:sp>
        <p:nvSpPr>
          <p:cNvPr id="160" name="f_small_violin_ellipse_5263">
            <a:extLst>
              <a:ext uri="{FF2B5EF4-FFF2-40B4-BE49-F238E27FC236}">
                <a16:creationId xmlns:a16="http://schemas.microsoft.com/office/drawing/2014/main" id="{0DA535FB-A41F-4D82-9748-9F8DA47B7468}"/>
              </a:ext>
            </a:extLst>
          </p:cNvPr>
          <p:cNvSpPr>
            <a:spLocks noGrp="1"/>
          </p:cNvSpPr>
          <p:nvPr/>
        </p:nvSpPr>
        <p:spPr>
          <a:xfrm>
            <a:off x="2365526" y="3848783"/>
            <a:ext cx="46519" cy="46519"/>
          </a:xfrm>
          <a:prstGeom prst="ellipse">
            <a:avLst/>
          </a:prstGeom>
          <a:solidFill>
            <a:srgbClr val="B08A60">
              <a:alpha val="43000"/>
            </a:srgbClr>
          </a:solidFill>
          <a:ln w="0">
            <a:noFill/>
            <a:prstDash val="solid"/>
          </a:ln>
        </p:spPr>
      </p:sp>
      <p:sp>
        <p:nvSpPr>
          <p:cNvPr id="161" name="f_small_violin_ellipse_5264">
            <a:extLst>
              <a:ext uri="{FF2B5EF4-FFF2-40B4-BE49-F238E27FC236}">
                <a16:creationId xmlns:a16="http://schemas.microsoft.com/office/drawing/2014/main" id="{AC788FB8-F480-4B74-A14C-78C8BEB9B533}"/>
              </a:ext>
            </a:extLst>
          </p:cNvPr>
          <p:cNvSpPr>
            <a:spLocks noGrp="1"/>
          </p:cNvSpPr>
          <p:nvPr/>
        </p:nvSpPr>
        <p:spPr>
          <a:xfrm>
            <a:off x="2297049" y="4154724"/>
            <a:ext cx="46519" cy="46519"/>
          </a:xfrm>
          <a:prstGeom prst="ellipse">
            <a:avLst/>
          </a:prstGeom>
          <a:solidFill>
            <a:srgbClr val="B08A60">
              <a:alpha val="43000"/>
            </a:srgbClr>
          </a:solidFill>
          <a:ln w="0">
            <a:noFill/>
            <a:prstDash val="solid"/>
          </a:ln>
        </p:spPr>
      </p:sp>
      <p:sp>
        <p:nvSpPr>
          <p:cNvPr id="162" name="f_small_violin_ellipse_5265">
            <a:extLst>
              <a:ext uri="{FF2B5EF4-FFF2-40B4-BE49-F238E27FC236}">
                <a16:creationId xmlns:a16="http://schemas.microsoft.com/office/drawing/2014/main" id="{D11175A0-D671-404A-9B0E-E4FA0767B38F}"/>
              </a:ext>
            </a:extLst>
          </p:cNvPr>
          <p:cNvSpPr>
            <a:spLocks noGrp="1"/>
          </p:cNvSpPr>
          <p:nvPr/>
        </p:nvSpPr>
        <p:spPr>
          <a:xfrm>
            <a:off x="2455528" y="4456793"/>
            <a:ext cx="46519" cy="46519"/>
          </a:xfrm>
          <a:prstGeom prst="ellipse">
            <a:avLst/>
          </a:prstGeom>
          <a:solidFill>
            <a:srgbClr val="B08A60">
              <a:alpha val="43000"/>
            </a:srgbClr>
          </a:solidFill>
          <a:ln w="0">
            <a:noFill/>
            <a:prstDash val="solid"/>
          </a:ln>
        </p:spPr>
      </p:sp>
      <p:sp>
        <p:nvSpPr>
          <p:cNvPr id="163" name="f_small_violin_ellipse_5266">
            <a:extLst>
              <a:ext uri="{FF2B5EF4-FFF2-40B4-BE49-F238E27FC236}">
                <a16:creationId xmlns:a16="http://schemas.microsoft.com/office/drawing/2014/main" id="{F9DE0A91-100B-4E74-81E6-E8E877C40BB8}"/>
              </a:ext>
            </a:extLst>
          </p:cNvPr>
          <p:cNvSpPr>
            <a:spLocks noGrp="1"/>
          </p:cNvSpPr>
          <p:nvPr/>
        </p:nvSpPr>
        <p:spPr>
          <a:xfrm>
            <a:off x="2464092" y="4456793"/>
            <a:ext cx="46519" cy="46519"/>
          </a:xfrm>
          <a:prstGeom prst="ellipse">
            <a:avLst/>
          </a:prstGeom>
          <a:solidFill>
            <a:srgbClr val="B08A60">
              <a:alpha val="43000"/>
            </a:srgbClr>
          </a:solidFill>
          <a:ln w="0">
            <a:noFill/>
            <a:prstDash val="solid"/>
          </a:ln>
        </p:spPr>
      </p:sp>
      <p:sp>
        <p:nvSpPr>
          <p:cNvPr id="164" name="f_small_violin_ellipse_5267">
            <a:extLst>
              <a:ext uri="{FF2B5EF4-FFF2-40B4-BE49-F238E27FC236}">
                <a16:creationId xmlns:a16="http://schemas.microsoft.com/office/drawing/2014/main" id="{735FB10A-18A7-4927-B85A-CBE253980CBF}"/>
              </a:ext>
            </a:extLst>
          </p:cNvPr>
          <p:cNvSpPr>
            <a:spLocks noGrp="1"/>
          </p:cNvSpPr>
          <p:nvPr/>
        </p:nvSpPr>
        <p:spPr>
          <a:xfrm>
            <a:off x="2249603" y="4456793"/>
            <a:ext cx="46519" cy="46519"/>
          </a:xfrm>
          <a:prstGeom prst="ellipse">
            <a:avLst/>
          </a:prstGeom>
          <a:solidFill>
            <a:srgbClr val="B08A60">
              <a:alpha val="43000"/>
            </a:srgbClr>
          </a:solidFill>
          <a:ln w="0">
            <a:noFill/>
            <a:prstDash val="solid"/>
          </a:ln>
        </p:spPr>
      </p:sp>
      <p:sp>
        <p:nvSpPr>
          <p:cNvPr id="165" name="f_small_violin_ellipse_5268">
            <a:extLst>
              <a:ext uri="{FF2B5EF4-FFF2-40B4-BE49-F238E27FC236}">
                <a16:creationId xmlns:a16="http://schemas.microsoft.com/office/drawing/2014/main" id="{CCB9F8A3-1912-4D26-A45F-1CAF53A6D71D}"/>
              </a:ext>
            </a:extLst>
          </p:cNvPr>
          <p:cNvSpPr>
            <a:spLocks noGrp="1"/>
          </p:cNvSpPr>
          <p:nvPr/>
        </p:nvSpPr>
        <p:spPr>
          <a:xfrm>
            <a:off x="2268945" y="3848783"/>
            <a:ext cx="46519" cy="46519"/>
          </a:xfrm>
          <a:prstGeom prst="ellipse">
            <a:avLst/>
          </a:prstGeom>
          <a:solidFill>
            <a:srgbClr val="B08A60">
              <a:alpha val="43000"/>
            </a:srgbClr>
          </a:solidFill>
          <a:ln w="0">
            <a:noFill/>
            <a:prstDash val="solid"/>
          </a:ln>
        </p:spPr>
      </p:sp>
      <p:sp>
        <p:nvSpPr>
          <p:cNvPr id="166" name="f_small_violin_ellipse_5269">
            <a:extLst>
              <a:ext uri="{FF2B5EF4-FFF2-40B4-BE49-F238E27FC236}">
                <a16:creationId xmlns:a16="http://schemas.microsoft.com/office/drawing/2014/main" id="{F02003B5-F974-4D7B-BC44-64FD5F11A7B2}"/>
              </a:ext>
            </a:extLst>
          </p:cNvPr>
          <p:cNvSpPr>
            <a:spLocks noGrp="1"/>
          </p:cNvSpPr>
          <p:nvPr/>
        </p:nvSpPr>
        <p:spPr>
          <a:xfrm>
            <a:off x="2228112" y="3646113"/>
            <a:ext cx="46519" cy="46519"/>
          </a:xfrm>
          <a:prstGeom prst="ellipse">
            <a:avLst/>
          </a:prstGeom>
          <a:solidFill>
            <a:srgbClr val="B08A60">
              <a:alpha val="43000"/>
            </a:srgbClr>
          </a:solidFill>
          <a:ln w="0">
            <a:noFill/>
            <a:prstDash val="solid"/>
          </a:ln>
        </p:spPr>
      </p:sp>
      <p:sp>
        <p:nvSpPr>
          <p:cNvPr id="167" name="f_small_violin_ellipse_5270">
            <a:extLst>
              <a:ext uri="{FF2B5EF4-FFF2-40B4-BE49-F238E27FC236}">
                <a16:creationId xmlns:a16="http://schemas.microsoft.com/office/drawing/2014/main" id="{F5D3E30E-A6BC-4B6E-AA8F-FBC5873E0B5E}"/>
              </a:ext>
            </a:extLst>
          </p:cNvPr>
          <p:cNvSpPr>
            <a:spLocks noGrp="1"/>
          </p:cNvSpPr>
          <p:nvPr/>
        </p:nvSpPr>
        <p:spPr>
          <a:xfrm>
            <a:off x="2353864" y="2024752"/>
            <a:ext cx="46519" cy="46519"/>
          </a:xfrm>
          <a:prstGeom prst="ellipse">
            <a:avLst/>
          </a:prstGeom>
          <a:solidFill>
            <a:srgbClr val="B08A60">
              <a:alpha val="43000"/>
            </a:srgbClr>
          </a:solidFill>
          <a:ln w="0">
            <a:noFill/>
            <a:prstDash val="solid"/>
          </a:ln>
        </p:spPr>
      </p:sp>
      <p:sp>
        <p:nvSpPr>
          <p:cNvPr id="168" name="f_small_violin_ellipse_5271">
            <a:extLst>
              <a:ext uri="{FF2B5EF4-FFF2-40B4-BE49-F238E27FC236}">
                <a16:creationId xmlns:a16="http://schemas.microsoft.com/office/drawing/2014/main" id="{F573A5AB-6FB6-4D4D-8076-5A4D904CA2FE}"/>
              </a:ext>
            </a:extLst>
          </p:cNvPr>
          <p:cNvSpPr>
            <a:spLocks noGrp="1"/>
          </p:cNvSpPr>
          <p:nvPr/>
        </p:nvSpPr>
        <p:spPr>
          <a:xfrm>
            <a:off x="2409214" y="3848783"/>
            <a:ext cx="46519" cy="46519"/>
          </a:xfrm>
          <a:prstGeom prst="ellipse">
            <a:avLst/>
          </a:prstGeom>
          <a:solidFill>
            <a:srgbClr val="B08A60">
              <a:alpha val="43000"/>
            </a:srgbClr>
          </a:solidFill>
          <a:ln w="0">
            <a:noFill/>
            <a:prstDash val="solid"/>
          </a:ln>
        </p:spPr>
      </p:sp>
      <p:sp>
        <p:nvSpPr>
          <p:cNvPr id="169" name="f_small_violin_ellipse_5272">
            <a:extLst>
              <a:ext uri="{FF2B5EF4-FFF2-40B4-BE49-F238E27FC236}">
                <a16:creationId xmlns:a16="http://schemas.microsoft.com/office/drawing/2014/main" id="{D8F4A016-8843-4647-9631-871B3A38CA24}"/>
              </a:ext>
            </a:extLst>
          </p:cNvPr>
          <p:cNvSpPr>
            <a:spLocks noGrp="1"/>
          </p:cNvSpPr>
          <p:nvPr/>
        </p:nvSpPr>
        <p:spPr>
          <a:xfrm>
            <a:off x="2337110" y="3483977"/>
            <a:ext cx="46519" cy="46519"/>
          </a:xfrm>
          <a:prstGeom prst="ellipse">
            <a:avLst/>
          </a:prstGeom>
          <a:solidFill>
            <a:srgbClr val="B08A60">
              <a:alpha val="43000"/>
            </a:srgbClr>
          </a:solidFill>
          <a:ln w="0">
            <a:noFill/>
            <a:prstDash val="solid"/>
          </a:ln>
        </p:spPr>
      </p:sp>
      <p:sp>
        <p:nvSpPr>
          <p:cNvPr id="170" name="f_small_violin_ellipse_5273">
            <a:extLst>
              <a:ext uri="{FF2B5EF4-FFF2-40B4-BE49-F238E27FC236}">
                <a16:creationId xmlns:a16="http://schemas.microsoft.com/office/drawing/2014/main" id="{1B9CA70C-B5E4-42E5-95E6-64491DA6F49D}"/>
              </a:ext>
            </a:extLst>
          </p:cNvPr>
          <p:cNvSpPr>
            <a:spLocks noGrp="1"/>
          </p:cNvSpPr>
          <p:nvPr/>
        </p:nvSpPr>
        <p:spPr>
          <a:xfrm>
            <a:off x="2498813" y="2024752"/>
            <a:ext cx="46519" cy="46519"/>
          </a:xfrm>
          <a:prstGeom prst="ellipse">
            <a:avLst/>
          </a:prstGeom>
          <a:solidFill>
            <a:srgbClr val="B08A60">
              <a:alpha val="43000"/>
            </a:srgbClr>
          </a:solidFill>
          <a:ln w="0">
            <a:noFill/>
            <a:prstDash val="solid"/>
          </a:ln>
        </p:spPr>
      </p:sp>
      <p:sp>
        <p:nvSpPr>
          <p:cNvPr id="171" name="f_small_violin_ellipse_5274">
            <a:extLst>
              <a:ext uri="{FF2B5EF4-FFF2-40B4-BE49-F238E27FC236}">
                <a16:creationId xmlns:a16="http://schemas.microsoft.com/office/drawing/2014/main" id="{72BA52F7-7AB3-44D1-925A-1E1EAA8944CB}"/>
              </a:ext>
            </a:extLst>
          </p:cNvPr>
          <p:cNvSpPr>
            <a:spLocks noGrp="1"/>
          </p:cNvSpPr>
          <p:nvPr/>
        </p:nvSpPr>
        <p:spPr>
          <a:xfrm>
            <a:off x="2515744" y="3510999"/>
            <a:ext cx="46519" cy="46519"/>
          </a:xfrm>
          <a:prstGeom prst="ellipse">
            <a:avLst/>
          </a:prstGeom>
          <a:solidFill>
            <a:srgbClr val="B08A60">
              <a:alpha val="43000"/>
            </a:srgbClr>
          </a:solidFill>
          <a:ln w="0">
            <a:noFill/>
            <a:prstDash val="solid"/>
          </a:ln>
        </p:spPr>
      </p:sp>
      <p:sp>
        <p:nvSpPr>
          <p:cNvPr id="172" name="f_small_violin_ellipse_5275">
            <a:extLst>
              <a:ext uri="{FF2B5EF4-FFF2-40B4-BE49-F238E27FC236}">
                <a16:creationId xmlns:a16="http://schemas.microsoft.com/office/drawing/2014/main" id="{637DB893-AC0D-4BF1-AF2E-115A6544879E}"/>
              </a:ext>
            </a:extLst>
          </p:cNvPr>
          <p:cNvSpPr>
            <a:spLocks noGrp="1"/>
          </p:cNvSpPr>
          <p:nvPr/>
        </p:nvSpPr>
        <p:spPr>
          <a:xfrm>
            <a:off x="2361068" y="4456793"/>
            <a:ext cx="46519" cy="46519"/>
          </a:xfrm>
          <a:prstGeom prst="ellipse">
            <a:avLst/>
          </a:prstGeom>
          <a:solidFill>
            <a:srgbClr val="B08A60">
              <a:alpha val="43000"/>
            </a:srgbClr>
          </a:solidFill>
          <a:ln w="0">
            <a:noFill/>
            <a:prstDash val="solid"/>
          </a:ln>
        </p:spPr>
      </p:sp>
      <p:sp>
        <p:nvSpPr>
          <p:cNvPr id="173" name="f_small_violin_ellipse_5276">
            <a:extLst>
              <a:ext uri="{FF2B5EF4-FFF2-40B4-BE49-F238E27FC236}">
                <a16:creationId xmlns:a16="http://schemas.microsoft.com/office/drawing/2014/main" id="{FB72D907-E33C-41FF-8E33-FF578BD4776C}"/>
              </a:ext>
            </a:extLst>
          </p:cNvPr>
          <p:cNvSpPr>
            <a:spLocks noGrp="1"/>
          </p:cNvSpPr>
          <p:nvPr/>
        </p:nvSpPr>
        <p:spPr>
          <a:xfrm>
            <a:off x="2321160" y="2024752"/>
            <a:ext cx="46519" cy="46519"/>
          </a:xfrm>
          <a:prstGeom prst="ellipse">
            <a:avLst/>
          </a:prstGeom>
          <a:solidFill>
            <a:srgbClr val="B08A60">
              <a:alpha val="43000"/>
            </a:srgbClr>
          </a:solidFill>
          <a:ln w="0">
            <a:noFill/>
            <a:prstDash val="solid"/>
          </a:ln>
        </p:spPr>
      </p:sp>
      <p:sp>
        <p:nvSpPr>
          <p:cNvPr id="174" name="f_small_violin_ellipse_5277">
            <a:extLst>
              <a:ext uri="{FF2B5EF4-FFF2-40B4-BE49-F238E27FC236}">
                <a16:creationId xmlns:a16="http://schemas.microsoft.com/office/drawing/2014/main" id="{F82C3C75-58B8-4BE7-A2C8-8F3D1F185BBD}"/>
              </a:ext>
            </a:extLst>
          </p:cNvPr>
          <p:cNvSpPr>
            <a:spLocks noGrp="1"/>
          </p:cNvSpPr>
          <p:nvPr/>
        </p:nvSpPr>
        <p:spPr>
          <a:xfrm>
            <a:off x="2366625" y="4456793"/>
            <a:ext cx="46519" cy="46519"/>
          </a:xfrm>
          <a:prstGeom prst="ellipse">
            <a:avLst/>
          </a:prstGeom>
          <a:solidFill>
            <a:srgbClr val="B08A60">
              <a:alpha val="43000"/>
            </a:srgbClr>
          </a:solidFill>
          <a:ln w="0">
            <a:noFill/>
            <a:prstDash val="solid"/>
          </a:ln>
        </p:spPr>
      </p:sp>
      <p:sp>
        <p:nvSpPr>
          <p:cNvPr id="175" name="f_small_violin_ellipse_5278">
            <a:extLst>
              <a:ext uri="{FF2B5EF4-FFF2-40B4-BE49-F238E27FC236}">
                <a16:creationId xmlns:a16="http://schemas.microsoft.com/office/drawing/2014/main" id="{6F860E9E-BF3B-42E6-A7C5-6527F013A303}"/>
              </a:ext>
            </a:extLst>
          </p:cNvPr>
          <p:cNvSpPr>
            <a:spLocks noGrp="1"/>
          </p:cNvSpPr>
          <p:nvPr/>
        </p:nvSpPr>
        <p:spPr>
          <a:xfrm>
            <a:off x="2380427" y="2024752"/>
            <a:ext cx="46519" cy="46519"/>
          </a:xfrm>
          <a:prstGeom prst="ellipse">
            <a:avLst/>
          </a:prstGeom>
          <a:solidFill>
            <a:srgbClr val="B08A60">
              <a:alpha val="43000"/>
            </a:srgbClr>
          </a:solidFill>
          <a:ln w="0">
            <a:noFill/>
            <a:prstDash val="solid"/>
          </a:ln>
        </p:spPr>
      </p:sp>
      <p:sp>
        <p:nvSpPr>
          <p:cNvPr id="176" name="f_small_violin_ellipse_5279">
            <a:extLst>
              <a:ext uri="{FF2B5EF4-FFF2-40B4-BE49-F238E27FC236}">
                <a16:creationId xmlns:a16="http://schemas.microsoft.com/office/drawing/2014/main" id="{3C4775B8-4CCE-405A-8F41-2382B1A3B236}"/>
              </a:ext>
            </a:extLst>
          </p:cNvPr>
          <p:cNvSpPr>
            <a:spLocks noGrp="1"/>
          </p:cNvSpPr>
          <p:nvPr/>
        </p:nvSpPr>
        <p:spPr>
          <a:xfrm>
            <a:off x="2215779" y="4456793"/>
            <a:ext cx="46519" cy="46519"/>
          </a:xfrm>
          <a:prstGeom prst="ellipse">
            <a:avLst/>
          </a:prstGeom>
          <a:solidFill>
            <a:srgbClr val="B08A60">
              <a:alpha val="43000"/>
            </a:srgbClr>
          </a:solidFill>
          <a:ln w="0">
            <a:noFill/>
            <a:prstDash val="solid"/>
          </a:ln>
        </p:spPr>
      </p:sp>
      <p:sp>
        <p:nvSpPr>
          <p:cNvPr id="177" name="f_small_violin_ellipse_5280">
            <a:extLst>
              <a:ext uri="{FF2B5EF4-FFF2-40B4-BE49-F238E27FC236}">
                <a16:creationId xmlns:a16="http://schemas.microsoft.com/office/drawing/2014/main" id="{11D4E14D-59AB-4F23-A941-7CC84170373A}"/>
              </a:ext>
            </a:extLst>
          </p:cNvPr>
          <p:cNvSpPr>
            <a:spLocks noGrp="1"/>
          </p:cNvSpPr>
          <p:nvPr/>
        </p:nvSpPr>
        <p:spPr>
          <a:xfrm>
            <a:off x="2407176" y="3067055"/>
            <a:ext cx="46519" cy="46519"/>
          </a:xfrm>
          <a:prstGeom prst="ellipse">
            <a:avLst/>
          </a:prstGeom>
          <a:solidFill>
            <a:srgbClr val="B08A60">
              <a:alpha val="43000"/>
            </a:srgbClr>
          </a:solidFill>
          <a:ln w="0">
            <a:noFill/>
            <a:prstDash val="solid"/>
          </a:ln>
        </p:spPr>
      </p:sp>
      <p:sp>
        <p:nvSpPr>
          <p:cNvPr id="178" name="f_small_violin_ellipse_5281">
            <a:extLst>
              <a:ext uri="{FF2B5EF4-FFF2-40B4-BE49-F238E27FC236}">
                <a16:creationId xmlns:a16="http://schemas.microsoft.com/office/drawing/2014/main" id="{DF1277A0-4F81-42F8-A8DC-B9F6A1664297}"/>
              </a:ext>
            </a:extLst>
          </p:cNvPr>
          <p:cNvSpPr>
            <a:spLocks noGrp="1"/>
          </p:cNvSpPr>
          <p:nvPr/>
        </p:nvSpPr>
        <p:spPr>
          <a:xfrm>
            <a:off x="2480410" y="2024752"/>
            <a:ext cx="46519" cy="46519"/>
          </a:xfrm>
          <a:prstGeom prst="ellipse">
            <a:avLst/>
          </a:prstGeom>
          <a:solidFill>
            <a:srgbClr val="B08A60">
              <a:alpha val="43000"/>
            </a:srgbClr>
          </a:solidFill>
          <a:ln w="0">
            <a:noFill/>
            <a:prstDash val="solid"/>
          </a:ln>
        </p:spPr>
      </p:sp>
      <p:sp>
        <p:nvSpPr>
          <p:cNvPr id="179" name="f_small_violin_ellipse_5282">
            <a:extLst>
              <a:ext uri="{FF2B5EF4-FFF2-40B4-BE49-F238E27FC236}">
                <a16:creationId xmlns:a16="http://schemas.microsoft.com/office/drawing/2014/main" id="{273C5150-1CBF-4F99-8C90-3D93726F6FCB}"/>
              </a:ext>
            </a:extLst>
          </p:cNvPr>
          <p:cNvSpPr>
            <a:spLocks noGrp="1"/>
          </p:cNvSpPr>
          <p:nvPr/>
        </p:nvSpPr>
        <p:spPr>
          <a:xfrm>
            <a:off x="2230323" y="2024752"/>
            <a:ext cx="46519" cy="46519"/>
          </a:xfrm>
          <a:prstGeom prst="ellipse">
            <a:avLst/>
          </a:prstGeom>
          <a:solidFill>
            <a:srgbClr val="B08A60">
              <a:alpha val="43000"/>
            </a:srgbClr>
          </a:solidFill>
          <a:ln w="0">
            <a:noFill/>
            <a:prstDash val="solid"/>
          </a:ln>
        </p:spPr>
      </p:sp>
      <p:sp>
        <p:nvSpPr>
          <p:cNvPr id="180" name="f_small_violin_ellipse_5283">
            <a:extLst>
              <a:ext uri="{FF2B5EF4-FFF2-40B4-BE49-F238E27FC236}">
                <a16:creationId xmlns:a16="http://schemas.microsoft.com/office/drawing/2014/main" id="{DD4E1ABC-6360-43C3-8A41-90B34B586437}"/>
              </a:ext>
            </a:extLst>
          </p:cNvPr>
          <p:cNvSpPr>
            <a:spLocks noGrp="1"/>
          </p:cNvSpPr>
          <p:nvPr/>
        </p:nvSpPr>
        <p:spPr>
          <a:xfrm>
            <a:off x="2139480" y="3240773"/>
            <a:ext cx="46519" cy="46519"/>
          </a:xfrm>
          <a:prstGeom prst="ellipse">
            <a:avLst/>
          </a:prstGeom>
          <a:solidFill>
            <a:srgbClr val="B08A60">
              <a:alpha val="43000"/>
            </a:srgbClr>
          </a:solidFill>
          <a:ln w="0">
            <a:noFill/>
            <a:prstDash val="solid"/>
          </a:ln>
        </p:spPr>
      </p:sp>
      <p:sp>
        <p:nvSpPr>
          <p:cNvPr id="181" name="f_small_violin_ellipse_5284">
            <a:extLst>
              <a:ext uri="{FF2B5EF4-FFF2-40B4-BE49-F238E27FC236}">
                <a16:creationId xmlns:a16="http://schemas.microsoft.com/office/drawing/2014/main" id="{EAD7C65C-350E-47E3-8707-595E53B7EB29}"/>
              </a:ext>
            </a:extLst>
          </p:cNvPr>
          <p:cNvSpPr>
            <a:spLocks noGrp="1"/>
          </p:cNvSpPr>
          <p:nvPr/>
        </p:nvSpPr>
        <p:spPr>
          <a:xfrm>
            <a:off x="2420383" y="3970385"/>
            <a:ext cx="46519" cy="46519"/>
          </a:xfrm>
          <a:prstGeom prst="ellipse">
            <a:avLst/>
          </a:prstGeom>
          <a:solidFill>
            <a:srgbClr val="B08A60">
              <a:alpha val="43000"/>
            </a:srgbClr>
          </a:solidFill>
          <a:ln w="0">
            <a:noFill/>
            <a:prstDash val="solid"/>
          </a:ln>
        </p:spPr>
      </p:sp>
      <p:sp>
        <p:nvSpPr>
          <p:cNvPr id="182" name="f_small_violin_ellipse_5285">
            <a:extLst>
              <a:ext uri="{FF2B5EF4-FFF2-40B4-BE49-F238E27FC236}">
                <a16:creationId xmlns:a16="http://schemas.microsoft.com/office/drawing/2014/main" id="{9876CA0E-ABF6-4770-AFA3-01231FE68DA2}"/>
              </a:ext>
            </a:extLst>
          </p:cNvPr>
          <p:cNvSpPr>
            <a:spLocks noGrp="1"/>
          </p:cNvSpPr>
          <p:nvPr/>
        </p:nvSpPr>
        <p:spPr>
          <a:xfrm>
            <a:off x="2213919" y="2632762"/>
            <a:ext cx="46519" cy="46519"/>
          </a:xfrm>
          <a:prstGeom prst="ellipse">
            <a:avLst/>
          </a:prstGeom>
          <a:solidFill>
            <a:srgbClr val="B08A60">
              <a:alpha val="43000"/>
            </a:srgbClr>
          </a:solidFill>
          <a:ln w="0">
            <a:noFill/>
            <a:prstDash val="solid"/>
          </a:ln>
        </p:spPr>
      </p:sp>
      <p:sp>
        <p:nvSpPr>
          <p:cNvPr id="183" name="f_small_violin_ellipse_5286">
            <a:extLst>
              <a:ext uri="{FF2B5EF4-FFF2-40B4-BE49-F238E27FC236}">
                <a16:creationId xmlns:a16="http://schemas.microsoft.com/office/drawing/2014/main" id="{BFC4AF86-6FC5-4FD8-9449-C9488AE13BD2}"/>
              </a:ext>
            </a:extLst>
          </p:cNvPr>
          <p:cNvSpPr>
            <a:spLocks noGrp="1"/>
          </p:cNvSpPr>
          <p:nvPr/>
        </p:nvSpPr>
        <p:spPr>
          <a:xfrm>
            <a:off x="2276519" y="3240773"/>
            <a:ext cx="46519" cy="46519"/>
          </a:xfrm>
          <a:prstGeom prst="ellipse">
            <a:avLst/>
          </a:prstGeom>
          <a:solidFill>
            <a:srgbClr val="B08A60">
              <a:alpha val="43000"/>
            </a:srgbClr>
          </a:solidFill>
          <a:ln w="0">
            <a:noFill/>
            <a:prstDash val="solid"/>
          </a:ln>
        </p:spPr>
      </p:sp>
      <p:sp>
        <p:nvSpPr>
          <p:cNvPr id="184" name="f_small_violin_ellipse_5287">
            <a:extLst>
              <a:ext uri="{FF2B5EF4-FFF2-40B4-BE49-F238E27FC236}">
                <a16:creationId xmlns:a16="http://schemas.microsoft.com/office/drawing/2014/main" id="{2423BE06-2352-45D3-B80C-0B134E14B4B3}"/>
              </a:ext>
            </a:extLst>
          </p:cNvPr>
          <p:cNvSpPr>
            <a:spLocks noGrp="1"/>
          </p:cNvSpPr>
          <p:nvPr/>
        </p:nvSpPr>
        <p:spPr>
          <a:xfrm>
            <a:off x="2225832" y="2024752"/>
            <a:ext cx="46519" cy="46519"/>
          </a:xfrm>
          <a:prstGeom prst="ellipse">
            <a:avLst/>
          </a:prstGeom>
          <a:solidFill>
            <a:srgbClr val="B08A60">
              <a:alpha val="43000"/>
            </a:srgbClr>
          </a:solidFill>
          <a:ln w="0">
            <a:noFill/>
            <a:prstDash val="solid"/>
          </a:ln>
        </p:spPr>
      </p:sp>
      <p:sp>
        <p:nvSpPr>
          <p:cNvPr id="185" name="f_small_violin_ellipse_5288">
            <a:extLst>
              <a:ext uri="{FF2B5EF4-FFF2-40B4-BE49-F238E27FC236}">
                <a16:creationId xmlns:a16="http://schemas.microsoft.com/office/drawing/2014/main" id="{31E6A086-F322-4D4B-AD7F-21ED707CD130}"/>
              </a:ext>
            </a:extLst>
          </p:cNvPr>
          <p:cNvSpPr>
            <a:spLocks noGrp="1"/>
          </p:cNvSpPr>
          <p:nvPr/>
        </p:nvSpPr>
        <p:spPr>
          <a:xfrm>
            <a:off x="2184151" y="4456793"/>
            <a:ext cx="46519" cy="46519"/>
          </a:xfrm>
          <a:prstGeom prst="ellipse">
            <a:avLst/>
          </a:prstGeom>
          <a:solidFill>
            <a:srgbClr val="B08A60">
              <a:alpha val="43000"/>
            </a:srgbClr>
          </a:solidFill>
          <a:ln w="0">
            <a:noFill/>
            <a:prstDash val="solid"/>
          </a:ln>
        </p:spPr>
      </p:sp>
      <p:sp>
        <p:nvSpPr>
          <p:cNvPr id="186" name="f_small_violin_ellipse_5289">
            <a:extLst>
              <a:ext uri="{FF2B5EF4-FFF2-40B4-BE49-F238E27FC236}">
                <a16:creationId xmlns:a16="http://schemas.microsoft.com/office/drawing/2014/main" id="{A9827D06-9059-4A09-AD3B-E6CA100D13FF}"/>
              </a:ext>
            </a:extLst>
          </p:cNvPr>
          <p:cNvSpPr>
            <a:spLocks noGrp="1"/>
          </p:cNvSpPr>
          <p:nvPr/>
        </p:nvSpPr>
        <p:spPr>
          <a:xfrm>
            <a:off x="2376554" y="2024752"/>
            <a:ext cx="46519" cy="46519"/>
          </a:xfrm>
          <a:prstGeom prst="ellipse">
            <a:avLst/>
          </a:prstGeom>
          <a:solidFill>
            <a:srgbClr val="B08A60">
              <a:alpha val="43000"/>
            </a:srgbClr>
          </a:solidFill>
          <a:ln w="0">
            <a:noFill/>
            <a:prstDash val="solid"/>
          </a:ln>
        </p:spPr>
      </p:sp>
      <p:sp>
        <p:nvSpPr>
          <p:cNvPr id="187" name="f_small_violin_ellipse_5290">
            <a:extLst>
              <a:ext uri="{FF2B5EF4-FFF2-40B4-BE49-F238E27FC236}">
                <a16:creationId xmlns:a16="http://schemas.microsoft.com/office/drawing/2014/main" id="{4C1A5DC1-73BF-475D-B0B8-EEAAEAF51D84}"/>
              </a:ext>
            </a:extLst>
          </p:cNvPr>
          <p:cNvSpPr>
            <a:spLocks noGrp="1"/>
          </p:cNvSpPr>
          <p:nvPr/>
        </p:nvSpPr>
        <p:spPr>
          <a:xfrm>
            <a:off x="2444725" y="3598426"/>
            <a:ext cx="46519" cy="46519"/>
          </a:xfrm>
          <a:prstGeom prst="ellipse">
            <a:avLst/>
          </a:prstGeom>
          <a:solidFill>
            <a:srgbClr val="B08A60">
              <a:alpha val="43000"/>
            </a:srgbClr>
          </a:solidFill>
          <a:ln w="0">
            <a:noFill/>
            <a:prstDash val="solid"/>
          </a:ln>
        </p:spPr>
      </p:sp>
      <p:sp>
        <p:nvSpPr>
          <p:cNvPr id="188" name="f_small_violin_ellipse_5291">
            <a:extLst>
              <a:ext uri="{FF2B5EF4-FFF2-40B4-BE49-F238E27FC236}">
                <a16:creationId xmlns:a16="http://schemas.microsoft.com/office/drawing/2014/main" id="{E6836C99-4D2C-4C4B-A604-0449D4F3A5D7}"/>
              </a:ext>
            </a:extLst>
          </p:cNvPr>
          <p:cNvSpPr>
            <a:spLocks noGrp="1"/>
          </p:cNvSpPr>
          <p:nvPr/>
        </p:nvSpPr>
        <p:spPr>
          <a:xfrm>
            <a:off x="2184877" y="2024752"/>
            <a:ext cx="46519" cy="46519"/>
          </a:xfrm>
          <a:prstGeom prst="ellipse">
            <a:avLst/>
          </a:prstGeom>
          <a:solidFill>
            <a:srgbClr val="B08A60">
              <a:alpha val="43000"/>
            </a:srgbClr>
          </a:solidFill>
          <a:ln w="0">
            <a:noFill/>
            <a:prstDash val="solid"/>
          </a:ln>
        </p:spPr>
      </p:sp>
      <p:sp>
        <p:nvSpPr>
          <p:cNvPr id="189" name="f_small_violin_ellipse_5292">
            <a:extLst>
              <a:ext uri="{FF2B5EF4-FFF2-40B4-BE49-F238E27FC236}">
                <a16:creationId xmlns:a16="http://schemas.microsoft.com/office/drawing/2014/main" id="{A2B74391-FD4D-43DE-8EB8-AE4C5F13146F}"/>
              </a:ext>
            </a:extLst>
          </p:cNvPr>
          <p:cNvSpPr>
            <a:spLocks noGrp="1"/>
          </p:cNvSpPr>
          <p:nvPr/>
        </p:nvSpPr>
        <p:spPr>
          <a:xfrm>
            <a:off x="2247085" y="3483977"/>
            <a:ext cx="46519" cy="46519"/>
          </a:xfrm>
          <a:prstGeom prst="ellipse">
            <a:avLst/>
          </a:prstGeom>
          <a:solidFill>
            <a:srgbClr val="B08A60">
              <a:alpha val="43000"/>
            </a:srgbClr>
          </a:solidFill>
          <a:ln w="0">
            <a:noFill/>
            <a:prstDash val="solid"/>
          </a:ln>
        </p:spPr>
      </p:sp>
      <p:sp>
        <p:nvSpPr>
          <p:cNvPr id="190" name="f_small_violin_ellipse_5293">
            <a:extLst>
              <a:ext uri="{FF2B5EF4-FFF2-40B4-BE49-F238E27FC236}">
                <a16:creationId xmlns:a16="http://schemas.microsoft.com/office/drawing/2014/main" id="{3478B040-F5A0-4513-93BB-593BBCF63D2C}"/>
              </a:ext>
            </a:extLst>
          </p:cNvPr>
          <p:cNvSpPr>
            <a:spLocks noGrp="1"/>
          </p:cNvSpPr>
          <p:nvPr/>
        </p:nvSpPr>
        <p:spPr>
          <a:xfrm>
            <a:off x="2448350" y="4456793"/>
            <a:ext cx="46519" cy="46519"/>
          </a:xfrm>
          <a:prstGeom prst="ellipse">
            <a:avLst/>
          </a:prstGeom>
          <a:solidFill>
            <a:srgbClr val="B08A60">
              <a:alpha val="43000"/>
            </a:srgbClr>
          </a:solidFill>
          <a:ln w="0">
            <a:noFill/>
            <a:prstDash val="solid"/>
          </a:ln>
        </p:spPr>
      </p:sp>
      <p:sp>
        <p:nvSpPr>
          <p:cNvPr id="191" name="f_small_violin_ellipse_5294">
            <a:extLst>
              <a:ext uri="{FF2B5EF4-FFF2-40B4-BE49-F238E27FC236}">
                <a16:creationId xmlns:a16="http://schemas.microsoft.com/office/drawing/2014/main" id="{7E0983CF-D7BB-4D5B-A019-1933081430B9}"/>
              </a:ext>
            </a:extLst>
          </p:cNvPr>
          <p:cNvSpPr>
            <a:spLocks noGrp="1"/>
          </p:cNvSpPr>
          <p:nvPr/>
        </p:nvSpPr>
        <p:spPr>
          <a:xfrm>
            <a:off x="2285236" y="4456793"/>
            <a:ext cx="46519" cy="46519"/>
          </a:xfrm>
          <a:prstGeom prst="ellipse">
            <a:avLst/>
          </a:prstGeom>
          <a:solidFill>
            <a:srgbClr val="B08A60">
              <a:alpha val="43000"/>
            </a:srgbClr>
          </a:solidFill>
          <a:ln w="0">
            <a:noFill/>
            <a:prstDash val="solid"/>
          </a:ln>
        </p:spPr>
      </p:sp>
      <p:sp>
        <p:nvSpPr>
          <p:cNvPr id="192" name="f_small_violin_ellipse_5295">
            <a:extLst>
              <a:ext uri="{FF2B5EF4-FFF2-40B4-BE49-F238E27FC236}">
                <a16:creationId xmlns:a16="http://schemas.microsoft.com/office/drawing/2014/main" id="{637F61C9-0D9B-4A39-B804-A398D9DFB84C}"/>
              </a:ext>
            </a:extLst>
          </p:cNvPr>
          <p:cNvSpPr>
            <a:spLocks noGrp="1"/>
          </p:cNvSpPr>
          <p:nvPr/>
        </p:nvSpPr>
        <p:spPr>
          <a:xfrm>
            <a:off x="2276622" y="2976420"/>
            <a:ext cx="46519" cy="46519"/>
          </a:xfrm>
          <a:prstGeom prst="ellipse">
            <a:avLst/>
          </a:prstGeom>
          <a:solidFill>
            <a:srgbClr val="B08A60">
              <a:alpha val="43000"/>
            </a:srgbClr>
          </a:solidFill>
          <a:ln w="0">
            <a:noFill/>
            <a:prstDash val="solid"/>
          </a:ln>
        </p:spPr>
      </p:sp>
      <p:sp>
        <p:nvSpPr>
          <p:cNvPr id="193" name="f_small_violin_ellipse_5296">
            <a:extLst>
              <a:ext uri="{FF2B5EF4-FFF2-40B4-BE49-F238E27FC236}">
                <a16:creationId xmlns:a16="http://schemas.microsoft.com/office/drawing/2014/main" id="{2886C97A-75C7-4875-87E1-F70CA6E861F2}"/>
              </a:ext>
            </a:extLst>
          </p:cNvPr>
          <p:cNvSpPr>
            <a:spLocks noGrp="1"/>
          </p:cNvSpPr>
          <p:nvPr/>
        </p:nvSpPr>
        <p:spPr>
          <a:xfrm>
            <a:off x="2189227" y="3646113"/>
            <a:ext cx="46519" cy="46519"/>
          </a:xfrm>
          <a:prstGeom prst="ellipse">
            <a:avLst/>
          </a:prstGeom>
          <a:solidFill>
            <a:srgbClr val="B08A60">
              <a:alpha val="43000"/>
            </a:srgbClr>
          </a:solidFill>
          <a:ln w="0">
            <a:noFill/>
            <a:prstDash val="solid"/>
          </a:ln>
        </p:spPr>
      </p:sp>
      <p:sp>
        <p:nvSpPr>
          <p:cNvPr id="194" name="f_small_violin_ellipse_5297">
            <a:extLst>
              <a:ext uri="{FF2B5EF4-FFF2-40B4-BE49-F238E27FC236}">
                <a16:creationId xmlns:a16="http://schemas.microsoft.com/office/drawing/2014/main" id="{96C5419A-B16A-4683-8027-B08F4D8DCC50}"/>
              </a:ext>
            </a:extLst>
          </p:cNvPr>
          <p:cNvSpPr>
            <a:spLocks noGrp="1"/>
          </p:cNvSpPr>
          <p:nvPr/>
        </p:nvSpPr>
        <p:spPr>
          <a:xfrm>
            <a:off x="2519356" y="2430092"/>
            <a:ext cx="46519" cy="46519"/>
          </a:xfrm>
          <a:prstGeom prst="ellipse">
            <a:avLst/>
          </a:prstGeom>
          <a:solidFill>
            <a:srgbClr val="B08A60">
              <a:alpha val="43000"/>
            </a:srgbClr>
          </a:solidFill>
          <a:ln w="0">
            <a:noFill/>
            <a:prstDash val="solid"/>
          </a:ln>
        </p:spPr>
      </p:sp>
      <p:sp>
        <p:nvSpPr>
          <p:cNvPr id="195" name="f_small_violin_ellipse_5298">
            <a:extLst>
              <a:ext uri="{FF2B5EF4-FFF2-40B4-BE49-F238E27FC236}">
                <a16:creationId xmlns:a16="http://schemas.microsoft.com/office/drawing/2014/main" id="{E7DC2800-418D-4E94-9DE6-8CCEC5CC082B}"/>
              </a:ext>
            </a:extLst>
          </p:cNvPr>
          <p:cNvSpPr>
            <a:spLocks noGrp="1"/>
          </p:cNvSpPr>
          <p:nvPr/>
        </p:nvSpPr>
        <p:spPr>
          <a:xfrm>
            <a:off x="2399284" y="4051453"/>
            <a:ext cx="46519" cy="46519"/>
          </a:xfrm>
          <a:prstGeom prst="ellipse">
            <a:avLst/>
          </a:prstGeom>
          <a:solidFill>
            <a:srgbClr val="B08A60">
              <a:alpha val="43000"/>
            </a:srgbClr>
          </a:solidFill>
          <a:ln w="0">
            <a:noFill/>
            <a:prstDash val="solid"/>
          </a:ln>
        </p:spPr>
      </p:sp>
      <p:sp>
        <p:nvSpPr>
          <p:cNvPr id="196" name="f_small_violin_ellipse_5299">
            <a:extLst>
              <a:ext uri="{FF2B5EF4-FFF2-40B4-BE49-F238E27FC236}">
                <a16:creationId xmlns:a16="http://schemas.microsoft.com/office/drawing/2014/main" id="{49B7F2ED-5143-47D4-B9DD-7BF29E1F3A2E}"/>
              </a:ext>
            </a:extLst>
          </p:cNvPr>
          <p:cNvSpPr>
            <a:spLocks noGrp="1"/>
          </p:cNvSpPr>
          <p:nvPr/>
        </p:nvSpPr>
        <p:spPr>
          <a:xfrm>
            <a:off x="2284002" y="2835432"/>
            <a:ext cx="46519" cy="46519"/>
          </a:xfrm>
          <a:prstGeom prst="ellipse">
            <a:avLst/>
          </a:prstGeom>
          <a:solidFill>
            <a:srgbClr val="B08A60">
              <a:alpha val="43000"/>
            </a:srgbClr>
          </a:solidFill>
          <a:ln w="0">
            <a:noFill/>
            <a:prstDash val="solid"/>
          </a:ln>
        </p:spPr>
      </p:sp>
      <p:sp>
        <p:nvSpPr>
          <p:cNvPr id="197" name="f_small_violin_ellipse_5300">
            <a:extLst>
              <a:ext uri="{FF2B5EF4-FFF2-40B4-BE49-F238E27FC236}">
                <a16:creationId xmlns:a16="http://schemas.microsoft.com/office/drawing/2014/main" id="{3676271F-A5D1-4CF1-A5EF-A517BB87E333}"/>
              </a:ext>
            </a:extLst>
          </p:cNvPr>
          <p:cNvSpPr>
            <a:spLocks noGrp="1"/>
          </p:cNvSpPr>
          <p:nvPr/>
        </p:nvSpPr>
        <p:spPr>
          <a:xfrm>
            <a:off x="2196864" y="3483977"/>
            <a:ext cx="46519" cy="46519"/>
          </a:xfrm>
          <a:prstGeom prst="ellipse">
            <a:avLst/>
          </a:prstGeom>
          <a:solidFill>
            <a:srgbClr val="B08A60">
              <a:alpha val="43000"/>
            </a:srgbClr>
          </a:solidFill>
          <a:ln w="0">
            <a:noFill/>
            <a:prstDash val="solid"/>
          </a:ln>
        </p:spPr>
      </p:sp>
      <p:sp>
        <p:nvSpPr>
          <p:cNvPr id="198" name="f_small_violin_ellipse_5301">
            <a:extLst>
              <a:ext uri="{FF2B5EF4-FFF2-40B4-BE49-F238E27FC236}">
                <a16:creationId xmlns:a16="http://schemas.microsoft.com/office/drawing/2014/main" id="{904ECDDD-51B5-4E09-B939-82ACE3C5282D}"/>
              </a:ext>
            </a:extLst>
          </p:cNvPr>
          <p:cNvSpPr>
            <a:spLocks noGrp="1"/>
          </p:cNvSpPr>
          <p:nvPr/>
        </p:nvSpPr>
        <p:spPr>
          <a:xfrm>
            <a:off x="2393923" y="2835432"/>
            <a:ext cx="46519" cy="46519"/>
          </a:xfrm>
          <a:prstGeom prst="ellipse">
            <a:avLst/>
          </a:prstGeom>
          <a:solidFill>
            <a:srgbClr val="B08A60">
              <a:alpha val="43000"/>
            </a:srgbClr>
          </a:solidFill>
          <a:ln w="0">
            <a:noFill/>
            <a:prstDash val="solid"/>
          </a:ln>
        </p:spPr>
      </p:sp>
      <p:sp>
        <p:nvSpPr>
          <p:cNvPr id="199" name="f_small_violin_ellipse_5302">
            <a:extLst>
              <a:ext uri="{FF2B5EF4-FFF2-40B4-BE49-F238E27FC236}">
                <a16:creationId xmlns:a16="http://schemas.microsoft.com/office/drawing/2014/main" id="{CF6895E0-2CD8-4112-8D45-65EE5A5B5139}"/>
              </a:ext>
            </a:extLst>
          </p:cNvPr>
          <p:cNvSpPr>
            <a:spLocks noGrp="1"/>
          </p:cNvSpPr>
          <p:nvPr/>
        </p:nvSpPr>
        <p:spPr>
          <a:xfrm>
            <a:off x="2299340" y="2024752"/>
            <a:ext cx="46519" cy="46519"/>
          </a:xfrm>
          <a:prstGeom prst="ellipse">
            <a:avLst/>
          </a:prstGeom>
          <a:solidFill>
            <a:srgbClr val="B08A60">
              <a:alpha val="43000"/>
            </a:srgbClr>
          </a:solidFill>
          <a:ln w="0">
            <a:noFill/>
            <a:prstDash val="solid"/>
          </a:ln>
        </p:spPr>
      </p:sp>
      <p:sp>
        <p:nvSpPr>
          <p:cNvPr id="200" name="f_small_violin_ellipse_5303">
            <a:extLst>
              <a:ext uri="{FF2B5EF4-FFF2-40B4-BE49-F238E27FC236}">
                <a16:creationId xmlns:a16="http://schemas.microsoft.com/office/drawing/2014/main" id="{7AF2217C-9695-4C90-8127-280A6F7E5AA7}"/>
              </a:ext>
            </a:extLst>
          </p:cNvPr>
          <p:cNvSpPr>
            <a:spLocks noGrp="1"/>
          </p:cNvSpPr>
          <p:nvPr/>
        </p:nvSpPr>
        <p:spPr>
          <a:xfrm>
            <a:off x="2289559" y="4456793"/>
            <a:ext cx="46519" cy="46519"/>
          </a:xfrm>
          <a:prstGeom prst="ellipse">
            <a:avLst/>
          </a:prstGeom>
          <a:solidFill>
            <a:srgbClr val="B08A60">
              <a:alpha val="43000"/>
            </a:srgbClr>
          </a:solidFill>
          <a:ln w="0">
            <a:noFill/>
            <a:prstDash val="solid"/>
          </a:ln>
        </p:spPr>
      </p:sp>
      <p:sp>
        <p:nvSpPr>
          <p:cNvPr id="201" name="f_small_violin_ellipse_5304">
            <a:extLst>
              <a:ext uri="{FF2B5EF4-FFF2-40B4-BE49-F238E27FC236}">
                <a16:creationId xmlns:a16="http://schemas.microsoft.com/office/drawing/2014/main" id="{75E322DC-3BFA-457C-A4E7-C2939F40DCBA}"/>
              </a:ext>
            </a:extLst>
          </p:cNvPr>
          <p:cNvSpPr>
            <a:spLocks noGrp="1"/>
          </p:cNvSpPr>
          <p:nvPr/>
        </p:nvSpPr>
        <p:spPr>
          <a:xfrm>
            <a:off x="2237160" y="3240773"/>
            <a:ext cx="46519" cy="46519"/>
          </a:xfrm>
          <a:prstGeom prst="ellipse">
            <a:avLst/>
          </a:prstGeom>
          <a:solidFill>
            <a:srgbClr val="B08A60">
              <a:alpha val="43000"/>
            </a:srgbClr>
          </a:solidFill>
          <a:ln w="0">
            <a:noFill/>
            <a:prstDash val="solid"/>
          </a:ln>
        </p:spPr>
      </p:sp>
      <p:sp>
        <p:nvSpPr>
          <p:cNvPr id="202" name="f_small_violin_ellipse_5305">
            <a:extLst>
              <a:ext uri="{FF2B5EF4-FFF2-40B4-BE49-F238E27FC236}">
                <a16:creationId xmlns:a16="http://schemas.microsoft.com/office/drawing/2014/main" id="{3975A602-2185-4706-8FCE-968E2F56CC26}"/>
              </a:ext>
            </a:extLst>
          </p:cNvPr>
          <p:cNvSpPr>
            <a:spLocks noGrp="1"/>
          </p:cNvSpPr>
          <p:nvPr/>
        </p:nvSpPr>
        <p:spPr>
          <a:xfrm>
            <a:off x="2313919" y="2835432"/>
            <a:ext cx="46519" cy="46519"/>
          </a:xfrm>
          <a:prstGeom prst="ellipse">
            <a:avLst/>
          </a:prstGeom>
          <a:solidFill>
            <a:srgbClr val="B08A60">
              <a:alpha val="43000"/>
            </a:srgbClr>
          </a:solidFill>
          <a:ln w="0">
            <a:noFill/>
            <a:prstDash val="solid"/>
          </a:ln>
        </p:spPr>
      </p:sp>
      <p:sp>
        <p:nvSpPr>
          <p:cNvPr id="203" name="f_small_violin_ellipse_5306">
            <a:extLst>
              <a:ext uri="{FF2B5EF4-FFF2-40B4-BE49-F238E27FC236}">
                <a16:creationId xmlns:a16="http://schemas.microsoft.com/office/drawing/2014/main" id="{A32034F2-8679-48A9-A135-AA7AEC8C66EC}"/>
              </a:ext>
            </a:extLst>
          </p:cNvPr>
          <p:cNvSpPr>
            <a:spLocks noGrp="1"/>
          </p:cNvSpPr>
          <p:nvPr/>
        </p:nvSpPr>
        <p:spPr>
          <a:xfrm>
            <a:off x="2278092" y="3240773"/>
            <a:ext cx="46519" cy="46519"/>
          </a:xfrm>
          <a:prstGeom prst="ellipse">
            <a:avLst/>
          </a:prstGeom>
          <a:solidFill>
            <a:srgbClr val="B08A60">
              <a:alpha val="43000"/>
            </a:srgbClr>
          </a:solidFill>
          <a:ln w="0">
            <a:noFill/>
            <a:prstDash val="solid"/>
          </a:ln>
        </p:spPr>
      </p:sp>
      <p:sp>
        <p:nvSpPr>
          <p:cNvPr id="204" name="f_small_violin_ellipse_5307">
            <a:extLst>
              <a:ext uri="{FF2B5EF4-FFF2-40B4-BE49-F238E27FC236}">
                <a16:creationId xmlns:a16="http://schemas.microsoft.com/office/drawing/2014/main" id="{F72BE839-6597-43E5-B28A-9C1B9734C4A6}"/>
              </a:ext>
            </a:extLst>
          </p:cNvPr>
          <p:cNvSpPr>
            <a:spLocks noGrp="1"/>
          </p:cNvSpPr>
          <p:nvPr/>
        </p:nvSpPr>
        <p:spPr>
          <a:xfrm>
            <a:off x="2309023" y="4355458"/>
            <a:ext cx="46519" cy="46519"/>
          </a:xfrm>
          <a:prstGeom prst="ellipse">
            <a:avLst/>
          </a:prstGeom>
          <a:solidFill>
            <a:srgbClr val="B08A60">
              <a:alpha val="43000"/>
            </a:srgbClr>
          </a:solidFill>
          <a:ln w="0">
            <a:noFill/>
            <a:prstDash val="solid"/>
          </a:ln>
        </p:spPr>
      </p:sp>
      <p:sp>
        <p:nvSpPr>
          <p:cNvPr id="205" name="f_small_violin_ellipse_5308">
            <a:extLst>
              <a:ext uri="{FF2B5EF4-FFF2-40B4-BE49-F238E27FC236}">
                <a16:creationId xmlns:a16="http://schemas.microsoft.com/office/drawing/2014/main" id="{5109C25E-C0D6-4241-BC31-4D0257B87A46}"/>
              </a:ext>
            </a:extLst>
          </p:cNvPr>
          <p:cNvSpPr>
            <a:spLocks noGrp="1"/>
          </p:cNvSpPr>
          <p:nvPr/>
        </p:nvSpPr>
        <p:spPr>
          <a:xfrm>
            <a:off x="2503472" y="4152788"/>
            <a:ext cx="46519" cy="46519"/>
          </a:xfrm>
          <a:prstGeom prst="ellipse">
            <a:avLst/>
          </a:prstGeom>
          <a:solidFill>
            <a:srgbClr val="B08A60">
              <a:alpha val="43000"/>
            </a:srgbClr>
          </a:solidFill>
          <a:ln w="0">
            <a:noFill/>
            <a:prstDash val="solid"/>
          </a:ln>
        </p:spPr>
      </p:sp>
      <p:sp>
        <p:nvSpPr>
          <p:cNvPr id="206" name="f_small_violin_ellipse_5309">
            <a:extLst>
              <a:ext uri="{FF2B5EF4-FFF2-40B4-BE49-F238E27FC236}">
                <a16:creationId xmlns:a16="http://schemas.microsoft.com/office/drawing/2014/main" id="{C05FC5ED-01D6-4AB5-8F0F-0E0FF6DEE5A7}"/>
              </a:ext>
            </a:extLst>
          </p:cNvPr>
          <p:cNvSpPr>
            <a:spLocks noGrp="1"/>
          </p:cNvSpPr>
          <p:nvPr/>
        </p:nvSpPr>
        <p:spPr>
          <a:xfrm>
            <a:off x="2167292" y="4456793"/>
            <a:ext cx="46519" cy="46519"/>
          </a:xfrm>
          <a:prstGeom prst="ellipse">
            <a:avLst/>
          </a:prstGeom>
          <a:solidFill>
            <a:srgbClr val="B08A60">
              <a:alpha val="43000"/>
            </a:srgbClr>
          </a:solidFill>
          <a:ln w="0">
            <a:noFill/>
            <a:prstDash val="solid"/>
          </a:ln>
        </p:spPr>
      </p:sp>
      <p:sp>
        <p:nvSpPr>
          <p:cNvPr id="207" name="f_small_violin_ellipse_5310">
            <a:extLst>
              <a:ext uri="{FF2B5EF4-FFF2-40B4-BE49-F238E27FC236}">
                <a16:creationId xmlns:a16="http://schemas.microsoft.com/office/drawing/2014/main" id="{C5DD9B37-F9D1-4481-94C9-1F327111E76C}"/>
              </a:ext>
            </a:extLst>
          </p:cNvPr>
          <p:cNvSpPr>
            <a:spLocks noGrp="1"/>
          </p:cNvSpPr>
          <p:nvPr/>
        </p:nvSpPr>
        <p:spPr>
          <a:xfrm>
            <a:off x="3980014" y="2024752"/>
            <a:ext cx="46519" cy="46519"/>
          </a:xfrm>
          <a:prstGeom prst="ellipse">
            <a:avLst/>
          </a:prstGeom>
          <a:solidFill>
            <a:srgbClr val="566AB4">
              <a:alpha val="43000"/>
            </a:srgbClr>
          </a:solidFill>
          <a:ln w="0">
            <a:noFill/>
            <a:prstDash val="solid"/>
          </a:ln>
        </p:spPr>
      </p:sp>
      <p:sp>
        <p:nvSpPr>
          <p:cNvPr id="208" name="f_small_violin_ellipse_5311">
            <a:extLst>
              <a:ext uri="{FF2B5EF4-FFF2-40B4-BE49-F238E27FC236}">
                <a16:creationId xmlns:a16="http://schemas.microsoft.com/office/drawing/2014/main" id="{17B774D4-CD8A-4628-9117-AA5F3BC3C0B9}"/>
              </a:ext>
            </a:extLst>
          </p:cNvPr>
          <p:cNvSpPr>
            <a:spLocks noGrp="1"/>
          </p:cNvSpPr>
          <p:nvPr/>
        </p:nvSpPr>
        <p:spPr>
          <a:xfrm>
            <a:off x="4193657" y="2024752"/>
            <a:ext cx="46519" cy="46519"/>
          </a:xfrm>
          <a:prstGeom prst="ellipse">
            <a:avLst/>
          </a:prstGeom>
          <a:solidFill>
            <a:srgbClr val="566AB4">
              <a:alpha val="43000"/>
            </a:srgbClr>
          </a:solidFill>
          <a:ln w="0">
            <a:noFill/>
            <a:prstDash val="solid"/>
          </a:ln>
        </p:spPr>
      </p:sp>
      <p:sp>
        <p:nvSpPr>
          <p:cNvPr id="209" name="f_small_violin_ellipse_5312">
            <a:extLst>
              <a:ext uri="{FF2B5EF4-FFF2-40B4-BE49-F238E27FC236}">
                <a16:creationId xmlns:a16="http://schemas.microsoft.com/office/drawing/2014/main" id="{EAEA8761-618D-4E3E-9B54-E9585F3BA7AE}"/>
              </a:ext>
            </a:extLst>
          </p:cNvPr>
          <p:cNvSpPr>
            <a:spLocks noGrp="1"/>
          </p:cNvSpPr>
          <p:nvPr/>
        </p:nvSpPr>
        <p:spPr>
          <a:xfrm>
            <a:off x="4163746" y="2024752"/>
            <a:ext cx="46519" cy="46519"/>
          </a:xfrm>
          <a:prstGeom prst="ellipse">
            <a:avLst/>
          </a:prstGeom>
          <a:solidFill>
            <a:srgbClr val="566AB4">
              <a:alpha val="43000"/>
            </a:srgbClr>
          </a:solidFill>
          <a:ln w="0">
            <a:noFill/>
            <a:prstDash val="solid"/>
          </a:ln>
        </p:spPr>
      </p:sp>
      <p:sp>
        <p:nvSpPr>
          <p:cNvPr id="210" name="f_small_violin_ellipse_5313">
            <a:extLst>
              <a:ext uri="{FF2B5EF4-FFF2-40B4-BE49-F238E27FC236}">
                <a16:creationId xmlns:a16="http://schemas.microsoft.com/office/drawing/2014/main" id="{58B4DAD8-BC23-4593-9B2E-2276529C9CC4}"/>
              </a:ext>
            </a:extLst>
          </p:cNvPr>
          <p:cNvSpPr>
            <a:spLocks noGrp="1"/>
          </p:cNvSpPr>
          <p:nvPr/>
        </p:nvSpPr>
        <p:spPr>
          <a:xfrm>
            <a:off x="4168668" y="2024752"/>
            <a:ext cx="46519" cy="46519"/>
          </a:xfrm>
          <a:prstGeom prst="ellipse">
            <a:avLst/>
          </a:prstGeom>
          <a:solidFill>
            <a:srgbClr val="566AB4">
              <a:alpha val="43000"/>
            </a:srgbClr>
          </a:solidFill>
          <a:ln w="0">
            <a:noFill/>
            <a:prstDash val="solid"/>
          </a:ln>
        </p:spPr>
      </p:sp>
      <p:sp>
        <p:nvSpPr>
          <p:cNvPr id="211" name="f_small_violin_ellipse_5314">
            <a:extLst>
              <a:ext uri="{FF2B5EF4-FFF2-40B4-BE49-F238E27FC236}">
                <a16:creationId xmlns:a16="http://schemas.microsoft.com/office/drawing/2014/main" id="{D10258C9-80AB-415A-AC09-3599393DA060}"/>
              </a:ext>
            </a:extLst>
          </p:cNvPr>
          <p:cNvSpPr>
            <a:spLocks noGrp="1"/>
          </p:cNvSpPr>
          <p:nvPr/>
        </p:nvSpPr>
        <p:spPr>
          <a:xfrm>
            <a:off x="4095394" y="2024752"/>
            <a:ext cx="46519" cy="46519"/>
          </a:xfrm>
          <a:prstGeom prst="ellipse">
            <a:avLst/>
          </a:prstGeom>
          <a:solidFill>
            <a:srgbClr val="566AB4">
              <a:alpha val="43000"/>
            </a:srgbClr>
          </a:solidFill>
          <a:ln w="0">
            <a:noFill/>
            <a:prstDash val="solid"/>
          </a:ln>
        </p:spPr>
      </p:sp>
      <p:sp>
        <p:nvSpPr>
          <p:cNvPr id="212" name="f_small_violin_ellipse_5315">
            <a:extLst>
              <a:ext uri="{FF2B5EF4-FFF2-40B4-BE49-F238E27FC236}">
                <a16:creationId xmlns:a16="http://schemas.microsoft.com/office/drawing/2014/main" id="{8D318ECA-15D9-4923-A9E6-E2F86C2CE045}"/>
              </a:ext>
            </a:extLst>
          </p:cNvPr>
          <p:cNvSpPr>
            <a:spLocks noGrp="1"/>
          </p:cNvSpPr>
          <p:nvPr/>
        </p:nvSpPr>
        <p:spPr>
          <a:xfrm>
            <a:off x="4204015" y="2835432"/>
            <a:ext cx="46519" cy="46519"/>
          </a:xfrm>
          <a:prstGeom prst="ellipse">
            <a:avLst/>
          </a:prstGeom>
          <a:solidFill>
            <a:srgbClr val="566AB4">
              <a:alpha val="43000"/>
            </a:srgbClr>
          </a:solidFill>
          <a:ln w="0">
            <a:noFill/>
            <a:prstDash val="solid"/>
          </a:ln>
        </p:spPr>
      </p:sp>
      <p:sp>
        <p:nvSpPr>
          <p:cNvPr id="213" name="f_small_violin_ellipse_5316">
            <a:extLst>
              <a:ext uri="{FF2B5EF4-FFF2-40B4-BE49-F238E27FC236}">
                <a16:creationId xmlns:a16="http://schemas.microsoft.com/office/drawing/2014/main" id="{9F3A7DE1-44B0-4629-8427-B278101425F9}"/>
              </a:ext>
            </a:extLst>
          </p:cNvPr>
          <p:cNvSpPr>
            <a:spLocks noGrp="1"/>
          </p:cNvSpPr>
          <p:nvPr/>
        </p:nvSpPr>
        <p:spPr>
          <a:xfrm>
            <a:off x="3974720" y="2024752"/>
            <a:ext cx="46519" cy="46519"/>
          </a:xfrm>
          <a:prstGeom prst="ellipse">
            <a:avLst/>
          </a:prstGeom>
          <a:solidFill>
            <a:srgbClr val="566AB4">
              <a:alpha val="43000"/>
            </a:srgbClr>
          </a:solidFill>
          <a:ln w="0">
            <a:noFill/>
            <a:prstDash val="solid"/>
          </a:ln>
        </p:spPr>
      </p:sp>
      <p:sp>
        <p:nvSpPr>
          <p:cNvPr id="214" name="f_small_violin_ellipse_5317">
            <a:extLst>
              <a:ext uri="{FF2B5EF4-FFF2-40B4-BE49-F238E27FC236}">
                <a16:creationId xmlns:a16="http://schemas.microsoft.com/office/drawing/2014/main" id="{9A9E2EB0-832E-4031-98AE-48DF3E1B59A6}"/>
              </a:ext>
            </a:extLst>
          </p:cNvPr>
          <p:cNvSpPr>
            <a:spLocks noGrp="1"/>
          </p:cNvSpPr>
          <p:nvPr/>
        </p:nvSpPr>
        <p:spPr>
          <a:xfrm>
            <a:off x="4092738" y="2024752"/>
            <a:ext cx="46519" cy="46519"/>
          </a:xfrm>
          <a:prstGeom prst="ellipse">
            <a:avLst/>
          </a:prstGeom>
          <a:solidFill>
            <a:srgbClr val="566AB4">
              <a:alpha val="43000"/>
            </a:srgbClr>
          </a:solidFill>
          <a:ln w="0">
            <a:noFill/>
            <a:prstDash val="solid"/>
          </a:ln>
        </p:spPr>
      </p:sp>
      <p:sp>
        <p:nvSpPr>
          <p:cNvPr id="215" name="f_small_violin_ellipse_5318">
            <a:extLst>
              <a:ext uri="{FF2B5EF4-FFF2-40B4-BE49-F238E27FC236}">
                <a16:creationId xmlns:a16="http://schemas.microsoft.com/office/drawing/2014/main" id="{A8E93B2F-3ABF-4124-89BD-3D08008EA570}"/>
              </a:ext>
            </a:extLst>
          </p:cNvPr>
          <p:cNvSpPr>
            <a:spLocks noGrp="1"/>
          </p:cNvSpPr>
          <p:nvPr/>
        </p:nvSpPr>
        <p:spPr>
          <a:xfrm>
            <a:off x="4311139" y="2835432"/>
            <a:ext cx="46519" cy="46519"/>
          </a:xfrm>
          <a:prstGeom prst="ellipse">
            <a:avLst/>
          </a:prstGeom>
          <a:solidFill>
            <a:srgbClr val="566AB4">
              <a:alpha val="43000"/>
            </a:srgbClr>
          </a:solidFill>
          <a:ln w="0">
            <a:noFill/>
            <a:prstDash val="solid"/>
          </a:ln>
        </p:spPr>
      </p:sp>
      <p:sp>
        <p:nvSpPr>
          <p:cNvPr id="216" name="f_small_violin_ellipse_5319">
            <a:extLst>
              <a:ext uri="{FF2B5EF4-FFF2-40B4-BE49-F238E27FC236}">
                <a16:creationId xmlns:a16="http://schemas.microsoft.com/office/drawing/2014/main" id="{4CFE6137-5FD5-4CD6-BC21-B557D482067D}"/>
              </a:ext>
            </a:extLst>
          </p:cNvPr>
          <p:cNvSpPr>
            <a:spLocks noGrp="1"/>
          </p:cNvSpPr>
          <p:nvPr/>
        </p:nvSpPr>
        <p:spPr>
          <a:xfrm>
            <a:off x="4091379" y="2024752"/>
            <a:ext cx="46519" cy="46519"/>
          </a:xfrm>
          <a:prstGeom prst="ellipse">
            <a:avLst/>
          </a:prstGeom>
          <a:solidFill>
            <a:srgbClr val="566AB4">
              <a:alpha val="43000"/>
            </a:srgbClr>
          </a:solidFill>
          <a:ln w="0">
            <a:noFill/>
            <a:prstDash val="solid"/>
          </a:ln>
        </p:spPr>
      </p:sp>
      <p:sp>
        <p:nvSpPr>
          <p:cNvPr id="217" name="f_small_violin_ellipse_5320">
            <a:extLst>
              <a:ext uri="{FF2B5EF4-FFF2-40B4-BE49-F238E27FC236}">
                <a16:creationId xmlns:a16="http://schemas.microsoft.com/office/drawing/2014/main" id="{4F088596-2E77-4BA7-8EF9-33F1A4BCC2C8}"/>
              </a:ext>
            </a:extLst>
          </p:cNvPr>
          <p:cNvSpPr>
            <a:spLocks noGrp="1"/>
          </p:cNvSpPr>
          <p:nvPr/>
        </p:nvSpPr>
        <p:spPr>
          <a:xfrm>
            <a:off x="4117518" y="2024752"/>
            <a:ext cx="46519" cy="46519"/>
          </a:xfrm>
          <a:prstGeom prst="ellipse">
            <a:avLst/>
          </a:prstGeom>
          <a:solidFill>
            <a:srgbClr val="566AB4">
              <a:alpha val="43000"/>
            </a:srgbClr>
          </a:solidFill>
          <a:ln w="0">
            <a:noFill/>
            <a:prstDash val="solid"/>
          </a:ln>
        </p:spPr>
      </p:sp>
      <p:sp>
        <p:nvSpPr>
          <p:cNvPr id="218" name="f_small_violin_ellipse_5321">
            <a:extLst>
              <a:ext uri="{FF2B5EF4-FFF2-40B4-BE49-F238E27FC236}">
                <a16:creationId xmlns:a16="http://schemas.microsoft.com/office/drawing/2014/main" id="{EB11E924-A6AB-47E1-BD3A-DBBE3181C29A}"/>
              </a:ext>
            </a:extLst>
          </p:cNvPr>
          <p:cNvSpPr>
            <a:spLocks noGrp="1"/>
          </p:cNvSpPr>
          <p:nvPr/>
        </p:nvSpPr>
        <p:spPr>
          <a:xfrm>
            <a:off x="3967076" y="2024752"/>
            <a:ext cx="46519" cy="46519"/>
          </a:xfrm>
          <a:prstGeom prst="ellipse">
            <a:avLst/>
          </a:prstGeom>
          <a:solidFill>
            <a:srgbClr val="566AB4">
              <a:alpha val="43000"/>
            </a:srgbClr>
          </a:solidFill>
          <a:ln w="0">
            <a:noFill/>
            <a:prstDash val="solid"/>
          </a:ln>
        </p:spPr>
      </p:sp>
      <p:sp>
        <p:nvSpPr>
          <p:cNvPr id="219" name="f_small_violin_ellipse_5322">
            <a:extLst>
              <a:ext uri="{FF2B5EF4-FFF2-40B4-BE49-F238E27FC236}">
                <a16:creationId xmlns:a16="http://schemas.microsoft.com/office/drawing/2014/main" id="{BF817DAC-DF5F-4BDC-B47F-66E4EB834DC6}"/>
              </a:ext>
            </a:extLst>
          </p:cNvPr>
          <p:cNvSpPr>
            <a:spLocks noGrp="1"/>
          </p:cNvSpPr>
          <p:nvPr/>
        </p:nvSpPr>
        <p:spPr>
          <a:xfrm>
            <a:off x="4017669" y="3781226"/>
            <a:ext cx="46519" cy="46519"/>
          </a:xfrm>
          <a:prstGeom prst="ellipse">
            <a:avLst/>
          </a:prstGeom>
          <a:solidFill>
            <a:srgbClr val="566AB4">
              <a:alpha val="43000"/>
            </a:srgbClr>
          </a:solidFill>
          <a:ln w="0">
            <a:noFill/>
            <a:prstDash val="solid"/>
          </a:ln>
        </p:spPr>
      </p:sp>
      <p:sp>
        <p:nvSpPr>
          <p:cNvPr id="220" name="f_small_violin_ellipse_5323">
            <a:extLst>
              <a:ext uri="{FF2B5EF4-FFF2-40B4-BE49-F238E27FC236}">
                <a16:creationId xmlns:a16="http://schemas.microsoft.com/office/drawing/2014/main" id="{3A70740A-2F53-46FB-9DC6-DB4DDDE28818}"/>
              </a:ext>
            </a:extLst>
          </p:cNvPr>
          <p:cNvSpPr>
            <a:spLocks noGrp="1"/>
          </p:cNvSpPr>
          <p:nvPr/>
        </p:nvSpPr>
        <p:spPr>
          <a:xfrm>
            <a:off x="4179942" y="3240773"/>
            <a:ext cx="46519" cy="46519"/>
          </a:xfrm>
          <a:prstGeom prst="ellipse">
            <a:avLst/>
          </a:prstGeom>
          <a:solidFill>
            <a:srgbClr val="566AB4">
              <a:alpha val="43000"/>
            </a:srgbClr>
          </a:solidFill>
          <a:ln w="0">
            <a:noFill/>
            <a:prstDash val="solid"/>
          </a:ln>
        </p:spPr>
      </p:sp>
      <p:sp>
        <p:nvSpPr>
          <p:cNvPr id="221" name="f_small_violin_ellipse_5324">
            <a:extLst>
              <a:ext uri="{FF2B5EF4-FFF2-40B4-BE49-F238E27FC236}">
                <a16:creationId xmlns:a16="http://schemas.microsoft.com/office/drawing/2014/main" id="{852B2E5B-64AE-4862-9621-9AA440A63ECA}"/>
              </a:ext>
            </a:extLst>
          </p:cNvPr>
          <p:cNvSpPr>
            <a:spLocks noGrp="1"/>
          </p:cNvSpPr>
          <p:nvPr/>
        </p:nvSpPr>
        <p:spPr>
          <a:xfrm>
            <a:off x="4280347" y="2024752"/>
            <a:ext cx="46519" cy="46519"/>
          </a:xfrm>
          <a:prstGeom prst="ellipse">
            <a:avLst/>
          </a:prstGeom>
          <a:solidFill>
            <a:srgbClr val="566AB4">
              <a:alpha val="43000"/>
            </a:srgbClr>
          </a:solidFill>
          <a:ln w="0">
            <a:noFill/>
            <a:prstDash val="solid"/>
          </a:ln>
        </p:spPr>
      </p:sp>
      <p:sp>
        <p:nvSpPr>
          <p:cNvPr id="222" name="f_small_violin_ellipse_5325">
            <a:extLst>
              <a:ext uri="{FF2B5EF4-FFF2-40B4-BE49-F238E27FC236}">
                <a16:creationId xmlns:a16="http://schemas.microsoft.com/office/drawing/2014/main" id="{9463B519-6F83-47BB-9728-00DFBA3F4F5C}"/>
              </a:ext>
            </a:extLst>
          </p:cNvPr>
          <p:cNvSpPr>
            <a:spLocks noGrp="1"/>
          </p:cNvSpPr>
          <p:nvPr/>
        </p:nvSpPr>
        <p:spPr>
          <a:xfrm>
            <a:off x="4245304" y="4456793"/>
            <a:ext cx="46519" cy="46519"/>
          </a:xfrm>
          <a:prstGeom prst="ellipse">
            <a:avLst/>
          </a:prstGeom>
          <a:solidFill>
            <a:srgbClr val="566AB4">
              <a:alpha val="43000"/>
            </a:srgbClr>
          </a:solidFill>
          <a:ln w="0">
            <a:noFill/>
            <a:prstDash val="solid"/>
          </a:ln>
        </p:spPr>
      </p:sp>
      <p:sp>
        <p:nvSpPr>
          <p:cNvPr id="223" name="f_small_violin_ellipse_5326">
            <a:extLst>
              <a:ext uri="{FF2B5EF4-FFF2-40B4-BE49-F238E27FC236}">
                <a16:creationId xmlns:a16="http://schemas.microsoft.com/office/drawing/2014/main" id="{64334A53-8103-42EF-AE01-3CF6F904FDB4}"/>
              </a:ext>
            </a:extLst>
          </p:cNvPr>
          <p:cNvSpPr>
            <a:spLocks noGrp="1"/>
          </p:cNvSpPr>
          <p:nvPr/>
        </p:nvSpPr>
        <p:spPr>
          <a:xfrm>
            <a:off x="4158431" y="2835432"/>
            <a:ext cx="46519" cy="46519"/>
          </a:xfrm>
          <a:prstGeom prst="ellipse">
            <a:avLst/>
          </a:prstGeom>
          <a:solidFill>
            <a:srgbClr val="566AB4">
              <a:alpha val="43000"/>
            </a:srgbClr>
          </a:solidFill>
          <a:ln w="0">
            <a:noFill/>
            <a:prstDash val="solid"/>
          </a:ln>
        </p:spPr>
      </p:sp>
      <p:sp>
        <p:nvSpPr>
          <p:cNvPr id="224" name="f_small_violin_ellipse_5327">
            <a:extLst>
              <a:ext uri="{FF2B5EF4-FFF2-40B4-BE49-F238E27FC236}">
                <a16:creationId xmlns:a16="http://schemas.microsoft.com/office/drawing/2014/main" id="{6F743CFC-0A20-4E0D-A9D7-50BA1329C57C}"/>
              </a:ext>
            </a:extLst>
          </p:cNvPr>
          <p:cNvSpPr>
            <a:spLocks noGrp="1"/>
          </p:cNvSpPr>
          <p:nvPr/>
        </p:nvSpPr>
        <p:spPr>
          <a:xfrm>
            <a:off x="4027326" y="2024752"/>
            <a:ext cx="46519" cy="46519"/>
          </a:xfrm>
          <a:prstGeom prst="ellipse">
            <a:avLst/>
          </a:prstGeom>
          <a:solidFill>
            <a:srgbClr val="566AB4">
              <a:alpha val="43000"/>
            </a:srgbClr>
          </a:solidFill>
          <a:ln w="0">
            <a:noFill/>
            <a:prstDash val="solid"/>
          </a:ln>
        </p:spPr>
      </p:sp>
      <p:sp>
        <p:nvSpPr>
          <p:cNvPr id="225" name="f_small_violin_ellipse_5328">
            <a:extLst>
              <a:ext uri="{FF2B5EF4-FFF2-40B4-BE49-F238E27FC236}">
                <a16:creationId xmlns:a16="http://schemas.microsoft.com/office/drawing/2014/main" id="{9CDC28CB-C1D6-400B-90E8-159F6CEBDB21}"/>
              </a:ext>
            </a:extLst>
          </p:cNvPr>
          <p:cNvSpPr>
            <a:spLocks noGrp="1"/>
          </p:cNvSpPr>
          <p:nvPr/>
        </p:nvSpPr>
        <p:spPr>
          <a:xfrm>
            <a:off x="4152237" y="3970385"/>
            <a:ext cx="46519" cy="46519"/>
          </a:xfrm>
          <a:prstGeom prst="ellipse">
            <a:avLst/>
          </a:prstGeom>
          <a:solidFill>
            <a:srgbClr val="566AB4">
              <a:alpha val="43000"/>
            </a:srgbClr>
          </a:solidFill>
          <a:ln w="0">
            <a:noFill/>
            <a:prstDash val="solid"/>
          </a:ln>
        </p:spPr>
      </p:sp>
      <p:sp>
        <p:nvSpPr>
          <p:cNvPr id="226" name="f_small_violin_ellipse_5329">
            <a:extLst>
              <a:ext uri="{FF2B5EF4-FFF2-40B4-BE49-F238E27FC236}">
                <a16:creationId xmlns:a16="http://schemas.microsoft.com/office/drawing/2014/main" id="{22F52BDC-617C-491C-AA0F-BF1DF3864D6E}"/>
              </a:ext>
            </a:extLst>
          </p:cNvPr>
          <p:cNvSpPr>
            <a:spLocks noGrp="1"/>
          </p:cNvSpPr>
          <p:nvPr/>
        </p:nvSpPr>
        <p:spPr>
          <a:xfrm>
            <a:off x="4180873" y="4456793"/>
            <a:ext cx="46519" cy="46519"/>
          </a:xfrm>
          <a:prstGeom prst="ellipse">
            <a:avLst/>
          </a:prstGeom>
          <a:solidFill>
            <a:srgbClr val="566AB4">
              <a:alpha val="43000"/>
            </a:srgbClr>
          </a:solidFill>
          <a:ln w="0">
            <a:noFill/>
            <a:prstDash val="solid"/>
          </a:ln>
        </p:spPr>
      </p:sp>
      <p:sp>
        <p:nvSpPr>
          <p:cNvPr id="227" name="f_small_violin_ellipse_5330">
            <a:extLst>
              <a:ext uri="{FF2B5EF4-FFF2-40B4-BE49-F238E27FC236}">
                <a16:creationId xmlns:a16="http://schemas.microsoft.com/office/drawing/2014/main" id="{0B1DD98D-B735-4ECD-9B1C-3DA848BFCEA3}"/>
              </a:ext>
            </a:extLst>
          </p:cNvPr>
          <p:cNvSpPr>
            <a:spLocks noGrp="1"/>
          </p:cNvSpPr>
          <p:nvPr/>
        </p:nvSpPr>
        <p:spPr>
          <a:xfrm>
            <a:off x="4033135" y="2024752"/>
            <a:ext cx="46519" cy="46519"/>
          </a:xfrm>
          <a:prstGeom prst="ellipse">
            <a:avLst/>
          </a:prstGeom>
          <a:solidFill>
            <a:srgbClr val="566AB4">
              <a:alpha val="43000"/>
            </a:srgbClr>
          </a:solidFill>
          <a:ln w="0">
            <a:noFill/>
            <a:prstDash val="solid"/>
          </a:ln>
        </p:spPr>
      </p:sp>
      <p:sp>
        <p:nvSpPr>
          <p:cNvPr id="228" name="f_small_violin_ellipse_5331">
            <a:extLst>
              <a:ext uri="{FF2B5EF4-FFF2-40B4-BE49-F238E27FC236}">
                <a16:creationId xmlns:a16="http://schemas.microsoft.com/office/drawing/2014/main" id="{5D136682-6D7C-408D-94F9-6C4A29D1751D}"/>
              </a:ext>
            </a:extLst>
          </p:cNvPr>
          <p:cNvSpPr>
            <a:spLocks noGrp="1"/>
          </p:cNvSpPr>
          <p:nvPr/>
        </p:nvSpPr>
        <p:spPr>
          <a:xfrm>
            <a:off x="4137827" y="4456793"/>
            <a:ext cx="46519" cy="46519"/>
          </a:xfrm>
          <a:prstGeom prst="ellipse">
            <a:avLst/>
          </a:prstGeom>
          <a:solidFill>
            <a:srgbClr val="566AB4">
              <a:alpha val="43000"/>
            </a:srgbClr>
          </a:solidFill>
          <a:ln w="0">
            <a:noFill/>
            <a:prstDash val="solid"/>
          </a:ln>
        </p:spPr>
      </p:sp>
      <p:sp>
        <p:nvSpPr>
          <p:cNvPr id="229" name="f_small_violin_ellipse_5332">
            <a:extLst>
              <a:ext uri="{FF2B5EF4-FFF2-40B4-BE49-F238E27FC236}">
                <a16:creationId xmlns:a16="http://schemas.microsoft.com/office/drawing/2014/main" id="{368045EC-0306-487D-B04F-C50B2AAEED0C}"/>
              </a:ext>
            </a:extLst>
          </p:cNvPr>
          <p:cNvSpPr>
            <a:spLocks noGrp="1"/>
          </p:cNvSpPr>
          <p:nvPr/>
        </p:nvSpPr>
        <p:spPr>
          <a:xfrm>
            <a:off x="4015390" y="2328757"/>
            <a:ext cx="46519" cy="46519"/>
          </a:xfrm>
          <a:prstGeom prst="ellipse">
            <a:avLst/>
          </a:prstGeom>
          <a:solidFill>
            <a:srgbClr val="566AB4">
              <a:alpha val="43000"/>
            </a:srgbClr>
          </a:solidFill>
          <a:ln w="0">
            <a:noFill/>
            <a:prstDash val="solid"/>
          </a:ln>
        </p:spPr>
      </p:sp>
      <p:sp>
        <p:nvSpPr>
          <p:cNvPr id="230" name="f_small_violin_ellipse_5333">
            <a:extLst>
              <a:ext uri="{FF2B5EF4-FFF2-40B4-BE49-F238E27FC236}">
                <a16:creationId xmlns:a16="http://schemas.microsoft.com/office/drawing/2014/main" id="{6745AAA2-7E0A-4B42-BBA2-903C46B78987}"/>
              </a:ext>
            </a:extLst>
          </p:cNvPr>
          <p:cNvSpPr>
            <a:spLocks noGrp="1"/>
          </p:cNvSpPr>
          <p:nvPr/>
        </p:nvSpPr>
        <p:spPr>
          <a:xfrm>
            <a:off x="4164082" y="2024752"/>
            <a:ext cx="46519" cy="46519"/>
          </a:xfrm>
          <a:prstGeom prst="ellipse">
            <a:avLst/>
          </a:prstGeom>
          <a:solidFill>
            <a:srgbClr val="566AB4">
              <a:alpha val="43000"/>
            </a:srgbClr>
          </a:solidFill>
          <a:ln w="0">
            <a:noFill/>
            <a:prstDash val="solid"/>
          </a:ln>
        </p:spPr>
      </p:sp>
      <p:sp>
        <p:nvSpPr>
          <p:cNvPr id="231" name="f_small_violin_ellipse_5334">
            <a:extLst>
              <a:ext uri="{FF2B5EF4-FFF2-40B4-BE49-F238E27FC236}">
                <a16:creationId xmlns:a16="http://schemas.microsoft.com/office/drawing/2014/main" id="{484B40F0-63AA-41C2-944D-0508E20D0BFA}"/>
              </a:ext>
            </a:extLst>
          </p:cNvPr>
          <p:cNvSpPr>
            <a:spLocks noGrp="1"/>
          </p:cNvSpPr>
          <p:nvPr/>
        </p:nvSpPr>
        <p:spPr>
          <a:xfrm>
            <a:off x="4036494" y="2024752"/>
            <a:ext cx="46519" cy="46519"/>
          </a:xfrm>
          <a:prstGeom prst="ellipse">
            <a:avLst/>
          </a:prstGeom>
          <a:solidFill>
            <a:srgbClr val="566AB4">
              <a:alpha val="43000"/>
            </a:srgbClr>
          </a:solidFill>
          <a:ln w="0">
            <a:noFill/>
            <a:prstDash val="solid"/>
          </a:ln>
        </p:spPr>
      </p:sp>
      <p:sp>
        <p:nvSpPr>
          <p:cNvPr id="232" name="f_small_violin_ellipse_5335">
            <a:extLst>
              <a:ext uri="{FF2B5EF4-FFF2-40B4-BE49-F238E27FC236}">
                <a16:creationId xmlns:a16="http://schemas.microsoft.com/office/drawing/2014/main" id="{B6F48141-C8EA-4773-8A6C-6EE231794A4E}"/>
              </a:ext>
            </a:extLst>
          </p:cNvPr>
          <p:cNvSpPr>
            <a:spLocks noGrp="1"/>
          </p:cNvSpPr>
          <p:nvPr/>
        </p:nvSpPr>
        <p:spPr>
          <a:xfrm>
            <a:off x="3972555" y="3240773"/>
            <a:ext cx="46519" cy="46519"/>
          </a:xfrm>
          <a:prstGeom prst="ellipse">
            <a:avLst/>
          </a:prstGeom>
          <a:solidFill>
            <a:srgbClr val="566AB4">
              <a:alpha val="43000"/>
            </a:srgbClr>
          </a:solidFill>
          <a:ln w="0">
            <a:noFill/>
            <a:prstDash val="solid"/>
          </a:ln>
        </p:spPr>
      </p:sp>
      <p:sp>
        <p:nvSpPr>
          <p:cNvPr id="233" name="f_small_violin_ellipse_5336">
            <a:extLst>
              <a:ext uri="{FF2B5EF4-FFF2-40B4-BE49-F238E27FC236}">
                <a16:creationId xmlns:a16="http://schemas.microsoft.com/office/drawing/2014/main" id="{AB75D46F-7DD4-4E29-94D6-7A22A4F84DA8}"/>
              </a:ext>
            </a:extLst>
          </p:cNvPr>
          <p:cNvSpPr>
            <a:spLocks noGrp="1"/>
          </p:cNvSpPr>
          <p:nvPr/>
        </p:nvSpPr>
        <p:spPr>
          <a:xfrm>
            <a:off x="4130257" y="3240773"/>
            <a:ext cx="46519" cy="46519"/>
          </a:xfrm>
          <a:prstGeom prst="ellipse">
            <a:avLst/>
          </a:prstGeom>
          <a:solidFill>
            <a:srgbClr val="566AB4">
              <a:alpha val="43000"/>
            </a:srgbClr>
          </a:solidFill>
          <a:ln w="0">
            <a:noFill/>
            <a:prstDash val="solid"/>
          </a:ln>
        </p:spPr>
      </p:sp>
      <p:sp>
        <p:nvSpPr>
          <p:cNvPr id="234" name="f_small_violin_ellipse_5337">
            <a:extLst>
              <a:ext uri="{FF2B5EF4-FFF2-40B4-BE49-F238E27FC236}">
                <a16:creationId xmlns:a16="http://schemas.microsoft.com/office/drawing/2014/main" id="{74270A69-5434-4C86-AC89-F4E78171982B}"/>
              </a:ext>
            </a:extLst>
          </p:cNvPr>
          <p:cNvSpPr>
            <a:spLocks noGrp="1"/>
          </p:cNvSpPr>
          <p:nvPr/>
        </p:nvSpPr>
        <p:spPr>
          <a:xfrm>
            <a:off x="4162261" y="2024752"/>
            <a:ext cx="46519" cy="46519"/>
          </a:xfrm>
          <a:prstGeom prst="ellipse">
            <a:avLst/>
          </a:prstGeom>
          <a:solidFill>
            <a:srgbClr val="566AB4">
              <a:alpha val="43000"/>
            </a:srgbClr>
          </a:solidFill>
          <a:ln w="0">
            <a:noFill/>
            <a:prstDash val="solid"/>
          </a:ln>
        </p:spPr>
      </p:sp>
      <p:sp>
        <p:nvSpPr>
          <p:cNvPr id="235" name="f_small_violin_ellipse_5338">
            <a:extLst>
              <a:ext uri="{FF2B5EF4-FFF2-40B4-BE49-F238E27FC236}">
                <a16:creationId xmlns:a16="http://schemas.microsoft.com/office/drawing/2014/main" id="{5CA49022-DEF3-4B26-8502-7BDE8D93C9D9}"/>
              </a:ext>
            </a:extLst>
          </p:cNvPr>
          <p:cNvSpPr>
            <a:spLocks noGrp="1"/>
          </p:cNvSpPr>
          <p:nvPr/>
        </p:nvSpPr>
        <p:spPr>
          <a:xfrm>
            <a:off x="4324255" y="4456793"/>
            <a:ext cx="46519" cy="46519"/>
          </a:xfrm>
          <a:prstGeom prst="ellipse">
            <a:avLst/>
          </a:prstGeom>
          <a:solidFill>
            <a:srgbClr val="566AB4">
              <a:alpha val="43000"/>
            </a:srgbClr>
          </a:solidFill>
          <a:ln w="0">
            <a:noFill/>
            <a:prstDash val="solid"/>
          </a:ln>
        </p:spPr>
      </p:sp>
      <p:sp>
        <p:nvSpPr>
          <p:cNvPr id="236" name="f_small_violin_ellipse_5339">
            <a:extLst>
              <a:ext uri="{FF2B5EF4-FFF2-40B4-BE49-F238E27FC236}">
                <a16:creationId xmlns:a16="http://schemas.microsoft.com/office/drawing/2014/main" id="{1036D6F3-75ED-4644-83DC-215F06C894C2}"/>
              </a:ext>
            </a:extLst>
          </p:cNvPr>
          <p:cNvSpPr>
            <a:spLocks noGrp="1"/>
          </p:cNvSpPr>
          <p:nvPr/>
        </p:nvSpPr>
        <p:spPr>
          <a:xfrm>
            <a:off x="4294422" y="2024752"/>
            <a:ext cx="46519" cy="46519"/>
          </a:xfrm>
          <a:prstGeom prst="ellipse">
            <a:avLst/>
          </a:prstGeom>
          <a:solidFill>
            <a:srgbClr val="566AB4">
              <a:alpha val="43000"/>
            </a:srgbClr>
          </a:solidFill>
          <a:ln w="0">
            <a:noFill/>
            <a:prstDash val="solid"/>
          </a:ln>
        </p:spPr>
      </p:sp>
      <p:sp>
        <p:nvSpPr>
          <p:cNvPr id="237" name="f_small_violin_ellipse_5340">
            <a:extLst>
              <a:ext uri="{FF2B5EF4-FFF2-40B4-BE49-F238E27FC236}">
                <a16:creationId xmlns:a16="http://schemas.microsoft.com/office/drawing/2014/main" id="{80273A6C-1F91-473A-99D4-82978794BF6F}"/>
              </a:ext>
            </a:extLst>
          </p:cNvPr>
          <p:cNvSpPr>
            <a:spLocks noGrp="1"/>
          </p:cNvSpPr>
          <p:nvPr/>
        </p:nvSpPr>
        <p:spPr>
          <a:xfrm>
            <a:off x="4093342" y="4051453"/>
            <a:ext cx="46519" cy="46519"/>
          </a:xfrm>
          <a:prstGeom prst="ellipse">
            <a:avLst/>
          </a:prstGeom>
          <a:solidFill>
            <a:srgbClr val="566AB4">
              <a:alpha val="43000"/>
            </a:srgbClr>
          </a:solidFill>
          <a:ln w="0">
            <a:noFill/>
            <a:prstDash val="solid"/>
          </a:ln>
        </p:spPr>
      </p:sp>
      <p:sp>
        <p:nvSpPr>
          <p:cNvPr id="238" name="f_small_violin_ellipse_5341">
            <a:extLst>
              <a:ext uri="{FF2B5EF4-FFF2-40B4-BE49-F238E27FC236}">
                <a16:creationId xmlns:a16="http://schemas.microsoft.com/office/drawing/2014/main" id="{58861C25-DB59-41FC-81C8-F5110CF8301E}"/>
              </a:ext>
            </a:extLst>
          </p:cNvPr>
          <p:cNvSpPr>
            <a:spLocks noGrp="1"/>
          </p:cNvSpPr>
          <p:nvPr/>
        </p:nvSpPr>
        <p:spPr>
          <a:xfrm>
            <a:off x="4122196" y="3240773"/>
            <a:ext cx="46519" cy="46519"/>
          </a:xfrm>
          <a:prstGeom prst="ellipse">
            <a:avLst/>
          </a:prstGeom>
          <a:solidFill>
            <a:srgbClr val="566AB4">
              <a:alpha val="43000"/>
            </a:srgbClr>
          </a:solidFill>
          <a:ln w="0">
            <a:noFill/>
            <a:prstDash val="solid"/>
          </a:ln>
        </p:spPr>
      </p:sp>
      <p:sp>
        <p:nvSpPr>
          <p:cNvPr id="239" name="f_small_violin_ellipse_5342">
            <a:extLst>
              <a:ext uri="{FF2B5EF4-FFF2-40B4-BE49-F238E27FC236}">
                <a16:creationId xmlns:a16="http://schemas.microsoft.com/office/drawing/2014/main" id="{3B11A036-09D7-48B9-BA97-09D584C1C4CD}"/>
              </a:ext>
            </a:extLst>
          </p:cNvPr>
          <p:cNvSpPr>
            <a:spLocks noGrp="1"/>
          </p:cNvSpPr>
          <p:nvPr/>
        </p:nvSpPr>
        <p:spPr>
          <a:xfrm>
            <a:off x="4181071" y="4398888"/>
            <a:ext cx="46519" cy="46519"/>
          </a:xfrm>
          <a:prstGeom prst="ellipse">
            <a:avLst/>
          </a:prstGeom>
          <a:solidFill>
            <a:srgbClr val="566AB4">
              <a:alpha val="43000"/>
            </a:srgbClr>
          </a:solidFill>
          <a:ln w="0">
            <a:noFill/>
            <a:prstDash val="solid"/>
          </a:ln>
        </p:spPr>
      </p:sp>
      <p:sp>
        <p:nvSpPr>
          <p:cNvPr id="240" name="f_small_violin_ellipse_5343">
            <a:extLst>
              <a:ext uri="{FF2B5EF4-FFF2-40B4-BE49-F238E27FC236}">
                <a16:creationId xmlns:a16="http://schemas.microsoft.com/office/drawing/2014/main" id="{D73F039D-7D83-400F-A8F8-D600E0673655}"/>
              </a:ext>
            </a:extLst>
          </p:cNvPr>
          <p:cNvSpPr>
            <a:spLocks noGrp="1"/>
          </p:cNvSpPr>
          <p:nvPr/>
        </p:nvSpPr>
        <p:spPr>
          <a:xfrm>
            <a:off x="4063802" y="2024752"/>
            <a:ext cx="46519" cy="46519"/>
          </a:xfrm>
          <a:prstGeom prst="ellipse">
            <a:avLst/>
          </a:prstGeom>
          <a:solidFill>
            <a:srgbClr val="566AB4">
              <a:alpha val="43000"/>
            </a:srgbClr>
          </a:solidFill>
          <a:ln w="0">
            <a:noFill/>
            <a:prstDash val="solid"/>
          </a:ln>
        </p:spPr>
      </p:sp>
      <p:sp>
        <p:nvSpPr>
          <p:cNvPr id="241" name="f_small_violin_ellipse_5344">
            <a:extLst>
              <a:ext uri="{FF2B5EF4-FFF2-40B4-BE49-F238E27FC236}">
                <a16:creationId xmlns:a16="http://schemas.microsoft.com/office/drawing/2014/main" id="{D68B6428-20F8-4F4A-B2CE-60F863A8B16B}"/>
              </a:ext>
            </a:extLst>
          </p:cNvPr>
          <p:cNvSpPr>
            <a:spLocks noGrp="1"/>
          </p:cNvSpPr>
          <p:nvPr/>
        </p:nvSpPr>
        <p:spPr>
          <a:xfrm>
            <a:off x="3995527" y="4456793"/>
            <a:ext cx="46519" cy="46519"/>
          </a:xfrm>
          <a:prstGeom prst="ellipse">
            <a:avLst/>
          </a:prstGeom>
          <a:solidFill>
            <a:srgbClr val="566AB4">
              <a:alpha val="43000"/>
            </a:srgbClr>
          </a:solidFill>
          <a:ln w="0">
            <a:noFill/>
            <a:prstDash val="solid"/>
          </a:ln>
        </p:spPr>
      </p:sp>
      <p:sp>
        <p:nvSpPr>
          <p:cNvPr id="242" name="f_small_violin_ellipse_5345">
            <a:extLst>
              <a:ext uri="{FF2B5EF4-FFF2-40B4-BE49-F238E27FC236}">
                <a16:creationId xmlns:a16="http://schemas.microsoft.com/office/drawing/2014/main" id="{171E03A1-2BCF-421B-A17F-6B978C630C98}"/>
              </a:ext>
            </a:extLst>
          </p:cNvPr>
          <p:cNvSpPr>
            <a:spLocks noGrp="1"/>
          </p:cNvSpPr>
          <p:nvPr/>
        </p:nvSpPr>
        <p:spPr>
          <a:xfrm>
            <a:off x="4184048" y="4456793"/>
            <a:ext cx="46519" cy="46519"/>
          </a:xfrm>
          <a:prstGeom prst="ellipse">
            <a:avLst/>
          </a:prstGeom>
          <a:solidFill>
            <a:srgbClr val="566AB4">
              <a:alpha val="43000"/>
            </a:srgbClr>
          </a:solidFill>
          <a:ln w="0">
            <a:noFill/>
            <a:prstDash val="solid"/>
          </a:ln>
        </p:spPr>
      </p:sp>
      <p:sp>
        <p:nvSpPr>
          <p:cNvPr id="243" name="f_small_violin_ellipse_5346">
            <a:extLst>
              <a:ext uri="{FF2B5EF4-FFF2-40B4-BE49-F238E27FC236}">
                <a16:creationId xmlns:a16="http://schemas.microsoft.com/office/drawing/2014/main" id="{F1199779-C3FE-4069-81FC-96B158FAF860}"/>
              </a:ext>
            </a:extLst>
          </p:cNvPr>
          <p:cNvSpPr>
            <a:spLocks noGrp="1"/>
          </p:cNvSpPr>
          <p:nvPr/>
        </p:nvSpPr>
        <p:spPr>
          <a:xfrm>
            <a:off x="4223920" y="2024752"/>
            <a:ext cx="46519" cy="46519"/>
          </a:xfrm>
          <a:prstGeom prst="ellipse">
            <a:avLst/>
          </a:prstGeom>
          <a:solidFill>
            <a:srgbClr val="566AB4">
              <a:alpha val="43000"/>
            </a:srgbClr>
          </a:solidFill>
          <a:ln w="0">
            <a:noFill/>
            <a:prstDash val="solid"/>
          </a:ln>
        </p:spPr>
      </p:sp>
      <p:sp>
        <p:nvSpPr>
          <p:cNvPr id="244" name="f_small_violin_ellipse_5347">
            <a:extLst>
              <a:ext uri="{FF2B5EF4-FFF2-40B4-BE49-F238E27FC236}">
                <a16:creationId xmlns:a16="http://schemas.microsoft.com/office/drawing/2014/main" id="{BA131149-FBE1-40F5-9FC3-91F13BC4B8F9}"/>
              </a:ext>
            </a:extLst>
          </p:cNvPr>
          <p:cNvSpPr>
            <a:spLocks noGrp="1"/>
          </p:cNvSpPr>
          <p:nvPr/>
        </p:nvSpPr>
        <p:spPr>
          <a:xfrm>
            <a:off x="4163640" y="2835432"/>
            <a:ext cx="46519" cy="46519"/>
          </a:xfrm>
          <a:prstGeom prst="ellipse">
            <a:avLst/>
          </a:prstGeom>
          <a:solidFill>
            <a:srgbClr val="566AB4">
              <a:alpha val="43000"/>
            </a:srgbClr>
          </a:solidFill>
          <a:ln w="0">
            <a:noFill/>
            <a:prstDash val="solid"/>
          </a:ln>
        </p:spPr>
      </p:sp>
      <p:sp>
        <p:nvSpPr>
          <p:cNvPr id="245" name="f_small_violin_ellipse_5348">
            <a:extLst>
              <a:ext uri="{FF2B5EF4-FFF2-40B4-BE49-F238E27FC236}">
                <a16:creationId xmlns:a16="http://schemas.microsoft.com/office/drawing/2014/main" id="{654C68AA-367A-4F4A-8EC1-1A2030F0AF2C}"/>
              </a:ext>
            </a:extLst>
          </p:cNvPr>
          <p:cNvSpPr>
            <a:spLocks noGrp="1"/>
          </p:cNvSpPr>
          <p:nvPr/>
        </p:nvSpPr>
        <p:spPr>
          <a:xfrm>
            <a:off x="4333969" y="2024752"/>
            <a:ext cx="46519" cy="46519"/>
          </a:xfrm>
          <a:prstGeom prst="ellipse">
            <a:avLst/>
          </a:prstGeom>
          <a:solidFill>
            <a:srgbClr val="566AB4">
              <a:alpha val="43000"/>
            </a:srgbClr>
          </a:solidFill>
          <a:ln w="0">
            <a:noFill/>
            <a:prstDash val="solid"/>
          </a:ln>
        </p:spPr>
      </p:sp>
      <p:sp>
        <p:nvSpPr>
          <p:cNvPr id="246" name="f_small_violin_ellipse_5349">
            <a:extLst>
              <a:ext uri="{FF2B5EF4-FFF2-40B4-BE49-F238E27FC236}">
                <a16:creationId xmlns:a16="http://schemas.microsoft.com/office/drawing/2014/main" id="{F5B923EC-2C25-48A0-9D82-4DECE8B98963}"/>
              </a:ext>
            </a:extLst>
          </p:cNvPr>
          <p:cNvSpPr>
            <a:spLocks noGrp="1"/>
          </p:cNvSpPr>
          <p:nvPr/>
        </p:nvSpPr>
        <p:spPr>
          <a:xfrm>
            <a:off x="4037278" y="3240773"/>
            <a:ext cx="46519" cy="46519"/>
          </a:xfrm>
          <a:prstGeom prst="ellipse">
            <a:avLst/>
          </a:prstGeom>
          <a:solidFill>
            <a:srgbClr val="566AB4">
              <a:alpha val="43000"/>
            </a:srgbClr>
          </a:solidFill>
          <a:ln w="0">
            <a:noFill/>
            <a:prstDash val="solid"/>
          </a:ln>
        </p:spPr>
      </p:sp>
      <p:sp>
        <p:nvSpPr>
          <p:cNvPr id="247" name="f_small_violin_ellipse_5350">
            <a:extLst>
              <a:ext uri="{FF2B5EF4-FFF2-40B4-BE49-F238E27FC236}">
                <a16:creationId xmlns:a16="http://schemas.microsoft.com/office/drawing/2014/main" id="{0FB3AB21-514B-45F1-831B-A046346CFF8E}"/>
              </a:ext>
            </a:extLst>
          </p:cNvPr>
          <p:cNvSpPr>
            <a:spLocks noGrp="1"/>
          </p:cNvSpPr>
          <p:nvPr/>
        </p:nvSpPr>
        <p:spPr>
          <a:xfrm>
            <a:off x="4289454" y="2430092"/>
            <a:ext cx="46519" cy="46519"/>
          </a:xfrm>
          <a:prstGeom prst="ellipse">
            <a:avLst/>
          </a:prstGeom>
          <a:solidFill>
            <a:srgbClr val="566AB4">
              <a:alpha val="43000"/>
            </a:srgbClr>
          </a:solidFill>
          <a:ln w="0">
            <a:noFill/>
            <a:prstDash val="solid"/>
          </a:ln>
        </p:spPr>
      </p:sp>
      <p:sp>
        <p:nvSpPr>
          <p:cNvPr id="248" name="f_small_violin_ellipse_5351">
            <a:extLst>
              <a:ext uri="{FF2B5EF4-FFF2-40B4-BE49-F238E27FC236}">
                <a16:creationId xmlns:a16="http://schemas.microsoft.com/office/drawing/2014/main" id="{AD1A54B5-B677-4D70-BB19-29E760F5136D}"/>
              </a:ext>
            </a:extLst>
          </p:cNvPr>
          <p:cNvSpPr>
            <a:spLocks noGrp="1"/>
          </p:cNvSpPr>
          <p:nvPr/>
        </p:nvSpPr>
        <p:spPr>
          <a:xfrm>
            <a:off x="4124830" y="2024752"/>
            <a:ext cx="46519" cy="46519"/>
          </a:xfrm>
          <a:prstGeom prst="ellipse">
            <a:avLst/>
          </a:prstGeom>
          <a:solidFill>
            <a:srgbClr val="566AB4">
              <a:alpha val="43000"/>
            </a:srgbClr>
          </a:solidFill>
          <a:ln w="0">
            <a:noFill/>
            <a:prstDash val="solid"/>
          </a:ln>
        </p:spPr>
      </p:sp>
      <p:sp>
        <p:nvSpPr>
          <p:cNvPr id="249" name="f_small_violin_ellipse_5352">
            <a:extLst>
              <a:ext uri="{FF2B5EF4-FFF2-40B4-BE49-F238E27FC236}">
                <a16:creationId xmlns:a16="http://schemas.microsoft.com/office/drawing/2014/main" id="{4AB9F5C5-8ECA-4D67-81DF-3C515BFFD626}"/>
              </a:ext>
            </a:extLst>
          </p:cNvPr>
          <p:cNvSpPr>
            <a:spLocks noGrp="1"/>
          </p:cNvSpPr>
          <p:nvPr/>
        </p:nvSpPr>
        <p:spPr>
          <a:xfrm>
            <a:off x="4007405" y="2024752"/>
            <a:ext cx="46519" cy="46519"/>
          </a:xfrm>
          <a:prstGeom prst="ellipse">
            <a:avLst/>
          </a:prstGeom>
          <a:solidFill>
            <a:srgbClr val="566AB4">
              <a:alpha val="43000"/>
            </a:srgbClr>
          </a:solidFill>
          <a:ln w="0">
            <a:noFill/>
            <a:prstDash val="solid"/>
          </a:ln>
        </p:spPr>
      </p:sp>
      <p:sp>
        <p:nvSpPr>
          <p:cNvPr id="250" name="f_small_violin_ellipse_5353">
            <a:extLst>
              <a:ext uri="{FF2B5EF4-FFF2-40B4-BE49-F238E27FC236}">
                <a16:creationId xmlns:a16="http://schemas.microsoft.com/office/drawing/2014/main" id="{3986D8A2-8320-49BC-9B06-1BAB48EFC4E0}"/>
              </a:ext>
            </a:extLst>
          </p:cNvPr>
          <p:cNvSpPr>
            <a:spLocks noGrp="1"/>
          </p:cNvSpPr>
          <p:nvPr/>
        </p:nvSpPr>
        <p:spPr>
          <a:xfrm>
            <a:off x="4148000" y="4456793"/>
            <a:ext cx="46519" cy="46519"/>
          </a:xfrm>
          <a:prstGeom prst="ellipse">
            <a:avLst/>
          </a:prstGeom>
          <a:solidFill>
            <a:srgbClr val="566AB4">
              <a:alpha val="43000"/>
            </a:srgbClr>
          </a:solidFill>
          <a:ln w="0">
            <a:noFill/>
            <a:prstDash val="solid"/>
          </a:ln>
        </p:spPr>
      </p:sp>
      <p:sp>
        <p:nvSpPr>
          <p:cNvPr id="251" name="f_small_violin_ellipse_5354">
            <a:extLst>
              <a:ext uri="{FF2B5EF4-FFF2-40B4-BE49-F238E27FC236}">
                <a16:creationId xmlns:a16="http://schemas.microsoft.com/office/drawing/2014/main" id="{61C7B731-0D68-4973-9BD8-44928681E2F6}"/>
              </a:ext>
            </a:extLst>
          </p:cNvPr>
          <p:cNvSpPr>
            <a:spLocks noGrp="1"/>
          </p:cNvSpPr>
          <p:nvPr/>
        </p:nvSpPr>
        <p:spPr>
          <a:xfrm>
            <a:off x="4162369" y="2719621"/>
            <a:ext cx="46519" cy="46519"/>
          </a:xfrm>
          <a:prstGeom prst="ellipse">
            <a:avLst/>
          </a:prstGeom>
          <a:solidFill>
            <a:srgbClr val="566AB4">
              <a:alpha val="43000"/>
            </a:srgbClr>
          </a:solidFill>
          <a:ln w="0">
            <a:noFill/>
            <a:prstDash val="solid"/>
          </a:ln>
        </p:spPr>
      </p:sp>
      <p:sp>
        <p:nvSpPr>
          <p:cNvPr id="252" name="f_small_violin_ellipse_5355">
            <a:extLst>
              <a:ext uri="{FF2B5EF4-FFF2-40B4-BE49-F238E27FC236}">
                <a16:creationId xmlns:a16="http://schemas.microsoft.com/office/drawing/2014/main" id="{FFB86978-931B-448C-8FED-695E1A98457F}"/>
              </a:ext>
            </a:extLst>
          </p:cNvPr>
          <p:cNvSpPr>
            <a:spLocks noGrp="1"/>
          </p:cNvSpPr>
          <p:nvPr/>
        </p:nvSpPr>
        <p:spPr>
          <a:xfrm>
            <a:off x="4008792" y="2024752"/>
            <a:ext cx="46519" cy="46519"/>
          </a:xfrm>
          <a:prstGeom prst="ellipse">
            <a:avLst/>
          </a:prstGeom>
          <a:solidFill>
            <a:srgbClr val="566AB4">
              <a:alpha val="43000"/>
            </a:srgbClr>
          </a:solidFill>
          <a:ln w="0">
            <a:noFill/>
            <a:prstDash val="solid"/>
          </a:ln>
        </p:spPr>
      </p:sp>
      <p:sp>
        <p:nvSpPr>
          <p:cNvPr id="253" name="f_small_violin_ellipse_5356">
            <a:extLst>
              <a:ext uri="{FF2B5EF4-FFF2-40B4-BE49-F238E27FC236}">
                <a16:creationId xmlns:a16="http://schemas.microsoft.com/office/drawing/2014/main" id="{DA792361-1072-43A7-BD6C-10811806AA72}"/>
              </a:ext>
            </a:extLst>
          </p:cNvPr>
          <p:cNvSpPr>
            <a:spLocks noGrp="1"/>
          </p:cNvSpPr>
          <p:nvPr/>
        </p:nvSpPr>
        <p:spPr>
          <a:xfrm>
            <a:off x="4070432" y="2024752"/>
            <a:ext cx="46519" cy="46519"/>
          </a:xfrm>
          <a:prstGeom prst="ellipse">
            <a:avLst/>
          </a:prstGeom>
          <a:solidFill>
            <a:srgbClr val="566AB4">
              <a:alpha val="43000"/>
            </a:srgbClr>
          </a:solidFill>
          <a:ln w="0">
            <a:noFill/>
            <a:prstDash val="solid"/>
          </a:ln>
        </p:spPr>
      </p:sp>
      <p:sp>
        <p:nvSpPr>
          <p:cNvPr id="254" name="f_small_violin_ellipse_5357">
            <a:extLst>
              <a:ext uri="{FF2B5EF4-FFF2-40B4-BE49-F238E27FC236}">
                <a16:creationId xmlns:a16="http://schemas.microsoft.com/office/drawing/2014/main" id="{3AB9D568-B322-44E0-B1B4-39792C937898}"/>
              </a:ext>
            </a:extLst>
          </p:cNvPr>
          <p:cNvSpPr>
            <a:spLocks noGrp="1"/>
          </p:cNvSpPr>
          <p:nvPr/>
        </p:nvSpPr>
        <p:spPr>
          <a:xfrm>
            <a:off x="3982297" y="4269713"/>
            <a:ext cx="46519" cy="46519"/>
          </a:xfrm>
          <a:prstGeom prst="ellipse">
            <a:avLst/>
          </a:prstGeom>
          <a:solidFill>
            <a:srgbClr val="566AB4">
              <a:alpha val="43000"/>
            </a:srgbClr>
          </a:solidFill>
          <a:ln w="0">
            <a:noFill/>
            <a:prstDash val="solid"/>
          </a:ln>
        </p:spPr>
      </p:sp>
      <p:sp>
        <p:nvSpPr>
          <p:cNvPr id="255" name="f_small_violin_ellipse_5358">
            <a:extLst>
              <a:ext uri="{FF2B5EF4-FFF2-40B4-BE49-F238E27FC236}">
                <a16:creationId xmlns:a16="http://schemas.microsoft.com/office/drawing/2014/main" id="{CF585E2F-15D7-4736-9107-96AA70911807}"/>
              </a:ext>
            </a:extLst>
          </p:cNvPr>
          <p:cNvSpPr>
            <a:spLocks noGrp="1"/>
          </p:cNvSpPr>
          <p:nvPr/>
        </p:nvSpPr>
        <p:spPr>
          <a:xfrm>
            <a:off x="4153206" y="2024752"/>
            <a:ext cx="46519" cy="46519"/>
          </a:xfrm>
          <a:prstGeom prst="ellipse">
            <a:avLst/>
          </a:prstGeom>
          <a:solidFill>
            <a:srgbClr val="566AB4">
              <a:alpha val="43000"/>
            </a:srgbClr>
          </a:solidFill>
          <a:ln w="0">
            <a:noFill/>
            <a:prstDash val="solid"/>
          </a:ln>
        </p:spPr>
      </p:sp>
      <p:sp>
        <p:nvSpPr>
          <p:cNvPr id="256" name="f_small_violin_ellipse_5359">
            <a:extLst>
              <a:ext uri="{FF2B5EF4-FFF2-40B4-BE49-F238E27FC236}">
                <a16:creationId xmlns:a16="http://schemas.microsoft.com/office/drawing/2014/main" id="{4BF4345F-A5B2-4C34-B9CA-591E30FFF359}"/>
              </a:ext>
            </a:extLst>
          </p:cNvPr>
          <p:cNvSpPr>
            <a:spLocks noGrp="1"/>
          </p:cNvSpPr>
          <p:nvPr/>
        </p:nvSpPr>
        <p:spPr>
          <a:xfrm>
            <a:off x="4127133" y="4456793"/>
            <a:ext cx="46519" cy="46519"/>
          </a:xfrm>
          <a:prstGeom prst="ellipse">
            <a:avLst/>
          </a:prstGeom>
          <a:solidFill>
            <a:srgbClr val="566AB4">
              <a:alpha val="43000"/>
            </a:srgbClr>
          </a:solidFill>
          <a:ln w="0">
            <a:noFill/>
            <a:prstDash val="solid"/>
          </a:ln>
        </p:spPr>
      </p:sp>
      <p:sp>
        <p:nvSpPr>
          <p:cNvPr id="257" name="f_small_violin_ellipse_5360">
            <a:extLst>
              <a:ext uri="{FF2B5EF4-FFF2-40B4-BE49-F238E27FC236}">
                <a16:creationId xmlns:a16="http://schemas.microsoft.com/office/drawing/2014/main" id="{165E85EA-CBA0-4776-845A-EC5D68E853BE}"/>
              </a:ext>
            </a:extLst>
          </p:cNvPr>
          <p:cNvSpPr>
            <a:spLocks noGrp="1"/>
          </p:cNvSpPr>
          <p:nvPr/>
        </p:nvSpPr>
        <p:spPr>
          <a:xfrm>
            <a:off x="3982871" y="3848783"/>
            <a:ext cx="46519" cy="46519"/>
          </a:xfrm>
          <a:prstGeom prst="ellipse">
            <a:avLst/>
          </a:prstGeom>
          <a:solidFill>
            <a:srgbClr val="566AB4">
              <a:alpha val="43000"/>
            </a:srgbClr>
          </a:solidFill>
          <a:ln w="0">
            <a:noFill/>
            <a:prstDash val="solid"/>
          </a:ln>
        </p:spPr>
      </p:sp>
      <p:sp>
        <p:nvSpPr>
          <p:cNvPr id="258" name="f_small_violin_ellipse_5361">
            <a:extLst>
              <a:ext uri="{FF2B5EF4-FFF2-40B4-BE49-F238E27FC236}">
                <a16:creationId xmlns:a16="http://schemas.microsoft.com/office/drawing/2014/main" id="{5C017E95-E359-4E36-8F72-624615260EE6}"/>
              </a:ext>
            </a:extLst>
          </p:cNvPr>
          <p:cNvSpPr>
            <a:spLocks noGrp="1"/>
          </p:cNvSpPr>
          <p:nvPr/>
        </p:nvSpPr>
        <p:spPr>
          <a:xfrm>
            <a:off x="4210659" y="3646113"/>
            <a:ext cx="46519" cy="46519"/>
          </a:xfrm>
          <a:prstGeom prst="ellipse">
            <a:avLst/>
          </a:prstGeom>
          <a:solidFill>
            <a:srgbClr val="566AB4">
              <a:alpha val="43000"/>
            </a:srgbClr>
          </a:solidFill>
          <a:ln w="0">
            <a:noFill/>
            <a:prstDash val="solid"/>
          </a:ln>
        </p:spPr>
      </p:sp>
      <p:sp>
        <p:nvSpPr>
          <p:cNvPr id="259" name="f_small_violin_ellipse_5362">
            <a:extLst>
              <a:ext uri="{FF2B5EF4-FFF2-40B4-BE49-F238E27FC236}">
                <a16:creationId xmlns:a16="http://schemas.microsoft.com/office/drawing/2014/main" id="{7E790196-970A-4C69-8A35-84E853E37D78}"/>
              </a:ext>
            </a:extLst>
          </p:cNvPr>
          <p:cNvSpPr>
            <a:spLocks noGrp="1"/>
          </p:cNvSpPr>
          <p:nvPr/>
        </p:nvSpPr>
        <p:spPr>
          <a:xfrm>
            <a:off x="4176418" y="3848783"/>
            <a:ext cx="46519" cy="46519"/>
          </a:xfrm>
          <a:prstGeom prst="ellipse">
            <a:avLst/>
          </a:prstGeom>
          <a:solidFill>
            <a:srgbClr val="566AB4">
              <a:alpha val="43000"/>
            </a:srgbClr>
          </a:solidFill>
          <a:ln w="0">
            <a:noFill/>
            <a:prstDash val="solid"/>
          </a:ln>
        </p:spPr>
      </p:sp>
      <p:sp>
        <p:nvSpPr>
          <p:cNvPr id="260" name="f_small_violin_ellipse_5363">
            <a:extLst>
              <a:ext uri="{FF2B5EF4-FFF2-40B4-BE49-F238E27FC236}">
                <a16:creationId xmlns:a16="http://schemas.microsoft.com/office/drawing/2014/main" id="{37547461-6333-4B8E-82B3-1BE97F2EAD22}"/>
              </a:ext>
            </a:extLst>
          </p:cNvPr>
          <p:cNvSpPr>
            <a:spLocks noGrp="1"/>
          </p:cNvSpPr>
          <p:nvPr/>
        </p:nvSpPr>
        <p:spPr>
          <a:xfrm>
            <a:off x="4068044" y="4456793"/>
            <a:ext cx="46519" cy="46519"/>
          </a:xfrm>
          <a:prstGeom prst="ellipse">
            <a:avLst/>
          </a:prstGeom>
          <a:solidFill>
            <a:srgbClr val="566AB4">
              <a:alpha val="43000"/>
            </a:srgbClr>
          </a:solidFill>
          <a:ln w="0">
            <a:noFill/>
            <a:prstDash val="solid"/>
          </a:ln>
        </p:spPr>
      </p:sp>
      <p:sp>
        <p:nvSpPr>
          <p:cNvPr id="261" name="f_small_violin_ellipse_5364">
            <a:extLst>
              <a:ext uri="{FF2B5EF4-FFF2-40B4-BE49-F238E27FC236}">
                <a16:creationId xmlns:a16="http://schemas.microsoft.com/office/drawing/2014/main" id="{4B6F91E6-CF90-4B46-B69B-0C8D382E8DE5}"/>
              </a:ext>
            </a:extLst>
          </p:cNvPr>
          <p:cNvSpPr>
            <a:spLocks noGrp="1"/>
          </p:cNvSpPr>
          <p:nvPr/>
        </p:nvSpPr>
        <p:spPr>
          <a:xfrm>
            <a:off x="4233895" y="2632762"/>
            <a:ext cx="46519" cy="46519"/>
          </a:xfrm>
          <a:prstGeom prst="ellipse">
            <a:avLst/>
          </a:prstGeom>
          <a:solidFill>
            <a:srgbClr val="566AB4">
              <a:alpha val="43000"/>
            </a:srgbClr>
          </a:solidFill>
          <a:ln w="0">
            <a:noFill/>
            <a:prstDash val="solid"/>
          </a:ln>
        </p:spPr>
      </p:sp>
      <p:sp>
        <p:nvSpPr>
          <p:cNvPr id="262" name="f_small_violin_ellipse_5365">
            <a:extLst>
              <a:ext uri="{FF2B5EF4-FFF2-40B4-BE49-F238E27FC236}">
                <a16:creationId xmlns:a16="http://schemas.microsoft.com/office/drawing/2014/main" id="{8E6B5924-3CEB-453E-BC64-B4EB6A20F503}"/>
              </a:ext>
            </a:extLst>
          </p:cNvPr>
          <p:cNvSpPr>
            <a:spLocks noGrp="1"/>
          </p:cNvSpPr>
          <p:nvPr/>
        </p:nvSpPr>
        <p:spPr>
          <a:xfrm>
            <a:off x="4192482" y="4456793"/>
            <a:ext cx="46519" cy="46519"/>
          </a:xfrm>
          <a:prstGeom prst="ellipse">
            <a:avLst/>
          </a:prstGeom>
          <a:solidFill>
            <a:srgbClr val="566AB4">
              <a:alpha val="43000"/>
            </a:srgbClr>
          </a:solidFill>
          <a:ln w="0">
            <a:noFill/>
            <a:prstDash val="solid"/>
          </a:ln>
        </p:spPr>
      </p:sp>
      <p:sp>
        <p:nvSpPr>
          <p:cNvPr id="263" name="f_small_violin_ellipse_5366">
            <a:extLst>
              <a:ext uri="{FF2B5EF4-FFF2-40B4-BE49-F238E27FC236}">
                <a16:creationId xmlns:a16="http://schemas.microsoft.com/office/drawing/2014/main" id="{84442A8E-3D73-485B-902E-BB9D74F65206}"/>
              </a:ext>
            </a:extLst>
          </p:cNvPr>
          <p:cNvSpPr>
            <a:spLocks noGrp="1"/>
          </p:cNvSpPr>
          <p:nvPr/>
        </p:nvSpPr>
        <p:spPr>
          <a:xfrm>
            <a:off x="4272166" y="2024752"/>
            <a:ext cx="46519" cy="46519"/>
          </a:xfrm>
          <a:prstGeom prst="ellipse">
            <a:avLst/>
          </a:prstGeom>
          <a:solidFill>
            <a:srgbClr val="566AB4">
              <a:alpha val="43000"/>
            </a:srgbClr>
          </a:solidFill>
          <a:ln w="0">
            <a:noFill/>
            <a:prstDash val="solid"/>
          </a:ln>
        </p:spPr>
      </p:sp>
      <p:sp>
        <p:nvSpPr>
          <p:cNvPr id="264" name="f_small_violin_ellipse_5367">
            <a:extLst>
              <a:ext uri="{FF2B5EF4-FFF2-40B4-BE49-F238E27FC236}">
                <a16:creationId xmlns:a16="http://schemas.microsoft.com/office/drawing/2014/main" id="{EBCA626C-D043-4CFD-A7CD-947634AFF45A}"/>
              </a:ext>
            </a:extLst>
          </p:cNvPr>
          <p:cNvSpPr>
            <a:spLocks noGrp="1"/>
          </p:cNvSpPr>
          <p:nvPr/>
        </p:nvSpPr>
        <p:spPr>
          <a:xfrm>
            <a:off x="4125666" y="2024752"/>
            <a:ext cx="46519" cy="46519"/>
          </a:xfrm>
          <a:prstGeom prst="ellipse">
            <a:avLst/>
          </a:prstGeom>
          <a:solidFill>
            <a:srgbClr val="566AB4">
              <a:alpha val="43000"/>
            </a:srgbClr>
          </a:solidFill>
          <a:ln w="0">
            <a:noFill/>
            <a:prstDash val="solid"/>
          </a:ln>
        </p:spPr>
      </p:sp>
      <p:sp>
        <p:nvSpPr>
          <p:cNvPr id="265" name="f_small_violin_ellipse_5368">
            <a:extLst>
              <a:ext uri="{FF2B5EF4-FFF2-40B4-BE49-F238E27FC236}">
                <a16:creationId xmlns:a16="http://schemas.microsoft.com/office/drawing/2014/main" id="{73E3317D-D204-4BBC-9487-2062E91B2543}"/>
              </a:ext>
            </a:extLst>
          </p:cNvPr>
          <p:cNvSpPr>
            <a:spLocks noGrp="1"/>
          </p:cNvSpPr>
          <p:nvPr/>
        </p:nvSpPr>
        <p:spPr>
          <a:xfrm>
            <a:off x="4078744" y="2024752"/>
            <a:ext cx="46519" cy="46519"/>
          </a:xfrm>
          <a:prstGeom prst="ellipse">
            <a:avLst/>
          </a:prstGeom>
          <a:solidFill>
            <a:srgbClr val="566AB4">
              <a:alpha val="43000"/>
            </a:srgbClr>
          </a:solidFill>
          <a:ln w="0">
            <a:noFill/>
            <a:prstDash val="solid"/>
          </a:ln>
        </p:spPr>
      </p:sp>
      <p:sp>
        <p:nvSpPr>
          <p:cNvPr id="266" name="f_small_violin_ellipse_5369">
            <a:extLst>
              <a:ext uri="{FF2B5EF4-FFF2-40B4-BE49-F238E27FC236}">
                <a16:creationId xmlns:a16="http://schemas.microsoft.com/office/drawing/2014/main" id="{236AAC34-CF6D-4497-92E6-26D623B4735F}"/>
              </a:ext>
            </a:extLst>
          </p:cNvPr>
          <p:cNvSpPr>
            <a:spLocks noGrp="1"/>
          </p:cNvSpPr>
          <p:nvPr/>
        </p:nvSpPr>
        <p:spPr>
          <a:xfrm>
            <a:off x="4088322" y="2024752"/>
            <a:ext cx="46519" cy="46519"/>
          </a:xfrm>
          <a:prstGeom prst="ellipse">
            <a:avLst/>
          </a:prstGeom>
          <a:solidFill>
            <a:srgbClr val="566AB4">
              <a:alpha val="43000"/>
            </a:srgbClr>
          </a:solidFill>
          <a:ln w="0">
            <a:noFill/>
            <a:prstDash val="solid"/>
          </a:ln>
        </p:spPr>
      </p:sp>
      <p:sp>
        <p:nvSpPr>
          <p:cNvPr id="267" name="f_small_violin_ellipse_5370">
            <a:extLst>
              <a:ext uri="{FF2B5EF4-FFF2-40B4-BE49-F238E27FC236}">
                <a16:creationId xmlns:a16="http://schemas.microsoft.com/office/drawing/2014/main" id="{73F25ED3-9F17-40F4-B475-A92A29D6EA2A}"/>
              </a:ext>
            </a:extLst>
          </p:cNvPr>
          <p:cNvSpPr>
            <a:spLocks noGrp="1"/>
          </p:cNvSpPr>
          <p:nvPr/>
        </p:nvSpPr>
        <p:spPr>
          <a:xfrm>
            <a:off x="4109346" y="2632762"/>
            <a:ext cx="46519" cy="46519"/>
          </a:xfrm>
          <a:prstGeom prst="ellipse">
            <a:avLst/>
          </a:prstGeom>
          <a:solidFill>
            <a:srgbClr val="566AB4">
              <a:alpha val="43000"/>
            </a:srgbClr>
          </a:solidFill>
          <a:ln w="0">
            <a:noFill/>
            <a:prstDash val="solid"/>
          </a:ln>
        </p:spPr>
      </p:sp>
      <p:sp>
        <p:nvSpPr>
          <p:cNvPr id="268" name="f_small_violin_ellipse_5371">
            <a:extLst>
              <a:ext uri="{FF2B5EF4-FFF2-40B4-BE49-F238E27FC236}">
                <a16:creationId xmlns:a16="http://schemas.microsoft.com/office/drawing/2014/main" id="{82781DD9-E919-4006-909A-6AB955461D10}"/>
              </a:ext>
            </a:extLst>
          </p:cNvPr>
          <p:cNvSpPr>
            <a:spLocks noGrp="1"/>
          </p:cNvSpPr>
          <p:nvPr/>
        </p:nvSpPr>
        <p:spPr>
          <a:xfrm>
            <a:off x="4183806" y="4456793"/>
            <a:ext cx="46519" cy="46519"/>
          </a:xfrm>
          <a:prstGeom prst="ellipse">
            <a:avLst/>
          </a:prstGeom>
          <a:solidFill>
            <a:srgbClr val="566AB4">
              <a:alpha val="43000"/>
            </a:srgbClr>
          </a:solidFill>
          <a:ln w="0">
            <a:noFill/>
            <a:prstDash val="solid"/>
          </a:ln>
        </p:spPr>
      </p:sp>
      <p:sp>
        <p:nvSpPr>
          <p:cNvPr id="269" name="f_small_violin_ellipse_5372">
            <a:extLst>
              <a:ext uri="{FF2B5EF4-FFF2-40B4-BE49-F238E27FC236}">
                <a16:creationId xmlns:a16="http://schemas.microsoft.com/office/drawing/2014/main" id="{ADBC716C-A02D-4E60-9AD6-CDC091459E09}"/>
              </a:ext>
            </a:extLst>
          </p:cNvPr>
          <p:cNvSpPr>
            <a:spLocks noGrp="1"/>
          </p:cNvSpPr>
          <p:nvPr/>
        </p:nvSpPr>
        <p:spPr>
          <a:xfrm>
            <a:off x="4220372" y="2024752"/>
            <a:ext cx="46519" cy="46519"/>
          </a:xfrm>
          <a:prstGeom prst="ellipse">
            <a:avLst/>
          </a:prstGeom>
          <a:solidFill>
            <a:srgbClr val="566AB4">
              <a:alpha val="43000"/>
            </a:srgbClr>
          </a:solidFill>
          <a:ln w="0">
            <a:noFill/>
            <a:prstDash val="solid"/>
          </a:ln>
        </p:spPr>
      </p:sp>
      <p:sp>
        <p:nvSpPr>
          <p:cNvPr id="270" name="f_small_violin_ellipse_5373">
            <a:extLst>
              <a:ext uri="{FF2B5EF4-FFF2-40B4-BE49-F238E27FC236}">
                <a16:creationId xmlns:a16="http://schemas.microsoft.com/office/drawing/2014/main" id="{CD911723-C09E-458B-8D7A-FFDEA624CED5}"/>
              </a:ext>
            </a:extLst>
          </p:cNvPr>
          <p:cNvSpPr>
            <a:spLocks noGrp="1"/>
          </p:cNvSpPr>
          <p:nvPr/>
        </p:nvSpPr>
        <p:spPr>
          <a:xfrm>
            <a:off x="4103485" y="4456793"/>
            <a:ext cx="46519" cy="46519"/>
          </a:xfrm>
          <a:prstGeom prst="ellipse">
            <a:avLst/>
          </a:prstGeom>
          <a:solidFill>
            <a:srgbClr val="566AB4">
              <a:alpha val="43000"/>
            </a:srgbClr>
          </a:solidFill>
          <a:ln w="0">
            <a:noFill/>
            <a:prstDash val="solid"/>
          </a:ln>
        </p:spPr>
      </p:sp>
      <p:sp>
        <p:nvSpPr>
          <p:cNvPr id="271" name="f_small_violin_ellipse_5374">
            <a:extLst>
              <a:ext uri="{FF2B5EF4-FFF2-40B4-BE49-F238E27FC236}">
                <a16:creationId xmlns:a16="http://schemas.microsoft.com/office/drawing/2014/main" id="{E4EFB517-7230-4174-99EB-F06A21E26FE1}"/>
              </a:ext>
            </a:extLst>
          </p:cNvPr>
          <p:cNvSpPr>
            <a:spLocks noGrp="1"/>
          </p:cNvSpPr>
          <p:nvPr/>
        </p:nvSpPr>
        <p:spPr>
          <a:xfrm>
            <a:off x="4280311" y="4456793"/>
            <a:ext cx="46519" cy="46519"/>
          </a:xfrm>
          <a:prstGeom prst="ellipse">
            <a:avLst/>
          </a:prstGeom>
          <a:solidFill>
            <a:srgbClr val="566AB4">
              <a:alpha val="43000"/>
            </a:srgbClr>
          </a:solidFill>
          <a:ln w="0">
            <a:noFill/>
            <a:prstDash val="solid"/>
          </a:ln>
        </p:spPr>
      </p:sp>
      <p:sp>
        <p:nvSpPr>
          <p:cNvPr id="272" name="f_small_violin_ellipse_5375">
            <a:extLst>
              <a:ext uri="{FF2B5EF4-FFF2-40B4-BE49-F238E27FC236}">
                <a16:creationId xmlns:a16="http://schemas.microsoft.com/office/drawing/2014/main" id="{3ED143ED-986D-4319-B3F7-B55B554C8E98}"/>
              </a:ext>
            </a:extLst>
          </p:cNvPr>
          <p:cNvSpPr>
            <a:spLocks noGrp="1"/>
          </p:cNvSpPr>
          <p:nvPr/>
        </p:nvSpPr>
        <p:spPr>
          <a:xfrm>
            <a:off x="4207437" y="2024752"/>
            <a:ext cx="46519" cy="46519"/>
          </a:xfrm>
          <a:prstGeom prst="ellipse">
            <a:avLst/>
          </a:prstGeom>
          <a:solidFill>
            <a:srgbClr val="566AB4">
              <a:alpha val="43000"/>
            </a:srgbClr>
          </a:solidFill>
          <a:ln w="0">
            <a:noFill/>
            <a:prstDash val="solid"/>
          </a:ln>
        </p:spPr>
      </p:sp>
      <p:sp>
        <p:nvSpPr>
          <p:cNvPr id="273" name="f_small_violin_ellipse_5376">
            <a:extLst>
              <a:ext uri="{FF2B5EF4-FFF2-40B4-BE49-F238E27FC236}">
                <a16:creationId xmlns:a16="http://schemas.microsoft.com/office/drawing/2014/main" id="{3171033B-957A-4DA2-B244-126FCA44F578}"/>
              </a:ext>
            </a:extLst>
          </p:cNvPr>
          <p:cNvSpPr>
            <a:spLocks noGrp="1"/>
          </p:cNvSpPr>
          <p:nvPr/>
        </p:nvSpPr>
        <p:spPr>
          <a:xfrm>
            <a:off x="4305194" y="2024752"/>
            <a:ext cx="46519" cy="46519"/>
          </a:xfrm>
          <a:prstGeom prst="ellipse">
            <a:avLst/>
          </a:prstGeom>
          <a:solidFill>
            <a:srgbClr val="566AB4">
              <a:alpha val="43000"/>
            </a:srgbClr>
          </a:solidFill>
          <a:ln w="0">
            <a:noFill/>
            <a:prstDash val="solid"/>
          </a:ln>
        </p:spPr>
      </p:sp>
      <p:sp>
        <p:nvSpPr>
          <p:cNvPr id="274" name="f_small_violin_ellipse_5377">
            <a:extLst>
              <a:ext uri="{FF2B5EF4-FFF2-40B4-BE49-F238E27FC236}">
                <a16:creationId xmlns:a16="http://schemas.microsoft.com/office/drawing/2014/main" id="{0BECFB6F-EC05-486D-98F5-93447D2FFF60}"/>
              </a:ext>
            </a:extLst>
          </p:cNvPr>
          <p:cNvSpPr>
            <a:spLocks noGrp="1"/>
          </p:cNvSpPr>
          <p:nvPr/>
        </p:nvSpPr>
        <p:spPr>
          <a:xfrm>
            <a:off x="4284277" y="4456793"/>
            <a:ext cx="46519" cy="46519"/>
          </a:xfrm>
          <a:prstGeom prst="ellipse">
            <a:avLst/>
          </a:prstGeom>
          <a:solidFill>
            <a:srgbClr val="566AB4">
              <a:alpha val="43000"/>
            </a:srgbClr>
          </a:solidFill>
          <a:ln w="0">
            <a:noFill/>
            <a:prstDash val="solid"/>
          </a:ln>
        </p:spPr>
      </p:sp>
      <p:sp>
        <p:nvSpPr>
          <p:cNvPr id="275" name="f_small_violin_ellipse_5378">
            <a:extLst>
              <a:ext uri="{FF2B5EF4-FFF2-40B4-BE49-F238E27FC236}">
                <a16:creationId xmlns:a16="http://schemas.microsoft.com/office/drawing/2014/main" id="{EB7520E1-D4AB-4CCA-A2FF-CADA7F2D3F6A}"/>
              </a:ext>
            </a:extLst>
          </p:cNvPr>
          <p:cNvSpPr>
            <a:spLocks noGrp="1"/>
          </p:cNvSpPr>
          <p:nvPr/>
        </p:nvSpPr>
        <p:spPr>
          <a:xfrm>
            <a:off x="4267380" y="2024752"/>
            <a:ext cx="46519" cy="46519"/>
          </a:xfrm>
          <a:prstGeom prst="ellipse">
            <a:avLst/>
          </a:prstGeom>
          <a:solidFill>
            <a:srgbClr val="566AB4">
              <a:alpha val="43000"/>
            </a:srgbClr>
          </a:solidFill>
          <a:ln w="0">
            <a:noFill/>
            <a:prstDash val="solid"/>
          </a:ln>
        </p:spPr>
      </p:sp>
      <p:sp>
        <p:nvSpPr>
          <p:cNvPr id="276" name="f_small_violin_ellipse_5379">
            <a:extLst>
              <a:ext uri="{FF2B5EF4-FFF2-40B4-BE49-F238E27FC236}">
                <a16:creationId xmlns:a16="http://schemas.microsoft.com/office/drawing/2014/main" id="{C7704791-E37F-49F9-8DFA-D157F8CA2778}"/>
              </a:ext>
            </a:extLst>
          </p:cNvPr>
          <p:cNvSpPr>
            <a:spLocks noGrp="1"/>
          </p:cNvSpPr>
          <p:nvPr/>
        </p:nvSpPr>
        <p:spPr>
          <a:xfrm>
            <a:off x="3957924" y="2024752"/>
            <a:ext cx="46519" cy="46519"/>
          </a:xfrm>
          <a:prstGeom prst="ellipse">
            <a:avLst/>
          </a:prstGeom>
          <a:solidFill>
            <a:srgbClr val="566AB4">
              <a:alpha val="43000"/>
            </a:srgbClr>
          </a:solidFill>
          <a:ln w="0">
            <a:noFill/>
            <a:prstDash val="solid"/>
          </a:ln>
        </p:spPr>
      </p:sp>
      <p:sp>
        <p:nvSpPr>
          <p:cNvPr id="277" name="f_small_violin_ellipse_5380">
            <a:extLst>
              <a:ext uri="{FF2B5EF4-FFF2-40B4-BE49-F238E27FC236}">
                <a16:creationId xmlns:a16="http://schemas.microsoft.com/office/drawing/2014/main" id="{D9BF9D84-4048-45C8-94CB-9E8514E4C20D}"/>
              </a:ext>
            </a:extLst>
          </p:cNvPr>
          <p:cNvSpPr>
            <a:spLocks noGrp="1"/>
          </p:cNvSpPr>
          <p:nvPr/>
        </p:nvSpPr>
        <p:spPr>
          <a:xfrm>
            <a:off x="4330417" y="2024752"/>
            <a:ext cx="46519" cy="46519"/>
          </a:xfrm>
          <a:prstGeom prst="ellipse">
            <a:avLst/>
          </a:prstGeom>
          <a:solidFill>
            <a:srgbClr val="566AB4">
              <a:alpha val="43000"/>
            </a:srgbClr>
          </a:solidFill>
          <a:ln w="0">
            <a:noFill/>
            <a:prstDash val="solid"/>
          </a:ln>
        </p:spPr>
      </p:sp>
      <p:sp>
        <p:nvSpPr>
          <p:cNvPr id="278" name="f_small_violin_ellipse_5381">
            <a:extLst>
              <a:ext uri="{FF2B5EF4-FFF2-40B4-BE49-F238E27FC236}">
                <a16:creationId xmlns:a16="http://schemas.microsoft.com/office/drawing/2014/main" id="{92DA49A9-6D17-4AF8-BA3D-50237710B276}"/>
              </a:ext>
            </a:extLst>
          </p:cNvPr>
          <p:cNvSpPr>
            <a:spLocks noGrp="1"/>
          </p:cNvSpPr>
          <p:nvPr/>
        </p:nvSpPr>
        <p:spPr>
          <a:xfrm>
            <a:off x="4149155" y="2024752"/>
            <a:ext cx="46519" cy="46519"/>
          </a:xfrm>
          <a:prstGeom prst="ellipse">
            <a:avLst/>
          </a:prstGeom>
          <a:solidFill>
            <a:srgbClr val="566AB4">
              <a:alpha val="43000"/>
            </a:srgbClr>
          </a:solidFill>
          <a:ln w="0">
            <a:noFill/>
            <a:prstDash val="solid"/>
          </a:ln>
        </p:spPr>
      </p:sp>
      <p:sp>
        <p:nvSpPr>
          <p:cNvPr id="279" name="f_small_violin_ellipse_5382">
            <a:extLst>
              <a:ext uri="{FF2B5EF4-FFF2-40B4-BE49-F238E27FC236}">
                <a16:creationId xmlns:a16="http://schemas.microsoft.com/office/drawing/2014/main" id="{CBEFF499-4616-49AC-BBF0-5AA6F48C54AB}"/>
              </a:ext>
            </a:extLst>
          </p:cNvPr>
          <p:cNvSpPr>
            <a:spLocks noGrp="1"/>
          </p:cNvSpPr>
          <p:nvPr/>
        </p:nvSpPr>
        <p:spPr>
          <a:xfrm>
            <a:off x="4259805" y="4456793"/>
            <a:ext cx="46519" cy="46519"/>
          </a:xfrm>
          <a:prstGeom prst="ellipse">
            <a:avLst/>
          </a:prstGeom>
          <a:solidFill>
            <a:srgbClr val="566AB4">
              <a:alpha val="43000"/>
            </a:srgbClr>
          </a:solidFill>
          <a:ln w="0">
            <a:noFill/>
            <a:prstDash val="solid"/>
          </a:ln>
        </p:spPr>
      </p:sp>
      <p:sp>
        <p:nvSpPr>
          <p:cNvPr id="280" name="f_small_violin_ellipse_5383">
            <a:extLst>
              <a:ext uri="{FF2B5EF4-FFF2-40B4-BE49-F238E27FC236}">
                <a16:creationId xmlns:a16="http://schemas.microsoft.com/office/drawing/2014/main" id="{8E075370-F249-4F6B-A801-07F315FB3EF6}"/>
              </a:ext>
            </a:extLst>
          </p:cNvPr>
          <p:cNvSpPr>
            <a:spLocks noGrp="1"/>
          </p:cNvSpPr>
          <p:nvPr/>
        </p:nvSpPr>
        <p:spPr>
          <a:xfrm>
            <a:off x="4107189" y="2024752"/>
            <a:ext cx="46519" cy="46519"/>
          </a:xfrm>
          <a:prstGeom prst="ellipse">
            <a:avLst/>
          </a:prstGeom>
          <a:solidFill>
            <a:srgbClr val="566AB4">
              <a:alpha val="43000"/>
            </a:srgbClr>
          </a:solidFill>
          <a:ln w="0">
            <a:noFill/>
            <a:prstDash val="solid"/>
          </a:ln>
        </p:spPr>
      </p:sp>
      <p:sp>
        <p:nvSpPr>
          <p:cNvPr id="281" name="f_small_violin_ellipse_5384">
            <a:extLst>
              <a:ext uri="{FF2B5EF4-FFF2-40B4-BE49-F238E27FC236}">
                <a16:creationId xmlns:a16="http://schemas.microsoft.com/office/drawing/2014/main" id="{278B774B-B759-44AE-9C93-C70B9ED8B01A}"/>
              </a:ext>
            </a:extLst>
          </p:cNvPr>
          <p:cNvSpPr>
            <a:spLocks noGrp="1"/>
          </p:cNvSpPr>
          <p:nvPr/>
        </p:nvSpPr>
        <p:spPr>
          <a:xfrm>
            <a:off x="3964509" y="3646113"/>
            <a:ext cx="46519" cy="46519"/>
          </a:xfrm>
          <a:prstGeom prst="ellipse">
            <a:avLst/>
          </a:prstGeom>
          <a:solidFill>
            <a:srgbClr val="566AB4">
              <a:alpha val="43000"/>
            </a:srgbClr>
          </a:solidFill>
          <a:ln w="0">
            <a:noFill/>
            <a:prstDash val="solid"/>
          </a:ln>
        </p:spPr>
      </p:sp>
      <p:sp>
        <p:nvSpPr>
          <p:cNvPr id="282" name="f_small_violin_ellipse_5385">
            <a:extLst>
              <a:ext uri="{FF2B5EF4-FFF2-40B4-BE49-F238E27FC236}">
                <a16:creationId xmlns:a16="http://schemas.microsoft.com/office/drawing/2014/main" id="{3B3113AD-9B91-40BC-9339-995F730AB17D}"/>
              </a:ext>
            </a:extLst>
          </p:cNvPr>
          <p:cNvSpPr>
            <a:spLocks noGrp="1"/>
          </p:cNvSpPr>
          <p:nvPr/>
        </p:nvSpPr>
        <p:spPr>
          <a:xfrm>
            <a:off x="4120353" y="4456793"/>
            <a:ext cx="46519" cy="46519"/>
          </a:xfrm>
          <a:prstGeom prst="ellipse">
            <a:avLst/>
          </a:prstGeom>
          <a:solidFill>
            <a:srgbClr val="566AB4">
              <a:alpha val="43000"/>
            </a:srgbClr>
          </a:solidFill>
          <a:ln w="0">
            <a:noFill/>
            <a:prstDash val="solid"/>
          </a:ln>
        </p:spPr>
      </p:sp>
      <p:sp>
        <p:nvSpPr>
          <p:cNvPr id="283" name="f_small_violin_ellipse_5386">
            <a:extLst>
              <a:ext uri="{FF2B5EF4-FFF2-40B4-BE49-F238E27FC236}">
                <a16:creationId xmlns:a16="http://schemas.microsoft.com/office/drawing/2014/main" id="{ABDF6C2E-EAEB-48B9-B833-04AF61CA6A87}"/>
              </a:ext>
            </a:extLst>
          </p:cNvPr>
          <p:cNvSpPr>
            <a:spLocks noGrp="1"/>
          </p:cNvSpPr>
          <p:nvPr/>
        </p:nvSpPr>
        <p:spPr>
          <a:xfrm>
            <a:off x="3995820" y="4456793"/>
            <a:ext cx="46519" cy="46519"/>
          </a:xfrm>
          <a:prstGeom prst="ellipse">
            <a:avLst/>
          </a:prstGeom>
          <a:solidFill>
            <a:srgbClr val="566AB4">
              <a:alpha val="43000"/>
            </a:srgbClr>
          </a:solidFill>
          <a:ln w="0">
            <a:noFill/>
            <a:prstDash val="solid"/>
          </a:ln>
        </p:spPr>
      </p:sp>
      <p:sp>
        <p:nvSpPr>
          <p:cNvPr id="284" name="f_small_violin_ellipse_5387">
            <a:extLst>
              <a:ext uri="{FF2B5EF4-FFF2-40B4-BE49-F238E27FC236}">
                <a16:creationId xmlns:a16="http://schemas.microsoft.com/office/drawing/2014/main" id="{4BF5D523-00FA-42EF-BD64-3E077ACAAA72}"/>
              </a:ext>
            </a:extLst>
          </p:cNvPr>
          <p:cNvSpPr>
            <a:spLocks noGrp="1"/>
          </p:cNvSpPr>
          <p:nvPr/>
        </p:nvSpPr>
        <p:spPr>
          <a:xfrm>
            <a:off x="4061954" y="4456793"/>
            <a:ext cx="46519" cy="46519"/>
          </a:xfrm>
          <a:prstGeom prst="ellipse">
            <a:avLst/>
          </a:prstGeom>
          <a:solidFill>
            <a:srgbClr val="566AB4">
              <a:alpha val="43000"/>
            </a:srgbClr>
          </a:solidFill>
          <a:ln w="0">
            <a:noFill/>
            <a:prstDash val="solid"/>
          </a:ln>
        </p:spPr>
      </p:sp>
      <p:sp>
        <p:nvSpPr>
          <p:cNvPr id="285" name="f_small_violin_ellipse_5388">
            <a:extLst>
              <a:ext uri="{FF2B5EF4-FFF2-40B4-BE49-F238E27FC236}">
                <a16:creationId xmlns:a16="http://schemas.microsoft.com/office/drawing/2014/main" id="{FE82E9CD-4788-4B10-A590-B3914C7809FC}"/>
              </a:ext>
            </a:extLst>
          </p:cNvPr>
          <p:cNvSpPr>
            <a:spLocks noGrp="1"/>
          </p:cNvSpPr>
          <p:nvPr/>
        </p:nvSpPr>
        <p:spPr>
          <a:xfrm>
            <a:off x="4197037" y="4456793"/>
            <a:ext cx="46519" cy="46519"/>
          </a:xfrm>
          <a:prstGeom prst="ellipse">
            <a:avLst/>
          </a:prstGeom>
          <a:solidFill>
            <a:srgbClr val="566AB4">
              <a:alpha val="43000"/>
            </a:srgbClr>
          </a:solidFill>
          <a:ln w="0">
            <a:noFill/>
            <a:prstDash val="solid"/>
          </a:ln>
        </p:spPr>
      </p:sp>
      <p:sp>
        <p:nvSpPr>
          <p:cNvPr id="286" name="f_small_violin_ellipse_5389">
            <a:extLst>
              <a:ext uri="{FF2B5EF4-FFF2-40B4-BE49-F238E27FC236}">
                <a16:creationId xmlns:a16="http://schemas.microsoft.com/office/drawing/2014/main" id="{B7256629-D990-45BE-8B8F-7378CDC11538}"/>
              </a:ext>
            </a:extLst>
          </p:cNvPr>
          <p:cNvSpPr>
            <a:spLocks noGrp="1"/>
          </p:cNvSpPr>
          <p:nvPr/>
        </p:nvSpPr>
        <p:spPr>
          <a:xfrm>
            <a:off x="4075829" y="2024752"/>
            <a:ext cx="46519" cy="46519"/>
          </a:xfrm>
          <a:prstGeom prst="ellipse">
            <a:avLst/>
          </a:prstGeom>
          <a:solidFill>
            <a:srgbClr val="566AB4">
              <a:alpha val="43000"/>
            </a:srgbClr>
          </a:solidFill>
          <a:ln w="0">
            <a:noFill/>
            <a:prstDash val="solid"/>
          </a:ln>
        </p:spPr>
      </p:sp>
      <p:sp>
        <p:nvSpPr>
          <p:cNvPr id="287" name="f_small_violin_ellipse_5390">
            <a:extLst>
              <a:ext uri="{FF2B5EF4-FFF2-40B4-BE49-F238E27FC236}">
                <a16:creationId xmlns:a16="http://schemas.microsoft.com/office/drawing/2014/main" id="{3B3D1BAD-9D84-4F63-966F-E0533DEF559C}"/>
              </a:ext>
            </a:extLst>
          </p:cNvPr>
          <p:cNvSpPr>
            <a:spLocks noGrp="1"/>
          </p:cNvSpPr>
          <p:nvPr/>
        </p:nvSpPr>
        <p:spPr>
          <a:xfrm>
            <a:off x="4271457" y="2024752"/>
            <a:ext cx="46519" cy="46519"/>
          </a:xfrm>
          <a:prstGeom prst="ellipse">
            <a:avLst/>
          </a:prstGeom>
          <a:solidFill>
            <a:srgbClr val="566AB4">
              <a:alpha val="43000"/>
            </a:srgbClr>
          </a:solidFill>
          <a:ln w="0">
            <a:noFill/>
            <a:prstDash val="solid"/>
          </a:ln>
        </p:spPr>
      </p:sp>
      <p:sp>
        <p:nvSpPr>
          <p:cNvPr id="288" name="f_small_violin_ellipse_5391">
            <a:extLst>
              <a:ext uri="{FF2B5EF4-FFF2-40B4-BE49-F238E27FC236}">
                <a16:creationId xmlns:a16="http://schemas.microsoft.com/office/drawing/2014/main" id="{D22E0A78-F71A-4D51-B8BD-368583AE6456}"/>
              </a:ext>
            </a:extLst>
          </p:cNvPr>
          <p:cNvSpPr>
            <a:spLocks noGrp="1"/>
          </p:cNvSpPr>
          <p:nvPr/>
        </p:nvSpPr>
        <p:spPr>
          <a:xfrm>
            <a:off x="4319412" y="2024752"/>
            <a:ext cx="46519" cy="46519"/>
          </a:xfrm>
          <a:prstGeom prst="ellipse">
            <a:avLst/>
          </a:prstGeom>
          <a:solidFill>
            <a:srgbClr val="566AB4">
              <a:alpha val="43000"/>
            </a:srgbClr>
          </a:solidFill>
          <a:ln w="0">
            <a:noFill/>
            <a:prstDash val="solid"/>
          </a:ln>
        </p:spPr>
      </p:sp>
      <p:sp>
        <p:nvSpPr>
          <p:cNvPr id="289" name="f_small_violin_ellipse_5392">
            <a:extLst>
              <a:ext uri="{FF2B5EF4-FFF2-40B4-BE49-F238E27FC236}">
                <a16:creationId xmlns:a16="http://schemas.microsoft.com/office/drawing/2014/main" id="{89E234A1-D5E2-49A0-BCF4-B861B5EB8723}"/>
              </a:ext>
            </a:extLst>
          </p:cNvPr>
          <p:cNvSpPr>
            <a:spLocks noGrp="1"/>
          </p:cNvSpPr>
          <p:nvPr/>
        </p:nvSpPr>
        <p:spPr>
          <a:xfrm>
            <a:off x="4149284" y="2024752"/>
            <a:ext cx="46519" cy="46519"/>
          </a:xfrm>
          <a:prstGeom prst="ellipse">
            <a:avLst/>
          </a:prstGeom>
          <a:solidFill>
            <a:srgbClr val="566AB4">
              <a:alpha val="43000"/>
            </a:srgbClr>
          </a:solidFill>
          <a:ln w="0">
            <a:noFill/>
            <a:prstDash val="solid"/>
          </a:ln>
        </p:spPr>
      </p:sp>
      <p:sp>
        <p:nvSpPr>
          <p:cNvPr id="290" name="f_small_violin_ellipse_5393">
            <a:extLst>
              <a:ext uri="{FF2B5EF4-FFF2-40B4-BE49-F238E27FC236}">
                <a16:creationId xmlns:a16="http://schemas.microsoft.com/office/drawing/2014/main" id="{4F702D5A-3B53-4D48-9ED3-C7C2ED425694}"/>
              </a:ext>
            </a:extLst>
          </p:cNvPr>
          <p:cNvSpPr>
            <a:spLocks noGrp="1"/>
          </p:cNvSpPr>
          <p:nvPr/>
        </p:nvSpPr>
        <p:spPr>
          <a:xfrm>
            <a:off x="4094166" y="4186566"/>
            <a:ext cx="46519" cy="46519"/>
          </a:xfrm>
          <a:prstGeom prst="ellipse">
            <a:avLst/>
          </a:prstGeom>
          <a:solidFill>
            <a:srgbClr val="566AB4">
              <a:alpha val="43000"/>
            </a:srgbClr>
          </a:solidFill>
          <a:ln w="0">
            <a:noFill/>
            <a:prstDash val="solid"/>
          </a:ln>
        </p:spPr>
      </p:sp>
      <p:sp>
        <p:nvSpPr>
          <p:cNvPr id="291" name="f_small_violin_ellipse_5394">
            <a:extLst>
              <a:ext uri="{FF2B5EF4-FFF2-40B4-BE49-F238E27FC236}">
                <a16:creationId xmlns:a16="http://schemas.microsoft.com/office/drawing/2014/main" id="{1D65AC5B-AB48-4AD7-B388-FF677B7F1788}"/>
              </a:ext>
            </a:extLst>
          </p:cNvPr>
          <p:cNvSpPr>
            <a:spLocks noGrp="1"/>
          </p:cNvSpPr>
          <p:nvPr/>
        </p:nvSpPr>
        <p:spPr>
          <a:xfrm>
            <a:off x="4104010" y="2024752"/>
            <a:ext cx="46519" cy="46519"/>
          </a:xfrm>
          <a:prstGeom prst="ellipse">
            <a:avLst/>
          </a:prstGeom>
          <a:solidFill>
            <a:srgbClr val="566AB4">
              <a:alpha val="43000"/>
            </a:srgbClr>
          </a:solidFill>
          <a:ln w="0">
            <a:noFill/>
            <a:prstDash val="solid"/>
          </a:ln>
        </p:spPr>
      </p:sp>
      <p:sp>
        <p:nvSpPr>
          <p:cNvPr id="292" name="f_small_violin_ellipse_5395">
            <a:extLst>
              <a:ext uri="{FF2B5EF4-FFF2-40B4-BE49-F238E27FC236}">
                <a16:creationId xmlns:a16="http://schemas.microsoft.com/office/drawing/2014/main" id="{2DD5DAD4-A384-4144-A0D3-A4E6C7C43591}"/>
              </a:ext>
            </a:extLst>
          </p:cNvPr>
          <p:cNvSpPr>
            <a:spLocks noGrp="1"/>
          </p:cNvSpPr>
          <p:nvPr/>
        </p:nvSpPr>
        <p:spPr>
          <a:xfrm>
            <a:off x="4083518" y="2835432"/>
            <a:ext cx="46519" cy="46519"/>
          </a:xfrm>
          <a:prstGeom prst="ellipse">
            <a:avLst/>
          </a:prstGeom>
          <a:solidFill>
            <a:srgbClr val="566AB4">
              <a:alpha val="43000"/>
            </a:srgbClr>
          </a:solidFill>
          <a:ln w="0">
            <a:noFill/>
            <a:prstDash val="solid"/>
          </a:ln>
        </p:spPr>
      </p:sp>
      <p:sp>
        <p:nvSpPr>
          <p:cNvPr id="293" name="f_small_violin_ellipse_5396">
            <a:extLst>
              <a:ext uri="{FF2B5EF4-FFF2-40B4-BE49-F238E27FC236}">
                <a16:creationId xmlns:a16="http://schemas.microsoft.com/office/drawing/2014/main" id="{042A3F9E-9B5C-4118-954A-F6D73A3FD9DC}"/>
              </a:ext>
            </a:extLst>
          </p:cNvPr>
          <p:cNvSpPr>
            <a:spLocks noGrp="1"/>
          </p:cNvSpPr>
          <p:nvPr/>
        </p:nvSpPr>
        <p:spPr>
          <a:xfrm>
            <a:off x="4308478" y="2997568"/>
            <a:ext cx="46519" cy="46519"/>
          </a:xfrm>
          <a:prstGeom prst="ellipse">
            <a:avLst/>
          </a:prstGeom>
          <a:solidFill>
            <a:srgbClr val="566AB4">
              <a:alpha val="43000"/>
            </a:srgbClr>
          </a:solidFill>
          <a:ln w="0">
            <a:noFill/>
            <a:prstDash val="solid"/>
          </a:ln>
        </p:spPr>
      </p:sp>
      <p:sp>
        <p:nvSpPr>
          <p:cNvPr id="294" name="f_small_violin_ellipse_5397">
            <a:extLst>
              <a:ext uri="{FF2B5EF4-FFF2-40B4-BE49-F238E27FC236}">
                <a16:creationId xmlns:a16="http://schemas.microsoft.com/office/drawing/2014/main" id="{5A5D6D8A-437A-47FB-BD1A-6AEAD5DD3DD4}"/>
              </a:ext>
            </a:extLst>
          </p:cNvPr>
          <p:cNvSpPr>
            <a:spLocks noGrp="1"/>
          </p:cNvSpPr>
          <p:nvPr/>
        </p:nvSpPr>
        <p:spPr>
          <a:xfrm>
            <a:off x="4016775" y="4456793"/>
            <a:ext cx="46519" cy="46519"/>
          </a:xfrm>
          <a:prstGeom prst="ellipse">
            <a:avLst/>
          </a:prstGeom>
          <a:solidFill>
            <a:srgbClr val="566AB4">
              <a:alpha val="43000"/>
            </a:srgbClr>
          </a:solidFill>
          <a:ln w="0">
            <a:noFill/>
            <a:prstDash val="solid"/>
          </a:ln>
        </p:spPr>
      </p:sp>
      <p:sp>
        <p:nvSpPr>
          <p:cNvPr id="295" name="f_small_violin_ellipse_5398">
            <a:extLst>
              <a:ext uri="{FF2B5EF4-FFF2-40B4-BE49-F238E27FC236}">
                <a16:creationId xmlns:a16="http://schemas.microsoft.com/office/drawing/2014/main" id="{6793BF8E-45E1-46D7-BA5B-66AC60A74422}"/>
              </a:ext>
            </a:extLst>
          </p:cNvPr>
          <p:cNvSpPr>
            <a:spLocks noGrp="1"/>
          </p:cNvSpPr>
          <p:nvPr/>
        </p:nvSpPr>
        <p:spPr>
          <a:xfrm>
            <a:off x="4080993" y="2024752"/>
            <a:ext cx="46519" cy="46519"/>
          </a:xfrm>
          <a:prstGeom prst="ellipse">
            <a:avLst/>
          </a:prstGeom>
          <a:solidFill>
            <a:srgbClr val="566AB4">
              <a:alpha val="43000"/>
            </a:srgbClr>
          </a:solidFill>
          <a:ln w="0">
            <a:noFill/>
            <a:prstDash val="solid"/>
          </a:ln>
        </p:spPr>
      </p:sp>
      <p:sp>
        <p:nvSpPr>
          <p:cNvPr id="296" name="f_small_violin_ellipse_5399">
            <a:extLst>
              <a:ext uri="{FF2B5EF4-FFF2-40B4-BE49-F238E27FC236}">
                <a16:creationId xmlns:a16="http://schemas.microsoft.com/office/drawing/2014/main" id="{503DE6FC-5897-4F27-B388-598FB7B78F6B}"/>
              </a:ext>
            </a:extLst>
          </p:cNvPr>
          <p:cNvSpPr>
            <a:spLocks noGrp="1"/>
          </p:cNvSpPr>
          <p:nvPr/>
        </p:nvSpPr>
        <p:spPr>
          <a:xfrm>
            <a:off x="4102883" y="2024752"/>
            <a:ext cx="46519" cy="46519"/>
          </a:xfrm>
          <a:prstGeom prst="ellipse">
            <a:avLst/>
          </a:prstGeom>
          <a:solidFill>
            <a:srgbClr val="566AB4">
              <a:alpha val="43000"/>
            </a:srgbClr>
          </a:solidFill>
          <a:ln w="0">
            <a:noFill/>
            <a:prstDash val="solid"/>
          </a:ln>
        </p:spPr>
      </p:sp>
      <p:sp>
        <p:nvSpPr>
          <p:cNvPr id="297" name="f_small_violin_ellipse_5400">
            <a:extLst>
              <a:ext uri="{FF2B5EF4-FFF2-40B4-BE49-F238E27FC236}">
                <a16:creationId xmlns:a16="http://schemas.microsoft.com/office/drawing/2014/main" id="{49F1BA77-88DF-4474-B8DF-FEAB0F647390}"/>
              </a:ext>
            </a:extLst>
          </p:cNvPr>
          <p:cNvSpPr>
            <a:spLocks noGrp="1"/>
          </p:cNvSpPr>
          <p:nvPr/>
        </p:nvSpPr>
        <p:spPr>
          <a:xfrm>
            <a:off x="4223508" y="2024752"/>
            <a:ext cx="46519" cy="46519"/>
          </a:xfrm>
          <a:prstGeom prst="ellipse">
            <a:avLst/>
          </a:prstGeom>
          <a:solidFill>
            <a:srgbClr val="566AB4">
              <a:alpha val="43000"/>
            </a:srgbClr>
          </a:solidFill>
          <a:ln w="0">
            <a:noFill/>
            <a:prstDash val="solid"/>
          </a:ln>
        </p:spPr>
      </p:sp>
      <p:sp>
        <p:nvSpPr>
          <p:cNvPr id="298" name="f_small_violin_ellipse_5401">
            <a:extLst>
              <a:ext uri="{FF2B5EF4-FFF2-40B4-BE49-F238E27FC236}">
                <a16:creationId xmlns:a16="http://schemas.microsoft.com/office/drawing/2014/main" id="{C4D96811-9093-41C4-9580-E79F177715BB}"/>
              </a:ext>
            </a:extLst>
          </p:cNvPr>
          <p:cNvSpPr>
            <a:spLocks noGrp="1"/>
          </p:cNvSpPr>
          <p:nvPr/>
        </p:nvSpPr>
        <p:spPr>
          <a:xfrm>
            <a:off x="4113441" y="3240773"/>
            <a:ext cx="46519" cy="46519"/>
          </a:xfrm>
          <a:prstGeom prst="ellipse">
            <a:avLst/>
          </a:prstGeom>
          <a:solidFill>
            <a:srgbClr val="566AB4">
              <a:alpha val="43000"/>
            </a:srgbClr>
          </a:solidFill>
          <a:ln w="0">
            <a:noFill/>
            <a:prstDash val="solid"/>
          </a:ln>
        </p:spPr>
      </p:sp>
      <p:sp>
        <p:nvSpPr>
          <p:cNvPr id="299" name="f_small_violin_ellipse_5402">
            <a:extLst>
              <a:ext uri="{FF2B5EF4-FFF2-40B4-BE49-F238E27FC236}">
                <a16:creationId xmlns:a16="http://schemas.microsoft.com/office/drawing/2014/main" id="{96443B97-3212-48DD-8952-D9ACFDC7A849}"/>
              </a:ext>
            </a:extLst>
          </p:cNvPr>
          <p:cNvSpPr>
            <a:spLocks noGrp="1"/>
          </p:cNvSpPr>
          <p:nvPr/>
        </p:nvSpPr>
        <p:spPr>
          <a:xfrm>
            <a:off x="4235487" y="2024752"/>
            <a:ext cx="46519" cy="46519"/>
          </a:xfrm>
          <a:prstGeom prst="ellipse">
            <a:avLst/>
          </a:prstGeom>
          <a:solidFill>
            <a:srgbClr val="566AB4">
              <a:alpha val="43000"/>
            </a:srgbClr>
          </a:solidFill>
          <a:ln w="0">
            <a:noFill/>
            <a:prstDash val="solid"/>
          </a:ln>
        </p:spPr>
      </p:sp>
      <p:sp>
        <p:nvSpPr>
          <p:cNvPr id="300" name="f_small_violin_ellipse_5403">
            <a:extLst>
              <a:ext uri="{FF2B5EF4-FFF2-40B4-BE49-F238E27FC236}">
                <a16:creationId xmlns:a16="http://schemas.microsoft.com/office/drawing/2014/main" id="{C80C1EB9-3674-42DF-AA22-E2E358F6F060}"/>
              </a:ext>
            </a:extLst>
          </p:cNvPr>
          <p:cNvSpPr>
            <a:spLocks noGrp="1"/>
          </p:cNvSpPr>
          <p:nvPr/>
        </p:nvSpPr>
        <p:spPr>
          <a:xfrm>
            <a:off x="4183776" y="4456793"/>
            <a:ext cx="46519" cy="46519"/>
          </a:xfrm>
          <a:prstGeom prst="ellipse">
            <a:avLst/>
          </a:prstGeom>
          <a:solidFill>
            <a:srgbClr val="566AB4">
              <a:alpha val="43000"/>
            </a:srgbClr>
          </a:solidFill>
          <a:ln w="0">
            <a:noFill/>
            <a:prstDash val="solid"/>
          </a:ln>
        </p:spPr>
      </p:sp>
      <p:sp>
        <p:nvSpPr>
          <p:cNvPr id="301" name="f_small_violin_ellipse_5404">
            <a:extLst>
              <a:ext uri="{FF2B5EF4-FFF2-40B4-BE49-F238E27FC236}">
                <a16:creationId xmlns:a16="http://schemas.microsoft.com/office/drawing/2014/main" id="{1D27A38B-8E54-40B1-B46C-19AE5E8A6D9E}"/>
              </a:ext>
            </a:extLst>
          </p:cNvPr>
          <p:cNvSpPr>
            <a:spLocks noGrp="1"/>
          </p:cNvSpPr>
          <p:nvPr/>
        </p:nvSpPr>
        <p:spPr>
          <a:xfrm>
            <a:off x="4837722" y="2024752"/>
            <a:ext cx="46519" cy="46519"/>
          </a:xfrm>
          <a:prstGeom prst="ellipse">
            <a:avLst/>
          </a:prstGeom>
          <a:solidFill>
            <a:srgbClr val="B08A60">
              <a:alpha val="43000"/>
            </a:srgbClr>
          </a:solidFill>
          <a:ln w="0">
            <a:noFill/>
            <a:prstDash val="solid"/>
          </a:ln>
        </p:spPr>
      </p:sp>
      <p:sp>
        <p:nvSpPr>
          <p:cNvPr id="302" name="f_small_violin_ellipse_5405">
            <a:extLst>
              <a:ext uri="{FF2B5EF4-FFF2-40B4-BE49-F238E27FC236}">
                <a16:creationId xmlns:a16="http://schemas.microsoft.com/office/drawing/2014/main" id="{A9C16DAC-E3EA-48C9-BF16-6A55960D96B5}"/>
              </a:ext>
            </a:extLst>
          </p:cNvPr>
          <p:cNvSpPr>
            <a:spLocks noGrp="1"/>
          </p:cNvSpPr>
          <p:nvPr/>
        </p:nvSpPr>
        <p:spPr>
          <a:xfrm>
            <a:off x="4976853" y="2024752"/>
            <a:ext cx="46519" cy="46519"/>
          </a:xfrm>
          <a:prstGeom prst="ellipse">
            <a:avLst/>
          </a:prstGeom>
          <a:solidFill>
            <a:srgbClr val="B08A60">
              <a:alpha val="43000"/>
            </a:srgbClr>
          </a:solidFill>
          <a:ln w="0">
            <a:noFill/>
            <a:prstDash val="solid"/>
          </a:ln>
        </p:spPr>
      </p:sp>
      <p:sp>
        <p:nvSpPr>
          <p:cNvPr id="303" name="f_small_violin_ellipse_5406">
            <a:extLst>
              <a:ext uri="{FF2B5EF4-FFF2-40B4-BE49-F238E27FC236}">
                <a16:creationId xmlns:a16="http://schemas.microsoft.com/office/drawing/2014/main" id="{F5EA6EE9-3248-44DC-9A29-02B483C336B1}"/>
              </a:ext>
            </a:extLst>
          </p:cNvPr>
          <p:cNvSpPr>
            <a:spLocks noGrp="1"/>
          </p:cNvSpPr>
          <p:nvPr/>
        </p:nvSpPr>
        <p:spPr>
          <a:xfrm>
            <a:off x="4985618" y="2024752"/>
            <a:ext cx="46519" cy="46519"/>
          </a:xfrm>
          <a:prstGeom prst="ellipse">
            <a:avLst/>
          </a:prstGeom>
          <a:solidFill>
            <a:srgbClr val="B08A60">
              <a:alpha val="43000"/>
            </a:srgbClr>
          </a:solidFill>
          <a:ln w="0">
            <a:noFill/>
            <a:prstDash val="solid"/>
          </a:ln>
        </p:spPr>
      </p:sp>
      <p:sp>
        <p:nvSpPr>
          <p:cNvPr id="304" name="f_small_violin_ellipse_5407">
            <a:extLst>
              <a:ext uri="{FF2B5EF4-FFF2-40B4-BE49-F238E27FC236}">
                <a16:creationId xmlns:a16="http://schemas.microsoft.com/office/drawing/2014/main" id="{533F5AC1-1AFB-44B5-9949-2CB8C307B0E7}"/>
              </a:ext>
            </a:extLst>
          </p:cNvPr>
          <p:cNvSpPr>
            <a:spLocks noGrp="1"/>
          </p:cNvSpPr>
          <p:nvPr/>
        </p:nvSpPr>
        <p:spPr>
          <a:xfrm>
            <a:off x="4923186" y="2024752"/>
            <a:ext cx="46519" cy="46519"/>
          </a:xfrm>
          <a:prstGeom prst="ellipse">
            <a:avLst/>
          </a:prstGeom>
          <a:solidFill>
            <a:srgbClr val="B08A60">
              <a:alpha val="43000"/>
            </a:srgbClr>
          </a:solidFill>
          <a:ln w="0">
            <a:noFill/>
            <a:prstDash val="solid"/>
          </a:ln>
        </p:spPr>
      </p:sp>
      <p:sp>
        <p:nvSpPr>
          <p:cNvPr id="305" name="f_small_violin_ellipse_5408">
            <a:extLst>
              <a:ext uri="{FF2B5EF4-FFF2-40B4-BE49-F238E27FC236}">
                <a16:creationId xmlns:a16="http://schemas.microsoft.com/office/drawing/2014/main" id="{E6D6F873-E03C-44D6-A959-3E1D69E98CE5}"/>
              </a:ext>
            </a:extLst>
          </p:cNvPr>
          <p:cNvSpPr>
            <a:spLocks noGrp="1"/>
          </p:cNvSpPr>
          <p:nvPr/>
        </p:nvSpPr>
        <p:spPr>
          <a:xfrm>
            <a:off x="4860833" y="2024752"/>
            <a:ext cx="46519" cy="46519"/>
          </a:xfrm>
          <a:prstGeom prst="ellipse">
            <a:avLst/>
          </a:prstGeom>
          <a:solidFill>
            <a:srgbClr val="B08A60">
              <a:alpha val="43000"/>
            </a:srgbClr>
          </a:solidFill>
          <a:ln w="0">
            <a:noFill/>
            <a:prstDash val="solid"/>
          </a:ln>
        </p:spPr>
      </p:sp>
      <p:sp>
        <p:nvSpPr>
          <p:cNvPr id="306" name="f_small_violin_ellipse_5409">
            <a:extLst>
              <a:ext uri="{FF2B5EF4-FFF2-40B4-BE49-F238E27FC236}">
                <a16:creationId xmlns:a16="http://schemas.microsoft.com/office/drawing/2014/main" id="{481B8278-C757-4FEC-824F-22CDFDA137B2}"/>
              </a:ext>
            </a:extLst>
          </p:cNvPr>
          <p:cNvSpPr>
            <a:spLocks noGrp="1"/>
          </p:cNvSpPr>
          <p:nvPr/>
        </p:nvSpPr>
        <p:spPr>
          <a:xfrm>
            <a:off x="4946577" y="2551694"/>
            <a:ext cx="46519" cy="46519"/>
          </a:xfrm>
          <a:prstGeom prst="ellipse">
            <a:avLst/>
          </a:prstGeom>
          <a:solidFill>
            <a:srgbClr val="B08A60">
              <a:alpha val="43000"/>
            </a:srgbClr>
          </a:solidFill>
          <a:ln w="0">
            <a:noFill/>
            <a:prstDash val="solid"/>
          </a:ln>
        </p:spPr>
      </p:sp>
      <p:sp>
        <p:nvSpPr>
          <p:cNvPr id="307" name="f_small_violin_ellipse_5410">
            <a:extLst>
              <a:ext uri="{FF2B5EF4-FFF2-40B4-BE49-F238E27FC236}">
                <a16:creationId xmlns:a16="http://schemas.microsoft.com/office/drawing/2014/main" id="{A5C8D820-24F9-4D67-BCE6-F56712585B31}"/>
              </a:ext>
            </a:extLst>
          </p:cNvPr>
          <p:cNvSpPr>
            <a:spLocks noGrp="1"/>
          </p:cNvSpPr>
          <p:nvPr/>
        </p:nvSpPr>
        <p:spPr>
          <a:xfrm>
            <a:off x="4854176" y="2024752"/>
            <a:ext cx="46519" cy="46519"/>
          </a:xfrm>
          <a:prstGeom prst="ellipse">
            <a:avLst/>
          </a:prstGeom>
          <a:solidFill>
            <a:srgbClr val="B08A60">
              <a:alpha val="43000"/>
            </a:srgbClr>
          </a:solidFill>
          <a:ln w="0">
            <a:noFill/>
            <a:prstDash val="solid"/>
          </a:ln>
        </p:spPr>
      </p:sp>
      <p:sp>
        <p:nvSpPr>
          <p:cNvPr id="308" name="f_small_violin_ellipse_5411">
            <a:extLst>
              <a:ext uri="{FF2B5EF4-FFF2-40B4-BE49-F238E27FC236}">
                <a16:creationId xmlns:a16="http://schemas.microsoft.com/office/drawing/2014/main" id="{71BDA620-7C1B-41C8-B869-812624DC9D56}"/>
              </a:ext>
            </a:extLst>
          </p:cNvPr>
          <p:cNvSpPr>
            <a:spLocks noGrp="1"/>
          </p:cNvSpPr>
          <p:nvPr/>
        </p:nvSpPr>
        <p:spPr>
          <a:xfrm>
            <a:off x="4899974" y="2024752"/>
            <a:ext cx="46519" cy="46519"/>
          </a:xfrm>
          <a:prstGeom prst="ellipse">
            <a:avLst/>
          </a:prstGeom>
          <a:solidFill>
            <a:srgbClr val="B08A60">
              <a:alpha val="43000"/>
            </a:srgbClr>
          </a:solidFill>
          <a:ln w="0">
            <a:noFill/>
            <a:prstDash val="solid"/>
          </a:ln>
        </p:spPr>
      </p:sp>
      <p:sp>
        <p:nvSpPr>
          <p:cNvPr id="309" name="f_small_violin_ellipse_5412">
            <a:extLst>
              <a:ext uri="{FF2B5EF4-FFF2-40B4-BE49-F238E27FC236}">
                <a16:creationId xmlns:a16="http://schemas.microsoft.com/office/drawing/2014/main" id="{3A7F8C01-B0DD-4AA2-B632-4DF559436529}"/>
              </a:ext>
            </a:extLst>
          </p:cNvPr>
          <p:cNvSpPr>
            <a:spLocks noGrp="1"/>
          </p:cNvSpPr>
          <p:nvPr/>
        </p:nvSpPr>
        <p:spPr>
          <a:xfrm>
            <a:off x="5155694" y="2835432"/>
            <a:ext cx="46519" cy="46519"/>
          </a:xfrm>
          <a:prstGeom prst="ellipse">
            <a:avLst/>
          </a:prstGeom>
          <a:solidFill>
            <a:srgbClr val="B08A60">
              <a:alpha val="43000"/>
            </a:srgbClr>
          </a:solidFill>
          <a:ln w="0">
            <a:noFill/>
            <a:prstDash val="solid"/>
          </a:ln>
        </p:spPr>
      </p:sp>
      <p:sp>
        <p:nvSpPr>
          <p:cNvPr id="310" name="f_small_violin_ellipse_5413">
            <a:extLst>
              <a:ext uri="{FF2B5EF4-FFF2-40B4-BE49-F238E27FC236}">
                <a16:creationId xmlns:a16="http://schemas.microsoft.com/office/drawing/2014/main" id="{8DAE0A1B-7280-44BB-8CBE-4A66A18A6E8E}"/>
              </a:ext>
            </a:extLst>
          </p:cNvPr>
          <p:cNvSpPr>
            <a:spLocks noGrp="1"/>
          </p:cNvSpPr>
          <p:nvPr/>
        </p:nvSpPr>
        <p:spPr>
          <a:xfrm>
            <a:off x="5112997" y="2024752"/>
            <a:ext cx="46519" cy="46519"/>
          </a:xfrm>
          <a:prstGeom prst="ellipse">
            <a:avLst/>
          </a:prstGeom>
          <a:solidFill>
            <a:srgbClr val="B08A60">
              <a:alpha val="43000"/>
            </a:srgbClr>
          </a:solidFill>
          <a:ln w="0">
            <a:noFill/>
            <a:prstDash val="solid"/>
          </a:ln>
        </p:spPr>
      </p:sp>
      <p:sp>
        <p:nvSpPr>
          <p:cNvPr id="311" name="f_small_violin_ellipse_5414">
            <a:extLst>
              <a:ext uri="{FF2B5EF4-FFF2-40B4-BE49-F238E27FC236}">
                <a16:creationId xmlns:a16="http://schemas.microsoft.com/office/drawing/2014/main" id="{AE4222E3-A69A-4A02-BBA3-844C6C2AFB5A}"/>
              </a:ext>
            </a:extLst>
          </p:cNvPr>
          <p:cNvSpPr>
            <a:spLocks noGrp="1"/>
          </p:cNvSpPr>
          <p:nvPr/>
        </p:nvSpPr>
        <p:spPr>
          <a:xfrm>
            <a:off x="5008417" y="2024752"/>
            <a:ext cx="46519" cy="46519"/>
          </a:xfrm>
          <a:prstGeom prst="ellipse">
            <a:avLst/>
          </a:prstGeom>
          <a:solidFill>
            <a:srgbClr val="B08A60">
              <a:alpha val="43000"/>
            </a:srgbClr>
          </a:solidFill>
          <a:ln w="0">
            <a:noFill/>
            <a:prstDash val="solid"/>
          </a:ln>
        </p:spPr>
      </p:sp>
      <p:sp>
        <p:nvSpPr>
          <p:cNvPr id="312" name="f_small_violin_ellipse_5415">
            <a:extLst>
              <a:ext uri="{FF2B5EF4-FFF2-40B4-BE49-F238E27FC236}">
                <a16:creationId xmlns:a16="http://schemas.microsoft.com/office/drawing/2014/main" id="{37D37B09-22B6-4302-93A9-E0AD257E138F}"/>
              </a:ext>
            </a:extLst>
          </p:cNvPr>
          <p:cNvSpPr>
            <a:spLocks noGrp="1"/>
          </p:cNvSpPr>
          <p:nvPr/>
        </p:nvSpPr>
        <p:spPr>
          <a:xfrm>
            <a:off x="4878350" y="2024752"/>
            <a:ext cx="46519" cy="46519"/>
          </a:xfrm>
          <a:prstGeom prst="ellipse">
            <a:avLst/>
          </a:prstGeom>
          <a:solidFill>
            <a:srgbClr val="B08A60">
              <a:alpha val="43000"/>
            </a:srgbClr>
          </a:solidFill>
          <a:ln w="0">
            <a:noFill/>
            <a:prstDash val="solid"/>
          </a:ln>
        </p:spPr>
      </p:sp>
      <p:sp>
        <p:nvSpPr>
          <p:cNvPr id="313" name="f_small_violin_ellipse_5416">
            <a:extLst>
              <a:ext uri="{FF2B5EF4-FFF2-40B4-BE49-F238E27FC236}">
                <a16:creationId xmlns:a16="http://schemas.microsoft.com/office/drawing/2014/main" id="{9E55284E-322C-4336-980A-13AA29283A48}"/>
              </a:ext>
            </a:extLst>
          </p:cNvPr>
          <p:cNvSpPr>
            <a:spLocks noGrp="1"/>
          </p:cNvSpPr>
          <p:nvPr/>
        </p:nvSpPr>
        <p:spPr>
          <a:xfrm>
            <a:off x="4819037" y="3510999"/>
            <a:ext cx="46519" cy="46519"/>
          </a:xfrm>
          <a:prstGeom prst="ellipse">
            <a:avLst/>
          </a:prstGeom>
          <a:solidFill>
            <a:srgbClr val="B08A60">
              <a:alpha val="43000"/>
            </a:srgbClr>
          </a:solidFill>
          <a:ln w="0">
            <a:noFill/>
            <a:prstDash val="solid"/>
          </a:ln>
        </p:spPr>
      </p:sp>
      <p:sp>
        <p:nvSpPr>
          <p:cNvPr id="314" name="f_small_violin_ellipse_5417">
            <a:extLst>
              <a:ext uri="{FF2B5EF4-FFF2-40B4-BE49-F238E27FC236}">
                <a16:creationId xmlns:a16="http://schemas.microsoft.com/office/drawing/2014/main" id="{422EBDC3-5882-4307-8184-B957091B1196}"/>
              </a:ext>
            </a:extLst>
          </p:cNvPr>
          <p:cNvSpPr>
            <a:spLocks noGrp="1"/>
          </p:cNvSpPr>
          <p:nvPr/>
        </p:nvSpPr>
        <p:spPr>
          <a:xfrm>
            <a:off x="4855717" y="2024752"/>
            <a:ext cx="46519" cy="46519"/>
          </a:xfrm>
          <a:prstGeom prst="ellipse">
            <a:avLst/>
          </a:prstGeom>
          <a:solidFill>
            <a:srgbClr val="B08A60">
              <a:alpha val="43000"/>
            </a:srgbClr>
          </a:solidFill>
          <a:ln w="0">
            <a:noFill/>
            <a:prstDash val="solid"/>
          </a:ln>
        </p:spPr>
      </p:sp>
      <p:sp>
        <p:nvSpPr>
          <p:cNvPr id="315" name="f_small_violin_ellipse_5418">
            <a:extLst>
              <a:ext uri="{FF2B5EF4-FFF2-40B4-BE49-F238E27FC236}">
                <a16:creationId xmlns:a16="http://schemas.microsoft.com/office/drawing/2014/main" id="{89AD987F-86E4-41CF-8093-BFDCB4828198}"/>
              </a:ext>
            </a:extLst>
          </p:cNvPr>
          <p:cNvSpPr>
            <a:spLocks noGrp="1"/>
          </p:cNvSpPr>
          <p:nvPr/>
        </p:nvSpPr>
        <p:spPr>
          <a:xfrm>
            <a:off x="4893958" y="2024752"/>
            <a:ext cx="46519" cy="46519"/>
          </a:xfrm>
          <a:prstGeom prst="ellipse">
            <a:avLst/>
          </a:prstGeom>
          <a:solidFill>
            <a:srgbClr val="B08A60">
              <a:alpha val="43000"/>
            </a:srgbClr>
          </a:solidFill>
          <a:ln w="0">
            <a:noFill/>
            <a:prstDash val="solid"/>
          </a:ln>
        </p:spPr>
      </p:sp>
      <p:sp>
        <p:nvSpPr>
          <p:cNvPr id="316" name="f_small_violin_ellipse_5419">
            <a:extLst>
              <a:ext uri="{FF2B5EF4-FFF2-40B4-BE49-F238E27FC236}">
                <a16:creationId xmlns:a16="http://schemas.microsoft.com/office/drawing/2014/main" id="{A31BF89A-3565-4DE7-9D18-D2A5A1707A11}"/>
              </a:ext>
            </a:extLst>
          </p:cNvPr>
          <p:cNvSpPr>
            <a:spLocks noGrp="1"/>
          </p:cNvSpPr>
          <p:nvPr/>
        </p:nvSpPr>
        <p:spPr>
          <a:xfrm>
            <a:off x="4882147" y="3240773"/>
            <a:ext cx="46519" cy="46519"/>
          </a:xfrm>
          <a:prstGeom prst="ellipse">
            <a:avLst/>
          </a:prstGeom>
          <a:solidFill>
            <a:srgbClr val="B08A60">
              <a:alpha val="43000"/>
            </a:srgbClr>
          </a:solidFill>
          <a:ln w="0">
            <a:noFill/>
            <a:prstDash val="solid"/>
          </a:ln>
        </p:spPr>
      </p:sp>
      <p:sp>
        <p:nvSpPr>
          <p:cNvPr id="317" name="f_small_violin_ellipse_5420">
            <a:extLst>
              <a:ext uri="{FF2B5EF4-FFF2-40B4-BE49-F238E27FC236}">
                <a16:creationId xmlns:a16="http://schemas.microsoft.com/office/drawing/2014/main" id="{40A456E3-0714-4536-8D98-97D930C61460}"/>
              </a:ext>
            </a:extLst>
          </p:cNvPr>
          <p:cNvSpPr>
            <a:spLocks noGrp="1"/>
          </p:cNvSpPr>
          <p:nvPr/>
        </p:nvSpPr>
        <p:spPr>
          <a:xfrm>
            <a:off x="4803752" y="2835432"/>
            <a:ext cx="46519" cy="46519"/>
          </a:xfrm>
          <a:prstGeom prst="ellipse">
            <a:avLst/>
          </a:prstGeom>
          <a:solidFill>
            <a:srgbClr val="B08A60">
              <a:alpha val="43000"/>
            </a:srgbClr>
          </a:solidFill>
          <a:ln w="0">
            <a:noFill/>
            <a:prstDash val="solid"/>
          </a:ln>
        </p:spPr>
      </p:sp>
      <p:sp>
        <p:nvSpPr>
          <p:cNvPr id="318" name="f_small_violin_ellipse_5421">
            <a:extLst>
              <a:ext uri="{FF2B5EF4-FFF2-40B4-BE49-F238E27FC236}">
                <a16:creationId xmlns:a16="http://schemas.microsoft.com/office/drawing/2014/main" id="{7330168F-B313-4EFF-822F-DCEB66CEFCC6}"/>
              </a:ext>
            </a:extLst>
          </p:cNvPr>
          <p:cNvSpPr>
            <a:spLocks noGrp="1"/>
          </p:cNvSpPr>
          <p:nvPr/>
        </p:nvSpPr>
        <p:spPr>
          <a:xfrm>
            <a:off x="4998332" y="2024752"/>
            <a:ext cx="46519" cy="46519"/>
          </a:xfrm>
          <a:prstGeom prst="ellipse">
            <a:avLst/>
          </a:prstGeom>
          <a:solidFill>
            <a:srgbClr val="B08A60">
              <a:alpha val="43000"/>
            </a:srgbClr>
          </a:solidFill>
          <a:ln w="0">
            <a:noFill/>
            <a:prstDash val="solid"/>
          </a:ln>
        </p:spPr>
      </p:sp>
      <p:sp>
        <p:nvSpPr>
          <p:cNvPr id="319" name="f_small_violin_ellipse_5422">
            <a:extLst>
              <a:ext uri="{FF2B5EF4-FFF2-40B4-BE49-F238E27FC236}">
                <a16:creationId xmlns:a16="http://schemas.microsoft.com/office/drawing/2014/main" id="{8877B9BF-4A2D-4954-A8B5-A549BE406378}"/>
              </a:ext>
            </a:extLst>
          </p:cNvPr>
          <p:cNvSpPr>
            <a:spLocks noGrp="1"/>
          </p:cNvSpPr>
          <p:nvPr/>
        </p:nvSpPr>
        <p:spPr>
          <a:xfrm>
            <a:off x="5109455" y="3119170"/>
            <a:ext cx="46519" cy="46519"/>
          </a:xfrm>
          <a:prstGeom prst="ellipse">
            <a:avLst/>
          </a:prstGeom>
          <a:solidFill>
            <a:srgbClr val="B08A60">
              <a:alpha val="43000"/>
            </a:srgbClr>
          </a:solidFill>
          <a:ln w="0">
            <a:noFill/>
            <a:prstDash val="solid"/>
          </a:ln>
        </p:spPr>
      </p:sp>
      <p:sp>
        <p:nvSpPr>
          <p:cNvPr id="320" name="f_small_violin_ellipse_5423">
            <a:extLst>
              <a:ext uri="{FF2B5EF4-FFF2-40B4-BE49-F238E27FC236}">
                <a16:creationId xmlns:a16="http://schemas.microsoft.com/office/drawing/2014/main" id="{2FC893B5-52E0-4118-B22B-C4D4175ABDFB}"/>
              </a:ext>
            </a:extLst>
          </p:cNvPr>
          <p:cNvSpPr>
            <a:spLocks noGrp="1"/>
          </p:cNvSpPr>
          <p:nvPr/>
        </p:nvSpPr>
        <p:spPr>
          <a:xfrm>
            <a:off x="4821346" y="4456793"/>
            <a:ext cx="46519" cy="46519"/>
          </a:xfrm>
          <a:prstGeom prst="ellipse">
            <a:avLst/>
          </a:prstGeom>
          <a:solidFill>
            <a:srgbClr val="B08A60">
              <a:alpha val="43000"/>
            </a:srgbClr>
          </a:solidFill>
          <a:ln w="0">
            <a:noFill/>
            <a:prstDash val="solid"/>
          </a:ln>
        </p:spPr>
      </p:sp>
      <p:sp>
        <p:nvSpPr>
          <p:cNvPr id="321" name="f_small_violin_ellipse_5424">
            <a:extLst>
              <a:ext uri="{FF2B5EF4-FFF2-40B4-BE49-F238E27FC236}">
                <a16:creationId xmlns:a16="http://schemas.microsoft.com/office/drawing/2014/main" id="{42EF5FFD-EE2C-4F8E-86A8-468BC5760549}"/>
              </a:ext>
            </a:extLst>
          </p:cNvPr>
          <p:cNvSpPr>
            <a:spLocks noGrp="1"/>
          </p:cNvSpPr>
          <p:nvPr/>
        </p:nvSpPr>
        <p:spPr>
          <a:xfrm>
            <a:off x="5036878" y="2024752"/>
            <a:ext cx="46519" cy="46519"/>
          </a:xfrm>
          <a:prstGeom prst="ellipse">
            <a:avLst/>
          </a:prstGeom>
          <a:solidFill>
            <a:srgbClr val="B08A60">
              <a:alpha val="43000"/>
            </a:srgbClr>
          </a:solidFill>
          <a:ln w="0">
            <a:noFill/>
            <a:prstDash val="solid"/>
          </a:ln>
        </p:spPr>
      </p:sp>
      <p:sp>
        <p:nvSpPr>
          <p:cNvPr id="322" name="f_small_violin_ellipse_5425">
            <a:extLst>
              <a:ext uri="{FF2B5EF4-FFF2-40B4-BE49-F238E27FC236}">
                <a16:creationId xmlns:a16="http://schemas.microsoft.com/office/drawing/2014/main" id="{7E90BBF4-B1D1-4179-BEF2-560346D431AA}"/>
              </a:ext>
            </a:extLst>
          </p:cNvPr>
          <p:cNvSpPr>
            <a:spLocks noGrp="1"/>
          </p:cNvSpPr>
          <p:nvPr/>
        </p:nvSpPr>
        <p:spPr>
          <a:xfrm>
            <a:off x="5072191" y="4456793"/>
            <a:ext cx="46519" cy="46519"/>
          </a:xfrm>
          <a:prstGeom prst="ellipse">
            <a:avLst/>
          </a:prstGeom>
          <a:solidFill>
            <a:srgbClr val="B08A60">
              <a:alpha val="43000"/>
            </a:srgbClr>
          </a:solidFill>
          <a:ln w="0">
            <a:noFill/>
            <a:prstDash val="solid"/>
          </a:ln>
        </p:spPr>
      </p:sp>
      <p:sp>
        <p:nvSpPr>
          <p:cNvPr id="323" name="f_small_violin_ellipse_5426">
            <a:extLst>
              <a:ext uri="{FF2B5EF4-FFF2-40B4-BE49-F238E27FC236}">
                <a16:creationId xmlns:a16="http://schemas.microsoft.com/office/drawing/2014/main" id="{D58F47CC-092F-4B7A-B10A-49B56182B1E6}"/>
              </a:ext>
            </a:extLst>
          </p:cNvPr>
          <p:cNvSpPr>
            <a:spLocks noGrp="1"/>
          </p:cNvSpPr>
          <p:nvPr/>
        </p:nvSpPr>
        <p:spPr>
          <a:xfrm>
            <a:off x="4907998" y="2328757"/>
            <a:ext cx="46519" cy="46519"/>
          </a:xfrm>
          <a:prstGeom prst="ellipse">
            <a:avLst/>
          </a:prstGeom>
          <a:solidFill>
            <a:srgbClr val="B08A60">
              <a:alpha val="43000"/>
            </a:srgbClr>
          </a:solidFill>
          <a:ln w="0">
            <a:noFill/>
            <a:prstDash val="solid"/>
          </a:ln>
        </p:spPr>
      </p:sp>
      <p:sp>
        <p:nvSpPr>
          <p:cNvPr id="324" name="f_small_violin_ellipse_5427">
            <a:extLst>
              <a:ext uri="{FF2B5EF4-FFF2-40B4-BE49-F238E27FC236}">
                <a16:creationId xmlns:a16="http://schemas.microsoft.com/office/drawing/2014/main" id="{3A673B6A-458B-4D98-89BA-D0816744F46B}"/>
              </a:ext>
            </a:extLst>
          </p:cNvPr>
          <p:cNvSpPr>
            <a:spLocks noGrp="1"/>
          </p:cNvSpPr>
          <p:nvPr/>
        </p:nvSpPr>
        <p:spPr>
          <a:xfrm>
            <a:off x="5097024" y="2024752"/>
            <a:ext cx="46519" cy="46519"/>
          </a:xfrm>
          <a:prstGeom prst="ellipse">
            <a:avLst/>
          </a:prstGeom>
          <a:solidFill>
            <a:srgbClr val="B08A60">
              <a:alpha val="43000"/>
            </a:srgbClr>
          </a:solidFill>
          <a:ln w="0">
            <a:noFill/>
            <a:prstDash val="solid"/>
          </a:ln>
        </p:spPr>
      </p:sp>
      <p:sp>
        <p:nvSpPr>
          <p:cNvPr id="325" name="f_small_violin_ellipse_5428">
            <a:extLst>
              <a:ext uri="{FF2B5EF4-FFF2-40B4-BE49-F238E27FC236}">
                <a16:creationId xmlns:a16="http://schemas.microsoft.com/office/drawing/2014/main" id="{786DE14E-E893-44CA-B814-00673EDA068F}"/>
              </a:ext>
            </a:extLst>
          </p:cNvPr>
          <p:cNvSpPr>
            <a:spLocks noGrp="1"/>
          </p:cNvSpPr>
          <p:nvPr/>
        </p:nvSpPr>
        <p:spPr>
          <a:xfrm>
            <a:off x="4966081" y="4456793"/>
            <a:ext cx="46519" cy="46519"/>
          </a:xfrm>
          <a:prstGeom prst="ellipse">
            <a:avLst/>
          </a:prstGeom>
          <a:solidFill>
            <a:srgbClr val="B08A60">
              <a:alpha val="43000"/>
            </a:srgbClr>
          </a:solidFill>
          <a:ln w="0">
            <a:noFill/>
            <a:prstDash val="solid"/>
          </a:ln>
        </p:spPr>
      </p:sp>
      <p:sp>
        <p:nvSpPr>
          <p:cNvPr id="326" name="f_small_violin_ellipse_5429">
            <a:extLst>
              <a:ext uri="{FF2B5EF4-FFF2-40B4-BE49-F238E27FC236}">
                <a16:creationId xmlns:a16="http://schemas.microsoft.com/office/drawing/2014/main" id="{710B1D87-7268-4E4E-8DC7-186419208DE7}"/>
              </a:ext>
            </a:extLst>
          </p:cNvPr>
          <p:cNvSpPr>
            <a:spLocks noGrp="1"/>
          </p:cNvSpPr>
          <p:nvPr/>
        </p:nvSpPr>
        <p:spPr>
          <a:xfrm>
            <a:off x="4975028" y="3240773"/>
            <a:ext cx="46519" cy="46519"/>
          </a:xfrm>
          <a:prstGeom prst="ellipse">
            <a:avLst/>
          </a:prstGeom>
          <a:solidFill>
            <a:srgbClr val="B08A60">
              <a:alpha val="43000"/>
            </a:srgbClr>
          </a:solidFill>
          <a:ln w="0">
            <a:noFill/>
            <a:prstDash val="solid"/>
          </a:ln>
        </p:spPr>
      </p:sp>
      <p:sp>
        <p:nvSpPr>
          <p:cNvPr id="327" name="f_small_violin_ellipse_5430">
            <a:extLst>
              <a:ext uri="{FF2B5EF4-FFF2-40B4-BE49-F238E27FC236}">
                <a16:creationId xmlns:a16="http://schemas.microsoft.com/office/drawing/2014/main" id="{43D70F95-6BF2-42F9-A65E-05FC761AD00A}"/>
              </a:ext>
            </a:extLst>
          </p:cNvPr>
          <p:cNvSpPr>
            <a:spLocks noGrp="1"/>
          </p:cNvSpPr>
          <p:nvPr/>
        </p:nvSpPr>
        <p:spPr>
          <a:xfrm>
            <a:off x="5128790" y="4456793"/>
            <a:ext cx="46519" cy="46519"/>
          </a:xfrm>
          <a:prstGeom prst="ellipse">
            <a:avLst/>
          </a:prstGeom>
          <a:solidFill>
            <a:srgbClr val="B08A60">
              <a:alpha val="43000"/>
            </a:srgbClr>
          </a:solidFill>
          <a:ln w="0">
            <a:noFill/>
            <a:prstDash val="solid"/>
          </a:ln>
        </p:spPr>
      </p:sp>
      <p:sp>
        <p:nvSpPr>
          <p:cNvPr id="328" name="f_small_violin_ellipse_5431">
            <a:extLst>
              <a:ext uri="{FF2B5EF4-FFF2-40B4-BE49-F238E27FC236}">
                <a16:creationId xmlns:a16="http://schemas.microsoft.com/office/drawing/2014/main" id="{93D09CFC-6B06-4F88-B141-FC2204036E19}"/>
              </a:ext>
            </a:extLst>
          </p:cNvPr>
          <p:cNvSpPr>
            <a:spLocks noGrp="1"/>
          </p:cNvSpPr>
          <p:nvPr/>
        </p:nvSpPr>
        <p:spPr>
          <a:xfrm>
            <a:off x="5090830" y="2024752"/>
            <a:ext cx="46519" cy="46519"/>
          </a:xfrm>
          <a:prstGeom prst="ellipse">
            <a:avLst/>
          </a:prstGeom>
          <a:solidFill>
            <a:srgbClr val="B08A60">
              <a:alpha val="43000"/>
            </a:srgbClr>
          </a:solidFill>
          <a:ln w="0">
            <a:noFill/>
            <a:prstDash val="solid"/>
          </a:ln>
        </p:spPr>
      </p:sp>
      <p:sp>
        <p:nvSpPr>
          <p:cNvPr id="329" name="f_small_violin_ellipse_5432">
            <a:extLst>
              <a:ext uri="{FF2B5EF4-FFF2-40B4-BE49-F238E27FC236}">
                <a16:creationId xmlns:a16="http://schemas.microsoft.com/office/drawing/2014/main" id="{148387F4-32F6-499B-BFB5-30929008692F}"/>
              </a:ext>
            </a:extLst>
          </p:cNvPr>
          <p:cNvSpPr>
            <a:spLocks noGrp="1"/>
          </p:cNvSpPr>
          <p:nvPr/>
        </p:nvSpPr>
        <p:spPr>
          <a:xfrm>
            <a:off x="5044841" y="4456793"/>
            <a:ext cx="46519" cy="46519"/>
          </a:xfrm>
          <a:prstGeom prst="ellipse">
            <a:avLst/>
          </a:prstGeom>
          <a:solidFill>
            <a:srgbClr val="B08A60">
              <a:alpha val="43000"/>
            </a:srgbClr>
          </a:solidFill>
          <a:ln w="0">
            <a:noFill/>
            <a:prstDash val="solid"/>
          </a:ln>
        </p:spPr>
      </p:sp>
      <p:sp>
        <p:nvSpPr>
          <p:cNvPr id="330" name="f_small_violin_ellipse_5433">
            <a:extLst>
              <a:ext uri="{FF2B5EF4-FFF2-40B4-BE49-F238E27FC236}">
                <a16:creationId xmlns:a16="http://schemas.microsoft.com/office/drawing/2014/main" id="{BDB54EA0-0124-4991-AE77-7F4355AB21A6}"/>
              </a:ext>
            </a:extLst>
          </p:cNvPr>
          <p:cNvSpPr>
            <a:spLocks noGrp="1"/>
          </p:cNvSpPr>
          <p:nvPr/>
        </p:nvSpPr>
        <p:spPr>
          <a:xfrm>
            <a:off x="4921124" y="2632762"/>
            <a:ext cx="46519" cy="46519"/>
          </a:xfrm>
          <a:prstGeom prst="ellipse">
            <a:avLst/>
          </a:prstGeom>
          <a:solidFill>
            <a:srgbClr val="B08A60">
              <a:alpha val="43000"/>
            </a:srgbClr>
          </a:solidFill>
          <a:ln w="0">
            <a:noFill/>
            <a:prstDash val="solid"/>
          </a:ln>
        </p:spPr>
      </p:sp>
      <p:sp>
        <p:nvSpPr>
          <p:cNvPr id="331" name="f_small_violin_ellipse_5434">
            <a:extLst>
              <a:ext uri="{FF2B5EF4-FFF2-40B4-BE49-F238E27FC236}">
                <a16:creationId xmlns:a16="http://schemas.microsoft.com/office/drawing/2014/main" id="{61928E8A-9D75-471A-81F5-B7EE9F642090}"/>
              </a:ext>
            </a:extLst>
          </p:cNvPr>
          <p:cNvSpPr>
            <a:spLocks noGrp="1"/>
          </p:cNvSpPr>
          <p:nvPr/>
        </p:nvSpPr>
        <p:spPr>
          <a:xfrm>
            <a:off x="5069623" y="4051453"/>
            <a:ext cx="46519" cy="46519"/>
          </a:xfrm>
          <a:prstGeom prst="ellipse">
            <a:avLst/>
          </a:prstGeom>
          <a:solidFill>
            <a:srgbClr val="B08A60">
              <a:alpha val="43000"/>
            </a:srgbClr>
          </a:solidFill>
          <a:ln w="0">
            <a:noFill/>
            <a:prstDash val="solid"/>
          </a:ln>
        </p:spPr>
      </p:sp>
      <p:sp>
        <p:nvSpPr>
          <p:cNvPr id="332" name="f_small_violin_ellipse_5435">
            <a:extLst>
              <a:ext uri="{FF2B5EF4-FFF2-40B4-BE49-F238E27FC236}">
                <a16:creationId xmlns:a16="http://schemas.microsoft.com/office/drawing/2014/main" id="{77FBE9B4-A731-48EF-BCD9-92A7BA096EB7}"/>
              </a:ext>
            </a:extLst>
          </p:cNvPr>
          <p:cNvSpPr>
            <a:spLocks noGrp="1"/>
          </p:cNvSpPr>
          <p:nvPr/>
        </p:nvSpPr>
        <p:spPr>
          <a:xfrm>
            <a:off x="5079459" y="2632762"/>
            <a:ext cx="46519" cy="46519"/>
          </a:xfrm>
          <a:prstGeom prst="ellipse">
            <a:avLst/>
          </a:prstGeom>
          <a:solidFill>
            <a:srgbClr val="B08A60">
              <a:alpha val="43000"/>
            </a:srgbClr>
          </a:solidFill>
          <a:ln w="0">
            <a:noFill/>
            <a:prstDash val="solid"/>
          </a:ln>
        </p:spPr>
      </p:sp>
      <p:sp>
        <p:nvSpPr>
          <p:cNvPr id="333" name="f_small_violin_ellipse_5436">
            <a:extLst>
              <a:ext uri="{FF2B5EF4-FFF2-40B4-BE49-F238E27FC236}">
                <a16:creationId xmlns:a16="http://schemas.microsoft.com/office/drawing/2014/main" id="{133061DC-EF52-4267-B578-59F774E4593A}"/>
              </a:ext>
            </a:extLst>
          </p:cNvPr>
          <p:cNvSpPr>
            <a:spLocks noGrp="1"/>
          </p:cNvSpPr>
          <p:nvPr/>
        </p:nvSpPr>
        <p:spPr>
          <a:xfrm>
            <a:off x="4936473" y="4109359"/>
            <a:ext cx="46519" cy="46519"/>
          </a:xfrm>
          <a:prstGeom prst="ellipse">
            <a:avLst/>
          </a:prstGeom>
          <a:solidFill>
            <a:srgbClr val="B08A60">
              <a:alpha val="43000"/>
            </a:srgbClr>
          </a:solidFill>
          <a:ln w="0">
            <a:noFill/>
            <a:prstDash val="solid"/>
          </a:ln>
        </p:spPr>
      </p:sp>
      <p:sp>
        <p:nvSpPr>
          <p:cNvPr id="334" name="f_small_violin_ellipse_5437">
            <a:extLst>
              <a:ext uri="{FF2B5EF4-FFF2-40B4-BE49-F238E27FC236}">
                <a16:creationId xmlns:a16="http://schemas.microsoft.com/office/drawing/2014/main" id="{521A7E63-B5A4-4CD9-8484-F6D7FD59E9E2}"/>
              </a:ext>
            </a:extLst>
          </p:cNvPr>
          <p:cNvSpPr>
            <a:spLocks noGrp="1"/>
          </p:cNvSpPr>
          <p:nvPr/>
        </p:nvSpPr>
        <p:spPr>
          <a:xfrm>
            <a:off x="4793901" y="2024752"/>
            <a:ext cx="46519" cy="46519"/>
          </a:xfrm>
          <a:prstGeom prst="ellipse">
            <a:avLst/>
          </a:prstGeom>
          <a:solidFill>
            <a:srgbClr val="B08A60">
              <a:alpha val="43000"/>
            </a:srgbClr>
          </a:solidFill>
          <a:ln w="0">
            <a:noFill/>
            <a:prstDash val="solid"/>
          </a:ln>
        </p:spPr>
      </p:sp>
      <p:sp>
        <p:nvSpPr>
          <p:cNvPr id="335" name="f_small_violin_ellipse_5438">
            <a:extLst>
              <a:ext uri="{FF2B5EF4-FFF2-40B4-BE49-F238E27FC236}">
                <a16:creationId xmlns:a16="http://schemas.microsoft.com/office/drawing/2014/main" id="{CD6BB421-4A4F-4D18-97EE-7FC95D9CEAAD}"/>
              </a:ext>
            </a:extLst>
          </p:cNvPr>
          <p:cNvSpPr>
            <a:spLocks noGrp="1"/>
          </p:cNvSpPr>
          <p:nvPr/>
        </p:nvSpPr>
        <p:spPr>
          <a:xfrm>
            <a:off x="4891853" y="4456793"/>
            <a:ext cx="46519" cy="46519"/>
          </a:xfrm>
          <a:prstGeom prst="ellipse">
            <a:avLst/>
          </a:prstGeom>
          <a:solidFill>
            <a:srgbClr val="B08A60">
              <a:alpha val="43000"/>
            </a:srgbClr>
          </a:solidFill>
          <a:ln w="0">
            <a:noFill/>
            <a:prstDash val="solid"/>
          </a:ln>
        </p:spPr>
      </p:sp>
      <p:sp>
        <p:nvSpPr>
          <p:cNvPr id="336" name="f_small_violin_ellipse_5439">
            <a:extLst>
              <a:ext uri="{FF2B5EF4-FFF2-40B4-BE49-F238E27FC236}">
                <a16:creationId xmlns:a16="http://schemas.microsoft.com/office/drawing/2014/main" id="{0147230D-C31D-4378-9557-3FAC1C95E50D}"/>
              </a:ext>
            </a:extLst>
          </p:cNvPr>
          <p:cNvSpPr>
            <a:spLocks noGrp="1"/>
          </p:cNvSpPr>
          <p:nvPr/>
        </p:nvSpPr>
        <p:spPr>
          <a:xfrm>
            <a:off x="4831093" y="4456793"/>
            <a:ext cx="46519" cy="46519"/>
          </a:xfrm>
          <a:prstGeom prst="ellipse">
            <a:avLst/>
          </a:prstGeom>
          <a:solidFill>
            <a:srgbClr val="B08A60">
              <a:alpha val="43000"/>
            </a:srgbClr>
          </a:solidFill>
          <a:ln w="0">
            <a:noFill/>
            <a:prstDash val="solid"/>
          </a:ln>
        </p:spPr>
      </p:sp>
      <p:sp>
        <p:nvSpPr>
          <p:cNvPr id="337" name="f_small_violin_ellipse_5440">
            <a:extLst>
              <a:ext uri="{FF2B5EF4-FFF2-40B4-BE49-F238E27FC236}">
                <a16:creationId xmlns:a16="http://schemas.microsoft.com/office/drawing/2014/main" id="{F71F5B0B-48EC-4A3B-B4C2-9C7CA8D3255E}"/>
              </a:ext>
            </a:extLst>
          </p:cNvPr>
          <p:cNvSpPr>
            <a:spLocks noGrp="1"/>
          </p:cNvSpPr>
          <p:nvPr/>
        </p:nvSpPr>
        <p:spPr>
          <a:xfrm>
            <a:off x="4894320" y="2024752"/>
            <a:ext cx="46519" cy="46519"/>
          </a:xfrm>
          <a:prstGeom prst="ellipse">
            <a:avLst/>
          </a:prstGeom>
          <a:solidFill>
            <a:srgbClr val="B08A60">
              <a:alpha val="43000"/>
            </a:srgbClr>
          </a:solidFill>
          <a:ln w="0">
            <a:noFill/>
            <a:prstDash val="solid"/>
          </a:ln>
        </p:spPr>
      </p:sp>
      <p:sp>
        <p:nvSpPr>
          <p:cNvPr id="338" name="f_small_violin_ellipse_5441">
            <a:extLst>
              <a:ext uri="{FF2B5EF4-FFF2-40B4-BE49-F238E27FC236}">
                <a16:creationId xmlns:a16="http://schemas.microsoft.com/office/drawing/2014/main" id="{56CEBB0D-AF97-4ACE-A2C0-65C43E8FAA67}"/>
              </a:ext>
            </a:extLst>
          </p:cNvPr>
          <p:cNvSpPr>
            <a:spLocks noGrp="1"/>
          </p:cNvSpPr>
          <p:nvPr/>
        </p:nvSpPr>
        <p:spPr>
          <a:xfrm>
            <a:off x="4800151" y="2024752"/>
            <a:ext cx="46519" cy="46519"/>
          </a:xfrm>
          <a:prstGeom prst="ellipse">
            <a:avLst/>
          </a:prstGeom>
          <a:solidFill>
            <a:srgbClr val="B08A60">
              <a:alpha val="43000"/>
            </a:srgbClr>
          </a:solidFill>
          <a:ln w="0">
            <a:noFill/>
            <a:prstDash val="solid"/>
          </a:ln>
        </p:spPr>
      </p:sp>
      <p:sp>
        <p:nvSpPr>
          <p:cNvPr id="339" name="f_small_violin_ellipse_5442">
            <a:extLst>
              <a:ext uri="{FF2B5EF4-FFF2-40B4-BE49-F238E27FC236}">
                <a16:creationId xmlns:a16="http://schemas.microsoft.com/office/drawing/2014/main" id="{FAB1CFFE-AF4A-48AC-B183-AC0843B29FA4}"/>
              </a:ext>
            </a:extLst>
          </p:cNvPr>
          <p:cNvSpPr>
            <a:spLocks noGrp="1"/>
          </p:cNvSpPr>
          <p:nvPr/>
        </p:nvSpPr>
        <p:spPr>
          <a:xfrm>
            <a:off x="5117373" y="2024752"/>
            <a:ext cx="46519" cy="46519"/>
          </a:xfrm>
          <a:prstGeom prst="ellipse">
            <a:avLst/>
          </a:prstGeom>
          <a:solidFill>
            <a:srgbClr val="B08A60">
              <a:alpha val="43000"/>
            </a:srgbClr>
          </a:solidFill>
          <a:ln w="0">
            <a:noFill/>
            <a:prstDash val="solid"/>
          </a:ln>
        </p:spPr>
      </p:sp>
      <p:sp>
        <p:nvSpPr>
          <p:cNvPr id="340" name="f_small_violin_ellipse_5443">
            <a:extLst>
              <a:ext uri="{FF2B5EF4-FFF2-40B4-BE49-F238E27FC236}">
                <a16:creationId xmlns:a16="http://schemas.microsoft.com/office/drawing/2014/main" id="{09652A99-38C7-425B-A1F1-9EACA50C886B}"/>
              </a:ext>
            </a:extLst>
          </p:cNvPr>
          <p:cNvSpPr>
            <a:spLocks noGrp="1"/>
          </p:cNvSpPr>
          <p:nvPr/>
        </p:nvSpPr>
        <p:spPr>
          <a:xfrm>
            <a:off x="5043320" y="4456793"/>
            <a:ext cx="46519" cy="46519"/>
          </a:xfrm>
          <a:prstGeom prst="ellipse">
            <a:avLst/>
          </a:prstGeom>
          <a:solidFill>
            <a:srgbClr val="B08A60">
              <a:alpha val="43000"/>
            </a:srgbClr>
          </a:solidFill>
          <a:ln w="0">
            <a:noFill/>
            <a:prstDash val="solid"/>
          </a:ln>
        </p:spPr>
      </p:sp>
      <p:sp>
        <p:nvSpPr>
          <p:cNvPr id="341" name="f_small_violin_ellipse_5444">
            <a:extLst>
              <a:ext uri="{FF2B5EF4-FFF2-40B4-BE49-F238E27FC236}">
                <a16:creationId xmlns:a16="http://schemas.microsoft.com/office/drawing/2014/main" id="{3D627F7A-67FA-47E7-A98C-2B2C3C2F8F28}"/>
              </a:ext>
            </a:extLst>
          </p:cNvPr>
          <p:cNvSpPr>
            <a:spLocks noGrp="1"/>
          </p:cNvSpPr>
          <p:nvPr/>
        </p:nvSpPr>
        <p:spPr>
          <a:xfrm>
            <a:off x="5111744" y="2430092"/>
            <a:ext cx="46519" cy="46519"/>
          </a:xfrm>
          <a:prstGeom prst="ellipse">
            <a:avLst/>
          </a:prstGeom>
          <a:solidFill>
            <a:srgbClr val="B08A60">
              <a:alpha val="43000"/>
            </a:srgbClr>
          </a:solidFill>
          <a:ln w="0">
            <a:noFill/>
            <a:prstDash val="solid"/>
          </a:ln>
        </p:spPr>
      </p:sp>
      <p:sp>
        <p:nvSpPr>
          <p:cNvPr id="342" name="f_small_violin_ellipse_5445">
            <a:extLst>
              <a:ext uri="{FF2B5EF4-FFF2-40B4-BE49-F238E27FC236}">
                <a16:creationId xmlns:a16="http://schemas.microsoft.com/office/drawing/2014/main" id="{7E94DCD0-EE06-40D9-9E36-BD7B92981946}"/>
              </a:ext>
            </a:extLst>
          </p:cNvPr>
          <p:cNvSpPr>
            <a:spLocks noGrp="1"/>
          </p:cNvSpPr>
          <p:nvPr/>
        </p:nvSpPr>
        <p:spPr>
          <a:xfrm>
            <a:off x="4791546" y="2024752"/>
            <a:ext cx="46519" cy="46519"/>
          </a:xfrm>
          <a:prstGeom prst="ellipse">
            <a:avLst/>
          </a:prstGeom>
          <a:solidFill>
            <a:srgbClr val="B08A60">
              <a:alpha val="43000"/>
            </a:srgbClr>
          </a:solidFill>
          <a:ln w="0">
            <a:noFill/>
            <a:prstDash val="solid"/>
          </a:ln>
        </p:spPr>
      </p:sp>
      <p:sp>
        <p:nvSpPr>
          <p:cNvPr id="343" name="f_small_violin_ellipse_5446">
            <a:extLst>
              <a:ext uri="{FF2B5EF4-FFF2-40B4-BE49-F238E27FC236}">
                <a16:creationId xmlns:a16="http://schemas.microsoft.com/office/drawing/2014/main" id="{D5DF119B-D024-4CC1-95B4-9258B3F32C15}"/>
              </a:ext>
            </a:extLst>
          </p:cNvPr>
          <p:cNvSpPr>
            <a:spLocks noGrp="1"/>
          </p:cNvSpPr>
          <p:nvPr/>
        </p:nvSpPr>
        <p:spPr>
          <a:xfrm>
            <a:off x="5078593" y="2024752"/>
            <a:ext cx="46519" cy="46519"/>
          </a:xfrm>
          <a:prstGeom prst="ellipse">
            <a:avLst/>
          </a:prstGeom>
          <a:solidFill>
            <a:srgbClr val="B08A60">
              <a:alpha val="43000"/>
            </a:srgbClr>
          </a:solidFill>
          <a:ln w="0">
            <a:noFill/>
            <a:prstDash val="solid"/>
          </a:ln>
        </p:spPr>
      </p:sp>
      <p:sp>
        <p:nvSpPr>
          <p:cNvPr id="344" name="f_small_violin_ellipse_5447">
            <a:extLst>
              <a:ext uri="{FF2B5EF4-FFF2-40B4-BE49-F238E27FC236}">
                <a16:creationId xmlns:a16="http://schemas.microsoft.com/office/drawing/2014/main" id="{6EB4AAFA-7EDD-4079-8F30-64495FF64F2F}"/>
              </a:ext>
            </a:extLst>
          </p:cNvPr>
          <p:cNvSpPr>
            <a:spLocks noGrp="1"/>
          </p:cNvSpPr>
          <p:nvPr/>
        </p:nvSpPr>
        <p:spPr>
          <a:xfrm>
            <a:off x="5098406" y="3240773"/>
            <a:ext cx="46519" cy="46519"/>
          </a:xfrm>
          <a:prstGeom prst="ellipse">
            <a:avLst/>
          </a:prstGeom>
          <a:solidFill>
            <a:srgbClr val="B08A60">
              <a:alpha val="43000"/>
            </a:srgbClr>
          </a:solidFill>
          <a:ln w="0">
            <a:noFill/>
            <a:prstDash val="solid"/>
          </a:ln>
        </p:spPr>
      </p:sp>
      <p:sp>
        <p:nvSpPr>
          <p:cNvPr id="345" name="f_small_violin_ellipse_5448">
            <a:extLst>
              <a:ext uri="{FF2B5EF4-FFF2-40B4-BE49-F238E27FC236}">
                <a16:creationId xmlns:a16="http://schemas.microsoft.com/office/drawing/2014/main" id="{4D899947-499A-40A2-BACE-F888D3D73174}"/>
              </a:ext>
            </a:extLst>
          </p:cNvPr>
          <p:cNvSpPr>
            <a:spLocks noGrp="1"/>
          </p:cNvSpPr>
          <p:nvPr/>
        </p:nvSpPr>
        <p:spPr>
          <a:xfrm>
            <a:off x="4782789" y="2024752"/>
            <a:ext cx="46519" cy="46519"/>
          </a:xfrm>
          <a:prstGeom prst="ellipse">
            <a:avLst/>
          </a:prstGeom>
          <a:solidFill>
            <a:srgbClr val="B08A60">
              <a:alpha val="43000"/>
            </a:srgbClr>
          </a:solidFill>
          <a:ln w="0">
            <a:noFill/>
            <a:prstDash val="solid"/>
          </a:ln>
        </p:spPr>
      </p:sp>
      <p:sp>
        <p:nvSpPr>
          <p:cNvPr id="346" name="f_small_violin_ellipse_5449">
            <a:extLst>
              <a:ext uri="{FF2B5EF4-FFF2-40B4-BE49-F238E27FC236}">
                <a16:creationId xmlns:a16="http://schemas.microsoft.com/office/drawing/2014/main" id="{6AA5D170-B28A-4AD4-9F77-E6BD020C88F7}"/>
              </a:ext>
            </a:extLst>
          </p:cNvPr>
          <p:cNvSpPr>
            <a:spLocks noGrp="1"/>
          </p:cNvSpPr>
          <p:nvPr/>
        </p:nvSpPr>
        <p:spPr>
          <a:xfrm>
            <a:off x="4940702" y="2024752"/>
            <a:ext cx="46519" cy="46519"/>
          </a:xfrm>
          <a:prstGeom prst="ellipse">
            <a:avLst/>
          </a:prstGeom>
          <a:solidFill>
            <a:srgbClr val="B08A60">
              <a:alpha val="43000"/>
            </a:srgbClr>
          </a:solidFill>
          <a:ln w="0">
            <a:noFill/>
            <a:prstDash val="solid"/>
          </a:ln>
        </p:spPr>
      </p:sp>
      <p:sp>
        <p:nvSpPr>
          <p:cNvPr id="347" name="f_small_violin_ellipse_5450">
            <a:extLst>
              <a:ext uri="{FF2B5EF4-FFF2-40B4-BE49-F238E27FC236}">
                <a16:creationId xmlns:a16="http://schemas.microsoft.com/office/drawing/2014/main" id="{5A0E3087-8B2B-449D-AF07-3892D193809D}"/>
              </a:ext>
            </a:extLst>
          </p:cNvPr>
          <p:cNvSpPr>
            <a:spLocks noGrp="1"/>
          </p:cNvSpPr>
          <p:nvPr/>
        </p:nvSpPr>
        <p:spPr>
          <a:xfrm>
            <a:off x="5038022" y="2024752"/>
            <a:ext cx="46519" cy="46519"/>
          </a:xfrm>
          <a:prstGeom prst="ellipse">
            <a:avLst/>
          </a:prstGeom>
          <a:solidFill>
            <a:srgbClr val="B08A60">
              <a:alpha val="43000"/>
            </a:srgbClr>
          </a:solidFill>
          <a:ln w="0">
            <a:noFill/>
            <a:prstDash val="solid"/>
          </a:ln>
        </p:spPr>
      </p:sp>
      <p:sp>
        <p:nvSpPr>
          <p:cNvPr id="348" name="f_small_violin_ellipse_5451">
            <a:extLst>
              <a:ext uri="{FF2B5EF4-FFF2-40B4-BE49-F238E27FC236}">
                <a16:creationId xmlns:a16="http://schemas.microsoft.com/office/drawing/2014/main" id="{A4704F3B-8EA4-4351-83D1-B97519276B78}"/>
              </a:ext>
            </a:extLst>
          </p:cNvPr>
          <p:cNvSpPr>
            <a:spLocks noGrp="1"/>
          </p:cNvSpPr>
          <p:nvPr/>
        </p:nvSpPr>
        <p:spPr>
          <a:xfrm>
            <a:off x="4841276" y="4269713"/>
            <a:ext cx="46519" cy="46519"/>
          </a:xfrm>
          <a:prstGeom prst="ellipse">
            <a:avLst/>
          </a:prstGeom>
          <a:solidFill>
            <a:srgbClr val="B08A60">
              <a:alpha val="43000"/>
            </a:srgbClr>
          </a:solidFill>
          <a:ln w="0">
            <a:noFill/>
            <a:prstDash val="solid"/>
          </a:ln>
        </p:spPr>
      </p:sp>
      <p:sp>
        <p:nvSpPr>
          <p:cNvPr id="349" name="f_small_violin_ellipse_5452">
            <a:extLst>
              <a:ext uri="{FF2B5EF4-FFF2-40B4-BE49-F238E27FC236}">
                <a16:creationId xmlns:a16="http://schemas.microsoft.com/office/drawing/2014/main" id="{96FF8304-856E-401D-BFBE-CCDDB89EF25A}"/>
              </a:ext>
            </a:extLst>
          </p:cNvPr>
          <p:cNvSpPr>
            <a:spLocks noGrp="1"/>
          </p:cNvSpPr>
          <p:nvPr/>
        </p:nvSpPr>
        <p:spPr>
          <a:xfrm>
            <a:off x="4965629" y="2024752"/>
            <a:ext cx="46519" cy="46519"/>
          </a:xfrm>
          <a:prstGeom prst="ellipse">
            <a:avLst/>
          </a:prstGeom>
          <a:solidFill>
            <a:srgbClr val="B08A60">
              <a:alpha val="43000"/>
            </a:srgbClr>
          </a:solidFill>
          <a:ln w="0">
            <a:noFill/>
            <a:prstDash val="solid"/>
          </a:ln>
        </p:spPr>
      </p:sp>
      <p:sp>
        <p:nvSpPr>
          <p:cNvPr id="350" name="f_small_violin_ellipse_5453">
            <a:extLst>
              <a:ext uri="{FF2B5EF4-FFF2-40B4-BE49-F238E27FC236}">
                <a16:creationId xmlns:a16="http://schemas.microsoft.com/office/drawing/2014/main" id="{AD20C53A-8B30-47B7-85FD-DC0F109FCF62}"/>
              </a:ext>
            </a:extLst>
          </p:cNvPr>
          <p:cNvSpPr>
            <a:spLocks noGrp="1"/>
          </p:cNvSpPr>
          <p:nvPr/>
        </p:nvSpPr>
        <p:spPr>
          <a:xfrm>
            <a:off x="5104458" y="4456793"/>
            <a:ext cx="46519" cy="46519"/>
          </a:xfrm>
          <a:prstGeom prst="ellipse">
            <a:avLst/>
          </a:prstGeom>
          <a:solidFill>
            <a:srgbClr val="B08A60">
              <a:alpha val="43000"/>
            </a:srgbClr>
          </a:solidFill>
          <a:ln w="0">
            <a:noFill/>
            <a:prstDash val="solid"/>
          </a:ln>
        </p:spPr>
      </p:sp>
      <p:sp>
        <p:nvSpPr>
          <p:cNvPr id="351" name="f_small_violin_ellipse_5454">
            <a:extLst>
              <a:ext uri="{FF2B5EF4-FFF2-40B4-BE49-F238E27FC236}">
                <a16:creationId xmlns:a16="http://schemas.microsoft.com/office/drawing/2014/main" id="{8F2F1459-F33C-44CC-A828-382319CC68D9}"/>
              </a:ext>
            </a:extLst>
          </p:cNvPr>
          <p:cNvSpPr>
            <a:spLocks noGrp="1"/>
          </p:cNvSpPr>
          <p:nvPr/>
        </p:nvSpPr>
        <p:spPr>
          <a:xfrm>
            <a:off x="4923467" y="4456793"/>
            <a:ext cx="46519" cy="46519"/>
          </a:xfrm>
          <a:prstGeom prst="ellipse">
            <a:avLst/>
          </a:prstGeom>
          <a:solidFill>
            <a:srgbClr val="B08A60">
              <a:alpha val="43000"/>
            </a:srgbClr>
          </a:solidFill>
          <a:ln w="0">
            <a:noFill/>
            <a:prstDash val="solid"/>
          </a:ln>
        </p:spPr>
      </p:sp>
      <p:sp>
        <p:nvSpPr>
          <p:cNvPr id="352" name="f_small_violin_ellipse_5455">
            <a:extLst>
              <a:ext uri="{FF2B5EF4-FFF2-40B4-BE49-F238E27FC236}">
                <a16:creationId xmlns:a16="http://schemas.microsoft.com/office/drawing/2014/main" id="{919AE141-4CA4-457A-9454-D97A1874D881}"/>
              </a:ext>
            </a:extLst>
          </p:cNvPr>
          <p:cNvSpPr>
            <a:spLocks noGrp="1"/>
          </p:cNvSpPr>
          <p:nvPr/>
        </p:nvSpPr>
        <p:spPr>
          <a:xfrm>
            <a:off x="4809396" y="4456793"/>
            <a:ext cx="46519" cy="46519"/>
          </a:xfrm>
          <a:prstGeom prst="ellipse">
            <a:avLst/>
          </a:prstGeom>
          <a:solidFill>
            <a:srgbClr val="B08A60">
              <a:alpha val="43000"/>
            </a:srgbClr>
          </a:solidFill>
          <a:ln w="0">
            <a:noFill/>
            <a:prstDash val="solid"/>
          </a:ln>
        </p:spPr>
      </p:sp>
      <p:sp>
        <p:nvSpPr>
          <p:cNvPr id="353" name="f_small_violin_ellipse_5456">
            <a:extLst>
              <a:ext uri="{FF2B5EF4-FFF2-40B4-BE49-F238E27FC236}">
                <a16:creationId xmlns:a16="http://schemas.microsoft.com/office/drawing/2014/main" id="{0F4EBFE8-469D-4DB9-B124-2CEF7A58C0EE}"/>
              </a:ext>
            </a:extLst>
          </p:cNvPr>
          <p:cNvSpPr>
            <a:spLocks noGrp="1"/>
          </p:cNvSpPr>
          <p:nvPr/>
        </p:nvSpPr>
        <p:spPr>
          <a:xfrm>
            <a:off x="5084402" y="3848783"/>
            <a:ext cx="46519" cy="46519"/>
          </a:xfrm>
          <a:prstGeom prst="ellipse">
            <a:avLst/>
          </a:prstGeom>
          <a:solidFill>
            <a:srgbClr val="B08A60">
              <a:alpha val="43000"/>
            </a:srgbClr>
          </a:solidFill>
          <a:ln w="0">
            <a:noFill/>
            <a:prstDash val="solid"/>
          </a:ln>
        </p:spPr>
      </p:sp>
      <p:sp>
        <p:nvSpPr>
          <p:cNvPr id="354" name="f_small_violin_ellipse_5457">
            <a:extLst>
              <a:ext uri="{FF2B5EF4-FFF2-40B4-BE49-F238E27FC236}">
                <a16:creationId xmlns:a16="http://schemas.microsoft.com/office/drawing/2014/main" id="{3AF62CA3-707A-4F57-94AA-2C578D8AB49F}"/>
              </a:ext>
            </a:extLst>
          </p:cNvPr>
          <p:cNvSpPr>
            <a:spLocks noGrp="1"/>
          </p:cNvSpPr>
          <p:nvPr/>
        </p:nvSpPr>
        <p:spPr>
          <a:xfrm>
            <a:off x="4858273" y="4109359"/>
            <a:ext cx="46519" cy="46519"/>
          </a:xfrm>
          <a:prstGeom prst="ellipse">
            <a:avLst/>
          </a:prstGeom>
          <a:solidFill>
            <a:srgbClr val="B08A60">
              <a:alpha val="43000"/>
            </a:srgbClr>
          </a:solidFill>
          <a:ln w="0">
            <a:noFill/>
            <a:prstDash val="solid"/>
          </a:ln>
        </p:spPr>
      </p:sp>
      <p:sp>
        <p:nvSpPr>
          <p:cNvPr id="355" name="f_small_violin_ellipse_5458">
            <a:extLst>
              <a:ext uri="{FF2B5EF4-FFF2-40B4-BE49-F238E27FC236}">
                <a16:creationId xmlns:a16="http://schemas.microsoft.com/office/drawing/2014/main" id="{1A576BC9-A349-4197-B973-12EC601657CD}"/>
              </a:ext>
            </a:extLst>
          </p:cNvPr>
          <p:cNvSpPr>
            <a:spLocks noGrp="1"/>
          </p:cNvSpPr>
          <p:nvPr/>
        </p:nvSpPr>
        <p:spPr>
          <a:xfrm>
            <a:off x="4930919" y="2632762"/>
            <a:ext cx="46519" cy="46519"/>
          </a:xfrm>
          <a:prstGeom prst="ellipse">
            <a:avLst/>
          </a:prstGeom>
          <a:solidFill>
            <a:srgbClr val="B08A60">
              <a:alpha val="43000"/>
            </a:srgbClr>
          </a:solidFill>
          <a:ln w="0">
            <a:noFill/>
            <a:prstDash val="solid"/>
          </a:ln>
        </p:spPr>
      </p:sp>
      <p:sp>
        <p:nvSpPr>
          <p:cNvPr id="356" name="f_small_violin_ellipse_5459">
            <a:extLst>
              <a:ext uri="{FF2B5EF4-FFF2-40B4-BE49-F238E27FC236}">
                <a16:creationId xmlns:a16="http://schemas.microsoft.com/office/drawing/2014/main" id="{34BC6E60-97B1-4038-B066-989E32A498CF}"/>
              </a:ext>
            </a:extLst>
          </p:cNvPr>
          <p:cNvSpPr>
            <a:spLocks noGrp="1"/>
          </p:cNvSpPr>
          <p:nvPr/>
        </p:nvSpPr>
        <p:spPr>
          <a:xfrm>
            <a:off x="4970284" y="3240773"/>
            <a:ext cx="46519" cy="46519"/>
          </a:xfrm>
          <a:prstGeom prst="ellipse">
            <a:avLst/>
          </a:prstGeom>
          <a:solidFill>
            <a:srgbClr val="B08A60">
              <a:alpha val="43000"/>
            </a:srgbClr>
          </a:solidFill>
          <a:ln w="0">
            <a:noFill/>
            <a:prstDash val="solid"/>
          </a:ln>
        </p:spPr>
      </p:sp>
      <p:sp>
        <p:nvSpPr>
          <p:cNvPr id="357" name="f_small_violin_ellipse_5460">
            <a:extLst>
              <a:ext uri="{FF2B5EF4-FFF2-40B4-BE49-F238E27FC236}">
                <a16:creationId xmlns:a16="http://schemas.microsoft.com/office/drawing/2014/main" id="{639CA6BE-F26A-44C3-B76A-E646C25E6C75}"/>
              </a:ext>
            </a:extLst>
          </p:cNvPr>
          <p:cNvSpPr>
            <a:spLocks noGrp="1"/>
          </p:cNvSpPr>
          <p:nvPr/>
        </p:nvSpPr>
        <p:spPr>
          <a:xfrm>
            <a:off x="4766682" y="2024752"/>
            <a:ext cx="46519" cy="46519"/>
          </a:xfrm>
          <a:prstGeom prst="ellipse">
            <a:avLst/>
          </a:prstGeom>
          <a:solidFill>
            <a:srgbClr val="B08A60">
              <a:alpha val="43000"/>
            </a:srgbClr>
          </a:solidFill>
          <a:ln w="0">
            <a:noFill/>
            <a:prstDash val="solid"/>
          </a:ln>
        </p:spPr>
      </p:sp>
      <p:sp>
        <p:nvSpPr>
          <p:cNvPr id="358" name="f_small_violin_ellipse_5461">
            <a:extLst>
              <a:ext uri="{FF2B5EF4-FFF2-40B4-BE49-F238E27FC236}">
                <a16:creationId xmlns:a16="http://schemas.microsoft.com/office/drawing/2014/main" id="{B9D664BD-13D4-43A3-83E6-63A8409BF581}"/>
              </a:ext>
            </a:extLst>
          </p:cNvPr>
          <p:cNvSpPr>
            <a:spLocks noGrp="1"/>
          </p:cNvSpPr>
          <p:nvPr/>
        </p:nvSpPr>
        <p:spPr>
          <a:xfrm>
            <a:off x="5092713" y="2024752"/>
            <a:ext cx="46519" cy="46519"/>
          </a:xfrm>
          <a:prstGeom prst="ellipse">
            <a:avLst/>
          </a:prstGeom>
          <a:solidFill>
            <a:srgbClr val="B08A60">
              <a:alpha val="43000"/>
            </a:srgbClr>
          </a:solidFill>
          <a:ln w="0">
            <a:noFill/>
            <a:prstDash val="solid"/>
          </a:ln>
        </p:spPr>
      </p:sp>
      <p:sp>
        <p:nvSpPr>
          <p:cNvPr id="359" name="f_small_violin_ellipse_5462">
            <a:extLst>
              <a:ext uri="{FF2B5EF4-FFF2-40B4-BE49-F238E27FC236}">
                <a16:creationId xmlns:a16="http://schemas.microsoft.com/office/drawing/2014/main" id="{02B4E76A-1D3F-48C9-B2E4-B0960DFFEA21}"/>
              </a:ext>
            </a:extLst>
          </p:cNvPr>
          <p:cNvSpPr>
            <a:spLocks noGrp="1"/>
          </p:cNvSpPr>
          <p:nvPr/>
        </p:nvSpPr>
        <p:spPr>
          <a:xfrm>
            <a:off x="5133409" y="2024752"/>
            <a:ext cx="46519" cy="46519"/>
          </a:xfrm>
          <a:prstGeom prst="ellipse">
            <a:avLst/>
          </a:prstGeom>
          <a:solidFill>
            <a:srgbClr val="B08A60">
              <a:alpha val="43000"/>
            </a:srgbClr>
          </a:solidFill>
          <a:ln w="0">
            <a:noFill/>
            <a:prstDash val="solid"/>
          </a:ln>
        </p:spPr>
      </p:sp>
      <p:sp>
        <p:nvSpPr>
          <p:cNvPr id="360" name="f_small_violin_ellipse_5463">
            <a:extLst>
              <a:ext uri="{FF2B5EF4-FFF2-40B4-BE49-F238E27FC236}">
                <a16:creationId xmlns:a16="http://schemas.microsoft.com/office/drawing/2014/main" id="{BBA10B74-14F7-40DB-8BD0-67F692CC65BB}"/>
              </a:ext>
            </a:extLst>
          </p:cNvPr>
          <p:cNvSpPr>
            <a:spLocks noGrp="1"/>
          </p:cNvSpPr>
          <p:nvPr/>
        </p:nvSpPr>
        <p:spPr>
          <a:xfrm>
            <a:off x="4875815" y="4456793"/>
            <a:ext cx="46519" cy="46519"/>
          </a:xfrm>
          <a:prstGeom prst="ellipse">
            <a:avLst/>
          </a:prstGeom>
          <a:solidFill>
            <a:srgbClr val="B08A60">
              <a:alpha val="43000"/>
            </a:srgbClr>
          </a:solidFill>
          <a:ln w="0">
            <a:noFill/>
            <a:prstDash val="solid"/>
          </a:ln>
        </p:spPr>
      </p:sp>
      <p:sp>
        <p:nvSpPr>
          <p:cNvPr id="361" name="f_small_violin_ellipse_5464">
            <a:extLst>
              <a:ext uri="{FF2B5EF4-FFF2-40B4-BE49-F238E27FC236}">
                <a16:creationId xmlns:a16="http://schemas.microsoft.com/office/drawing/2014/main" id="{46DFF31C-B68B-4E7B-AE55-1601998DE095}"/>
              </a:ext>
            </a:extLst>
          </p:cNvPr>
          <p:cNvSpPr>
            <a:spLocks noGrp="1"/>
          </p:cNvSpPr>
          <p:nvPr/>
        </p:nvSpPr>
        <p:spPr>
          <a:xfrm>
            <a:off x="5014926" y="2632762"/>
            <a:ext cx="46519" cy="46519"/>
          </a:xfrm>
          <a:prstGeom prst="ellipse">
            <a:avLst/>
          </a:prstGeom>
          <a:solidFill>
            <a:srgbClr val="B08A60">
              <a:alpha val="43000"/>
            </a:srgbClr>
          </a:solidFill>
          <a:ln w="0">
            <a:noFill/>
            <a:prstDash val="solid"/>
          </a:ln>
        </p:spPr>
      </p:sp>
      <p:sp>
        <p:nvSpPr>
          <p:cNvPr id="362" name="f_small_violin_ellipse_5465">
            <a:extLst>
              <a:ext uri="{FF2B5EF4-FFF2-40B4-BE49-F238E27FC236}">
                <a16:creationId xmlns:a16="http://schemas.microsoft.com/office/drawing/2014/main" id="{14E608C8-1636-4B70-84AC-61D83954AF84}"/>
              </a:ext>
            </a:extLst>
          </p:cNvPr>
          <p:cNvSpPr>
            <a:spLocks noGrp="1"/>
          </p:cNvSpPr>
          <p:nvPr/>
        </p:nvSpPr>
        <p:spPr>
          <a:xfrm>
            <a:off x="4897473" y="4456793"/>
            <a:ext cx="46519" cy="46519"/>
          </a:xfrm>
          <a:prstGeom prst="ellipse">
            <a:avLst/>
          </a:prstGeom>
          <a:solidFill>
            <a:srgbClr val="B08A60">
              <a:alpha val="43000"/>
            </a:srgbClr>
          </a:solidFill>
          <a:ln w="0">
            <a:noFill/>
            <a:prstDash val="solid"/>
          </a:ln>
        </p:spPr>
      </p:sp>
      <p:sp>
        <p:nvSpPr>
          <p:cNvPr id="363" name="f_small_violin_ellipse_5466">
            <a:extLst>
              <a:ext uri="{FF2B5EF4-FFF2-40B4-BE49-F238E27FC236}">
                <a16:creationId xmlns:a16="http://schemas.microsoft.com/office/drawing/2014/main" id="{716781ED-57EA-4774-A24A-825537F537A1}"/>
              </a:ext>
            </a:extLst>
          </p:cNvPr>
          <p:cNvSpPr>
            <a:spLocks noGrp="1"/>
          </p:cNvSpPr>
          <p:nvPr/>
        </p:nvSpPr>
        <p:spPr>
          <a:xfrm>
            <a:off x="4937689" y="2024752"/>
            <a:ext cx="46519" cy="46519"/>
          </a:xfrm>
          <a:prstGeom prst="ellipse">
            <a:avLst/>
          </a:prstGeom>
          <a:solidFill>
            <a:srgbClr val="B08A60">
              <a:alpha val="43000"/>
            </a:srgbClr>
          </a:solidFill>
          <a:ln w="0">
            <a:noFill/>
            <a:prstDash val="solid"/>
          </a:ln>
        </p:spPr>
      </p:sp>
      <p:sp>
        <p:nvSpPr>
          <p:cNvPr id="364" name="f_small_violin_ellipse_5467">
            <a:extLst>
              <a:ext uri="{FF2B5EF4-FFF2-40B4-BE49-F238E27FC236}">
                <a16:creationId xmlns:a16="http://schemas.microsoft.com/office/drawing/2014/main" id="{4F0F9F9A-5B00-4E18-8F78-2B4B66CC92DA}"/>
              </a:ext>
            </a:extLst>
          </p:cNvPr>
          <p:cNvSpPr>
            <a:spLocks noGrp="1"/>
          </p:cNvSpPr>
          <p:nvPr/>
        </p:nvSpPr>
        <p:spPr>
          <a:xfrm>
            <a:off x="5137952" y="4456793"/>
            <a:ext cx="46519" cy="46519"/>
          </a:xfrm>
          <a:prstGeom prst="ellipse">
            <a:avLst/>
          </a:prstGeom>
          <a:solidFill>
            <a:srgbClr val="B08A60">
              <a:alpha val="43000"/>
            </a:srgbClr>
          </a:solidFill>
          <a:ln w="0">
            <a:noFill/>
            <a:prstDash val="solid"/>
          </a:ln>
        </p:spPr>
      </p:sp>
      <p:sp>
        <p:nvSpPr>
          <p:cNvPr id="365" name="f_small_violin_ellipse_5468">
            <a:extLst>
              <a:ext uri="{FF2B5EF4-FFF2-40B4-BE49-F238E27FC236}">
                <a16:creationId xmlns:a16="http://schemas.microsoft.com/office/drawing/2014/main" id="{DBFDA11A-B316-446F-B526-2D5D18A60036}"/>
              </a:ext>
            </a:extLst>
          </p:cNvPr>
          <p:cNvSpPr>
            <a:spLocks noGrp="1"/>
          </p:cNvSpPr>
          <p:nvPr/>
        </p:nvSpPr>
        <p:spPr>
          <a:xfrm>
            <a:off x="4958071" y="3646113"/>
            <a:ext cx="46519" cy="46519"/>
          </a:xfrm>
          <a:prstGeom prst="ellipse">
            <a:avLst/>
          </a:prstGeom>
          <a:solidFill>
            <a:srgbClr val="B08A60">
              <a:alpha val="43000"/>
            </a:srgbClr>
          </a:solidFill>
          <a:ln w="0">
            <a:noFill/>
            <a:prstDash val="solid"/>
          </a:ln>
        </p:spPr>
      </p:sp>
      <p:sp>
        <p:nvSpPr>
          <p:cNvPr id="366" name="f_small_violin_ellipse_5469">
            <a:extLst>
              <a:ext uri="{FF2B5EF4-FFF2-40B4-BE49-F238E27FC236}">
                <a16:creationId xmlns:a16="http://schemas.microsoft.com/office/drawing/2014/main" id="{C3EAB0AD-88DE-4C16-9984-FC526652BFAE}"/>
              </a:ext>
            </a:extLst>
          </p:cNvPr>
          <p:cNvSpPr>
            <a:spLocks noGrp="1"/>
          </p:cNvSpPr>
          <p:nvPr/>
        </p:nvSpPr>
        <p:spPr>
          <a:xfrm>
            <a:off x="5132573" y="2024752"/>
            <a:ext cx="46519" cy="46519"/>
          </a:xfrm>
          <a:prstGeom prst="ellipse">
            <a:avLst/>
          </a:prstGeom>
          <a:solidFill>
            <a:srgbClr val="B08A60">
              <a:alpha val="43000"/>
            </a:srgbClr>
          </a:solidFill>
          <a:ln w="0">
            <a:noFill/>
            <a:prstDash val="solid"/>
          </a:ln>
        </p:spPr>
      </p:sp>
      <p:sp>
        <p:nvSpPr>
          <p:cNvPr id="367" name="f_small_violin_ellipse_5470">
            <a:extLst>
              <a:ext uri="{FF2B5EF4-FFF2-40B4-BE49-F238E27FC236}">
                <a16:creationId xmlns:a16="http://schemas.microsoft.com/office/drawing/2014/main" id="{1DCD8B5F-CABB-48B0-9AAF-04D2C486EBF5}"/>
              </a:ext>
            </a:extLst>
          </p:cNvPr>
          <p:cNvSpPr>
            <a:spLocks noGrp="1"/>
          </p:cNvSpPr>
          <p:nvPr/>
        </p:nvSpPr>
        <p:spPr>
          <a:xfrm>
            <a:off x="4933213" y="2024752"/>
            <a:ext cx="46519" cy="46519"/>
          </a:xfrm>
          <a:prstGeom prst="ellipse">
            <a:avLst/>
          </a:prstGeom>
          <a:solidFill>
            <a:srgbClr val="B08A60">
              <a:alpha val="43000"/>
            </a:srgbClr>
          </a:solidFill>
          <a:ln w="0">
            <a:noFill/>
            <a:prstDash val="solid"/>
          </a:ln>
        </p:spPr>
      </p:sp>
      <p:sp>
        <p:nvSpPr>
          <p:cNvPr id="368" name="f_small_violin_ellipse_5471">
            <a:extLst>
              <a:ext uri="{FF2B5EF4-FFF2-40B4-BE49-F238E27FC236}">
                <a16:creationId xmlns:a16="http://schemas.microsoft.com/office/drawing/2014/main" id="{69E1C056-73C1-4BC7-ABD5-EE5DD46FAF70}"/>
              </a:ext>
            </a:extLst>
          </p:cNvPr>
          <p:cNvSpPr>
            <a:spLocks noGrp="1"/>
          </p:cNvSpPr>
          <p:nvPr/>
        </p:nvSpPr>
        <p:spPr>
          <a:xfrm>
            <a:off x="5065112" y="3848783"/>
            <a:ext cx="46519" cy="46519"/>
          </a:xfrm>
          <a:prstGeom prst="ellipse">
            <a:avLst/>
          </a:prstGeom>
          <a:solidFill>
            <a:srgbClr val="B08A60">
              <a:alpha val="43000"/>
            </a:srgbClr>
          </a:solidFill>
          <a:ln w="0">
            <a:noFill/>
            <a:prstDash val="solid"/>
          </a:ln>
        </p:spPr>
      </p:sp>
      <p:sp>
        <p:nvSpPr>
          <p:cNvPr id="369" name="f_small_violin_ellipse_5472">
            <a:extLst>
              <a:ext uri="{FF2B5EF4-FFF2-40B4-BE49-F238E27FC236}">
                <a16:creationId xmlns:a16="http://schemas.microsoft.com/office/drawing/2014/main" id="{67444DE7-6270-401C-AB69-CD2AD94BC69C}"/>
              </a:ext>
            </a:extLst>
          </p:cNvPr>
          <p:cNvSpPr>
            <a:spLocks noGrp="1"/>
          </p:cNvSpPr>
          <p:nvPr/>
        </p:nvSpPr>
        <p:spPr>
          <a:xfrm>
            <a:off x="5011388" y="2024752"/>
            <a:ext cx="46519" cy="46519"/>
          </a:xfrm>
          <a:prstGeom prst="ellipse">
            <a:avLst/>
          </a:prstGeom>
          <a:solidFill>
            <a:srgbClr val="B08A60">
              <a:alpha val="43000"/>
            </a:srgbClr>
          </a:solidFill>
          <a:ln w="0">
            <a:noFill/>
            <a:prstDash val="solid"/>
          </a:ln>
        </p:spPr>
      </p:sp>
      <p:sp>
        <p:nvSpPr>
          <p:cNvPr id="370" name="f_small_violin_ellipse_5473">
            <a:extLst>
              <a:ext uri="{FF2B5EF4-FFF2-40B4-BE49-F238E27FC236}">
                <a16:creationId xmlns:a16="http://schemas.microsoft.com/office/drawing/2014/main" id="{6B73D17A-D6B5-4CBE-A911-8BD2B7EFF47B}"/>
              </a:ext>
            </a:extLst>
          </p:cNvPr>
          <p:cNvSpPr>
            <a:spLocks noGrp="1"/>
          </p:cNvSpPr>
          <p:nvPr/>
        </p:nvSpPr>
        <p:spPr>
          <a:xfrm>
            <a:off x="4995741" y="2024752"/>
            <a:ext cx="46519" cy="46519"/>
          </a:xfrm>
          <a:prstGeom prst="ellipse">
            <a:avLst/>
          </a:prstGeom>
          <a:solidFill>
            <a:srgbClr val="B08A60">
              <a:alpha val="43000"/>
            </a:srgbClr>
          </a:solidFill>
          <a:ln w="0">
            <a:noFill/>
            <a:prstDash val="solid"/>
          </a:ln>
        </p:spPr>
      </p:sp>
      <p:sp>
        <p:nvSpPr>
          <p:cNvPr id="371" name="f_small_violin_ellipse_5474">
            <a:extLst>
              <a:ext uri="{FF2B5EF4-FFF2-40B4-BE49-F238E27FC236}">
                <a16:creationId xmlns:a16="http://schemas.microsoft.com/office/drawing/2014/main" id="{04F8E390-A605-4F9E-8CFF-E1CD8E7A9C52}"/>
              </a:ext>
            </a:extLst>
          </p:cNvPr>
          <p:cNvSpPr>
            <a:spLocks noGrp="1"/>
          </p:cNvSpPr>
          <p:nvPr/>
        </p:nvSpPr>
        <p:spPr>
          <a:xfrm>
            <a:off x="4780218" y="2024752"/>
            <a:ext cx="46519" cy="46519"/>
          </a:xfrm>
          <a:prstGeom prst="ellipse">
            <a:avLst/>
          </a:prstGeom>
          <a:solidFill>
            <a:srgbClr val="B08A60">
              <a:alpha val="43000"/>
            </a:srgbClr>
          </a:solidFill>
          <a:ln w="0">
            <a:noFill/>
            <a:prstDash val="solid"/>
          </a:ln>
        </p:spPr>
      </p:sp>
      <p:sp>
        <p:nvSpPr>
          <p:cNvPr id="372" name="f_small_violin_ellipse_5475">
            <a:extLst>
              <a:ext uri="{FF2B5EF4-FFF2-40B4-BE49-F238E27FC236}">
                <a16:creationId xmlns:a16="http://schemas.microsoft.com/office/drawing/2014/main" id="{DC201B4E-8890-4C30-BA2B-02A583FB207E}"/>
              </a:ext>
            </a:extLst>
          </p:cNvPr>
          <p:cNvSpPr>
            <a:spLocks noGrp="1"/>
          </p:cNvSpPr>
          <p:nvPr/>
        </p:nvSpPr>
        <p:spPr>
          <a:xfrm>
            <a:off x="4850146" y="2024752"/>
            <a:ext cx="46519" cy="46519"/>
          </a:xfrm>
          <a:prstGeom prst="ellipse">
            <a:avLst/>
          </a:prstGeom>
          <a:solidFill>
            <a:srgbClr val="B08A60">
              <a:alpha val="43000"/>
            </a:srgbClr>
          </a:solidFill>
          <a:ln w="0">
            <a:noFill/>
            <a:prstDash val="solid"/>
          </a:ln>
        </p:spPr>
      </p:sp>
      <p:sp>
        <p:nvSpPr>
          <p:cNvPr id="373" name="f_small_violin_ellipse_5476">
            <a:extLst>
              <a:ext uri="{FF2B5EF4-FFF2-40B4-BE49-F238E27FC236}">
                <a16:creationId xmlns:a16="http://schemas.microsoft.com/office/drawing/2014/main" id="{42693A7A-B4A6-4417-AFD8-CBB585A67B67}"/>
              </a:ext>
            </a:extLst>
          </p:cNvPr>
          <p:cNvSpPr>
            <a:spLocks noGrp="1"/>
          </p:cNvSpPr>
          <p:nvPr/>
        </p:nvSpPr>
        <p:spPr>
          <a:xfrm>
            <a:off x="5152326" y="4456793"/>
            <a:ext cx="46519" cy="46519"/>
          </a:xfrm>
          <a:prstGeom prst="ellipse">
            <a:avLst/>
          </a:prstGeom>
          <a:solidFill>
            <a:srgbClr val="B08A60">
              <a:alpha val="43000"/>
            </a:srgbClr>
          </a:solidFill>
          <a:ln w="0">
            <a:noFill/>
            <a:prstDash val="solid"/>
          </a:ln>
        </p:spPr>
      </p:sp>
      <p:sp>
        <p:nvSpPr>
          <p:cNvPr id="374" name="f_small_violin_ellipse_5477">
            <a:extLst>
              <a:ext uri="{FF2B5EF4-FFF2-40B4-BE49-F238E27FC236}">
                <a16:creationId xmlns:a16="http://schemas.microsoft.com/office/drawing/2014/main" id="{EA287AB3-A8FE-421F-9AA9-F9B14BD5E02E}"/>
              </a:ext>
            </a:extLst>
          </p:cNvPr>
          <p:cNvSpPr>
            <a:spLocks noGrp="1"/>
          </p:cNvSpPr>
          <p:nvPr/>
        </p:nvSpPr>
        <p:spPr>
          <a:xfrm>
            <a:off x="5056933" y="2024752"/>
            <a:ext cx="46519" cy="46519"/>
          </a:xfrm>
          <a:prstGeom prst="ellipse">
            <a:avLst/>
          </a:prstGeom>
          <a:solidFill>
            <a:srgbClr val="B08A60">
              <a:alpha val="43000"/>
            </a:srgbClr>
          </a:solidFill>
          <a:ln w="0">
            <a:noFill/>
            <a:prstDash val="solid"/>
          </a:ln>
        </p:spPr>
      </p:sp>
      <p:sp>
        <p:nvSpPr>
          <p:cNvPr id="375" name="f_small_violin_ellipse_5478">
            <a:extLst>
              <a:ext uri="{FF2B5EF4-FFF2-40B4-BE49-F238E27FC236}">
                <a16:creationId xmlns:a16="http://schemas.microsoft.com/office/drawing/2014/main" id="{E6A9FE4C-1EB3-414D-B556-2D61FB4A80C2}"/>
              </a:ext>
            </a:extLst>
          </p:cNvPr>
          <p:cNvSpPr>
            <a:spLocks noGrp="1"/>
          </p:cNvSpPr>
          <p:nvPr/>
        </p:nvSpPr>
        <p:spPr>
          <a:xfrm>
            <a:off x="5047647" y="3240773"/>
            <a:ext cx="46519" cy="46519"/>
          </a:xfrm>
          <a:prstGeom prst="ellipse">
            <a:avLst/>
          </a:prstGeom>
          <a:solidFill>
            <a:srgbClr val="B08A60">
              <a:alpha val="43000"/>
            </a:srgbClr>
          </a:solidFill>
          <a:ln w="0">
            <a:noFill/>
            <a:prstDash val="solid"/>
          </a:ln>
        </p:spPr>
      </p:sp>
      <p:sp>
        <p:nvSpPr>
          <p:cNvPr id="376" name="f_small_violin_ellipse_5479">
            <a:extLst>
              <a:ext uri="{FF2B5EF4-FFF2-40B4-BE49-F238E27FC236}">
                <a16:creationId xmlns:a16="http://schemas.microsoft.com/office/drawing/2014/main" id="{EB92DF2C-3197-4F5B-8D27-F668CBEDCD13}"/>
              </a:ext>
            </a:extLst>
          </p:cNvPr>
          <p:cNvSpPr>
            <a:spLocks noGrp="1"/>
          </p:cNvSpPr>
          <p:nvPr/>
        </p:nvSpPr>
        <p:spPr>
          <a:xfrm>
            <a:off x="4864293" y="4321680"/>
            <a:ext cx="46519" cy="46519"/>
          </a:xfrm>
          <a:prstGeom prst="ellipse">
            <a:avLst/>
          </a:prstGeom>
          <a:solidFill>
            <a:srgbClr val="B08A60">
              <a:alpha val="43000"/>
            </a:srgbClr>
          </a:solidFill>
          <a:ln w="0">
            <a:noFill/>
            <a:prstDash val="solid"/>
          </a:ln>
        </p:spPr>
      </p:sp>
      <p:sp>
        <p:nvSpPr>
          <p:cNvPr id="377" name="f_small_violin_ellipse_5480">
            <a:extLst>
              <a:ext uri="{FF2B5EF4-FFF2-40B4-BE49-F238E27FC236}">
                <a16:creationId xmlns:a16="http://schemas.microsoft.com/office/drawing/2014/main" id="{AB197E29-3066-4CD2-969F-AB9A19A288F1}"/>
              </a:ext>
            </a:extLst>
          </p:cNvPr>
          <p:cNvSpPr>
            <a:spLocks noGrp="1"/>
          </p:cNvSpPr>
          <p:nvPr/>
        </p:nvSpPr>
        <p:spPr>
          <a:xfrm>
            <a:off x="5024019" y="4132521"/>
            <a:ext cx="46519" cy="46519"/>
          </a:xfrm>
          <a:prstGeom prst="ellipse">
            <a:avLst/>
          </a:prstGeom>
          <a:solidFill>
            <a:srgbClr val="B08A60">
              <a:alpha val="43000"/>
            </a:srgbClr>
          </a:solidFill>
          <a:ln w="0">
            <a:noFill/>
            <a:prstDash val="solid"/>
          </a:ln>
        </p:spPr>
      </p:sp>
      <p:sp>
        <p:nvSpPr>
          <p:cNvPr id="378" name="f_small_violin_ellipse_5481">
            <a:extLst>
              <a:ext uri="{FF2B5EF4-FFF2-40B4-BE49-F238E27FC236}">
                <a16:creationId xmlns:a16="http://schemas.microsoft.com/office/drawing/2014/main" id="{8C3B5F84-FABE-40C9-8C21-0103015B7640}"/>
              </a:ext>
            </a:extLst>
          </p:cNvPr>
          <p:cNvSpPr>
            <a:spLocks noGrp="1"/>
          </p:cNvSpPr>
          <p:nvPr/>
        </p:nvSpPr>
        <p:spPr>
          <a:xfrm>
            <a:off x="4915404" y="4456793"/>
            <a:ext cx="46519" cy="46519"/>
          </a:xfrm>
          <a:prstGeom prst="ellipse">
            <a:avLst/>
          </a:prstGeom>
          <a:solidFill>
            <a:srgbClr val="B08A60">
              <a:alpha val="43000"/>
            </a:srgbClr>
          </a:solidFill>
          <a:ln w="0">
            <a:noFill/>
            <a:prstDash val="solid"/>
          </a:ln>
        </p:spPr>
      </p:sp>
      <p:sp>
        <p:nvSpPr>
          <p:cNvPr id="379" name="f_small_violin_ellipse_5482">
            <a:extLst>
              <a:ext uri="{FF2B5EF4-FFF2-40B4-BE49-F238E27FC236}">
                <a16:creationId xmlns:a16="http://schemas.microsoft.com/office/drawing/2014/main" id="{1FFFEFCB-3AED-4CCA-A3D4-042616B3873A}"/>
              </a:ext>
            </a:extLst>
          </p:cNvPr>
          <p:cNvSpPr>
            <a:spLocks noGrp="1"/>
          </p:cNvSpPr>
          <p:nvPr/>
        </p:nvSpPr>
        <p:spPr>
          <a:xfrm>
            <a:off x="4778400" y="4456793"/>
            <a:ext cx="46519" cy="46519"/>
          </a:xfrm>
          <a:prstGeom prst="ellipse">
            <a:avLst/>
          </a:prstGeom>
          <a:solidFill>
            <a:srgbClr val="B08A60">
              <a:alpha val="43000"/>
            </a:srgbClr>
          </a:solidFill>
          <a:ln w="0">
            <a:noFill/>
            <a:prstDash val="solid"/>
          </a:ln>
        </p:spPr>
      </p:sp>
      <p:sp>
        <p:nvSpPr>
          <p:cNvPr id="380" name="f_small_violin_ellipse_5483">
            <a:extLst>
              <a:ext uri="{FF2B5EF4-FFF2-40B4-BE49-F238E27FC236}">
                <a16:creationId xmlns:a16="http://schemas.microsoft.com/office/drawing/2014/main" id="{14ED4344-ABDF-4A96-A5BC-BAE3BA34F496}"/>
              </a:ext>
            </a:extLst>
          </p:cNvPr>
          <p:cNvSpPr>
            <a:spLocks noGrp="1"/>
          </p:cNvSpPr>
          <p:nvPr/>
        </p:nvSpPr>
        <p:spPr>
          <a:xfrm>
            <a:off x="4819373" y="2024752"/>
            <a:ext cx="46519" cy="46519"/>
          </a:xfrm>
          <a:prstGeom prst="ellipse">
            <a:avLst/>
          </a:prstGeom>
          <a:solidFill>
            <a:srgbClr val="B08A60">
              <a:alpha val="43000"/>
            </a:srgbClr>
          </a:solidFill>
          <a:ln w="0">
            <a:noFill/>
            <a:prstDash val="solid"/>
          </a:ln>
        </p:spPr>
      </p:sp>
      <p:sp>
        <p:nvSpPr>
          <p:cNvPr id="381" name="f_small_violin_ellipse_5484">
            <a:extLst>
              <a:ext uri="{FF2B5EF4-FFF2-40B4-BE49-F238E27FC236}">
                <a16:creationId xmlns:a16="http://schemas.microsoft.com/office/drawing/2014/main" id="{71098BCD-43CA-4207-9DC9-50FB5C7583B0}"/>
              </a:ext>
            </a:extLst>
          </p:cNvPr>
          <p:cNvSpPr>
            <a:spLocks noGrp="1"/>
          </p:cNvSpPr>
          <p:nvPr/>
        </p:nvSpPr>
        <p:spPr>
          <a:xfrm>
            <a:off x="5062929" y="2024752"/>
            <a:ext cx="46519" cy="46519"/>
          </a:xfrm>
          <a:prstGeom prst="ellipse">
            <a:avLst/>
          </a:prstGeom>
          <a:solidFill>
            <a:srgbClr val="B08A60">
              <a:alpha val="43000"/>
            </a:srgbClr>
          </a:solidFill>
          <a:ln w="0">
            <a:noFill/>
            <a:prstDash val="solid"/>
          </a:ln>
        </p:spPr>
      </p:sp>
      <p:sp>
        <p:nvSpPr>
          <p:cNvPr id="382" name="f_small_violin_ellipse_5485">
            <a:extLst>
              <a:ext uri="{FF2B5EF4-FFF2-40B4-BE49-F238E27FC236}">
                <a16:creationId xmlns:a16="http://schemas.microsoft.com/office/drawing/2014/main" id="{27653F35-EF87-44AE-90CE-9C44F36C596B}"/>
              </a:ext>
            </a:extLst>
          </p:cNvPr>
          <p:cNvSpPr>
            <a:spLocks noGrp="1"/>
          </p:cNvSpPr>
          <p:nvPr/>
        </p:nvSpPr>
        <p:spPr>
          <a:xfrm>
            <a:off x="5118119" y="2024752"/>
            <a:ext cx="46519" cy="46519"/>
          </a:xfrm>
          <a:prstGeom prst="ellipse">
            <a:avLst/>
          </a:prstGeom>
          <a:solidFill>
            <a:srgbClr val="B08A60">
              <a:alpha val="43000"/>
            </a:srgbClr>
          </a:solidFill>
          <a:ln w="0">
            <a:noFill/>
            <a:prstDash val="solid"/>
          </a:ln>
        </p:spPr>
      </p:sp>
      <p:sp>
        <p:nvSpPr>
          <p:cNvPr id="383" name="f_small_violin_ellipse_5486">
            <a:extLst>
              <a:ext uri="{FF2B5EF4-FFF2-40B4-BE49-F238E27FC236}">
                <a16:creationId xmlns:a16="http://schemas.microsoft.com/office/drawing/2014/main" id="{C5638D4D-145A-411C-ACCA-8B39A3A39F80}"/>
              </a:ext>
            </a:extLst>
          </p:cNvPr>
          <p:cNvSpPr>
            <a:spLocks noGrp="1"/>
          </p:cNvSpPr>
          <p:nvPr/>
        </p:nvSpPr>
        <p:spPr>
          <a:xfrm>
            <a:off x="4960322" y="2024752"/>
            <a:ext cx="46519" cy="46519"/>
          </a:xfrm>
          <a:prstGeom prst="ellipse">
            <a:avLst/>
          </a:prstGeom>
          <a:solidFill>
            <a:srgbClr val="B08A60">
              <a:alpha val="43000"/>
            </a:srgbClr>
          </a:solidFill>
          <a:ln w="0">
            <a:noFill/>
            <a:prstDash val="solid"/>
          </a:ln>
        </p:spPr>
      </p:sp>
      <p:sp>
        <p:nvSpPr>
          <p:cNvPr id="384" name="f_small_violin_ellipse_5487">
            <a:extLst>
              <a:ext uri="{FF2B5EF4-FFF2-40B4-BE49-F238E27FC236}">
                <a16:creationId xmlns:a16="http://schemas.microsoft.com/office/drawing/2014/main" id="{50FBB921-57FF-4744-B361-AC192C8DB58C}"/>
              </a:ext>
            </a:extLst>
          </p:cNvPr>
          <p:cNvSpPr>
            <a:spLocks noGrp="1"/>
          </p:cNvSpPr>
          <p:nvPr/>
        </p:nvSpPr>
        <p:spPr>
          <a:xfrm>
            <a:off x="4999796" y="3916340"/>
            <a:ext cx="46519" cy="46519"/>
          </a:xfrm>
          <a:prstGeom prst="ellipse">
            <a:avLst/>
          </a:prstGeom>
          <a:solidFill>
            <a:srgbClr val="B08A60">
              <a:alpha val="43000"/>
            </a:srgbClr>
          </a:solidFill>
          <a:ln w="0">
            <a:noFill/>
            <a:prstDash val="solid"/>
          </a:ln>
        </p:spPr>
      </p:sp>
      <p:sp>
        <p:nvSpPr>
          <p:cNvPr id="385" name="f_small_violin_ellipse_5488">
            <a:extLst>
              <a:ext uri="{FF2B5EF4-FFF2-40B4-BE49-F238E27FC236}">
                <a16:creationId xmlns:a16="http://schemas.microsoft.com/office/drawing/2014/main" id="{89408FC5-EE40-41EE-A074-01E66B97A48B}"/>
              </a:ext>
            </a:extLst>
          </p:cNvPr>
          <p:cNvSpPr>
            <a:spLocks noGrp="1"/>
          </p:cNvSpPr>
          <p:nvPr/>
        </p:nvSpPr>
        <p:spPr>
          <a:xfrm>
            <a:off x="4895831" y="2024752"/>
            <a:ext cx="46519" cy="46519"/>
          </a:xfrm>
          <a:prstGeom prst="ellipse">
            <a:avLst/>
          </a:prstGeom>
          <a:solidFill>
            <a:srgbClr val="B08A60">
              <a:alpha val="43000"/>
            </a:srgbClr>
          </a:solidFill>
          <a:ln w="0">
            <a:noFill/>
            <a:prstDash val="solid"/>
          </a:ln>
        </p:spPr>
      </p:sp>
      <p:sp>
        <p:nvSpPr>
          <p:cNvPr id="386" name="f_small_violin_ellipse_5489">
            <a:extLst>
              <a:ext uri="{FF2B5EF4-FFF2-40B4-BE49-F238E27FC236}">
                <a16:creationId xmlns:a16="http://schemas.microsoft.com/office/drawing/2014/main" id="{FD57025F-6729-4F61-8502-9E251FA8BAA7}"/>
              </a:ext>
            </a:extLst>
          </p:cNvPr>
          <p:cNvSpPr>
            <a:spLocks noGrp="1"/>
          </p:cNvSpPr>
          <p:nvPr/>
        </p:nvSpPr>
        <p:spPr>
          <a:xfrm>
            <a:off x="4808995" y="2835432"/>
            <a:ext cx="46519" cy="46519"/>
          </a:xfrm>
          <a:prstGeom prst="ellipse">
            <a:avLst/>
          </a:prstGeom>
          <a:solidFill>
            <a:srgbClr val="B08A60">
              <a:alpha val="43000"/>
            </a:srgbClr>
          </a:solidFill>
          <a:ln w="0">
            <a:noFill/>
            <a:prstDash val="solid"/>
          </a:ln>
        </p:spPr>
      </p:sp>
      <p:sp>
        <p:nvSpPr>
          <p:cNvPr id="387" name="f_small_violin_ellipse_5490">
            <a:extLst>
              <a:ext uri="{FF2B5EF4-FFF2-40B4-BE49-F238E27FC236}">
                <a16:creationId xmlns:a16="http://schemas.microsoft.com/office/drawing/2014/main" id="{D62366CE-1816-4935-BD9A-06F7FCBB4B23}"/>
              </a:ext>
            </a:extLst>
          </p:cNvPr>
          <p:cNvSpPr>
            <a:spLocks noGrp="1"/>
          </p:cNvSpPr>
          <p:nvPr/>
        </p:nvSpPr>
        <p:spPr>
          <a:xfrm>
            <a:off x="4849417" y="2511160"/>
            <a:ext cx="46519" cy="46519"/>
          </a:xfrm>
          <a:prstGeom prst="ellipse">
            <a:avLst/>
          </a:prstGeom>
          <a:solidFill>
            <a:srgbClr val="B08A60">
              <a:alpha val="43000"/>
            </a:srgbClr>
          </a:solidFill>
          <a:ln w="0">
            <a:noFill/>
            <a:prstDash val="solid"/>
          </a:ln>
        </p:spPr>
      </p:sp>
      <p:sp>
        <p:nvSpPr>
          <p:cNvPr id="388" name="f_small_violin_ellipse_5491">
            <a:extLst>
              <a:ext uri="{FF2B5EF4-FFF2-40B4-BE49-F238E27FC236}">
                <a16:creationId xmlns:a16="http://schemas.microsoft.com/office/drawing/2014/main" id="{395B11EF-AB82-41D6-8981-EECB072F7380}"/>
              </a:ext>
            </a:extLst>
          </p:cNvPr>
          <p:cNvSpPr>
            <a:spLocks noGrp="1"/>
          </p:cNvSpPr>
          <p:nvPr/>
        </p:nvSpPr>
        <p:spPr>
          <a:xfrm>
            <a:off x="4798703" y="4456793"/>
            <a:ext cx="46519" cy="46519"/>
          </a:xfrm>
          <a:prstGeom prst="ellipse">
            <a:avLst/>
          </a:prstGeom>
          <a:solidFill>
            <a:srgbClr val="B08A60">
              <a:alpha val="43000"/>
            </a:srgbClr>
          </a:solidFill>
          <a:ln w="0">
            <a:noFill/>
            <a:prstDash val="solid"/>
          </a:ln>
        </p:spPr>
      </p:sp>
      <p:sp>
        <p:nvSpPr>
          <p:cNvPr id="389" name="f_small_violin_ellipse_5492">
            <a:extLst>
              <a:ext uri="{FF2B5EF4-FFF2-40B4-BE49-F238E27FC236}">
                <a16:creationId xmlns:a16="http://schemas.microsoft.com/office/drawing/2014/main" id="{BC306AB6-8517-435D-B801-C80E2C9F8C6F}"/>
              </a:ext>
            </a:extLst>
          </p:cNvPr>
          <p:cNvSpPr>
            <a:spLocks noGrp="1"/>
          </p:cNvSpPr>
          <p:nvPr/>
        </p:nvSpPr>
        <p:spPr>
          <a:xfrm>
            <a:off x="4876403" y="2024752"/>
            <a:ext cx="46519" cy="46519"/>
          </a:xfrm>
          <a:prstGeom prst="ellipse">
            <a:avLst/>
          </a:prstGeom>
          <a:solidFill>
            <a:srgbClr val="B08A60">
              <a:alpha val="43000"/>
            </a:srgbClr>
          </a:solidFill>
          <a:ln w="0">
            <a:noFill/>
            <a:prstDash val="solid"/>
          </a:ln>
        </p:spPr>
      </p:sp>
      <p:sp>
        <p:nvSpPr>
          <p:cNvPr id="390" name="f_small_violin_ellipse_5493">
            <a:extLst>
              <a:ext uri="{FF2B5EF4-FFF2-40B4-BE49-F238E27FC236}">
                <a16:creationId xmlns:a16="http://schemas.microsoft.com/office/drawing/2014/main" id="{B366490D-2B30-450A-B5A8-712717A753F4}"/>
              </a:ext>
            </a:extLst>
          </p:cNvPr>
          <p:cNvSpPr>
            <a:spLocks noGrp="1"/>
          </p:cNvSpPr>
          <p:nvPr/>
        </p:nvSpPr>
        <p:spPr>
          <a:xfrm>
            <a:off x="4839634" y="2024752"/>
            <a:ext cx="46519" cy="46519"/>
          </a:xfrm>
          <a:prstGeom prst="ellipse">
            <a:avLst/>
          </a:prstGeom>
          <a:solidFill>
            <a:srgbClr val="B08A60">
              <a:alpha val="43000"/>
            </a:srgbClr>
          </a:solidFill>
          <a:ln w="0">
            <a:noFill/>
            <a:prstDash val="solid"/>
          </a:ln>
        </p:spPr>
      </p:sp>
      <p:sp>
        <p:nvSpPr>
          <p:cNvPr id="391" name="f_small_violin_ellipse_5494">
            <a:extLst>
              <a:ext uri="{FF2B5EF4-FFF2-40B4-BE49-F238E27FC236}">
                <a16:creationId xmlns:a16="http://schemas.microsoft.com/office/drawing/2014/main" id="{077FF17C-F2E9-4447-A06E-F74EED7AC6A1}"/>
              </a:ext>
            </a:extLst>
          </p:cNvPr>
          <p:cNvSpPr>
            <a:spLocks noGrp="1"/>
          </p:cNvSpPr>
          <p:nvPr/>
        </p:nvSpPr>
        <p:spPr>
          <a:xfrm>
            <a:off x="4911104" y="2024752"/>
            <a:ext cx="46519" cy="46519"/>
          </a:xfrm>
          <a:prstGeom prst="ellipse">
            <a:avLst/>
          </a:prstGeom>
          <a:solidFill>
            <a:srgbClr val="B08A60">
              <a:alpha val="43000"/>
            </a:srgbClr>
          </a:solidFill>
          <a:ln w="0">
            <a:noFill/>
            <a:prstDash val="solid"/>
          </a:ln>
        </p:spPr>
      </p:sp>
      <p:sp>
        <p:nvSpPr>
          <p:cNvPr id="392" name="f_small_violin_ellipse_5495">
            <a:extLst>
              <a:ext uri="{FF2B5EF4-FFF2-40B4-BE49-F238E27FC236}">
                <a16:creationId xmlns:a16="http://schemas.microsoft.com/office/drawing/2014/main" id="{2652D65C-C11C-4983-9A1C-CC30CA165338}"/>
              </a:ext>
            </a:extLst>
          </p:cNvPr>
          <p:cNvSpPr>
            <a:spLocks noGrp="1"/>
          </p:cNvSpPr>
          <p:nvPr/>
        </p:nvSpPr>
        <p:spPr>
          <a:xfrm>
            <a:off x="5057547" y="2024752"/>
            <a:ext cx="46519" cy="46519"/>
          </a:xfrm>
          <a:prstGeom prst="ellipse">
            <a:avLst/>
          </a:prstGeom>
          <a:solidFill>
            <a:srgbClr val="B08A60">
              <a:alpha val="43000"/>
            </a:srgbClr>
          </a:solidFill>
          <a:ln w="0">
            <a:noFill/>
            <a:prstDash val="solid"/>
          </a:ln>
        </p:spPr>
      </p:sp>
      <p:sp>
        <p:nvSpPr>
          <p:cNvPr id="393" name="f_small_violin_ellipse_5496">
            <a:extLst>
              <a:ext uri="{FF2B5EF4-FFF2-40B4-BE49-F238E27FC236}">
                <a16:creationId xmlns:a16="http://schemas.microsoft.com/office/drawing/2014/main" id="{29AE4D7F-1A6E-4244-ADF9-8B2433275AC7}"/>
              </a:ext>
            </a:extLst>
          </p:cNvPr>
          <p:cNvSpPr>
            <a:spLocks noGrp="1"/>
          </p:cNvSpPr>
          <p:nvPr/>
        </p:nvSpPr>
        <p:spPr>
          <a:xfrm>
            <a:off x="4911238" y="2024752"/>
            <a:ext cx="46519" cy="46519"/>
          </a:xfrm>
          <a:prstGeom prst="ellipse">
            <a:avLst/>
          </a:prstGeom>
          <a:solidFill>
            <a:srgbClr val="B08A60">
              <a:alpha val="43000"/>
            </a:srgbClr>
          </a:solidFill>
          <a:ln w="0">
            <a:noFill/>
            <a:prstDash val="solid"/>
          </a:ln>
        </p:spPr>
      </p:sp>
      <p:sp>
        <p:nvSpPr>
          <p:cNvPr id="394" name="f_small_violin_ellipse_5497">
            <a:extLst>
              <a:ext uri="{FF2B5EF4-FFF2-40B4-BE49-F238E27FC236}">
                <a16:creationId xmlns:a16="http://schemas.microsoft.com/office/drawing/2014/main" id="{EDE853B7-B715-4FFC-AA93-F4D34DE8E876}"/>
              </a:ext>
            </a:extLst>
          </p:cNvPr>
          <p:cNvSpPr>
            <a:spLocks noGrp="1"/>
          </p:cNvSpPr>
          <p:nvPr/>
        </p:nvSpPr>
        <p:spPr>
          <a:xfrm>
            <a:off x="5087454" y="4456793"/>
            <a:ext cx="46519" cy="46519"/>
          </a:xfrm>
          <a:prstGeom prst="ellipse">
            <a:avLst/>
          </a:prstGeom>
          <a:solidFill>
            <a:srgbClr val="B08A60">
              <a:alpha val="43000"/>
            </a:srgbClr>
          </a:solidFill>
          <a:ln w="0">
            <a:noFill/>
            <a:prstDash val="solid"/>
          </a:ln>
        </p:spPr>
      </p:sp>
      <p:sp>
        <p:nvSpPr>
          <p:cNvPr id="395" name="f_small_violin_path_5498">
            <a:extLst>
              <a:ext uri="{FF2B5EF4-FFF2-40B4-BE49-F238E27FC236}">
                <a16:creationId xmlns:a16="http://schemas.microsoft.com/office/drawing/2014/main" id="{F4665AEC-FFDE-4B05-8732-91E25BE9C3D1}"/>
              </a:ext>
            </a:extLst>
          </p:cNvPr>
          <p:cNvSpPr>
            <a:spLocks noGrp="1"/>
          </p:cNvSpPr>
          <p:nvPr/>
        </p:nvSpPr>
        <p:spPr>
          <a:xfrm>
            <a:off x="997560" y="1962890"/>
            <a:ext cx="191" cy="2577964"/>
          </a:xfrm>
          <a:custGeom>
            <a:avLst/>
            <a:gdLst/>
            <a:ahLst/>
            <a:cxnLst/>
            <a:rect l="0" t="0" r="0" b="0"/>
            <a:pathLst>
              <a:path w="191" h="2577964">
                <a:moveTo>
                  <a:pt x="0" y="2577964"/>
                </a:moveTo>
                <a:lnTo>
                  <a:pt x="0" y="0"/>
                </a:lnTo>
              </a:path>
            </a:pathLst>
          </a:custGeom>
          <a:noFill/>
          <a:ln w="15119">
            <a:solidFill>
              <a:srgbClr val="000000">
                <a:alpha val="100000"/>
              </a:srgbClr>
            </a:solidFill>
            <a:prstDash val="solid"/>
          </a:ln>
        </p:spPr>
      </p:sp>
      <p:sp>
        <p:nvSpPr>
          <p:cNvPr id="396" name="f_small_violin_path_5499">
            <a:extLst>
              <a:ext uri="{FF2B5EF4-FFF2-40B4-BE49-F238E27FC236}">
                <a16:creationId xmlns:a16="http://schemas.microsoft.com/office/drawing/2014/main" id="{9EDA5E17-BAFD-464D-92B9-214B5AE93C52}"/>
              </a:ext>
            </a:extLst>
          </p:cNvPr>
          <p:cNvSpPr>
            <a:spLocks noGrp="1"/>
          </p:cNvSpPr>
          <p:nvPr/>
        </p:nvSpPr>
        <p:spPr>
          <a:xfrm>
            <a:off x="997560" y="4540854"/>
            <a:ext cx="4518360" cy="191"/>
          </a:xfrm>
          <a:custGeom>
            <a:avLst/>
            <a:gdLst/>
            <a:ahLst/>
            <a:cxnLst/>
            <a:rect l="0" t="0" r="0" b="0"/>
            <a:pathLst>
              <a:path w="4518360" h="191">
                <a:moveTo>
                  <a:pt x="0" y="0"/>
                </a:moveTo>
                <a:lnTo>
                  <a:pt x="4518360" y="0"/>
                </a:lnTo>
              </a:path>
            </a:pathLst>
          </a:custGeom>
          <a:noFill/>
          <a:ln w="15119">
            <a:solidFill>
              <a:srgbClr val="000000">
                <a:alpha val="100000"/>
              </a:srgbClr>
            </a:solidFill>
            <a:prstDash val="solid"/>
          </a:ln>
        </p:spPr>
      </p:sp>
      <p:sp>
        <p:nvSpPr>
          <p:cNvPr id="397" name="f_small_violin_text_5500">
            <a:extLst>
              <a:ext uri="{FF2B5EF4-FFF2-40B4-BE49-F238E27FC236}">
                <a16:creationId xmlns:a16="http://schemas.microsoft.com/office/drawing/2014/main" id="{35846F7D-8355-46E0-A581-C970C40A35B8}"/>
              </a:ext>
            </a:extLst>
          </p:cNvPr>
          <p:cNvSpPr>
            <a:spLocks noGrp="1"/>
          </p:cNvSpPr>
          <p:nvPr/>
        </p:nvSpPr>
        <p:spPr>
          <a:xfrm rot="0">
            <a:off x="997560" y="1574216"/>
            <a:ext cx="2478863" cy="261670"/>
          </a:xfrm>
          <a:prstGeom prst="rect">
            <a:avLst/>
          </a:prstGeom>
          <a:noFill/>
          <a:ln w="0">
            <a:noFill/>
          </a:ln>
        </p:spPr>
        <p:txBody>
          <a:bodyPr wrap="none" lIns="0" tIns="0" rIns="0" bIns="0" anchor="ctr">
            <a:noAutofit/>
          </a:bodyPr>
          <a:lstStyle>
            <a:defPPr algn="l">
              <a:defRPr sz="1648" b="0">
                <a:solidFill>
                  <a:srgbClr val="000000"/>
                </a:solidFill>
                <a:latin typeface="Calibri"/>
                <a:ea typeface="Calibri"/>
                <a:cs typeface="Calibri"/>
              </a:defRPr>
            </a:defPPr>
          </a:lstStyle>
          <a:p>
            <a:pPr algn="l">
              <a:defRPr sz="1648" b="0">
                <a:solidFill>
                  <a:srgbClr val="000000"/>
                </a:solidFill>
                <a:latin typeface="Calibri"/>
                <a:ea typeface="Calibri"/>
                <a:cs typeface="Calibri"/>
              </a:defRPr>
            </a:pPr>
            <a:r>
              <a:rPr sz="1648" b="0">
                <a:solidFill>
                  <a:srgbClr val="000000"/>
                </a:solidFill>
                <a:latin typeface="Calibri"/>
                <a:ea typeface="Calibri"/>
                <a:cs typeface="Calibri"/>
              </a:rPr>
              <a:t>CA2: one-to-one detection₀.₃</a:t>
            </a:r>
          </a:p>
        </p:txBody>
      </p:sp>
      <p:sp>
        <p:nvSpPr>
          <p:cNvPr id="398" name="f_small_violin_text_5501">
            <a:extLst>
              <a:ext uri="{FF2B5EF4-FFF2-40B4-BE49-F238E27FC236}">
                <a16:creationId xmlns:a16="http://schemas.microsoft.com/office/drawing/2014/main" id="{42088B7F-F5C4-44B5-9DAF-89660E944E55}"/>
              </a:ext>
            </a:extLst>
          </p:cNvPr>
          <p:cNvSpPr>
            <a:spLocks noGrp="1"/>
          </p:cNvSpPr>
          <p:nvPr/>
        </p:nvSpPr>
        <p:spPr>
          <a:xfrm rot="0">
            <a:off x="509109" y="1529354"/>
            <a:ext cx="92480" cy="319819"/>
          </a:xfrm>
          <a:prstGeom prst="rect">
            <a:avLst/>
          </a:prstGeom>
          <a:noFill/>
          <a:ln w="0">
            <a:noFill/>
          </a:ln>
        </p:spPr>
        <p:txBody>
          <a:bodyPr wrap="none" lIns="0" tIns="0" rIns="0" bIns="0" anchor="ctr">
            <a:noAutofit/>
          </a:bodyPr>
          <a:lstStyle>
            <a:defPPr algn="l">
              <a:defRPr sz="2015" b="1">
                <a:solidFill>
                  <a:srgbClr val="000000"/>
                </a:solidFill>
                <a:latin typeface="Calibri"/>
                <a:ea typeface="Calibri"/>
                <a:cs typeface="Calibri"/>
              </a:defRPr>
            </a:defPPr>
          </a:lstStyle>
          <a:p>
            <a:pPr algn="l">
              <a:defRPr sz="2015" b="1">
                <a:solidFill>
                  <a:srgbClr val="000000"/>
                </a:solidFill>
                <a:latin typeface="Calibri"/>
                <a:ea typeface="Calibri"/>
                <a:cs typeface="Calibri"/>
              </a:defRPr>
            </a:pPr>
            <a:r>
              <a:rPr sz="2015" b="1">
                <a:solidFill>
                  <a:srgbClr val="000000"/>
                </a:solidFill>
                <a:latin typeface="Calibri"/>
                <a:ea typeface="Calibri"/>
                <a:cs typeface="Calibri"/>
              </a:rPr>
              <a:t>f</a:t>
            </a:r>
          </a:p>
        </p:txBody>
      </p:sp>
      <p:sp>
        <p:nvSpPr>
          <p:cNvPr id="399" name="f_small_violin_path_5502">
            <a:extLst>
              <a:ext uri="{FF2B5EF4-FFF2-40B4-BE49-F238E27FC236}">
                <a16:creationId xmlns:a16="http://schemas.microsoft.com/office/drawing/2014/main" id="{03CB3C16-C365-47F9-8F33-0FDF49CA3207}"/>
              </a:ext>
            </a:extLst>
          </p:cNvPr>
          <p:cNvSpPr>
            <a:spLocks noGrp="1"/>
          </p:cNvSpPr>
          <p:nvPr/>
        </p:nvSpPr>
        <p:spPr>
          <a:xfrm>
            <a:off x="1531548" y="2048011"/>
            <a:ext cx="191" cy="1824031"/>
          </a:xfrm>
          <a:custGeom>
            <a:avLst/>
            <a:gdLst/>
            <a:ahLst/>
            <a:cxnLst/>
            <a:rect l="0" t="0" r="0" b="0"/>
            <a:pathLst>
              <a:path w="191" h="1824031">
                <a:moveTo>
                  <a:pt x="0" y="1824031"/>
                </a:moveTo>
                <a:lnTo>
                  <a:pt x="0" y="0"/>
                </a:lnTo>
              </a:path>
            </a:pathLst>
          </a:custGeom>
          <a:noFill/>
          <a:ln w="39541">
            <a:solidFill>
              <a:srgbClr val="566AB4">
                <a:alpha val="100000"/>
              </a:srgbClr>
            </a:solidFill>
            <a:prstDash val="solid"/>
          </a:ln>
        </p:spPr>
      </p:sp>
      <p:sp>
        <p:nvSpPr>
          <p:cNvPr id="400" name="f_small_violin_path_5503">
            <a:extLst>
              <a:ext uri="{FF2B5EF4-FFF2-40B4-BE49-F238E27FC236}">
                <a16:creationId xmlns:a16="http://schemas.microsoft.com/office/drawing/2014/main" id="{31D5842D-6DC7-4943-A523-97CF049C3A98}"/>
              </a:ext>
            </a:extLst>
          </p:cNvPr>
          <p:cNvSpPr>
            <a:spLocks noGrp="1"/>
          </p:cNvSpPr>
          <p:nvPr/>
        </p:nvSpPr>
        <p:spPr>
          <a:xfrm>
            <a:off x="2353068" y="2048011"/>
            <a:ext cx="191" cy="2129489"/>
          </a:xfrm>
          <a:custGeom>
            <a:avLst/>
            <a:gdLst/>
            <a:ahLst/>
            <a:cxnLst/>
            <a:rect l="0" t="0" r="0" b="0"/>
            <a:pathLst>
              <a:path w="191" h="2129489">
                <a:moveTo>
                  <a:pt x="0" y="2129489"/>
                </a:moveTo>
                <a:lnTo>
                  <a:pt x="0" y="0"/>
                </a:lnTo>
              </a:path>
            </a:pathLst>
          </a:custGeom>
          <a:noFill/>
          <a:ln w="39541">
            <a:solidFill>
              <a:srgbClr val="B08A60">
                <a:alpha val="100000"/>
              </a:srgbClr>
            </a:solidFill>
            <a:prstDash val="solid"/>
          </a:ln>
        </p:spPr>
      </p:sp>
      <p:sp>
        <p:nvSpPr>
          <p:cNvPr id="401" name="f_small_violin_path_5504">
            <a:extLst>
              <a:ext uri="{FF2B5EF4-FFF2-40B4-BE49-F238E27FC236}">
                <a16:creationId xmlns:a16="http://schemas.microsoft.com/office/drawing/2014/main" id="{FDD4E192-CCD1-4EAD-ACE2-F8674AA39E09}"/>
              </a:ext>
            </a:extLst>
          </p:cNvPr>
          <p:cNvSpPr>
            <a:spLocks noGrp="1"/>
          </p:cNvSpPr>
          <p:nvPr/>
        </p:nvSpPr>
        <p:spPr>
          <a:xfrm>
            <a:off x="4160412" y="2048011"/>
            <a:ext cx="191" cy="2128036"/>
          </a:xfrm>
          <a:custGeom>
            <a:avLst/>
            <a:gdLst/>
            <a:ahLst/>
            <a:cxnLst/>
            <a:rect l="0" t="0" r="0" b="0"/>
            <a:pathLst>
              <a:path w="191" h="2128036">
                <a:moveTo>
                  <a:pt x="0" y="2128036"/>
                </a:moveTo>
                <a:lnTo>
                  <a:pt x="0" y="0"/>
                </a:lnTo>
              </a:path>
            </a:pathLst>
          </a:custGeom>
          <a:noFill/>
          <a:ln w="39541">
            <a:solidFill>
              <a:srgbClr val="566AB4">
                <a:alpha val="100000"/>
              </a:srgbClr>
            </a:solidFill>
            <a:prstDash val="solid"/>
          </a:ln>
        </p:spPr>
      </p:sp>
      <p:sp>
        <p:nvSpPr>
          <p:cNvPr id="402" name="f_small_violin_path_5505">
            <a:extLst>
              <a:ext uri="{FF2B5EF4-FFF2-40B4-BE49-F238E27FC236}">
                <a16:creationId xmlns:a16="http://schemas.microsoft.com/office/drawing/2014/main" id="{240ABA59-567E-4C7E-A636-608C1A1D44B8}"/>
              </a:ext>
            </a:extLst>
          </p:cNvPr>
          <p:cNvSpPr>
            <a:spLocks noGrp="1"/>
          </p:cNvSpPr>
          <p:nvPr/>
        </p:nvSpPr>
        <p:spPr>
          <a:xfrm>
            <a:off x="4981932" y="2048011"/>
            <a:ext cx="191" cy="2070131"/>
          </a:xfrm>
          <a:custGeom>
            <a:avLst/>
            <a:gdLst/>
            <a:ahLst/>
            <a:cxnLst/>
            <a:rect l="0" t="0" r="0" b="0"/>
            <a:pathLst>
              <a:path w="191" h="2070131">
                <a:moveTo>
                  <a:pt x="0" y="2070131"/>
                </a:moveTo>
                <a:lnTo>
                  <a:pt x="0" y="0"/>
                </a:lnTo>
              </a:path>
            </a:pathLst>
          </a:custGeom>
          <a:noFill/>
          <a:ln w="39541">
            <a:solidFill>
              <a:srgbClr val="B08A60">
                <a:alpha val="100000"/>
              </a:srgbClr>
            </a:solidFill>
            <a:prstDash val="solid"/>
          </a:ln>
        </p:spPr>
      </p:sp>
      <p:sp>
        <p:nvSpPr>
          <p:cNvPr id="403" name="f_small_violin_ellipse_5506">
            <a:extLst>
              <a:ext uri="{FF2B5EF4-FFF2-40B4-BE49-F238E27FC236}">
                <a16:creationId xmlns:a16="http://schemas.microsoft.com/office/drawing/2014/main" id="{74BAA5F6-7F6E-4341-90E3-A9B9DFF3E314}"/>
              </a:ext>
            </a:extLst>
          </p:cNvPr>
          <p:cNvSpPr>
            <a:spLocks noGrp="1"/>
          </p:cNvSpPr>
          <p:nvPr/>
        </p:nvSpPr>
        <p:spPr>
          <a:xfrm>
            <a:off x="1489616" y="2816760"/>
            <a:ext cx="83864" cy="83864"/>
          </a:xfrm>
          <a:prstGeom prst="ellipse">
            <a:avLst/>
          </a:prstGeom>
          <a:solidFill>
            <a:srgbClr val="FFFFFF">
              <a:alpha val="100000"/>
            </a:srgbClr>
          </a:solidFill>
          <a:ln w="18608">
            <a:solidFill>
              <a:srgbClr val="566AB4">
                <a:alpha val="100000"/>
              </a:srgbClr>
            </a:solidFill>
            <a:prstDash val="solid"/>
          </a:ln>
        </p:spPr>
      </p:sp>
      <p:sp>
        <p:nvSpPr>
          <p:cNvPr id="404" name="f_small_violin_ellipse_5507">
            <a:extLst>
              <a:ext uri="{FF2B5EF4-FFF2-40B4-BE49-F238E27FC236}">
                <a16:creationId xmlns:a16="http://schemas.microsoft.com/office/drawing/2014/main" id="{CB0C66CB-4E4E-44A3-88C3-9BFF4FE1B134}"/>
              </a:ext>
            </a:extLst>
          </p:cNvPr>
          <p:cNvSpPr>
            <a:spLocks noGrp="1"/>
          </p:cNvSpPr>
          <p:nvPr/>
        </p:nvSpPr>
        <p:spPr>
          <a:xfrm>
            <a:off x="2311136" y="3268870"/>
            <a:ext cx="83864" cy="83864"/>
          </a:xfrm>
          <a:prstGeom prst="ellipse">
            <a:avLst/>
          </a:prstGeom>
          <a:solidFill>
            <a:srgbClr val="FFFFFF">
              <a:alpha val="100000"/>
            </a:srgbClr>
          </a:solidFill>
          <a:ln w="18608">
            <a:solidFill>
              <a:srgbClr val="B08A60">
                <a:alpha val="100000"/>
              </a:srgbClr>
            </a:solidFill>
            <a:prstDash val="solid"/>
          </a:ln>
        </p:spPr>
      </p:sp>
      <p:sp>
        <p:nvSpPr>
          <p:cNvPr id="405" name="f_small_violin_ellipse_5508">
            <a:extLst>
              <a:ext uri="{FF2B5EF4-FFF2-40B4-BE49-F238E27FC236}">
                <a16:creationId xmlns:a16="http://schemas.microsoft.com/office/drawing/2014/main" id="{6063559C-E4AE-47AA-BC14-1DD9495A5CE8}"/>
              </a:ext>
            </a:extLst>
          </p:cNvPr>
          <p:cNvSpPr>
            <a:spLocks noGrp="1"/>
          </p:cNvSpPr>
          <p:nvPr/>
        </p:nvSpPr>
        <p:spPr>
          <a:xfrm>
            <a:off x="4118480" y="2360752"/>
            <a:ext cx="83864" cy="83864"/>
          </a:xfrm>
          <a:prstGeom prst="ellipse">
            <a:avLst/>
          </a:prstGeom>
          <a:solidFill>
            <a:srgbClr val="FFFFFF">
              <a:alpha val="100000"/>
            </a:srgbClr>
          </a:solidFill>
          <a:ln w="18608">
            <a:solidFill>
              <a:srgbClr val="566AB4">
                <a:alpha val="100000"/>
              </a:srgbClr>
            </a:solidFill>
            <a:prstDash val="solid"/>
          </a:ln>
        </p:spPr>
      </p:sp>
      <p:sp>
        <p:nvSpPr>
          <p:cNvPr id="406" name="f_small_violin_ellipse_5509">
            <a:extLst>
              <a:ext uri="{FF2B5EF4-FFF2-40B4-BE49-F238E27FC236}">
                <a16:creationId xmlns:a16="http://schemas.microsoft.com/office/drawing/2014/main" id="{52A6567B-1ABC-4538-973E-ECD5FD056B0D}"/>
              </a:ext>
            </a:extLst>
          </p:cNvPr>
          <p:cNvSpPr>
            <a:spLocks noGrp="1"/>
          </p:cNvSpPr>
          <p:nvPr/>
        </p:nvSpPr>
        <p:spPr>
          <a:xfrm>
            <a:off x="4940000" y="2158082"/>
            <a:ext cx="83864" cy="83864"/>
          </a:xfrm>
          <a:prstGeom prst="ellipse">
            <a:avLst/>
          </a:prstGeom>
          <a:solidFill>
            <a:srgbClr val="FFFFFF">
              <a:alpha val="100000"/>
            </a:srgbClr>
          </a:solidFill>
          <a:ln w="18608">
            <a:solidFill>
              <a:srgbClr val="B08A60">
                <a:alpha val="100000"/>
              </a:srgbClr>
            </a:solidFill>
            <a:prstDash val="solid"/>
          </a:ln>
        </p:spPr>
      </p:sp>
      <p:sp>
        <p:nvSpPr>
          <p:cNvPr id="407" name="f_small_violin_text_5510">
            <a:extLst>
              <a:ext uri="{FF2B5EF4-FFF2-40B4-BE49-F238E27FC236}">
                <a16:creationId xmlns:a16="http://schemas.microsoft.com/office/drawing/2014/main" id="{641EB75E-91BC-43C9-841B-9E3BE1E7294C}"/>
              </a:ext>
            </a:extLst>
          </p:cNvPr>
          <p:cNvSpPr>
            <a:spLocks noGrp="1"/>
          </p:cNvSpPr>
          <p:nvPr/>
        </p:nvSpPr>
        <p:spPr>
          <a:xfrm rot="0">
            <a:off x="997560" y="827586"/>
            <a:ext cx="1570252" cy="290744"/>
          </a:xfrm>
          <a:prstGeom prst="rect">
            <a:avLst/>
          </a:prstGeom>
          <a:noFill/>
          <a:ln w="0">
            <a:noFill/>
          </a:ln>
        </p:spPr>
        <p:txBody>
          <a:bodyPr wrap="none" lIns="0" tIns="0" rIns="0" bIns="0" anchor="ctr">
            <a:noAutofit/>
          </a:bodyPr>
          <a:lstStyle>
            <a:defPPr algn="l">
              <a:defRPr sz="1831" b="1">
                <a:solidFill>
                  <a:srgbClr val="000000"/>
                </a:solidFill>
                <a:latin typeface="Calibri"/>
                <a:ea typeface="Calibri"/>
                <a:cs typeface="Calibri"/>
              </a:defRPr>
            </a:defPPr>
          </a:lstStyle>
          <a:p>
            <a:pPr algn="l">
              <a:defRPr sz="1831" b="1">
                <a:solidFill>
                  <a:srgbClr val="000000"/>
                </a:solidFill>
                <a:latin typeface="Calibri"/>
                <a:ea typeface="Calibri"/>
                <a:cs typeface="Calibri"/>
              </a:defRPr>
            </a:pPr>
            <a:r>
              <a:rPr sz="1831" b="1">
                <a:solidFill>
                  <a:srgbClr val="000000"/>
                </a:solidFill>
                <a:latin typeface="Calibri"/>
                <a:ea typeface="Calibri"/>
                <a:cs typeface="Calibri"/>
              </a:rPr>
              <a:t>Small molecules</a:t>
            </a:r>
          </a:p>
        </p:txBody>
      </p:sp>
      <p:sp>
        <p:nvSpPr>
          <p:cNvPr id="408" name="f_small_violin_path_5511">
            <a:extLst>
              <a:ext uri="{FF2B5EF4-FFF2-40B4-BE49-F238E27FC236}">
                <a16:creationId xmlns:a16="http://schemas.microsoft.com/office/drawing/2014/main" id="{20887930-200E-4E41-A26A-67124B67AE7A}"/>
              </a:ext>
            </a:extLst>
          </p:cNvPr>
          <p:cNvSpPr>
            <a:spLocks noGrp="1"/>
          </p:cNvSpPr>
          <p:nvPr/>
        </p:nvSpPr>
        <p:spPr>
          <a:xfrm>
            <a:off x="1203337" y="5618366"/>
            <a:ext cx="197706" cy="138394"/>
          </a:xfrm>
          <a:custGeom>
            <a:pathLst>
              <a:path w="197706" h="138394">
                <a:moveTo>
                  <a:pt x="0" y="138394"/>
                </a:moveTo>
                <a:lnTo>
                  <a:pt x="197706" y="138394"/>
                </a:lnTo>
                <a:lnTo>
                  <a:pt x="197706" y="0"/>
                </a:lnTo>
                <a:lnTo>
                  <a:pt x="0" y="0"/>
                </a:lnTo>
                <a:lnTo>
                  <a:pt x="0" y="138394"/>
                </a:lnTo>
                <a:close/>
              </a:path>
            </a:pathLst>
          </a:custGeom>
          <a:solidFill>
            <a:srgbClr val="566AB4">
              <a:alpha val="100000"/>
            </a:srgbClr>
          </a:solidFill>
          <a:ln w="0">
            <a:noFill/>
            <a:prstDash val="solid"/>
          </a:ln>
        </p:spPr>
      </p:sp>
      <p:sp>
        <p:nvSpPr>
          <p:cNvPr id="409" name="f_small_violin_text_5512">
            <a:extLst>
              <a:ext uri="{FF2B5EF4-FFF2-40B4-BE49-F238E27FC236}">
                <a16:creationId xmlns:a16="http://schemas.microsoft.com/office/drawing/2014/main" id="{B84120AE-3366-4647-BEB1-27CD64BFFD7C}"/>
              </a:ext>
            </a:extLst>
          </p:cNvPr>
          <p:cNvSpPr>
            <a:spLocks noGrp="1"/>
          </p:cNvSpPr>
          <p:nvPr/>
        </p:nvSpPr>
        <p:spPr>
          <a:xfrm rot="0">
            <a:off x="1490011" y="5600572"/>
            <a:ext cx="1902294"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LigandSeek2-Find (CA2)</a:t>
            </a:r>
          </a:p>
        </p:txBody>
      </p:sp>
      <p:sp>
        <p:nvSpPr>
          <p:cNvPr id="410" name="f_small_violin_path_5513">
            <a:extLst>
              <a:ext uri="{FF2B5EF4-FFF2-40B4-BE49-F238E27FC236}">
                <a16:creationId xmlns:a16="http://schemas.microsoft.com/office/drawing/2014/main" id="{8FF7D1A6-0957-4BC1-BEBC-C0349321068B}"/>
              </a:ext>
            </a:extLst>
          </p:cNvPr>
          <p:cNvSpPr>
            <a:spLocks noGrp="1"/>
          </p:cNvSpPr>
          <p:nvPr/>
        </p:nvSpPr>
        <p:spPr>
          <a:xfrm>
            <a:off x="3578622" y="5618366"/>
            <a:ext cx="197706" cy="138394"/>
          </a:xfrm>
          <a:custGeom>
            <a:pathLst>
              <a:path w="197706" h="138394">
                <a:moveTo>
                  <a:pt x="0" y="138394"/>
                </a:moveTo>
                <a:lnTo>
                  <a:pt x="197706" y="138394"/>
                </a:lnTo>
                <a:lnTo>
                  <a:pt x="197706" y="0"/>
                </a:lnTo>
                <a:lnTo>
                  <a:pt x="0" y="0"/>
                </a:lnTo>
                <a:lnTo>
                  <a:pt x="0" y="138394"/>
                </a:lnTo>
                <a:close/>
              </a:path>
            </a:pathLst>
          </a:custGeom>
          <a:solidFill>
            <a:srgbClr val="B08A60">
              <a:alpha val="100000"/>
            </a:srgbClr>
          </a:solidFill>
          <a:ln w="0">
            <a:noFill/>
            <a:prstDash val="solid"/>
          </a:ln>
        </p:spPr>
      </p:sp>
      <p:sp>
        <p:nvSpPr>
          <p:cNvPr id="411" name="f_small_violin_text_5514">
            <a:extLst>
              <a:ext uri="{FF2B5EF4-FFF2-40B4-BE49-F238E27FC236}">
                <a16:creationId xmlns:a16="http://schemas.microsoft.com/office/drawing/2014/main" id="{CE20F16B-30FF-42F1-ABAF-4A4CD9AEAFB4}"/>
              </a:ext>
            </a:extLst>
          </p:cNvPr>
          <p:cNvSpPr>
            <a:spLocks noGrp="1"/>
          </p:cNvSpPr>
          <p:nvPr/>
        </p:nvSpPr>
        <p:spPr>
          <a:xfrm rot="0">
            <a:off x="3865296" y="5600572"/>
            <a:ext cx="1397748" cy="247133"/>
          </a:xfrm>
          <a:prstGeom prst="rect">
            <a:avLst/>
          </a:prstGeom>
          <a:noFill/>
          <a:ln w="0">
            <a:noFill/>
          </a:ln>
        </p:spPr>
        <p:txBody>
          <a:bodyPr wrap="none" lIns="0" tIns="0" rIns="0" bIns="0" anchor="ctr">
            <a:noAutofit/>
          </a:bodyPr>
          <a:lstStyle>
            <a:defPPr algn="l">
              <a:defRPr sz="1557" b="0">
                <a:solidFill>
                  <a:srgbClr val="000000"/>
                </a:solidFill>
                <a:latin typeface="Calibri"/>
                <a:ea typeface="Calibri"/>
                <a:cs typeface="Calibri"/>
              </a:defRPr>
            </a:defPPr>
          </a:lstStyle>
          <a:p>
            <a:pPr algn="l">
              <a:defRPr sz="1557" b="0">
                <a:solidFill>
                  <a:srgbClr val="000000"/>
                </a:solidFill>
                <a:latin typeface="Calibri"/>
                <a:ea typeface="Calibri"/>
                <a:cs typeface="Calibri"/>
              </a:defRPr>
            </a:pPr>
            <a:r>
              <a:rPr sz="1557" b="0">
                <a:solidFill>
                  <a:srgbClr val="000000"/>
                </a:solidFill>
                <a:latin typeface="Calibri"/>
                <a:ea typeface="Calibri"/>
                <a:cs typeface="Calibri"/>
              </a:rPr>
              <a:t>LigandSeek (CA2)</a:t>
            </a:r>
          </a:p>
        </p:txBody>
      </p:sp>
    </p:spTree>
    <p:extLst>
      <p:ext uri="{BB962C8B-B14F-4D97-AF65-F5344CB8AC3E}">
        <p14:creationId xmlns:p14="http://schemas.microsoft.com/office/powerpoint/2010/main" val="46882248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83" name="LigandSeek2_vs_LigandSeek1_path_5515">
            <a:extLst>
              <a:ext uri="{FF2B5EF4-FFF2-40B4-BE49-F238E27FC236}">
                <a16:creationId xmlns:a16="http://schemas.microsoft.com/office/drawing/2014/main" id="{57EBD272-C557-4D75-A476-07207C1208F7}"/>
              </a:ext>
            </a:extLst>
          </p:cNvPr>
          <p:cNvSpPr>
            <a:spLocks noGrp="1"/>
          </p:cNvSpPr>
          <p:nvPr/>
        </p:nvSpPr>
        <p:spPr>
          <a:xfrm>
            <a:off x="0" y="0"/>
            <a:ext cx="5868000" cy="6840000"/>
          </a:xfrm>
          <a:custGeom>
            <a:avLst/>
            <a:gdLst/>
            <a:ahLst/>
            <a:cxnLst/>
            <a:rect l="0" t="0" r="0" b="0"/>
            <a:pathLst>
              <a:path w="5868000" h="6840000">
                <a:moveTo>
                  <a:pt x="0" y="6840000"/>
                </a:moveTo>
                <a:lnTo>
                  <a:pt x="5868000" y="6840000"/>
                </a:lnTo>
                <a:lnTo>
                  <a:pt x="5868000" y="0"/>
                </a:lnTo>
                <a:lnTo>
                  <a:pt x="0" y="0"/>
                </a:lnTo>
                <a:lnTo>
                  <a:pt x="0" y="6840000"/>
                </a:lnTo>
                <a:close/>
              </a:path>
            </a:pathLst>
          </a:custGeom>
          <a:solidFill>
            <a:srgbClr val="FFFFFF">
              <a:alpha val="100000"/>
            </a:srgbClr>
          </a:solidFill>
          <a:ln w="0">
            <a:noFill/>
            <a:prstDash val="solid"/>
          </a:ln>
        </p:spPr>
      </p:sp>
      <p:sp>
        <p:nvSpPr>
          <p:cNvPr id="2" name="LigandSeek2_vs_LigandSeek1_path_5516">
            <a:extLst>
              <a:ext uri="{FF2B5EF4-FFF2-40B4-BE49-F238E27FC236}">
                <a16:creationId xmlns:a16="http://schemas.microsoft.com/office/drawing/2014/main" id="{96CAF792-330A-4242-991C-3611913C8335}"/>
              </a:ext>
            </a:extLst>
          </p:cNvPr>
          <p:cNvSpPr>
            <a:spLocks noGrp="1"/>
          </p:cNvSpPr>
          <p:nvPr/>
        </p:nvSpPr>
        <p:spPr>
          <a:xfrm>
            <a:off x="586800" y="820800"/>
            <a:ext cx="1848420" cy="1108080"/>
          </a:xfrm>
          <a:custGeom>
            <a:avLst/>
            <a:gdLst/>
            <a:ahLst/>
            <a:cxnLst/>
            <a:rect l="0" t="0" r="0" b="0"/>
            <a:pathLst>
              <a:path w="1848420" h="1108080">
                <a:moveTo>
                  <a:pt x="0" y="1108080"/>
                </a:moveTo>
                <a:lnTo>
                  <a:pt x="1848420" y="1108080"/>
                </a:lnTo>
                <a:lnTo>
                  <a:pt x="1848420" y="0"/>
                </a:lnTo>
                <a:lnTo>
                  <a:pt x="0" y="0"/>
                </a:lnTo>
                <a:lnTo>
                  <a:pt x="0" y="1108080"/>
                </a:lnTo>
                <a:close/>
              </a:path>
            </a:pathLst>
          </a:custGeom>
          <a:solidFill>
            <a:srgbClr val="FFFFFF">
              <a:alpha val="100000"/>
            </a:srgbClr>
          </a:solidFill>
          <a:ln w="0">
            <a:noFill/>
            <a:prstDash val="solid"/>
          </a:ln>
        </p:spPr>
      </p:sp>
      <p:sp>
        <p:nvSpPr>
          <p:cNvPr id="3" name="LigandSeek2_vs_LigandSeek1_text_5517">
            <a:extLst>
              <a:ext uri="{FF2B5EF4-FFF2-40B4-BE49-F238E27FC236}">
                <a16:creationId xmlns:a16="http://schemas.microsoft.com/office/drawing/2014/main" id="{CF7CE321-77B3-438D-97D4-8A5C24C0F94B}"/>
              </a:ext>
            </a:extLst>
          </p:cNvPr>
          <p:cNvSpPr>
            <a:spLocks noGrp="1"/>
          </p:cNvSpPr>
          <p:nvPr/>
        </p:nvSpPr>
        <p:spPr>
          <a:xfrm rot="0">
            <a:off x="704481" y="1981220"/>
            <a:ext cx="387147"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Semantic</a:t>
            </a:r>
          </a:p>
        </p:txBody>
      </p:sp>
      <p:sp>
        <p:nvSpPr>
          <p:cNvPr id="4" name="LigandSeek2_vs_LigandSeek1_text_5518">
            <a:extLst>
              <a:ext uri="{FF2B5EF4-FFF2-40B4-BE49-F238E27FC236}">
                <a16:creationId xmlns:a16="http://schemas.microsoft.com/office/drawing/2014/main" id="{CF6DDB63-A377-4077-BACE-7675494088EE}"/>
              </a:ext>
            </a:extLst>
          </p:cNvPr>
          <p:cNvSpPr>
            <a:spLocks noGrp="1"/>
          </p:cNvSpPr>
          <p:nvPr/>
        </p:nvSpPr>
        <p:spPr>
          <a:xfrm rot="0">
            <a:off x="805200" y="2082210"/>
            <a:ext cx="1857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Dice</a:t>
            </a:r>
          </a:p>
        </p:txBody>
      </p:sp>
      <p:sp>
        <p:nvSpPr>
          <p:cNvPr id="5" name="LigandSeek2_vs_LigandSeek1_text_5519">
            <a:extLst>
              <a:ext uri="{FF2B5EF4-FFF2-40B4-BE49-F238E27FC236}">
                <a16:creationId xmlns:a16="http://schemas.microsoft.com/office/drawing/2014/main" id="{CF08D12C-4A08-4A6F-88C7-641ECEE02D81}"/>
              </a:ext>
            </a:extLst>
          </p:cNvPr>
          <p:cNvSpPr>
            <a:spLocks noGrp="1"/>
          </p:cNvSpPr>
          <p:nvPr/>
        </p:nvSpPr>
        <p:spPr>
          <a:xfrm rot="0">
            <a:off x="1271742" y="1981220"/>
            <a:ext cx="484784"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One-to-one</a:t>
            </a:r>
          </a:p>
        </p:txBody>
      </p:sp>
      <p:sp>
        <p:nvSpPr>
          <p:cNvPr id="6" name="LigandSeek2_vs_LigandSeek1_text_5520">
            <a:extLst>
              <a:ext uri="{FF2B5EF4-FFF2-40B4-BE49-F238E27FC236}">
                <a16:creationId xmlns:a16="http://schemas.microsoft.com/office/drawing/2014/main" id="{8A8B9380-0592-4BDD-B4CA-A2B28035C162}"/>
              </a:ext>
            </a:extLst>
          </p:cNvPr>
          <p:cNvSpPr>
            <a:spLocks noGrp="1"/>
          </p:cNvSpPr>
          <p:nvPr/>
        </p:nvSpPr>
        <p:spPr>
          <a:xfrm rot="0">
            <a:off x="1319184" y="2082210"/>
            <a:ext cx="391490"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PRAUC₀.₃</a:t>
            </a:r>
          </a:p>
        </p:txBody>
      </p:sp>
      <p:sp>
        <p:nvSpPr>
          <p:cNvPr id="7" name="LigandSeek2_vs_LigandSeek1_text_5521">
            <a:extLst>
              <a:ext uri="{FF2B5EF4-FFF2-40B4-BE49-F238E27FC236}">
                <a16:creationId xmlns:a16="http://schemas.microsoft.com/office/drawing/2014/main" id="{8908C80C-E3AE-4127-8656-C13DDE5FF5A1}"/>
              </a:ext>
            </a:extLst>
          </p:cNvPr>
          <p:cNvSpPr>
            <a:spLocks noGrp="1"/>
          </p:cNvSpPr>
          <p:nvPr/>
        </p:nvSpPr>
        <p:spPr>
          <a:xfrm rot="0">
            <a:off x="1887882" y="1981220"/>
            <a:ext cx="484784"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One-to-one</a:t>
            </a:r>
          </a:p>
        </p:txBody>
      </p:sp>
      <p:sp>
        <p:nvSpPr>
          <p:cNvPr id="8" name="LigandSeek2_vs_LigandSeek1_text_5522">
            <a:extLst>
              <a:ext uri="{FF2B5EF4-FFF2-40B4-BE49-F238E27FC236}">
                <a16:creationId xmlns:a16="http://schemas.microsoft.com/office/drawing/2014/main" id="{59F9DEB1-900E-4A7E-8FD6-E129742B071B}"/>
              </a:ext>
            </a:extLst>
          </p:cNvPr>
          <p:cNvSpPr>
            <a:spLocks noGrp="1"/>
          </p:cNvSpPr>
          <p:nvPr/>
        </p:nvSpPr>
        <p:spPr>
          <a:xfrm rot="0">
            <a:off x="1935499" y="2082210"/>
            <a:ext cx="391185"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PRAUC₀.₅</a:t>
            </a:r>
          </a:p>
        </p:txBody>
      </p:sp>
      <p:sp>
        <p:nvSpPr>
          <p:cNvPr id="9" name="LigandSeek2_vs_LigandSeek1_path_5523">
            <a:extLst>
              <a:ext uri="{FF2B5EF4-FFF2-40B4-BE49-F238E27FC236}">
                <a16:creationId xmlns:a16="http://schemas.microsoft.com/office/drawing/2014/main" id="{E8366E16-C12A-4957-BE96-9AFD05622A27}"/>
              </a:ext>
            </a:extLst>
          </p:cNvPr>
          <p:cNvSpPr>
            <a:spLocks noGrp="1"/>
          </p:cNvSpPr>
          <p:nvPr/>
        </p:nvSpPr>
        <p:spPr>
          <a:xfrm>
            <a:off x="586800" y="1902746"/>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10" name="LigandSeek2_vs_LigandSeek1_path_5524">
            <a:extLst>
              <a:ext uri="{FF2B5EF4-FFF2-40B4-BE49-F238E27FC236}">
                <a16:creationId xmlns:a16="http://schemas.microsoft.com/office/drawing/2014/main" id="{C4F0EF5F-1C56-4F2E-96CA-8C054B396CD0}"/>
              </a:ext>
            </a:extLst>
          </p:cNvPr>
          <p:cNvSpPr>
            <a:spLocks noGrp="1"/>
          </p:cNvSpPr>
          <p:nvPr/>
        </p:nvSpPr>
        <p:spPr>
          <a:xfrm>
            <a:off x="557590" y="1902746"/>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11" name="LigandSeek2_vs_LigandSeek1_text_5525">
            <a:extLst>
              <a:ext uri="{FF2B5EF4-FFF2-40B4-BE49-F238E27FC236}">
                <a16:creationId xmlns:a16="http://schemas.microsoft.com/office/drawing/2014/main" id="{5DCA9919-AADA-465E-A992-A4CB93670062}"/>
              </a:ext>
            </a:extLst>
          </p:cNvPr>
          <p:cNvSpPr>
            <a:spLocks noGrp="1"/>
          </p:cNvSpPr>
          <p:nvPr/>
        </p:nvSpPr>
        <p:spPr>
          <a:xfrm rot="0">
            <a:off x="281492" y="1857034"/>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12" name="LigandSeek2_vs_LigandSeek1_path_5526">
            <a:extLst>
              <a:ext uri="{FF2B5EF4-FFF2-40B4-BE49-F238E27FC236}">
                <a16:creationId xmlns:a16="http://schemas.microsoft.com/office/drawing/2014/main" id="{599A8615-2EDB-4511-B326-B137D63C25FA}"/>
              </a:ext>
            </a:extLst>
          </p:cNvPr>
          <p:cNvSpPr>
            <a:spLocks noGrp="1"/>
          </p:cNvSpPr>
          <p:nvPr/>
        </p:nvSpPr>
        <p:spPr>
          <a:xfrm>
            <a:off x="586800" y="1380067"/>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13" name="LigandSeek2_vs_LigandSeek1_path_5527">
            <a:extLst>
              <a:ext uri="{FF2B5EF4-FFF2-40B4-BE49-F238E27FC236}">
                <a16:creationId xmlns:a16="http://schemas.microsoft.com/office/drawing/2014/main" id="{44E56F2D-F326-4364-82EF-C7F2EE56EFA1}"/>
              </a:ext>
            </a:extLst>
          </p:cNvPr>
          <p:cNvSpPr>
            <a:spLocks noGrp="1"/>
          </p:cNvSpPr>
          <p:nvPr/>
        </p:nvSpPr>
        <p:spPr>
          <a:xfrm>
            <a:off x="557590" y="1380067"/>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14" name="LigandSeek2_vs_LigandSeek1_text_5528">
            <a:extLst>
              <a:ext uri="{FF2B5EF4-FFF2-40B4-BE49-F238E27FC236}">
                <a16:creationId xmlns:a16="http://schemas.microsoft.com/office/drawing/2014/main" id="{D7A7EC8E-3D0B-421B-81A7-8B2211FD24AB}"/>
              </a:ext>
            </a:extLst>
          </p:cNvPr>
          <p:cNvSpPr>
            <a:spLocks noGrp="1"/>
          </p:cNvSpPr>
          <p:nvPr/>
        </p:nvSpPr>
        <p:spPr>
          <a:xfrm rot="0">
            <a:off x="281492" y="1334355"/>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15" name="LigandSeek2_vs_LigandSeek1_path_5529">
            <a:extLst>
              <a:ext uri="{FF2B5EF4-FFF2-40B4-BE49-F238E27FC236}">
                <a16:creationId xmlns:a16="http://schemas.microsoft.com/office/drawing/2014/main" id="{1AF3B058-F959-4C50-869C-4EE9B15D655A}"/>
              </a:ext>
            </a:extLst>
          </p:cNvPr>
          <p:cNvSpPr>
            <a:spLocks noGrp="1"/>
          </p:cNvSpPr>
          <p:nvPr/>
        </p:nvSpPr>
        <p:spPr>
          <a:xfrm>
            <a:off x="586800" y="857388"/>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16" name="LigandSeek2_vs_LigandSeek1_path_5530">
            <a:extLst>
              <a:ext uri="{FF2B5EF4-FFF2-40B4-BE49-F238E27FC236}">
                <a16:creationId xmlns:a16="http://schemas.microsoft.com/office/drawing/2014/main" id="{274D2401-6629-4B7A-BA36-2B5746546CF1}"/>
              </a:ext>
            </a:extLst>
          </p:cNvPr>
          <p:cNvSpPr>
            <a:spLocks noGrp="1"/>
          </p:cNvSpPr>
          <p:nvPr/>
        </p:nvSpPr>
        <p:spPr>
          <a:xfrm>
            <a:off x="557590" y="857388"/>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17" name="LigandSeek2_vs_LigandSeek1_text_5531">
            <a:extLst>
              <a:ext uri="{FF2B5EF4-FFF2-40B4-BE49-F238E27FC236}">
                <a16:creationId xmlns:a16="http://schemas.microsoft.com/office/drawing/2014/main" id="{90FCF48A-3D96-403A-AFAF-19EB78B5CC8F}"/>
              </a:ext>
            </a:extLst>
          </p:cNvPr>
          <p:cNvSpPr>
            <a:spLocks noGrp="1"/>
          </p:cNvSpPr>
          <p:nvPr/>
        </p:nvSpPr>
        <p:spPr>
          <a:xfrm rot="0">
            <a:off x="281492" y="811675"/>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18" name="LigandSeek2_vs_LigandSeek1_text_5532">
            <a:extLst>
              <a:ext uri="{FF2B5EF4-FFF2-40B4-BE49-F238E27FC236}">
                <a16:creationId xmlns:a16="http://schemas.microsoft.com/office/drawing/2014/main" id="{26B488BE-0482-447F-8D0D-E7A619CFC5E3}"/>
              </a:ext>
            </a:extLst>
          </p:cNvPr>
          <p:cNvSpPr>
            <a:spLocks noGrp="1"/>
          </p:cNvSpPr>
          <p:nvPr/>
        </p:nvSpPr>
        <p:spPr>
          <a:xfrm rot="-5400000">
            <a:off x="62578" y="1303402"/>
            <a:ext cx="264211"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Score</a:t>
            </a:r>
          </a:p>
        </p:txBody>
      </p:sp>
      <p:sp>
        <p:nvSpPr>
          <p:cNvPr id="19" name="LigandSeek2_vs_LigandSeek1_path_5533">
            <a:extLst>
              <a:ext uri="{FF2B5EF4-FFF2-40B4-BE49-F238E27FC236}">
                <a16:creationId xmlns:a16="http://schemas.microsoft.com/office/drawing/2014/main" id="{D362D4F5-2018-4864-8F64-99592EDAE7FA}"/>
              </a:ext>
            </a:extLst>
          </p:cNvPr>
          <p:cNvSpPr>
            <a:spLocks noGrp="1"/>
          </p:cNvSpPr>
          <p:nvPr/>
        </p:nvSpPr>
        <p:spPr>
          <a:xfrm>
            <a:off x="652357" y="1291736"/>
            <a:ext cx="106099" cy="611010"/>
          </a:xfrm>
          <a:custGeom>
            <a:avLst/>
            <a:gdLst/>
            <a:ahLst/>
            <a:cxnLst/>
            <a:rect l="0" t="0" r="0" b="0"/>
            <a:pathLst>
              <a:path w="106099" h="611010">
                <a:moveTo>
                  <a:pt x="0" y="611010"/>
                </a:moveTo>
                <a:lnTo>
                  <a:pt x="106099" y="611010"/>
                </a:lnTo>
                <a:lnTo>
                  <a:pt x="106099" y="0"/>
                </a:lnTo>
                <a:lnTo>
                  <a:pt x="0" y="0"/>
                </a:lnTo>
                <a:lnTo>
                  <a:pt x="0" y="611010"/>
                </a:lnTo>
                <a:close/>
              </a:path>
            </a:pathLst>
          </a:custGeom>
          <a:solidFill>
            <a:srgbClr val="007C83">
              <a:alpha val="16000"/>
            </a:srgbClr>
          </a:solidFill>
          <a:ln w="8255">
            <a:solidFill>
              <a:srgbClr val="007C83">
                <a:alpha val="16000"/>
              </a:srgbClr>
            </a:solidFill>
            <a:prstDash val="solid"/>
          </a:ln>
        </p:spPr>
      </p:sp>
      <p:sp>
        <p:nvSpPr>
          <p:cNvPr id="20" name="LigandSeek2_vs_LigandSeek1_path_5534">
            <a:extLst>
              <a:ext uri="{FF2B5EF4-FFF2-40B4-BE49-F238E27FC236}">
                <a16:creationId xmlns:a16="http://schemas.microsoft.com/office/drawing/2014/main" id="{B716D0F4-747D-42E2-BDB3-D082F5F152A2}"/>
              </a:ext>
            </a:extLst>
          </p:cNvPr>
          <p:cNvSpPr>
            <a:spLocks noGrp="1"/>
          </p:cNvSpPr>
          <p:nvPr/>
        </p:nvSpPr>
        <p:spPr>
          <a:xfrm>
            <a:off x="1268497" y="1209503"/>
            <a:ext cx="106099" cy="693244"/>
          </a:xfrm>
          <a:custGeom>
            <a:avLst/>
            <a:gdLst/>
            <a:ahLst/>
            <a:cxnLst/>
            <a:rect l="0" t="0" r="0" b="0"/>
            <a:pathLst>
              <a:path w="106099" h="693244">
                <a:moveTo>
                  <a:pt x="0" y="693244"/>
                </a:moveTo>
                <a:lnTo>
                  <a:pt x="106099" y="693244"/>
                </a:lnTo>
                <a:lnTo>
                  <a:pt x="106099" y="0"/>
                </a:lnTo>
                <a:lnTo>
                  <a:pt x="0" y="0"/>
                </a:lnTo>
                <a:lnTo>
                  <a:pt x="0" y="693244"/>
                </a:lnTo>
                <a:close/>
              </a:path>
            </a:pathLst>
          </a:custGeom>
          <a:solidFill>
            <a:srgbClr val="007C83">
              <a:alpha val="16000"/>
            </a:srgbClr>
          </a:solidFill>
          <a:ln w="8255">
            <a:solidFill>
              <a:srgbClr val="007C83">
                <a:alpha val="16000"/>
              </a:srgbClr>
            </a:solidFill>
            <a:prstDash val="solid"/>
          </a:ln>
        </p:spPr>
      </p:sp>
      <p:sp>
        <p:nvSpPr>
          <p:cNvPr id="21" name="LigandSeek2_vs_LigandSeek1_path_5535">
            <a:extLst>
              <a:ext uri="{FF2B5EF4-FFF2-40B4-BE49-F238E27FC236}">
                <a16:creationId xmlns:a16="http://schemas.microsoft.com/office/drawing/2014/main" id="{B816AE6A-65C6-4E7A-960C-DA19BA5EFB50}"/>
              </a:ext>
            </a:extLst>
          </p:cNvPr>
          <p:cNvSpPr>
            <a:spLocks noGrp="1"/>
          </p:cNvSpPr>
          <p:nvPr/>
        </p:nvSpPr>
        <p:spPr>
          <a:xfrm>
            <a:off x="1884637" y="1319884"/>
            <a:ext cx="106099" cy="582862"/>
          </a:xfrm>
          <a:custGeom>
            <a:avLst/>
            <a:gdLst/>
            <a:ahLst/>
            <a:cxnLst/>
            <a:rect l="0" t="0" r="0" b="0"/>
            <a:pathLst>
              <a:path w="106099" h="582862">
                <a:moveTo>
                  <a:pt x="0" y="582862"/>
                </a:moveTo>
                <a:lnTo>
                  <a:pt x="106099" y="582862"/>
                </a:lnTo>
                <a:lnTo>
                  <a:pt x="106099" y="0"/>
                </a:lnTo>
                <a:lnTo>
                  <a:pt x="0" y="0"/>
                </a:lnTo>
                <a:lnTo>
                  <a:pt x="0" y="582862"/>
                </a:lnTo>
                <a:close/>
              </a:path>
            </a:pathLst>
          </a:custGeom>
          <a:solidFill>
            <a:srgbClr val="007C83">
              <a:alpha val="16000"/>
            </a:srgbClr>
          </a:solidFill>
          <a:ln w="8255">
            <a:solidFill>
              <a:srgbClr val="007C83">
                <a:alpha val="16000"/>
              </a:srgbClr>
            </a:solidFill>
            <a:prstDash val="solid"/>
          </a:ln>
        </p:spPr>
      </p:sp>
      <p:sp>
        <p:nvSpPr>
          <p:cNvPr id="22" name="LigandSeek2_vs_LigandSeek1_path_5536">
            <a:extLst>
              <a:ext uri="{FF2B5EF4-FFF2-40B4-BE49-F238E27FC236}">
                <a16:creationId xmlns:a16="http://schemas.microsoft.com/office/drawing/2014/main" id="{F76ACCA7-E133-445F-9DD7-A4D8345DDE75}"/>
              </a:ext>
            </a:extLst>
          </p:cNvPr>
          <p:cNvSpPr>
            <a:spLocks noGrp="1"/>
          </p:cNvSpPr>
          <p:nvPr/>
        </p:nvSpPr>
        <p:spPr>
          <a:xfrm>
            <a:off x="778666" y="1404239"/>
            <a:ext cx="106099" cy="498507"/>
          </a:xfrm>
          <a:custGeom>
            <a:avLst/>
            <a:gdLst/>
            <a:ahLst/>
            <a:cxnLst/>
            <a:rect l="0" t="0" r="0" b="0"/>
            <a:pathLst>
              <a:path w="106099" h="498507">
                <a:moveTo>
                  <a:pt x="0" y="498507"/>
                </a:moveTo>
                <a:lnTo>
                  <a:pt x="106099" y="498507"/>
                </a:lnTo>
                <a:lnTo>
                  <a:pt x="106099" y="0"/>
                </a:lnTo>
                <a:lnTo>
                  <a:pt x="0" y="0"/>
                </a:lnTo>
                <a:lnTo>
                  <a:pt x="0" y="498507"/>
                </a:lnTo>
                <a:close/>
              </a:path>
            </a:pathLst>
          </a:custGeom>
          <a:solidFill>
            <a:srgbClr val="566AB4">
              <a:alpha val="16000"/>
            </a:srgbClr>
          </a:solidFill>
          <a:ln w="8255">
            <a:solidFill>
              <a:srgbClr val="566AB4">
                <a:alpha val="16000"/>
              </a:srgbClr>
            </a:solidFill>
            <a:prstDash val="solid"/>
          </a:ln>
        </p:spPr>
      </p:sp>
      <p:sp>
        <p:nvSpPr>
          <p:cNvPr id="23" name="LigandSeek2_vs_LigandSeek1_path_5537">
            <a:extLst>
              <a:ext uri="{FF2B5EF4-FFF2-40B4-BE49-F238E27FC236}">
                <a16:creationId xmlns:a16="http://schemas.microsoft.com/office/drawing/2014/main" id="{A57C8752-6636-4873-8D26-24E450111AA2}"/>
              </a:ext>
            </a:extLst>
          </p:cNvPr>
          <p:cNvSpPr>
            <a:spLocks noGrp="1"/>
          </p:cNvSpPr>
          <p:nvPr/>
        </p:nvSpPr>
        <p:spPr>
          <a:xfrm>
            <a:off x="1394806" y="1337329"/>
            <a:ext cx="106099" cy="565417"/>
          </a:xfrm>
          <a:custGeom>
            <a:avLst/>
            <a:gdLst/>
            <a:ahLst/>
            <a:cxnLst/>
            <a:rect l="0" t="0" r="0" b="0"/>
            <a:pathLst>
              <a:path w="106099" h="565417">
                <a:moveTo>
                  <a:pt x="0" y="565417"/>
                </a:moveTo>
                <a:lnTo>
                  <a:pt x="106099" y="565417"/>
                </a:lnTo>
                <a:lnTo>
                  <a:pt x="106099" y="0"/>
                </a:lnTo>
                <a:lnTo>
                  <a:pt x="0" y="0"/>
                </a:lnTo>
                <a:lnTo>
                  <a:pt x="0" y="565417"/>
                </a:lnTo>
                <a:close/>
              </a:path>
            </a:pathLst>
          </a:custGeom>
          <a:solidFill>
            <a:srgbClr val="566AB4">
              <a:alpha val="16000"/>
            </a:srgbClr>
          </a:solidFill>
          <a:ln w="8255">
            <a:solidFill>
              <a:srgbClr val="566AB4">
                <a:alpha val="16000"/>
              </a:srgbClr>
            </a:solidFill>
            <a:prstDash val="solid"/>
          </a:ln>
        </p:spPr>
      </p:sp>
      <p:sp>
        <p:nvSpPr>
          <p:cNvPr id="24" name="LigandSeek2_vs_LigandSeek1_path_5538">
            <a:extLst>
              <a:ext uri="{FF2B5EF4-FFF2-40B4-BE49-F238E27FC236}">
                <a16:creationId xmlns:a16="http://schemas.microsoft.com/office/drawing/2014/main" id="{4EC531AA-2613-496E-9E8C-32A990AC6655}"/>
              </a:ext>
            </a:extLst>
          </p:cNvPr>
          <p:cNvSpPr>
            <a:spLocks noGrp="1"/>
          </p:cNvSpPr>
          <p:nvPr/>
        </p:nvSpPr>
        <p:spPr>
          <a:xfrm>
            <a:off x="2010946" y="1435457"/>
            <a:ext cx="106099" cy="467289"/>
          </a:xfrm>
          <a:custGeom>
            <a:avLst/>
            <a:gdLst/>
            <a:ahLst/>
            <a:cxnLst/>
            <a:rect l="0" t="0" r="0" b="0"/>
            <a:pathLst>
              <a:path w="106099" h="467289">
                <a:moveTo>
                  <a:pt x="0" y="467289"/>
                </a:moveTo>
                <a:lnTo>
                  <a:pt x="106099" y="467289"/>
                </a:lnTo>
                <a:lnTo>
                  <a:pt x="106099" y="0"/>
                </a:lnTo>
                <a:lnTo>
                  <a:pt x="0" y="0"/>
                </a:lnTo>
                <a:lnTo>
                  <a:pt x="0" y="467289"/>
                </a:lnTo>
                <a:close/>
              </a:path>
            </a:pathLst>
          </a:custGeom>
          <a:solidFill>
            <a:srgbClr val="566AB4">
              <a:alpha val="16000"/>
            </a:srgbClr>
          </a:solidFill>
          <a:ln w="8255">
            <a:solidFill>
              <a:srgbClr val="566AB4">
                <a:alpha val="16000"/>
              </a:srgbClr>
            </a:solidFill>
            <a:prstDash val="solid"/>
          </a:ln>
        </p:spPr>
      </p:sp>
      <p:sp>
        <p:nvSpPr>
          <p:cNvPr id="25" name="LigandSeek2_vs_LigandSeek1_path_5539">
            <a:extLst>
              <a:ext uri="{FF2B5EF4-FFF2-40B4-BE49-F238E27FC236}">
                <a16:creationId xmlns:a16="http://schemas.microsoft.com/office/drawing/2014/main" id="{B5D27BA8-5AAA-4050-BB27-EB1C2944ADEC}"/>
              </a:ext>
            </a:extLst>
          </p:cNvPr>
          <p:cNvSpPr>
            <a:spLocks noGrp="1"/>
          </p:cNvSpPr>
          <p:nvPr/>
        </p:nvSpPr>
        <p:spPr>
          <a:xfrm>
            <a:off x="904975" y="1464567"/>
            <a:ext cx="106099" cy="438179"/>
          </a:xfrm>
          <a:custGeom>
            <a:avLst/>
            <a:gdLst/>
            <a:ahLst/>
            <a:cxnLst/>
            <a:rect l="0" t="0" r="0" b="0"/>
            <a:pathLst>
              <a:path w="106099" h="438179">
                <a:moveTo>
                  <a:pt x="0" y="438179"/>
                </a:moveTo>
                <a:lnTo>
                  <a:pt x="106099" y="438179"/>
                </a:lnTo>
                <a:lnTo>
                  <a:pt x="106099" y="0"/>
                </a:lnTo>
                <a:lnTo>
                  <a:pt x="0" y="0"/>
                </a:lnTo>
                <a:lnTo>
                  <a:pt x="0" y="438179"/>
                </a:lnTo>
                <a:close/>
              </a:path>
            </a:pathLst>
          </a:custGeom>
          <a:solidFill>
            <a:srgbClr val="7D8990">
              <a:alpha val="16000"/>
            </a:srgbClr>
          </a:solidFill>
          <a:ln w="8255">
            <a:solidFill>
              <a:srgbClr val="7D8990">
                <a:alpha val="16000"/>
              </a:srgbClr>
            </a:solidFill>
            <a:prstDash val="solid"/>
          </a:ln>
        </p:spPr>
      </p:sp>
      <p:sp>
        <p:nvSpPr>
          <p:cNvPr id="26" name="LigandSeek2_vs_LigandSeek1_path_5540">
            <a:extLst>
              <a:ext uri="{FF2B5EF4-FFF2-40B4-BE49-F238E27FC236}">
                <a16:creationId xmlns:a16="http://schemas.microsoft.com/office/drawing/2014/main" id="{C2F2F71C-80A9-477A-A76D-7CD9860E7679}"/>
              </a:ext>
            </a:extLst>
          </p:cNvPr>
          <p:cNvSpPr>
            <a:spLocks noGrp="1"/>
          </p:cNvSpPr>
          <p:nvPr/>
        </p:nvSpPr>
        <p:spPr>
          <a:xfrm>
            <a:off x="1521115" y="1362090"/>
            <a:ext cx="106099" cy="540656"/>
          </a:xfrm>
          <a:custGeom>
            <a:avLst/>
            <a:gdLst/>
            <a:ahLst/>
            <a:cxnLst/>
            <a:rect l="0" t="0" r="0" b="0"/>
            <a:pathLst>
              <a:path w="106099" h="540656">
                <a:moveTo>
                  <a:pt x="0" y="540656"/>
                </a:moveTo>
                <a:lnTo>
                  <a:pt x="106099" y="540656"/>
                </a:lnTo>
                <a:lnTo>
                  <a:pt x="106099" y="0"/>
                </a:lnTo>
                <a:lnTo>
                  <a:pt x="0" y="0"/>
                </a:lnTo>
                <a:lnTo>
                  <a:pt x="0" y="540656"/>
                </a:lnTo>
                <a:close/>
              </a:path>
            </a:pathLst>
          </a:custGeom>
          <a:solidFill>
            <a:srgbClr val="7D8990">
              <a:alpha val="16000"/>
            </a:srgbClr>
          </a:solidFill>
          <a:ln w="8255">
            <a:solidFill>
              <a:srgbClr val="7D8990">
                <a:alpha val="16000"/>
              </a:srgbClr>
            </a:solidFill>
            <a:prstDash val="solid"/>
          </a:ln>
        </p:spPr>
      </p:sp>
      <p:sp>
        <p:nvSpPr>
          <p:cNvPr id="27" name="LigandSeek2_vs_LigandSeek1_path_5541">
            <a:extLst>
              <a:ext uri="{FF2B5EF4-FFF2-40B4-BE49-F238E27FC236}">
                <a16:creationId xmlns:a16="http://schemas.microsoft.com/office/drawing/2014/main" id="{FDD518F9-3F38-4CB3-B2C1-EDF86A91408C}"/>
              </a:ext>
            </a:extLst>
          </p:cNvPr>
          <p:cNvSpPr>
            <a:spLocks noGrp="1"/>
          </p:cNvSpPr>
          <p:nvPr/>
        </p:nvSpPr>
        <p:spPr>
          <a:xfrm>
            <a:off x="2137255" y="1573013"/>
            <a:ext cx="106099" cy="329733"/>
          </a:xfrm>
          <a:custGeom>
            <a:avLst/>
            <a:gdLst/>
            <a:ahLst/>
            <a:cxnLst/>
            <a:rect l="0" t="0" r="0" b="0"/>
            <a:pathLst>
              <a:path w="106099" h="329733">
                <a:moveTo>
                  <a:pt x="0" y="329733"/>
                </a:moveTo>
                <a:lnTo>
                  <a:pt x="106099" y="329733"/>
                </a:lnTo>
                <a:lnTo>
                  <a:pt x="106099" y="0"/>
                </a:lnTo>
                <a:lnTo>
                  <a:pt x="0" y="0"/>
                </a:lnTo>
                <a:lnTo>
                  <a:pt x="0" y="329733"/>
                </a:lnTo>
                <a:close/>
              </a:path>
            </a:pathLst>
          </a:custGeom>
          <a:solidFill>
            <a:srgbClr val="7D8990">
              <a:alpha val="16000"/>
            </a:srgbClr>
          </a:solidFill>
          <a:ln w="8255">
            <a:solidFill>
              <a:srgbClr val="7D8990">
                <a:alpha val="16000"/>
              </a:srgbClr>
            </a:solidFill>
            <a:prstDash val="solid"/>
          </a:ln>
        </p:spPr>
      </p:sp>
      <p:sp>
        <p:nvSpPr>
          <p:cNvPr id="28" name="LigandSeek2_vs_LigandSeek1_path_5542">
            <a:extLst>
              <a:ext uri="{FF2B5EF4-FFF2-40B4-BE49-F238E27FC236}">
                <a16:creationId xmlns:a16="http://schemas.microsoft.com/office/drawing/2014/main" id="{D3B80E1B-3AAF-4353-AF2B-1725BF3697D2}"/>
              </a:ext>
            </a:extLst>
          </p:cNvPr>
          <p:cNvSpPr>
            <a:spLocks noGrp="1"/>
          </p:cNvSpPr>
          <p:nvPr/>
        </p:nvSpPr>
        <p:spPr>
          <a:xfrm>
            <a:off x="1031283" y="1532116"/>
            <a:ext cx="106099" cy="370630"/>
          </a:xfrm>
          <a:custGeom>
            <a:avLst/>
            <a:gdLst/>
            <a:ahLst/>
            <a:cxnLst/>
            <a:rect l="0" t="0" r="0" b="0"/>
            <a:pathLst>
              <a:path w="106099" h="370630">
                <a:moveTo>
                  <a:pt x="0" y="370630"/>
                </a:moveTo>
                <a:lnTo>
                  <a:pt x="106099" y="370630"/>
                </a:lnTo>
                <a:lnTo>
                  <a:pt x="106099" y="0"/>
                </a:lnTo>
                <a:lnTo>
                  <a:pt x="0" y="0"/>
                </a:lnTo>
                <a:lnTo>
                  <a:pt x="0" y="370630"/>
                </a:lnTo>
                <a:close/>
              </a:path>
            </a:pathLst>
          </a:custGeom>
          <a:solidFill>
            <a:srgbClr val="B08A60">
              <a:alpha val="16000"/>
            </a:srgbClr>
          </a:solidFill>
          <a:ln w="8255">
            <a:solidFill>
              <a:srgbClr val="B08A60">
                <a:alpha val="16000"/>
              </a:srgbClr>
            </a:solidFill>
            <a:prstDash val="solid"/>
          </a:ln>
        </p:spPr>
      </p:sp>
      <p:sp>
        <p:nvSpPr>
          <p:cNvPr id="29" name="LigandSeek2_vs_LigandSeek1_path_5543">
            <a:extLst>
              <a:ext uri="{FF2B5EF4-FFF2-40B4-BE49-F238E27FC236}">
                <a16:creationId xmlns:a16="http://schemas.microsoft.com/office/drawing/2014/main" id="{A9CDADA6-AD2A-4FD3-8BEF-7A1FA5B90A7C}"/>
              </a:ext>
            </a:extLst>
          </p:cNvPr>
          <p:cNvSpPr>
            <a:spLocks noGrp="1"/>
          </p:cNvSpPr>
          <p:nvPr/>
        </p:nvSpPr>
        <p:spPr>
          <a:xfrm>
            <a:off x="1647423" y="1442880"/>
            <a:ext cx="106099" cy="459866"/>
          </a:xfrm>
          <a:custGeom>
            <a:avLst/>
            <a:gdLst/>
            <a:ahLst/>
            <a:cxnLst/>
            <a:rect l="0" t="0" r="0" b="0"/>
            <a:pathLst>
              <a:path w="106099" h="459866">
                <a:moveTo>
                  <a:pt x="0" y="459866"/>
                </a:moveTo>
                <a:lnTo>
                  <a:pt x="106099" y="459866"/>
                </a:lnTo>
                <a:lnTo>
                  <a:pt x="106099" y="0"/>
                </a:lnTo>
                <a:lnTo>
                  <a:pt x="0" y="0"/>
                </a:lnTo>
                <a:lnTo>
                  <a:pt x="0" y="459866"/>
                </a:lnTo>
                <a:close/>
              </a:path>
            </a:pathLst>
          </a:custGeom>
          <a:solidFill>
            <a:srgbClr val="B08A60">
              <a:alpha val="16000"/>
            </a:srgbClr>
          </a:solidFill>
          <a:ln w="8255">
            <a:solidFill>
              <a:srgbClr val="B08A60">
                <a:alpha val="16000"/>
              </a:srgbClr>
            </a:solidFill>
            <a:prstDash val="solid"/>
          </a:ln>
        </p:spPr>
      </p:sp>
      <p:sp>
        <p:nvSpPr>
          <p:cNvPr id="30" name="LigandSeek2_vs_LigandSeek1_path_5544">
            <a:extLst>
              <a:ext uri="{FF2B5EF4-FFF2-40B4-BE49-F238E27FC236}">
                <a16:creationId xmlns:a16="http://schemas.microsoft.com/office/drawing/2014/main" id="{0FA2F6F5-9F08-4CB0-9C7E-1A5D891558FE}"/>
              </a:ext>
            </a:extLst>
          </p:cNvPr>
          <p:cNvSpPr>
            <a:spLocks noGrp="1"/>
          </p:cNvSpPr>
          <p:nvPr/>
        </p:nvSpPr>
        <p:spPr>
          <a:xfrm>
            <a:off x="2263563" y="1630393"/>
            <a:ext cx="106099" cy="272353"/>
          </a:xfrm>
          <a:custGeom>
            <a:avLst/>
            <a:gdLst/>
            <a:ahLst/>
            <a:cxnLst/>
            <a:rect l="0" t="0" r="0" b="0"/>
            <a:pathLst>
              <a:path w="106099" h="272353">
                <a:moveTo>
                  <a:pt x="0" y="272353"/>
                </a:moveTo>
                <a:lnTo>
                  <a:pt x="106099" y="272353"/>
                </a:lnTo>
                <a:lnTo>
                  <a:pt x="106099" y="0"/>
                </a:lnTo>
                <a:lnTo>
                  <a:pt x="0" y="0"/>
                </a:lnTo>
                <a:lnTo>
                  <a:pt x="0" y="272353"/>
                </a:lnTo>
                <a:close/>
              </a:path>
            </a:pathLst>
          </a:custGeom>
          <a:solidFill>
            <a:srgbClr val="B08A60">
              <a:alpha val="16000"/>
            </a:srgbClr>
          </a:solidFill>
          <a:ln w="8255">
            <a:solidFill>
              <a:srgbClr val="B08A60">
                <a:alpha val="16000"/>
              </a:srgbClr>
            </a:solidFill>
            <a:prstDash val="solid"/>
          </a:ln>
        </p:spPr>
      </p:sp>
      <p:sp>
        <p:nvSpPr>
          <p:cNvPr id="31" name="LigandSeek2_vs_LigandSeek1_ellipse_5545">
            <a:extLst>
              <a:ext uri="{FF2B5EF4-FFF2-40B4-BE49-F238E27FC236}">
                <a16:creationId xmlns:a16="http://schemas.microsoft.com/office/drawing/2014/main" id="{CB2A6108-4369-4857-A342-231D7D8FBE48}"/>
              </a:ext>
            </a:extLst>
          </p:cNvPr>
          <p:cNvSpPr>
            <a:spLocks noGrp="1"/>
          </p:cNvSpPr>
          <p:nvPr/>
        </p:nvSpPr>
        <p:spPr>
          <a:xfrm>
            <a:off x="669875" y="1012783"/>
            <a:ext cx="24757" cy="24757"/>
          </a:xfrm>
          <a:prstGeom prst="ellipse">
            <a:avLst/>
          </a:prstGeom>
          <a:solidFill>
            <a:srgbClr val="007C83">
              <a:alpha val="40000"/>
            </a:srgbClr>
          </a:solidFill>
          <a:ln w="0">
            <a:noFill/>
            <a:prstDash val="solid"/>
          </a:ln>
        </p:spPr>
      </p:sp>
      <p:sp>
        <p:nvSpPr>
          <p:cNvPr id="32" name="LigandSeek2_vs_LigandSeek1_ellipse_5546">
            <a:extLst>
              <a:ext uri="{FF2B5EF4-FFF2-40B4-BE49-F238E27FC236}">
                <a16:creationId xmlns:a16="http://schemas.microsoft.com/office/drawing/2014/main" id="{1D83D31B-A716-4341-9865-AE4A1A406365}"/>
              </a:ext>
            </a:extLst>
          </p:cNvPr>
          <p:cNvSpPr>
            <a:spLocks noGrp="1"/>
          </p:cNvSpPr>
          <p:nvPr/>
        </p:nvSpPr>
        <p:spPr>
          <a:xfrm>
            <a:off x="657794" y="949394"/>
            <a:ext cx="24757" cy="24757"/>
          </a:xfrm>
          <a:prstGeom prst="ellipse">
            <a:avLst/>
          </a:prstGeom>
          <a:solidFill>
            <a:srgbClr val="007C83">
              <a:alpha val="40000"/>
            </a:srgbClr>
          </a:solidFill>
          <a:ln w="0">
            <a:noFill/>
            <a:prstDash val="solid"/>
          </a:ln>
        </p:spPr>
      </p:sp>
      <p:sp>
        <p:nvSpPr>
          <p:cNvPr id="33" name="LigandSeek2_vs_LigandSeek1_ellipse_5547">
            <a:extLst>
              <a:ext uri="{FF2B5EF4-FFF2-40B4-BE49-F238E27FC236}">
                <a16:creationId xmlns:a16="http://schemas.microsoft.com/office/drawing/2014/main" id="{AD917F1B-3E08-460F-BE45-21017B760F00}"/>
              </a:ext>
            </a:extLst>
          </p:cNvPr>
          <p:cNvSpPr>
            <a:spLocks noGrp="1"/>
          </p:cNvSpPr>
          <p:nvPr/>
        </p:nvSpPr>
        <p:spPr>
          <a:xfrm>
            <a:off x="713699" y="1007676"/>
            <a:ext cx="24757" cy="24757"/>
          </a:xfrm>
          <a:prstGeom prst="ellipse">
            <a:avLst/>
          </a:prstGeom>
          <a:solidFill>
            <a:srgbClr val="007C83">
              <a:alpha val="40000"/>
            </a:srgbClr>
          </a:solidFill>
          <a:ln w="0">
            <a:noFill/>
            <a:prstDash val="solid"/>
          </a:ln>
        </p:spPr>
      </p:sp>
      <p:sp>
        <p:nvSpPr>
          <p:cNvPr id="34" name="LigandSeek2_vs_LigandSeek1_ellipse_5548">
            <a:extLst>
              <a:ext uri="{FF2B5EF4-FFF2-40B4-BE49-F238E27FC236}">
                <a16:creationId xmlns:a16="http://schemas.microsoft.com/office/drawing/2014/main" id="{335BAC6D-007E-438C-BC8F-D746EBF2DF53}"/>
              </a:ext>
            </a:extLst>
          </p:cNvPr>
          <p:cNvSpPr>
            <a:spLocks noGrp="1"/>
          </p:cNvSpPr>
          <p:nvPr/>
        </p:nvSpPr>
        <p:spPr>
          <a:xfrm>
            <a:off x="675294" y="1753121"/>
            <a:ext cx="24757" cy="24757"/>
          </a:xfrm>
          <a:prstGeom prst="ellipse">
            <a:avLst/>
          </a:prstGeom>
          <a:solidFill>
            <a:srgbClr val="007C83">
              <a:alpha val="40000"/>
            </a:srgbClr>
          </a:solidFill>
          <a:ln w="0">
            <a:noFill/>
            <a:prstDash val="solid"/>
          </a:ln>
        </p:spPr>
      </p:sp>
      <p:sp>
        <p:nvSpPr>
          <p:cNvPr id="35" name="LigandSeek2_vs_LigandSeek1_ellipse_5549">
            <a:extLst>
              <a:ext uri="{FF2B5EF4-FFF2-40B4-BE49-F238E27FC236}">
                <a16:creationId xmlns:a16="http://schemas.microsoft.com/office/drawing/2014/main" id="{610A69EC-C355-4CE5-BB5B-73BF8657708A}"/>
              </a:ext>
            </a:extLst>
          </p:cNvPr>
          <p:cNvSpPr>
            <a:spLocks noGrp="1"/>
          </p:cNvSpPr>
          <p:nvPr/>
        </p:nvSpPr>
        <p:spPr>
          <a:xfrm>
            <a:off x="732421" y="1078136"/>
            <a:ext cx="24757" cy="24757"/>
          </a:xfrm>
          <a:prstGeom prst="ellipse">
            <a:avLst/>
          </a:prstGeom>
          <a:solidFill>
            <a:srgbClr val="007C83">
              <a:alpha val="40000"/>
            </a:srgbClr>
          </a:solidFill>
          <a:ln w="0">
            <a:noFill/>
            <a:prstDash val="solid"/>
          </a:ln>
        </p:spPr>
      </p:sp>
      <p:sp>
        <p:nvSpPr>
          <p:cNvPr id="36" name="LigandSeek2_vs_LigandSeek1_ellipse_5550">
            <a:extLst>
              <a:ext uri="{FF2B5EF4-FFF2-40B4-BE49-F238E27FC236}">
                <a16:creationId xmlns:a16="http://schemas.microsoft.com/office/drawing/2014/main" id="{66928431-40AC-4E9A-AB54-E4DAE5D9BD4B}"/>
              </a:ext>
            </a:extLst>
          </p:cNvPr>
          <p:cNvSpPr>
            <a:spLocks noGrp="1"/>
          </p:cNvSpPr>
          <p:nvPr/>
        </p:nvSpPr>
        <p:spPr>
          <a:xfrm>
            <a:off x="651740" y="1124461"/>
            <a:ext cx="24757" cy="24757"/>
          </a:xfrm>
          <a:prstGeom prst="ellipse">
            <a:avLst/>
          </a:prstGeom>
          <a:solidFill>
            <a:srgbClr val="007C83">
              <a:alpha val="40000"/>
            </a:srgbClr>
          </a:solidFill>
          <a:ln w="0">
            <a:noFill/>
            <a:prstDash val="solid"/>
          </a:ln>
        </p:spPr>
      </p:sp>
      <p:sp>
        <p:nvSpPr>
          <p:cNvPr id="37" name="LigandSeek2_vs_LigandSeek1_ellipse_5551">
            <a:extLst>
              <a:ext uri="{FF2B5EF4-FFF2-40B4-BE49-F238E27FC236}">
                <a16:creationId xmlns:a16="http://schemas.microsoft.com/office/drawing/2014/main" id="{3F799635-83B0-4BC5-8ADE-36A46D50418A}"/>
              </a:ext>
            </a:extLst>
          </p:cNvPr>
          <p:cNvSpPr>
            <a:spLocks noGrp="1"/>
          </p:cNvSpPr>
          <p:nvPr/>
        </p:nvSpPr>
        <p:spPr>
          <a:xfrm>
            <a:off x="730865" y="1024453"/>
            <a:ext cx="24757" cy="24757"/>
          </a:xfrm>
          <a:prstGeom prst="ellipse">
            <a:avLst/>
          </a:prstGeom>
          <a:solidFill>
            <a:srgbClr val="007C83">
              <a:alpha val="40000"/>
            </a:srgbClr>
          </a:solidFill>
          <a:ln w="0">
            <a:noFill/>
            <a:prstDash val="solid"/>
          </a:ln>
        </p:spPr>
      </p:sp>
      <p:sp>
        <p:nvSpPr>
          <p:cNvPr id="38" name="LigandSeek2_vs_LigandSeek1_ellipse_5552">
            <a:extLst>
              <a:ext uri="{FF2B5EF4-FFF2-40B4-BE49-F238E27FC236}">
                <a16:creationId xmlns:a16="http://schemas.microsoft.com/office/drawing/2014/main" id="{1EB33E88-B02E-4B76-A6EB-01BD47E630BB}"/>
              </a:ext>
            </a:extLst>
          </p:cNvPr>
          <p:cNvSpPr>
            <a:spLocks noGrp="1"/>
          </p:cNvSpPr>
          <p:nvPr/>
        </p:nvSpPr>
        <p:spPr>
          <a:xfrm>
            <a:off x="658013" y="1055582"/>
            <a:ext cx="24757" cy="24757"/>
          </a:xfrm>
          <a:prstGeom prst="ellipse">
            <a:avLst/>
          </a:prstGeom>
          <a:solidFill>
            <a:srgbClr val="007C83">
              <a:alpha val="40000"/>
            </a:srgbClr>
          </a:solidFill>
          <a:ln w="0">
            <a:noFill/>
            <a:prstDash val="solid"/>
          </a:ln>
        </p:spPr>
      </p:sp>
      <p:sp>
        <p:nvSpPr>
          <p:cNvPr id="39" name="LigandSeek2_vs_LigandSeek1_ellipse_5553">
            <a:extLst>
              <a:ext uri="{FF2B5EF4-FFF2-40B4-BE49-F238E27FC236}">
                <a16:creationId xmlns:a16="http://schemas.microsoft.com/office/drawing/2014/main" id="{1DE0696B-A1D5-4C73-A4A6-5D56B53440BA}"/>
              </a:ext>
            </a:extLst>
          </p:cNvPr>
          <p:cNvSpPr>
            <a:spLocks noGrp="1"/>
          </p:cNvSpPr>
          <p:nvPr/>
        </p:nvSpPr>
        <p:spPr>
          <a:xfrm>
            <a:off x="662036" y="1492136"/>
            <a:ext cx="24757" cy="24757"/>
          </a:xfrm>
          <a:prstGeom prst="ellipse">
            <a:avLst/>
          </a:prstGeom>
          <a:solidFill>
            <a:srgbClr val="007C83">
              <a:alpha val="40000"/>
            </a:srgbClr>
          </a:solidFill>
          <a:ln w="0">
            <a:noFill/>
            <a:prstDash val="solid"/>
          </a:ln>
        </p:spPr>
      </p:sp>
      <p:sp>
        <p:nvSpPr>
          <p:cNvPr id="40" name="LigandSeek2_vs_LigandSeek1_ellipse_5554">
            <a:extLst>
              <a:ext uri="{FF2B5EF4-FFF2-40B4-BE49-F238E27FC236}">
                <a16:creationId xmlns:a16="http://schemas.microsoft.com/office/drawing/2014/main" id="{D31B579F-6C9C-4F9E-93A3-490630A03DA0}"/>
              </a:ext>
            </a:extLst>
          </p:cNvPr>
          <p:cNvSpPr>
            <a:spLocks noGrp="1"/>
          </p:cNvSpPr>
          <p:nvPr/>
        </p:nvSpPr>
        <p:spPr>
          <a:xfrm>
            <a:off x="700864" y="1448760"/>
            <a:ext cx="24757" cy="24757"/>
          </a:xfrm>
          <a:prstGeom prst="ellipse">
            <a:avLst/>
          </a:prstGeom>
          <a:solidFill>
            <a:srgbClr val="007C83">
              <a:alpha val="40000"/>
            </a:srgbClr>
          </a:solidFill>
          <a:ln w="0">
            <a:noFill/>
            <a:prstDash val="solid"/>
          </a:ln>
        </p:spPr>
      </p:sp>
      <p:sp>
        <p:nvSpPr>
          <p:cNvPr id="41" name="LigandSeek2_vs_LigandSeek1_ellipse_5555">
            <a:extLst>
              <a:ext uri="{FF2B5EF4-FFF2-40B4-BE49-F238E27FC236}">
                <a16:creationId xmlns:a16="http://schemas.microsoft.com/office/drawing/2014/main" id="{6F1F4C2D-39E9-4A4B-BCEF-B8275537125F}"/>
              </a:ext>
            </a:extLst>
          </p:cNvPr>
          <p:cNvSpPr>
            <a:spLocks noGrp="1"/>
          </p:cNvSpPr>
          <p:nvPr/>
        </p:nvSpPr>
        <p:spPr>
          <a:xfrm>
            <a:off x="650777" y="1470156"/>
            <a:ext cx="24757" cy="24757"/>
          </a:xfrm>
          <a:prstGeom prst="ellipse">
            <a:avLst/>
          </a:prstGeom>
          <a:solidFill>
            <a:srgbClr val="007C83">
              <a:alpha val="40000"/>
            </a:srgbClr>
          </a:solidFill>
          <a:ln w="0">
            <a:noFill/>
            <a:prstDash val="solid"/>
          </a:ln>
        </p:spPr>
      </p:sp>
      <p:sp>
        <p:nvSpPr>
          <p:cNvPr id="42" name="LigandSeek2_vs_LigandSeek1_ellipse_5556">
            <a:extLst>
              <a:ext uri="{FF2B5EF4-FFF2-40B4-BE49-F238E27FC236}">
                <a16:creationId xmlns:a16="http://schemas.microsoft.com/office/drawing/2014/main" id="{CF122E87-C93D-41F6-91A9-094F6E25D9D9}"/>
              </a:ext>
            </a:extLst>
          </p:cNvPr>
          <p:cNvSpPr>
            <a:spLocks noGrp="1"/>
          </p:cNvSpPr>
          <p:nvPr/>
        </p:nvSpPr>
        <p:spPr>
          <a:xfrm>
            <a:off x="678091" y="1032197"/>
            <a:ext cx="24757" cy="24757"/>
          </a:xfrm>
          <a:prstGeom prst="ellipse">
            <a:avLst/>
          </a:prstGeom>
          <a:solidFill>
            <a:srgbClr val="007C83">
              <a:alpha val="40000"/>
            </a:srgbClr>
          </a:solidFill>
          <a:ln w="0">
            <a:noFill/>
            <a:prstDash val="solid"/>
          </a:ln>
        </p:spPr>
      </p:sp>
      <p:sp>
        <p:nvSpPr>
          <p:cNvPr id="43" name="LigandSeek2_vs_LigandSeek1_ellipse_5557">
            <a:extLst>
              <a:ext uri="{FF2B5EF4-FFF2-40B4-BE49-F238E27FC236}">
                <a16:creationId xmlns:a16="http://schemas.microsoft.com/office/drawing/2014/main" id="{7519C904-3DFE-411E-B72A-D77B1F95BF30}"/>
              </a:ext>
            </a:extLst>
          </p:cNvPr>
          <p:cNvSpPr>
            <a:spLocks noGrp="1"/>
          </p:cNvSpPr>
          <p:nvPr/>
        </p:nvSpPr>
        <p:spPr>
          <a:xfrm>
            <a:off x="696055" y="1157943"/>
            <a:ext cx="24757" cy="24757"/>
          </a:xfrm>
          <a:prstGeom prst="ellipse">
            <a:avLst/>
          </a:prstGeom>
          <a:solidFill>
            <a:srgbClr val="007C83">
              <a:alpha val="40000"/>
            </a:srgbClr>
          </a:solidFill>
          <a:ln w="0">
            <a:noFill/>
            <a:prstDash val="solid"/>
          </a:ln>
        </p:spPr>
      </p:sp>
      <p:sp>
        <p:nvSpPr>
          <p:cNvPr id="44" name="LigandSeek2_vs_LigandSeek1_ellipse_5558">
            <a:extLst>
              <a:ext uri="{FF2B5EF4-FFF2-40B4-BE49-F238E27FC236}">
                <a16:creationId xmlns:a16="http://schemas.microsoft.com/office/drawing/2014/main" id="{1295D7A8-8F83-4978-BC03-8B527584B7BA}"/>
              </a:ext>
            </a:extLst>
          </p:cNvPr>
          <p:cNvSpPr>
            <a:spLocks noGrp="1"/>
          </p:cNvSpPr>
          <p:nvPr/>
        </p:nvSpPr>
        <p:spPr>
          <a:xfrm>
            <a:off x="695208" y="1373052"/>
            <a:ext cx="24757" cy="24757"/>
          </a:xfrm>
          <a:prstGeom prst="ellipse">
            <a:avLst/>
          </a:prstGeom>
          <a:solidFill>
            <a:srgbClr val="007C83">
              <a:alpha val="40000"/>
            </a:srgbClr>
          </a:solidFill>
          <a:ln w="0">
            <a:noFill/>
            <a:prstDash val="solid"/>
          </a:ln>
        </p:spPr>
      </p:sp>
      <p:sp>
        <p:nvSpPr>
          <p:cNvPr id="45" name="LigandSeek2_vs_LigandSeek1_ellipse_5559">
            <a:extLst>
              <a:ext uri="{FF2B5EF4-FFF2-40B4-BE49-F238E27FC236}">
                <a16:creationId xmlns:a16="http://schemas.microsoft.com/office/drawing/2014/main" id="{868E0AEF-BFFB-49B5-BCA7-4C8C12A501FF}"/>
              </a:ext>
            </a:extLst>
          </p:cNvPr>
          <p:cNvSpPr>
            <a:spLocks noGrp="1"/>
          </p:cNvSpPr>
          <p:nvPr/>
        </p:nvSpPr>
        <p:spPr>
          <a:xfrm>
            <a:off x="707864" y="1057772"/>
            <a:ext cx="24757" cy="24757"/>
          </a:xfrm>
          <a:prstGeom prst="ellipse">
            <a:avLst/>
          </a:prstGeom>
          <a:solidFill>
            <a:srgbClr val="007C83">
              <a:alpha val="40000"/>
            </a:srgbClr>
          </a:solidFill>
          <a:ln w="0">
            <a:noFill/>
            <a:prstDash val="solid"/>
          </a:ln>
        </p:spPr>
      </p:sp>
      <p:sp>
        <p:nvSpPr>
          <p:cNvPr id="46" name="LigandSeek2_vs_LigandSeek1_ellipse_5560">
            <a:extLst>
              <a:ext uri="{FF2B5EF4-FFF2-40B4-BE49-F238E27FC236}">
                <a16:creationId xmlns:a16="http://schemas.microsoft.com/office/drawing/2014/main" id="{8DA3968C-89BB-45AF-A8B5-69516A18C621}"/>
              </a:ext>
            </a:extLst>
          </p:cNvPr>
          <p:cNvSpPr>
            <a:spLocks noGrp="1"/>
          </p:cNvSpPr>
          <p:nvPr/>
        </p:nvSpPr>
        <p:spPr>
          <a:xfrm>
            <a:off x="650886" y="1061120"/>
            <a:ext cx="24757" cy="24757"/>
          </a:xfrm>
          <a:prstGeom prst="ellipse">
            <a:avLst/>
          </a:prstGeom>
          <a:solidFill>
            <a:srgbClr val="007C83">
              <a:alpha val="40000"/>
            </a:srgbClr>
          </a:solidFill>
          <a:ln w="0">
            <a:noFill/>
            <a:prstDash val="solid"/>
          </a:ln>
        </p:spPr>
      </p:sp>
      <p:sp>
        <p:nvSpPr>
          <p:cNvPr id="47" name="LigandSeek2_vs_LigandSeek1_ellipse_5561">
            <a:extLst>
              <a:ext uri="{FF2B5EF4-FFF2-40B4-BE49-F238E27FC236}">
                <a16:creationId xmlns:a16="http://schemas.microsoft.com/office/drawing/2014/main" id="{E2815B55-7EFF-4EE5-A157-FB5155787DA5}"/>
              </a:ext>
            </a:extLst>
          </p:cNvPr>
          <p:cNvSpPr>
            <a:spLocks noGrp="1"/>
          </p:cNvSpPr>
          <p:nvPr/>
        </p:nvSpPr>
        <p:spPr>
          <a:xfrm>
            <a:off x="688481" y="1545249"/>
            <a:ext cx="24757" cy="24757"/>
          </a:xfrm>
          <a:prstGeom prst="ellipse">
            <a:avLst/>
          </a:prstGeom>
          <a:solidFill>
            <a:srgbClr val="007C83">
              <a:alpha val="40000"/>
            </a:srgbClr>
          </a:solidFill>
          <a:ln w="0">
            <a:noFill/>
            <a:prstDash val="solid"/>
          </a:ln>
        </p:spPr>
      </p:sp>
      <p:sp>
        <p:nvSpPr>
          <p:cNvPr id="48" name="LigandSeek2_vs_LigandSeek1_ellipse_5562">
            <a:extLst>
              <a:ext uri="{FF2B5EF4-FFF2-40B4-BE49-F238E27FC236}">
                <a16:creationId xmlns:a16="http://schemas.microsoft.com/office/drawing/2014/main" id="{4358E816-F6EF-4A6B-8971-B54811F96392}"/>
              </a:ext>
            </a:extLst>
          </p:cNvPr>
          <p:cNvSpPr>
            <a:spLocks noGrp="1"/>
          </p:cNvSpPr>
          <p:nvPr/>
        </p:nvSpPr>
        <p:spPr>
          <a:xfrm>
            <a:off x="658695" y="1107069"/>
            <a:ext cx="24757" cy="24757"/>
          </a:xfrm>
          <a:prstGeom prst="ellipse">
            <a:avLst/>
          </a:prstGeom>
          <a:solidFill>
            <a:srgbClr val="007C83">
              <a:alpha val="40000"/>
            </a:srgbClr>
          </a:solidFill>
          <a:ln w="0">
            <a:noFill/>
            <a:prstDash val="solid"/>
          </a:ln>
        </p:spPr>
      </p:sp>
      <p:sp>
        <p:nvSpPr>
          <p:cNvPr id="49" name="LigandSeek2_vs_LigandSeek1_ellipse_5563">
            <a:extLst>
              <a:ext uri="{FF2B5EF4-FFF2-40B4-BE49-F238E27FC236}">
                <a16:creationId xmlns:a16="http://schemas.microsoft.com/office/drawing/2014/main" id="{2613D6A5-638C-4E01-A0A7-F1360BF98990}"/>
              </a:ext>
            </a:extLst>
          </p:cNvPr>
          <p:cNvSpPr>
            <a:spLocks noGrp="1"/>
          </p:cNvSpPr>
          <p:nvPr/>
        </p:nvSpPr>
        <p:spPr>
          <a:xfrm>
            <a:off x="657882" y="1137139"/>
            <a:ext cx="24757" cy="24757"/>
          </a:xfrm>
          <a:prstGeom prst="ellipse">
            <a:avLst/>
          </a:prstGeom>
          <a:solidFill>
            <a:srgbClr val="007C83">
              <a:alpha val="40000"/>
            </a:srgbClr>
          </a:solidFill>
          <a:ln w="0">
            <a:noFill/>
            <a:prstDash val="solid"/>
          </a:ln>
        </p:spPr>
      </p:sp>
      <p:sp>
        <p:nvSpPr>
          <p:cNvPr id="50" name="LigandSeek2_vs_LigandSeek1_ellipse_5564">
            <a:extLst>
              <a:ext uri="{FF2B5EF4-FFF2-40B4-BE49-F238E27FC236}">
                <a16:creationId xmlns:a16="http://schemas.microsoft.com/office/drawing/2014/main" id="{98EE3AFA-0872-4072-82F1-EF97E4D86119}"/>
              </a:ext>
            </a:extLst>
          </p:cNvPr>
          <p:cNvSpPr>
            <a:spLocks noGrp="1"/>
          </p:cNvSpPr>
          <p:nvPr/>
        </p:nvSpPr>
        <p:spPr>
          <a:xfrm>
            <a:off x="695713" y="1168296"/>
            <a:ext cx="24757" cy="24757"/>
          </a:xfrm>
          <a:prstGeom prst="ellipse">
            <a:avLst/>
          </a:prstGeom>
          <a:solidFill>
            <a:srgbClr val="007C83">
              <a:alpha val="40000"/>
            </a:srgbClr>
          </a:solidFill>
          <a:ln w="0">
            <a:noFill/>
            <a:prstDash val="solid"/>
          </a:ln>
        </p:spPr>
      </p:sp>
      <p:sp>
        <p:nvSpPr>
          <p:cNvPr id="51" name="LigandSeek2_vs_LigandSeek1_ellipse_5565">
            <a:extLst>
              <a:ext uri="{FF2B5EF4-FFF2-40B4-BE49-F238E27FC236}">
                <a16:creationId xmlns:a16="http://schemas.microsoft.com/office/drawing/2014/main" id="{3369C8B6-12D3-4D24-974D-A1D7321BD78B}"/>
              </a:ext>
            </a:extLst>
          </p:cNvPr>
          <p:cNvSpPr>
            <a:spLocks noGrp="1"/>
          </p:cNvSpPr>
          <p:nvPr/>
        </p:nvSpPr>
        <p:spPr>
          <a:xfrm>
            <a:off x="660758" y="1409541"/>
            <a:ext cx="24757" cy="24757"/>
          </a:xfrm>
          <a:prstGeom prst="ellipse">
            <a:avLst/>
          </a:prstGeom>
          <a:solidFill>
            <a:srgbClr val="007C83">
              <a:alpha val="40000"/>
            </a:srgbClr>
          </a:solidFill>
          <a:ln w="0">
            <a:noFill/>
            <a:prstDash val="solid"/>
          </a:ln>
        </p:spPr>
      </p:sp>
      <p:sp>
        <p:nvSpPr>
          <p:cNvPr id="52" name="LigandSeek2_vs_LigandSeek1_ellipse_5566">
            <a:extLst>
              <a:ext uri="{FF2B5EF4-FFF2-40B4-BE49-F238E27FC236}">
                <a16:creationId xmlns:a16="http://schemas.microsoft.com/office/drawing/2014/main" id="{CC25E4C4-927E-47E2-9D9D-A66580C46E04}"/>
              </a:ext>
            </a:extLst>
          </p:cNvPr>
          <p:cNvSpPr>
            <a:spLocks noGrp="1"/>
          </p:cNvSpPr>
          <p:nvPr/>
        </p:nvSpPr>
        <p:spPr>
          <a:xfrm>
            <a:off x="664785" y="1151960"/>
            <a:ext cx="24757" cy="24757"/>
          </a:xfrm>
          <a:prstGeom prst="ellipse">
            <a:avLst/>
          </a:prstGeom>
          <a:solidFill>
            <a:srgbClr val="007C83">
              <a:alpha val="40000"/>
            </a:srgbClr>
          </a:solidFill>
          <a:ln w="0">
            <a:noFill/>
            <a:prstDash val="solid"/>
          </a:ln>
        </p:spPr>
      </p:sp>
      <p:sp>
        <p:nvSpPr>
          <p:cNvPr id="53" name="LigandSeek2_vs_LigandSeek1_ellipse_5567">
            <a:extLst>
              <a:ext uri="{FF2B5EF4-FFF2-40B4-BE49-F238E27FC236}">
                <a16:creationId xmlns:a16="http://schemas.microsoft.com/office/drawing/2014/main" id="{9F8BE5AD-711F-49D2-B5E6-EB4B6BC29C0D}"/>
              </a:ext>
            </a:extLst>
          </p:cNvPr>
          <p:cNvSpPr>
            <a:spLocks noGrp="1"/>
          </p:cNvSpPr>
          <p:nvPr/>
        </p:nvSpPr>
        <p:spPr>
          <a:xfrm>
            <a:off x="703135" y="1274327"/>
            <a:ext cx="24757" cy="24757"/>
          </a:xfrm>
          <a:prstGeom prst="ellipse">
            <a:avLst/>
          </a:prstGeom>
          <a:solidFill>
            <a:srgbClr val="007C83">
              <a:alpha val="40000"/>
            </a:srgbClr>
          </a:solidFill>
          <a:ln w="0">
            <a:noFill/>
            <a:prstDash val="solid"/>
          </a:ln>
        </p:spPr>
      </p:sp>
      <p:sp>
        <p:nvSpPr>
          <p:cNvPr id="54" name="LigandSeek2_vs_LigandSeek1_ellipse_5568">
            <a:extLst>
              <a:ext uri="{FF2B5EF4-FFF2-40B4-BE49-F238E27FC236}">
                <a16:creationId xmlns:a16="http://schemas.microsoft.com/office/drawing/2014/main" id="{BE6A8256-D525-4B9A-8AF9-67F728666AAB}"/>
              </a:ext>
            </a:extLst>
          </p:cNvPr>
          <p:cNvSpPr>
            <a:spLocks noGrp="1"/>
          </p:cNvSpPr>
          <p:nvPr/>
        </p:nvSpPr>
        <p:spPr>
          <a:xfrm>
            <a:off x="650134" y="1018415"/>
            <a:ext cx="24757" cy="24757"/>
          </a:xfrm>
          <a:prstGeom prst="ellipse">
            <a:avLst/>
          </a:prstGeom>
          <a:solidFill>
            <a:srgbClr val="007C83">
              <a:alpha val="40000"/>
            </a:srgbClr>
          </a:solidFill>
          <a:ln w="0">
            <a:noFill/>
            <a:prstDash val="solid"/>
          </a:ln>
        </p:spPr>
      </p:sp>
      <p:sp>
        <p:nvSpPr>
          <p:cNvPr id="55" name="LigandSeek2_vs_LigandSeek1_ellipse_5569">
            <a:extLst>
              <a:ext uri="{FF2B5EF4-FFF2-40B4-BE49-F238E27FC236}">
                <a16:creationId xmlns:a16="http://schemas.microsoft.com/office/drawing/2014/main" id="{8F401160-0CA1-45B6-8785-3243EF9068D5}"/>
              </a:ext>
            </a:extLst>
          </p:cNvPr>
          <p:cNvSpPr>
            <a:spLocks noGrp="1"/>
          </p:cNvSpPr>
          <p:nvPr/>
        </p:nvSpPr>
        <p:spPr>
          <a:xfrm>
            <a:off x="693769" y="1642904"/>
            <a:ext cx="24757" cy="24757"/>
          </a:xfrm>
          <a:prstGeom prst="ellipse">
            <a:avLst/>
          </a:prstGeom>
          <a:solidFill>
            <a:srgbClr val="007C83">
              <a:alpha val="40000"/>
            </a:srgbClr>
          </a:solidFill>
          <a:ln w="0">
            <a:noFill/>
            <a:prstDash val="solid"/>
          </a:ln>
        </p:spPr>
      </p:sp>
      <p:sp>
        <p:nvSpPr>
          <p:cNvPr id="56" name="LigandSeek2_vs_LigandSeek1_ellipse_5570">
            <a:extLst>
              <a:ext uri="{FF2B5EF4-FFF2-40B4-BE49-F238E27FC236}">
                <a16:creationId xmlns:a16="http://schemas.microsoft.com/office/drawing/2014/main" id="{5EC9D29E-8A51-4DD9-9B9C-81286DB145EE}"/>
              </a:ext>
            </a:extLst>
          </p:cNvPr>
          <p:cNvSpPr>
            <a:spLocks noGrp="1"/>
          </p:cNvSpPr>
          <p:nvPr/>
        </p:nvSpPr>
        <p:spPr>
          <a:xfrm>
            <a:off x="703520" y="1890368"/>
            <a:ext cx="24757" cy="24757"/>
          </a:xfrm>
          <a:prstGeom prst="ellipse">
            <a:avLst/>
          </a:prstGeom>
          <a:solidFill>
            <a:srgbClr val="007C83">
              <a:alpha val="40000"/>
            </a:srgbClr>
          </a:solidFill>
          <a:ln w="0">
            <a:noFill/>
            <a:prstDash val="solid"/>
          </a:ln>
        </p:spPr>
      </p:sp>
      <p:sp>
        <p:nvSpPr>
          <p:cNvPr id="57" name="LigandSeek2_vs_LigandSeek1_ellipse_5571">
            <a:extLst>
              <a:ext uri="{FF2B5EF4-FFF2-40B4-BE49-F238E27FC236}">
                <a16:creationId xmlns:a16="http://schemas.microsoft.com/office/drawing/2014/main" id="{53524601-E1BE-49A2-817B-F4A911DBB44A}"/>
              </a:ext>
            </a:extLst>
          </p:cNvPr>
          <p:cNvSpPr>
            <a:spLocks noGrp="1"/>
          </p:cNvSpPr>
          <p:nvPr/>
        </p:nvSpPr>
        <p:spPr>
          <a:xfrm>
            <a:off x="652771" y="1544434"/>
            <a:ext cx="24757" cy="24757"/>
          </a:xfrm>
          <a:prstGeom prst="ellipse">
            <a:avLst/>
          </a:prstGeom>
          <a:solidFill>
            <a:srgbClr val="007C83">
              <a:alpha val="40000"/>
            </a:srgbClr>
          </a:solidFill>
          <a:ln w="0">
            <a:noFill/>
            <a:prstDash val="solid"/>
          </a:ln>
        </p:spPr>
      </p:sp>
      <p:sp>
        <p:nvSpPr>
          <p:cNvPr id="58" name="LigandSeek2_vs_LigandSeek1_ellipse_5572">
            <a:extLst>
              <a:ext uri="{FF2B5EF4-FFF2-40B4-BE49-F238E27FC236}">
                <a16:creationId xmlns:a16="http://schemas.microsoft.com/office/drawing/2014/main" id="{1E1CAA6C-18A5-4A00-B86A-7FE56C997F7C}"/>
              </a:ext>
            </a:extLst>
          </p:cNvPr>
          <p:cNvSpPr>
            <a:spLocks noGrp="1"/>
          </p:cNvSpPr>
          <p:nvPr/>
        </p:nvSpPr>
        <p:spPr>
          <a:xfrm>
            <a:off x="656838" y="1558954"/>
            <a:ext cx="24757" cy="24757"/>
          </a:xfrm>
          <a:prstGeom prst="ellipse">
            <a:avLst/>
          </a:prstGeom>
          <a:solidFill>
            <a:srgbClr val="007C83">
              <a:alpha val="40000"/>
            </a:srgbClr>
          </a:solidFill>
          <a:ln w="0">
            <a:noFill/>
            <a:prstDash val="solid"/>
          </a:ln>
        </p:spPr>
      </p:sp>
      <p:sp>
        <p:nvSpPr>
          <p:cNvPr id="59" name="LigandSeek2_vs_LigandSeek1_ellipse_5573">
            <a:extLst>
              <a:ext uri="{FF2B5EF4-FFF2-40B4-BE49-F238E27FC236}">
                <a16:creationId xmlns:a16="http://schemas.microsoft.com/office/drawing/2014/main" id="{CC3B0F56-2325-48A3-8293-0E60A9E3DCBD}"/>
              </a:ext>
            </a:extLst>
          </p:cNvPr>
          <p:cNvSpPr>
            <a:spLocks noGrp="1"/>
          </p:cNvSpPr>
          <p:nvPr/>
        </p:nvSpPr>
        <p:spPr>
          <a:xfrm>
            <a:off x="676934" y="1009654"/>
            <a:ext cx="24757" cy="24757"/>
          </a:xfrm>
          <a:prstGeom prst="ellipse">
            <a:avLst/>
          </a:prstGeom>
          <a:solidFill>
            <a:srgbClr val="007C83">
              <a:alpha val="40000"/>
            </a:srgbClr>
          </a:solidFill>
          <a:ln w="0">
            <a:noFill/>
            <a:prstDash val="solid"/>
          </a:ln>
        </p:spPr>
      </p:sp>
      <p:sp>
        <p:nvSpPr>
          <p:cNvPr id="60" name="LigandSeek2_vs_LigandSeek1_ellipse_5574">
            <a:extLst>
              <a:ext uri="{FF2B5EF4-FFF2-40B4-BE49-F238E27FC236}">
                <a16:creationId xmlns:a16="http://schemas.microsoft.com/office/drawing/2014/main" id="{9093680B-F1BC-4056-813F-0025B8FCB29D}"/>
              </a:ext>
            </a:extLst>
          </p:cNvPr>
          <p:cNvSpPr>
            <a:spLocks noGrp="1"/>
          </p:cNvSpPr>
          <p:nvPr/>
        </p:nvSpPr>
        <p:spPr>
          <a:xfrm>
            <a:off x="670652" y="1004085"/>
            <a:ext cx="24757" cy="24757"/>
          </a:xfrm>
          <a:prstGeom prst="ellipse">
            <a:avLst/>
          </a:prstGeom>
          <a:solidFill>
            <a:srgbClr val="007C83">
              <a:alpha val="40000"/>
            </a:srgbClr>
          </a:solidFill>
          <a:ln w="0">
            <a:noFill/>
            <a:prstDash val="solid"/>
          </a:ln>
        </p:spPr>
      </p:sp>
      <p:sp>
        <p:nvSpPr>
          <p:cNvPr id="61" name="LigandSeek2_vs_LigandSeek1_ellipse_5575">
            <a:extLst>
              <a:ext uri="{FF2B5EF4-FFF2-40B4-BE49-F238E27FC236}">
                <a16:creationId xmlns:a16="http://schemas.microsoft.com/office/drawing/2014/main" id="{B0F7FA4B-4405-489E-9343-510C1A60288A}"/>
              </a:ext>
            </a:extLst>
          </p:cNvPr>
          <p:cNvSpPr>
            <a:spLocks noGrp="1"/>
          </p:cNvSpPr>
          <p:nvPr/>
        </p:nvSpPr>
        <p:spPr>
          <a:xfrm>
            <a:off x="685965" y="1488307"/>
            <a:ext cx="24757" cy="24757"/>
          </a:xfrm>
          <a:prstGeom prst="ellipse">
            <a:avLst/>
          </a:prstGeom>
          <a:solidFill>
            <a:srgbClr val="007C83">
              <a:alpha val="40000"/>
            </a:srgbClr>
          </a:solidFill>
          <a:ln w="0">
            <a:noFill/>
            <a:prstDash val="solid"/>
          </a:ln>
        </p:spPr>
      </p:sp>
      <p:sp>
        <p:nvSpPr>
          <p:cNvPr id="62" name="LigandSeek2_vs_LigandSeek1_ellipse_5576">
            <a:extLst>
              <a:ext uri="{FF2B5EF4-FFF2-40B4-BE49-F238E27FC236}">
                <a16:creationId xmlns:a16="http://schemas.microsoft.com/office/drawing/2014/main" id="{C3C058B1-43EC-4CE5-9B44-4DB0F4A2B932}"/>
              </a:ext>
            </a:extLst>
          </p:cNvPr>
          <p:cNvSpPr>
            <a:spLocks noGrp="1"/>
          </p:cNvSpPr>
          <p:nvPr/>
        </p:nvSpPr>
        <p:spPr>
          <a:xfrm>
            <a:off x="670657" y="1266963"/>
            <a:ext cx="24757" cy="24757"/>
          </a:xfrm>
          <a:prstGeom prst="ellipse">
            <a:avLst/>
          </a:prstGeom>
          <a:solidFill>
            <a:srgbClr val="007C83">
              <a:alpha val="40000"/>
            </a:srgbClr>
          </a:solidFill>
          <a:ln w="0">
            <a:noFill/>
            <a:prstDash val="solid"/>
          </a:ln>
        </p:spPr>
      </p:sp>
      <p:sp>
        <p:nvSpPr>
          <p:cNvPr id="63" name="LigandSeek2_vs_LigandSeek1_ellipse_5577">
            <a:extLst>
              <a:ext uri="{FF2B5EF4-FFF2-40B4-BE49-F238E27FC236}">
                <a16:creationId xmlns:a16="http://schemas.microsoft.com/office/drawing/2014/main" id="{30CE3DE7-C3FB-44D5-82F0-44CB2C136678}"/>
              </a:ext>
            </a:extLst>
          </p:cNvPr>
          <p:cNvSpPr>
            <a:spLocks noGrp="1"/>
          </p:cNvSpPr>
          <p:nvPr/>
        </p:nvSpPr>
        <p:spPr>
          <a:xfrm>
            <a:off x="718912" y="1890368"/>
            <a:ext cx="24757" cy="24757"/>
          </a:xfrm>
          <a:prstGeom prst="ellipse">
            <a:avLst/>
          </a:prstGeom>
          <a:solidFill>
            <a:srgbClr val="007C83">
              <a:alpha val="40000"/>
            </a:srgbClr>
          </a:solidFill>
          <a:ln w="0">
            <a:noFill/>
            <a:prstDash val="solid"/>
          </a:ln>
        </p:spPr>
      </p:sp>
      <p:sp>
        <p:nvSpPr>
          <p:cNvPr id="64" name="LigandSeek2_vs_LigandSeek1_ellipse_5578">
            <a:extLst>
              <a:ext uri="{FF2B5EF4-FFF2-40B4-BE49-F238E27FC236}">
                <a16:creationId xmlns:a16="http://schemas.microsoft.com/office/drawing/2014/main" id="{2C53256F-0000-4008-9781-524F49551D97}"/>
              </a:ext>
            </a:extLst>
          </p:cNvPr>
          <p:cNvSpPr>
            <a:spLocks noGrp="1"/>
          </p:cNvSpPr>
          <p:nvPr/>
        </p:nvSpPr>
        <p:spPr>
          <a:xfrm>
            <a:off x="672887" y="1553287"/>
            <a:ext cx="24757" cy="24757"/>
          </a:xfrm>
          <a:prstGeom prst="ellipse">
            <a:avLst/>
          </a:prstGeom>
          <a:solidFill>
            <a:srgbClr val="007C83">
              <a:alpha val="40000"/>
            </a:srgbClr>
          </a:solidFill>
          <a:ln w="0">
            <a:noFill/>
            <a:prstDash val="solid"/>
          </a:ln>
        </p:spPr>
      </p:sp>
      <p:sp>
        <p:nvSpPr>
          <p:cNvPr id="65" name="LigandSeek2_vs_LigandSeek1_ellipse_5579">
            <a:extLst>
              <a:ext uri="{FF2B5EF4-FFF2-40B4-BE49-F238E27FC236}">
                <a16:creationId xmlns:a16="http://schemas.microsoft.com/office/drawing/2014/main" id="{ECF0043E-4A77-440A-96ED-1B8C8C8C7F35}"/>
              </a:ext>
            </a:extLst>
          </p:cNvPr>
          <p:cNvSpPr>
            <a:spLocks noGrp="1"/>
          </p:cNvSpPr>
          <p:nvPr/>
        </p:nvSpPr>
        <p:spPr>
          <a:xfrm>
            <a:off x="650380" y="920577"/>
            <a:ext cx="24757" cy="24757"/>
          </a:xfrm>
          <a:prstGeom prst="ellipse">
            <a:avLst/>
          </a:prstGeom>
          <a:solidFill>
            <a:srgbClr val="007C83">
              <a:alpha val="40000"/>
            </a:srgbClr>
          </a:solidFill>
          <a:ln w="0">
            <a:noFill/>
            <a:prstDash val="solid"/>
          </a:ln>
        </p:spPr>
      </p:sp>
      <p:sp>
        <p:nvSpPr>
          <p:cNvPr id="66" name="LigandSeek2_vs_LigandSeek1_ellipse_5580">
            <a:extLst>
              <a:ext uri="{FF2B5EF4-FFF2-40B4-BE49-F238E27FC236}">
                <a16:creationId xmlns:a16="http://schemas.microsoft.com/office/drawing/2014/main" id="{8A933C6A-0442-4FC7-A5A8-AA78715114AB}"/>
              </a:ext>
            </a:extLst>
          </p:cNvPr>
          <p:cNvSpPr>
            <a:spLocks noGrp="1"/>
          </p:cNvSpPr>
          <p:nvPr/>
        </p:nvSpPr>
        <p:spPr>
          <a:xfrm>
            <a:off x="712807" y="1890368"/>
            <a:ext cx="24757" cy="24757"/>
          </a:xfrm>
          <a:prstGeom prst="ellipse">
            <a:avLst/>
          </a:prstGeom>
          <a:solidFill>
            <a:srgbClr val="007C83">
              <a:alpha val="40000"/>
            </a:srgbClr>
          </a:solidFill>
          <a:ln w="0">
            <a:noFill/>
            <a:prstDash val="solid"/>
          </a:ln>
        </p:spPr>
      </p:sp>
      <p:sp>
        <p:nvSpPr>
          <p:cNvPr id="67" name="LigandSeek2_vs_LigandSeek1_ellipse_5581">
            <a:extLst>
              <a:ext uri="{FF2B5EF4-FFF2-40B4-BE49-F238E27FC236}">
                <a16:creationId xmlns:a16="http://schemas.microsoft.com/office/drawing/2014/main" id="{CAEB1604-CAE6-4F0B-BF0C-ECCE14877686}"/>
              </a:ext>
            </a:extLst>
          </p:cNvPr>
          <p:cNvSpPr>
            <a:spLocks noGrp="1"/>
          </p:cNvSpPr>
          <p:nvPr/>
        </p:nvSpPr>
        <p:spPr>
          <a:xfrm>
            <a:off x="666904" y="1254790"/>
            <a:ext cx="24757" cy="24757"/>
          </a:xfrm>
          <a:prstGeom prst="ellipse">
            <a:avLst/>
          </a:prstGeom>
          <a:solidFill>
            <a:srgbClr val="007C83">
              <a:alpha val="40000"/>
            </a:srgbClr>
          </a:solidFill>
          <a:ln w="0">
            <a:noFill/>
            <a:prstDash val="solid"/>
          </a:ln>
        </p:spPr>
      </p:sp>
      <p:sp>
        <p:nvSpPr>
          <p:cNvPr id="68" name="LigandSeek2_vs_LigandSeek1_ellipse_5582">
            <a:extLst>
              <a:ext uri="{FF2B5EF4-FFF2-40B4-BE49-F238E27FC236}">
                <a16:creationId xmlns:a16="http://schemas.microsoft.com/office/drawing/2014/main" id="{7F596FA4-3FCC-44E2-8214-E7909CE052C8}"/>
              </a:ext>
            </a:extLst>
          </p:cNvPr>
          <p:cNvSpPr>
            <a:spLocks noGrp="1"/>
          </p:cNvSpPr>
          <p:nvPr/>
        </p:nvSpPr>
        <p:spPr>
          <a:xfrm>
            <a:off x="727778" y="1333585"/>
            <a:ext cx="24757" cy="24757"/>
          </a:xfrm>
          <a:prstGeom prst="ellipse">
            <a:avLst/>
          </a:prstGeom>
          <a:solidFill>
            <a:srgbClr val="007C83">
              <a:alpha val="40000"/>
            </a:srgbClr>
          </a:solidFill>
          <a:ln w="0">
            <a:noFill/>
            <a:prstDash val="solid"/>
          </a:ln>
        </p:spPr>
      </p:sp>
      <p:sp>
        <p:nvSpPr>
          <p:cNvPr id="69" name="LigandSeek2_vs_LigandSeek1_ellipse_5583">
            <a:extLst>
              <a:ext uri="{FF2B5EF4-FFF2-40B4-BE49-F238E27FC236}">
                <a16:creationId xmlns:a16="http://schemas.microsoft.com/office/drawing/2014/main" id="{85750ADF-6290-4957-897D-10C1220B370E}"/>
              </a:ext>
            </a:extLst>
          </p:cNvPr>
          <p:cNvSpPr>
            <a:spLocks noGrp="1"/>
          </p:cNvSpPr>
          <p:nvPr/>
        </p:nvSpPr>
        <p:spPr>
          <a:xfrm>
            <a:off x="662444" y="951423"/>
            <a:ext cx="24757" cy="24757"/>
          </a:xfrm>
          <a:prstGeom prst="ellipse">
            <a:avLst/>
          </a:prstGeom>
          <a:solidFill>
            <a:srgbClr val="007C83">
              <a:alpha val="40000"/>
            </a:srgbClr>
          </a:solidFill>
          <a:ln w="0">
            <a:noFill/>
            <a:prstDash val="solid"/>
          </a:ln>
        </p:spPr>
      </p:sp>
      <p:sp>
        <p:nvSpPr>
          <p:cNvPr id="70" name="LigandSeek2_vs_LigandSeek1_ellipse_5584">
            <a:extLst>
              <a:ext uri="{FF2B5EF4-FFF2-40B4-BE49-F238E27FC236}">
                <a16:creationId xmlns:a16="http://schemas.microsoft.com/office/drawing/2014/main" id="{D07553E9-5387-4174-841C-829C31339A05}"/>
              </a:ext>
            </a:extLst>
          </p:cNvPr>
          <p:cNvSpPr>
            <a:spLocks noGrp="1"/>
          </p:cNvSpPr>
          <p:nvPr/>
        </p:nvSpPr>
        <p:spPr>
          <a:xfrm>
            <a:off x="652124" y="1016796"/>
            <a:ext cx="24757" cy="24757"/>
          </a:xfrm>
          <a:prstGeom prst="ellipse">
            <a:avLst/>
          </a:prstGeom>
          <a:solidFill>
            <a:srgbClr val="007C83">
              <a:alpha val="40000"/>
            </a:srgbClr>
          </a:solidFill>
          <a:ln w="0">
            <a:noFill/>
            <a:prstDash val="solid"/>
          </a:ln>
        </p:spPr>
      </p:sp>
      <p:sp>
        <p:nvSpPr>
          <p:cNvPr id="71" name="LigandSeek2_vs_LigandSeek1_ellipse_5585">
            <a:extLst>
              <a:ext uri="{FF2B5EF4-FFF2-40B4-BE49-F238E27FC236}">
                <a16:creationId xmlns:a16="http://schemas.microsoft.com/office/drawing/2014/main" id="{D1B236AA-9732-44D1-A940-66AE5DC5212A}"/>
              </a:ext>
            </a:extLst>
          </p:cNvPr>
          <p:cNvSpPr>
            <a:spLocks noGrp="1"/>
          </p:cNvSpPr>
          <p:nvPr/>
        </p:nvSpPr>
        <p:spPr>
          <a:xfrm>
            <a:off x="666458" y="1255831"/>
            <a:ext cx="24757" cy="24757"/>
          </a:xfrm>
          <a:prstGeom prst="ellipse">
            <a:avLst/>
          </a:prstGeom>
          <a:solidFill>
            <a:srgbClr val="007C83">
              <a:alpha val="40000"/>
            </a:srgbClr>
          </a:solidFill>
          <a:ln w="0">
            <a:noFill/>
            <a:prstDash val="solid"/>
          </a:ln>
        </p:spPr>
      </p:sp>
      <p:sp>
        <p:nvSpPr>
          <p:cNvPr id="72" name="LigandSeek2_vs_LigandSeek1_ellipse_5586">
            <a:extLst>
              <a:ext uri="{FF2B5EF4-FFF2-40B4-BE49-F238E27FC236}">
                <a16:creationId xmlns:a16="http://schemas.microsoft.com/office/drawing/2014/main" id="{D627986B-1EED-4EC4-900A-723219E2C8E0}"/>
              </a:ext>
            </a:extLst>
          </p:cNvPr>
          <p:cNvSpPr>
            <a:spLocks noGrp="1"/>
          </p:cNvSpPr>
          <p:nvPr/>
        </p:nvSpPr>
        <p:spPr>
          <a:xfrm>
            <a:off x="712932" y="1043915"/>
            <a:ext cx="24757" cy="24757"/>
          </a:xfrm>
          <a:prstGeom prst="ellipse">
            <a:avLst/>
          </a:prstGeom>
          <a:solidFill>
            <a:srgbClr val="007C83">
              <a:alpha val="40000"/>
            </a:srgbClr>
          </a:solidFill>
          <a:ln w="0">
            <a:noFill/>
            <a:prstDash val="solid"/>
          </a:ln>
        </p:spPr>
      </p:sp>
      <p:sp>
        <p:nvSpPr>
          <p:cNvPr id="73" name="LigandSeek2_vs_LigandSeek1_ellipse_5587">
            <a:extLst>
              <a:ext uri="{FF2B5EF4-FFF2-40B4-BE49-F238E27FC236}">
                <a16:creationId xmlns:a16="http://schemas.microsoft.com/office/drawing/2014/main" id="{DF5B2525-47BC-42B9-84AC-5FD626EF3917}"/>
              </a:ext>
            </a:extLst>
          </p:cNvPr>
          <p:cNvSpPr>
            <a:spLocks noGrp="1"/>
          </p:cNvSpPr>
          <p:nvPr/>
        </p:nvSpPr>
        <p:spPr>
          <a:xfrm>
            <a:off x="732173" y="919678"/>
            <a:ext cx="24757" cy="24757"/>
          </a:xfrm>
          <a:prstGeom prst="ellipse">
            <a:avLst/>
          </a:prstGeom>
          <a:solidFill>
            <a:srgbClr val="007C83">
              <a:alpha val="40000"/>
            </a:srgbClr>
          </a:solidFill>
          <a:ln w="0">
            <a:noFill/>
            <a:prstDash val="solid"/>
          </a:ln>
        </p:spPr>
      </p:sp>
      <p:sp>
        <p:nvSpPr>
          <p:cNvPr id="74" name="LigandSeek2_vs_LigandSeek1_ellipse_5588">
            <a:extLst>
              <a:ext uri="{FF2B5EF4-FFF2-40B4-BE49-F238E27FC236}">
                <a16:creationId xmlns:a16="http://schemas.microsoft.com/office/drawing/2014/main" id="{BC5A9B2F-CC68-4E7C-9794-06B8CAF50CAF}"/>
              </a:ext>
            </a:extLst>
          </p:cNvPr>
          <p:cNvSpPr>
            <a:spLocks noGrp="1"/>
          </p:cNvSpPr>
          <p:nvPr/>
        </p:nvSpPr>
        <p:spPr>
          <a:xfrm>
            <a:off x="720777" y="1000547"/>
            <a:ext cx="24757" cy="24757"/>
          </a:xfrm>
          <a:prstGeom prst="ellipse">
            <a:avLst/>
          </a:prstGeom>
          <a:solidFill>
            <a:srgbClr val="007C83">
              <a:alpha val="40000"/>
            </a:srgbClr>
          </a:solidFill>
          <a:ln w="0">
            <a:noFill/>
            <a:prstDash val="solid"/>
          </a:ln>
        </p:spPr>
      </p:sp>
      <p:sp>
        <p:nvSpPr>
          <p:cNvPr id="75" name="LigandSeek2_vs_LigandSeek1_ellipse_5589">
            <a:extLst>
              <a:ext uri="{FF2B5EF4-FFF2-40B4-BE49-F238E27FC236}">
                <a16:creationId xmlns:a16="http://schemas.microsoft.com/office/drawing/2014/main" id="{8F769487-20AB-43CB-AFAD-4F7A6B1830FD}"/>
              </a:ext>
            </a:extLst>
          </p:cNvPr>
          <p:cNvSpPr>
            <a:spLocks noGrp="1"/>
          </p:cNvSpPr>
          <p:nvPr/>
        </p:nvSpPr>
        <p:spPr>
          <a:xfrm>
            <a:off x="651369" y="1126452"/>
            <a:ext cx="24757" cy="24757"/>
          </a:xfrm>
          <a:prstGeom prst="ellipse">
            <a:avLst/>
          </a:prstGeom>
          <a:solidFill>
            <a:srgbClr val="007C83">
              <a:alpha val="40000"/>
            </a:srgbClr>
          </a:solidFill>
          <a:ln w="0">
            <a:noFill/>
            <a:prstDash val="solid"/>
          </a:ln>
        </p:spPr>
      </p:sp>
      <p:sp>
        <p:nvSpPr>
          <p:cNvPr id="76" name="LigandSeek2_vs_LigandSeek1_ellipse_5590">
            <a:extLst>
              <a:ext uri="{FF2B5EF4-FFF2-40B4-BE49-F238E27FC236}">
                <a16:creationId xmlns:a16="http://schemas.microsoft.com/office/drawing/2014/main" id="{373E79D1-73F1-4108-8059-C96229A4AD90}"/>
              </a:ext>
            </a:extLst>
          </p:cNvPr>
          <p:cNvSpPr>
            <a:spLocks noGrp="1"/>
          </p:cNvSpPr>
          <p:nvPr/>
        </p:nvSpPr>
        <p:spPr>
          <a:xfrm>
            <a:off x="676198" y="972015"/>
            <a:ext cx="24757" cy="24757"/>
          </a:xfrm>
          <a:prstGeom prst="ellipse">
            <a:avLst/>
          </a:prstGeom>
          <a:solidFill>
            <a:srgbClr val="007C83">
              <a:alpha val="40000"/>
            </a:srgbClr>
          </a:solidFill>
          <a:ln w="0">
            <a:noFill/>
            <a:prstDash val="solid"/>
          </a:ln>
        </p:spPr>
      </p:sp>
      <p:sp>
        <p:nvSpPr>
          <p:cNvPr id="77" name="LigandSeek2_vs_LigandSeek1_ellipse_5591">
            <a:extLst>
              <a:ext uri="{FF2B5EF4-FFF2-40B4-BE49-F238E27FC236}">
                <a16:creationId xmlns:a16="http://schemas.microsoft.com/office/drawing/2014/main" id="{7D77A466-366D-4CBD-A7B3-0DEFBE572E8F}"/>
              </a:ext>
            </a:extLst>
          </p:cNvPr>
          <p:cNvSpPr>
            <a:spLocks noGrp="1"/>
          </p:cNvSpPr>
          <p:nvPr/>
        </p:nvSpPr>
        <p:spPr>
          <a:xfrm>
            <a:off x="716229" y="1363204"/>
            <a:ext cx="24757" cy="24757"/>
          </a:xfrm>
          <a:prstGeom prst="ellipse">
            <a:avLst/>
          </a:prstGeom>
          <a:solidFill>
            <a:srgbClr val="007C83">
              <a:alpha val="40000"/>
            </a:srgbClr>
          </a:solidFill>
          <a:ln w="0">
            <a:noFill/>
            <a:prstDash val="solid"/>
          </a:ln>
        </p:spPr>
      </p:sp>
      <p:sp>
        <p:nvSpPr>
          <p:cNvPr id="78" name="LigandSeek2_vs_LigandSeek1_ellipse_5592">
            <a:extLst>
              <a:ext uri="{FF2B5EF4-FFF2-40B4-BE49-F238E27FC236}">
                <a16:creationId xmlns:a16="http://schemas.microsoft.com/office/drawing/2014/main" id="{095598F0-E781-4D65-8FCC-28FB658EAA47}"/>
              </a:ext>
            </a:extLst>
          </p:cNvPr>
          <p:cNvSpPr>
            <a:spLocks noGrp="1"/>
          </p:cNvSpPr>
          <p:nvPr/>
        </p:nvSpPr>
        <p:spPr>
          <a:xfrm>
            <a:off x="695948" y="1077791"/>
            <a:ext cx="24757" cy="24757"/>
          </a:xfrm>
          <a:prstGeom prst="ellipse">
            <a:avLst/>
          </a:prstGeom>
          <a:solidFill>
            <a:srgbClr val="007C83">
              <a:alpha val="40000"/>
            </a:srgbClr>
          </a:solidFill>
          <a:ln w="0">
            <a:noFill/>
            <a:prstDash val="solid"/>
          </a:ln>
        </p:spPr>
      </p:sp>
      <p:sp>
        <p:nvSpPr>
          <p:cNvPr id="79" name="LigandSeek2_vs_LigandSeek1_ellipse_5593">
            <a:extLst>
              <a:ext uri="{FF2B5EF4-FFF2-40B4-BE49-F238E27FC236}">
                <a16:creationId xmlns:a16="http://schemas.microsoft.com/office/drawing/2014/main" id="{45C04EB3-9B15-47EA-ADEA-F1F7D788151B}"/>
              </a:ext>
            </a:extLst>
          </p:cNvPr>
          <p:cNvSpPr>
            <a:spLocks noGrp="1"/>
          </p:cNvSpPr>
          <p:nvPr/>
        </p:nvSpPr>
        <p:spPr>
          <a:xfrm>
            <a:off x="660169" y="1260036"/>
            <a:ext cx="24757" cy="24757"/>
          </a:xfrm>
          <a:prstGeom prst="ellipse">
            <a:avLst/>
          </a:prstGeom>
          <a:solidFill>
            <a:srgbClr val="007C83">
              <a:alpha val="40000"/>
            </a:srgbClr>
          </a:solidFill>
          <a:ln w="0">
            <a:noFill/>
            <a:prstDash val="solid"/>
          </a:ln>
        </p:spPr>
      </p:sp>
      <p:sp>
        <p:nvSpPr>
          <p:cNvPr id="80" name="LigandSeek2_vs_LigandSeek1_ellipse_5594">
            <a:extLst>
              <a:ext uri="{FF2B5EF4-FFF2-40B4-BE49-F238E27FC236}">
                <a16:creationId xmlns:a16="http://schemas.microsoft.com/office/drawing/2014/main" id="{2FE72D8D-8F41-4F89-AFD1-FE6647630FAA}"/>
              </a:ext>
            </a:extLst>
          </p:cNvPr>
          <p:cNvSpPr>
            <a:spLocks noGrp="1"/>
          </p:cNvSpPr>
          <p:nvPr/>
        </p:nvSpPr>
        <p:spPr>
          <a:xfrm>
            <a:off x="726696" y="1039945"/>
            <a:ext cx="24757" cy="24757"/>
          </a:xfrm>
          <a:prstGeom prst="ellipse">
            <a:avLst/>
          </a:prstGeom>
          <a:solidFill>
            <a:srgbClr val="007C83">
              <a:alpha val="40000"/>
            </a:srgbClr>
          </a:solidFill>
          <a:ln w="0">
            <a:noFill/>
            <a:prstDash val="solid"/>
          </a:ln>
        </p:spPr>
      </p:sp>
      <p:sp>
        <p:nvSpPr>
          <p:cNvPr id="81" name="LigandSeek2_vs_LigandSeek1_ellipse_5595">
            <a:extLst>
              <a:ext uri="{FF2B5EF4-FFF2-40B4-BE49-F238E27FC236}">
                <a16:creationId xmlns:a16="http://schemas.microsoft.com/office/drawing/2014/main" id="{EC0B0BBC-D660-46B0-BF18-614B443249D4}"/>
              </a:ext>
            </a:extLst>
          </p:cNvPr>
          <p:cNvSpPr>
            <a:spLocks noGrp="1"/>
          </p:cNvSpPr>
          <p:nvPr/>
        </p:nvSpPr>
        <p:spPr>
          <a:xfrm>
            <a:off x="663786" y="1099866"/>
            <a:ext cx="24757" cy="24757"/>
          </a:xfrm>
          <a:prstGeom prst="ellipse">
            <a:avLst/>
          </a:prstGeom>
          <a:solidFill>
            <a:srgbClr val="007C83">
              <a:alpha val="40000"/>
            </a:srgbClr>
          </a:solidFill>
          <a:ln w="0">
            <a:noFill/>
            <a:prstDash val="solid"/>
          </a:ln>
        </p:spPr>
      </p:sp>
      <p:sp>
        <p:nvSpPr>
          <p:cNvPr id="82" name="LigandSeek2_vs_LigandSeek1_ellipse_5596">
            <a:extLst>
              <a:ext uri="{FF2B5EF4-FFF2-40B4-BE49-F238E27FC236}">
                <a16:creationId xmlns:a16="http://schemas.microsoft.com/office/drawing/2014/main" id="{08442828-AF07-4475-BBA7-6FB79DD3E2D8}"/>
              </a:ext>
            </a:extLst>
          </p:cNvPr>
          <p:cNvSpPr>
            <a:spLocks noGrp="1"/>
          </p:cNvSpPr>
          <p:nvPr/>
        </p:nvSpPr>
        <p:spPr>
          <a:xfrm>
            <a:off x="679047" y="1210609"/>
            <a:ext cx="24757" cy="24757"/>
          </a:xfrm>
          <a:prstGeom prst="ellipse">
            <a:avLst/>
          </a:prstGeom>
          <a:solidFill>
            <a:srgbClr val="007C83">
              <a:alpha val="40000"/>
            </a:srgbClr>
          </a:solidFill>
          <a:ln w="0">
            <a:noFill/>
            <a:prstDash val="solid"/>
          </a:ln>
        </p:spPr>
      </p:sp>
      <p:sp>
        <p:nvSpPr>
          <p:cNvPr id="83" name="LigandSeek2_vs_LigandSeek1_ellipse_5597">
            <a:extLst>
              <a:ext uri="{FF2B5EF4-FFF2-40B4-BE49-F238E27FC236}">
                <a16:creationId xmlns:a16="http://schemas.microsoft.com/office/drawing/2014/main" id="{CC3AE6E7-17EB-49ED-9077-5D3D2ECFA1D2}"/>
              </a:ext>
            </a:extLst>
          </p:cNvPr>
          <p:cNvSpPr>
            <a:spLocks noGrp="1"/>
          </p:cNvSpPr>
          <p:nvPr/>
        </p:nvSpPr>
        <p:spPr>
          <a:xfrm>
            <a:off x="717779" y="1290360"/>
            <a:ext cx="24757" cy="24757"/>
          </a:xfrm>
          <a:prstGeom prst="ellipse">
            <a:avLst/>
          </a:prstGeom>
          <a:solidFill>
            <a:srgbClr val="007C83">
              <a:alpha val="40000"/>
            </a:srgbClr>
          </a:solidFill>
          <a:ln w="0">
            <a:noFill/>
            <a:prstDash val="solid"/>
          </a:ln>
        </p:spPr>
      </p:sp>
      <p:sp>
        <p:nvSpPr>
          <p:cNvPr id="84" name="LigandSeek2_vs_LigandSeek1_ellipse_5598">
            <a:extLst>
              <a:ext uri="{FF2B5EF4-FFF2-40B4-BE49-F238E27FC236}">
                <a16:creationId xmlns:a16="http://schemas.microsoft.com/office/drawing/2014/main" id="{2A944692-4697-43CB-80E2-DC6C972BF8BB}"/>
              </a:ext>
            </a:extLst>
          </p:cNvPr>
          <p:cNvSpPr>
            <a:spLocks noGrp="1"/>
          </p:cNvSpPr>
          <p:nvPr/>
        </p:nvSpPr>
        <p:spPr>
          <a:xfrm>
            <a:off x="686897" y="1302775"/>
            <a:ext cx="24757" cy="24757"/>
          </a:xfrm>
          <a:prstGeom prst="ellipse">
            <a:avLst/>
          </a:prstGeom>
          <a:solidFill>
            <a:srgbClr val="007C83">
              <a:alpha val="40000"/>
            </a:srgbClr>
          </a:solidFill>
          <a:ln w="0">
            <a:noFill/>
            <a:prstDash val="solid"/>
          </a:ln>
        </p:spPr>
      </p:sp>
      <p:sp>
        <p:nvSpPr>
          <p:cNvPr id="85" name="LigandSeek2_vs_LigandSeek1_ellipse_5599">
            <a:extLst>
              <a:ext uri="{FF2B5EF4-FFF2-40B4-BE49-F238E27FC236}">
                <a16:creationId xmlns:a16="http://schemas.microsoft.com/office/drawing/2014/main" id="{A40D50F9-EAEF-4F17-9C9D-E21919B4123D}"/>
              </a:ext>
            </a:extLst>
          </p:cNvPr>
          <p:cNvSpPr>
            <a:spLocks noGrp="1"/>
          </p:cNvSpPr>
          <p:nvPr/>
        </p:nvSpPr>
        <p:spPr>
          <a:xfrm>
            <a:off x="685076" y="1303188"/>
            <a:ext cx="24757" cy="24757"/>
          </a:xfrm>
          <a:prstGeom prst="ellipse">
            <a:avLst/>
          </a:prstGeom>
          <a:solidFill>
            <a:srgbClr val="007C83">
              <a:alpha val="40000"/>
            </a:srgbClr>
          </a:solidFill>
          <a:ln w="0">
            <a:noFill/>
            <a:prstDash val="solid"/>
          </a:ln>
        </p:spPr>
      </p:sp>
      <p:sp>
        <p:nvSpPr>
          <p:cNvPr id="86" name="LigandSeek2_vs_LigandSeek1_ellipse_5600">
            <a:extLst>
              <a:ext uri="{FF2B5EF4-FFF2-40B4-BE49-F238E27FC236}">
                <a16:creationId xmlns:a16="http://schemas.microsoft.com/office/drawing/2014/main" id="{2FB813C4-61D9-41CF-BA8E-B451A4C8EE98}"/>
              </a:ext>
            </a:extLst>
          </p:cNvPr>
          <p:cNvSpPr>
            <a:spLocks noGrp="1"/>
          </p:cNvSpPr>
          <p:nvPr/>
        </p:nvSpPr>
        <p:spPr>
          <a:xfrm>
            <a:off x="729409" y="1296849"/>
            <a:ext cx="24757" cy="24757"/>
          </a:xfrm>
          <a:prstGeom prst="ellipse">
            <a:avLst/>
          </a:prstGeom>
          <a:solidFill>
            <a:srgbClr val="007C83">
              <a:alpha val="40000"/>
            </a:srgbClr>
          </a:solidFill>
          <a:ln w="0">
            <a:noFill/>
            <a:prstDash val="solid"/>
          </a:ln>
        </p:spPr>
      </p:sp>
      <p:sp>
        <p:nvSpPr>
          <p:cNvPr id="87" name="LigandSeek2_vs_LigandSeek1_ellipse_5601">
            <a:extLst>
              <a:ext uri="{FF2B5EF4-FFF2-40B4-BE49-F238E27FC236}">
                <a16:creationId xmlns:a16="http://schemas.microsoft.com/office/drawing/2014/main" id="{305B1A89-61F8-4D49-8351-8B1380A37B5A}"/>
              </a:ext>
            </a:extLst>
          </p:cNvPr>
          <p:cNvSpPr>
            <a:spLocks noGrp="1"/>
          </p:cNvSpPr>
          <p:nvPr/>
        </p:nvSpPr>
        <p:spPr>
          <a:xfrm>
            <a:off x="706875" y="1535098"/>
            <a:ext cx="24757" cy="24757"/>
          </a:xfrm>
          <a:prstGeom prst="ellipse">
            <a:avLst/>
          </a:prstGeom>
          <a:solidFill>
            <a:srgbClr val="007C83">
              <a:alpha val="40000"/>
            </a:srgbClr>
          </a:solidFill>
          <a:ln w="0">
            <a:noFill/>
            <a:prstDash val="solid"/>
          </a:ln>
        </p:spPr>
      </p:sp>
      <p:sp>
        <p:nvSpPr>
          <p:cNvPr id="88" name="LigandSeek2_vs_LigandSeek1_ellipse_5602">
            <a:extLst>
              <a:ext uri="{FF2B5EF4-FFF2-40B4-BE49-F238E27FC236}">
                <a16:creationId xmlns:a16="http://schemas.microsoft.com/office/drawing/2014/main" id="{B0415A7E-1C8E-43F5-A7A7-4E244C1AFB84}"/>
              </a:ext>
            </a:extLst>
          </p:cNvPr>
          <p:cNvSpPr>
            <a:spLocks noGrp="1"/>
          </p:cNvSpPr>
          <p:nvPr/>
        </p:nvSpPr>
        <p:spPr>
          <a:xfrm>
            <a:off x="735461" y="980818"/>
            <a:ext cx="24757" cy="24757"/>
          </a:xfrm>
          <a:prstGeom prst="ellipse">
            <a:avLst/>
          </a:prstGeom>
          <a:solidFill>
            <a:srgbClr val="007C83">
              <a:alpha val="40000"/>
            </a:srgbClr>
          </a:solidFill>
          <a:ln w="0">
            <a:noFill/>
            <a:prstDash val="solid"/>
          </a:ln>
        </p:spPr>
      </p:sp>
      <p:sp>
        <p:nvSpPr>
          <p:cNvPr id="89" name="LigandSeek2_vs_LigandSeek1_ellipse_5603">
            <a:extLst>
              <a:ext uri="{FF2B5EF4-FFF2-40B4-BE49-F238E27FC236}">
                <a16:creationId xmlns:a16="http://schemas.microsoft.com/office/drawing/2014/main" id="{0C0F5C14-ADE8-4992-899C-B23D648786F9}"/>
              </a:ext>
            </a:extLst>
          </p:cNvPr>
          <p:cNvSpPr>
            <a:spLocks noGrp="1"/>
          </p:cNvSpPr>
          <p:nvPr/>
        </p:nvSpPr>
        <p:spPr>
          <a:xfrm>
            <a:off x="700775" y="1104202"/>
            <a:ext cx="24757" cy="24757"/>
          </a:xfrm>
          <a:prstGeom prst="ellipse">
            <a:avLst/>
          </a:prstGeom>
          <a:solidFill>
            <a:srgbClr val="007C83">
              <a:alpha val="40000"/>
            </a:srgbClr>
          </a:solidFill>
          <a:ln w="0">
            <a:noFill/>
            <a:prstDash val="solid"/>
          </a:ln>
        </p:spPr>
      </p:sp>
      <p:sp>
        <p:nvSpPr>
          <p:cNvPr id="90" name="LigandSeek2_vs_LigandSeek1_ellipse_5604">
            <a:extLst>
              <a:ext uri="{FF2B5EF4-FFF2-40B4-BE49-F238E27FC236}">
                <a16:creationId xmlns:a16="http://schemas.microsoft.com/office/drawing/2014/main" id="{557C9348-ED3F-4433-9C6C-DF9E11E3A76B}"/>
              </a:ext>
            </a:extLst>
          </p:cNvPr>
          <p:cNvSpPr>
            <a:spLocks noGrp="1"/>
          </p:cNvSpPr>
          <p:nvPr/>
        </p:nvSpPr>
        <p:spPr>
          <a:xfrm>
            <a:off x="701404" y="1038319"/>
            <a:ext cx="24757" cy="24757"/>
          </a:xfrm>
          <a:prstGeom prst="ellipse">
            <a:avLst/>
          </a:prstGeom>
          <a:solidFill>
            <a:srgbClr val="007C83">
              <a:alpha val="40000"/>
            </a:srgbClr>
          </a:solidFill>
          <a:ln w="0">
            <a:noFill/>
            <a:prstDash val="solid"/>
          </a:ln>
        </p:spPr>
      </p:sp>
      <p:sp>
        <p:nvSpPr>
          <p:cNvPr id="91" name="LigandSeek2_vs_LigandSeek1_ellipse_5605">
            <a:extLst>
              <a:ext uri="{FF2B5EF4-FFF2-40B4-BE49-F238E27FC236}">
                <a16:creationId xmlns:a16="http://schemas.microsoft.com/office/drawing/2014/main" id="{283EA301-7FF5-4314-AE25-5959E1B3A5B4}"/>
              </a:ext>
            </a:extLst>
          </p:cNvPr>
          <p:cNvSpPr>
            <a:spLocks noGrp="1"/>
          </p:cNvSpPr>
          <p:nvPr/>
        </p:nvSpPr>
        <p:spPr>
          <a:xfrm>
            <a:off x="705755" y="1370985"/>
            <a:ext cx="24757" cy="24757"/>
          </a:xfrm>
          <a:prstGeom prst="ellipse">
            <a:avLst/>
          </a:prstGeom>
          <a:solidFill>
            <a:srgbClr val="007C83">
              <a:alpha val="40000"/>
            </a:srgbClr>
          </a:solidFill>
          <a:ln w="0">
            <a:noFill/>
            <a:prstDash val="solid"/>
          </a:ln>
        </p:spPr>
      </p:sp>
      <p:sp>
        <p:nvSpPr>
          <p:cNvPr id="92" name="LigandSeek2_vs_LigandSeek1_ellipse_5606">
            <a:extLst>
              <a:ext uri="{FF2B5EF4-FFF2-40B4-BE49-F238E27FC236}">
                <a16:creationId xmlns:a16="http://schemas.microsoft.com/office/drawing/2014/main" id="{7BDE5CFD-B0E2-45DB-8F85-586643D9B6E2}"/>
              </a:ext>
            </a:extLst>
          </p:cNvPr>
          <p:cNvSpPr>
            <a:spLocks noGrp="1"/>
          </p:cNvSpPr>
          <p:nvPr/>
        </p:nvSpPr>
        <p:spPr>
          <a:xfrm>
            <a:off x="734175" y="921499"/>
            <a:ext cx="24757" cy="24757"/>
          </a:xfrm>
          <a:prstGeom prst="ellipse">
            <a:avLst/>
          </a:prstGeom>
          <a:solidFill>
            <a:srgbClr val="007C83">
              <a:alpha val="40000"/>
            </a:srgbClr>
          </a:solidFill>
          <a:ln w="0">
            <a:noFill/>
            <a:prstDash val="solid"/>
          </a:ln>
        </p:spPr>
      </p:sp>
      <p:sp>
        <p:nvSpPr>
          <p:cNvPr id="93" name="LigandSeek2_vs_LigandSeek1_ellipse_5607">
            <a:extLst>
              <a:ext uri="{FF2B5EF4-FFF2-40B4-BE49-F238E27FC236}">
                <a16:creationId xmlns:a16="http://schemas.microsoft.com/office/drawing/2014/main" id="{D85B1B1B-BF17-4BF7-A588-302502EFD8E9}"/>
              </a:ext>
            </a:extLst>
          </p:cNvPr>
          <p:cNvSpPr>
            <a:spLocks noGrp="1"/>
          </p:cNvSpPr>
          <p:nvPr/>
        </p:nvSpPr>
        <p:spPr>
          <a:xfrm>
            <a:off x="712671" y="902029"/>
            <a:ext cx="24757" cy="24757"/>
          </a:xfrm>
          <a:prstGeom prst="ellipse">
            <a:avLst/>
          </a:prstGeom>
          <a:solidFill>
            <a:srgbClr val="007C83">
              <a:alpha val="40000"/>
            </a:srgbClr>
          </a:solidFill>
          <a:ln w="0">
            <a:noFill/>
            <a:prstDash val="solid"/>
          </a:ln>
        </p:spPr>
      </p:sp>
      <p:sp>
        <p:nvSpPr>
          <p:cNvPr id="94" name="LigandSeek2_vs_LigandSeek1_ellipse_5608">
            <a:extLst>
              <a:ext uri="{FF2B5EF4-FFF2-40B4-BE49-F238E27FC236}">
                <a16:creationId xmlns:a16="http://schemas.microsoft.com/office/drawing/2014/main" id="{1BA765FE-7162-419F-8DEE-6D6310C21657}"/>
              </a:ext>
            </a:extLst>
          </p:cNvPr>
          <p:cNvSpPr>
            <a:spLocks noGrp="1"/>
          </p:cNvSpPr>
          <p:nvPr/>
        </p:nvSpPr>
        <p:spPr>
          <a:xfrm>
            <a:off x="655554" y="972812"/>
            <a:ext cx="24757" cy="24757"/>
          </a:xfrm>
          <a:prstGeom prst="ellipse">
            <a:avLst/>
          </a:prstGeom>
          <a:solidFill>
            <a:srgbClr val="007C83">
              <a:alpha val="40000"/>
            </a:srgbClr>
          </a:solidFill>
          <a:ln w="0">
            <a:noFill/>
            <a:prstDash val="solid"/>
          </a:ln>
        </p:spPr>
      </p:sp>
      <p:sp>
        <p:nvSpPr>
          <p:cNvPr id="95" name="LigandSeek2_vs_LigandSeek1_ellipse_5609">
            <a:extLst>
              <a:ext uri="{FF2B5EF4-FFF2-40B4-BE49-F238E27FC236}">
                <a16:creationId xmlns:a16="http://schemas.microsoft.com/office/drawing/2014/main" id="{38B4F3BC-06B2-490A-BACA-5590B7216F6C}"/>
              </a:ext>
            </a:extLst>
          </p:cNvPr>
          <p:cNvSpPr>
            <a:spLocks noGrp="1"/>
          </p:cNvSpPr>
          <p:nvPr/>
        </p:nvSpPr>
        <p:spPr>
          <a:xfrm>
            <a:off x="718051" y="1068423"/>
            <a:ext cx="24757" cy="24757"/>
          </a:xfrm>
          <a:prstGeom prst="ellipse">
            <a:avLst/>
          </a:prstGeom>
          <a:solidFill>
            <a:srgbClr val="007C83">
              <a:alpha val="40000"/>
            </a:srgbClr>
          </a:solidFill>
          <a:ln w="0">
            <a:noFill/>
            <a:prstDash val="solid"/>
          </a:ln>
        </p:spPr>
      </p:sp>
      <p:sp>
        <p:nvSpPr>
          <p:cNvPr id="96" name="LigandSeek2_vs_LigandSeek1_ellipse_5610">
            <a:extLst>
              <a:ext uri="{FF2B5EF4-FFF2-40B4-BE49-F238E27FC236}">
                <a16:creationId xmlns:a16="http://schemas.microsoft.com/office/drawing/2014/main" id="{679F38AE-ED96-4DA6-B0A4-C4FE85DB16FA}"/>
              </a:ext>
            </a:extLst>
          </p:cNvPr>
          <p:cNvSpPr>
            <a:spLocks noGrp="1"/>
          </p:cNvSpPr>
          <p:nvPr/>
        </p:nvSpPr>
        <p:spPr>
          <a:xfrm>
            <a:off x="734280" y="1305437"/>
            <a:ext cx="24757" cy="24757"/>
          </a:xfrm>
          <a:prstGeom prst="ellipse">
            <a:avLst/>
          </a:prstGeom>
          <a:solidFill>
            <a:srgbClr val="007C83">
              <a:alpha val="40000"/>
            </a:srgbClr>
          </a:solidFill>
          <a:ln w="0">
            <a:noFill/>
            <a:prstDash val="solid"/>
          </a:ln>
        </p:spPr>
      </p:sp>
      <p:sp>
        <p:nvSpPr>
          <p:cNvPr id="97" name="LigandSeek2_vs_LigandSeek1_ellipse_5611">
            <a:extLst>
              <a:ext uri="{FF2B5EF4-FFF2-40B4-BE49-F238E27FC236}">
                <a16:creationId xmlns:a16="http://schemas.microsoft.com/office/drawing/2014/main" id="{C131A8AC-12AF-485C-AAD6-43646A1F1DEA}"/>
              </a:ext>
            </a:extLst>
          </p:cNvPr>
          <p:cNvSpPr>
            <a:spLocks noGrp="1"/>
          </p:cNvSpPr>
          <p:nvPr/>
        </p:nvSpPr>
        <p:spPr>
          <a:xfrm>
            <a:off x="725090" y="1513271"/>
            <a:ext cx="24757" cy="24757"/>
          </a:xfrm>
          <a:prstGeom prst="ellipse">
            <a:avLst/>
          </a:prstGeom>
          <a:solidFill>
            <a:srgbClr val="007C83">
              <a:alpha val="40000"/>
            </a:srgbClr>
          </a:solidFill>
          <a:ln w="0">
            <a:noFill/>
            <a:prstDash val="solid"/>
          </a:ln>
        </p:spPr>
      </p:sp>
      <p:sp>
        <p:nvSpPr>
          <p:cNvPr id="98" name="LigandSeek2_vs_LigandSeek1_ellipse_5612">
            <a:extLst>
              <a:ext uri="{FF2B5EF4-FFF2-40B4-BE49-F238E27FC236}">
                <a16:creationId xmlns:a16="http://schemas.microsoft.com/office/drawing/2014/main" id="{7DEC7BC7-A12B-4BA9-9B51-9B0304FD0DFC}"/>
              </a:ext>
            </a:extLst>
          </p:cNvPr>
          <p:cNvSpPr>
            <a:spLocks noGrp="1"/>
          </p:cNvSpPr>
          <p:nvPr/>
        </p:nvSpPr>
        <p:spPr>
          <a:xfrm>
            <a:off x="661994" y="1301271"/>
            <a:ext cx="24757" cy="24757"/>
          </a:xfrm>
          <a:prstGeom prst="ellipse">
            <a:avLst/>
          </a:prstGeom>
          <a:solidFill>
            <a:srgbClr val="007C83">
              <a:alpha val="40000"/>
            </a:srgbClr>
          </a:solidFill>
          <a:ln w="0">
            <a:noFill/>
            <a:prstDash val="solid"/>
          </a:ln>
        </p:spPr>
      </p:sp>
      <p:sp>
        <p:nvSpPr>
          <p:cNvPr id="99" name="LigandSeek2_vs_LigandSeek1_ellipse_5613">
            <a:extLst>
              <a:ext uri="{FF2B5EF4-FFF2-40B4-BE49-F238E27FC236}">
                <a16:creationId xmlns:a16="http://schemas.microsoft.com/office/drawing/2014/main" id="{5D3C589E-AEA5-4B73-B9F2-D6ACE4C9B262}"/>
              </a:ext>
            </a:extLst>
          </p:cNvPr>
          <p:cNvSpPr>
            <a:spLocks noGrp="1"/>
          </p:cNvSpPr>
          <p:nvPr/>
        </p:nvSpPr>
        <p:spPr>
          <a:xfrm>
            <a:off x="696310" y="1186585"/>
            <a:ext cx="24757" cy="24757"/>
          </a:xfrm>
          <a:prstGeom prst="ellipse">
            <a:avLst/>
          </a:prstGeom>
          <a:solidFill>
            <a:srgbClr val="007C83">
              <a:alpha val="40000"/>
            </a:srgbClr>
          </a:solidFill>
          <a:ln w="0">
            <a:noFill/>
            <a:prstDash val="solid"/>
          </a:ln>
        </p:spPr>
      </p:sp>
      <p:sp>
        <p:nvSpPr>
          <p:cNvPr id="100" name="LigandSeek2_vs_LigandSeek1_ellipse_5614">
            <a:extLst>
              <a:ext uri="{FF2B5EF4-FFF2-40B4-BE49-F238E27FC236}">
                <a16:creationId xmlns:a16="http://schemas.microsoft.com/office/drawing/2014/main" id="{FAEF92C5-3A0F-46A5-B384-6619F215F6E6}"/>
              </a:ext>
            </a:extLst>
          </p:cNvPr>
          <p:cNvSpPr>
            <a:spLocks noGrp="1"/>
          </p:cNvSpPr>
          <p:nvPr/>
        </p:nvSpPr>
        <p:spPr>
          <a:xfrm>
            <a:off x="733642" y="1492218"/>
            <a:ext cx="24757" cy="24757"/>
          </a:xfrm>
          <a:prstGeom prst="ellipse">
            <a:avLst/>
          </a:prstGeom>
          <a:solidFill>
            <a:srgbClr val="007C83">
              <a:alpha val="40000"/>
            </a:srgbClr>
          </a:solidFill>
          <a:ln w="0">
            <a:noFill/>
            <a:prstDash val="solid"/>
          </a:ln>
        </p:spPr>
      </p:sp>
      <p:sp>
        <p:nvSpPr>
          <p:cNvPr id="101" name="LigandSeek2_vs_LigandSeek1_ellipse_5615">
            <a:extLst>
              <a:ext uri="{FF2B5EF4-FFF2-40B4-BE49-F238E27FC236}">
                <a16:creationId xmlns:a16="http://schemas.microsoft.com/office/drawing/2014/main" id="{5FD0FD9F-C659-4F81-9A26-3C62FEE11B67}"/>
              </a:ext>
            </a:extLst>
          </p:cNvPr>
          <p:cNvSpPr>
            <a:spLocks noGrp="1"/>
          </p:cNvSpPr>
          <p:nvPr/>
        </p:nvSpPr>
        <p:spPr>
          <a:xfrm>
            <a:off x="712954" y="979670"/>
            <a:ext cx="24757" cy="24757"/>
          </a:xfrm>
          <a:prstGeom prst="ellipse">
            <a:avLst/>
          </a:prstGeom>
          <a:solidFill>
            <a:srgbClr val="007C83">
              <a:alpha val="40000"/>
            </a:srgbClr>
          </a:solidFill>
          <a:ln w="0">
            <a:noFill/>
            <a:prstDash val="solid"/>
          </a:ln>
        </p:spPr>
      </p:sp>
      <p:sp>
        <p:nvSpPr>
          <p:cNvPr id="102" name="LigandSeek2_vs_LigandSeek1_ellipse_5616">
            <a:extLst>
              <a:ext uri="{FF2B5EF4-FFF2-40B4-BE49-F238E27FC236}">
                <a16:creationId xmlns:a16="http://schemas.microsoft.com/office/drawing/2014/main" id="{7B302828-8D8A-4E2F-84E0-4CEED7D77804}"/>
              </a:ext>
            </a:extLst>
          </p:cNvPr>
          <p:cNvSpPr>
            <a:spLocks noGrp="1"/>
          </p:cNvSpPr>
          <p:nvPr/>
        </p:nvSpPr>
        <p:spPr>
          <a:xfrm>
            <a:off x="735588" y="1366897"/>
            <a:ext cx="24757" cy="24757"/>
          </a:xfrm>
          <a:prstGeom prst="ellipse">
            <a:avLst/>
          </a:prstGeom>
          <a:solidFill>
            <a:srgbClr val="007C83">
              <a:alpha val="40000"/>
            </a:srgbClr>
          </a:solidFill>
          <a:ln w="0">
            <a:noFill/>
            <a:prstDash val="solid"/>
          </a:ln>
        </p:spPr>
      </p:sp>
      <p:sp>
        <p:nvSpPr>
          <p:cNvPr id="103" name="LigandSeek2_vs_LigandSeek1_ellipse_5617">
            <a:extLst>
              <a:ext uri="{FF2B5EF4-FFF2-40B4-BE49-F238E27FC236}">
                <a16:creationId xmlns:a16="http://schemas.microsoft.com/office/drawing/2014/main" id="{6A02BEBB-4E17-43C5-BFBE-410A9D581213}"/>
              </a:ext>
            </a:extLst>
          </p:cNvPr>
          <p:cNvSpPr>
            <a:spLocks noGrp="1"/>
          </p:cNvSpPr>
          <p:nvPr/>
        </p:nvSpPr>
        <p:spPr>
          <a:xfrm>
            <a:off x="719488" y="1260702"/>
            <a:ext cx="24757" cy="24757"/>
          </a:xfrm>
          <a:prstGeom prst="ellipse">
            <a:avLst/>
          </a:prstGeom>
          <a:solidFill>
            <a:srgbClr val="007C83">
              <a:alpha val="40000"/>
            </a:srgbClr>
          </a:solidFill>
          <a:ln w="0">
            <a:noFill/>
            <a:prstDash val="solid"/>
          </a:ln>
        </p:spPr>
      </p:sp>
      <p:sp>
        <p:nvSpPr>
          <p:cNvPr id="104" name="LigandSeek2_vs_LigandSeek1_ellipse_5618">
            <a:extLst>
              <a:ext uri="{FF2B5EF4-FFF2-40B4-BE49-F238E27FC236}">
                <a16:creationId xmlns:a16="http://schemas.microsoft.com/office/drawing/2014/main" id="{C5EE7579-3DF7-415A-A718-28EBD2B61406}"/>
              </a:ext>
            </a:extLst>
          </p:cNvPr>
          <p:cNvSpPr>
            <a:spLocks noGrp="1"/>
          </p:cNvSpPr>
          <p:nvPr/>
        </p:nvSpPr>
        <p:spPr>
          <a:xfrm>
            <a:off x="728924" y="972585"/>
            <a:ext cx="24757" cy="24757"/>
          </a:xfrm>
          <a:prstGeom prst="ellipse">
            <a:avLst/>
          </a:prstGeom>
          <a:solidFill>
            <a:srgbClr val="007C83">
              <a:alpha val="40000"/>
            </a:srgbClr>
          </a:solidFill>
          <a:ln w="0">
            <a:noFill/>
            <a:prstDash val="solid"/>
          </a:ln>
        </p:spPr>
      </p:sp>
      <p:sp>
        <p:nvSpPr>
          <p:cNvPr id="105" name="LigandSeek2_vs_LigandSeek1_ellipse_5619">
            <a:extLst>
              <a:ext uri="{FF2B5EF4-FFF2-40B4-BE49-F238E27FC236}">
                <a16:creationId xmlns:a16="http://schemas.microsoft.com/office/drawing/2014/main" id="{72B23EFC-ED21-46C8-A35B-E173EFA16872}"/>
              </a:ext>
            </a:extLst>
          </p:cNvPr>
          <p:cNvSpPr>
            <a:spLocks noGrp="1"/>
          </p:cNvSpPr>
          <p:nvPr/>
        </p:nvSpPr>
        <p:spPr>
          <a:xfrm>
            <a:off x="663967" y="1485215"/>
            <a:ext cx="24757" cy="24757"/>
          </a:xfrm>
          <a:prstGeom prst="ellipse">
            <a:avLst/>
          </a:prstGeom>
          <a:solidFill>
            <a:srgbClr val="007C83">
              <a:alpha val="40000"/>
            </a:srgbClr>
          </a:solidFill>
          <a:ln w="0">
            <a:noFill/>
            <a:prstDash val="solid"/>
          </a:ln>
        </p:spPr>
      </p:sp>
      <p:sp>
        <p:nvSpPr>
          <p:cNvPr id="106" name="LigandSeek2_vs_LigandSeek1_ellipse_5620">
            <a:extLst>
              <a:ext uri="{FF2B5EF4-FFF2-40B4-BE49-F238E27FC236}">
                <a16:creationId xmlns:a16="http://schemas.microsoft.com/office/drawing/2014/main" id="{91052C80-A306-40D4-A7E9-8354224FB801}"/>
              </a:ext>
            </a:extLst>
          </p:cNvPr>
          <p:cNvSpPr>
            <a:spLocks noGrp="1"/>
          </p:cNvSpPr>
          <p:nvPr/>
        </p:nvSpPr>
        <p:spPr>
          <a:xfrm>
            <a:off x="689825" y="1282523"/>
            <a:ext cx="24757" cy="24757"/>
          </a:xfrm>
          <a:prstGeom prst="ellipse">
            <a:avLst/>
          </a:prstGeom>
          <a:solidFill>
            <a:srgbClr val="007C83">
              <a:alpha val="40000"/>
            </a:srgbClr>
          </a:solidFill>
          <a:ln w="0">
            <a:noFill/>
            <a:prstDash val="solid"/>
          </a:ln>
        </p:spPr>
      </p:sp>
      <p:sp>
        <p:nvSpPr>
          <p:cNvPr id="107" name="LigandSeek2_vs_LigandSeek1_ellipse_5621">
            <a:extLst>
              <a:ext uri="{FF2B5EF4-FFF2-40B4-BE49-F238E27FC236}">
                <a16:creationId xmlns:a16="http://schemas.microsoft.com/office/drawing/2014/main" id="{31C97040-98B5-45B6-9F89-D050B3E4AAF5}"/>
              </a:ext>
            </a:extLst>
          </p:cNvPr>
          <p:cNvSpPr>
            <a:spLocks noGrp="1"/>
          </p:cNvSpPr>
          <p:nvPr/>
        </p:nvSpPr>
        <p:spPr>
          <a:xfrm>
            <a:off x="697569" y="1890368"/>
            <a:ext cx="24757" cy="24757"/>
          </a:xfrm>
          <a:prstGeom prst="ellipse">
            <a:avLst/>
          </a:prstGeom>
          <a:solidFill>
            <a:srgbClr val="007C83">
              <a:alpha val="40000"/>
            </a:srgbClr>
          </a:solidFill>
          <a:ln w="0">
            <a:noFill/>
            <a:prstDash val="solid"/>
          </a:ln>
        </p:spPr>
      </p:sp>
      <p:sp>
        <p:nvSpPr>
          <p:cNvPr id="108" name="LigandSeek2_vs_LigandSeek1_ellipse_5622">
            <a:extLst>
              <a:ext uri="{FF2B5EF4-FFF2-40B4-BE49-F238E27FC236}">
                <a16:creationId xmlns:a16="http://schemas.microsoft.com/office/drawing/2014/main" id="{75750100-750D-46DB-AF74-1F8ED80A6F6F}"/>
              </a:ext>
            </a:extLst>
          </p:cNvPr>
          <p:cNvSpPr>
            <a:spLocks noGrp="1"/>
          </p:cNvSpPr>
          <p:nvPr/>
        </p:nvSpPr>
        <p:spPr>
          <a:xfrm>
            <a:off x="685872" y="969247"/>
            <a:ext cx="24757" cy="24757"/>
          </a:xfrm>
          <a:prstGeom prst="ellipse">
            <a:avLst/>
          </a:prstGeom>
          <a:solidFill>
            <a:srgbClr val="007C83">
              <a:alpha val="40000"/>
            </a:srgbClr>
          </a:solidFill>
          <a:ln w="0">
            <a:noFill/>
            <a:prstDash val="solid"/>
          </a:ln>
        </p:spPr>
      </p:sp>
      <p:sp>
        <p:nvSpPr>
          <p:cNvPr id="109" name="LigandSeek2_vs_LigandSeek1_ellipse_5623">
            <a:extLst>
              <a:ext uri="{FF2B5EF4-FFF2-40B4-BE49-F238E27FC236}">
                <a16:creationId xmlns:a16="http://schemas.microsoft.com/office/drawing/2014/main" id="{98D0259E-8E79-4538-A614-159CC7E12157}"/>
              </a:ext>
            </a:extLst>
          </p:cNvPr>
          <p:cNvSpPr>
            <a:spLocks noGrp="1"/>
          </p:cNvSpPr>
          <p:nvPr/>
        </p:nvSpPr>
        <p:spPr>
          <a:xfrm>
            <a:off x="733098" y="1185887"/>
            <a:ext cx="24757" cy="24757"/>
          </a:xfrm>
          <a:prstGeom prst="ellipse">
            <a:avLst/>
          </a:prstGeom>
          <a:solidFill>
            <a:srgbClr val="007C83">
              <a:alpha val="40000"/>
            </a:srgbClr>
          </a:solidFill>
          <a:ln w="0">
            <a:noFill/>
            <a:prstDash val="solid"/>
          </a:ln>
        </p:spPr>
      </p:sp>
      <p:sp>
        <p:nvSpPr>
          <p:cNvPr id="110" name="LigandSeek2_vs_LigandSeek1_ellipse_5624">
            <a:extLst>
              <a:ext uri="{FF2B5EF4-FFF2-40B4-BE49-F238E27FC236}">
                <a16:creationId xmlns:a16="http://schemas.microsoft.com/office/drawing/2014/main" id="{A1EE4EB7-F039-42A4-92CF-2DD1B07754EA}"/>
              </a:ext>
            </a:extLst>
          </p:cNvPr>
          <p:cNvSpPr>
            <a:spLocks noGrp="1"/>
          </p:cNvSpPr>
          <p:nvPr/>
        </p:nvSpPr>
        <p:spPr>
          <a:xfrm>
            <a:off x="734838" y="1166514"/>
            <a:ext cx="24757" cy="24757"/>
          </a:xfrm>
          <a:prstGeom prst="ellipse">
            <a:avLst/>
          </a:prstGeom>
          <a:solidFill>
            <a:srgbClr val="007C83">
              <a:alpha val="40000"/>
            </a:srgbClr>
          </a:solidFill>
          <a:ln w="0">
            <a:noFill/>
            <a:prstDash val="solid"/>
          </a:ln>
        </p:spPr>
      </p:sp>
      <p:sp>
        <p:nvSpPr>
          <p:cNvPr id="111" name="LigandSeek2_vs_LigandSeek1_ellipse_5625">
            <a:extLst>
              <a:ext uri="{FF2B5EF4-FFF2-40B4-BE49-F238E27FC236}">
                <a16:creationId xmlns:a16="http://schemas.microsoft.com/office/drawing/2014/main" id="{7EAFEBF3-1420-4DDE-A121-244325B3F408}"/>
              </a:ext>
            </a:extLst>
          </p:cNvPr>
          <p:cNvSpPr>
            <a:spLocks noGrp="1"/>
          </p:cNvSpPr>
          <p:nvPr/>
        </p:nvSpPr>
        <p:spPr>
          <a:xfrm>
            <a:off x="728916" y="1019014"/>
            <a:ext cx="24757" cy="24757"/>
          </a:xfrm>
          <a:prstGeom prst="ellipse">
            <a:avLst/>
          </a:prstGeom>
          <a:solidFill>
            <a:srgbClr val="007C83">
              <a:alpha val="40000"/>
            </a:srgbClr>
          </a:solidFill>
          <a:ln w="0">
            <a:noFill/>
            <a:prstDash val="solid"/>
          </a:ln>
        </p:spPr>
      </p:sp>
      <p:sp>
        <p:nvSpPr>
          <p:cNvPr id="112" name="LigandSeek2_vs_LigandSeek1_ellipse_5626">
            <a:extLst>
              <a:ext uri="{FF2B5EF4-FFF2-40B4-BE49-F238E27FC236}">
                <a16:creationId xmlns:a16="http://schemas.microsoft.com/office/drawing/2014/main" id="{27FCD9BB-FCC5-4854-8C0A-0DF9AE737E7E}"/>
              </a:ext>
            </a:extLst>
          </p:cNvPr>
          <p:cNvSpPr>
            <a:spLocks noGrp="1"/>
          </p:cNvSpPr>
          <p:nvPr/>
        </p:nvSpPr>
        <p:spPr>
          <a:xfrm>
            <a:off x="726089" y="1380404"/>
            <a:ext cx="24757" cy="24757"/>
          </a:xfrm>
          <a:prstGeom prst="ellipse">
            <a:avLst/>
          </a:prstGeom>
          <a:solidFill>
            <a:srgbClr val="007C83">
              <a:alpha val="40000"/>
            </a:srgbClr>
          </a:solidFill>
          <a:ln w="0">
            <a:noFill/>
            <a:prstDash val="solid"/>
          </a:ln>
        </p:spPr>
      </p:sp>
      <p:sp>
        <p:nvSpPr>
          <p:cNvPr id="113" name="LigandSeek2_vs_LigandSeek1_ellipse_5627">
            <a:extLst>
              <a:ext uri="{FF2B5EF4-FFF2-40B4-BE49-F238E27FC236}">
                <a16:creationId xmlns:a16="http://schemas.microsoft.com/office/drawing/2014/main" id="{E1CE05DA-D6E0-408F-8B73-E357D23BB329}"/>
              </a:ext>
            </a:extLst>
          </p:cNvPr>
          <p:cNvSpPr>
            <a:spLocks noGrp="1"/>
          </p:cNvSpPr>
          <p:nvPr/>
        </p:nvSpPr>
        <p:spPr>
          <a:xfrm>
            <a:off x="667884" y="1096250"/>
            <a:ext cx="24757" cy="24757"/>
          </a:xfrm>
          <a:prstGeom prst="ellipse">
            <a:avLst/>
          </a:prstGeom>
          <a:solidFill>
            <a:srgbClr val="007C83">
              <a:alpha val="40000"/>
            </a:srgbClr>
          </a:solidFill>
          <a:ln w="0">
            <a:noFill/>
            <a:prstDash val="solid"/>
          </a:ln>
        </p:spPr>
      </p:sp>
      <p:sp>
        <p:nvSpPr>
          <p:cNvPr id="114" name="LigandSeek2_vs_LigandSeek1_ellipse_5628">
            <a:extLst>
              <a:ext uri="{FF2B5EF4-FFF2-40B4-BE49-F238E27FC236}">
                <a16:creationId xmlns:a16="http://schemas.microsoft.com/office/drawing/2014/main" id="{44C0A1F8-452F-44CE-9F6B-0C39980B96BF}"/>
              </a:ext>
            </a:extLst>
          </p:cNvPr>
          <p:cNvSpPr>
            <a:spLocks noGrp="1"/>
          </p:cNvSpPr>
          <p:nvPr/>
        </p:nvSpPr>
        <p:spPr>
          <a:xfrm>
            <a:off x="709793" y="1155611"/>
            <a:ext cx="24757" cy="24757"/>
          </a:xfrm>
          <a:prstGeom prst="ellipse">
            <a:avLst/>
          </a:prstGeom>
          <a:solidFill>
            <a:srgbClr val="007C83">
              <a:alpha val="40000"/>
            </a:srgbClr>
          </a:solidFill>
          <a:ln w="0">
            <a:noFill/>
            <a:prstDash val="solid"/>
          </a:ln>
        </p:spPr>
      </p:sp>
      <p:sp>
        <p:nvSpPr>
          <p:cNvPr id="115" name="LigandSeek2_vs_LigandSeek1_ellipse_5629">
            <a:extLst>
              <a:ext uri="{FF2B5EF4-FFF2-40B4-BE49-F238E27FC236}">
                <a16:creationId xmlns:a16="http://schemas.microsoft.com/office/drawing/2014/main" id="{76907A48-BBEC-497C-B810-455D6E069E3F}"/>
              </a:ext>
            </a:extLst>
          </p:cNvPr>
          <p:cNvSpPr>
            <a:spLocks noGrp="1"/>
          </p:cNvSpPr>
          <p:nvPr/>
        </p:nvSpPr>
        <p:spPr>
          <a:xfrm>
            <a:off x="718517" y="976568"/>
            <a:ext cx="24757" cy="24757"/>
          </a:xfrm>
          <a:prstGeom prst="ellipse">
            <a:avLst/>
          </a:prstGeom>
          <a:solidFill>
            <a:srgbClr val="007C83">
              <a:alpha val="40000"/>
            </a:srgbClr>
          </a:solidFill>
          <a:ln w="0">
            <a:noFill/>
            <a:prstDash val="solid"/>
          </a:ln>
        </p:spPr>
      </p:sp>
      <p:sp>
        <p:nvSpPr>
          <p:cNvPr id="116" name="LigandSeek2_vs_LigandSeek1_ellipse_5630">
            <a:extLst>
              <a:ext uri="{FF2B5EF4-FFF2-40B4-BE49-F238E27FC236}">
                <a16:creationId xmlns:a16="http://schemas.microsoft.com/office/drawing/2014/main" id="{C4120503-76C9-46A3-80F5-782669827615}"/>
              </a:ext>
            </a:extLst>
          </p:cNvPr>
          <p:cNvSpPr>
            <a:spLocks noGrp="1"/>
          </p:cNvSpPr>
          <p:nvPr/>
        </p:nvSpPr>
        <p:spPr>
          <a:xfrm>
            <a:off x="664847" y="1568977"/>
            <a:ext cx="24757" cy="24757"/>
          </a:xfrm>
          <a:prstGeom prst="ellipse">
            <a:avLst/>
          </a:prstGeom>
          <a:solidFill>
            <a:srgbClr val="007C83">
              <a:alpha val="40000"/>
            </a:srgbClr>
          </a:solidFill>
          <a:ln w="0">
            <a:noFill/>
            <a:prstDash val="solid"/>
          </a:ln>
        </p:spPr>
      </p:sp>
      <p:sp>
        <p:nvSpPr>
          <p:cNvPr id="117" name="LigandSeek2_vs_LigandSeek1_ellipse_5631">
            <a:extLst>
              <a:ext uri="{FF2B5EF4-FFF2-40B4-BE49-F238E27FC236}">
                <a16:creationId xmlns:a16="http://schemas.microsoft.com/office/drawing/2014/main" id="{6D90BDB2-0B9A-47B5-9D9A-0AFB79172A5B}"/>
              </a:ext>
            </a:extLst>
          </p:cNvPr>
          <p:cNvSpPr>
            <a:spLocks noGrp="1"/>
          </p:cNvSpPr>
          <p:nvPr/>
        </p:nvSpPr>
        <p:spPr>
          <a:xfrm>
            <a:off x="682284" y="1365963"/>
            <a:ext cx="24757" cy="24757"/>
          </a:xfrm>
          <a:prstGeom prst="ellipse">
            <a:avLst/>
          </a:prstGeom>
          <a:solidFill>
            <a:srgbClr val="007C83">
              <a:alpha val="40000"/>
            </a:srgbClr>
          </a:solidFill>
          <a:ln w="0">
            <a:noFill/>
            <a:prstDash val="solid"/>
          </a:ln>
        </p:spPr>
      </p:sp>
      <p:sp>
        <p:nvSpPr>
          <p:cNvPr id="118" name="LigandSeek2_vs_LigandSeek1_ellipse_5632">
            <a:extLst>
              <a:ext uri="{FF2B5EF4-FFF2-40B4-BE49-F238E27FC236}">
                <a16:creationId xmlns:a16="http://schemas.microsoft.com/office/drawing/2014/main" id="{59ACE010-BD54-451B-9417-262A375E5222}"/>
              </a:ext>
            </a:extLst>
          </p:cNvPr>
          <p:cNvSpPr>
            <a:spLocks noGrp="1"/>
          </p:cNvSpPr>
          <p:nvPr/>
        </p:nvSpPr>
        <p:spPr>
          <a:xfrm>
            <a:off x="666371" y="869899"/>
            <a:ext cx="24757" cy="24757"/>
          </a:xfrm>
          <a:prstGeom prst="ellipse">
            <a:avLst/>
          </a:prstGeom>
          <a:solidFill>
            <a:srgbClr val="007C83">
              <a:alpha val="40000"/>
            </a:srgbClr>
          </a:solidFill>
          <a:ln w="0">
            <a:noFill/>
            <a:prstDash val="solid"/>
          </a:ln>
        </p:spPr>
      </p:sp>
      <p:sp>
        <p:nvSpPr>
          <p:cNvPr id="119" name="LigandSeek2_vs_LigandSeek1_ellipse_5633">
            <a:extLst>
              <a:ext uri="{FF2B5EF4-FFF2-40B4-BE49-F238E27FC236}">
                <a16:creationId xmlns:a16="http://schemas.microsoft.com/office/drawing/2014/main" id="{A5DAF2C1-93F5-4E7E-88E1-5CCCE3A3ECCF}"/>
              </a:ext>
            </a:extLst>
          </p:cNvPr>
          <p:cNvSpPr>
            <a:spLocks noGrp="1"/>
          </p:cNvSpPr>
          <p:nvPr/>
        </p:nvSpPr>
        <p:spPr>
          <a:xfrm>
            <a:off x="716201" y="1890368"/>
            <a:ext cx="24757" cy="24757"/>
          </a:xfrm>
          <a:prstGeom prst="ellipse">
            <a:avLst/>
          </a:prstGeom>
          <a:solidFill>
            <a:srgbClr val="007C83">
              <a:alpha val="40000"/>
            </a:srgbClr>
          </a:solidFill>
          <a:ln w="0">
            <a:noFill/>
            <a:prstDash val="solid"/>
          </a:ln>
        </p:spPr>
      </p:sp>
      <p:sp>
        <p:nvSpPr>
          <p:cNvPr id="120" name="LigandSeek2_vs_LigandSeek1_ellipse_5634">
            <a:extLst>
              <a:ext uri="{FF2B5EF4-FFF2-40B4-BE49-F238E27FC236}">
                <a16:creationId xmlns:a16="http://schemas.microsoft.com/office/drawing/2014/main" id="{9D4E7CBA-0E0E-4041-91D9-9318173C9740}"/>
              </a:ext>
            </a:extLst>
          </p:cNvPr>
          <p:cNvSpPr>
            <a:spLocks noGrp="1"/>
          </p:cNvSpPr>
          <p:nvPr/>
        </p:nvSpPr>
        <p:spPr>
          <a:xfrm>
            <a:off x="690480" y="1001898"/>
            <a:ext cx="24757" cy="24757"/>
          </a:xfrm>
          <a:prstGeom prst="ellipse">
            <a:avLst/>
          </a:prstGeom>
          <a:solidFill>
            <a:srgbClr val="007C83">
              <a:alpha val="40000"/>
            </a:srgbClr>
          </a:solidFill>
          <a:ln w="0">
            <a:noFill/>
            <a:prstDash val="solid"/>
          </a:ln>
        </p:spPr>
      </p:sp>
      <p:sp>
        <p:nvSpPr>
          <p:cNvPr id="121" name="LigandSeek2_vs_LigandSeek1_ellipse_5635">
            <a:extLst>
              <a:ext uri="{FF2B5EF4-FFF2-40B4-BE49-F238E27FC236}">
                <a16:creationId xmlns:a16="http://schemas.microsoft.com/office/drawing/2014/main" id="{8DBC1DBA-C320-4DA6-9699-3FB19976839A}"/>
              </a:ext>
            </a:extLst>
          </p:cNvPr>
          <p:cNvSpPr>
            <a:spLocks noGrp="1"/>
          </p:cNvSpPr>
          <p:nvPr/>
        </p:nvSpPr>
        <p:spPr>
          <a:xfrm>
            <a:off x="723611" y="1583311"/>
            <a:ext cx="24757" cy="24757"/>
          </a:xfrm>
          <a:prstGeom prst="ellipse">
            <a:avLst/>
          </a:prstGeom>
          <a:solidFill>
            <a:srgbClr val="007C83">
              <a:alpha val="40000"/>
            </a:srgbClr>
          </a:solidFill>
          <a:ln w="0">
            <a:noFill/>
            <a:prstDash val="solid"/>
          </a:ln>
        </p:spPr>
      </p:sp>
      <p:sp>
        <p:nvSpPr>
          <p:cNvPr id="122" name="LigandSeek2_vs_LigandSeek1_ellipse_5636">
            <a:extLst>
              <a:ext uri="{FF2B5EF4-FFF2-40B4-BE49-F238E27FC236}">
                <a16:creationId xmlns:a16="http://schemas.microsoft.com/office/drawing/2014/main" id="{EFF7A3F9-A5A9-4473-82E3-96D5EC759D5C}"/>
              </a:ext>
            </a:extLst>
          </p:cNvPr>
          <p:cNvSpPr>
            <a:spLocks noGrp="1"/>
          </p:cNvSpPr>
          <p:nvPr/>
        </p:nvSpPr>
        <p:spPr>
          <a:xfrm>
            <a:off x="729796" y="1661257"/>
            <a:ext cx="24757" cy="24757"/>
          </a:xfrm>
          <a:prstGeom prst="ellipse">
            <a:avLst/>
          </a:prstGeom>
          <a:solidFill>
            <a:srgbClr val="007C83">
              <a:alpha val="40000"/>
            </a:srgbClr>
          </a:solidFill>
          <a:ln w="0">
            <a:noFill/>
            <a:prstDash val="solid"/>
          </a:ln>
        </p:spPr>
      </p:sp>
      <p:sp>
        <p:nvSpPr>
          <p:cNvPr id="123" name="LigandSeek2_vs_LigandSeek1_ellipse_5637">
            <a:extLst>
              <a:ext uri="{FF2B5EF4-FFF2-40B4-BE49-F238E27FC236}">
                <a16:creationId xmlns:a16="http://schemas.microsoft.com/office/drawing/2014/main" id="{26351D10-371B-443B-BAAF-1FE4093F1FCC}"/>
              </a:ext>
            </a:extLst>
          </p:cNvPr>
          <p:cNvSpPr>
            <a:spLocks noGrp="1"/>
          </p:cNvSpPr>
          <p:nvPr/>
        </p:nvSpPr>
        <p:spPr>
          <a:xfrm>
            <a:off x="655836" y="882793"/>
            <a:ext cx="24757" cy="24757"/>
          </a:xfrm>
          <a:prstGeom prst="ellipse">
            <a:avLst/>
          </a:prstGeom>
          <a:solidFill>
            <a:srgbClr val="007C83">
              <a:alpha val="40000"/>
            </a:srgbClr>
          </a:solidFill>
          <a:ln w="0">
            <a:noFill/>
            <a:prstDash val="solid"/>
          </a:ln>
        </p:spPr>
      </p:sp>
      <p:sp>
        <p:nvSpPr>
          <p:cNvPr id="124" name="LigandSeek2_vs_LigandSeek1_ellipse_5638">
            <a:extLst>
              <a:ext uri="{FF2B5EF4-FFF2-40B4-BE49-F238E27FC236}">
                <a16:creationId xmlns:a16="http://schemas.microsoft.com/office/drawing/2014/main" id="{1918A8D7-13E1-4B87-AE77-EA12F1008371}"/>
              </a:ext>
            </a:extLst>
          </p:cNvPr>
          <p:cNvSpPr>
            <a:spLocks noGrp="1"/>
          </p:cNvSpPr>
          <p:nvPr/>
        </p:nvSpPr>
        <p:spPr>
          <a:xfrm>
            <a:off x="733454" y="991342"/>
            <a:ext cx="24757" cy="24757"/>
          </a:xfrm>
          <a:prstGeom prst="ellipse">
            <a:avLst/>
          </a:prstGeom>
          <a:solidFill>
            <a:srgbClr val="007C83">
              <a:alpha val="40000"/>
            </a:srgbClr>
          </a:solidFill>
          <a:ln w="0">
            <a:noFill/>
            <a:prstDash val="solid"/>
          </a:ln>
        </p:spPr>
      </p:sp>
      <p:sp>
        <p:nvSpPr>
          <p:cNvPr id="125" name="LigandSeek2_vs_LigandSeek1_ellipse_5639">
            <a:extLst>
              <a:ext uri="{FF2B5EF4-FFF2-40B4-BE49-F238E27FC236}">
                <a16:creationId xmlns:a16="http://schemas.microsoft.com/office/drawing/2014/main" id="{1C0F0073-C448-4D1A-8F0A-A8C06A9CFE65}"/>
              </a:ext>
            </a:extLst>
          </p:cNvPr>
          <p:cNvSpPr>
            <a:spLocks noGrp="1"/>
          </p:cNvSpPr>
          <p:nvPr/>
        </p:nvSpPr>
        <p:spPr>
          <a:xfrm>
            <a:off x="669443" y="915881"/>
            <a:ext cx="24757" cy="24757"/>
          </a:xfrm>
          <a:prstGeom prst="ellipse">
            <a:avLst/>
          </a:prstGeom>
          <a:solidFill>
            <a:srgbClr val="007C83">
              <a:alpha val="40000"/>
            </a:srgbClr>
          </a:solidFill>
          <a:ln w="0">
            <a:noFill/>
            <a:prstDash val="solid"/>
          </a:ln>
        </p:spPr>
      </p:sp>
      <p:sp>
        <p:nvSpPr>
          <p:cNvPr id="126" name="LigandSeek2_vs_LigandSeek1_ellipse_5640">
            <a:extLst>
              <a:ext uri="{FF2B5EF4-FFF2-40B4-BE49-F238E27FC236}">
                <a16:creationId xmlns:a16="http://schemas.microsoft.com/office/drawing/2014/main" id="{19E02E65-2E01-458C-ADC1-FA6D4A797E8F}"/>
              </a:ext>
            </a:extLst>
          </p:cNvPr>
          <p:cNvSpPr>
            <a:spLocks noGrp="1"/>
          </p:cNvSpPr>
          <p:nvPr/>
        </p:nvSpPr>
        <p:spPr>
          <a:xfrm>
            <a:off x="664093" y="1890368"/>
            <a:ext cx="24757" cy="24757"/>
          </a:xfrm>
          <a:prstGeom prst="ellipse">
            <a:avLst/>
          </a:prstGeom>
          <a:solidFill>
            <a:srgbClr val="007C83">
              <a:alpha val="40000"/>
            </a:srgbClr>
          </a:solidFill>
          <a:ln w="0">
            <a:noFill/>
            <a:prstDash val="solid"/>
          </a:ln>
        </p:spPr>
      </p:sp>
      <p:sp>
        <p:nvSpPr>
          <p:cNvPr id="127" name="LigandSeek2_vs_LigandSeek1_ellipse_5641">
            <a:extLst>
              <a:ext uri="{FF2B5EF4-FFF2-40B4-BE49-F238E27FC236}">
                <a16:creationId xmlns:a16="http://schemas.microsoft.com/office/drawing/2014/main" id="{7561954B-1074-418E-81F8-C4AC5DE2357E}"/>
              </a:ext>
            </a:extLst>
          </p:cNvPr>
          <p:cNvSpPr>
            <a:spLocks noGrp="1"/>
          </p:cNvSpPr>
          <p:nvPr/>
        </p:nvSpPr>
        <p:spPr>
          <a:xfrm>
            <a:off x="653804" y="1433380"/>
            <a:ext cx="24757" cy="24757"/>
          </a:xfrm>
          <a:prstGeom prst="ellipse">
            <a:avLst/>
          </a:prstGeom>
          <a:solidFill>
            <a:srgbClr val="007C83">
              <a:alpha val="40000"/>
            </a:srgbClr>
          </a:solidFill>
          <a:ln w="0">
            <a:noFill/>
            <a:prstDash val="solid"/>
          </a:ln>
        </p:spPr>
      </p:sp>
      <p:sp>
        <p:nvSpPr>
          <p:cNvPr id="128" name="LigandSeek2_vs_LigandSeek1_ellipse_5642">
            <a:extLst>
              <a:ext uri="{FF2B5EF4-FFF2-40B4-BE49-F238E27FC236}">
                <a16:creationId xmlns:a16="http://schemas.microsoft.com/office/drawing/2014/main" id="{6F9C96C6-B52E-479B-964D-6AF6B11AF507}"/>
              </a:ext>
            </a:extLst>
          </p:cNvPr>
          <p:cNvSpPr>
            <a:spLocks noGrp="1"/>
          </p:cNvSpPr>
          <p:nvPr/>
        </p:nvSpPr>
        <p:spPr>
          <a:xfrm>
            <a:off x="691674" y="1497788"/>
            <a:ext cx="24757" cy="24757"/>
          </a:xfrm>
          <a:prstGeom prst="ellipse">
            <a:avLst/>
          </a:prstGeom>
          <a:solidFill>
            <a:srgbClr val="007C83">
              <a:alpha val="40000"/>
            </a:srgbClr>
          </a:solidFill>
          <a:ln w="0">
            <a:noFill/>
            <a:prstDash val="solid"/>
          </a:ln>
        </p:spPr>
      </p:sp>
      <p:sp>
        <p:nvSpPr>
          <p:cNvPr id="129" name="LigandSeek2_vs_LigandSeek1_ellipse_5643">
            <a:extLst>
              <a:ext uri="{FF2B5EF4-FFF2-40B4-BE49-F238E27FC236}">
                <a16:creationId xmlns:a16="http://schemas.microsoft.com/office/drawing/2014/main" id="{5561AE01-F1B6-4EF8-A591-9C738B95B6D4}"/>
              </a:ext>
            </a:extLst>
          </p:cNvPr>
          <p:cNvSpPr>
            <a:spLocks noGrp="1"/>
          </p:cNvSpPr>
          <p:nvPr/>
        </p:nvSpPr>
        <p:spPr>
          <a:xfrm>
            <a:off x="690563" y="1631143"/>
            <a:ext cx="24757" cy="24757"/>
          </a:xfrm>
          <a:prstGeom prst="ellipse">
            <a:avLst/>
          </a:prstGeom>
          <a:solidFill>
            <a:srgbClr val="007C83">
              <a:alpha val="40000"/>
            </a:srgbClr>
          </a:solidFill>
          <a:ln w="0">
            <a:noFill/>
            <a:prstDash val="solid"/>
          </a:ln>
        </p:spPr>
      </p:sp>
      <p:sp>
        <p:nvSpPr>
          <p:cNvPr id="130" name="LigandSeek2_vs_LigandSeek1_ellipse_5644">
            <a:extLst>
              <a:ext uri="{FF2B5EF4-FFF2-40B4-BE49-F238E27FC236}">
                <a16:creationId xmlns:a16="http://schemas.microsoft.com/office/drawing/2014/main" id="{27352EF8-DF8C-4C7E-8AEB-54DF5333B90B}"/>
              </a:ext>
            </a:extLst>
          </p:cNvPr>
          <p:cNvSpPr>
            <a:spLocks noGrp="1"/>
          </p:cNvSpPr>
          <p:nvPr/>
        </p:nvSpPr>
        <p:spPr>
          <a:xfrm>
            <a:off x="716363" y="1179440"/>
            <a:ext cx="24757" cy="24757"/>
          </a:xfrm>
          <a:prstGeom prst="ellipse">
            <a:avLst/>
          </a:prstGeom>
          <a:solidFill>
            <a:srgbClr val="007C83">
              <a:alpha val="40000"/>
            </a:srgbClr>
          </a:solidFill>
          <a:ln w="0">
            <a:noFill/>
            <a:prstDash val="solid"/>
          </a:ln>
        </p:spPr>
      </p:sp>
      <p:sp>
        <p:nvSpPr>
          <p:cNvPr id="131" name="LigandSeek2_vs_LigandSeek1_ellipse_5645">
            <a:extLst>
              <a:ext uri="{FF2B5EF4-FFF2-40B4-BE49-F238E27FC236}">
                <a16:creationId xmlns:a16="http://schemas.microsoft.com/office/drawing/2014/main" id="{402ABAD9-4755-43EE-91B7-10273900DD6C}"/>
              </a:ext>
            </a:extLst>
          </p:cNvPr>
          <p:cNvSpPr>
            <a:spLocks noGrp="1"/>
          </p:cNvSpPr>
          <p:nvPr/>
        </p:nvSpPr>
        <p:spPr>
          <a:xfrm>
            <a:off x="733764" y="1011510"/>
            <a:ext cx="24757" cy="24757"/>
          </a:xfrm>
          <a:prstGeom prst="ellipse">
            <a:avLst/>
          </a:prstGeom>
          <a:solidFill>
            <a:srgbClr val="007C83">
              <a:alpha val="40000"/>
            </a:srgbClr>
          </a:solidFill>
          <a:ln w="0">
            <a:noFill/>
            <a:prstDash val="solid"/>
          </a:ln>
        </p:spPr>
      </p:sp>
      <p:sp>
        <p:nvSpPr>
          <p:cNvPr id="132" name="LigandSeek2_vs_LigandSeek1_ellipse_5646">
            <a:extLst>
              <a:ext uri="{FF2B5EF4-FFF2-40B4-BE49-F238E27FC236}">
                <a16:creationId xmlns:a16="http://schemas.microsoft.com/office/drawing/2014/main" id="{8137D67E-7DE1-4518-9A7B-D4D8AF12A8FB}"/>
              </a:ext>
            </a:extLst>
          </p:cNvPr>
          <p:cNvSpPr>
            <a:spLocks noGrp="1"/>
          </p:cNvSpPr>
          <p:nvPr/>
        </p:nvSpPr>
        <p:spPr>
          <a:xfrm>
            <a:off x="735789" y="997005"/>
            <a:ext cx="24757" cy="24757"/>
          </a:xfrm>
          <a:prstGeom prst="ellipse">
            <a:avLst/>
          </a:prstGeom>
          <a:solidFill>
            <a:srgbClr val="007C83">
              <a:alpha val="40000"/>
            </a:srgbClr>
          </a:solidFill>
          <a:ln w="0">
            <a:noFill/>
            <a:prstDash val="solid"/>
          </a:ln>
        </p:spPr>
      </p:sp>
      <p:sp>
        <p:nvSpPr>
          <p:cNvPr id="133" name="LigandSeek2_vs_LigandSeek1_ellipse_5647">
            <a:extLst>
              <a:ext uri="{FF2B5EF4-FFF2-40B4-BE49-F238E27FC236}">
                <a16:creationId xmlns:a16="http://schemas.microsoft.com/office/drawing/2014/main" id="{646BE5EA-F85D-4C6A-8F64-164A3346F594}"/>
              </a:ext>
            </a:extLst>
          </p:cNvPr>
          <p:cNvSpPr>
            <a:spLocks noGrp="1"/>
          </p:cNvSpPr>
          <p:nvPr/>
        </p:nvSpPr>
        <p:spPr>
          <a:xfrm>
            <a:off x="669834" y="1890368"/>
            <a:ext cx="24757" cy="24757"/>
          </a:xfrm>
          <a:prstGeom prst="ellipse">
            <a:avLst/>
          </a:prstGeom>
          <a:solidFill>
            <a:srgbClr val="007C83">
              <a:alpha val="40000"/>
            </a:srgbClr>
          </a:solidFill>
          <a:ln w="0">
            <a:noFill/>
            <a:prstDash val="solid"/>
          </a:ln>
        </p:spPr>
      </p:sp>
      <p:sp>
        <p:nvSpPr>
          <p:cNvPr id="134" name="LigandSeek2_vs_LigandSeek1_ellipse_5648">
            <a:extLst>
              <a:ext uri="{FF2B5EF4-FFF2-40B4-BE49-F238E27FC236}">
                <a16:creationId xmlns:a16="http://schemas.microsoft.com/office/drawing/2014/main" id="{22B6FC28-7367-4150-A8EB-408317B79A25}"/>
              </a:ext>
            </a:extLst>
          </p:cNvPr>
          <p:cNvSpPr>
            <a:spLocks noGrp="1"/>
          </p:cNvSpPr>
          <p:nvPr/>
        </p:nvSpPr>
        <p:spPr>
          <a:xfrm>
            <a:off x="691256" y="1151109"/>
            <a:ext cx="24757" cy="24757"/>
          </a:xfrm>
          <a:prstGeom prst="ellipse">
            <a:avLst/>
          </a:prstGeom>
          <a:solidFill>
            <a:srgbClr val="007C83">
              <a:alpha val="40000"/>
            </a:srgbClr>
          </a:solidFill>
          <a:ln w="0">
            <a:noFill/>
            <a:prstDash val="solid"/>
          </a:ln>
        </p:spPr>
      </p:sp>
      <p:sp>
        <p:nvSpPr>
          <p:cNvPr id="135" name="LigandSeek2_vs_LigandSeek1_ellipse_5649">
            <a:extLst>
              <a:ext uri="{FF2B5EF4-FFF2-40B4-BE49-F238E27FC236}">
                <a16:creationId xmlns:a16="http://schemas.microsoft.com/office/drawing/2014/main" id="{CCA8F7D3-0552-4625-BD61-768DD67F1F70}"/>
              </a:ext>
            </a:extLst>
          </p:cNvPr>
          <p:cNvSpPr>
            <a:spLocks noGrp="1"/>
          </p:cNvSpPr>
          <p:nvPr/>
        </p:nvSpPr>
        <p:spPr>
          <a:xfrm>
            <a:off x="705294" y="1639530"/>
            <a:ext cx="24757" cy="24757"/>
          </a:xfrm>
          <a:prstGeom prst="ellipse">
            <a:avLst/>
          </a:prstGeom>
          <a:solidFill>
            <a:srgbClr val="007C83">
              <a:alpha val="40000"/>
            </a:srgbClr>
          </a:solidFill>
          <a:ln w="0">
            <a:noFill/>
            <a:prstDash val="solid"/>
          </a:ln>
        </p:spPr>
      </p:sp>
      <p:sp>
        <p:nvSpPr>
          <p:cNvPr id="136" name="LigandSeek2_vs_LigandSeek1_ellipse_5650">
            <a:extLst>
              <a:ext uri="{FF2B5EF4-FFF2-40B4-BE49-F238E27FC236}">
                <a16:creationId xmlns:a16="http://schemas.microsoft.com/office/drawing/2014/main" id="{68A3E0B8-605F-492F-9F7C-90DA2A5B0CB5}"/>
              </a:ext>
            </a:extLst>
          </p:cNvPr>
          <p:cNvSpPr>
            <a:spLocks noGrp="1"/>
          </p:cNvSpPr>
          <p:nvPr/>
        </p:nvSpPr>
        <p:spPr>
          <a:xfrm>
            <a:off x="687450" y="1300982"/>
            <a:ext cx="24757" cy="24757"/>
          </a:xfrm>
          <a:prstGeom prst="ellipse">
            <a:avLst/>
          </a:prstGeom>
          <a:solidFill>
            <a:srgbClr val="007C83">
              <a:alpha val="40000"/>
            </a:srgbClr>
          </a:solidFill>
          <a:ln w="0">
            <a:noFill/>
            <a:prstDash val="solid"/>
          </a:ln>
        </p:spPr>
      </p:sp>
      <p:sp>
        <p:nvSpPr>
          <p:cNvPr id="137" name="LigandSeek2_vs_LigandSeek1_ellipse_5651">
            <a:extLst>
              <a:ext uri="{FF2B5EF4-FFF2-40B4-BE49-F238E27FC236}">
                <a16:creationId xmlns:a16="http://schemas.microsoft.com/office/drawing/2014/main" id="{39BE48AF-1F72-4B6E-BCE2-AE4833B5DABC}"/>
              </a:ext>
            </a:extLst>
          </p:cNvPr>
          <p:cNvSpPr>
            <a:spLocks noGrp="1"/>
          </p:cNvSpPr>
          <p:nvPr/>
        </p:nvSpPr>
        <p:spPr>
          <a:xfrm>
            <a:off x="659567" y="973989"/>
            <a:ext cx="24757" cy="24757"/>
          </a:xfrm>
          <a:prstGeom prst="ellipse">
            <a:avLst/>
          </a:prstGeom>
          <a:solidFill>
            <a:srgbClr val="007C83">
              <a:alpha val="40000"/>
            </a:srgbClr>
          </a:solidFill>
          <a:ln w="0">
            <a:noFill/>
            <a:prstDash val="solid"/>
          </a:ln>
        </p:spPr>
      </p:sp>
      <p:sp>
        <p:nvSpPr>
          <p:cNvPr id="138" name="LigandSeek2_vs_LigandSeek1_ellipse_5652">
            <a:extLst>
              <a:ext uri="{FF2B5EF4-FFF2-40B4-BE49-F238E27FC236}">
                <a16:creationId xmlns:a16="http://schemas.microsoft.com/office/drawing/2014/main" id="{5E3B2311-0529-4EBD-BEAF-21CA060D069D}"/>
              </a:ext>
            </a:extLst>
          </p:cNvPr>
          <p:cNvSpPr>
            <a:spLocks noGrp="1"/>
          </p:cNvSpPr>
          <p:nvPr/>
        </p:nvSpPr>
        <p:spPr>
          <a:xfrm>
            <a:off x="735878" y="1078618"/>
            <a:ext cx="24757" cy="24757"/>
          </a:xfrm>
          <a:prstGeom prst="ellipse">
            <a:avLst/>
          </a:prstGeom>
          <a:solidFill>
            <a:srgbClr val="007C83">
              <a:alpha val="40000"/>
            </a:srgbClr>
          </a:solidFill>
          <a:ln w="0">
            <a:noFill/>
            <a:prstDash val="solid"/>
          </a:ln>
        </p:spPr>
      </p:sp>
      <p:sp>
        <p:nvSpPr>
          <p:cNvPr id="139" name="LigandSeek2_vs_LigandSeek1_ellipse_5653">
            <a:extLst>
              <a:ext uri="{FF2B5EF4-FFF2-40B4-BE49-F238E27FC236}">
                <a16:creationId xmlns:a16="http://schemas.microsoft.com/office/drawing/2014/main" id="{DBFC9C9B-60AC-461F-ABE8-C0EA222B910B}"/>
              </a:ext>
            </a:extLst>
          </p:cNvPr>
          <p:cNvSpPr>
            <a:spLocks noGrp="1"/>
          </p:cNvSpPr>
          <p:nvPr/>
        </p:nvSpPr>
        <p:spPr>
          <a:xfrm>
            <a:off x="723147" y="1519984"/>
            <a:ext cx="24757" cy="24757"/>
          </a:xfrm>
          <a:prstGeom prst="ellipse">
            <a:avLst/>
          </a:prstGeom>
          <a:solidFill>
            <a:srgbClr val="007C83">
              <a:alpha val="40000"/>
            </a:srgbClr>
          </a:solidFill>
          <a:ln w="0">
            <a:noFill/>
            <a:prstDash val="solid"/>
          </a:ln>
        </p:spPr>
      </p:sp>
      <p:sp>
        <p:nvSpPr>
          <p:cNvPr id="140" name="LigandSeek2_vs_LigandSeek1_ellipse_5654">
            <a:extLst>
              <a:ext uri="{FF2B5EF4-FFF2-40B4-BE49-F238E27FC236}">
                <a16:creationId xmlns:a16="http://schemas.microsoft.com/office/drawing/2014/main" id="{09CC1CA0-6C1F-4ACA-9D6D-534C092054C8}"/>
              </a:ext>
            </a:extLst>
          </p:cNvPr>
          <p:cNvSpPr>
            <a:spLocks noGrp="1"/>
          </p:cNvSpPr>
          <p:nvPr/>
        </p:nvSpPr>
        <p:spPr>
          <a:xfrm>
            <a:off x="725616" y="1376911"/>
            <a:ext cx="24757" cy="24757"/>
          </a:xfrm>
          <a:prstGeom prst="ellipse">
            <a:avLst/>
          </a:prstGeom>
          <a:solidFill>
            <a:srgbClr val="007C83">
              <a:alpha val="40000"/>
            </a:srgbClr>
          </a:solidFill>
          <a:ln w="0">
            <a:noFill/>
            <a:prstDash val="solid"/>
          </a:ln>
        </p:spPr>
      </p:sp>
      <p:sp>
        <p:nvSpPr>
          <p:cNvPr id="141" name="LigandSeek2_vs_LigandSeek1_ellipse_5655">
            <a:extLst>
              <a:ext uri="{FF2B5EF4-FFF2-40B4-BE49-F238E27FC236}">
                <a16:creationId xmlns:a16="http://schemas.microsoft.com/office/drawing/2014/main" id="{417C9CA6-056D-424F-A4D9-A86A8F145345}"/>
              </a:ext>
            </a:extLst>
          </p:cNvPr>
          <p:cNvSpPr>
            <a:spLocks noGrp="1"/>
          </p:cNvSpPr>
          <p:nvPr/>
        </p:nvSpPr>
        <p:spPr>
          <a:xfrm>
            <a:off x="731239" y="1225808"/>
            <a:ext cx="24757" cy="24757"/>
          </a:xfrm>
          <a:prstGeom prst="ellipse">
            <a:avLst/>
          </a:prstGeom>
          <a:solidFill>
            <a:srgbClr val="007C83">
              <a:alpha val="40000"/>
            </a:srgbClr>
          </a:solidFill>
          <a:ln w="0">
            <a:noFill/>
            <a:prstDash val="solid"/>
          </a:ln>
        </p:spPr>
      </p:sp>
      <p:sp>
        <p:nvSpPr>
          <p:cNvPr id="142" name="LigandSeek2_vs_LigandSeek1_ellipse_5656">
            <a:extLst>
              <a:ext uri="{FF2B5EF4-FFF2-40B4-BE49-F238E27FC236}">
                <a16:creationId xmlns:a16="http://schemas.microsoft.com/office/drawing/2014/main" id="{3C0FECD1-7A45-4B23-A819-E40C9C7B44CD}"/>
              </a:ext>
            </a:extLst>
          </p:cNvPr>
          <p:cNvSpPr>
            <a:spLocks noGrp="1"/>
          </p:cNvSpPr>
          <p:nvPr/>
        </p:nvSpPr>
        <p:spPr>
          <a:xfrm>
            <a:off x="669457" y="1376989"/>
            <a:ext cx="24757" cy="24757"/>
          </a:xfrm>
          <a:prstGeom prst="ellipse">
            <a:avLst/>
          </a:prstGeom>
          <a:solidFill>
            <a:srgbClr val="007C83">
              <a:alpha val="40000"/>
            </a:srgbClr>
          </a:solidFill>
          <a:ln w="0">
            <a:noFill/>
            <a:prstDash val="solid"/>
          </a:ln>
        </p:spPr>
      </p:sp>
      <p:sp>
        <p:nvSpPr>
          <p:cNvPr id="143" name="LigandSeek2_vs_LigandSeek1_ellipse_5657">
            <a:extLst>
              <a:ext uri="{FF2B5EF4-FFF2-40B4-BE49-F238E27FC236}">
                <a16:creationId xmlns:a16="http://schemas.microsoft.com/office/drawing/2014/main" id="{2222F322-CC8D-44FC-9D3C-E236F383CDB6}"/>
              </a:ext>
            </a:extLst>
          </p:cNvPr>
          <p:cNvSpPr>
            <a:spLocks noGrp="1"/>
          </p:cNvSpPr>
          <p:nvPr/>
        </p:nvSpPr>
        <p:spPr>
          <a:xfrm>
            <a:off x="660704" y="1240182"/>
            <a:ext cx="24757" cy="24757"/>
          </a:xfrm>
          <a:prstGeom prst="ellipse">
            <a:avLst/>
          </a:prstGeom>
          <a:solidFill>
            <a:srgbClr val="007C83">
              <a:alpha val="40000"/>
            </a:srgbClr>
          </a:solidFill>
          <a:ln w="0">
            <a:noFill/>
            <a:prstDash val="solid"/>
          </a:ln>
        </p:spPr>
      </p:sp>
      <p:sp>
        <p:nvSpPr>
          <p:cNvPr id="144" name="LigandSeek2_vs_LigandSeek1_ellipse_5658">
            <a:extLst>
              <a:ext uri="{FF2B5EF4-FFF2-40B4-BE49-F238E27FC236}">
                <a16:creationId xmlns:a16="http://schemas.microsoft.com/office/drawing/2014/main" id="{9110FEE3-044E-4772-82B6-A9EB2163D987}"/>
              </a:ext>
            </a:extLst>
          </p:cNvPr>
          <p:cNvSpPr>
            <a:spLocks noGrp="1"/>
          </p:cNvSpPr>
          <p:nvPr/>
        </p:nvSpPr>
        <p:spPr>
          <a:xfrm>
            <a:off x="735698" y="1107931"/>
            <a:ext cx="24757" cy="24757"/>
          </a:xfrm>
          <a:prstGeom prst="ellipse">
            <a:avLst/>
          </a:prstGeom>
          <a:solidFill>
            <a:srgbClr val="007C83">
              <a:alpha val="40000"/>
            </a:srgbClr>
          </a:solidFill>
          <a:ln w="0">
            <a:noFill/>
            <a:prstDash val="solid"/>
          </a:ln>
        </p:spPr>
      </p:sp>
      <p:sp>
        <p:nvSpPr>
          <p:cNvPr id="145" name="LigandSeek2_vs_LigandSeek1_ellipse_5659">
            <a:extLst>
              <a:ext uri="{FF2B5EF4-FFF2-40B4-BE49-F238E27FC236}">
                <a16:creationId xmlns:a16="http://schemas.microsoft.com/office/drawing/2014/main" id="{FBCEEEE9-5D03-45D4-8235-49E78A72FC53}"/>
              </a:ext>
            </a:extLst>
          </p:cNvPr>
          <p:cNvSpPr>
            <a:spLocks noGrp="1"/>
          </p:cNvSpPr>
          <p:nvPr/>
        </p:nvSpPr>
        <p:spPr>
          <a:xfrm>
            <a:off x="696503" y="1297857"/>
            <a:ext cx="24757" cy="24757"/>
          </a:xfrm>
          <a:prstGeom prst="ellipse">
            <a:avLst/>
          </a:prstGeom>
          <a:solidFill>
            <a:srgbClr val="007C83">
              <a:alpha val="40000"/>
            </a:srgbClr>
          </a:solidFill>
          <a:ln w="0">
            <a:noFill/>
            <a:prstDash val="solid"/>
          </a:ln>
        </p:spPr>
      </p:sp>
      <p:sp>
        <p:nvSpPr>
          <p:cNvPr id="146" name="LigandSeek2_vs_LigandSeek1_ellipse_5660">
            <a:extLst>
              <a:ext uri="{FF2B5EF4-FFF2-40B4-BE49-F238E27FC236}">
                <a16:creationId xmlns:a16="http://schemas.microsoft.com/office/drawing/2014/main" id="{923EC908-80C0-4D89-B5BF-42A8C457B5A7}"/>
              </a:ext>
            </a:extLst>
          </p:cNvPr>
          <p:cNvSpPr>
            <a:spLocks noGrp="1"/>
          </p:cNvSpPr>
          <p:nvPr/>
        </p:nvSpPr>
        <p:spPr>
          <a:xfrm>
            <a:off x="665515" y="1561008"/>
            <a:ext cx="24757" cy="24757"/>
          </a:xfrm>
          <a:prstGeom prst="ellipse">
            <a:avLst/>
          </a:prstGeom>
          <a:solidFill>
            <a:srgbClr val="007C83">
              <a:alpha val="40000"/>
            </a:srgbClr>
          </a:solidFill>
          <a:ln w="0">
            <a:noFill/>
            <a:prstDash val="solid"/>
          </a:ln>
        </p:spPr>
      </p:sp>
      <p:sp>
        <p:nvSpPr>
          <p:cNvPr id="147" name="LigandSeek2_vs_LigandSeek1_ellipse_5661">
            <a:extLst>
              <a:ext uri="{FF2B5EF4-FFF2-40B4-BE49-F238E27FC236}">
                <a16:creationId xmlns:a16="http://schemas.microsoft.com/office/drawing/2014/main" id="{AEB8E3D5-5975-4F41-8751-56E3C2521AFD}"/>
              </a:ext>
            </a:extLst>
          </p:cNvPr>
          <p:cNvSpPr>
            <a:spLocks noGrp="1"/>
          </p:cNvSpPr>
          <p:nvPr/>
        </p:nvSpPr>
        <p:spPr>
          <a:xfrm>
            <a:off x="650387" y="1667490"/>
            <a:ext cx="24757" cy="24757"/>
          </a:xfrm>
          <a:prstGeom prst="ellipse">
            <a:avLst/>
          </a:prstGeom>
          <a:solidFill>
            <a:srgbClr val="007C83">
              <a:alpha val="40000"/>
            </a:srgbClr>
          </a:solidFill>
          <a:ln w="0">
            <a:noFill/>
            <a:prstDash val="solid"/>
          </a:ln>
        </p:spPr>
      </p:sp>
      <p:sp>
        <p:nvSpPr>
          <p:cNvPr id="148" name="LigandSeek2_vs_LigandSeek1_ellipse_5662">
            <a:extLst>
              <a:ext uri="{FF2B5EF4-FFF2-40B4-BE49-F238E27FC236}">
                <a16:creationId xmlns:a16="http://schemas.microsoft.com/office/drawing/2014/main" id="{D7CA5F70-D522-42CA-A9BD-DE7CB17D601E}"/>
              </a:ext>
            </a:extLst>
          </p:cNvPr>
          <p:cNvSpPr>
            <a:spLocks noGrp="1"/>
          </p:cNvSpPr>
          <p:nvPr/>
        </p:nvSpPr>
        <p:spPr>
          <a:xfrm>
            <a:off x="702524" y="1029484"/>
            <a:ext cx="24757" cy="24757"/>
          </a:xfrm>
          <a:prstGeom prst="ellipse">
            <a:avLst/>
          </a:prstGeom>
          <a:solidFill>
            <a:srgbClr val="007C83">
              <a:alpha val="40000"/>
            </a:srgbClr>
          </a:solidFill>
          <a:ln w="0">
            <a:noFill/>
            <a:prstDash val="solid"/>
          </a:ln>
        </p:spPr>
      </p:sp>
      <p:sp>
        <p:nvSpPr>
          <p:cNvPr id="149" name="LigandSeek2_vs_LigandSeek1_ellipse_5663">
            <a:extLst>
              <a:ext uri="{FF2B5EF4-FFF2-40B4-BE49-F238E27FC236}">
                <a16:creationId xmlns:a16="http://schemas.microsoft.com/office/drawing/2014/main" id="{A0CAEA3E-5570-49B5-A3B4-9836F6EA5555}"/>
              </a:ext>
            </a:extLst>
          </p:cNvPr>
          <p:cNvSpPr>
            <a:spLocks noGrp="1"/>
          </p:cNvSpPr>
          <p:nvPr/>
        </p:nvSpPr>
        <p:spPr>
          <a:xfrm>
            <a:off x="694157" y="1890368"/>
            <a:ext cx="24757" cy="24757"/>
          </a:xfrm>
          <a:prstGeom prst="ellipse">
            <a:avLst/>
          </a:prstGeom>
          <a:solidFill>
            <a:srgbClr val="007C83">
              <a:alpha val="40000"/>
            </a:srgbClr>
          </a:solidFill>
          <a:ln w="0">
            <a:noFill/>
            <a:prstDash val="solid"/>
          </a:ln>
        </p:spPr>
      </p:sp>
      <p:sp>
        <p:nvSpPr>
          <p:cNvPr id="150" name="LigandSeek2_vs_LigandSeek1_ellipse_5664">
            <a:extLst>
              <a:ext uri="{FF2B5EF4-FFF2-40B4-BE49-F238E27FC236}">
                <a16:creationId xmlns:a16="http://schemas.microsoft.com/office/drawing/2014/main" id="{C2EB1020-6D76-465B-B9DB-03F735A28948}"/>
              </a:ext>
            </a:extLst>
          </p:cNvPr>
          <p:cNvSpPr>
            <a:spLocks noGrp="1"/>
          </p:cNvSpPr>
          <p:nvPr/>
        </p:nvSpPr>
        <p:spPr>
          <a:xfrm>
            <a:off x="670467" y="1041661"/>
            <a:ext cx="24757" cy="24757"/>
          </a:xfrm>
          <a:prstGeom prst="ellipse">
            <a:avLst/>
          </a:prstGeom>
          <a:solidFill>
            <a:srgbClr val="007C83">
              <a:alpha val="40000"/>
            </a:srgbClr>
          </a:solidFill>
          <a:ln w="0">
            <a:noFill/>
            <a:prstDash val="solid"/>
          </a:ln>
        </p:spPr>
      </p:sp>
      <p:sp>
        <p:nvSpPr>
          <p:cNvPr id="151" name="LigandSeek2_vs_LigandSeek1_ellipse_5665">
            <a:extLst>
              <a:ext uri="{FF2B5EF4-FFF2-40B4-BE49-F238E27FC236}">
                <a16:creationId xmlns:a16="http://schemas.microsoft.com/office/drawing/2014/main" id="{05F3418E-4DFC-4A59-A5B4-F5AE3263A6CB}"/>
              </a:ext>
            </a:extLst>
          </p:cNvPr>
          <p:cNvSpPr>
            <a:spLocks noGrp="1"/>
          </p:cNvSpPr>
          <p:nvPr/>
        </p:nvSpPr>
        <p:spPr>
          <a:xfrm>
            <a:off x="734703" y="1890368"/>
            <a:ext cx="24757" cy="24757"/>
          </a:xfrm>
          <a:prstGeom prst="ellipse">
            <a:avLst/>
          </a:prstGeom>
          <a:solidFill>
            <a:srgbClr val="007C83">
              <a:alpha val="40000"/>
            </a:srgbClr>
          </a:solidFill>
          <a:ln w="0">
            <a:noFill/>
            <a:prstDash val="solid"/>
          </a:ln>
        </p:spPr>
      </p:sp>
      <p:sp>
        <p:nvSpPr>
          <p:cNvPr id="152" name="LigandSeek2_vs_LigandSeek1_ellipse_5666">
            <a:extLst>
              <a:ext uri="{FF2B5EF4-FFF2-40B4-BE49-F238E27FC236}">
                <a16:creationId xmlns:a16="http://schemas.microsoft.com/office/drawing/2014/main" id="{B0AE1FB3-B570-4E02-853D-CB524C0F2440}"/>
              </a:ext>
            </a:extLst>
          </p:cNvPr>
          <p:cNvSpPr>
            <a:spLocks noGrp="1"/>
          </p:cNvSpPr>
          <p:nvPr/>
        </p:nvSpPr>
        <p:spPr>
          <a:xfrm>
            <a:off x="668594" y="1246924"/>
            <a:ext cx="24757" cy="24757"/>
          </a:xfrm>
          <a:prstGeom prst="ellipse">
            <a:avLst/>
          </a:prstGeom>
          <a:solidFill>
            <a:srgbClr val="007C83">
              <a:alpha val="40000"/>
            </a:srgbClr>
          </a:solidFill>
          <a:ln w="0">
            <a:noFill/>
            <a:prstDash val="solid"/>
          </a:ln>
        </p:spPr>
      </p:sp>
      <p:sp>
        <p:nvSpPr>
          <p:cNvPr id="153" name="LigandSeek2_vs_LigandSeek1_ellipse_5667">
            <a:extLst>
              <a:ext uri="{FF2B5EF4-FFF2-40B4-BE49-F238E27FC236}">
                <a16:creationId xmlns:a16="http://schemas.microsoft.com/office/drawing/2014/main" id="{9AF1EA7F-C806-46ED-97E4-D0F517E4AEA6}"/>
              </a:ext>
            </a:extLst>
          </p:cNvPr>
          <p:cNvSpPr>
            <a:spLocks noGrp="1"/>
          </p:cNvSpPr>
          <p:nvPr/>
        </p:nvSpPr>
        <p:spPr>
          <a:xfrm>
            <a:off x="663112" y="1448563"/>
            <a:ext cx="24757" cy="24757"/>
          </a:xfrm>
          <a:prstGeom prst="ellipse">
            <a:avLst/>
          </a:prstGeom>
          <a:solidFill>
            <a:srgbClr val="007C83">
              <a:alpha val="40000"/>
            </a:srgbClr>
          </a:solidFill>
          <a:ln w="0">
            <a:noFill/>
            <a:prstDash val="solid"/>
          </a:ln>
        </p:spPr>
      </p:sp>
      <p:sp>
        <p:nvSpPr>
          <p:cNvPr id="154" name="LigandSeek2_vs_LigandSeek1_ellipse_5668">
            <a:extLst>
              <a:ext uri="{FF2B5EF4-FFF2-40B4-BE49-F238E27FC236}">
                <a16:creationId xmlns:a16="http://schemas.microsoft.com/office/drawing/2014/main" id="{98EE8E25-F1D7-4673-B2CC-DAB3DFB1DA82}"/>
              </a:ext>
            </a:extLst>
          </p:cNvPr>
          <p:cNvSpPr>
            <a:spLocks noGrp="1"/>
          </p:cNvSpPr>
          <p:nvPr/>
        </p:nvSpPr>
        <p:spPr>
          <a:xfrm>
            <a:off x="668286" y="1312590"/>
            <a:ext cx="24757" cy="24757"/>
          </a:xfrm>
          <a:prstGeom prst="ellipse">
            <a:avLst/>
          </a:prstGeom>
          <a:solidFill>
            <a:srgbClr val="007C83">
              <a:alpha val="40000"/>
            </a:srgbClr>
          </a:solidFill>
          <a:ln w="0">
            <a:noFill/>
            <a:prstDash val="solid"/>
          </a:ln>
        </p:spPr>
      </p:sp>
      <p:sp>
        <p:nvSpPr>
          <p:cNvPr id="155" name="LigandSeek2_vs_LigandSeek1_ellipse_5669">
            <a:extLst>
              <a:ext uri="{FF2B5EF4-FFF2-40B4-BE49-F238E27FC236}">
                <a16:creationId xmlns:a16="http://schemas.microsoft.com/office/drawing/2014/main" id="{0602E2D4-EC41-47E0-853B-46652AC6AA88}"/>
              </a:ext>
            </a:extLst>
          </p:cNvPr>
          <p:cNvSpPr>
            <a:spLocks noGrp="1"/>
          </p:cNvSpPr>
          <p:nvPr/>
        </p:nvSpPr>
        <p:spPr>
          <a:xfrm>
            <a:off x="707271" y="1344515"/>
            <a:ext cx="24757" cy="24757"/>
          </a:xfrm>
          <a:prstGeom prst="ellipse">
            <a:avLst/>
          </a:prstGeom>
          <a:solidFill>
            <a:srgbClr val="007C83">
              <a:alpha val="40000"/>
            </a:srgbClr>
          </a:solidFill>
          <a:ln w="0">
            <a:noFill/>
            <a:prstDash val="solid"/>
          </a:ln>
        </p:spPr>
      </p:sp>
      <p:sp>
        <p:nvSpPr>
          <p:cNvPr id="156" name="LigandSeek2_vs_LigandSeek1_ellipse_5670">
            <a:extLst>
              <a:ext uri="{FF2B5EF4-FFF2-40B4-BE49-F238E27FC236}">
                <a16:creationId xmlns:a16="http://schemas.microsoft.com/office/drawing/2014/main" id="{0CA402A1-89DD-4A22-8E77-E39ED74CD608}"/>
              </a:ext>
            </a:extLst>
          </p:cNvPr>
          <p:cNvSpPr>
            <a:spLocks noGrp="1"/>
          </p:cNvSpPr>
          <p:nvPr/>
        </p:nvSpPr>
        <p:spPr>
          <a:xfrm>
            <a:off x="667938" y="961160"/>
            <a:ext cx="24757" cy="24757"/>
          </a:xfrm>
          <a:prstGeom prst="ellipse">
            <a:avLst/>
          </a:prstGeom>
          <a:solidFill>
            <a:srgbClr val="007C83">
              <a:alpha val="40000"/>
            </a:srgbClr>
          </a:solidFill>
          <a:ln w="0">
            <a:noFill/>
            <a:prstDash val="solid"/>
          </a:ln>
        </p:spPr>
      </p:sp>
      <p:sp>
        <p:nvSpPr>
          <p:cNvPr id="157" name="LigandSeek2_vs_LigandSeek1_ellipse_5671">
            <a:extLst>
              <a:ext uri="{FF2B5EF4-FFF2-40B4-BE49-F238E27FC236}">
                <a16:creationId xmlns:a16="http://schemas.microsoft.com/office/drawing/2014/main" id="{E83FE884-1570-4F6F-B6D2-659C67F751C1}"/>
              </a:ext>
            </a:extLst>
          </p:cNvPr>
          <p:cNvSpPr>
            <a:spLocks noGrp="1"/>
          </p:cNvSpPr>
          <p:nvPr/>
        </p:nvSpPr>
        <p:spPr>
          <a:xfrm>
            <a:off x="672383" y="958926"/>
            <a:ext cx="24757" cy="24757"/>
          </a:xfrm>
          <a:prstGeom prst="ellipse">
            <a:avLst/>
          </a:prstGeom>
          <a:solidFill>
            <a:srgbClr val="007C83">
              <a:alpha val="40000"/>
            </a:srgbClr>
          </a:solidFill>
          <a:ln w="0">
            <a:noFill/>
            <a:prstDash val="solid"/>
          </a:ln>
        </p:spPr>
      </p:sp>
      <p:sp>
        <p:nvSpPr>
          <p:cNvPr id="158" name="LigandSeek2_vs_LigandSeek1_ellipse_5672">
            <a:extLst>
              <a:ext uri="{FF2B5EF4-FFF2-40B4-BE49-F238E27FC236}">
                <a16:creationId xmlns:a16="http://schemas.microsoft.com/office/drawing/2014/main" id="{8D42BF6D-BD0A-4A2B-9C99-2ACCE281FD3E}"/>
              </a:ext>
            </a:extLst>
          </p:cNvPr>
          <p:cNvSpPr>
            <a:spLocks noGrp="1"/>
          </p:cNvSpPr>
          <p:nvPr/>
        </p:nvSpPr>
        <p:spPr>
          <a:xfrm>
            <a:off x="680892" y="1890368"/>
            <a:ext cx="24757" cy="24757"/>
          </a:xfrm>
          <a:prstGeom prst="ellipse">
            <a:avLst/>
          </a:prstGeom>
          <a:solidFill>
            <a:srgbClr val="007C83">
              <a:alpha val="40000"/>
            </a:srgbClr>
          </a:solidFill>
          <a:ln w="0">
            <a:noFill/>
            <a:prstDash val="solid"/>
          </a:ln>
        </p:spPr>
      </p:sp>
      <p:sp>
        <p:nvSpPr>
          <p:cNvPr id="159" name="LigandSeek2_vs_LigandSeek1_ellipse_5673">
            <a:extLst>
              <a:ext uri="{FF2B5EF4-FFF2-40B4-BE49-F238E27FC236}">
                <a16:creationId xmlns:a16="http://schemas.microsoft.com/office/drawing/2014/main" id="{B985AC05-8966-4BB8-A625-A9C0F845EB89}"/>
              </a:ext>
            </a:extLst>
          </p:cNvPr>
          <p:cNvSpPr>
            <a:spLocks noGrp="1"/>
          </p:cNvSpPr>
          <p:nvPr/>
        </p:nvSpPr>
        <p:spPr>
          <a:xfrm>
            <a:off x="700454" y="1166658"/>
            <a:ext cx="24757" cy="24757"/>
          </a:xfrm>
          <a:prstGeom prst="ellipse">
            <a:avLst/>
          </a:prstGeom>
          <a:solidFill>
            <a:srgbClr val="007C83">
              <a:alpha val="40000"/>
            </a:srgbClr>
          </a:solidFill>
          <a:ln w="0">
            <a:noFill/>
            <a:prstDash val="solid"/>
          </a:ln>
        </p:spPr>
      </p:sp>
      <p:sp>
        <p:nvSpPr>
          <p:cNvPr id="160" name="LigandSeek2_vs_LigandSeek1_ellipse_5674">
            <a:extLst>
              <a:ext uri="{FF2B5EF4-FFF2-40B4-BE49-F238E27FC236}">
                <a16:creationId xmlns:a16="http://schemas.microsoft.com/office/drawing/2014/main" id="{60F63B18-57B9-413B-B0FB-769D448DF0E4}"/>
              </a:ext>
            </a:extLst>
          </p:cNvPr>
          <p:cNvSpPr>
            <a:spLocks noGrp="1"/>
          </p:cNvSpPr>
          <p:nvPr/>
        </p:nvSpPr>
        <p:spPr>
          <a:xfrm>
            <a:off x="734573" y="1008047"/>
            <a:ext cx="24757" cy="24757"/>
          </a:xfrm>
          <a:prstGeom prst="ellipse">
            <a:avLst/>
          </a:prstGeom>
          <a:solidFill>
            <a:srgbClr val="007C83">
              <a:alpha val="40000"/>
            </a:srgbClr>
          </a:solidFill>
          <a:ln w="0">
            <a:noFill/>
            <a:prstDash val="solid"/>
          </a:ln>
        </p:spPr>
      </p:sp>
      <p:sp>
        <p:nvSpPr>
          <p:cNvPr id="161" name="LigandSeek2_vs_LigandSeek1_ellipse_5675">
            <a:extLst>
              <a:ext uri="{FF2B5EF4-FFF2-40B4-BE49-F238E27FC236}">
                <a16:creationId xmlns:a16="http://schemas.microsoft.com/office/drawing/2014/main" id="{C2EA4701-814E-42ED-B95B-BB6E34FD4C72}"/>
              </a:ext>
            </a:extLst>
          </p:cNvPr>
          <p:cNvSpPr>
            <a:spLocks noGrp="1"/>
          </p:cNvSpPr>
          <p:nvPr/>
        </p:nvSpPr>
        <p:spPr>
          <a:xfrm>
            <a:off x="720239" y="1288483"/>
            <a:ext cx="24757" cy="24757"/>
          </a:xfrm>
          <a:prstGeom prst="ellipse">
            <a:avLst/>
          </a:prstGeom>
          <a:solidFill>
            <a:srgbClr val="007C83">
              <a:alpha val="40000"/>
            </a:srgbClr>
          </a:solidFill>
          <a:ln w="0">
            <a:noFill/>
            <a:prstDash val="solid"/>
          </a:ln>
        </p:spPr>
      </p:sp>
      <p:sp>
        <p:nvSpPr>
          <p:cNvPr id="162" name="LigandSeek2_vs_LigandSeek1_ellipse_5676">
            <a:extLst>
              <a:ext uri="{FF2B5EF4-FFF2-40B4-BE49-F238E27FC236}">
                <a16:creationId xmlns:a16="http://schemas.microsoft.com/office/drawing/2014/main" id="{A5730A01-4670-482D-8229-A433AF9DCB68}"/>
              </a:ext>
            </a:extLst>
          </p:cNvPr>
          <p:cNvSpPr>
            <a:spLocks noGrp="1"/>
          </p:cNvSpPr>
          <p:nvPr/>
        </p:nvSpPr>
        <p:spPr>
          <a:xfrm>
            <a:off x="720817" y="1255759"/>
            <a:ext cx="24757" cy="24757"/>
          </a:xfrm>
          <a:prstGeom prst="ellipse">
            <a:avLst/>
          </a:prstGeom>
          <a:solidFill>
            <a:srgbClr val="007C83">
              <a:alpha val="40000"/>
            </a:srgbClr>
          </a:solidFill>
          <a:ln w="0">
            <a:noFill/>
            <a:prstDash val="solid"/>
          </a:ln>
        </p:spPr>
      </p:sp>
      <p:sp>
        <p:nvSpPr>
          <p:cNvPr id="163" name="LigandSeek2_vs_LigandSeek1_ellipse_5677">
            <a:extLst>
              <a:ext uri="{FF2B5EF4-FFF2-40B4-BE49-F238E27FC236}">
                <a16:creationId xmlns:a16="http://schemas.microsoft.com/office/drawing/2014/main" id="{842B89B4-FC3D-4F11-B762-4FA012D634F7}"/>
              </a:ext>
            </a:extLst>
          </p:cNvPr>
          <p:cNvSpPr>
            <a:spLocks noGrp="1"/>
          </p:cNvSpPr>
          <p:nvPr/>
        </p:nvSpPr>
        <p:spPr>
          <a:xfrm>
            <a:off x="715449" y="1041410"/>
            <a:ext cx="24757" cy="24757"/>
          </a:xfrm>
          <a:prstGeom prst="ellipse">
            <a:avLst/>
          </a:prstGeom>
          <a:solidFill>
            <a:srgbClr val="007C83">
              <a:alpha val="40000"/>
            </a:srgbClr>
          </a:solidFill>
          <a:ln w="0">
            <a:noFill/>
            <a:prstDash val="solid"/>
          </a:ln>
        </p:spPr>
      </p:sp>
      <p:sp>
        <p:nvSpPr>
          <p:cNvPr id="164" name="LigandSeek2_vs_LigandSeek1_ellipse_5678">
            <a:extLst>
              <a:ext uri="{FF2B5EF4-FFF2-40B4-BE49-F238E27FC236}">
                <a16:creationId xmlns:a16="http://schemas.microsoft.com/office/drawing/2014/main" id="{F07EEBDC-29D9-411F-9FEB-1453D9559538}"/>
              </a:ext>
            </a:extLst>
          </p:cNvPr>
          <p:cNvSpPr>
            <a:spLocks noGrp="1"/>
          </p:cNvSpPr>
          <p:nvPr/>
        </p:nvSpPr>
        <p:spPr>
          <a:xfrm>
            <a:off x="712558" y="1065925"/>
            <a:ext cx="24757" cy="24757"/>
          </a:xfrm>
          <a:prstGeom prst="ellipse">
            <a:avLst/>
          </a:prstGeom>
          <a:solidFill>
            <a:srgbClr val="007C83">
              <a:alpha val="40000"/>
            </a:srgbClr>
          </a:solidFill>
          <a:ln w="0">
            <a:noFill/>
            <a:prstDash val="solid"/>
          </a:ln>
        </p:spPr>
      </p:sp>
      <p:sp>
        <p:nvSpPr>
          <p:cNvPr id="165" name="LigandSeek2_vs_LigandSeek1_ellipse_5679">
            <a:extLst>
              <a:ext uri="{FF2B5EF4-FFF2-40B4-BE49-F238E27FC236}">
                <a16:creationId xmlns:a16="http://schemas.microsoft.com/office/drawing/2014/main" id="{72170DB8-39DD-4A84-9500-3585971C367D}"/>
              </a:ext>
            </a:extLst>
          </p:cNvPr>
          <p:cNvSpPr>
            <a:spLocks noGrp="1"/>
          </p:cNvSpPr>
          <p:nvPr/>
        </p:nvSpPr>
        <p:spPr>
          <a:xfrm>
            <a:off x="725644" y="1304302"/>
            <a:ext cx="24757" cy="24757"/>
          </a:xfrm>
          <a:prstGeom prst="ellipse">
            <a:avLst/>
          </a:prstGeom>
          <a:solidFill>
            <a:srgbClr val="007C83">
              <a:alpha val="40000"/>
            </a:srgbClr>
          </a:solidFill>
          <a:ln w="0">
            <a:noFill/>
            <a:prstDash val="solid"/>
          </a:ln>
        </p:spPr>
      </p:sp>
      <p:sp>
        <p:nvSpPr>
          <p:cNvPr id="166" name="LigandSeek2_vs_LigandSeek1_ellipse_5680">
            <a:extLst>
              <a:ext uri="{FF2B5EF4-FFF2-40B4-BE49-F238E27FC236}">
                <a16:creationId xmlns:a16="http://schemas.microsoft.com/office/drawing/2014/main" id="{D39584E8-F491-4BEE-822F-9F32025680B2}"/>
              </a:ext>
            </a:extLst>
          </p:cNvPr>
          <p:cNvSpPr>
            <a:spLocks noGrp="1"/>
          </p:cNvSpPr>
          <p:nvPr/>
        </p:nvSpPr>
        <p:spPr>
          <a:xfrm>
            <a:off x="727097" y="965272"/>
            <a:ext cx="24757" cy="24757"/>
          </a:xfrm>
          <a:prstGeom prst="ellipse">
            <a:avLst/>
          </a:prstGeom>
          <a:solidFill>
            <a:srgbClr val="007C83">
              <a:alpha val="40000"/>
            </a:srgbClr>
          </a:solidFill>
          <a:ln w="0">
            <a:noFill/>
            <a:prstDash val="solid"/>
          </a:ln>
        </p:spPr>
      </p:sp>
      <p:sp>
        <p:nvSpPr>
          <p:cNvPr id="167" name="LigandSeek2_vs_LigandSeek1_ellipse_5681">
            <a:extLst>
              <a:ext uri="{FF2B5EF4-FFF2-40B4-BE49-F238E27FC236}">
                <a16:creationId xmlns:a16="http://schemas.microsoft.com/office/drawing/2014/main" id="{A61DBCC4-EEE0-4A2F-9283-0F8B9C00BFE4}"/>
              </a:ext>
            </a:extLst>
          </p:cNvPr>
          <p:cNvSpPr>
            <a:spLocks noGrp="1"/>
          </p:cNvSpPr>
          <p:nvPr/>
        </p:nvSpPr>
        <p:spPr>
          <a:xfrm>
            <a:off x="650523" y="1209943"/>
            <a:ext cx="24757" cy="24757"/>
          </a:xfrm>
          <a:prstGeom prst="ellipse">
            <a:avLst/>
          </a:prstGeom>
          <a:solidFill>
            <a:srgbClr val="007C83">
              <a:alpha val="40000"/>
            </a:srgbClr>
          </a:solidFill>
          <a:ln w="0">
            <a:noFill/>
            <a:prstDash val="solid"/>
          </a:ln>
        </p:spPr>
      </p:sp>
      <p:sp>
        <p:nvSpPr>
          <p:cNvPr id="168" name="LigandSeek2_vs_LigandSeek1_ellipse_5682">
            <a:extLst>
              <a:ext uri="{FF2B5EF4-FFF2-40B4-BE49-F238E27FC236}">
                <a16:creationId xmlns:a16="http://schemas.microsoft.com/office/drawing/2014/main" id="{CDD771AA-65F3-4C57-988D-071365F90FC7}"/>
              </a:ext>
            </a:extLst>
          </p:cNvPr>
          <p:cNvSpPr>
            <a:spLocks noGrp="1"/>
          </p:cNvSpPr>
          <p:nvPr/>
        </p:nvSpPr>
        <p:spPr>
          <a:xfrm>
            <a:off x="667981" y="1106349"/>
            <a:ext cx="24757" cy="24757"/>
          </a:xfrm>
          <a:prstGeom prst="ellipse">
            <a:avLst/>
          </a:prstGeom>
          <a:solidFill>
            <a:srgbClr val="007C83">
              <a:alpha val="40000"/>
            </a:srgbClr>
          </a:solidFill>
          <a:ln w="0">
            <a:noFill/>
            <a:prstDash val="solid"/>
          </a:ln>
        </p:spPr>
      </p:sp>
      <p:sp>
        <p:nvSpPr>
          <p:cNvPr id="169" name="LigandSeek2_vs_LigandSeek1_ellipse_5683">
            <a:extLst>
              <a:ext uri="{FF2B5EF4-FFF2-40B4-BE49-F238E27FC236}">
                <a16:creationId xmlns:a16="http://schemas.microsoft.com/office/drawing/2014/main" id="{F7EBBBCC-33EC-458C-8730-4EBBC96A5CFC}"/>
              </a:ext>
            </a:extLst>
          </p:cNvPr>
          <p:cNvSpPr>
            <a:spLocks noGrp="1"/>
          </p:cNvSpPr>
          <p:nvPr/>
        </p:nvSpPr>
        <p:spPr>
          <a:xfrm>
            <a:off x="686917" y="1890368"/>
            <a:ext cx="24757" cy="24757"/>
          </a:xfrm>
          <a:prstGeom prst="ellipse">
            <a:avLst/>
          </a:prstGeom>
          <a:solidFill>
            <a:srgbClr val="007C83">
              <a:alpha val="40000"/>
            </a:srgbClr>
          </a:solidFill>
          <a:ln w="0">
            <a:noFill/>
            <a:prstDash val="solid"/>
          </a:ln>
        </p:spPr>
      </p:sp>
      <p:sp>
        <p:nvSpPr>
          <p:cNvPr id="170" name="LigandSeek2_vs_LigandSeek1_ellipse_5684">
            <a:extLst>
              <a:ext uri="{FF2B5EF4-FFF2-40B4-BE49-F238E27FC236}">
                <a16:creationId xmlns:a16="http://schemas.microsoft.com/office/drawing/2014/main" id="{D98FD8C0-6B8F-440D-8673-37614E9B3C95}"/>
              </a:ext>
            </a:extLst>
          </p:cNvPr>
          <p:cNvSpPr>
            <a:spLocks noGrp="1"/>
          </p:cNvSpPr>
          <p:nvPr/>
        </p:nvSpPr>
        <p:spPr>
          <a:xfrm>
            <a:off x="723365" y="1187531"/>
            <a:ext cx="24757" cy="24757"/>
          </a:xfrm>
          <a:prstGeom prst="ellipse">
            <a:avLst/>
          </a:prstGeom>
          <a:solidFill>
            <a:srgbClr val="007C83">
              <a:alpha val="40000"/>
            </a:srgbClr>
          </a:solidFill>
          <a:ln w="0">
            <a:noFill/>
            <a:prstDash val="solid"/>
          </a:ln>
        </p:spPr>
      </p:sp>
      <p:sp>
        <p:nvSpPr>
          <p:cNvPr id="171" name="LigandSeek2_vs_LigandSeek1_ellipse_5685">
            <a:extLst>
              <a:ext uri="{FF2B5EF4-FFF2-40B4-BE49-F238E27FC236}">
                <a16:creationId xmlns:a16="http://schemas.microsoft.com/office/drawing/2014/main" id="{3C6ACF97-5C65-489E-BF9B-161F070FE908}"/>
              </a:ext>
            </a:extLst>
          </p:cNvPr>
          <p:cNvSpPr>
            <a:spLocks noGrp="1"/>
          </p:cNvSpPr>
          <p:nvPr/>
        </p:nvSpPr>
        <p:spPr>
          <a:xfrm>
            <a:off x="660304" y="1049707"/>
            <a:ext cx="24757" cy="24757"/>
          </a:xfrm>
          <a:prstGeom prst="ellipse">
            <a:avLst/>
          </a:prstGeom>
          <a:solidFill>
            <a:srgbClr val="007C83">
              <a:alpha val="40000"/>
            </a:srgbClr>
          </a:solidFill>
          <a:ln w="0">
            <a:noFill/>
            <a:prstDash val="solid"/>
          </a:ln>
        </p:spPr>
      </p:sp>
      <p:sp>
        <p:nvSpPr>
          <p:cNvPr id="172" name="LigandSeek2_vs_LigandSeek1_ellipse_5686">
            <a:extLst>
              <a:ext uri="{FF2B5EF4-FFF2-40B4-BE49-F238E27FC236}">
                <a16:creationId xmlns:a16="http://schemas.microsoft.com/office/drawing/2014/main" id="{BC35235B-CB81-4F78-8A3B-2C554F1AA7E8}"/>
              </a:ext>
            </a:extLst>
          </p:cNvPr>
          <p:cNvSpPr>
            <a:spLocks noGrp="1"/>
          </p:cNvSpPr>
          <p:nvPr/>
        </p:nvSpPr>
        <p:spPr>
          <a:xfrm>
            <a:off x="694187" y="897277"/>
            <a:ext cx="24757" cy="24757"/>
          </a:xfrm>
          <a:prstGeom prst="ellipse">
            <a:avLst/>
          </a:prstGeom>
          <a:solidFill>
            <a:srgbClr val="007C83">
              <a:alpha val="40000"/>
            </a:srgbClr>
          </a:solidFill>
          <a:ln w="0">
            <a:noFill/>
            <a:prstDash val="solid"/>
          </a:ln>
        </p:spPr>
      </p:sp>
      <p:sp>
        <p:nvSpPr>
          <p:cNvPr id="173" name="LigandSeek2_vs_LigandSeek1_ellipse_5687">
            <a:extLst>
              <a:ext uri="{FF2B5EF4-FFF2-40B4-BE49-F238E27FC236}">
                <a16:creationId xmlns:a16="http://schemas.microsoft.com/office/drawing/2014/main" id="{DC1F783C-1510-4D81-9035-B5FEC6692252}"/>
              </a:ext>
            </a:extLst>
          </p:cNvPr>
          <p:cNvSpPr>
            <a:spLocks noGrp="1"/>
          </p:cNvSpPr>
          <p:nvPr/>
        </p:nvSpPr>
        <p:spPr>
          <a:xfrm>
            <a:off x="677802" y="1341353"/>
            <a:ext cx="24757" cy="24757"/>
          </a:xfrm>
          <a:prstGeom prst="ellipse">
            <a:avLst/>
          </a:prstGeom>
          <a:solidFill>
            <a:srgbClr val="007C83">
              <a:alpha val="40000"/>
            </a:srgbClr>
          </a:solidFill>
          <a:ln w="0">
            <a:noFill/>
            <a:prstDash val="solid"/>
          </a:ln>
        </p:spPr>
      </p:sp>
      <p:sp>
        <p:nvSpPr>
          <p:cNvPr id="174" name="LigandSeek2_vs_LigandSeek1_ellipse_5688">
            <a:extLst>
              <a:ext uri="{FF2B5EF4-FFF2-40B4-BE49-F238E27FC236}">
                <a16:creationId xmlns:a16="http://schemas.microsoft.com/office/drawing/2014/main" id="{65B530BE-1539-483C-8D35-456748EA8088}"/>
              </a:ext>
            </a:extLst>
          </p:cNvPr>
          <p:cNvSpPr>
            <a:spLocks noGrp="1"/>
          </p:cNvSpPr>
          <p:nvPr/>
        </p:nvSpPr>
        <p:spPr>
          <a:xfrm>
            <a:off x="669304" y="1890368"/>
            <a:ext cx="24757" cy="24757"/>
          </a:xfrm>
          <a:prstGeom prst="ellipse">
            <a:avLst/>
          </a:prstGeom>
          <a:solidFill>
            <a:srgbClr val="007C83">
              <a:alpha val="40000"/>
            </a:srgbClr>
          </a:solidFill>
          <a:ln w="0">
            <a:noFill/>
            <a:prstDash val="solid"/>
          </a:ln>
        </p:spPr>
      </p:sp>
      <p:sp>
        <p:nvSpPr>
          <p:cNvPr id="175" name="LigandSeek2_vs_LigandSeek1_ellipse_5689">
            <a:extLst>
              <a:ext uri="{FF2B5EF4-FFF2-40B4-BE49-F238E27FC236}">
                <a16:creationId xmlns:a16="http://schemas.microsoft.com/office/drawing/2014/main" id="{61FFBA28-0BDD-442A-B9CE-F6930C71397C}"/>
              </a:ext>
            </a:extLst>
          </p:cNvPr>
          <p:cNvSpPr>
            <a:spLocks noGrp="1"/>
          </p:cNvSpPr>
          <p:nvPr/>
        </p:nvSpPr>
        <p:spPr>
          <a:xfrm>
            <a:off x="661641" y="1808084"/>
            <a:ext cx="24757" cy="24757"/>
          </a:xfrm>
          <a:prstGeom prst="ellipse">
            <a:avLst/>
          </a:prstGeom>
          <a:solidFill>
            <a:srgbClr val="007C83">
              <a:alpha val="40000"/>
            </a:srgbClr>
          </a:solidFill>
          <a:ln w="0">
            <a:noFill/>
            <a:prstDash val="solid"/>
          </a:ln>
        </p:spPr>
      </p:sp>
      <p:sp>
        <p:nvSpPr>
          <p:cNvPr id="176" name="LigandSeek2_vs_LigandSeek1_ellipse_5690">
            <a:extLst>
              <a:ext uri="{FF2B5EF4-FFF2-40B4-BE49-F238E27FC236}">
                <a16:creationId xmlns:a16="http://schemas.microsoft.com/office/drawing/2014/main" id="{D91563E5-DC1C-40DF-879B-5C11DB4EF986}"/>
              </a:ext>
            </a:extLst>
          </p:cNvPr>
          <p:cNvSpPr>
            <a:spLocks noGrp="1"/>
          </p:cNvSpPr>
          <p:nvPr/>
        </p:nvSpPr>
        <p:spPr>
          <a:xfrm>
            <a:off x="686686" y="1337021"/>
            <a:ext cx="24757" cy="24757"/>
          </a:xfrm>
          <a:prstGeom prst="ellipse">
            <a:avLst/>
          </a:prstGeom>
          <a:solidFill>
            <a:srgbClr val="007C83">
              <a:alpha val="40000"/>
            </a:srgbClr>
          </a:solidFill>
          <a:ln w="0">
            <a:noFill/>
            <a:prstDash val="solid"/>
          </a:ln>
        </p:spPr>
      </p:sp>
      <p:sp>
        <p:nvSpPr>
          <p:cNvPr id="177" name="LigandSeek2_vs_LigandSeek1_ellipse_5691">
            <a:extLst>
              <a:ext uri="{FF2B5EF4-FFF2-40B4-BE49-F238E27FC236}">
                <a16:creationId xmlns:a16="http://schemas.microsoft.com/office/drawing/2014/main" id="{B01BF81B-5ABD-46C3-8FF1-0BBEFB9F49F6}"/>
              </a:ext>
            </a:extLst>
          </p:cNvPr>
          <p:cNvSpPr>
            <a:spLocks noGrp="1"/>
          </p:cNvSpPr>
          <p:nvPr/>
        </p:nvSpPr>
        <p:spPr>
          <a:xfrm>
            <a:off x="688884" y="1193308"/>
            <a:ext cx="24757" cy="24757"/>
          </a:xfrm>
          <a:prstGeom prst="ellipse">
            <a:avLst/>
          </a:prstGeom>
          <a:solidFill>
            <a:srgbClr val="007C83">
              <a:alpha val="40000"/>
            </a:srgbClr>
          </a:solidFill>
          <a:ln w="0">
            <a:noFill/>
            <a:prstDash val="solid"/>
          </a:ln>
        </p:spPr>
      </p:sp>
      <p:sp>
        <p:nvSpPr>
          <p:cNvPr id="178" name="LigandSeek2_vs_LigandSeek1_ellipse_5692">
            <a:extLst>
              <a:ext uri="{FF2B5EF4-FFF2-40B4-BE49-F238E27FC236}">
                <a16:creationId xmlns:a16="http://schemas.microsoft.com/office/drawing/2014/main" id="{D711E1E2-8737-46E4-AE5F-20FD624F4B85}"/>
              </a:ext>
            </a:extLst>
          </p:cNvPr>
          <p:cNvSpPr>
            <a:spLocks noGrp="1"/>
          </p:cNvSpPr>
          <p:nvPr/>
        </p:nvSpPr>
        <p:spPr>
          <a:xfrm>
            <a:off x="690671" y="1763196"/>
            <a:ext cx="24757" cy="24757"/>
          </a:xfrm>
          <a:prstGeom prst="ellipse">
            <a:avLst/>
          </a:prstGeom>
          <a:solidFill>
            <a:srgbClr val="007C83">
              <a:alpha val="40000"/>
            </a:srgbClr>
          </a:solidFill>
          <a:ln w="0">
            <a:noFill/>
            <a:prstDash val="solid"/>
          </a:ln>
        </p:spPr>
      </p:sp>
      <p:sp>
        <p:nvSpPr>
          <p:cNvPr id="179" name="LigandSeek2_vs_LigandSeek1_ellipse_5693">
            <a:extLst>
              <a:ext uri="{FF2B5EF4-FFF2-40B4-BE49-F238E27FC236}">
                <a16:creationId xmlns:a16="http://schemas.microsoft.com/office/drawing/2014/main" id="{DEBD87F3-381E-4875-A466-82A6955A114A}"/>
              </a:ext>
            </a:extLst>
          </p:cNvPr>
          <p:cNvSpPr>
            <a:spLocks noGrp="1"/>
          </p:cNvSpPr>
          <p:nvPr/>
        </p:nvSpPr>
        <p:spPr>
          <a:xfrm>
            <a:off x="669623" y="1159264"/>
            <a:ext cx="24757" cy="24757"/>
          </a:xfrm>
          <a:prstGeom prst="ellipse">
            <a:avLst/>
          </a:prstGeom>
          <a:solidFill>
            <a:srgbClr val="007C83">
              <a:alpha val="40000"/>
            </a:srgbClr>
          </a:solidFill>
          <a:ln w="0">
            <a:noFill/>
            <a:prstDash val="solid"/>
          </a:ln>
        </p:spPr>
      </p:sp>
      <p:sp>
        <p:nvSpPr>
          <p:cNvPr id="180" name="LigandSeek2_vs_LigandSeek1_ellipse_5694">
            <a:extLst>
              <a:ext uri="{FF2B5EF4-FFF2-40B4-BE49-F238E27FC236}">
                <a16:creationId xmlns:a16="http://schemas.microsoft.com/office/drawing/2014/main" id="{BD5BBD62-CE50-415C-8748-14F0742D0A15}"/>
              </a:ext>
            </a:extLst>
          </p:cNvPr>
          <p:cNvSpPr>
            <a:spLocks noGrp="1"/>
          </p:cNvSpPr>
          <p:nvPr/>
        </p:nvSpPr>
        <p:spPr>
          <a:xfrm>
            <a:off x="713925" y="1079754"/>
            <a:ext cx="24757" cy="24757"/>
          </a:xfrm>
          <a:prstGeom prst="ellipse">
            <a:avLst/>
          </a:prstGeom>
          <a:solidFill>
            <a:srgbClr val="007C83">
              <a:alpha val="40000"/>
            </a:srgbClr>
          </a:solidFill>
          <a:ln w="0">
            <a:noFill/>
            <a:prstDash val="solid"/>
          </a:ln>
        </p:spPr>
      </p:sp>
      <p:sp>
        <p:nvSpPr>
          <p:cNvPr id="181" name="LigandSeek2_vs_LigandSeek1_ellipse_5695">
            <a:extLst>
              <a:ext uri="{FF2B5EF4-FFF2-40B4-BE49-F238E27FC236}">
                <a16:creationId xmlns:a16="http://schemas.microsoft.com/office/drawing/2014/main" id="{6EA15BC5-6DEB-45BA-9C3E-871C8B3EB34F}"/>
              </a:ext>
            </a:extLst>
          </p:cNvPr>
          <p:cNvSpPr>
            <a:spLocks noGrp="1"/>
          </p:cNvSpPr>
          <p:nvPr/>
        </p:nvSpPr>
        <p:spPr>
          <a:xfrm>
            <a:off x="678511" y="961421"/>
            <a:ext cx="24757" cy="24757"/>
          </a:xfrm>
          <a:prstGeom prst="ellipse">
            <a:avLst/>
          </a:prstGeom>
          <a:solidFill>
            <a:srgbClr val="007C83">
              <a:alpha val="40000"/>
            </a:srgbClr>
          </a:solidFill>
          <a:ln w="0">
            <a:noFill/>
            <a:prstDash val="solid"/>
          </a:ln>
        </p:spPr>
      </p:sp>
      <p:sp>
        <p:nvSpPr>
          <p:cNvPr id="182" name="LigandSeek2_vs_LigandSeek1_ellipse_5696">
            <a:extLst>
              <a:ext uri="{FF2B5EF4-FFF2-40B4-BE49-F238E27FC236}">
                <a16:creationId xmlns:a16="http://schemas.microsoft.com/office/drawing/2014/main" id="{40F6A5A5-680C-4F73-A446-E8BF13389ECF}"/>
              </a:ext>
            </a:extLst>
          </p:cNvPr>
          <p:cNvSpPr>
            <a:spLocks noGrp="1"/>
          </p:cNvSpPr>
          <p:nvPr/>
        </p:nvSpPr>
        <p:spPr>
          <a:xfrm>
            <a:off x="681502" y="1042292"/>
            <a:ext cx="24757" cy="24757"/>
          </a:xfrm>
          <a:prstGeom prst="ellipse">
            <a:avLst/>
          </a:prstGeom>
          <a:solidFill>
            <a:srgbClr val="007C83">
              <a:alpha val="40000"/>
            </a:srgbClr>
          </a:solidFill>
          <a:ln w="0">
            <a:noFill/>
            <a:prstDash val="solid"/>
          </a:ln>
        </p:spPr>
      </p:sp>
      <p:sp>
        <p:nvSpPr>
          <p:cNvPr id="183" name="LigandSeek2_vs_LigandSeek1_ellipse_5697">
            <a:extLst>
              <a:ext uri="{FF2B5EF4-FFF2-40B4-BE49-F238E27FC236}">
                <a16:creationId xmlns:a16="http://schemas.microsoft.com/office/drawing/2014/main" id="{D5C5C847-C931-47DD-8900-8F08A65B85AF}"/>
              </a:ext>
            </a:extLst>
          </p:cNvPr>
          <p:cNvSpPr>
            <a:spLocks noGrp="1"/>
          </p:cNvSpPr>
          <p:nvPr/>
        </p:nvSpPr>
        <p:spPr>
          <a:xfrm>
            <a:off x="652395" y="1583473"/>
            <a:ext cx="24757" cy="24757"/>
          </a:xfrm>
          <a:prstGeom prst="ellipse">
            <a:avLst/>
          </a:prstGeom>
          <a:solidFill>
            <a:srgbClr val="007C83">
              <a:alpha val="40000"/>
            </a:srgbClr>
          </a:solidFill>
          <a:ln w="0">
            <a:noFill/>
            <a:prstDash val="solid"/>
          </a:ln>
        </p:spPr>
      </p:sp>
      <p:sp>
        <p:nvSpPr>
          <p:cNvPr id="184" name="LigandSeek2_vs_LigandSeek1_ellipse_5698">
            <a:extLst>
              <a:ext uri="{FF2B5EF4-FFF2-40B4-BE49-F238E27FC236}">
                <a16:creationId xmlns:a16="http://schemas.microsoft.com/office/drawing/2014/main" id="{9FB4F537-1E44-42C2-939A-C113306B10DE}"/>
              </a:ext>
            </a:extLst>
          </p:cNvPr>
          <p:cNvSpPr>
            <a:spLocks noGrp="1"/>
          </p:cNvSpPr>
          <p:nvPr/>
        </p:nvSpPr>
        <p:spPr>
          <a:xfrm>
            <a:off x="696291" y="1255897"/>
            <a:ext cx="24757" cy="24757"/>
          </a:xfrm>
          <a:prstGeom prst="ellipse">
            <a:avLst/>
          </a:prstGeom>
          <a:solidFill>
            <a:srgbClr val="007C83">
              <a:alpha val="40000"/>
            </a:srgbClr>
          </a:solidFill>
          <a:ln w="0">
            <a:noFill/>
            <a:prstDash val="solid"/>
          </a:ln>
        </p:spPr>
      </p:sp>
      <p:sp>
        <p:nvSpPr>
          <p:cNvPr id="185" name="LigandSeek2_vs_LigandSeek1_ellipse_5699">
            <a:extLst>
              <a:ext uri="{FF2B5EF4-FFF2-40B4-BE49-F238E27FC236}">
                <a16:creationId xmlns:a16="http://schemas.microsoft.com/office/drawing/2014/main" id="{31FBD058-39EE-40A7-A43A-5F0534D7EB08}"/>
              </a:ext>
            </a:extLst>
          </p:cNvPr>
          <p:cNvSpPr>
            <a:spLocks noGrp="1"/>
          </p:cNvSpPr>
          <p:nvPr/>
        </p:nvSpPr>
        <p:spPr>
          <a:xfrm>
            <a:off x="725099" y="1676881"/>
            <a:ext cx="24757" cy="24757"/>
          </a:xfrm>
          <a:prstGeom prst="ellipse">
            <a:avLst/>
          </a:prstGeom>
          <a:solidFill>
            <a:srgbClr val="007C83">
              <a:alpha val="40000"/>
            </a:srgbClr>
          </a:solidFill>
          <a:ln w="0">
            <a:noFill/>
            <a:prstDash val="solid"/>
          </a:ln>
        </p:spPr>
      </p:sp>
      <p:sp>
        <p:nvSpPr>
          <p:cNvPr id="186" name="LigandSeek2_vs_LigandSeek1_ellipse_5700">
            <a:extLst>
              <a:ext uri="{FF2B5EF4-FFF2-40B4-BE49-F238E27FC236}">
                <a16:creationId xmlns:a16="http://schemas.microsoft.com/office/drawing/2014/main" id="{72C0370F-530B-4961-9459-2020BB390619}"/>
              </a:ext>
            </a:extLst>
          </p:cNvPr>
          <p:cNvSpPr>
            <a:spLocks noGrp="1"/>
          </p:cNvSpPr>
          <p:nvPr/>
        </p:nvSpPr>
        <p:spPr>
          <a:xfrm>
            <a:off x="660761" y="1466236"/>
            <a:ext cx="24757" cy="24757"/>
          </a:xfrm>
          <a:prstGeom prst="ellipse">
            <a:avLst/>
          </a:prstGeom>
          <a:solidFill>
            <a:srgbClr val="007C83">
              <a:alpha val="40000"/>
            </a:srgbClr>
          </a:solidFill>
          <a:ln w="0">
            <a:noFill/>
            <a:prstDash val="solid"/>
          </a:ln>
        </p:spPr>
      </p:sp>
      <p:sp>
        <p:nvSpPr>
          <p:cNvPr id="187" name="LigandSeek2_vs_LigandSeek1_ellipse_5701">
            <a:extLst>
              <a:ext uri="{FF2B5EF4-FFF2-40B4-BE49-F238E27FC236}">
                <a16:creationId xmlns:a16="http://schemas.microsoft.com/office/drawing/2014/main" id="{B67F92FF-F615-4F1E-8A20-A6E9560C2B2E}"/>
              </a:ext>
            </a:extLst>
          </p:cNvPr>
          <p:cNvSpPr>
            <a:spLocks noGrp="1"/>
          </p:cNvSpPr>
          <p:nvPr/>
        </p:nvSpPr>
        <p:spPr>
          <a:xfrm>
            <a:off x="681508" y="1202660"/>
            <a:ext cx="24757" cy="24757"/>
          </a:xfrm>
          <a:prstGeom prst="ellipse">
            <a:avLst/>
          </a:prstGeom>
          <a:solidFill>
            <a:srgbClr val="007C83">
              <a:alpha val="40000"/>
            </a:srgbClr>
          </a:solidFill>
          <a:ln w="0">
            <a:noFill/>
            <a:prstDash val="solid"/>
          </a:ln>
        </p:spPr>
      </p:sp>
      <p:sp>
        <p:nvSpPr>
          <p:cNvPr id="188" name="LigandSeek2_vs_LigandSeek1_ellipse_5702">
            <a:extLst>
              <a:ext uri="{FF2B5EF4-FFF2-40B4-BE49-F238E27FC236}">
                <a16:creationId xmlns:a16="http://schemas.microsoft.com/office/drawing/2014/main" id="{C7B44DCF-3C53-4A73-B88D-4AC9F61742C1}"/>
              </a:ext>
            </a:extLst>
          </p:cNvPr>
          <p:cNvSpPr>
            <a:spLocks noGrp="1"/>
          </p:cNvSpPr>
          <p:nvPr/>
        </p:nvSpPr>
        <p:spPr>
          <a:xfrm>
            <a:off x="708162" y="1021303"/>
            <a:ext cx="24757" cy="24757"/>
          </a:xfrm>
          <a:prstGeom prst="ellipse">
            <a:avLst/>
          </a:prstGeom>
          <a:solidFill>
            <a:srgbClr val="007C83">
              <a:alpha val="40000"/>
            </a:srgbClr>
          </a:solidFill>
          <a:ln w="0">
            <a:noFill/>
            <a:prstDash val="solid"/>
          </a:ln>
        </p:spPr>
      </p:sp>
      <p:sp>
        <p:nvSpPr>
          <p:cNvPr id="189" name="LigandSeek2_vs_LigandSeek1_ellipse_5703">
            <a:extLst>
              <a:ext uri="{FF2B5EF4-FFF2-40B4-BE49-F238E27FC236}">
                <a16:creationId xmlns:a16="http://schemas.microsoft.com/office/drawing/2014/main" id="{E834C344-802C-439C-B71F-C347A443FDC2}"/>
              </a:ext>
            </a:extLst>
          </p:cNvPr>
          <p:cNvSpPr>
            <a:spLocks noGrp="1"/>
          </p:cNvSpPr>
          <p:nvPr/>
        </p:nvSpPr>
        <p:spPr>
          <a:xfrm>
            <a:off x="672645" y="1372105"/>
            <a:ext cx="24757" cy="24757"/>
          </a:xfrm>
          <a:prstGeom prst="ellipse">
            <a:avLst/>
          </a:prstGeom>
          <a:solidFill>
            <a:srgbClr val="007C83">
              <a:alpha val="40000"/>
            </a:srgbClr>
          </a:solidFill>
          <a:ln w="0">
            <a:noFill/>
            <a:prstDash val="solid"/>
          </a:ln>
        </p:spPr>
      </p:sp>
      <p:sp>
        <p:nvSpPr>
          <p:cNvPr id="190" name="LigandSeek2_vs_LigandSeek1_ellipse_5704">
            <a:extLst>
              <a:ext uri="{FF2B5EF4-FFF2-40B4-BE49-F238E27FC236}">
                <a16:creationId xmlns:a16="http://schemas.microsoft.com/office/drawing/2014/main" id="{120D6617-6DC2-4A6D-A37D-A95DF408417D}"/>
              </a:ext>
            </a:extLst>
          </p:cNvPr>
          <p:cNvSpPr>
            <a:spLocks noGrp="1"/>
          </p:cNvSpPr>
          <p:nvPr/>
        </p:nvSpPr>
        <p:spPr>
          <a:xfrm>
            <a:off x="704335" y="1082002"/>
            <a:ext cx="24757" cy="24757"/>
          </a:xfrm>
          <a:prstGeom prst="ellipse">
            <a:avLst/>
          </a:prstGeom>
          <a:solidFill>
            <a:srgbClr val="007C83">
              <a:alpha val="40000"/>
            </a:srgbClr>
          </a:solidFill>
          <a:ln w="0">
            <a:noFill/>
            <a:prstDash val="solid"/>
          </a:ln>
        </p:spPr>
      </p:sp>
      <p:sp>
        <p:nvSpPr>
          <p:cNvPr id="191" name="LigandSeek2_vs_LigandSeek1_ellipse_5705">
            <a:extLst>
              <a:ext uri="{FF2B5EF4-FFF2-40B4-BE49-F238E27FC236}">
                <a16:creationId xmlns:a16="http://schemas.microsoft.com/office/drawing/2014/main" id="{CFF1F00F-22D0-4444-A9A4-3D2B3FA17046}"/>
              </a:ext>
            </a:extLst>
          </p:cNvPr>
          <p:cNvSpPr>
            <a:spLocks noGrp="1"/>
          </p:cNvSpPr>
          <p:nvPr/>
        </p:nvSpPr>
        <p:spPr>
          <a:xfrm>
            <a:off x="719073" y="1741503"/>
            <a:ext cx="24757" cy="24757"/>
          </a:xfrm>
          <a:prstGeom prst="ellipse">
            <a:avLst/>
          </a:prstGeom>
          <a:solidFill>
            <a:srgbClr val="007C83">
              <a:alpha val="40000"/>
            </a:srgbClr>
          </a:solidFill>
          <a:ln w="0">
            <a:noFill/>
            <a:prstDash val="solid"/>
          </a:ln>
        </p:spPr>
      </p:sp>
      <p:sp>
        <p:nvSpPr>
          <p:cNvPr id="192" name="LigandSeek2_vs_LigandSeek1_ellipse_5706">
            <a:extLst>
              <a:ext uri="{FF2B5EF4-FFF2-40B4-BE49-F238E27FC236}">
                <a16:creationId xmlns:a16="http://schemas.microsoft.com/office/drawing/2014/main" id="{917F2D57-9CFC-47DA-9633-68B714A7C991}"/>
              </a:ext>
            </a:extLst>
          </p:cNvPr>
          <p:cNvSpPr>
            <a:spLocks noGrp="1"/>
          </p:cNvSpPr>
          <p:nvPr/>
        </p:nvSpPr>
        <p:spPr>
          <a:xfrm>
            <a:off x="691160" y="1029990"/>
            <a:ext cx="24757" cy="24757"/>
          </a:xfrm>
          <a:prstGeom prst="ellipse">
            <a:avLst/>
          </a:prstGeom>
          <a:solidFill>
            <a:srgbClr val="007C83">
              <a:alpha val="40000"/>
            </a:srgbClr>
          </a:solidFill>
          <a:ln w="0">
            <a:noFill/>
            <a:prstDash val="solid"/>
          </a:ln>
        </p:spPr>
      </p:sp>
      <p:sp>
        <p:nvSpPr>
          <p:cNvPr id="193" name="LigandSeek2_vs_LigandSeek1_ellipse_5707">
            <a:extLst>
              <a:ext uri="{FF2B5EF4-FFF2-40B4-BE49-F238E27FC236}">
                <a16:creationId xmlns:a16="http://schemas.microsoft.com/office/drawing/2014/main" id="{F33AE809-36D6-4B2B-B9E5-61079EE473A7}"/>
              </a:ext>
            </a:extLst>
          </p:cNvPr>
          <p:cNvSpPr>
            <a:spLocks noGrp="1"/>
          </p:cNvSpPr>
          <p:nvPr/>
        </p:nvSpPr>
        <p:spPr>
          <a:xfrm>
            <a:off x="657366" y="1256183"/>
            <a:ext cx="24757" cy="24757"/>
          </a:xfrm>
          <a:prstGeom prst="ellipse">
            <a:avLst/>
          </a:prstGeom>
          <a:solidFill>
            <a:srgbClr val="007C83">
              <a:alpha val="40000"/>
            </a:srgbClr>
          </a:solidFill>
          <a:ln w="0">
            <a:noFill/>
            <a:prstDash val="solid"/>
          </a:ln>
        </p:spPr>
      </p:sp>
      <p:sp>
        <p:nvSpPr>
          <p:cNvPr id="194" name="LigandSeek2_vs_LigandSeek1_ellipse_5708">
            <a:extLst>
              <a:ext uri="{FF2B5EF4-FFF2-40B4-BE49-F238E27FC236}">
                <a16:creationId xmlns:a16="http://schemas.microsoft.com/office/drawing/2014/main" id="{87192FE5-17EC-45F2-B17B-BA5277CC2150}"/>
              </a:ext>
            </a:extLst>
          </p:cNvPr>
          <p:cNvSpPr>
            <a:spLocks noGrp="1"/>
          </p:cNvSpPr>
          <p:nvPr/>
        </p:nvSpPr>
        <p:spPr>
          <a:xfrm>
            <a:off x="722197" y="1030061"/>
            <a:ext cx="24757" cy="24757"/>
          </a:xfrm>
          <a:prstGeom prst="ellipse">
            <a:avLst/>
          </a:prstGeom>
          <a:solidFill>
            <a:srgbClr val="007C83">
              <a:alpha val="40000"/>
            </a:srgbClr>
          </a:solidFill>
          <a:ln w="0">
            <a:noFill/>
            <a:prstDash val="solid"/>
          </a:ln>
        </p:spPr>
      </p:sp>
      <p:sp>
        <p:nvSpPr>
          <p:cNvPr id="195" name="LigandSeek2_vs_LigandSeek1_ellipse_5709">
            <a:extLst>
              <a:ext uri="{FF2B5EF4-FFF2-40B4-BE49-F238E27FC236}">
                <a16:creationId xmlns:a16="http://schemas.microsoft.com/office/drawing/2014/main" id="{CBB48DC1-34C9-41B3-B4C0-A487DFE9B936}"/>
              </a:ext>
            </a:extLst>
          </p:cNvPr>
          <p:cNvSpPr>
            <a:spLocks noGrp="1"/>
          </p:cNvSpPr>
          <p:nvPr/>
        </p:nvSpPr>
        <p:spPr>
          <a:xfrm>
            <a:off x="726256" y="1263856"/>
            <a:ext cx="24757" cy="24757"/>
          </a:xfrm>
          <a:prstGeom prst="ellipse">
            <a:avLst/>
          </a:prstGeom>
          <a:solidFill>
            <a:srgbClr val="007C83">
              <a:alpha val="40000"/>
            </a:srgbClr>
          </a:solidFill>
          <a:ln w="0">
            <a:noFill/>
            <a:prstDash val="solid"/>
          </a:ln>
        </p:spPr>
      </p:sp>
      <p:sp>
        <p:nvSpPr>
          <p:cNvPr id="196" name="LigandSeek2_vs_LigandSeek1_ellipse_5710">
            <a:extLst>
              <a:ext uri="{FF2B5EF4-FFF2-40B4-BE49-F238E27FC236}">
                <a16:creationId xmlns:a16="http://schemas.microsoft.com/office/drawing/2014/main" id="{D538F9C8-B6F9-46C9-A2BF-9E4CA8FB069B}"/>
              </a:ext>
            </a:extLst>
          </p:cNvPr>
          <p:cNvSpPr>
            <a:spLocks noGrp="1"/>
          </p:cNvSpPr>
          <p:nvPr/>
        </p:nvSpPr>
        <p:spPr>
          <a:xfrm>
            <a:off x="698773" y="1177455"/>
            <a:ext cx="24757" cy="24757"/>
          </a:xfrm>
          <a:prstGeom prst="ellipse">
            <a:avLst/>
          </a:prstGeom>
          <a:solidFill>
            <a:srgbClr val="007C83">
              <a:alpha val="40000"/>
            </a:srgbClr>
          </a:solidFill>
          <a:ln w="0">
            <a:noFill/>
            <a:prstDash val="solid"/>
          </a:ln>
        </p:spPr>
      </p:sp>
      <p:sp>
        <p:nvSpPr>
          <p:cNvPr id="197" name="LigandSeek2_vs_LigandSeek1_ellipse_5711">
            <a:extLst>
              <a:ext uri="{FF2B5EF4-FFF2-40B4-BE49-F238E27FC236}">
                <a16:creationId xmlns:a16="http://schemas.microsoft.com/office/drawing/2014/main" id="{9A0ECFC6-C603-45FE-8230-F980BA0487DA}"/>
              </a:ext>
            </a:extLst>
          </p:cNvPr>
          <p:cNvSpPr>
            <a:spLocks noGrp="1"/>
          </p:cNvSpPr>
          <p:nvPr/>
        </p:nvSpPr>
        <p:spPr>
          <a:xfrm>
            <a:off x="710960" y="1407104"/>
            <a:ext cx="24757" cy="24757"/>
          </a:xfrm>
          <a:prstGeom prst="ellipse">
            <a:avLst/>
          </a:prstGeom>
          <a:solidFill>
            <a:srgbClr val="007C83">
              <a:alpha val="40000"/>
            </a:srgbClr>
          </a:solidFill>
          <a:ln w="0">
            <a:noFill/>
            <a:prstDash val="solid"/>
          </a:ln>
        </p:spPr>
      </p:sp>
      <p:sp>
        <p:nvSpPr>
          <p:cNvPr id="198" name="LigandSeek2_vs_LigandSeek1_ellipse_5712">
            <a:extLst>
              <a:ext uri="{FF2B5EF4-FFF2-40B4-BE49-F238E27FC236}">
                <a16:creationId xmlns:a16="http://schemas.microsoft.com/office/drawing/2014/main" id="{160870B4-9486-4293-8198-0DE109EFEC39}"/>
              </a:ext>
            </a:extLst>
          </p:cNvPr>
          <p:cNvSpPr>
            <a:spLocks noGrp="1"/>
          </p:cNvSpPr>
          <p:nvPr/>
        </p:nvSpPr>
        <p:spPr>
          <a:xfrm>
            <a:off x="666485" y="1371105"/>
            <a:ext cx="24757" cy="24757"/>
          </a:xfrm>
          <a:prstGeom prst="ellipse">
            <a:avLst/>
          </a:prstGeom>
          <a:solidFill>
            <a:srgbClr val="007C83">
              <a:alpha val="40000"/>
            </a:srgbClr>
          </a:solidFill>
          <a:ln w="0">
            <a:noFill/>
            <a:prstDash val="solid"/>
          </a:ln>
        </p:spPr>
      </p:sp>
      <p:sp>
        <p:nvSpPr>
          <p:cNvPr id="199" name="LigandSeek2_vs_LigandSeek1_ellipse_5713">
            <a:extLst>
              <a:ext uri="{FF2B5EF4-FFF2-40B4-BE49-F238E27FC236}">
                <a16:creationId xmlns:a16="http://schemas.microsoft.com/office/drawing/2014/main" id="{2B6F42E3-D616-472A-8031-555CF7244A47}"/>
              </a:ext>
            </a:extLst>
          </p:cNvPr>
          <p:cNvSpPr>
            <a:spLocks noGrp="1"/>
          </p:cNvSpPr>
          <p:nvPr/>
        </p:nvSpPr>
        <p:spPr>
          <a:xfrm>
            <a:off x="680636" y="1327905"/>
            <a:ext cx="24757" cy="24757"/>
          </a:xfrm>
          <a:prstGeom prst="ellipse">
            <a:avLst/>
          </a:prstGeom>
          <a:solidFill>
            <a:srgbClr val="007C83">
              <a:alpha val="40000"/>
            </a:srgbClr>
          </a:solidFill>
          <a:ln w="0">
            <a:noFill/>
            <a:prstDash val="solid"/>
          </a:ln>
        </p:spPr>
      </p:sp>
      <p:sp>
        <p:nvSpPr>
          <p:cNvPr id="200" name="LigandSeek2_vs_LigandSeek1_ellipse_5714">
            <a:extLst>
              <a:ext uri="{FF2B5EF4-FFF2-40B4-BE49-F238E27FC236}">
                <a16:creationId xmlns:a16="http://schemas.microsoft.com/office/drawing/2014/main" id="{49D55CBC-E46A-4B17-9399-18B52D6F60E6}"/>
              </a:ext>
            </a:extLst>
          </p:cNvPr>
          <p:cNvSpPr>
            <a:spLocks noGrp="1"/>
          </p:cNvSpPr>
          <p:nvPr/>
        </p:nvSpPr>
        <p:spPr>
          <a:xfrm>
            <a:off x="734606" y="1169040"/>
            <a:ext cx="24757" cy="24757"/>
          </a:xfrm>
          <a:prstGeom prst="ellipse">
            <a:avLst/>
          </a:prstGeom>
          <a:solidFill>
            <a:srgbClr val="007C83">
              <a:alpha val="40000"/>
            </a:srgbClr>
          </a:solidFill>
          <a:ln w="0">
            <a:noFill/>
            <a:prstDash val="solid"/>
          </a:ln>
        </p:spPr>
      </p:sp>
      <p:sp>
        <p:nvSpPr>
          <p:cNvPr id="201" name="LigandSeek2_vs_LigandSeek1_ellipse_5715">
            <a:extLst>
              <a:ext uri="{FF2B5EF4-FFF2-40B4-BE49-F238E27FC236}">
                <a16:creationId xmlns:a16="http://schemas.microsoft.com/office/drawing/2014/main" id="{CF843B65-F4FF-414E-89AE-1F6E1998033E}"/>
              </a:ext>
            </a:extLst>
          </p:cNvPr>
          <p:cNvSpPr>
            <a:spLocks noGrp="1"/>
          </p:cNvSpPr>
          <p:nvPr/>
        </p:nvSpPr>
        <p:spPr>
          <a:xfrm>
            <a:off x="708557" y="1021069"/>
            <a:ext cx="24757" cy="24757"/>
          </a:xfrm>
          <a:prstGeom prst="ellipse">
            <a:avLst/>
          </a:prstGeom>
          <a:solidFill>
            <a:srgbClr val="007C83">
              <a:alpha val="40000"/>
            </a:srgbClr>
          </a:solidFill>
          <a:ln w="0">
            <a:noFill/>
            <a:prstDash val="solid"/>
          </a:ln>
        </p:spPr>
      </p:sp>
      <p:sp>
        <p:nvSpPr>
          <p:cNvPr id="202" name="LigandSeek2_vs_LigandSeek1_ellipse_5716">
            <a:extLst>
              <a:ext uri="{FF2B5EF4-FFF2-40B4-BE49-F238E27FC236}">
                <a16:creationId xmlns:a16="http://schemas.microsoft.com/office/drawing/2014/main" id="{AA4E28B3-ED68-409E-B2CC-D795297D3CD7}"/>
              </a:ext>
            </a:extLst>
          </p:cNvPr>
          <p:cNvSpPr>
            <a:spLocks noGrp="1"/>
          </p:cNvSpPr>
          <p:nvPr/>
        </p:nvSpPr>
        <p:spPr>
          <a:xfrm>
            <a:off x="714210" y="1776606"/>
            <a:ext cx="24757" cy="24757"/>
          </a:xfrm>
          <a:prstGeom prst="ellipse">
            <a:avLst/>
          </a:prstGeom>
          <a:solidFill>
            <a:srgbClr val="007C83">
              <a:alpha val="40000"/>
            </a:srgbClr>
          </a:solidFill>
          <a:ln w="0">
            <a:noFill/>
            <a:prstDash val="solid"/>
          </a:ln>
        </p:spPr>
      </p:sp>
      <p:sp>
        <p:nvSpPr>
          <p:cNvPr id="203" name="LigandSeek2_vs_LigandSeek1_ellipse_5717">
            <a:extLst>
              <a:ext uri="{FF2B5EF4-FFF2-40B4-BE49-F238E27FC236}">
                <a16:creationId xmlns:a16="http://schemas.microsoft.com/office/drawing/2014/main" id="{F092189F-A398-4692-BC44-F9F99832DF03}"/>
              </a:ext>
            </a:extLst>
          </p:cNvPr>
          <p:cNvSpPr>
            <a:spLocks noGrp="1"/>
          </p:cNvSpPr>
          <p:nvPr/>
        </p:nvSpPr>
        <p:spPr>
          <a:xfrm>
            <a:off x="710047" y="1172514"/>
            <a:ext cx="24757" cy="24757"/>
          </a:xfrm>
          <a:prstGeom prst="ellipse">
            <a:avLst/>
          </a:prstGeom>
          <a:solidFill>
            <a:srgbClr val="007C83">
              <a:alpha val="40000"/>
            </a:srgbClr>
          </a:solidFill>
          <a:ln w="0">
            <a:noFill/>
            <a:prstDash val="solid"/>
          </a:ln>
        </p:spPr>
      </p:sp>
      <p:sp>
        <p:nvSpPr>
          <p:cNvPr id="204" name="LigandSeek2_vs_LigandSeek1_ellipse_5718">
            <a:extLst>
              <a:ext uri="{FF2B5EF4-FFF2-40B4-BE49-F238E27FC236}">
                <a16:creationId xmlns:a16="http://schemas.microsoft.com/office/drawing/2014/main" id="{DC10E307-D43C-4255-A6DE-93940C8B25B6}"/>
              </a:ext>
            </a:extLst>
          </p:cNvPr>
          <p:cNvSpPr>
            <a:spLocks noGrp="1"/>
          </p:cNvSpPr>
          <p:nvPr/>
        </p:nvSpPr>
        <p:spPr>
          <a:xfrm>
            <a:off x="721332" y="1180135"/>
            <a:ext cx="24757" cy="24757"/>
          </a:xfrm>
          <a:prstGeom prst="ellipse">
            <a:avLst/>
          </a:prstGeom>
          <a:solidFill>
            <a:srgbClr val="007C83">
              <a:alpha val="40000"/>
            </a:srgbClr>
          </a:solidFill>
          <a:ln w="0">
            <a:noFill/>
            <a:prstDash val="solid"/>
          </a:ln>
        </p:spPr>
      </p:sp>
      <p:sp>
        <p:nvSpPr>
          <p:cNvPr id="205" name="LigandSeek2_vs_LigandSeek1_ellipse_5719">
            <a:extLst>
              <a:ext uri="{FF2B5EF4-FFF2-40B4-BE49-F238E27FC236}">
                <a16:creationId xmlns:a16="http://schemas.microsoft.com/office/drawing/2014/main" id="{408F32B6-1B95-4FB0-93AD-0B257BEB0786}"/>
              </a:ext>
            </a:extLst>
          </p:cNvPr>
          <p:cNvSpPr>
            <a:spLocks noGrp="1"/>
          </p:cNvSpPr>
          <p:nvPr/>
        </p:nvSpPr>
        <p:spPr>
          <a:xfrm>
            <a:off x="660332" y="1158913"/>
            <a:ext cx="24757" cy="24757"/>
          </a:xfrm>
          <a:prstGeom prst="ellipse">
            <a:avLst/>
          </a:prstGeom>
          <a:solidFill>
            <a:srgbClr val="007C83">
              <a:alpha val="40000"/>
            </a:srgbClr>
          </a:solidFill>
          <a:ln w="0">
            <a:noFill/>
            <a:prstDash val="solid"/>
          </a:ln>
        </p:spPr>
      </p:sp>
      <p:sp>
        <p:nvSpPr>
          <p:cNvPr id="206" name="LigandSeek2_vs_LigandSeek1_ellipse_5720">
            <a:extLst>
              <a:ext uri="{FF2B5EF4-FFF2-40B4-BE49-F238E27FC236}">
                <a16:creationId xmlns:a16="http://schemas.microsoft.com/office/drawing/2014/main" id="{3D2CDCA5-E831-4B39-BA4A-37742D918700}"/>
              </a:ext>
            </a:extLst>
          </p:cNvPr>
          <p:cNvSpPr>
            <a:spLocks noGrp="1"/>
          </p:cNvSpPr>
          <p:nvPr/>
        </p:nvSpPr>
        <p:spPr>
          <a:xfrm>
            <a:off x="699867" y="1215656"/>
            <a:ext cx="24757" cy="24757"/>
          </a:xfrm>
          <a:prstGeom prst="ellipse">
            <a:avLst/>
          </a:prstGeom>
          <a:solidFill>
            <a:srgbClr val="007C83">
              <a:alpha val="40000"/>
            </a:srgbClr>
          </a:solidFill>
          <a:ln w="0">
            <a:noFill/>
            <a:prstDash val="solid"/>
          </a:ln>
        </p:spPr>
      </p:sp>
      <p:sp>
        <p:nvSpPr>
          <p:cNvPr id="207" name="LigandSeek2_vs_LigandSeek1_ellipse_5721">
            <a:extLst>
              <a:ext uri="{FF2B5EF4-FFF2-40B4-BE49-F238E27FC236}">
                <a16:creationId xmlns:a16="http://schemas.microsoft.com/office/drawing/2014/main" id="{6CB00362-1785-4D05-82C4-0DEE36FF3910}"/>
              </a:ext>
            </a:extLst>
          </p:cNvPr>
          <p:cNvSpPr>
            <a:spLocks noGrp="1"/>
          </p:cNvSpPr>
          <p:nvPr/>
        </p:nvSpPr>
        <p:spPr>
          <a:xfrm>
            <a:off x="721791" y="1884400"/>
            <a:ext cx="24757" cy="24757"/>
          </a:xfrm>
          <a:prstGeom prst="ellipse">
            <a:avLst/>
          </a:prstGeom>
          <a:solidFill>
            <a:srgbClr val="007C83">
              <a:alpha val="40000"/>
            </a:srgbClr>
          </a:solidFill>
          <a:ln w="0">
            <a:noFill/>
            <a:prstDash val="solid"/>
          </a:ln>
        </p:spPr>
      </p:sp>
      <p:sp>
        <p:nvSpPr>
          <p:cNvPr id="208" name="LigandSeek2_vs_LigandSeek1_ellipse_5722">
            <a:extLst>
              <a:ext uri="{FF2B5EF4-FFF2-40B4-BE49-F238E27FC236}">
                <a16:creationId xmlns:a16="http://schemas.microsoft.com/office/drawing/2014/main" id="{C1473FD7-7969-4A21-8DB1-0C31800421E4}"/>
              </a:ext>
            </a:extLst>
          </p:cNvPr>
          <p:cNvSpPr>
            <a:spLocks noGrp="1"/>
          </p:cNvSpPr>
          <p:nvPr/>
        </p:nvSpPr>
        <p:spPr>
          <a:xfrm>
            <a:off x="658396" y="1890368"/>
            <a:ext cx="24757" cy="24757"/>
          </a:xfrm>
          <a:prstGeom prst="ellipse">
            <a:avLst/>
          </a:prstGeom>
          <a:solidFill>
            <a:srgbClr val="007C83">
              <a:alpha val="40000"/>
            </a:srgbClr>
          </a:solidFill>
          <a:ln w="0">
            <a:noFill/>
            <a:prstDash val="solid"/>
          </a:ln>
        </p:spPr>
      </p:sp>
      <p:sp>
        <p:nvSpPr>
          <p:cNvPr id="209" name="LigandSeek2_vs_LigandSeek1_ellipse_5723">
            <a:extLst>
              <a:ext uri="{FF2B5EF4-FFF2-40B4-BE49-F238E27FC236}">
                <a16:creationId xmlns:a16="http://schemas.microsoft.com/office/drawing/2014/main" id="{B478AE4E-B552-4C01-823C-16346A234E50}"/>
              </a:ext>
            </a:extLst>
          </p:cNvPr>
          <p:cNvSpPr>
            <a:spLocks noGrp="1"/>
          </p:cNvSpPr>
          <p:nvPr/>
        </p:nvSpPr>
        <p:spPr>
          <a:xfrm>
            <a:off x="671851" y="1890368"/>
            <a:ext cx="24757" cy="24757"/>
          </a:xfrm>
          <a:prstGeom prst="ellipse">
            <a:avLst/>
          </a:prstGeom>
          <a:solidFill>
            <a:srgbClr val="007C83">
              <a:alpha val="40000"/>
            </a:srgbClr>
          </a:solidFill>
          <a:ln w="0">
            <a:noFill/>
            <a:prstDash val="solid"/>
          </a:ln>
        </p:spPr>
      </p:sp>
      <p:sp>
        <p:nvSpPr>
          <p:cNvPr id="210" name="LigandSeek2_vs_LigandSeek1_ellipse_5724">
            <a:extLst>
              <a:ext uri="{FF2B5EF4-FFF2-40B4-BE49-F238E27FC236}">
                <a16:creationId xmlns:a16="http://schemas.microsoft.com/office/drawing/2014/main" id="{C1D07C38-0EE0-40FD-87FF-59704EA3B8E4}"/>
              </a:ext>
            </a:extLst>
          </p:cNvPr>
          <p:cNvSpPr>
            <a:spLocks noGrp="1"/>
          </p:cNvSpPr>
          <p:nvPr/>
        </p:nvSpPr>
        <p:spPr>
          <a:xfrm>
            <a:off x="1310800" y="845009"/>
            <a:ext cx="24757" cy="24757"/>
          </a:xfrm>
          <a:prstGeom prst="ellipse">
            <a:avLst/>
          </a:prstGeom>
          <a:solidFill>
            <a:srgbClr val="007C83">
              <a:alpha val="40000"/>
            </a:srgbClr>
          </a:solidFill>
          <a:ln w="0">
            <a:noFill/>
            <a:prstDash val="solid"/>
          </a:ln>
        </p:spPr>
      </p:sp>
      <p:sp>
        <p:nvSpPr>
          <p:cNvPr id="211" name="LigandSeek2_vs_LigandSeek1_ellipse_5725">
            <a:extLst>
              <a:ext uri="{FF2B5EF4-FFF2-40B4-BE49-F238E27FC236}">
                <a16:creationId xmlns:a16="http://schemas.microsoft.com/office/drawing/2014/main" id="{327D579B-D498-43B3-A326-79A67B1E3D18}"/>
              </a:ext>
            </a:extLst>
          </p:cNvPr>
          <p:cNvSpPr>
            <a:spLocks noGrp="1"/>
          </p:cNvSpPr>
          <p:nvPr/>
        </p:nvSpPr>
        <p:spPr>
          <a:xfrm>
            <a:off x="1292537" y="845009"/>
            <a:ext cx="24757" cy="24757"/>
          </a:xfrm>
          <a:prstGeom prst="ellipse">
            <a:avLst/>
          </a:prstGeom>
          <a:solidFill>
            <a:srgbClr val="007C83">
              <a:alpha val="40000"/>
            </a:srgbClr>
          </a:solidFill>
          <a:ln w="0">
            <a:noFill/>
            <a:prstDash val="solid"/>
          </a:ln>
        </p:spPr>
      </p:sp>
      <p:sp>
        <p:nvSpPr>
          <p:cNvPr id="212" name="LigandSeek2_vs_LigandSeek1_ellipse_5726">
            <a:extLst>
              <a:ext uri="{FF2B5EF4-FFF2-40B4-BE49-F238E27FC236}">
                <a16:creationId xmlns:a16="http://schemas.microsoft.com/office/drawing/2014/main" id="{B437B094-BDDC-45BF-898D-A2933BA02074}"/>
              </a:ext>
            </a:extLst>
          </p:cNvPr>
          <p:cNvSpPr>
            <a:spLocks noGrp="1"/>
          </p:cNvSpPr>
          <p:nvPr/>
        </p:nvSpPr>
        <p:spPr>
          <a:xfrm>
            <a:off x="1346404" y="845009"/>
            <a:ext cx="24757" cy="24757"/>
          </a:xfrm>
          <a:prstGeom prst="ellipse">
            <a:avLst/>
          </a:prstGeom>
          <a:solidFill>
            <a:srgbClr val="007C83">
              <a:alpha val="40000"/>
            </a:srgbClr>
          </a:solidFill>
          <a:ln w="0">
            <a:noFill/>
            <a:prstDash val="solid"/>
          </a:ln>
        </p:spPr>
      </p:sp>
      <p:sp>
        <p:nvSpPr>
          <p:cNvPr id="213" name="LigandSeek2_vs_LigandSeek1_ellipse_5727">
            <a:extLst>
              <a:ext uri="{FF2B5EF4-FFF2-40B4-BE49-F238E27FC236}">
                <a16:creationId xmlns:a16="http://schemas.microsoft.com/office/drawing/2014/main" id="{D4F1832A-7C2D-4E8A-853A-923F7ED558C8}"/>
              </a:ext>
            </a:extLst>
          </p:cNvPr>
          <p:cNvSpPr>
            <a:spLocks noGrp="1"/>
          </p:cNvSpPr>
          <p:nvPr/>
        </p:nvSpPr>
        <p:spPr>
          <a:xfrm>
            <a:off x="1333797" y="1774217"/>
            <a:ext cx="24757" cy="24757"/>
          </a:xfrm>
          <a:prstGeom prst="ellipse">
            <a:avLst/>
          </a:prstGeom>
          <a:solidFill>
            <a:srgbClr val="007C83">
              <a:alpha val="40000"/>
            </a:srgbClr>
          </a:solidFill>
          <a:ln w="0">
            <a:noFill/>
            <a:prstDash val="solid"/>
          </a:ln>
        </p:spPr>
      </p:sp>
      <p:sp>
        <p:nvSpPr>
          <p:cNvPr id="214" name="LigandSeek2_vs_LigandSeek1_ellipse_5728">
            <a:extLst>
              <a:ext uri="{FF2B5EF4-FFF2-40B4-BE49-F238E27FC236}">
                <a16:creationId xmlns:a16="http://schemas.microsoft.com/office/drawing/2014/main" id="{D066A97D-B366-4249-8C8B-3E2D9EC74F25}"/>
              </a:ext>
            </a:extLst>
          </p:cNvPr>
          <p:cNvSpPr>
            <a:spLocks noGrp="1"/>
          </p:cNvSpPr>
          <p:nvPr/>
        </p:nvSpPr>
        <p:spPr>
          <a:xfrm>
            <a:off x="1282436" y="1289745"/>
            <a:ext cx="24757" cy="24757"/>
          </a:xfrm>
          <a:prstGeom prst="ellipse">
            <a:avLst/>
          </a:prstGeom>
          <a:solidFill>
            <a:srgbClr val="007C83">
              <a:alpha val="40000"/>
            </a:srgbClr>
          </a:solidFill>
          <a:ln w="0">
            <a:noFill/>
            <a:prstDash val="solid"/>
          </a:ln>
        </p:spPr>
      </p:sp>
      <p:sp>
        <p:nvSpPr>
          <p:cNvPr id="215" name="LigandSeek2_vs_LigandSeek1_ellipse_5729">
            <a:extLst>
              <a:ext uri="{FF2B5EF4-FFF2-40B4-BE49-F238E27FC236}">
                <a16:creationId xmlns:a16="http://schemas.microsoft.com/office/drawing/2014/main" id="{CCFE3DF5-20CB-44AD-A3A9-579D8EE57277}"/>
              </a:ext>
            </a:extLst>
          </p:cNvPr>
          <p:cNvSpPr>
            <a:spLocks noGrp="1"/>
          </p:cNvSpPr>
          <p:nvPr/>
        </p:nvSpPr>
        <p:spPr>
          <a:xfrm>
            <a:off x="1278662" y="845009"/>
            <a:ext cx="24757" cy="24757"/>
          </a:xfrm>
          <a:prstGeom prst="ellipse">
            <a:avLst/>
          </a:prstGeom>
          <a:solidFill>
            <a:srgbClr val="007C83">
              <a:alpha val="40000"/>
            </a:srgbClr>
          </a:solidFill>
          <a:ln w="0">
            <a:noFill/>
            <a:prstDash val="solid"/>
          </a:ln>
        </p:spPr>
      </p:sp>
      <p:sp>
        <p:nvSpPr>
          <p:cNvPr id="216" name="LigandSeek2_vs_LigandSeek1_ellipse_5730">
            <a:extLst>
              <a:ext uri="{FF2B5EF4-FFF2-40B4-BE49-F238E27FC236}">
                <a16:creationId xmlns:a16="http://schemas.microsoft.com/office/drawing/2014/main" id="{7E9D458E-5C46-4A1B-B51B-F80ACB1833E3}"/>
              </a:ext>
            </a:extLst>
          </p:cNvPr>
          <p:cNvSpPr>
            <a:spLocks noGrp="1"/>
          </p:cNvSpPr>
          <p:nvPr/>
        </p:nvSpPr>
        <p:spPr>
          <a:xfrm>
            <a:off x="1303470" y="845009"/>
            <a:ext cx="24757" cy="24757"/>
          </a:xfrm>
          <a:prstGeom prst="ellipse">
            <a:avLst/>
          </a:prstGeom>
          <a:solidFill>
            <a:srgbClr val="007C83">
              <a:alpha val="40000"/>
            </a:srgbClr>
          </a:solidFill>
          <a:ln w="0">
            <a:noFill/>
            <a:prstDash val="solid"/>
          </a:ln>
        </p:spPr>
      </p:sp>
      <p:sp>
        <p:nvSpPr>
          <p:cNvPr id="217" name="LigandSeek2_vs_LigandSeek1_ellipse_5731">
            <a:extLst>
              <a:ext uri="{FF2B5EF4-FFF2-40B4-BE49-F238E27FC236}">
                <a16:creationId xmlns:a16="http://schemas.microsoft.com/office/drawing/2014/main" id="{D3D28ED6-DA9F-41BB-9364-47D244D1CCB0}"/>
              </a:ext>
            </a:extLst>
          </p:cNvPr>
          <p:cNvSpPr>
            <a:spLocks noGrp="1"/>
          </p:cNvSpPr>
          <p:nvPr/>
        </p:nvSpPr>
        <p:spPr>
          <a:xfrm>
            <a:off x="1313330" y="845009"/>
            <a:ext cx="24757" cy="24757"/>
          </a:xfrm>
          <a:prstGeom prst="ellipse">
            <a:avLst/>
          </a:prstGeom>
          <a:solidFill>
            <a:srgbClr val="007C83">
              <a:alpha val="40000"/>
            </a:srgbClr>
          </a:solidFill>
          <a:ln w="0">
            <a:noFill/>
            <a:prstDash val="solid"/>
          </a:ln>
        </p:spPr>
      </p:sp>
      <p:sp>
        <p:nvSpPr>
          <p:cNvPr id="218" name="LigandSeek2_vs_LigandSeek1_ellipse_5732">
            <a:extLst>
              <a:ext uri="{FF2B5EF4-FFF2-40B4-BE49-F238E27FC236}">
                <a16:creationId xmlns:a16="http://schemas.microsoft.com/office/drawing/2014/main" id="{96056EE5-AF53-4AD0-A702-F74403F9A920}"/>
              </a:ext>
            </a:extLst>
          </p:cNvPr>
          <p:cNvSpPr>
            <a:spLocks noGrp="1"/>
          </p:cNvSpPr>
          <p:nvPr/>
        </p:nvSpPr>
        <p:spPr>
          <a:xfrm>
            <a:off x="1325947" y="1701042"/>
            <a:ext cx="24757" cy="24757"/>
          </a:xfrm>
          <a:prstGeom prst="ellipse">
            <a:avLst/>
          </a:prstGeom>
          <a:solidFill>
            <a:srgbClr val="007C83">
              <a:alpha val="40000"/>
            </a:srgbClr>
          </a:solidFill>
          <a:ln w="0">
            <a:noFill/>
            <a:prstDash val="solid"/>
          </a:ln>
        </p:spPr>
      </p:sp>
      <p:sp>
        <p:nvSpPr>
          <p:cNvPr id="219" name="LigandSeek2_vs_LigandSeek1_ellipse_5733">
            <a:extLst>
              <a:ext uri="{FF2B5EF4-FFF2-40B4-BE49-F238E27FC236}">
                <a16:creationId xmlns:a16="http://schemas.microsoft.com/office/drawing/2014/main" id="{3ACEE1F1-7A1A-4672-B50D-2E451063D495}"/>
              </a:ext>
            </a:extLst>
          </p:cNvPr>
          <p:cNvSpPr>
            <a:spLocks noGrp="1"/>
          </p:cNvSpPr>
          <p:nvPr/>
        </p:nvSpPr>
        <p:spPr>
          <a:xfrm>
            <a:off x="1272259" y="845009"/>
            <a:ext cx="24757" cy="24757"/>
          </a:xfrm>
          <a:prstGeom prst="ellipse">
            <a:avLst/>
          </a:prstGeom>
          <a:solidFill>
            <a:srgbClr val="007C83">
              <a:alpha val="40000"/>
            </a:srgbClr>
          </a:solidFill>
          <a:ln w="0">
            <a:noFill/>
            <a:prstDash val="solid"/>
          </a:ln>
        </p:spPr>
      </p:sp>
      <p:sp>
        <p:nvSpPr>
          <p:cNvPr id="220" name="LigandSeek2_vs_LigandSeek1_ellipse_5734">
            <a:extLst>
              <a:ext uri="{FF2B5EF4-FFF2-40B4-BE49-F238E27FC236}">
                <a16:creationId xmlns:a16="http://schemas.microsoft.com/office/drawing/2014/main" id="{6C1338F4-D24B-43E1-A720-3EAA2CAA85A6}"/>
              </a:ext>
            </a:extLst>
          </p:cNvPr>
          <p:cNvSpPr>
            <a:spLocks noGrp="1"/>
          </p:cNvSpPr>
          <p:nvPr/>
        </p:nvSpPr>
        <p:spPr>
          <a:xfrm>
            <a:off x="1268658" y="1304889"/>
            <a:ext cx="24757" cy="24757"/>
          </a:xfrm>
          <a:prstGeom prst="ellipse">
            <a:avLst/>
          </a:prstGeom>
          <a:solidFill>
            <a:srgbClr val="007C83">
              <a:alpha val="40000"/>
            </a:srgbClr>
          </a:solidFill>
          <a:ln w="0">
            <a:noFill/>
            <a:prstDash val="solid"/>
          </a:ln>
        </p:spPr>
      </p:sp>
      <p:sp>
        <p:nvSpPr>
          <p:cNvPr id="221" name="LigandSeek2_vs_LigandSeek1_ellipse_5735">
            <a:extLst>
              <a:ext uri="{FF2B5EF4-FFF2-40B4-BE49-F238E27FC236}">
                <a16:creationId xmlns:a16="http://schemas.microsoft.com/office/drawing/2014/main" id="{6DF95C53-FB4D-48C7-AA4C-ABA3903FB62E}"/>
              </a:ext>
            </a:extLst>
          </p:cNvPr>
          <p:cNvSpPr>
            <a:spLocks noGrp="1"/>
          </p:cNvSpPr>
          <p:nvPr/>
        </p:nvSpPr>
        <p:spPr>
          <a:xfrm>
            <a:off x="1273041" y="845009"/>
            <a:ext cx="24757" cy="24757"/>
          </a:xfrm>
          <a:prstGeom prst="ellipse">
            <a:avLst/>
          </a:prstGeom>
          <a:solidFill>
            <a:srgbClr val="007C83">
              <a:alpha val="40000"/>
            </a:srgbClr>
          </a:solidFill>
          <a:ln w="0">
            <a:noFill/>
            <a:prstDash val="solid"/>
          </a:ln>
        </p:spPr>
      </p:sp>
      <p:sp>
        <p:nvSpPr>
          <p:cNvPr id="222" name="LigandSeek2_vs_LigandSeek1_ellipse_5736">
            <a:extLst>
              <a:ext uri="{FF2B5EF4-FFF2-40B4-BE49-F238E27FC236}">
                <a16:creationId xmlns:a16="http://schemas.microsoft.com/office/drawing/2014/main" id="{976A9E9C-7BEE-4F44-A4E8-E2DD7FC2F101}"/>
              </a:ext>
            </a:extLst>
          </p:cNvPr>
          <p:cNvSpPr>
            <a:spLocks noGrp="1"/>
          </p:cNvSpPr>
          <p:nvPr/>
        </p:nvSpPr>
        <p:spPr>
          <a:xfrm>
            <a:off x="1311230" y="845009"/>
            <a:ext cx="24757" cy="24757"/>
          </a:xfrm>
          <a:prstGeom prst="ellipse">
            <a:avLst/>
          </a:prstGeom>
          <a:solidFill>
            <a:srgbClr val="007C83">
              <a:alpha val="40000"/>
            </a:srgbClr>
          </a:solidFill>
          <a:ln w="0">
            <a:noFill/>
            <a:prstDash val="solid"/>
          </a:ln>
        </p:spPr>
      </p:sp>
      <p:sp>
        <p:nvSpPr>
          <p:cNvPr id="223" name="LigandSeek2_vs_LigandSeek1_ellipse_5737">
            <a:extLst>
              <a:ext uri="{FF2B5EF4-FFF2-40B4-BE49-F238E27FC236}">
                <a16:creationId xmlns:a16="http://schemas.microsoft.com/office/drawing/2014/main" id="{1E22E273-7DF4-47EB-BDA4-2977FE3986F8}"/>
              </a:ext>
            </a:extLst>
          </p:cNvPr>
          <p:cNvSpPr>
            <a:spLocks noGrp="1"/>
          </p:cNvSpPr>
          <p:nvPr/>
        </p:nvSpPr>
        <p:spPr>
          <a:xfrm>
            <a:off x="1312263" y="1125016"/>
            <a:ext cx="24757" cy="24757"/>
          </a:xfrm>
          <a:prstGeom prst="ellipse">
            <a:avLst/>
          </a:prstGeom>
          <a:solidFill>
            <a:srgbClr val="007C83">
              <a:alpha val="40000"/>
            </a:srgbClr>
          </a:solidFill>
          <a:ln w="0">
            <a:noFill/>
            <a:prstDash val="solid"/>
          </a:ln>
        </p:spPr>
      </p:sp>
      <p:sp>
        <p:nvSpPr>
          <p:cNvPr id="224" name="LigandSeek2_vs_LigandSeek1_ellipse_5738">
            <a:extLst>
              <a:ext uri="{FF2B5EF4-FFF2-40B4-BE49-F238E27FC236}">
                <a16:creationId xmlns:a16="http://schemas.microsoft.com/office/drawing/2014/main" id="{9D242278-B1C6-459F-A5AA-DD67DFEEFDFD}"/>
              </a:ext>
            </a:extLst>
          </p:cNvPr>
          <p:cNvSpPr>
            <a:spLocks noGrp="1"/>
          </p:cNvSpPr>
          <p:nvPr/>
        </p:nvSpPr>
        <p:spPr>
          <a:xfrm>
            <a:off x="1294759" y="1541915"/>
            <a:ext cx="24757" cy="24757"/>
          </a:xfrm>
          <a:prstGeom prst="ellipse">
            <a:avLst/>
          </a:prstGeom>
          <a:solidFill>
            <a:srgbClr val="007C83">
              <a:alpha val="40000"/>
            </a:srgbClr>
          </a:solidFill>
          <a:ln w="0">
            <a:noFill/>
            <a:prstDash val="solid"/>
          </a:ln>
        </p:spPr>
      </p:sp>
      <p:sp>
        <p:nvSpPr>
          <p:cNvPr id="225" name="LigandSeek2_vs_LigandSeek1_ellipse_5739">
            <a:extLst>
              <a:ext uri="{FF2B5EF4-FFF2-40B4-BE49-F238E27FC236}">
                <a16:creationId xmlns:a16="http://schemas.microsoft.com/office/drawing/2014/main" id="{86A0553C-6822-40B8-B204-DA4F7E82324F}"/>
              </a:ext>
            </a:extLst>
          </p:cNvPr>
          <p:cNvSpPr>
            <a:spLocks noGrp="1"/>
          </p:cNvSpPr>
          <p:nvPr/>
        </p:nvSpPr>
        <p:spPr>
          <a:xfrm>
            <a:off x="1347353" y="1367688"/>
            <a:ext cx="24757" cy="24757"/>
          </a:xfrm>
          <a:prstGeom prst="ellipse">
            <a:avLst/>
          </a:prstGeom>
          <a:solidFill>
            <a:srgbClr val="007C83">
              <a:alpha val="40000"/>
            </a:srgbClr>
          </a:solidFill>
          <a:ln w="0">
            <a:noFill/>
            <a:prstDash val="solid"/>
          </a:ln>
        </p:spPr>
      </p:sp>
      <p:sp>
        <p:nvSpPr>
          <p:cNvPr id="226" name="LigandSeek2_vs_LigandSeek1_ellipse_5740">
            <a:extLst>
              <a:ext uri="{FF2B5EF4-FFF2-40B4-BE49-F238E27FC236}">
                <a16:creationId xmlns:a16="http://schemas.microsoft.com/office/drawing/2014/main" id="{B7566591-AB67-457C-A9D9-5ECFD2435C06}"/>
              </a:ext>
            </a:extLst>
          </p:cNvPr>
          <p:cNvSpPr>
            <a:spLocks noGrp="1"/>
          </p:cNvSpPr>
          <p:nvPr/>
        </p:nvSpPr>
        <p:spPr>
          <a:xfrm>
            <a:off x="1331404" y="1019236"/>
            <a:ext cx="24757" cy="24757"/>
          </a:xfrm>
          <a:prstGeom prst="ellipse">
            <a:avLst/>
          </a:prstGeom>
          <a:solidFill>
            <a:srgbClr val="007C83">
              <a:alpha val="40000"/>
            </a:srgbClr>
          </a:solidFill>
          <a:ln w="0">
            <a:noFill/>
            <a:prstDash val="solid"/>
          </a:ln>
        </p:spPr>
      </p:sp>
      <p:sp>
        <p:nvSpPr>
          <p:cNvPr id="227" name="LigandSeek2_vs_LigandSeek1_ellipse_5741">
            <a:extLst>
              <a:ext uri="{FF2B5EF4-FFF2-40B4-BE49-F238E27FC236}">
                <a16:creationId xmlns:a16="http://schemas.microsoft.com/office/drawing/2014/main" id="{509CB85B-45A5-442C-BE99-C421B5A5EACC}"/>
              </a:ext>
            </a:extLst>
          </p:cNvPr>
          <p:cNvSpPr>
            <a:spLocks noGrp="1"/>
          </p:cNvSpPr>
          <p:nvPr/>
        </p:nvSpPr>
        <p:spPr>
          <a:xfrm>
            <a:off x="1339324" y="845009"/>
            <a:ext cx="24757" cy="24757"/>
          </a:xfrm>
          <a:prstGeom prst="ellipse">
            <a:avLst/>
          </a:prstGeom>
          <a:solidFill>
            <a:srgbClr val="007C83">
              <a:alpha val="40000"/>
            </a:srgbClr>
          </a:solidFill>
          <a:ln w="0">
            <a:noFill/>
            <a:prstDash val="solid"/>
          </a:ln>
        </p:spPr>
      </p:sp>
      <p:sp>
        <p:nvSpPr>
          <p:cNvPr id="228" name="LigandSeek2_vs_LigandSeek1_ellipse_5742">
            <a:extLst>
              <a:ext uri="{FF2B5EF4-FFF2-40B4-BE49-F238E27FC236}">
                <a16:creationId xmlns:a16="http://schemas.microsoft.com/office/drawing/2014/main" id="{E5120175-F188-4DA6-B4FD-588FF8DAB204}"/>
              </a:ext>
            </a:extLst>
          </p:cNvPr>
          <p:cNvSpPr>
            <a:spLocks noGrp="1"/>
          </p:cNvSpPr>
          <p:nvPr/>
        </p:nvSpPr>
        <p:spPr>
          <a:xfrm>
            <a:off x="1274519" y="845009"/>
            <a:ext cx="24757" cy="24757"/>
          </a:xfrm>
          <a:prstGeom prst="ellipse">
            <a:avLst/>
          </a:prstGeom>
          <a:solidFill>
            <a:srgbClr val="007C83">
              <a:alpha val="40000"/>
            </a:srgbClr>
          </a:solidFill>
          <a:ln w="0">
            <a:noFill/>
            <a:prstDash val="solid"/>
          </a:ln>
        </p:spPr>
      </p:sp>
      <p:sp>
        <p:nvSpPr>
          <p:cNvPr id="229" name="LigandSeek2_vs_LigandSeek1_ellipse_5743">
            <a:extLst>
              <a:ext uri="{FF2B5EF4-FFF2-40B4-BE49-F238E27FC236}">
                <a16:creationId xmlns:a16="http://schemas.microsoft.com/office/drawing/2014/main" id="{DFAA853A-BA73-4A30-A4BF-DD627B9EB234}"/>
              </a:ext>
            </a:extLst>
          </p:cNvPr>
          <p:cNvSpPr>
            <a:spLocks noGrp="1"/>
          </p:cNvSpPr>
          <p:nvPr/>
        </p:nvSpPr>
        <p:spPr>
          <a:xfrm>
            <a:off x="1273353" y="845009"/>
            <a:ext cx="24757" cy="24757"/>
          </a:xfrm>
          <a:prstGeom prst="ellipse">
            <a:avLst/>
          </a:prstGeom>
          <a:solidFill>
            <a:srgbClr val="007C83">
              <a:alpha val="40000"/>
            </a:srgbClr>
          </a:solidFill>
          <a:ln w="0">
            <a:noFill/>
            <a:prstDash val="solid"/>
          </a:ln>
        </p:spPr>
      </p:sp>
      <p:sp>
        <p:nvSpPr>
          <p:cNvPr id="230" name="LigandSeek2_vs_LigandSeek1_ellipse_5744">
            <a:extLst>
              <a:ext uri="{FF2B5EF4-FFF2-40B4-BE49-F238E27FC236}">
                <a16:creationId xmlns:a16="http://schemas.microsoft.com/office/drawing/2014/main" id="{55C5C018-8E0F-4383-8B68-2A4514BF7D91}"/>
              </a:ext>
            </a:extLst>
          </p:cNvPr>
          <p:cNvSpPr>
            <a:spLocks noGrp="1"/>
          </p:cNvSpPr>
          <p:nvPr/>
        </p:nvSpPr>
        <p:spPr>
          <a:xfrm>
            <a:off x="1322086" y="1251537"/>
            <a:ext cx="24757" cy="24757"/>
          </a:xfrm>
          <a:prstGeom prst="ellipse">
            <a:avLst/>
          </a:prstGeom>
          <a:solidFill>
            <a:srgbClr val="007C83">
              <a:alpha val="40000"/>
            </a:srgbClr>
          </a:solidFill>
          <a:ln w="0">
            <a:noFill/>
            <a:prstDash val="solid"/>
          </a:ln>
        </p:spPr>
      </p:sp>
      <p:sp>
        <p:nvSpPr>
          <p:cNvPr id="231" name="LigandSeek2_vs_LigandSeek1_ellipse_5745">
            <a:extLst>
              <a:ext uri="{FF2B5EF4-FFF2-40B4-BE49-F238E27FC236}">
                <a16:creationId xmlns:a16="http://schemas.microsoft.com/office/drawing/2014/main" id="{7C27B4E3-8089-4455-817F-8DCAB53DF421}"/>
              </a:ext>
            </a:extLst>
          </p:cNvPr>
          <p:cNvSpPr>
            <a:spLocks noGrp="1"/>
          </p:cNvSpPr>
          <p:nvPr/>
        </p:nvSpPr>
        <p:spPr>
          <a:xfrm>
            <a:off x="1316205" y="845009"/>
            <a:ext cx="24757" cy="24757"/>
          </a:xfrm>
          <a:prstGeom prst="ellipse">
            <a:avLst/>
          </a:prstGeom>
          <a:solidFill>
            <a:srgbClr val="007C83">
              <a:alpha val="40000"/>
            </a:srgbClr>
          </a:solidFill>
          <a:ln w="0">
            <a:noFill/>
            <a:prstDash val="solid"/>
          </a:ln>
        </p:spPr>
      </p:sp>
      <p:sp>
        <p:nvSpPr>
          <p:cNvPr id="232" name="LigandSeek2_vs_LigandSeek1_ellipse_5746">
            <a:extLst>
              <a:ext uri="{FF2B5EF4-FFF2-40B4-BE49-F238E27FC236}">
                <a16:creationId xmlns:a16="http://schemas.microsoft.com/office/drawing/2014/main" id="{957D9CCD-D25B-49AC-827D-886D90FFAB10}"/>
              </a:ext>
            </a:extLst>
          </p:cNvPr>
          <p:cNvSpPr>
            <a:spLocks noGrp="1"/>
          </p:cNvSpPr>
          <p:nvPr/>
        </p:nvSpPr>
        <p:spPr>
          <a:xfrm>
            <a:off x="1307088" y="1054081"/>
            <a:ext cx="24757" cy="24757"/>
          </a:xfrm>
          <a:prstGeom prst="ellipse">
            <a:avLst/>
          </a:prstGeom>
          <a:solidFill>
            <a:srgbClr val="007C83">
              <a:alpha val="40000"/>
            </a:srgbClr>
          </a:solidFill>
          <a:ln w="0">
            <a:noFill/>
            <a:prstDash val="solid"/>
          </a:ln>
        </p:spPr>
      </p:sp>
      <p:sp>
        <p:nvSpPr>
          <p:cNvPr id="233" name="LigandSeek2_vs_LigandSeek1_ellipse_5747">
            <a:extLst>
              <a:ext uri="{FF2B5EF4-FFF2-40B4-BE49-F238E27FC236}">
                <a16:creationId xmlns:a16="http://schemas.microsoft.com/office/drawing/2014/main" id="{3CCB41EB-5E4A-4A9C-9862-EE8471FD168E}"/>
              </a:ext>
            </a:extLst>
          </p:cNvPr>
          <p:cNvSpPr>
            <a:spLocks noGrp="1"/>
          </p:cNvSpPr>
          <p:nvPr/>
        </p:nvSpPr>
        <p:spPr>
          <a:xfrm>
            <a:off x="1349628" y="1237019"/>
            <a:ext cx="24757" cy="24757"/>
          </a:xfrm>
          <a:prstGeom prst="ellipse">
            <a:avLst/>
          </a:prstGeom>
          <a:solidFill>
            <a:srgbClr val="007C83">
              <a:alpha val="40000"/>
            </a:srgbClr>
          </a:solidFill>
          <a:ln w="0">
            <a:noFill/>
            <a:prstDash val="solid"/>
          </a:ln>
        </p:spPr>
      </p:sp>
      <p:sp>
        <p:nvSpPr>
          <p:cNvPr id="234" name="LigandSeek2_vs_LigandSeek1_ellipse_5748">
            <a:extLst>
              <a:ext uri="{FF2B5EF4-FFF2-40B4-BE49-F238E27FC236}">
                <a16:creationId xmlns:a16="http://schemas.microsoft.com/office/drawing/2014/main" id="{64381C22-73DA-4390-99D6-A71283AD65C4}"/>
              </a:ext>
            </a:extLst>
          </p:cNvPr>
          <p:cNvSpPr>
            <a:spLocks noGrp="1"/>
          </p:cNvSpPr>
          <p:nvPr/>
        </p:nvSpPr>
        <p:spPr>
          <a:xfrm>
            <a:off x="1334855" y="1472224"/>
            <a:ext cx="24757" cy="24757"/>
          </a:xfrm>
          <a:prstGeom prst="ellipse">
            <a:avLst/>
          </a:prstGeom>
          <a:solidFill>
            <a:srgbClr val="007C83">
              <a:alpha val="40000"/>
            </a:srgbClr>
          </a:solidFill>
          <a:ln w="0">
            <a:noFill/>
            <a:prstDash val="solid"/>
          </a:ln>
        </p:spPr>
      </p:sp>
      <p:sp>
        <p:nvSpPr>
          <p:cNvPr id="235" name="LigandSeek2_vs_LigandSeek1_ellipse_5749">
            <a:extLst>
              <a:ext uri="{FF2B5EF4-FFF2-40B4-BE49-F238E27FC236}">
                <a16:creationId xmlns:a16="http://schemas.microsoft.com/office/drawing/2014/main" id="{E99FC446-B108-4DDE-AFEC-7D946A1F1481}"/>
              </a:ext>
            </a:extLst>
          </p:cNvPr>
          <p:cNvSpPr>
            <a:spLocks noGrp="1"/>
          </p:cNvSpPr>
          <p:nvPr/>
        </p:nvSpPr>
        <p:spPr>
          <a:xfrm>
            <a:off x="1291592" y="1890368"/>
            <a:ext cx="24757" cy="24757"/>
          </a:xfrm>
          <a:prstGeom prst="ellipse">
            <a:avLst/>
          </a:prstGeom>
          <a:solidFill>
            <a:srgbClr val="007C83">
              <a:alpha val="40000"/>
            </a:srgbClr>
          </a:solidFill>
          <a:ln w="0">
            <a:noFill/>
            <a:prstDash val="solid"/>
          </a:ln>
        </p:spPr>
      </p:sp>
      <p:sp>
        <p:nvSpPr>
          <p:cNvPr id="236" name="LigandSeek2_vs_LigandSeek1_ellipse_5750">
            <a:extLst>
              <a:ext uri="{FF2B5EF4-FFF2-40B4-BE49-F238E27FC236}">
                <a16:creationId xmlns:a16="http://schemas.microsoft.com/office/drawing/2014/main" id="{00C8AE73-B8A9-4F26-97AB-4FE5D19E584B}"/>
              </a:ext>
            </a:extLst>
          </p:cNvPr>
          <p:cNvSpPr>
            <a:spLocks noGrp="1"/>
          </p:cNvSpPr>
          <p:nvPr/>
        </p:nvSpPr>
        <p:spPr>
          <a:xfrm>
            <a:off x="1330393" y="1367688"/>
            <a:ext cx="24757" cy="24757"/>
          </a:xfrm>
          <a:prstGeom prst="ellipse">
            <a:avLst/>
          </a:prstGeom>
          <a:solidFill>
            <a:srgbClr val="007C83">
              <a:alpha val="40000"/>
            </a:srgbClr>
          </a:solidFill>
          <a:ln w="0">
            <a:noFill/>
            <a:prstDash val="solid"/>
          </a:ln>
        </p:spPr>
      </p:sp>
      <p:sp>
        <p:nvSpPr>
          <p:cNvPr id="237" name="LigandSeek2_vs_LigandSeek1_ellipse_5751">
            <a:extLst>
              <a:ext uri="{FF2B5EF4-FFF2-40B4-BE49-F238E27FC236}">
                <a16:creationId xmlns:a16="http://schemas.microsoft.com/office/drawing/2014/main" id="{7E04F178-4DD2-48CA-A7DA-DE46CEFE4E28}"/>
              </a:ext>
            </a:extLst>
          </p:cNvPr>
          <p:cNvSpPr>
            <a:spLocks noGrp="1"/>
          </p:cNvSpPr>
          <p:nvPr/>
        </p:nvSpPr>
        <p:spPr>
          <a:xfrm>
            <a:off x="1284752" y="1654360"/>
            <a:ext cx="24757" cy="24757"/>
          </a:xfrm>
          <a:prstGeom prst="ellipse">
            <a:avLst/>
          </a:prstGeom>
          <a:solidFill>
            <a:srgbClr val="007C83">
              <a:alpha val="40000"/>
            </a:srgbClr>
          </a:solidFill>
          <a:ln w="0">
            <a:noFill/>
            <a:prstDash val="solid"/>
          </a:ln>
        </p:spPr>
      </p:sp>
      <p:sp>
        <p:nvSpPr>
          <p:cNvPr id="238" name="LigandSeek2_vs_LigandSeek1_ellipse_5752">
            <a:extLst>
              <a:ext uri="{FF2B5EF4-FFF2-40B4-BE49-F238E27FC236}">
                <a16:creationId xmlns:a16="http://schemas.microsoft.com/office/drawing/2014/main" id="{1D0885A3-934F-4CCB-BE2D-307C6058C443}"/>
              </a:ext>
            </a:extLst>
          </p:cNvPr>
          <p:cNvSpPr>
            <a:spLocks noGrp="1"/>
          </p:cNvSpPr>
          <p:nvPr/>
        </p:nvSpPr>
        <p:spPr>
          <a:xfrm>
            <a:off x="1336768" y="1591694"/>
            <a:ext cx="24757" cy="24757"/>
          </a:xfrm>
          <a:prstGeom prst="ellipse">
            <a:avLst/>
          </a:prstGeom>
          <a:solidFill>
            <a:srgbClr val="007C83">
              <a:alpha val="40000"/>
            </a:srgbClr>
          </a:solidFill>
          <a:ln w="0">
            <a:noFill/>
            <a:prstDash val="solid"/>
          </a:ln>
        </p:spPr>
      </p:sp>
      <p:sp>
        <p:nvSpPr>
          <p:cNvPr id="239" name="LigandSeek2_vs_LigandSeek1_ellipse_5753">
            <a:extLst>
              <a:ext uri="{FF2B5EF4-FFF2-40B4-BE49-F238E27FC236}">
                <a16:creationId xmlns:a16="http://schemas.microsoft.com/office/drawing/2014/main" id="{5E97526C-EF57-446B-B15F-A73DA3823195}"/>
              </a:ext>
            </a:extLst>
          </p:cNvPr>
          <p:cNvSpPr>
            <a:spLocks noGrp="1"/>
          </p:cNvSpPr>
          <p:nvPr/>
        </p:nvSpPr>
        <p:spPr>
          <a:xfrm>
            <a:off x="1269744" y="845009"/>
            <a:ext cx="24757" cy="24757"/>
          </a:xfrm>
          <a:prstGeom prst="ellipse">
            <a:avLst/>
          </a:prstGeom>
          <a:solidFill>
            <a:srgbClr val="007C83">
              <a:alpha val="40000"/>
            </a:srgbClr>
          </a:solidFill>
          <a:ln w="0">
            <a:noFill/>
            <a:prstDash val="solid"/>
          </a:ln>
        </p:spPr>
      </p:sp>
      <p:sp>
        <p:nvSpPr>
          <p:cNvPr id="240" name="LigandSeek2_vs_LigandSeek1_ellipse_5754">
            <a:extLst>
              <a:ext uri="{FF2B5EF4-FFF2-40B4-BE49-F238E27FC236}">
                <a16:creationId xmlns:a16="http://schemas.microsoft.com/office/drawing/2014/main" id="{A7A88B57-A771-48F4-9458-082369A70B52}"/>
              </a:ext>
            </a:extLst>
          </p:cNvPr>
          <p:cNvSpPr>
            <a:spLocks noGrp="1"/>
          </p:cNvSpPr>
          <p:nvPr/>
        </p:nvSpPr>
        <p:spPr>
          <a:xfrm>
            <a:off x="1340626" y="845009"/>
            <a:ext cx="24757" cy="24757"/>
          </a:xfrm>
          <a:prstGeom prst="ellipse">
            <a:avLst/>
          </a:prstGeom>
          <a:solidFill>
            <a:srgbClr val="007C83">
              <a:alpha val="40000"/>
            </a:srgbClr>
          </a:solidFill>
          <a:ln w="0">
            <a:noFill/>
            <a:prstDash val="solid"/>
          </a:ln>
        </p:spPr>
      </p:sp>
      <p:sp>
        <p:nvSpPr>
          <p:cNvPr id="241" name="LigandSeek2_vs_LigandSeek1_ellipse_5755">
            <a:extLst>
              <a:ext uri="{FF2B5EF4-FFF2-40B4-BE49-F238E27FC236}">
                <a16:creationId xmlns:a16="http://schemas.microsoft.com/office/drawing/2014/main" id="{FB11E8DD-5B27-48AA-9DA7-7950FA2B9D00}"/>
              </a:ext>
            </a:extLst>
          </p:cNvPr>
          <p:cNvSpPr>
            <a:spLocks noGrp="1"/>
          </p:cNvSpPr>
          <p:nvPr/>
        </p:nvSpPr>
        <p:spPr>
          <a:xfrm>
            <a:off x="1328255" y="1516074"/>
            <a:ext cx="24757" cy="24757"/>
          </a:xfrm>
          <a:prstGeom prst="ellipse">
            <a:avLst/>
          </a:prstGeom>
          <a:solidFill>
            <a:srgbClr val="007C83">
              <a:alpha val="40000"/>
            </a:srgbClr>
          </a:solidFill>
          <a:ln w="0">
            <a:noFill/>
            <a:prstDash val="solid"/>
          </a:ln>
        </p:spPr>
      </p:sp>
      <p:sp>
        <p:nvSpPr>
          <p:cNvPr id="242" name="LigandSeek2_vs_LigandSeek1_ellipse_5756">
            <a:extLst>
              <a:ext uri="{FF2B5EF4-FFF2-40B4-BE49-F238E27FC236}">
                <a16:creationId xmlns:a16="http://schemas.microsoft.com/office/drawing/2014/main" id="{DD7FBD6E-7E3F-44C4-A986-932D17DE99AC}"/>
              </a:ext>
            </a:extLst>
          </p:cNvPr>
          <p:cNvSpPr>
            <a:spLocks noGrp="1"/>
          </p:cNvSpPr>
          <p:nvPr/>
        </p:nvSpPr>
        <p:spPr>
          <a:xfrm>
            <a:off x="1342691" y="1890368"/>
            <a:ext cx="24757" cy="24757"/>
          </a:xfrm>
          <a:prstGeom prst="ellipse">
            <a:avLst/>
          </a:prstGeom>
          <a:solidFill>
            <a:srgbClr val="007C83">
              <a:alpha val="40000"/>
            </a:srgbClr>
          </a:solidFill>
          <a:ln w="0">
            <a:noFill/>
            <a:prstDash val="solid"/>
          </a:ln>
        </p:spPr>
      </p:sp>
      <p:sp>
        <p:nvSpPr>
          <p:cNvPr id="243" name="LigandSeek2_vs_LigandSeek1_ellipse_5757">
            <a:extLst>
              <a:ext uri="{FF2B5EF4-FFF2-40B4-BE49-F238E27FC236}">
                <a16:creationId xmlns:a16="http://schemas.microsoft.com/office/drawing/2014/main" id="{FF7E501E-4EBC-4560-A834-2E3AC81F3218}"/>
              </a:ext>
            </a:extLst>
          </p:cNvPr>
          <p:cNvSpPr>
            <a:spLocks noGrp="1"/>
          </p:cNvSpPr>
          <p:nvPr/>
        </p:nvSpPr>
        <p:spPr>
          <a:xfrm>
            <a:off x="1289488" y="1629028"/>
            <a:ext cx="24757" cy="24757"/>
          </a:xfrm>
          <a:prstGeom prst="ellipse">
            <a:avLst/>
          </a:prstGeom>
          <a:solidFill>
            <a:srgbClr val="007C83">
              <a:alpha val="40000"/>
            </a:srgbClr>
          </a:solidFill>
          <a:ln w="0">
            <a:noFill/>
            <a:prstDash val="solid"/>
          </a:ln>
        </p:spPr>
      </p:sp>
      <p:sp>
        <p:nvSpPr>
          <p:cNvPr id="244" name="LigandSeek2_vs_LigandSeek1_ellipse_5758">
            <a:extLst>
              <a:ext uri="{FF2B5EF4-FFF2-40B4-BE49-F238E27FC236}">
                <a16:creationId xmlns:a16="http://schemas.microsoft.com/office/drawing/2014/main" id="{6E32FFFA-990A-4FAB-984C-2D657B018D22}"/>
              </a:ext>
            </a:extLst>
          </p:cNvPr>
          <p:cNvSpPr>
            <a:spLocks noGrp="1"/>
          </p:cNvSpPr>
          <p:nvPr/>
        </p:nvSpPr>
        <p:spPr>
          <a:xfrm>
            <a:off x="1311731" y="845009"/>
            <a:ext cx="24757" cy="24757"/>
          </a:xfrm>
          <a:prstGeom prst="ellipse">
            <a:avLst/>
          </a:prstGeom>
          <a:solidFill>
            <a:srgbClr val="007C83">
              <a:alpha val="40000"/>
            </a:srgbClr>
          </a:solidFill>
          <a:ln w="0">
            <a:noFill/>
            <a:prstDash val="solid"/>
          </a:ln>
        </p:spPr>
      </p:sp>
      <p:sp>
        <p:nvSpPr>
          <p:cNvPr id="245" name="LigandSeek2_vs_LigandSeek1_ellipse_5759">
            <a:extLst>
              <a:ext uri="{FF2B5EF4-FFF2-40B4-BE49-F238E27FC236}">
                <a16:creationId xmlns:a16="http://schemas.microsoft.com/office/drawing/2014/main" id="{682B94FF-9A4A-4E73-AB85-1ACBD4A432F7}"/>
              </a:ext>
            </a:extLst>
          </p:cNvPr>
          <p:cNvSpPr>
            <a:spLocks noGrp="1"/>
          </p:cNvSpPr>
          <p:nvPr/>
        </p:nvSpPr>
        <p:spPr>
          <a:xfrm>
            <a:off x="1334120" y="1890368"/>
            <a:ext cx="24757" cy="24757"/>
          </a:xfrm>
          <a:prstGeom prst="ellipse">
            <a:avLst/>
          </a:prstGeom>
          <a:solidFill>
            <a:srgbClr val="007C83">
              <a:alpha val="40000"/>
            </a:srgbClr>
          </a:solidFill>
          <a:ln w="0">
            <a:noFill/>
            <a:prstDash val="solid"/>
          </a:ln>
        </p:spPr>
      </p:sp>
      <p:sp>
        <p:nvSpPr>
          <p:cNvPr id="246" name="LigandSeek2_vs_LigandSeek1_ellipse_5760">
            <a:extLst>
              <a:ext uri="{FF2B5EF4-FFF2-40B4-BE49-F238E27FC236}">
                <a16:creationId xmlns:a16="http://schemas.microsoft.com/office/drawing/2014/main" id="{B89457E6-D8AC-4FFE-B12C-707FB6DA3F15}"/>
              </a:ext>
            </a:extLst>
          </p:cNvPr>
          <p:cNvSpPr>
            <a:spLocks noGrp="1"/>
          </p:cNvSpPr>
          <p:nvPr/>
        </p:nvSpPr>
        <p:spPr>
          <a:xfrm>
            <a:off x="1266489" y="845009"/>
            <a:ext cx="24757" cy="24757"/>
          </a:xfrm>
          <a:prstGeom prst="ellipse">
            <a:avLst/>
          </a:prstGeom>
          <a:solidFill>
            <a:srgbClr val="007C83">
              <a:alpha val="40000"/>
            </a:srgbClr>
          </a:solidFill>
          <a:ln w="0">
            <a:noFill/>
            <a:prstDash val="solid"/>
          </a:ln>
        </p:spPr>
      </p:sp>
      <p:sp>
        <p:nvSpPr>
          <p:cNvPr id="247" name="LigandSeek2_vs_LigandSeek1_ellipse_5761">
            <a:extLst>
              <a:ext uri="{FF2B5EF4-FFF2-40B4-BE49-F238E27FC236}">
                <a16:creationId xmlns:a16="http://schemas.microsoft.com/office/drawing/2014/main" id="{CF3B98FE-24CB-4A20-9A80-6ABCC73407E7}"/>
              </a:ext>
            </a:extLst>
          </p:cNvPr>
          <p:cNvSpPr>
            <a:spLocks noGrp="1"/>
          </p:cNvSpPr>
          <p:nvPr/>
        </p:nvSpPr>
        <p:spPr>
          <a:xfrm>
            <a:off x="1346897" y="845009"/>
            <a:ext cx="24757" cy="24757"/>
          </a:xfrm>
          <a:prstGeom prst="ellipse">
            <a:avLst/>
          </a:prstGeom>
          <a:solidFill>
            <a:srgbClr val="007C83">
              <a:alpha val="40000"/>
            </a:srgbClr>
          </a:solidFill>
          <a:ln w="0">
            <a:noFill/>
            <a:prstDash val="solid"/>
          </a:ln>
        </p:spPr>
      </p:sp>
      <p:sp>
        <p:nvSpPr>
          <p:cNvPr id="248" name="LigandSeek2_vs_LigandSeek1_ellipse_5762">
            <a:extLst>
              <a:ext uri="{FF2B5EF4-FFF2-40B4-BE49-F238E27FC236}">
                <a16:creationId xmlns:a16="http://schemas.microsoft.com/office/drawing/2014/main" id="{6E928096-918F-41FF-92E2-A18B6DAA7747}"/>
              </a:ext>
            </a:extLst>
          </p:cNvPr>
          <p:cNvSpPr>
            <a:spLocks noGrp="1"/>
          </p:cNvSpPr>
          <p:nvPr/>
        </p:nvSpPr>
        <p:spPr>
          <a:xfrm>
            <a:off x="1308761" y="845009"/>
            <a:ext cx="24757" cy="24757"/>
          </a:xfrm>
          <a:prstGeom prst="ellipse">
            <a:avLst/>
          </a:prstGeom>
          <a:solidFill>
            <a:srgbClr val="007C83">
              <a:alpha val="40000"/>
            </a:srgbClr>
          </a:solidFill>
          <a:ln w="0">
            <a:noFill/>
            <a:prstDash val="solid"/>
          </a:ln>
        </p:spPr>
      </p:sp>
      <p:sp>
        <p:nvSpPr>
          <p:cNvPr id="249" name="LigandSeek2_vs_LigandSeek1_ellipse_5763">
            <a:extLst>
              <a:ext uri="{FF2B5EF4-FFF2-40B4-BE49-F238E27FC236}">
                <a16:creationId xmlns:a16="http://schemas.microsoft.com/office/drawing/2014/main" id="{1EC98293-7F40-4DB5-8A72-D7742FE819C0}"/>
              </a:ext>
            </a:extLst>
          </p:cNvPr>
          <p:cNvSpPr>
            <a:spLocks noGrp="1"/>
          </p:cNvSpPr>
          <p:nvPr/>
        </p:nvSpPr>
        <p:spPr>
          <a:xfrm>
            <a:off x="1296379" y="975679"/>
            <a:ext cx="24757" cy="24757"/>
          </a:xfrm>
          <a:prstGeom prst="ellipse">
            <a:avLst/>
          </a:prstGeom>
          <a:solidFill>
            <a:srgbClr val="007C83">
              <a:alpha val="40000"/>
            </a:srgbClr>
          </a:solidFill>
          <a:ln w="0">
            <a:noFill/>
            <a:prstDash val="solid"/>
          </a:ln>
        </p:spPr>
      </p:sp>
      <p:sp>
        <p:nvSpPr>
          <p:cNvPr id="250" name="LigandSeek2_vs_LigandSeek1_ellipse_5764">
            <a:extLst>
              <a:ext uri="{FF2B5EF4-FFF2-40B4-BE49-F238E27FC236}">
                <a16:creationId xmlns:a16="http://schemas.microsoft.com/office/drawing/2014/main" id="{37B73663-52AC-4F35-8884-AA5A4AAC3D49}"/>
              </a:ext>
            </a:extLst>
          </p:cNvPr>
          <p:cNvSpPr>
            <a:spLocks noGrp="1"/>
          </p:cNvSpPr>
          <p:nvPr/>
        </p:nvSpPr>
        <p:spPr>
          <a:xfrm>
            <a:off x="1274126" y="1309613"/>
            <a:ext cx="24757" cy="24757"/>
          </a:xfrm>
          <a:prstGeom prst="ellipse">
            <a:avLst/>
          </a:prstGeom>
          <a:solidFill>
            <a:srgbClr val="007C83">
              <a:alpha val="40000"/>
            </a:srgbClr>
          </a:solidFill>
          <a:ln w="0">
            <a:noFill/>
            <a:prstDash val="solid"/>
          </a:ln>
        </p:spPr>
      </p:sp>
      <p:sp>
        <p:nvSpPr>
          <p:cNvPr id="251" name="LigandSeek2_vs_LigandSeek1_ellipse_5765">
            <a:extLst>
              <a:ext uri="{FF2B5EF4-FFF2-40B4-BE49-F238E27FC236}">
                <a16:creationId xmlns:a16="http://schemas.microsoft.com/office/drawing/2014/main" id="{BEAF93EA-8274-4D80-A619-BEE8A1BE944D}"/>
              </a:ext>
            </a:extLst>
          </p:cNvPr>
          <p:cNvSpPr>
            <a:spLocks noGrp="1"/>
          </p:cNvSpPr>
          <p:nvPr/>
        </p:nvSpPr>
        <p:spPr>
          <a:xfrm>
            <a:off x="1281728" y="1367688"/>
            <a:ext cx="24757" cy="24757"/>
          </a:xfrm>
          <a:prstGeom prst="ellipse">
            <a:avLst/>
          </a:prstGeom>
          <a:solidFill>
            <a:srgbClr val="007C83">
              <a:alpha val="40000"/>
            </a:srgbClr>
          </a:solidFill>
          <a:ln w="0">
            <a:noFill/>
            <a:prstDash val="solid"/>
          </a:ln>
        </p:spPr>
      </p:sp>
      <p:sp>
        <p:nvSpPr>
          <p:cNvPr id="252" name="LigandSeek2_vs_LigandSeek1_ellipse_5766">
            <a:extLst>
              <a:ext uri="{FF2B5EF4-FFF2-40B4-BE49-F238E27FC236}">
                <a16:creationId xmlns:a16="http://schemas.microsoft.com/office/drawing/2014/main" id="{1A3C35C3-5B5F-4E95-90A9-0A371276C094}"/>
              </a:ext>
            </a:extLst>
          </p:cNvPr>
          <p:cNvSpPr>
            <a:spLocks noGrp="1"/>
          </p:cNvSpPr>
          <p:nvPr/>
        </p:nvSpPr>
        <p:spPr>
          <a:xfrm>
            <a:off x="1352099" y="845009"/>
            <a:ext cx="24757" cy="24757"/>
          </a:xfrm>
          <a:prstGeom prst="ellipse">
            <a:avLst/>
          </a:prstGeom>
          <a:solidFill>
            <a:srgbClr val="007C83">
              <a:alpha val="40000"/>
            </a:srgbClr>
          </a:solidFill>
          <a:ln w="0">
            <a:noFill/>
            <a:prstDash val="solid"/>
          </a:ln>
        </p:spPr>
      </p:sp>
      <p:sp>
        <p:nvSpPr>
          <p:cNvPr id="253" name="LigandSeek2_vs_LigandSeek1_ellipse_5767">
            <a:extLst>
              <a:ext uri="{FF2B5EF4-FFF2-40B4-BE49-F238E27FC236}">
                <a16:creationId xmlns:a16="http://schemas.microsoft.com/office/drawing/2014/main" id="{0120D9F7-C7EA-4876-A3F9-07CA6FD54C83}"/>
              </a:ext>
            </a:extLst>
          </p:cNvPr>
          <p:cNvSpPr>
            <a:spLocks noGrp="1"/>
          </p:cNvSpPr>
          <p:nvPr/>
        </p:nvSpPr>
        <p:spPr>
          <a:xfrm>
            <a:off x="1303613" y="845009"/>
            <a:ext cx="24757" cy="24757"/>
          </a:xfrm>
          <a:prstGeom prst="ellipse">
            <a:avLst/>
          </a:prstGeom>
          <a:solidFill>
            <a:srgbClr val="007C83">
              <a:alpha val="40000"/>
            </a:srgbClr>
          </a:solidFill>
          <a:ln w="0">
            <a:noFill/>
            <a:prstDash val="solid"/>
          </a:ln>
        </p:spPr>
      </p:sp>
      <p:sp>
        <p:nvSpPr>
          <p:cNvPr id="254" name="LigandSeek2_vs_LigandSeek1_ellipse_5768">
            <a:extLst>
              <a:ext uri="{FF2B5EF4-FFF2-40B4-BE49-F238E27FC236}">
                <a16:creationId xmlns:a16="http://schemas.microsoft.com/office/drawing/2014/main" id="{CE3BA3EE-0B95-4649-B073-F7E09AA14A41}"/>
              </a:ext>
            </a:extLst>
          </p:cNvPr>
          <p:cNvSpPr>
            <a:spLocks noGrp="1"/>
          </p:cNvSpPr>
          <p:nvPr/>
        </p:nvSpPr>
        <p:spPr>
          <a:xfrm>
            <a:off x="1290572" y="845009"/>
            <a:ext cx="24757" cy="24757"/>
          </a:xfrm>
          <a:prstGeom prst="ellipse">
            <a:avLst/>
          </a:prstGeom>
          <a:solidFill>
            <a:srgbClr val="007C83">
              <a:alpha val="40000"/>
            </a:srgbClr>
          </a:solidFill>
          <a:ln w="0">
            <a:noFill/>
            <a:prstDash val="solid"/>
          </a:ln>
        </p:spPr>
      </p:sp>
      <p:sp>
        <p:nvSpPr>
          <p:cNvPr id="255" name="LigandSeek2_vs_LigandSeek1_ellipse_5769">
            <a:extLst>
              <a:ext uri="{FF2B5EF4-FFF2-40B4-BE49-F238E27FC236}">
                <a16:creationId xmlns:a16="http://schemas.microsoft.com/office/drawing/2014/main" id="{5AB685A0-B592-4F29-88CA-304797EC9C4A}"/>
              </a:ext>
            </a:extLst>
          </p:cNvPr>
          <p:cNvSpPr>
            <a:spLocks noGrp="1"/>
          </p:cNvSpPr>
          <p:nvPr/>
        </p:nvSpPr>
        <p:spPr>
          <a:xfrm>
            <a:off x="1300142" y="845009"/>
            <a:ext cx="24757" cy="24757"/>
          </a:xfrm>
          <a:prstGeom prst="ellipse">
            <a:avLst/>
          </a:prstGeom>
          <a:solidFill>
            <a:srgbClr val="007C83">
              <a:alpha val="40000"/>
            </a:srgbClr>
          </a:solidFill>
          <a:ln w="0">
            <a:noFill/>
            <a:prstDash val="solid"/>
          </a:ln>
        </p:spPr>
      </p:sp>
      <p:sp>
        <p:nvSpPr>
          <p:cNvPr id="256" name="LigandSeek2_vs_LigandSeek1_ellipse_5770">
            <a:extLst>
              <a:ext uri="{FF2B5EF4-FFF2-40B4-BE49-F238E27FC236}">
                <a16:creationId xmlns:a16="http://schemas.microsoft.com/office/drawing/2014/main" id="{317B05B3-5E81-4915-89CC-E2400A374DF2}"/>
              </a:ext>
            </a:extLst>
          </p:cNvPr>
          <p:cNvSpPr>
            <a:spLocks noGrp="1"/>
          </p:cNvSpPr>
          <p:nvPr/>
        </p:nvSpPr>
        <p:spPr>
          <a:xfrm>
            <a:off x="1323810" y="1061548"/>
            <a:ext cx="24757" cy="24757"/>
          </a:xfrm>
          <a:prstGeom prst="ellipse">
            <a:avLst/>
          </a:prstGeom>
          <a:solidFill>
            <a:srgbClr val="007C83">
              <a:alpha val="40000"/>
            </a:srgbClr>
          </a:solidFill>
          <a:ln w="0">
            <a:noFill/>
            <a:prstDash val="solid"/>
          </a:ln>
        </p:spPr>
      </p:sp>
      <p:sp>
        <p:nvSpPr>
          <p:cNvPr id="257" name="LigandSeek2_vs_LigandSeek1_ellipse_5771">
            <a:extLst>
              <a:ext uri="{FF2B5EF4-FFF2-40B4-BE49-F238E27FC236}">
                <a16:creationId xmlns:a16="http://schemas.microsoft.com/office/drawing/2014/main" id="{BEE8F8F1-7674-46BA-B824-DD506460FA25}"/>
              </a:ext>
            </a:extLst>
          </p:cNvPr>
          <p:cNvSpPr>
            <a:spLocks noGrp="1"/>
          </p:cNvSpPr>
          <p:nvPr/>
        </p:nvSpPr>
        <p:spPr>
          <a:xfrm>
            <a:off x="1290038" y="845009"/>
            <a:ext cx="24757" cy="24757"/>
          </a:xfrm>
          <a:prstGeom prst="ellipse">
            <a:avLst/>
          </a:prstGeom>
          <a:solidFill>
            <a:srgbClr val="007C83">
              <a:alpha val="40000"/>
            </a:srgbClr>
          </a:solidFill>
          <a:ln w="0">
            <a:noFill/>
            <a:prstDash val="solid"/>
          </a:ln>
        </p:spPr>
      </p:sp>
      <p:sp>
        <p:nvSpPr>
          <p:cNvPr id="258" name="LigandSeek2_vs_LigandSeek1_ellipse_5772">
            <a:extLst>
              <a:ext uri="{FF2B5EF4-FFF2-40B4-BE49-F238E27FC236}">
                <a16:creationId xmlns:a16="http://schemas.microsoft.com/office/drawing/2014/main" id="{42D6797C-9F52-45BE-8AC1-67B102E5CC03}"/>
              </a:ext>
            </a:extLst>
          </p:cNvPr>
          <p:cNvSpPr>
            <a:spLocks noGrp="1"/>
          </p:cNvSpPr>
          <p:nvPr/>
        </p:nvSpPr>
        <p:spPr>
          <a:xfrm>
            <a:off x="1319709" y="845009"/>
            <a:ext cx="24757" cy="24757"/>
          </a:xfrm>
          <a:prstGeom prst="ellipse">
            <a:avLst/>
          </a:prstGeom>
          <a:solidFill>
            <a:srgbClr val="007C83">
              <a:alpha val="40000"/>
            </a:srgbClr>
          </a:solidFill>
          <a:ln w="0">
            <a:noFill/>
            <a:prstDash val="solid"/>
          </a:ln>
        </p:spPr>
      </p:sp>
      <p:sp>
        <p:nvSpPr>
          <p:cNvPr id="259" name="LigandSeek2_vs_LigandSeek1_ellipse_5773">
            <a:extLst>
              <a:ext uri="{FF2B5EF4-FFF2-40B4-BE49-F238E27FC236}">
                <a16:creationId xmlns:a16="http://schemas.microsoft.com/office/drawing/2014/main" id="{93E907A2-B614-4702-9591-EC3A7B24D497}"/>
              </a:ext>
            </a:extLst>
          </p:cNvPr>
          <p:cNvSpPr>
            <a:spLocks noGrp="1"/>
          </p:cNvSpPr>
          <p:nvPr/>
        </p:nvSpPr>
        <p:spPr>
          <a:xfrm>
            <a:off x="1343683" y="1106349"/>
            <a:ext cx="24757" cy="24757"/>
          </a:xfrm>
          <a:prstGeom prst="ellipse">
            <a:avLst/>
          </a:prstGeom>
          <a:solidFill>
            <a:srgbClr val="007C83">
              <a:alpha val="40000"/>
            </a:srgbClr>
          </a:solidFill>
          <a:ln w="0">
            <a:noFill/>
            <a:prstDash val="solid"/>
          </a:ln>
        </p:spPr>
      </p:sp>
      <p:sp>
        <p:nvSpPr>
          <p:cNvPr id="260" name="LigandSeek2_vs_LigandSeek1_ellipse_5774">
            <a:extLst>
              <a:ext uri="{FF2B5EF4-FFF2-40B4-BE49-F238E27FC236}">
                <a16:creationId xmlns:a16="http://schemas.microsoft.com/office/drawing/2014/main" id="{AA8CA30A-5BA4-4DD2-BBB8-A9CB11BBDC6B}"/>
              </a:ext>
            </a:extLst>
          </p:cNvPr>
          <p:cNvSpPr>
            <a:spLocks noGrp="1"/>
          </p:cNvSpPr>
          <p:nvPr/>
        </p:nvSpPr>
        <p:spPr>
          <a:xfrm>
            <a:off x="1281822" y="1367688"/>
            <a:ext cx="24757" cy="24757"/>
          </a:xfrm>
          <a:prstGeom prst="ellipse">
            <a:avLst/>
          </a:prstGeom>
          <a:solidFill>
            <a:srgbClr val="007C83">
              <a:alpha val="40000"/>
            </a:srgbClr>
          </a:solidFill>
          <a:ln w="0">
            <a:noFill/>
            <a:prstDash val="solid"/>
          </a:ln>
        </p:spPr>
      </p:sp>
      <p:sp>
        <p:nvSpPr>
          <p:cNvPr id="261" name="LigandSeek2_vs_LigandSeek1_ellipse_5775">
            <a:extLst>
              <a:ext uri="{FF2B5EF4-FFF2-40B4-BE49-F238E27FC236}">
                <a16:creationId xmlns:a16="http://schemas.microsoft.com/office/drawing/2014/main" id="{4A8BA4E6-05E6-48C4-BE3B-D79E94ACC091}"/>
              </a:ext>
            </a:extLst>
          </p:cNvPr>
          <p:cNvSpPr>
            <a:spLocks noGrp="1"/>
          </p:cNvSpPr>
          <p:nvPr/>
        </p:nvSpPr>
        <p:spPr>
          <a:xfrm>
            <a:off x="1287347" y="845009"/>
            <a:ext cx="24757" cy="24757"/>
          </a:xfrm>
          <a:prstGeom prst="ellipse">
            <a:avLst/>
          </a:prstGeom>
          <a:solidFill>
            <a:srgbClr val="007C83">
              <a:alpha val="40000"/>
            </a:srgbClr>
          </a:solidFill>
          <a:ln w="0">
            <a:noFill/>
            <a:prstDash val="solid"/>
          </a:ln>
        </p:spPr>
      </p:sp>
      <p:sp>
        <p:nvSpPr>
          <p:cNvPr id="262" name="LigandSeek2_vs_LigandSeek1_ellipse_5776">
            <a:extLst>
              <a:ext uri="{FF2B5EF4-FFF2-40B4-BE49-F238E27FC236}">
                <a16:creationId xmlns:a16="http://schemas.microsoft.com/office/drawing/2014/main" id="{63236B10-A219-48AC-A3E9-26C452F44F3C}"/>
              </a:ext>
            </a:extLst>
          </p:cNvPr>
          <p:cNvSpPr>
            <a:spLocks noGrp="1"/>
          </p:cNvSpPr>
          <p:nvPr/>
        </p:nvSpPr>
        <p:spPr>
          <a:xfrm>
            <a:off x="1279173" y="926919"/>
            <a:ext cx="24757" cy="24757"/>
          </a:xfrm>
          <a:prstGeom prst="ellipse">
            <a:avLst/>
          </a:prstGeom>
          <a:solidFill>
            <a:srgbClr val="007C83">
              <a:alpha val="40000"/>
            </a:srgbClr>
          </a:solidFill>
          <a:ln w="0">
            <a:noFill/>
            <a:prstDash val="solid"/>
          </a:ln>
        </p:spPr>
      </p:sp>
      <p:sp>
        <p:nvSpPr>
          <p:cNvPr id="263" name="LigandSeek2_vs_LigandSeek1_ellipse_5777">
            <a:extLst>
              <a:ext uri="{FF2B5EF4-FFF2-40B4-BE49-F238E27FC236}">
                <a16:creationId xmlns:a16="http://schemas.microsoft.com/office/drawing/2014/main" id="{B57A29C8-A052-4419-9E0E-513B4E93FA45}"/>
              </a:ext>
            </a:extLst>
          </p:cNvPr>
          <p:cNvSpPr>
            <a:spLocks noGrp="1"/>
          </p:cNvSpPr>
          <p:nvPr/>
        </p:nvSpPr>
        <p:spPr>
          <a:xfrm>
            <a:off x="1311408" y="1138420"/>
            <a:ext cx="24757" cy="24757"/>
          </a:xfrm>
          <a:prstGeom prst="ellipse">
            <a:avLst/>
          </a:prstGeom>
          <a:solidFill>
            <a:srgbClr val="007C83">
              <a:alpha val="40000"/>
            </a:srgbClr>
          </a:solidFill>
          <a:ln w="0">
            <a:noFill/>
            <a:prstDash val="solid"/>
          </a:ln>
        </p:spPr>
      </p:sp>
      <p:sp>
        <p:nvSpPr>
          <p:cNvPr id="264" name="LigandSeek2_vs_LigandSeek1_ellipse_5778">
            <a:extLst>
              <a:ext uri="{FF2B5EF4-FFF2-40B4-BE49-F238E27FC236}">
                <a16:creationId xmlns:a16="http://schemas.microsoft.com/office/drawing/2014/main" id="{FE641431-2962-4727-B6ED-206FDA3759AC}"/>
              </a:ext>
            </a:extLst>
          </p:cNvPr>
          <p:cNvSpPr>
            <a:spLocks noGrp="1"/>
          </p:cNvSpPr>
          <p:nvPr/>
        </p:nvSpPr>
        <p:spPr>
          <a:xfrm>
            <a:off x="1270677" y="1212839"/>
            <a:ext cx="24757" cy="24757"/>
          </a:xfrm>
          <a:prstGeom prst="ellipse">
            <a:avLst/>
          </a:prstGeom>
          <a:solidFill>
            <a:srgbClr val="007C83">
              <a:alpha val="40000"/>
            </a:srgbClr>
          </a:solidFill>
          <a:ln w="0">
            <a:noFill/>
            <a:prstDash val="solid"/>
          </a:ln>
        </p:spPr>
      </p:sp>
      <p:sp>
        <p:nvSpPr>
          <p:cNvPr id="265" name="LigandSeek2_vs_LigandSeek1_ellipse_5779">
            <a:extLst>
              <a:ext uri="{FF2B5EF4-FFF2-40B4-BE49-F238E27FC236}">
                <a16:creationId xmlns:a16="http://schemas.microsoft.com/office/drawing/2014/main" id="{A1328C9E-270A-458C-B01E-C6826470EDFD}"/>
              </a:ext>
            </a:extLst>
          </p:cNvPr>
          <p:cNvSpPr>
            <a:spLocks noGrp="1"/>
          </p:cNvSpPr>
          <p:nvPr/>
        </p:nvSpPr>
        <p:spPr>
          <a:xfrm>
            <a:off x="1338584" y="1269375"/>
            <a:ext cx="24757" cy="24757"/>
          </a:xfrm>
          <a:prstGeom prst="ellipse">
            <a:avLst/>
          </a:prstGeom>
          <a:solidFill>
            <a:srgbClr val="007C83">
              <a:alpha val="40000"/>
            </a:srgbClr>
          </a:solidFill>
          <a:ln w="0">
            <a:noFill/>
            <a:prstDash val="solid"/>
          </a:ln>
        </p:spPr>
      </p:sp>
      <p:sp>
        <p:nvSpPr>
          <p:cNvPr id="266" name="LigandSeek2_vs_LigandSeek1_ellipse_5780">
            <a:extLst>
              <a:ext uri="{FF2B5EF4-FFF2-40B4-BE49-F238E27FC236}">
                <a16:creationId xmlns:a16="http://schemas.microsoft.com/office/drawing/2014/main" id="{3CBA404F-6F95-427F-818D-EDE50F472CFF}"/>
              </a:ext>
            </a:extLst>
          </p:cNvPr>
          <p:cNvSpPr>
            <a:spLocks noGrp="1"/>
          </p:cNvSpPr>
          <p:nvPr/>
        </p:nvSpPr>
        <p:spPr>
          <a:xfrm>
            <a:off x="1272041" y="1293020"/>
            <a:ext cx="24757" cy="24757"/>
          </a:xfrm>
          <a:prstGeom prst="ellipse">
            <a:avLst/>
          </a:prstGeom>
          <a:solidFill>
            <a:srgbClr val="007C83">
              <a:alpha val="40000"/>
            </a:srgbClr>
          </a:solidFill>
          <a:ln w="0">
            <a:noFill/>
            <a:prstDash val="solid"/>
          </a:ln>
        </p:spPr>
      </p:sp>
      <p:sp>
        <p:nvSpPr>
          <p:cNvPr id="267" name="LigandSeek2_vs_LigandSeek1_ellipse_5781">
            <a:extLst>
              <a:ext uri="{FF2B5EF4-FFF2-40B4-BE49-F238E27FC236}">
                <a16:creationId xmlns:a16="http://schemas.microsoft.com/office/drawing/2014/main" id="{6F178DBB-6EE2-4DC8-8712-6682A1C7D675}"/>
              </a:ext>
            </a:extLst>
          </p:cNvPr>
          <p:cNvSpPr>
            <a:spLocks noGrp="1"/>
          </p:cNvSpPr>
          <p:nvPr/>
        </p:nvSpPr>
        <p:spPr>
          <a:xfrm>
            <a:off x="1288512" y="1367688"/>
            <a:ext cx="24757" cy="24757"/>
          </a:xfrm>
          <a:prstGeom prst="ellipse">
            <a:avLst/>
          </a:prstGeom>
          <a:solidFill>
            <a:srgbClr val="007C83">
              <a:alpha val="40000"/>
            </a:srgbClr>
          </a:solidFill>
          <a:ln w="0">
            <a:noFill/>
            <a:prstDash val="solid"/>
          </a:ln>
        </p:spPr>
      </p:sp>
      <p:sp>
        <p:nvSpPr>
          <p:cNvPr id="268" name="LigandSeek2_vs_LigandSeek1_ellipse_5782">
            <a:extLst>
              <a:ext uri="{FF2B5EF4-FFF2-40B4-BE49-F238E27FC236}">
                <a16:creationId xmlns:a16="http://schemas.microsoft.com/office/drawing/2014/main" id="{908B8147-D7BF-498D-A848-CCEBB80D48F7}"/>
              </a:ext>
            </a:extLst>
          </p:cNvPr>
          <p:cNvSpPr>
            <a:spLocks noGrp="1"/>
          </p:cNvSpPr>
          <p:nvPr/>
        </p:nvSpPr>
        <p:spPr>
          <a:xfrm>
            <a:off x="1348566" y="1862610"/>
            <a:ext cx="24757" cy="24757"/>
          </a:xfrm>
          <a:prstGeom prst="ellipse">
            <a:avLst/>
          </a:prstGeom>
          <a:solidFill>
            <a:srgbClr val="007C83">
              <a:alpha val="40000"/>
            </a:srgbClr>
          </a:solidFill>
          <a:ln w="0">
            <a:noFill/>
            <a:prstDash val="solid"/>
          </a:ln>
        </p:spPr>
      </p:sp>
      <p:sp>
        <p:nvSpPr>
          <p:cNvPr id="269" name="LigandSeek2_vs_LigandSeek1_ellipse_5783">
            <a:extLst>
              <a:ext uri="{FF2B5EF4-FFF2-40B4-BE49-F238E27FC236}">
                <a16:creationId xmlns:a16="http://schemas.microsoft.com/office/drawing/2014/main" id="{1A904C44-63CF-4AA7-84C3-9CAF5B1E7FCD}"/>
              </a:ext>
            </a:extLst>
          </p:cNvPr>
          <p:cNvSpPr>
            <a:spLocks noGrp="1"/>
          </p:cNvSpPr>
          <p:nvPr/>
        </p:nvSpPr>
        <p:spPr>
          <a:xfrm>
            <a:off x="1288087" y="1193462"/>
            <a:ext cx="24757" cy="24757"/>
          </a:xfrm>
          <a:prstGeom prst="ellipse">
            <a:avLst/>
          </a:prstGeom>
          <a:solidFill>
            <a:srgbClr val="007C83">
              <a:alpha val="40000"/>
            </a:srgbClr>
          </a:solidFill>
          <a:ln w="0">
            <a:noFill/>
            <a:prstDash val="solid"/>
          </a:ln>
        </p:spPr>
      </p:sp>
      <p:sp>
        <p:nvSpPr>
          <p:cNvPr id="270" name="LigandSeek2_vs_LigandSeek1_ellipse_5784">
            <a:extLst>
              <a:ext uri="{FF2B5EF4-FFF2-40B4-BE49-F238E27FC236}">
                <a16:creationId xmlns:a16="http://schemas.microsoft.com/office/drawing/2014/main" id="{58E2194B-60B9-47B2-BCD8-B71CCA26BF74}"/>
              </a:ext>
            </a:extLst>
          </p:cNvPr>
          <p:cNvSpPr>
            <a:spLocks noGrp="1"/>
          </p:cNvSpPr>
          <p:nvPr/>
        </p:nvSpPr>
        <p:spPr>
          <a:xfrm>
            <a:off x="1310999" y="1215240"/>
            <a:ext cx="24757" cy="24757"/>
          </a:xfrm>
          <a:prstGeom prst="ellipse">
            <a:avLst/>
          </a:prstGeom>
          <a:solidFill>
            <a:srgbClr val="007C83">
              <a:alpha val="40000"/>
            </a:srgbClr>
          </a:solidFill>
          <a:ln w="0">
            <a:noFill/>
            <a:prstDash val="solid"/>
          </a:ln>
        </p:spPr>
      </p:sp>
      <p:sp>
        <p:nvSpPr>
          <p:cNvPr id="271" name="LigandSeek2_vs_LigandSeek1_ellipse_5785">
            <a:extLst>
              <a:ext uri="{FF2B5EF4-FFF2-40B4-BE49-F238E27FC236}">
                <a16:creationId xmlns:a16="http://schemas.microsoft.com/office/drawing/2014/main" id="{DF8CDEFC-F8C8-4522-B069-B96C1F980753}"/>
              </a:ext>
            </a:extLst>
          </p:cNvPr>
          <p:cNvSpPr>
            <a:spLocks noGrp="1"/>
          </p:cNvSpPr>
          <p:nvPr/>
        </p:nvSpPr>
        <p:spPr>
          <a:xfrm>
            <a:off x="1339297" y="845009"/>
            <a:ext cx="24757" cy="24757"/>
          </a:xfrm>
          <a:prstGeom prst="ellipse">
            <a:avLst/>
          </a:prstGeom>
          <a:solidFill>
            <a:srgbClr val="007C83">
              <a:alpha val="40000"/>
            </a:srgbClr>
          </a:solidFill>
          <a:ln w="0">
            <a:noFill/>
            <a:prstDash val="solid"/>
          </a:ln>
        </p:spPr>
      </p:sp>
      <p:sp>
        <p:nvSpPr>
          <p:cNvPr id="272" name="LigandSeek2_vs_LigandSeek1_ellipse_5786">
            <a:extLst>
              <a:ext uri="{FF2B5EF4-FFF2-40B4-BE49-F238E27FC236}">
                <a16:creationId xmlns:a16="http://schemas.microsoft.com/office/drawing/2014/main" id="{84A18D16-AF21-48FF-AB68-5FC018D26187}"/>
              </a:ext>
            </a:extLst>
          </p:cNvPr>
          <p:cNvSpPr>
            <a:spLocks noGrp="1"/>
          </p:cNvSpPr>
          <p:nvPr/>
        </p:nvSpPr>
        <p:spPr>
          <a:xfrm>
            <a:off x="1275564" y="845009"/>
            <a:ext cx="24757" cy="24757"/>
          </a:xfrm>
          <a:prstGeom prst="ellipse">
            <a:avLst/>
          </a:prstGeom>
          <a:solidFill>
            <a:srgbClr val="007C83">
              <a:alpha val="40000"/>
            </a:srgbClr>
          </a:solidFill>
          <a:ln w="0">
            <a:noFill/>
            <a:prstDash val="solid"/>
          </a:ln>
        </p:spPr>
      </p:sp>
      <p:sp>
        <p:nvSpPr>
          <p:cNvPr id="273" name="LigandSeek2_vs_LigandSeek1_ellipse_5787">
            <a:extLst>
              <a:ext uri="{FF2B5EF4-FFF2-40B4-BE49-F238E27FC236}">
                <a16:creationId xmlns:a16="http://schemas.microsoft.com/office/drawing/2014/main" id="{6346FE89-9DE9-425B-B80A-4A2EC6454834}"/>
              </a:ext>
            </a:extLst>
          </p:cNvPr>
          <p:cNvSpPr>
            <a:spLocks noGrp="1"/>
          </p:cNvSpPr>
          <p:nvPr/>
        </p:nvSpPr>
        <p:spPr>
          <a:xfrm>
            <a:off x="1310643" y="845009"/>
            <a:ext cx="24757" cy="24757"/>
          </a:xfrm>
          <a:prstGeom prst="ellipse">
            <a:avLst/>
          </a:prstGeom>
          <a:solidFill>
            <a:srgbClr val="007C83">
              <a:alpha val="40000"/>
            </a:srgbClr>
          </a:solidFill>
          <a:ln w="0">
            <a:noFill/>
            <a:prstDash val="solid"/>
          </a:ln>
        </p:spPr>
      </p:sp>
      <p:sp>
        <p:nvSpPr>
          <p:cNvPr id="274" name="LigandSeek2_vs_LigandSeek1_ellipse_5788">
            <a:extLst>
              <a:ext uri="{FF2B5EF4-FFF2-40B4-BE49-F238E27FC236}">
                <a16:creationId xmlns:a16="http://schemas.microsoft.com/office/drawing/2014/main" id="{8BB3DA3D-1AD5-46D1-B716-04774E7C4565}"/>
              </a:ext>
            </a:extLst>
          </p:cNvPr>
          <p:cNvSpPr>
            <a:spLocks noGrp="1"/>
          </p:cNvSpPr>
          <p:nvPr/>
        </p:nvSpPr>
        <p:spPr>
          <a:xfrm>
            <a:off x="1276734" y="845009"/>
            <a:ext cx="24757" cy="24757"/>
          </a:xfrm>
          <a:prstGeom prst="ellipse">
            <a:avLst/>
          </a:prstGeom>
          <a:solidFill>
            <a:srgbClr val="007C83">
              <a:alpha val="40000"/>
            </a:srgbClr>
          </a:solidFill>
          <a:ln w="0">
            <a:noFill/>
            <a:prstDash val="solid"/>
          </a:ln>
        </p:spPr>
      </p:sp>
      <p:sp>
        <p:nvSpPr>
          <p:cNvPr id="275" name="LigandSeek2_vs_LigandSeek1_ellipse_5789">
            <a:extLst>
              <a:ext uri="{FF2B5EF4-FFF2-40B4-BE49-F238E27FC236}">
                <a16:creationId xmlns:a16="http://schemas.microsoft.com/office/drawing/2014/main" id="{D96550CE-5DB9-44CE-9DFD-BF325B627AA6}"/>
              </a:ext>
            </a:extLst>
          </p:cNvPr>
          <p:cNvSpPr>
            <a:spLocks noGrp="1"/>
          </p:cNvSpPr>
          <p:nvPr/>
        </p:nvSpPr>
        <p:spPr>
          <a:xfrm>
            <a:off x="1268932" y="1271864"/>
            <a:ext cx="24757" cy="24757"/>
          </a:xfrm>
          <a:prstGeom prst="ellipse">
            <a:avLst/>
          </a:prstGeom>
          <a:solidFill>
            <a:srgbClr val="007C83">
              <a:alpha val="40000"/>
            </a:srgbClr>
          </a:solidFill>
          <a:ln w="0">
            <a:noFill/>
            <a:prstDash val="solid"/>
          </a:ln>
        </p:spPr>
      </p:sp>
      <p:sp>
        <p:nvSpPr>
          <p:cNvPr id="276" name="LigandSeek2_vs_LigandSeek1_ellipse_5790">
            <a:extLst>
              <a:ext uri="{FF2B5EF4-FFF2-40B4-BE49-F238E27FC236}">
                <a16:creationId xmlns:a16="http://schemas.microsoft.com/office/drawing/2014/main" id="{A17FCB62-45AD-4089-B91F-315A323F2C52}"/>
              </a:ext>
            </a:extLst>
          </p:cNvPr>
          <p:cNvSpPr>
            <a:spLocks noGrp="1"/>
          </p:cNvSpPr>
          <p:nvPr/>
        </p:nvSpPr>
        <p:spPr>
          <a:xfrm>
            <a:off x="1309197" y="1360222"/>
            <a:ext cx="24757" cy="24757"/>
          </a:xfrm>
          <a:prstGeom prst="ellipse">
            <a:avLst/>
          </a:prstGeom>
          <a:solidFill>
            <a:srgbClr val="007C83">
              <a:alpha val="40000"/>
            </a:srgbClr>
          </a:solidFill>
          <a:ln w="0">
            <a:noFill/>
            <a:prstDash val="solid"/>
          </a:ln>
        </p:spPr>
      </p:sp>
      <p:sp>
        <p:nvSpPr>
          <p:cNvPr id="277" name="LigandSeek2_vs_LigandSeek1_ellipse_5791">
            <a:extLst>
              <a:ext uri="{FF2B5EF4-FFF2-40B4-BE49-F238E27FC236}">
                <a16:creationId xmlns:a16="http://schemas.microsoft.com/office/drawing/2014/main" id="{39A25945-C2E1-4FC8-9549-7087F7581A17}"/>
              </a:ext>
            </a:extLst>
          </p:cNvPr>
          <p:cNvSpPr>
            <a:spLocks noGrp="1"/>
          </p:cNvSpPr>
          <p:nvPr/>
        </p:nvSpPr>
        <p:spPr>
          <a:xfrm>
            <a:off x="1314019" y="1367688"/>
            <a:ext cx="24757" cy="24757"/>
          </a:xfrm>
          <a:prstGeom prst="ellipse">
            <a:avLst/>
          </a:prstGeom>
          <a:solidFill>
            <a:srgbClr val="007C83">
              <a:alpha val="40000"/>
            </a:srgbClr>
          </a:solidFill>
          <a:ln w="0">
            <a:noFill/>
            <a:prstDash val="solid"/>
          </a:ln>
        </p:spPr>
      </p:sp>
      <p:sp>
        <p:nvSpPr>
          <p:cNvPr id="278" name="LigandSeek2_vs_LigandSeek1_ellipse_5792">
            <a:extLst>
              <a:ext uri="{FF2B5EF4-FFF2-40B4-BE49-F238E27FC236}">
                <a16:creationId xmlns:a16="http://schemas.microsoft.com/office/drawing/2014/main" id="{C3C4CC82-0BE8-4C62-8342-A374627C7AC4}"/>
              </a:ext>
            </a:extLst>
          </p:cNvPr>
          <p:cNvSpPr>
            <a:spLocks noGrp="1"/>
          </p:cNvSpPr>
          <p:nvPr/>
        </p:nvSpPr>
        <p:spPr>
          <a:xfrm>
            <a:off x="1277748" y="845009"/>
            <a:ext cx="24757" cy="24757"/>
          </a:xfrm>
          <a:prstGeom prst="ellipse">
            <a:avLst/>
          </a:prstGeom>
          <a:solidFill>
            <a:srgbClr val="007C83">
              <a:alpha val="40000"/>
            </a:srgbClr>
          </a:solidFill>
          <a:ln w="0">
            <a:noFill/>
            <a:prstDash val="solid"/>
          </a:ln>
        </p:spPr>
      </p:sp>
      <p:sp>
        <p:nvSpPr>
          <p:cNvPr id="279" name="LigandSeek2_vs_LigandSeek1_ellipse_5793">
            <a:extLst>
              <a:ext uri="{FF2B5EF4-FFF2-40B4-BE49-F238E27FC236}">
                <a16:creationId xmlns:a16="http://schemas.microsoft.com/office/drawing/2014/main" id="{1F8676DA-54E9-482C-BCC7-B25483FE7538}"/>
              </a:ext>
            </a:extLst>
          </p:cNvPr>
          <p:cNvSpPr>
            <a:spLocks noGrp="1"/>
          </p:cNvSpPr>
          <p:nvPr/>
        </p:nvSpPr>
        <p:spPr>
          <a:xfrm>
            <a:off x="1334941" y="1048273"/>
            <a:ext cx="24757" cy="24757"/>
          </a:xfrm>
          <a:prstGeom prst="ellipse">
            <a:avLst/>
          </a:prstGeom>
          <a:solidFill>
            <a:srgbClr val="007C83">
              <a:alpha val="40000"/>
            </a:srgbClr>
          </a:solidFill>
          <a:ln w="0">
            <a:noFill/>
            <a:prstDash val="solid"/>
          </a:ln>
        </p:spPr>
      </p:sp>
      <p:sp>
        <p:nvSpPr>
          <p:cNvPr id="280" name="LigandSeek2_vs_LigandSeek1_ellipse_5794">
            <a:extLst>
              <a:ext uri="{FF2B5EF4-FFF2-40B4-BE49-F238E27FC236}">
                <a16:creationId xmlns:a16="http://schemas.microsoft.com/office/drawing/2014/main" id="{775128DA-527F-45D0-A433-B3E9351366B1}"/>
              </a:ext>
            </a:extLst>
          </p:cNvPr>
          <p:cNvSpPr>
            <a:spLocks noGrp="1"/>
          </p:cNvSpPr>
          <p:nvPr/>
        </p:nvSpPr>
        <p:spPr>
          <a:xfrm>
            <a:off x="1295743" y="1367688"/>
            <a:ext cx="24757" cy="24757"/>
          </a:xfrm>
          <a:prstGeom prst="ellipse">
            <a:avLst/>
          </a:prstGeom>
          <a:solidFill>
            <a:srgbClr val="007C83">
              <a:alpha val="40000"/>
            </a:srgbClr>
          </a:solidFill>
          <a:ln w="0">
            <a:noFill/>
            <a:prstDash val="solid"/>
          </a:ln>
        </p:spPr>
      </p:sp>
      <p:sp>
        <p:nvSpPr>
          <p:cNvPr id="281" name="LigandSeek2_vs_LigandSeek1_ellipse_5795">
            <a:extLst>
              <a:ext uri="{FF2B5EF4-FFF2-40B4-BE49-F238E27FC236}">
                <a16:creationId xmlns:a16="http://schemas.microsoft.com/office/drawing/2014/main" id="{A60A1980-44CB-43B9-8E95-3163DA54B381}"/>
              </a:ext>
            </a:extLst>
          </p:cNvPr>
          <p:cNvSpPr>
            <a:spLocks noGrp="1"/>
          </p:cNvSpPr>
          <p:nvPr/>
        </p:nvSpPr>
        <p:spPr>
          <a:xfrm>
            <a:off x="1289780" y="962612"/>
            <a:ext cx="24757" cy="24757"/>
          </a:xfrm>
          <a:prstGeom prst="ellipse">
            <a:avLst/>
          </a:prstGeom>
          <a:solidFill>
            <a:srgbClr val="007C83">
              <a:alpha val="40000"/>
            </a:srgbClr>
          </a:solidFill>
          <a:ln w="0">
            <a:noFill/>
            <a:prstDash val="solid"/>
          </a:ln>
        </p:spPr>
      </p:sp>
      <p:sp>
        <p:nvSpPr>
          <p:cNvPr id="282" name="LigandSeek2_vs_LigandSeek1_ellipse_5796">
            <a:extLst>
              <a:ext uri="{FF2B5EF4-FFF2-40B4-BE49-F238E27FC236}">
                <a16:creationId xmlns:a16="http://schemas.microsoft.com/office/drawing/2014/main" id="{59090574-DAD7-43B6-8B87-1C3EF43FA9A1}"/>
              </a:ext>
            </a:extLst>
          </p:cNvPr>
          <p:cNvSpPr>
            <a:spLocks noGrp="1"/>
          </p:cNvSpPr>
          <p:nvPr/>
        </p:nvSpPr>
        <p:spPr>
          <a:xfrm>
            <a:off x="1337621" y="1541915"/>
            <a:ext cx="24757" cy="24757"/>
          </a:xfrm>
          <a:prstGeom prst="ellipse">
            <a:avLst/>
          </a:prstGeom>
          <a:solidFill>
            <a:srgbClr val="007C83">
              <a:alpha val="40000"/>
            </a:srgbClr>
          </a:solidFill>
          <a:ln w="0">
            <a:noFill/>
            <a:prstDash val="solid"/>
          </a:ln>
        </p:spPr>
      </p:sp>
      <p:sp>
        <p:nvSpPr>
          <p:cNvPr id="283" name="LigandSeek2_vs_LigandSeek1_ellipse_5797">
            <a:extLst>
              <a:ext uri="{FF2B5EF4-FFF2-40B4-BE49-F238E27FC236}">
                <a16:creationId xmlns:a16="http://schemas.microsoft.com/office/drawing/2014/main" id="{C59820EE-651B-424B-AE02-D02C0B4AFCAF}"/>
              </a:ext>
            </a:extLst>
          </p:cNvPr>
          <p:cNvSpPr>
            <a:spLocks noGrp="1"/>
          </p:cNvSpPr>
          <p:nvPr/>
        </p:nvSpPr>
        <p:spPr>
          <a:xfrm>
            <a:off x="1291475" y="1367688"/>
            <a:ext cx="24757" cy="24757"/>
          </a:xfrm>
          <a:prstGeom prst="ellipse">
            <a:avLst/>
          </a:prstGeom>
          <a:solidFill>
            <a:srgbClr val="007C83">
              <a:alpha val="40000"/>
            </a:srgbClr>
          </a:solidFill>
          <a:ln w="0">
            <a:noFill/>
            <a:prstDash val="solid"/>
          </a:ln>
        </p:spPr>
      </p:sp>
      <p:sp>
        <p:nvSpPr>
          <p:cNvPr id="284" name="LigandSeek2_vs_LigandSeek1_ellipse_5798">
            <a:extLst>
              <a:ext uri="{FF2B5EF4-FFF2-40B4-BE49-F238E27FC236}">
                <a16:creationId xmlns:a16="http://schemas.microsoft.com/office/drawing/2014/main" id="{18093F40-8B6B-47DF-8EEE-EF2F022A7E1D}"/>
              </a:ext>
            </a:extLst>
          </p:cNvPr>
          <p:cNvSpPr>
            <a:spLocks noGrp="1"/>
          </p:cNvSpPr>
          <p:nvPr/>
        </p:nvSpPr>
        <p:spPr>
          <a:xfrm>
            <a:off x="1271393" y="1541021"/>
            <a:ext cx="24757" cy="24757"/>
          </a:xfrm>
          <a:prstGeom prst="ellipse">
            <a:avLst/>
          </a:prstGeom>
          <a:solidFill>
            <a:srgbClr val="007C83">
              <a:alpha val="40000"/>
            </a:srgbClr>
          </a:solidFill>
          <a:ln w="0">
            <a:noFill/>
            <a:prstDash val="solid"/>
          </a:ln>
        </p:spPr>
      </p:sp>
      <p:sp>
        <p:nvSpPr>
          <p:cNvPr id="285" name="LigandSeek2_vs_LigandSeek1_ellipse_5799">
            <a:extLst>
              <a:ext uri="{FF2B5EF4-FFF2-40B4-BE49-F238E27FC236}">
                <a16:creationId xmlns:a16="http://schemas.microsoft.com/office/drawing/2014/main" id="{527780F0-5FB9-442B-86FF-D4AE1FA20BF7}"/>
              </a:ext>
            </a:extLst>
          </p:cNvPr>
          <p:cNvSpPr>
            <a:spLocks noGrp="1"/>
          </p:cNvSpPr>
          <p:nvPr/>
        </p:nvSpPr>
        <p:spPr>
          <a:xfrm>
            <a:off x="1319520" y="845009"/>
            <a:ext cx="24757" cy="24757"/>
          </a:xfrm>
          <a:prstGeom prst="ellipse">
            <a:avLst/>
          </a:prstGeom>
          <a:solidFill>
            <a:srgbClr val="007C83">
              <a:alpha val="40000"/>
            </a:srgbClr>
          </a:solidFill>
          <a:ln w="0">
            <a:noFill/>
            <a:prstDash val="solid"/>
          </a:ln>
        </p:spPr>
      </p:sp>
      <p:sp>
        <p:nvSpPr>
          <p:cNvPr id="286" name="LigandSeek2_vs_LigandSeek1_ellipse_5800">
            <a:extLst>
              <a:ext uri="{FF2B5EF4-FFF2-40B4-BE49-F238E27FC236}">
                <a16:creationId xmlns:a16="http://schemas.microsoft.com/office/drawing/2014/main" id="{3698CFF6-5870-4E89-A104-3C2F9A182C2C}"/>
              </a:ext>
            </a:extLst>
          </p:cNvPr>
          <p:cNvSpPr>
            <a:spLocks noGrp="1"/>
          </p:cNvSpPr>
          <p:nvPr/>
        </p:nvSpPr>
        <p:spPr>
          <a:xfrm>
            <a:off x="1283170" y="1454802"/>
            <a:ext cx="24757" cy="24757"/>
          </a:xfrm>
          <a:prstGeom prst="ellipse">
            <a:avLst/>
          </a:prstGeom>
          <a:solidFill>
            <a:srgbClr val="007C83">
              <a:alpha val="40000"/>
            </a:srgbClr>
          </a:solidFill>
          <a:ln w="0">
            <a:noFill/>
            <a:prstDash val="solid"/>
          </a:ln>
        </p:spPr>
      </p:sp>
      <p:sp>
        <p:nvSpPr>
          <p:cNvPr id="287" name="LigandSeek2_vs_LigandSeek1_ellipse_5801">
            <a:extLst>
              <a:ext uri="{FF2B5EF4-FFF2-40B4-BE49-F238E27FC236}">
                <a16:creationId xmlns:a16="http://schemas.microsoft.com/office/drawing/2014/main" id="{6A9AF52F-5348-422D-AAB7-FBECF29ADB2A}"/>
              </a:ext>
            </a:extLst>
          </p:cNvPr>
          <p:cNvSpPr>
            <a:spLocks noGrp="1"/>
          </p:cNvSpPr>
          <p:nvPr/>
        </p:nvSpPr>
        <p:spPr>
          <a:xfrm>
            <a:off x="1274229" y="1541915"/>
            <a:ext cx="24757" cy="24757"/>
          </a:xfrm>
          <a:prstGeom prst="ellipse">
            <a:avLst/>
          </a:prstGeom>
          <a:solidFill>
            <a:srgbClr val="007C83">
              <a:alpha val="40000"/>
            </a:srgbClr>
          </a:solidFill>
          <a:ln w="0">
            <a:noFill/>
            <a:prstDash val="solid"/>
          </a:ln>
        </p:spPr>
      </p:sp>
      <p:sp>
        <p:nvSpPr>
          <p:cNvPr id="288" name="LigandSeek2_vs_LigandSeek1_ellipse_5802">
            <a:extLst>
              <a:ext uri="{FF2B5EF4-FFF2-40B4-BE49-F238E27FC236}">
                <a16:creationId xmlns:a16="http://schemas.microsoft.com/office/drawing/2014/main" id="{618A4EF4-C724-4D3F-A426-FB9752EC4240}"/>
              </a:ext>
            </a:extLst>
          </p:cNvPr>
          <p:cNvSpPr>
            <a:spLocks noGrp="1"/>
          </p:cNvSpPr>
          <p:nvPr/>
        </p:nvSpPr>
        <p:spPr>
          <a:xfrm>
            <a:off x="1269064" y="1193462"/>
            <a:ext cx="24757" cy="24757"/>
          </a:xfrm>
          <a:prstGeom prst="ellipse">
            <a:avLst/>
          </a:prstGeom>
          <a:solidFill>
            <a:srgbClr val="007C83">
              <a:alpha val="40000"/>
            </a:srgbClr>
          </a:solidFill>
          <a:ln w="0">
            <a:noFill/>
            <a:prstDash val="solid"/>
          </a:ln>
        </p:spPr>
      </p:sp>
      <p:sp>
        <p:nvSpPr>
          <p:cNvPr id="289" name="LigandSeek2_vs_LigandSeek1_ellipse_5803">
            <a:extLst>
              <a:ext uri="{FF2B5EF4-FFF2-40B4-BE49-F238E27FC236}">
                <a16:creationId xmlns:a16="http://schemas.microsoft.com/office/drawing/2014/main" id="{DD1E755F-908F-4DF5-9430-77F1A8FEDB39}"/>
              </a:ext>
            </a:extLst>
          </p:cNvPr>
          <p:cNvSpPr>
            <a:spLocks noGrp="1"/>
          </p:cNvSpPr>
          <p:nvPr/>
        </p:nvSpPr>
        <p:spPr>
          <a:xfrm>
            <a:off x="1324402" y="1128224"/>
            <a:ext cx="24757" cy="24757"/>
          </a:xfrm>
          <a:prstGeom prst="ellipse">
            <a:avLst/>
          </a:prstGeom>
          <a:solidFill>
            <a:srgbClr val="007C83">
              <a:alpha val="40000"/>
            </a:srgbClr>
          </a:solidFill>
          <a:ln w="0">
            <a:noFill/>
            <a:prstDash val="solid"/>
          </a:ln>
        </p:spPr>
      </p:sp>
      <p:sp>
        <p:nvSpPr>
          <p:cNvPr id="290" name="LigandSeek2_vs_LigandSeek1_ellipse_5804">
            <a:extLst>
              <a:ext uri="{FF2B5EF4-FFF2-40B4-BE49-F238E27FC236}">
                <a16:creationId xmlns:a16="http://schemas.microsoft.com/office/drawing/2014/main" id="{884C5248-2EC8-477B-9482-218094F7E3A1}"/>
              </a:ext>
            </a:extLst>
          </p:cNvPr>
          <p:cNvSpPr>
            <a:spLocks noGrp="1"/>
          </p:cNvSpPr>
          <p:nvPr/>
        </p:nvSpPr>
        <p:spPr>
          <a:xfrm>
            <a:off x="1274829" y="1367688"/>
            <a:ext cx="24757" cy="24757"/>
          </a:xfrm>
          <a:prstGeom prst="ellipse">
            <a:avLst/>
          </a:prstGeom>
          <a:solidFill>
            <a:srgbClr val="007C83">
              <a:alpha val="40000"/>
            </a:srgbClr>
          </a:solidFill>
          <a:ln w="0">
            <a:noFill/>
            <a:prstDash val="solid"/>
          </a:ln>
        </p:spPr>
      </p:sp>
      <p:sp>
        <p:nvSpPr>
          <p:cNvPr id="291" name="LigandSeek2_vs_LigandSeek1_ellipse_5805">
            <a:extLst>
              <a:ext uri="{FF2B5EF4-FFF2-40B4-BE49-F238E27FC236}">
                <a16:creationId xmlns:a16="http://schemas.microsoft.com/office/drawing/2014/main" id="{FF3145CF-46BC-45ED-8CF1-97C625B905A1}"/>
              </a:ext>
            </a:extLst>
          </p:cNvPr>
          <p:cNvSpPr>
            <a:spLocks noGrp="1"/>
          </p:cNvSpPr>
          <p:nvPr/>
        </p:nvSpPr>
        <p:spPr>
          <a:xfrm>
            <a:off x="1289215" y="845009"/>
            <a:ext cx="24757" cy="24757"/>
          </a:xfrm>
          <a:prstGeom prst="ellipse">
            <a:avLst/>
          </a:prstGeom>
          <a:solidFill>
            <a:srgbClr val="007C83">
              <a:alpha val="40000"/>
            </a:srgbClr>
          </a:solidFill>
          <a:ln w="0">
            <a:noFill/>
            <a:prstDash val="solid"/>
          </a:ln>
        </p:spPr>
      </p:sp>
      <p:sp>
        <p:nvSpPr>
          <p:cNvPr id="292" name="LigandSeek2_vs_LigandSeek1_ellipse_5806">
            <a:extLst>
              <a:ext uri="{FF2B5EF4-FFF2-40B4-BE49-F238E27FC236}">
                <a16:creationId xmlns:a16="http://schemas.microsoft.com/office/drawing/2014/main" id="{06F7CCA1-E39B-46CB-9373-2209091E7A0D}"/>
              </a:ext>
            </a:extLst>
          </p:cNvPr>
          <p:cNvSpPr>
            <a:spLocks noGrp="1"/>
          </p:cNvSpPr>
          <p:nvPr/>
        </p:nvSpPr>
        <p:spPr>
          <a:xfrm>
            <a:off x="1294831" y="1143683"/>
            <a:ext cx="24757" cy="24757"/>
          </a:xfrm>
          <a:prstGeom prst="ellipse">
            <a:avLst/>
          </a:prstGeom>
          <a:solidFill>
            <a:srgbClr val="007C83">
              <a:alpha val="40000"/>
            </a:srgbClr>
          </a:solidFill>
          <a:ln w="0">
            <a:noFill/>
            <a:prstDash val="solid"/>
          </a:ln>
        </p:spPr>
      </p:sp>
      <p:sp>
        <p:nvSpPr>
          <p:cNvPr id="293" name="LigandSeek2_vs_LigandSeek1_ellipse_5807">
            <a:extLst>
              <a:ext uri="{FF2B5EF4-FFF2-40B4-BE49-F238E27FC236}">
                <a16:creationId xmlns:a16="http://schemas.microsoft.com/office/drawing/2014/main" id="{124409FC-3CCE-4D89-A626-6CF317597F3A}"/>
              </a:ext>
            </a:extLst>
          </p:cNvPr>
          <p:cNvSpPr>
            <a:spLocks noGrp="1"/>
          </p:cNvSpPr>
          <p:nvPr/>
        </p:nvSpPr>
        <p:spPr>
          <a:xfrm>
            <a:off x="1294910" y="845009"/>
            <a:ext cx="24757" cy="24757"/>
          </a:xfrm>
          <a:prstGeom prst="ellipse">
            <a:avLst/>
          </a:prstGeom>
          <a:solidFill>
            <a:srgbClr val="007C83">
              <a:alpha val="40000"/>
            </a:srgbClr>
          </a:solidFill>
          <a:ln w="0">
            <a:noFill/>
            <a:prstDash val="solid"/>
          </a:ln>
        </p:spPr>
      </p:sp>
      <p:sp>
        <p:nvSpPr>
          <p:cNvPr id="294" name="LigandSeek2_vs_LigandSeek1_ellipse_5808">
            <a:extLst>
              <a:ext uri="{FF2B5EF4-FFF2-40B4-BE49-F238E27FC236}">
                <a16:creationId xmlns:a16="http://schemas.microsoft.com/office/drawing/2014/main" id="{3F489BF8-4173-4C12-B143-D190A1522E8A}"/>
              </a:ext>
            </a:extLst>
          </p:cNvPr>
          <p:cNvSpPr>
            <a:spLocks noGrp="1"/>
          </p:cNvSpPr>
          <p:nvPr/>
        </p:nvSpPr>
        <p:spPr>
          <a:xfrm>
            <a:off x="1284957" y="845009"/>
            <a:ext cx="24757" cy="24757"/>
          </a:xfrm>
          <a:prstGeom prst="ellipse">
            <a:avLst/>
          </a:prstGeom>
          <a:solidFill>
            <a:srgbClr val="007C83">
              <a:alpha val="40000"/>
            </a:srgbClr>
          </a:solidFill>
          <a:ln w="0">
            <a:noFill/>
            <a:prstDash val="solid"/>
          </a:ln>
        </p:spPr>
      </p:sp>
      <p:sp>
        <p:nvSpPr>
          <p:cNvPr id="295" name="LigandSeek2_vs_LigandSeek1_ellipse_5809">
            <a:extLst>
              <a:ext uri="{FF2B5EF4-FFF2-40B4-BE49-F238E27FC236}">
                <a16:creationId xmlns:a16="http://schemas.microsoft.com/office/drawing/2014/main" id="{702B84A2-26BC-48EB-BD33-FC047C23C068}"/>
              </a:ext>
            </a:extLst>
          </p:cNvPr>
          <p:cNvSpPr>
            <a:spLocks noGrp="1"/>
          </p:cNvSpPr>
          <p:nvPr/>
        </p:nvSpPr>
        <p:spPr>
          <a:xfrm>
            <a:off x="1301828" y="1366633"/>
            <a:ext cx="24757" cy="24757"/>
          </a:xfrm>
          <a:prstGeom prst="ellipse">
            <a:avLst/>
          </a:prstGeom>
          <a:solidFill>
            <a:srgbClr val="007C83">
              <a:alpha val="40000"/>
            </a:srgbClr>
          </a:solidFill>
          <a:ln w="0">
            <a:noFill/>
            <a:prstDash val="solid"/>
          </a:ln>
        </p:spPr>
      </p:sp>
      <p:sp>
        <p:nvSpPr>
          <p:cNvPr id="296" name="LigandSeek2_vs_LigandSeek1_ellipse_5810">
            <a:extLst>
              <a:ext uri="{FF2B5EF4-FFF2-40B4-BE49-F238E27FC236}">
                <a16:creationId xmlns:a16="http://schemas.microsoft.com/office/drawing/2014/main" id="{9354B0FF-E29D-4F33-AEEF-27547CD64903}"/>
              </a:ext>
            </a:extLst>
          </p:cNvPr>
          <p:cNvSpPr>
            <a:spLocks noGrp="1"/>
          </p:cNvSpPr>
          <p:nvPr/>
        </p:nvSpPr>
        <p:spPr>
          <a:xfrm>
            <a:off x="1305403" y="1193462"/>
            <a:ext cx="24757" cy="24757"/>
          </a:xfrm>
          <a:prstGeom prst="ellipse">
            <a:avLst/>
          </a:prstGeom>
          <a:solidFill>
            <a:srgbClr val="007C83">
              <a:alpha val="40000"/>
            </a:srgbClr>
          </a:solidFill>
          <a:ln w="0">
            <a:noFill/>
            <a:prstDash val="solid"/>
          </a:ln>
        </p:spPr>
      </p:sp>
      <p:sp>
        <p:nvSpPr>
          <p:cNvPr id="297" name="LigandSeek2_vs_LigandSeek1_ellipse_5811">
            <a:extLst>
              <a:ext uri="{FF2B5EF4-FFF2-40B4-BE49-F238E27FC236}">
                <a16:creationId xmlns:a16="http://schemas.microsoft.com/office/drawing/2014/main" id="{76F10846-86BC-4BBD-A39D-7358F6501CE6}"/>
              </a:ext>
            </a:extLst>
          </p:cNvPr>
          <p:cNvSpPr>
            <a:spLocks noGrp="1"/>
          </p:cNvSpPr>
          <p:nvPr/>
        </p:nvSpPr>
        <p:spPr>
          <a:xfrm>
            <a:off x="1300370" y="845009"/>
            <a:ext cx="24757" cy="24757"/>
          </a:xfrm>
          <a:prstGeom prst="ellipse">
            <a:avLst/>
          </a:prstGeom>
          <a:solidFill>
            <a:srgbClr val="007C83">
              <a:alpha val="40000"/>
            </a:srgbClr>
          </a:solidFill>
          <a:ln w="0">
            <a:noFill/>
            <a:prstDash val="solid"/>
          </a:ln>
        </p:spPr>
      </p:sp>
      <p:sp>
        <p:nvSpPr>
          <p:cNvPr id="298" name="LigandSeek2_vs_LigandSeek1_ellipse_5812">
            <a:extLst>
              <a:ext uri="{FF2B5EF4-FFF2-40B4-BE49-F238E27FC236}">
                <a16:creationId xmlns:a16="http://schemas.microsoft.com/office/drawing/2014/main" id="{A2454BBD-ABB5-447E-8AD0-5707E19D7163}"/>
              </a:ext>
            </a:extLst>
          </p:cNvPr>
          <p:cNvSpPr>
            <a:spLocks noGrp="1"/>
          </p:cNvSpPr>
          <p:nvPr/>
        </p:nvSpPr>
        <p:spPr>
          <a:xfrm>
            <a:off x="1271146" y="1890368"/>
            <a:ext cx="24757" cy="24757"/>
          </a:xfrm>
          <a:prstGeom prst="ellipse">
            <a:avLst/>
          </a:prstGeom>
          <a:solidFill>
            <a:srgbClr val="007C83">
              <a:alpha val="40000"/>
            </a:srgbClr>
          </a:solidFill>
          <a:ln w="0">
            <a:noFill/>
            <a:prstDash val="solid"/>
          </a:ln>
        </p:spPr>
      </p:sp>
      <p:sp>
        <p:nvSpPr>
          <p:cNvPr id="299" name="LigandSeek2_vs_LigandSeek1_ellipse_5813">
            <a:extLst>
              <a:ext uri="{FF2B5EF4-FFF2-40B4-BE49-F238E27FC236}">
                <a16:creationId xmlns:a16="http://schemas.microsoft.com/office/drawing/2014/main" id="{23EEB038-5F7A-4AE6-BF21-819AD8AFBAEE}"/>
              </a:ext>
            </a:extLst>
          </p:cNvPr>
          <p:cNvSpPr>
            <a:spLocks noGrp="1"/>
          </p:cNvSpPr>
          <p:nvPr/>
        </p:nvSpPr>
        <p:spPr>
          <a:xfrm>
            <a:off x="1290923" y="845009"/>
            <a:ext cx="24757" cy="24757"/>
          </a:xfrm>
          <a:prstGeom prst="ellipse">
            <a:avLst/>
          </a:prstGeom>
          <a:solidFill>
            <a:srgbClr val="007C83">
              <a:alpha val="40000"/>
            </a:srgbClr>
          </a:solidFill>
          <a:ln w="0">
            <a:noFill/>
            <a:prstDash val="solid"/>
          </a:ln>
        </p:spPr>
      </p:sp>
      <p:sp>
        <p:nvSpPr>
          <p:cNvPr id="300" name="LigandSeek2_vs_LigandSeek1_ellipse_5814">
            <a:extLst>
              <a:ext uri="{FF2B5EF4-FFF2-40B4-BE49-F238E27FC236}">
                <a16:creationId xmlns:a16="http://schemas.microsoft.com/office/drawing/2014/main" id="{E8FCEA89-4852-44A8-880B-9023C032731C}"/>
              </a:ext>
            </a:extLst>
          </p:cNvPr>
          <p:cNvSpPr>
            <a:spLocks noGrp="1"/>
          </p:cNvSpPr>
          <p:nvPr/>
        </p:nvSpPr>
        <p:spPr>
          <a:xfrm>
            <a:off x="1314678" y="1633695"/>
            <a:ext cx="24757" cy="24757"/>
          </a:xfrm>
          <a:prstGeom prst="ellipse">
            <a:avLst/>
          </a:prstGeom>
          <a:solidFill>
            <a:srgbClr val="007C83">
              <a:alpha val="40000"/>
            </a:srgbClr>
          </a:solidFill>
          <a:ln w="0">
            <a:noFill/>
            <a:prstDash val="solid"/>
          </a:ln>
        </p:spPr>
      </p:sp>
      <p:sp>
        <p:nvSpPr>
          <p:cNvPr id="301" name="LigandSeek2_vs_LigandSeek1_ellipse_5815">
            <a:extLst>
              <a:ext uri="{FF2B5EF4-FFF2-40B4-BE49-F238E27FC236}">
                <a16:creationId xmlns:a16="http://schemas.microsoft.com/office/drawing/2014/main" id="{C4C23AD9-549E-4F36-A1B5-2972BCE2CCE3}"/>
              </a:ext>
            </a:extLst>
          </p:cNvPr>
          <p:cNvSpPr>
            <a:spLocks noGrp="1"/>
          </p:cNvSpPr>
          <p:nvPr/>
        </p:nvSpPr>
        <p:spPr>
          <a:xfrm>
            <a:off x="1315269" y="1541915"/>
            <a:ext cx="24757" cy="24757"/>
          </a:xfrm>
          <a:prstGeom prst="ellipse">
            <a:avLst/>
          </a:prstGeom>
          <a:solidFill>
            <a:srgbClr val="007C83">
              <a:alpha val="40000"/>
            </a:srgbClr>
          </a:solidFill>
          <a:ln w="0">
            <a:noFill/>
            <a:prstDash val="solid"/>
          </a:ln>
        </p:spPr>
      </p:sp>
      <p:sp>
        <p:nvSpPr>
          <p:cNvPr id="302" name="LigandSeek2_vs_LigandSeek1_ellipse_5816">
            <a:extLst>
              <a:ext uri="{FF2B5EF4-FFF2-40B4-BE49-F238E27FC236}">
                <a16:creationId xmlns:a16="http://schemas.microsoft.com/office/drawing/2014/main" id="{213CC19D-F951-433D-8919-8471FF0E9A49}"/>
              </a:ext>
            </a:extLst>
          </p:cNvPr>
          <p:cNvSpPr>
            <a:spLocks noGrp="1"/>
          </p:cNvSpPr>
          <p:nvPr/>
        </p:nvSpPr>
        <p:spPr>
          <a:xfrm>
            <a:off x="1285866" y="845009"/>
            <a:ext cx="24757" cy="24757"/>
          </a:xfrm>
          <a:prstGeom prst="ellipse">
            <a:avLst/>
          </a:prstGeom>
          <a:solidFill>
            <a:srgbClr val="007C83">
              <a:alpha val="40000"/>
            </a:srgbClr>
          </a:solidFill>
          <a:ln w="0">
            <a:noFill/>
            <a:prstDash val="solid"/>
          </a:ln>
        </p:spPr>
      </p:sp>
      <p:sp>
        <p:nvSpPr>
          <p:cNvPr id="303" name="LigandSeek2_vs_LigandSeek1_ellipse_5817">
            <a:extLst>
              <a:ext uri="{FF2B5EF4-FFF2-40B4-BE49-F238E27FC236}">
                <a16:creationId xmlns:a16="http://schemas.microsoft.com/office/drawing/2014/main" id="{FD4185B4-3E71-4020-99D9-58D105C83DEC}"/>
              </a:ext>
            </a:extLst>
          </p:cNvPr>
          <p:cNvSpPr>
            <a:spLocks noGrp="1"/>
          </p:cNvSpPr>
          <p:nvPr/>
        </p:nvSpPr>
        <p:spPr>
          <a:xfrm>
            <a:off x="1282283" y="845009"/>
            <a:ext cx="24757" cy="24757"/>
          </a:xfrm>
          <a:prstGeom prst="ellipse">
            <a:avLst/>
          </a:prstGeom>
          <a:solidFill>
            <a:srgbClr val="007C83">
              <a:alpha val="40000"/>
            </a:srgbClr>
          </a:solidFill>
          <a:ln w="0">
            <a:noFill/>
            <a:prstDash val="solid"/>
          </a:ln>
        </p:spPr>
      </p:sp>
      <p:sp>
        <p:nvSpPr>
          <p:cNvPr id="304" name="LigandSeek2_vs_LigandSeek1_ellipse_5818">
            <a:extLst>
              <a:ext uri="{FF2B5EF4-FFF2-40B4-BE49-F238E27FC236}">
                <a16:creationId xmlns:a16="http://schemas.microsoft.com/office/drawing/2014/main" id="{63B2D3F5-9703-451D-AB41-22620141025B}"/>
              </a:ext>
            </a:extLst>
          </p:cNvPr>
          <p:cNvSpPr>
            <a:spLocks noGrp="1"/>
          </p:cNvSpPr>
          <p:nvPr/>
        </p:nvSpPr>
        <p:spPr>
          <a:xfrm>
            <a:off x="1334007" y="845009"/>
            <a:ext cx="24757" cy="24757"/>
          </a:xfrm>
          <a:prstGeom prst="ellipse">
            <a:avLst/>
          </a:prstGeom>
          <a:solidFill>
            <a:srgbClr val="007C83">
              <a:alpha val="40000"/>
            </a:srgbClr>
          </a:solidFill>
          <a:ln w="0">
            <a:noFill/>
            <a:prstDash val="solid"/>
          </a:ln>
        </p:spPr>
      </p:sp>
      <p:sp>
        <p:nvSpPr>
          <p:cNvPr id="305" name="LigandSeek2_vs_LigandSeek1_ellipse_5819">
            <a:extLst>
              <a:ext uri="{FF2B5EF4-FFF2-40B4-BE49-F238E27FC236}">
                <a16:creationId xmlns:a16="http://schemas.microsoft.com/office/drawing/2014/main" id="{0CE2946E-0B72-4644-86AC-6985BC5D6CA5}"/>
              </a:ext>
            </a:extLst>
          </p:cNvPr>
          <p:cNvSpPr>
            <a:spLocks noGrp="1"/>
          </p:cNvSpPr>
          <p:nvPr/>
        </p:nvSpPr>
        <p:spPr>
          <a:xfrm>
            <a:off x="1297564" y="1483839"/>
            <a:ext cx="24757" cy="24757"/>
          </a:xfrm>
          <a:prstGeom prst="ellipse">
            <a:avLst/>
          </a:prstGeom>
          <a:solidFill>
            <a:srgbClr val="007C83">
              <a:alpha val="40000"/>
            </a:srgbClr>
          </a:solidFill>
          <a:ln w="0">
            <a:noFill/>
            <a:prstDash val="solid"/>
          </a:ln>
        </p:spPr>
      </p:sp>
      <p:sp>
        <p:nvSpPr>
          <p:cNvPr id="306" name="LigandSeek2_vs_LigandSeek1_ellipse_5820">
            <a:extLst>
              <a:ext uri="{FF2B5EF4-FFF2-40B4-BE49-F238E27FC236}">
                <a16:creationId xmlns:a16="http://schemas.microsoft.com/office/drawing/2014/main" id="{B56364C5-256B-4097-907D-266539265A85}"/>
              </a:ext>
            </a:extLst>
          </p:cNvPr>
          <p:cNvSpPr>
            <a:spLocks noGrp="1"/>
          </p:cNvSpPr>
          <p:nvPr/>
        </p:nvSpPr>
        <p:spPr>
          <a:xfrm>
            <a:off x="1275729" y="1541915"/>
            <a:ext cx="24757" cy="24757"/>
          </a:xfrm>
          <a:prstGeom prst="ellipse">
            <a:avLst/>
          </a:prstGeom>
          <a:solidFill>
            <a:srgbClr val="007C83">
              <a:alpha val="40000"/>
            </a:srgbClr>
          </a:solidFill>
          <a:ln w="0">
            <a:noFill/>
            <a:prstDash val="solid"/>
          </a:ln>
        </p:spPr>
      </p:sp>
      <p:sp>
        <p:nvSpPr>
          <p:cNvPr id="307" name="LigandSeek2_vs_LigandSeek1_ellipse_5821">
            <a:extLst>
              <a:ext uri="{FF2B5EF4-FFF2-40B4-BE49-F238E27FC236}">
                <a16:creationId xmlns:a16="http://schemas.microsoft.com/office/drawing/2014/main" id="{3D74600D-C768-462E-82A7-B7388EB52669}"/>
              </a:ext>
            </a:extLst>
          </p:cNvPr>
          <p:cNvSpPr>
            <a:spLocks noGrp="1"/>
          </p:cNvSpPr>
          <p:nvPr/>
        </p:nvSpPr>
        <p:spPr>
          <a:xfrm>
            <a:off x="1284956" y="1106349"/>
            <a:ext cx="24757" cy="24757"/>
          </a:xfrm>
          <a:prstGeom prst="ellipse">
            <a:avLst/>
          </a:prstGeom>
          <a:solidFill>
            <a:srgbClr val="007C83">
              <a:alpha val="40000"/>
            </a:srgbClr>
          </a:solidFill>
          <a:ln w="0">
            <a:noFill/>
            <a:prstDash val="solid"/>
          </a:ln>
        </p:spPr>
      </p:sp>
      <p:sp>
        <p:nvSpPr>
          <p:cNvPr id="308" name="LigandSeek2_vs_LigandSeek1_ellipse_5822">
            <a:extLst>
              <a:ext uri="{FF2B5EF4-FFF2-40B4-BE49-F238E27FC236}">
                <a16:creationId xmlns:a16="http://schemas.microsoft.com/office/drawing/2014/main" id="{9CDD3668-78DC-463F-80FC-EA87A88314FC}"/>
              </a:ext>
            </a:extLst>
          </p:cNvPr>
          <p:cNvSpPr>
            <a:spLocks noGrp="1"/>
          </p:cNvSpPr>
          <p:nvPr/>
        </p:nvSpPr>
        <p:spPr>
          <a:xfrm>
            <a:off x="1306629" y="1741031"/>
            <a:ext cx="24757" cy="24757"/>
          </a:xfrm>
          <a:prstGeom prst="ellipse">
            <a:avLst/>
          </a:prstGeom>
          <a:solidFill>
            <a:srgbClr val="007C83">
              <a:alpha val="40000"/>
            </a:srgbClr>
          </a:solidFill>
          <a:ln w="0">
            <a:noFill/>
            <a:prstDash val="solid"/>
          </a:ln>
        </p:spPr>
      </p:sp>
      <p:sp>
        <p:nvSpPr>
          <p:cNvPr id="309" name="LigandSeek2_vs_LigandSeek1_ellipse_5823">
            <a:extLst>
              <a:ext uri="{FF2B5EF4-FFF2-40B4-BE49-F238E27FC236}">
                <a16:creationId xmlns:a16="http://schemas.microsoft.com/office/drawing/2014/main" id="{0BC2D196-8A89-46B9-9293-9266A52A96F5}"/>
              </a:ext>
            </a:extLst>
          </p:cNvPr>
          <p:cNvSpPr>
            <a:spLocks noGrp="1"/>
          </p:cNvSpPr>
          <p:nvPr/>
        </p:nvSpPr>
        <p:spPr>
          <a:xfrm>
            <a:off x="1306618" y="1199326"/>
            <a:ext cx="24757" cy="24757"/>
          </a:xfrm>
          <a:prstGeom prst="ellipse">
            <a:avLst/>
          </a:prstGeom>
          <a:solidFill>
            <a:srgbClr val="007C83">
              <a:alpha val="40000"/>
            </a:srgbClr>
          </a:solidFill>
          <a:ln w="0">
            <a:noFill/>
            <a:prstDash val="solid"/>
          </a:ln>
        </p:spPr>
      </p:sp>
      <p:sp>
        <p:nvSpPr>
          <p:cNvPr id="310" name="LigandSeek2_vs_LigandSeek1_ellipse_5824">
            <a:extLst>
              <a:ext uri="{FF2B5EF4-FFF2-40B4-BE49-F238E27FC236}">
                <a16:creationId xmlns:a16="http://schemas.microsoft.com/office/drawing/2014/main" id="{FF1BD814-B344-4AE4-8ABF-B2FF65D863EF}"/>
              </a:ext>
            </a:extLst>
          </p:cNvPr>
          <p:cNvSpPr>
            <a:spLocks noGrp="1"/>
          </p:cNvSpPr>
          <p:nvPr/>
        </p:nvSpPr>
        <p:spPr>
          <a:xfrm>
            <a:off x="1284595" y="1193462"/>
            <a:ext cx="24757" cy="24757"/>
          </a:xfrm>
          <a:prstGeom prst="ellipse">
            <a:avLst/>
          </a:prstGeom>
          <a:solidFill>
            <a:srgbClr val="007C83">
              <a:alpha val="40000"/>
            </a:srgbClr>
          </a:solidFill>
          <a:ln w="0">
            <a:noFill/>
            <a:prstDash val="solid"/>
          </a:ln>
        </p:spPr>
      </p:sp>
      <p:sp>
        <p:nvSpPr>
          <p:cNvPr id="311" name="LigandSeek2_vs_LigandSeek1_ellipse_5825">
            <a:extLst>
              <a:ext uri="{FF2B5EF4-FFF2-40B4-BE49-F238E27FC236}">
                <a16:creationId xmlns:a16="http://schemas.microsoft.com/office/drawing/2014/main" id="{A7E20DA6-B108-4A10-9733-A1594485C9E1}"/>
              </a:ext>
            </a:extLst>
          </p:cNvPr>
          <p:cNvSpPr>
            <a:spLocks noGrp="1"/>
          </p:cNvSpPr>
          <p:nvPr/>
        </p:nvSpPr>
        <p:spPr>
          <a:xfrm>
            <a:off x="1345829" y="845009"/>
            <a:ext cx="24757" cy="24757"/>
          </a:xfrm>
          <a:prstGeom prst="ellipse">
            <a:avLst/>
          </a:prstGeom>
          <a:solidFill>
            <a:srgbClr val="007C83">
              <a:alpha val="40000"/>
            </a:srgbClr>
          </a:solidFill>
          <a:ln w="0">
            <a:noFill/>
            <a:prstDash val="solid"/>
          </a:ln>
        </p:spPr>
      </p:sp>
      <p:sp>
        <p:nvSpPr>
          <p:cNvPr id="312" name="LigandSeek2_vs_LigandSeek1_ellipse_5826">
            <a:extLst>
              <a:ext uri="{FF2B5EF4-FFF2-40B4-BE49-F238E27FC236}">
                <a16:creationId xmlns:a16="http://schemas.microsoft.com/office/drawing/2014/main" id="{8C72D5BA-B975-4A6C-B217-B3DF53F5EE8A}"/>
              </a:ext>
            </a:extLst>
          </p:cNvPr>
          <p:cNvSpPr>
            <a:spLocks noGrp="1"/>
          </p:cNvSpPr>
          <p:nvPr/>
        </p:nvSpPr>
        <p:spPr>
          <a:xfrm>
            <a:off x="1313100" y="1890368"/>
            <a:ext cx="24757" cy="24757"/>
          </a:xfrm>
          <a:prstGeom prst="ellipse">
            <a:avLst/>
          </a:prstGeom>
          <a:solidFill>
            <a:srgbClr val="007C83">
              <a:alpha val="40000"/>
            </a:srgbClr>
          </a:solidFill>
          <a:ln w="0">
            <a:noFill/>
            <a:prstDash val="solid"/>
          </a:ln>
        </p:spPr>
      </p:sp>
      <p:sp>
        <p:nvSpPr>
          <p:cNvPr id="313" name="LigandSeek2_vs_LigandSeek1_ellipse_5827">
            <a:extLst>
              <a:ext uri="{FF2B5EF4-FFF2-40B4-BE49-F238E27FC236}">
                <a16:creationId xmlns:a16="http://schemas.microsoft.com/office/drawing/2014/main" id="{C020CE68-D3F3-4C34-9400-445D75AA1FDE}"/>
              </a:ext>
            </a:extLst>
          </p:cNvPr>
          <p:cNvSpPr>
            <a:spLocks noGrp="1"/>
          </p:cNvSpPr>
          <p:nvPr/>
        </p:nvSpPr>
        <p:spPr>
          <a:xfrm>
            <a:off x="1345310" y="1019236"/>
            <a:ext cx="24757" cy="24757"/>
          </a:xfrm>
          <a:prstGeom prst="ellipse">
            <a:avLst/>
          </a:prstGeom>
          <a:solidFill>
            <a:srgbClr val="007C83">
              <a:alpha val="40000"/>
            </a:srgbClr>
          </a:solidFill>
          <a:ln w="0">
            <a:noFill/>
            <a:prstDash val="solid"/>
          </a:ln>
        </p:spPr>
      </p:sp>
      <p:sp>
        <p:nvSpPr>
          <p:cNvPr id="314" name="LigandSeek2_vs_LigandSeek1_ellipse_5828">
            <a:extLst>
              <a:ext uri="{FF2B5EF4-FFF2-40B4-BE49-F238E27FC236}">
                <a16:creationId xmlns:a16="http://schemas.microsoft.com/office/drawing/2014/main" id="{543FE49E-2CF0-408C-8E94-72C0D2EDB63A}"/>
              </a:ext>
            </a:extLst>
          </p:cNvPr>
          <p:cNvSpPr>
            <a:spLocks noGrp="1"/>
          </p:cNvSpPr>
          <p:nvPr/>
        </p:nvSpPr>
        <p:spPr>
          <a:xfrm>
            <a:off x="1304402" y="961263"/>
            <a:ext cx="24757" cy="24757"/>
          </a:xfrm>
          <a:prstGeom prst="ellipse">
            <a:avLst/>
          </a:prstGeom>
          <a:solidFill>
            <a:srgbClr val="007C83">
              <a:alpha val="40000"/>
            </a:srgbClr>
          </a:solidFill>
          <a:ln w="0">
            <a:noFill/>
            <a:prstDash val="solid"/>
          </a:ln>
        </p:spPr>
      </p:sp>
      <p:sp>
        <p:nvSpPr>
          <p:cNvPr id="315" name="LigandSeek2_vs_LigandSeek1_ellipse_5829">
            <a:extLst>
              <a:ext uri="{FF2B5EF4-FFF2-40B4-BE49-F238E27FC236}">
                <a16:creationId xmlns:a16="http://schemas.microsoft.com/office/drawing/2014/main" id="{F1123DD2-C742-4B9D-A031-C867061447B9}"/>
              </a:ext>
            </a:extLst>
          </p:cNvPr>
          <p:cNvSpPr>
            <a:spLocks noGrp="1"/>
          </p:cNvSpPr>
          <p:nvPr/>
        </p:nvSpPr>
        <p:spPr>
          <a:xfrm>
            <a:off x="1343004" y="1180395"/>
            <a:ext cx="24757" cy="24757"/>
          </a:xfrm>
          <a:prstGeom prst="ellipse">
            <a:avLst/>
          </a:prstGeom>
          <a:solidFill>
            <a:srgbClr val="007C83">
              <a:alpha val="40000"/>
            </a:srgbClr>
          </a:solidFill>
          <a:ln w="0">
            <a:noFill/>
            <a:prstDash val="solid"/>
          </a:ln>
        </p:spPr>
      </p:sp>
      <p:sp>
        <p:nvSpPr>
          <p:cNvPr id="316" name="LigandSeek2_vs_LigandSeek1_ellipse_5830">
            <a:extLst>
              <a:ext uri="{FF2B5EF4-FFF2-40B4-BE49-F238E27FC236}">
                <a16:creationId xmlns:a16="http://schemas.microsoft.com/office/drawing/2014/main" id="{3EA1CC3B-A40B-4A28-A82F-A51695262919}"/>
              </a:ext>
            </a:extLst>
          </p:cNvPr>
          <p:cNvSpPr>
            <a:spLocks noGrp="1"/>
          </p:cNvSpPr>
          <p:nvPr/>
        </p:nvSpPr>
        <p:spPr>
          <a:xfrm>
            <a:off x="1340059" y="1367688"/>
            <a:ext cx="24757" cy="24757"/>
          </a:xfrm>
          <a:prstGeom prst="ellipse">
            <a:avLst/>
          </a:prstGeom>
          <a:solidFill>
            <a:srgbClr val="007C83">
              <a:alpha val="40000"/>
            </a:srgbClr>
          </a:solidFill>
          <a:ln w="0">
            <a:noFill/>
            <a:prstDash val="solid"/>
          </a:ln>
        </p:spPr>
      </p:sp>
      <p:sp>
        <p:nvSpPr>
          <p:cNvPr id="317" name="LigandSeek2_vs_LigandSeek1_ellipse_5831">
            <a:extLst>
              <a:ext uri="{FF2B5EF4-FFF2-40B4-BE49-F238E27FC236}">
                <a16:creationId xmlns:a16="http://schemas.microsoft.com/office/drawing/2014/main" id="{4A94A7FE-983A-4099-8520-DDDB9DD4E607}"/>
              </a:ext>
            </a:extLst>
          </p:cNvPr>
          <p:cNvSpPr>
            <a:spLocks noGrp="1"/>
          </p:cNvSpPr>
          <p:nvPr/>
        </p:nvSpPr>
        <p:spPr>
          <a:xfrm>
            <a:off x="1290747" y="1338683"/>
            <a:ext cx="24757" cy="24757"/>
          </a:xfrm>
          <a:prstGeom prst="ellipse">
            <a:avLst/>
          </a:prstGeom>
          <a:solidFill>
            <a:srgbClr val="007C83">
              <a:alpha val="40000"/>
            </a:srgbClr>
          </a:solidFill>
          <a:ln w="0">
            <a:noFill/>
            <a:prstDash val="solid"/>
          </a:ln>
        </p:spPr>
      </p:sp>
      <p:sp>
        <p:nvSpPr>
          <p:cNvPr id="318" name="LigandSeek2_vs_LigandSeek1_ellipse_5832">
            <a:extLst>
              <a:ext uri="{FF2B5EF4-FFF2-40B4-BE49-F238E27FC236}">
                <a16:creationId xmlns:a16="http://schemas.microsoft.com/office/drawing/2014/main" id="{A8F49D27-88D5-4CCB-9FC4-3312E1F0746C}"/>
              </a:ext>
            </a:extLst>
          </p:cNvPr>
          <p:cNvSpPr>
            <a:spLocks noGrp="1"/>
          </p:cNvSpPr>
          <p:nvPr/>
        </p:nvSpPr>
        <p:spPr>
          <a:xfrm>
            <a:off x="1287076" y="1158617"/>
            <a:ext cx="24757" cy="24757"/>
          </a:xfrm>
          <a:prstGeom prst="ellipse">
            <a:avLst/>
          </a:prstGeom>
          <a:solidFill>
            <a:srgbClr val="007C83">
              <a:alpha val="40000"/>
            </a:srgbClr>
          </a:solidFill>
          <a:ln w="0">
            <a:noFill/>
            <a:prstDash val="solid"/>
          </a:ln>
        </p:spPr>
      </p:sp>
      <p:sp>
        <p:nvSpPr>
          <p:cNvPr id="319" name="LigandSeek2_vs_LigandSeek1_ellipse_5833">
            <a:extLst>
              <a:ext uri="{FF2B5EF4-FFF2-40B4-BE49-F238E27FC236}">
                <a16:creationId xmlns:a16="http://schemas.microsoft.com/office/drawing/2014/main" id="{0B75D542-E03C-4904-BF80-69F45BBC1374}"/>
              </a:ext>
            </a:extLst>
          </p:cNvPr>
          <p:cNvSpPr>
            <a:spLocks noGrp="1"/>
          </p:cNvSpPr>
          <p:nvPr/>
        </p:nvSpPr>
        <p:spPr>
          <a:xfrm>
            <a:off x="1325629" y="845009"/>
            <a:ext cx="24757" cy="24757"/>
          </a:xfrm>
          <a:prstGeom prst="ellipse">
            <a:avLst/>
          </a:prstGeom>
          <a:solidFill>
            <a:srgbClr val="007C83">
              <a:alpha val="40000"/>
            </a:srgbClr>
          </a:solidFill>
          <a:ln w="0">
            <a:noFill/>
            <a:prstDash val="solid"/>
          </a:ln>
        </p:spPr>
      </p:sp>
      <p:sp>
        <p:nvSpPr>
          <p:cNvPr id="320" name="LigandSeek2_vs_LigandSeek1_ellipse_5834">
            <a:extLst>
              <a:ext uri="{FF2B5EF4-FFF2-40B4-BE49-F238E27FC236}">
                <a16:creationId xmlns:a16="http://schemas.microsoft.com/office/drawing/2014/main" id="{BB6495D3-3B7C-4C5E-9CB9-887768C4CBD1}"/>
              </a:ext>
            </a:extLst>
          </p:cNvPr>
          <p:cNvSpPr>
            <a:spLocks noGrp="1"/>
          </p:cNvSpPr>
          <p:nvPr/>
        </p:nvSpPr>
        <p:spPr>
          <a:xfrm>
            <a:off x="1311402" y="845009"/>
            <a:ext cx="24757" cy="24757"/>
          </a:xfrm>
          <a:prstGeom prst="ellipse">
            <a:avLst/>
          </a:prstGeom>
          <a:solidFill>
            <a:srgbClr val="007C83">
              <a:alpha val="40000"/>
            </a:srgbClr>
          </a:solidFill>
          <a:ln w="0">
            <a:noFill/>
            <a:prstDash val="solid"/>
          </a:ln>
        </p:spPr>
      </p:sp>
      <p:sp>
        <p:nvSpPr>
          <p:cNvPr id="321" name="LigandSeek2_vs_LigandSeek1_ellipse_5835">
            <a:extLst>
              <a:ext uri="{FF2B5EF4-FFF2-40B4-BE49-F238E27FC236}">
                <a16:creationId xmlns:a16="http://schemas.microsoft.com/office/drawing/2014/main" id="{F6C0B036-B01A-42A7-B1EF-F46D85F0CB73}"/>
              </a:ext>
            </a:extLst>
          </p:cNvPr>
          <p:cNvSpPr>
            <a:spLocks noGrp="1"/>
          </p:cNvSpPr>
          <p:nvPr/>
        </p:nvSpPr>
        <p:spPr>
          <a:xfrm>
            <a:off x="1272854" y="845009"/>
            <a:ext cx="24757" cy="24757"/>
          </a:xfrm>
          <a:prstGeom prst="ellipse">
            <a:avLst/>
          </a:prstGeom>
          <a:solidFill>
            <a:srgbClr val="007C83">
              <a:alpha val="40000"/>
            </a:srgbClr>
          </a:solidFill>
          <a:ln w="0">
            <a:noFill/>
            <a:prstDash val="solid"/>
          </a:ln>
        </p:spPr>
      </p:sp>
      <p:sp>
        <p:nvSpPr>
          <p:cNvPr id="322" name="LigandSeek2_vs_LigandSeek1_ellipse_5836">
            <a:extLst>
              <a:ext uri="{FF2B5EF4-FFF2-40B4-BE49-F238E27FC236}">
                <a16:creationId xmlns:a16="http://schemas.microsoft.com/office/drawing/2014/main" id="{7A5F2BF5-E123-49F3-A1C3-1F838E425AE6}"/>
              </a:ext>
            </a:extLst>
          </p:cNvPr>
          <p:cNvSpPr>
            <a:spLocks noGrp="1"/>
          </p:cNvSpPr>
          <p:nvPr/>
        </p:nvSpPr>
        <p:spPr>
          <a:xfrm>
            <a:off x="1307034" y="1108558"/>
            <a:ext cx="24757" cy="24757"/>
          </a:xfrm>
          <a:prstGeom prst="ellipse">
            <a:avLst/>
          </a:prstGeom>
          <a:solidFill>
            <a:srgbClr val="007C83">
              <a:alpha val="40000"/>
            </a:srgbClr>
          </a:solidFill>
          <a:ln w="0">
            <a:noFill/>
            <a:prstDash val="solid"/>
          </a:ln>
        </p:spPr>
      </p:sp>
      <p:sp>
        <p:nvSpPr>
          <p:cNvPr id="323" name="LigandSeek2_vs_LigandSeek1_ellipse_5837">
            <a:extLst>
              <a:ext uri="{FF2B5EF4-FFF2-40B4-BE49-F238E27FC236}">
                <a16:creationId xmlns:a16="http://schemas.microsoft.com/office/drawing/2014/main" id="{98C24C31-CCA8-44DA-B250-DD39FB460503}"/>
              </a:ext>
            </a:extLst>
          </p:cNvPr>
          <p:cNvSpPr>
            <a:spLocks noGrp="1"/>
          </p:cNvSpPr>
          <p:nvPr/>
        </p:nvSpPr>
        <p:spPr>
          <a:xfrm>
            <a:off x="1336739" y="1019236"/>
            <a:ext cx="24757" cy="24757"/>
          </a:xfrm>
          <a:prstGeom prst="ellipse">
            <a:avLst/>
          </a:prstGeom>
          <a:solidFill>
            <a:srgbClr val="007C83">
              <a:alpha val="40000"/>
            </a:srgbClr>
          </a:solidFill>
          <a:ln w="0">
            <a:noFill/>
            <a:prstDash val="solid"/>
          </a:ln>
        </p:spPr>
      </p:sp>
      <p:sp>
        <p:nvSpPr>
          <p:cNvPr id="324" name="LigandSeek2_vs_LigandSeek1_ellipse_5838">
            <a:extLst>
              <a:ext uri="{FF2B5EF4-FFF2-40B4-BE49-F238E27FC236}">
                <a16:creationId xmlns:a16="http://schemas.microsoft.com/office/drawing/2014/main" id="{2A884EA0-181C-479B-9513-BF6E0695FFFE}"/>
              </a:ext>
            </a:extLst>
          </p:cNvPr>
          <p:cNvSpPr>
            <a:spLocks noGrp="1"/>
          </p:cNvSpPr>
          <p:nvPr/>
        </p:nvSpPr>
        <p:spPr>
          <a:xfrm>
            <a:off x="1313418" y="1193462"/>
            <a:ext cx="24757" cy="24757"/>
          </a:xfrm>
          <a:prstGeom prst="ellipse">
            <a:avLst/>
          </a:prstGeom>
          <a:solidFill>
            <a:srgbClr val="007C83">
              <a:alpha val="40000"/>
            </a:srgbClr>
          </a:solidFill>
          <a:ln w="0">
            <a:noFill/>
            <a:prstDash val="solid"/>
          </a:ln>
        </p:spPr>
      </p:sp>
      <p:sp>
        <p:nvSpPr>
          <p:cNvPr id="325" name="LigandSeek2_vs_LigandSeek1_ellipse_5839">
            <a:extLst>
              <a:ext uri="{FF2B5EF4-FFF2-40B4-BE49-F238E27FC236}">
                <a16:creationId xmlns:a16="http://schemas.microsoft.com/office/drawing/2014/main" id="{0D5CA0E7-2292-4D74-9D92-B162716E0271}"/>
              </a:ext>
            </a:extLst>
          </p:cNvPr>
          <p:cNvSpPr>
            <a:spLocks noGrp="1"/>
          </p:cNvSpPr>
          <p:nvPr/>
        </p:nvSpPr>
        <p:spPr>
          <a:xfrm>
            <a:off x="1303424" y="1367688"/>
            <a:ext cx="24757" cy="24757"/>
          </a:xfrm>
          <a:prstGeom prst="ellipse">
            <a:avLst/>
          </a:prstGeom>
          <a:solidFill>
            <a:srgbClr val="007C83">
              <a:alpha val="40000"/>
            </a:srgbClr>
          </a:solidFill>
          <a:ln w="0">
            <a:noFill/>
            <a:prstDash val="solid"/>
          </a:ln>
        </p:spPr>
      </p:sp>
      <p:sp>
        <p:nvSpPr>
          <p:cNvPr id="326" name="LigandSeek2_vs_LigandSeek1_ellipse_5840">
            <a:extLst>
              <a:ext uri="{FF2B5EF4-FFF2-40B4-BE49-F238E27FC236}">
                <a16:creationId xmlns:a16="http://schemas.microsoft.com/office/drawing/2014/main" id="{12DA92ED-4E75-486F-ABA8-C563ABB086D2}"/>
              </a:ext>
            </a:extLst>
          </p:cNvPr>
          <p:cNvSpPr>
            <a:spLocks noGrp="1"/>
          </p:cNvSpPr>
          <p:nvPr/>
        </p:nvSpPr>
        <p:spPr>
          <a:xfrm>
            <a:off x="1277113" y="1192038"/>
            <a:ext cx="24757" cy="24757"/>
          </a:xfrm>
          <a:prstGeom prst="ellipse">
            <a:avLst/>
          </a:prstGeom>
          <a:solidFill>
            <a:srgbClr val="007C83">
              <a:alpha val="40000"/>
            </a:srgbClr>
          </a:solidFill>
          <a:ln w="0">
            <a:noFill/>
            <a:prstDash val="solid"/>
          </a:ln>
        </p:spPr>
      </p:sp>
      <p:sp>
        <p:nvSpPr>
          <p:cNvPr id="327" name="LigandSeek2_vs_LigandSeek1_ellipse_5841">
            <a:extLst>
              <a:ext uri="{FF2B5EF4-FFF2-40B4-BE49-F238E27FC236}">
                <a16:creationId xmlns:a16="http://schemas.microsoft.com/office/drawing/2014/main" id="{0431AD3E-9D25-4719-9498-C59785C2B2BE}"/>
              </a:ext>
            </a:extLst>
          </p:cNvPr>
          <p:cNvSpPr>
            <a:spLocks noGrp="1"/>
          </p:cNvSpPr>
          <p:nvPr/>
        </p:nvSpPr>
        <p:spPr>
          <a:xfrm>
            <a:off x="1284708" y="845009"/>
            <a:ext cx="24757" cy="24757"/>
          </a:xfrm>
          <a:prstGeom prst="ellipse">
            <a:avLst/>
          </a:prstGeom>
          <a:solidFill>
            <a:srgbClr val="007C83">
              <a:alpha val="40000"/>
            </a:srgbClr>
          </a:solidFill>
          <a:ln w="0">
            <a:noFill/>
            <a:prstDash val="solid"/>
          </a:ln>
        </p:spPr>
      </p:sp>
      <p:sp>
        <p:nvSpPr>
          <p:cNvPr id="328" name="LigandSeek2_vs_LigandSeek1_ellipse_5842">
            <a:extLst>
              <a:ext uri="{FF2B5EF4-FFF2-40B4-BE49-F238E27FC236}">
                <a16:creationId xmlns:a16="http://schemas.microsoft.com/office/drawing/2014/main" id="{96490EA9-7C9B-413F-A1E8-9F830378E7BB}"/>
              </a:ext>
            </a:extLst>
          </p:cNvPr>
          <p:cNvSpPr>
            <a:spLocks noGrp="1"/>
          </p:cNvSpPr>
          <p:nvPr/>
        </p:nvSpPr>
        <p:spPr>
          <a:xfrm>
            <a:off x="1341272" y="1890368"/>
            <a:ext cx="24757" cy="24757"/>
          </a:xfrm>
          <a:prstGeom prst="ellipse">
            <a:avLst/>
          </a:prstGeom>
          <a:solidFill>
            <a:srgbClr val="007C83">
              <a:alpha val="40000"/>
            </a:srgbClr>
          </a:solidFill>
          <a:ln w="0">
            <a:noFill/>
            <a:prstDash val="solid"/>
          </a:ln>
        </p:spPr>
      </p:sp>
      <p:sp>
        <p:nvSpPr>
          <p:cNvPr id="329" name="LigandSeek2_vs_LigandSeek1_ellipse_5843">
            <a:extLst>
              <a:ext uri="{FF2B5EF4-FFF2-40B4-BE49-F238E27FC236}">
                <a16:creationId xmlns:a16="http://schemas.microsoft.com/office/drawing/2014/main" id="{53DD4D81-A6E5-4019-8629-CA6650A30D53}"/>
              </a:ext>
            </a:extLst>
          </p:cNvPr>
          <p:cNvSpPr>
            <a:spLocks noGrp="1"/>
          </p:cNvSpPr>
          <p:nvPr/>
        </p:nvSpPr>
        <p:spPr>
          <a:xfrm>
            <a:off x="1349133" y="1367688"/>
            <a:ext cx="24757" cy="24757"/>
          </a:xfrm>
          <a:prstGeom prst="ellipse">
            <a:avLst/>
          </a:prstGeom>
          <a:solidFill>
            <a:srgbClr val="007C83">
              <a:alpha val="40000"/>
            </a:srgbClr>
          </a:solidFill>
          <a:ln w="0">
            <a:noFill/>
            <a:prstDash val="solid"/>
          </a:ln>
        </p:spPr>
      </p:sp>
      <p:sp>
        <p:nvSpPr>
          <p:cNvPr id="330" name="LigandSeek2_vs_LigandSeek1_ellipse_5844">
            <a:extLst>
              <a:ext uri="{FF2B5EF4-FFF2-40B4-BE49-F238E27FC236}">
                <a16:creationId xmlns:a16="http://schemas.microsoft.com/office/drawing/2014/main" id="{E87B44C7-4D22-481A-AB92-038006321D83}"/>
              </a:ext>
            </a:extLst>
          </p:cNvPr>
          <p:cNvSpPr>
            <a:spLocks noGrp="1"/>
          </p:cNvSpPr>
          <p:nvPr/>
        </p:nvSpPr>
        <p:spPr>
          <a:xfrm>
            <a:off x="1348259" y="1890368"/>
            <a:ext cx="24757" cy="24757"/>
          </a:xfrm>
          <a:prstGeom prst="ellipse">
            <a:avLst/>
          </a:prstGeom>
          <a:solidFill>
            <a:srgbClr val="007C83">
              <a:alpha val="40000"/>
            </a:srgbClr>
          </a:solidFill>
          <a:ln w="0">
            <a:noFill/>
            <a:prstDash val="solid"/>
          </a:ln>
        </p:spPr>
      </p:sp>
      <p:sp>
        <p:nvSpPr>
          <p:cNvPr id="331" name="LigandSeek2_vs_LigandSeek1_ellipse_5845">
            <a:extLst>
              <a:ext uri="{FF2B5EF4-FFF2-40B4-BE49-F238E27FC236}">
                <a16:creationId xmlns:a16="http://schemas.microsoft.com/office/drawing/2014/main" id="{35F3D48E-2258-4A85-B458-965551DC4ED8}"/>
              </a:ext>
            </a:extLst>
          </p:cNvPr>
          <p:cNvSpPr>
            <a:spLocks noGrp="1"/>
          </p:cNvSpPr>
          <p:nvPr/>
        </p:nvSpPr>
        <p:spPr>
          <a:xfrm>
            <a:off x="1289705" y="1292624"/>
            <a:ext cx="24757" cy="24757"/>
          </a:xfrm>
          <a:prstGeom prst="ellipse">
            <a:avLst/>
          </a:prstGeom>
          <a:solidFill>
            <a:srgbClr val="007C83">
              <a:alpha val="40000"/>
            </a:srgbClr>
          </a:solidFill>
          <a:ln w="0">
            <a:noFill/>
            <a:prstDash val="solid"/>
          </a:ln>
        </p:spPr>
      </p:sp>
      <p:sp>
        <p:nvSpPr>
          <p:cNvPr id="332" name="LigandSeek2_vs_LigandSeek1_ellipse_5846">
            <a:extLst>
              <a:ext uri="{FF2B5EF4-FFF2-40B4-BE49-F238E27FC236}">
                <a16:creationId xmlns:a16="http://schemas.microsoft.com/office/drawing/2014/main" id="{D728F415-88FA-43A5-8E52-33C4E7160D5D}"/>
              </a:ext>
            </a:extLst>
          </p:cNvPr>
          <p:cNvSpPr>
            <a:spLocks noGrp="1"/>
          </p:cNvSpPr>
          <p:nvPr/>
        </p:nvSpPr>
        <p:spPr>
          <a:xfrm>
            <a:off x="1305735" y="845009"/>
            <a:ext cx="24757" cy="24757"/>
          </a:xfrm>
          <a:prstGeom prst="ellipse">
            <a:avLst/>
          </a:prstGeom>
          <a:solidFill>
            <a:srgbClr val="007C83">
              <a:alpha val="40000"/>
            </a:srgbClr>
          </a:solidFill>
          <a:ln w="0">
            <a:noFill/>
            <a:prstDash val="solid"/>
          </a:ln>
        </p:spPr>
      </p:sp>
      <p:sp>
        <p:nvSpPr>
          <p:cNvPr id="333" name="LigandSeek2_vs_LigandSeek1_ellipse_5847">
            <a:extLst>
              <a:ext uri="{FF2B5EF4-FFF2-40B4-BE49-F238E27FC236}">
                <a16:creationId xmlns:a16="http://schemas.microsoft.com/office/drawing/2014/main" id="{6F65CDCB-FAF8-49FD-81FD-6EB1150A5B34}"/>
              </a:ext>
            </a:extLst>
          </p:cNvPr>
          <p:cNvSpPr>
            <a:spLocks noGrp="1"/>
          </p:cNvSpPr>
          <p:nvPr/>
        </p:nvSpPr>
        <p:spPr>
          <a:xfrm>
            <a:off x="1323923" y="1701311"/>
            <a:ext cx="24757" cy="24757"/>
          </a:xfrm>
          <a:prstGeom prst="ellipse">
            <a:avLst/>
          </a:prstGeom>
          <a:solidFill>
            <a:srgbClr val="007C83">
              <a:alpha val="40000"/>
            </a:srgbClr>
          </a:solidFill>
          <a:ln w="0">
            <a:noFill/>
            <a:prstDash val="solid"/>
          </a:ln>
        </p:spPr>
      </p:sp>
      <p:sp>
        <p:nvSpPr>
          <p:cNvPr id="334" name="LigandSeek2_vs_LigandSeek1_ellipse_5848">
            <a:extLst>
              <a:ext uri="{FF2B5EF4-FFF2-40B4-BE49-F238E27FC236}">
                <a16:creationId xmlns:a16="http://schemas.microsoft.com/office/drawing/2014/main" id="{60C6E54A-54F5-4C8E-BA16-5F85BAE31596}"/>
              </a:ext>
            </a:extLst>
          </p:cNvPr>
          <p:cNvSpPr>
            <a:spLocks noGrp="1"/>
          </p:cNvSpPr>
          <p:nvPr/>
        </p:nvSpPr>
        <p:spPr>
          <a:xfrm>
            <a:off x="1351856" y="845009"/>
            <a:ext cx="24757" cy="24757"/>
          </a:xfrm>
          <a:prstGeom prst="ellipse">
            <a:avLst/>
          </a:prstGeom>
          <a:solidFill>
            <a:srgbClr val="007C83">
              <a:alpha val="40000"/>
            </a:srgbClr>
          </a:solidFill>
          <a:ln w="0">
            <a:noFill/>
            <a:prstDash val="solid"/>
          </a:ln>
        </p:spPr>
      </p:sp>
      <p:sp>
        <p:nvSpPr>
          <p:cNvPr id="335" name="LigandSeek2_vs_LigandSeek1_ellipse_5849">
            <a:extLst>
              <a:ext uri="{FF2B5EF4-FFF2-40B4-BE49-F238E27FC236}">
                <a16:creationId xmlns:a16="http://schemas.microsoft.com/office/drawing/2014/main" id="{9C8B6B1B-9E4B-4046-9160-9A57BED8ABB8}"/>
              </a:ext>
            </a:extLst>
          </p:cNvPr>
          <p:cNvSpPr>
            <a:spLocks noGrp="1"/>
          </p:cNvSpPr>
          <p:nvPr/>
        </p:nvSpPr>
        <p:spPr>
          <a:xfrm>
            <a:off x="1302044" y="845009"/>
            <a:ext cx="24757" cy="24757"/>
          </a:xfrm>
          <a:prstGeom prst="ellipse">
            <a:avLst/>
          </a:prstGeom>
          <a:solidFill>
            <a:srgbClr val="007C83">
              <a:alpha val="40000"/>
            </a:srgbClr>
          </a:solidFill>
          <a:ln w="0">
            <a:noFill/>
            <a:prstDash val="solid"/>
          </a:ln>
        </p:spPr>
      </p:sp>
      <p:sp>
        <p:nvSpPr>
          <p:cNvPr id="336" name="LigandSeek2_vs_LigandSeek1_ellipse_5850">
            <a:extLst>
              <a:ext uri="{FF2B5EF4-FFF2-40B4-BE49-F238E27FC236}">
                <a16:creationId xmlns:a16="http://schemas.microsoft.com/office/drawing/2014/main" id="{48964B40-7E35-44D3-83B6-98EAE88F6957}"/>
              </a:ext>
            </a:extLst>
          </p:cNvPr>
          <p:cNvSpPr>
            <a:spLocks noGrp="1"/>
          </p:cNvSpPr>
          <p:nvPr/>
        </p:nvSpPr>
        <p:spPr>
          <a:xfrm>
            <a:off x="1349065" y="845009"/>
            <a:ext cx="24757" cy="24757"/>
          </a:xfrm>
          <a:prstGeom prst="ellipse">
            <a:avLst/>
          </a:prstGeom>
          <a:solidFill>
            <a:srgbClr val="007C83">
              <a:alpha val="40000"/>
            </a:srgbClr>
          </a:solidFill>
          <a:ln w="0">
            <a:noFill/>
            <a:prstDash val="solid"/>
          </a:ln>
        </p:spPr>
      </p:sp>
      <p:sp>
        <p:nvSpPr>
          <p:cNvPr id="337" name="LigandSeek2_vs_LigandSeek1_ellipse_5851">
            <a:extLst>
              <a:ext uri="{FF2B5EF4-FFF2-40B4-BE49-F238E27FC236}">
                <a16:creationId xmlns:a16="http://schemas.microsoft.com/office/drawing/2014/main" id="{C77D8222-D0D9-482E-817D-C02B205B8669}"/>
              </a:ext>
            </a:extLst>
          </p:cNvPr>
          <p:cNvSpPr>
            <a:spLocks noGrp="1"/>
          </p:cNvSpPr>
          <p:nvPr/>
        </p:nvSpPr>
        <p:spPr>
          <a:xfrm>
            <a:off x="1306316" y="1890368"/>
            <a:ext cx="24757" cy="24757"/>
          </a:xfrm>
          <a:prstGeom prst="ellipse">
            <a:avLst/>
          </a:prstGeom>
          <a:solidFill>
            <a:srgbClr val="007C83">
              <a:alpha val="40000"/>
            </a:srgbClr>
          </a:solidFill>
          <a:ln w="0">
            <a:noFill/>
            <a:prstDash val="solid"/>
          </a:ln>
        </p:spPr>
      </p:sp>
      <p:sp>
        <p:nvSpPr>
          <p:cNvPr id="338" name="LigandSeek2_vs_LigandSeek1_ellipse_5852">
            <a:extLst>
              <a:ext uri="{FF2B5EF4-FFF2-40B4-BE49-F238E27FC236}">
                <a16:creationId xmlns:a16="http://schemas.microsoft.com/office/drawing/2014/main" id="{3D127C87-6420-4D9F-94A5-1BAE64C94F1C}"/>
              </a:ext>
            </a:extLst>
          </p:cNvPr>
          <p:cNvSpPr>
            <a:spLocks noGrp="1"/>
          </p:cNvSpPr>
          <p:nvPr/>
        </p:nvSpPr>
        <p:spPr>
          <a:xfrm>
            <a:off x="1289246" y="845009"/>
            <a:ext cx="24757" cy="24757"/>
          </a:xfrm>
          <a:prstGeom prst="ellipse">
            <a:avLst/>
          </a:prstGeom>
          <a:solidFill>
            <a:srgbClr val="007C83">
              <a:alpha val="40000"/>
            </a:srgbClr>
          </a:solidFill>
          <a:ln w="0">
            <a:noFill/>
            <a:prstDash val="solid"/>
          </a:ln>
        </p:spPr>
      </p:sp>
      <p:sp>
        <p:nvSpPr>
          <p:cNvPr id="339" name="LigandSeek2_vs_LigandSeek1_ellipse_5853">
            <a:extLst>
              <a:ext uri="{FF2B5EF4-FFF2-40B4-BE49-F238E27FC236}">
                <a16:creationId xmlns:a16="http://schemas.microsoft.com/office/drawing/2014/main" id="{C7DF4AE3-1BC3-4007-82B7-02DACFC300AF}"/>
              </a:ext>
            </a:extLst>
          </p:cNvPr>
          <p:cNvSpPr>
            <a:spLocks noGrp="1"/>
          </p:cNvSpPr>
          <p:nvPr/>
        </p:nvSpPr>
        <p:spPr>
          <a:xfrm>
            <a:off x="1300733" y="1367688"/>
            <a:ext cx="24757" cy="24757"/>
          </a:xfrm>
          <a:prstGeom prst="ellipse">
            <a:avLst/>
          </a:prstGeom>
          <a:solidFill>
            <a:srgbClr val="007C83">
              <a:alpha val="40000"/>
            </a:srgbClr>
          </a:solidFill>
          <a:ln w="0">
            <a:noFill/>
            <a:prstDash val="solid"/>
          </a:ln>
        </p:spPr>
      </p:sp>
      <p:sp>
        <p:nvSpPr>
          <p:cNvPr id="340" name="LigandSeek2_vs_LigandSeek1_ellipse_5854">
            <a:extLst>
              <a:ext uri="{FF2B5EF4-FFF2-40B4-BE49-F238E27FC236}">
                <a16:creationId xmlns:a16="http://schemas.microsoft.com/office/drawing/2014/main" id="{1E85F735-E6BA-4303-837B-2CB93DA660C3}"/>
              </a:ext>
            </a:extLst>
          </p:cNvPr>
          <p:cNvSpPr>
            <a:spLocks noGrp="1"/>
          </p:cNvSpPr>
          <p:nvPr/>
        </p:nvSpPr>
        <p:spPr>
          <a:xfrm>
            <a:off x="1290347" y="1830811"/>
            <a:ext cx="24757" cy="24757"/>
          </a:xfrm>
          <a:prstGeom prst="ellipse">
            <a:avLst/>
          </a:prstGeom>
          <a:solidFill>
            <a:srgbClr val="007C83">
              <a:alpha val="40000"/>
            </a:srgbClr>
          </a:solidFill>
          <a:ln w="0">
            <a:noFill/>
            <a:prstDash val="solid"/>
          </a:ln>
        </p:spPr>
      </p:sp>
      <p:sp>
        <p:nvSpPr>
          <p:cNvPr id="341" name="LigandSeek2_vs_LigandSeek1_ellipse_5855">
            <a:extLst>
              <a:ext uri="{FF2B5EF4-FFF2-40B4-BE49-F238E27FC236}">
                <a16:creationId xmlns:a16="http://schemas.microsoft.com/office/drawing/2014/main" id="{AE0DD53F-C5F6-411A-BAB2-3CE137C89F07}"/>
              </a:ext>
            </a:extLst>
          </p:cNvPr>
          <p:cNvSpPr>
            <a:spLocks noGrp="1"/>
          </p:cNvSpPr>
          <p:nvPr/>
        </p:nvSpPr>
        <p:spPr>
          <a:xfrm>
            <a:off x="1306567" y="1367688"/>
            <a:ext cx="24757" cy="24757"/>
          </a:xfrm>
          <a:prstGeom prst="ellipse">
            <a:avLst/>
          </a:prstGeom>
          <a:solidFill>
            <a:srgbClr val="007C83">
              <a:alpha val="40000"/>
            </a:srgbClr>
          </a:solidFill>
          <a:ln w="0">
            <a:noFill/>
            <a:prstDash val="solid"/>
          </a:ln>
        </p:spPr>
      </p:sp>
      <p:sp>
        <p:nvSpPr>
          <p:cNvPr id="342" name="LigandSeek2_vs_LigandSeek1_ellipse_5856">
            <a:extLst>
              <a:ext uri="{FF2B5EF4-FFF2-40B4-BE49-F238E27FC236}">
                <a16:creationId xmlns:a16="http://schemas.microsoft.com/office/drawing/2014/main" id="{D2BC411D-DBDE-4DEE-8A9E-4DCBFF5A18EA}"/>
              </a:ext>
            </a:extLst>
          </p:cNvPr>
          <p:cNvSpPr>
            <a:spLocks noGrp="1"/>
          </p:cNvSpPr>
          <p:nvPr/>
        </p:nvSpPr>
        <p:spPr>
          <a:xfrm>
            <a:off x="1304935" y="845009"/>
            <a:ext cx="24757" cy="24757"/>
          </a:xfrm>
          <a:prstGeom prst="ellipse">
            <a:avLst/>
          </a:prstGeom>
          <a:solidFill>
            <a:srgbClr val="007C83">
              <a:alpha val="40000"/>
            </a:srgbClr>
          </a:solidFill>
          <a:ln w="0">
            <a:noFill/>
            <a:prstDash val="solid"/>
          </a:ln>
        </p:spPr>
      </p:sp>
      <p:sp>
        <p:nvSpPr>
          <p:cNvPr id="343" name="LigandSeek2_vs_LigandSeek1_ellipse_5857">
            <a:extLst>
              <a:ext uri="{FF2B5EF4-FFF2-40B4-BE49-F238E27FC236}">
                <a16:creationId xmlns:a16="http://schemas.microsoft.com/office/drawing/2014/main" id="{E7A3D513-3960-4539-B039-FF51B91C172C}"/>
              </a:ext>
            </a:extLst>
          </p:cNvPr>
          <p:cNvSpPr>
            <a:spLocks noGrp="1"/>
          </p:cNvSpPr>
          <p:nvPr/>
        </p:nvSpPr>
        <p:spPr>
          <a:xfrm>
            <a:off x="1315821" y="1367688"/>
            <a:ext cx="24757" cy="24757"/>
          </a:xfrm>
          <a:prstGeom prst="ellipse">
            <a:avLst/>
          </a:prstGeom>
          <a:solidFill>
            <a:srgbClr val="007C83">
              <a:alpha val="40000"/>
            </a:srgbClr>
          </a:solidFill>
          <a:ln w="0">
            <a:noFill/>
            <a:prstDash val="solid"/>
          </a:ln>
        </p:spPr>
      </p:sp>
      <p:sp>
        <p:nvSpPr>
          <p:cNvPr id="344" name="LigandSeek2_vs_LigandSeek1_ellipse_5858">
            <a:extLst>
              <a:ext uri="{FF2B5EF4-FFF2-40B4-BE49-F238E27FC236}">
                <a16:creationId xmlns:a16="http://schemas.microsoft.com/office/drawing/2014/main" id="{5F2C9FDD-77C2-422B-8E17-F1FF9D4C597C}"/>
              </a:ext>
            </a:extLst>
          </p:cNvPr>
          <p:cNvSpPr>
            <a:spLocks noGrp="1"/>
          </p:cNvSpPr>
          <p:nvPr/>
        </p:nvSpPr>
        <p:spPr>
          <a:xfrm>
            <a:off x="1322575" y="1473063"/>
            <a:ext cx="24757" cy="24757"/>
          </a:xfrm>
          <a:prstGeom prst="ellipse">
            <a:avLst/>
          </a:prstGeom>
          <a:solidFill>
            <a:srgbClr val="007C83">
              <a:alpha val="40000"/>
            </a:srgbClr>
          </a:solidFill>
          <a:ln w="0">
            <a:noFill/>
            <a:prstDash val="solid"/>
          </a:ln>
        </p:spPr>
      </p:sp>
      <p:sp>
        <p:nvSpPr>
          <p:cNvPr id="345" name="LigandSeek2_vs_LigandSeek1_ellipse_5859">
            <a:extLst>
              <a:ext uri="{FF2B5EF4-FFF2-40B4-BE49-F238E27FC236}">
                <a16:creationId xmlns:a16="http://schemas.microsoft.com/office/drawing/2014/main" id="{3F340C20-8001-45E5-BD66-58ED87EB84B0}"/>
              </a:ext>
            </a:extLst>
          </p:cNvPr>
          <p:cNvSpPr>
            <a:spLocks noGrp="1"/>
          </p:cNvSpPr>
          <p:nvPr/>
        </p:nvSpPr>
        <p:spPr>
          <a:xfrm>
            <a:off x="1331869" y="845009"/>
            <a:ext cx="24757" cy="24757"/>
          </a:xfrm>
          <a:prstGeom prst="ellipse">
            <a:avLst/>
          </a:prstGeom>
          <a:solidFill>
            <a:srgbClr val="007C83">
              <a:alpha val="40000"/>
            </a:srgbClr>
          </a:solidFill>
          <a:ln w="0">
            <a:noFill/>
            <a:prstDash val="solid"/>
          </a:ln>
        </p:spPr>
      </p:sp>
      <p:sp>
        <p:nvSpPr>
          <p:cNvPr id="346" name="LigandSeek2_vs_LigandSeek1_ellipse_5860">
            <a:extLst>
              <a:ext uri="{FF2B5EF4-FFF2-40B4-BE49-F238E27FC236}">
                <a16:creationId xmlns:a16="http://schemas.microsoft.com/office/drawing/2014/main" id="{19D63DCD-C683-4A3B-8FCB-7BFA9B7C4FEC}"/>
              </a:ext>
            </a:extLst>
          </p:cNvPr>
          <p:cNvSpPr>
            <a:spLocks noGrp="1"/>
          </p:cNvSpPr>
          <p:nvPr/>
        </p:nvSpPr>
        <p:spPr>
          <a:xfrm>
            <a:off x="1331569" y="1019236"/>
            <a:ext cx="24757" cy="24757"/>
          </a:xfrm>
          <a:prstGeom prst="ellipse">
            <a:avLst/>
          </a:prstGeom>
          <a:solidFill>
            <a:srgbClr val="007C83">
              <a:alpha val="40000"/>
            </a:srgbClr>
          </a:solidFill>
          <a:ln w="0">
            <a:noFill/>
            <a:prstDash val="solid"/>
          </a:ln>
        </p:spPr>
      </p:sp>
      <p:sp>
        <p:nvSpPr>
          <p:cNvPr id="347" name="LigandSeek2_vs_LigandSeek1_ellipse_5861">
            <a:extLst>
              <a:ext uri="{FF2B5EF4-FFF2-40B4-BE49-F238E27FC236}">
                <a16:creationId xmlns:a16="http://schemas.microsoft.com/office/drawing/2014/main" id="{EE414D80-DE69-411F-9C42-AA68C62969C6}"/>
              </a:ext>
            </a:extLst>
          </p:cNvPr>
          <p:cNvSpPr>
            <a:spLocks noGrp="1"/>
          </p:cNvSpPr>
          <p:nvPr/>
        </p:nvSpPr>
        <p:spPr>
          <a:xfrm>
            <a:off x="1286062" y="1193462"/>
            <a:ext cx="24757" cy="24757"/>
          </a:xfrm>
          <a:prstGeom prst="ellipse">
            <a:avLst/>
          </a:prstGeom>
          <a:solidFill>
            <a:srgbClr val="007C83">
              <a:alpha val="40000"/>
            </a:srgbClr>
          </a:solidFill>
          <a:ln w="0">
            <a:noFill/>
            <a:prstDash val="solid"/>
          </a:ln>
        </p:spPr>
      </p:sp>
      <p:sp>
        <p:nvSpPr>
          <p:cNvPr id="348" name="LigandSeek2_vs_LigandSeek1_ellipse_5862">
            <a:extLst>
              <a:ext uri="{FF2B5EF4-FFF2-40B4-BE49-F238E27FC236}">
                <a16:creationId xmlns:a16="http://schemas.microsoft.com/office/drawing/2014/main" id="{80369E9C-8CA5-4F6B-BFCF-96E8858247EB}"/>
              </a:ext>
            </a:extLst>
          </p:cNvPr>
          <p:cNvSpPr>
            <a:spLocks noGrp="1"/>
          </p:cNvSpPr>
          <p:nvPr/>
        </p:nvSpPr>
        <p:spPr>
          <a:xfrm>
            <a:off x="1339027" y="1884923"/>
            <a:ext cx="24757" cy="24757"/>
          </a:xfrm>
          <a:prstGeom prst="ellipse">
            <a:avLst/>
          </a:prstGeom>
          <a:solidFill>
            <a:srgbClr val="007C83">
              <a:alpha val="40000"/>
            </a:srgbClr>
          </a:solidFill>
          <a:ln w="0">
            <a:noFill/>
            <a:prstDash val="solid"/>
          </a:ln>
        </p:spPr>
      </p:sp>
      <p:sp>
        <p:nvSpPr>
          <p:cNvPr id="349" name="LigandSeek2_vs_LigandSeek1_ellipse_5863">
            <a:extLst>
              <a:ext uri="{FF2B5EF4-FFF2-40B4-BE49-F238E27FC236}">
                <a16:creationId xmlns:a16="http://schemas.microsoft.com/office/drawing/2014/main" id="{FB2D5594-7BD4-4E80-AF80-CEDF436D186F}"/>
              </a:ext>
            </a:extLst>
          </p:cNvPr>
          <p:cNvSpPr>
            <a:spLocks noGrp="1"/>
          </p:cNvSpPr>
          <p:nvPr/>
        </p:nvSpPr>
        <p:spPr>
          <a:xfrm>
            <a:off x="1296217" y="1280575"/>
            <a:ext cx="24757" cy="24757"/>
          </a:xfrm>
          <a:prstGeom prst="ellipse">
            <a:avLst/>
          </a:prstGeom>
          <a:solidFill>
            <a:srgbClr val="007C83">
              <a:alpha val="40000"/>
            </a:srgbClr>
          </a:solidFill>
          <a:ln w="0">
            <a:noFill/>
            <a:prstDash val="solid"/>
          </a:ln>
        </p:spPr>
      </p:sp>
      <p:sp>
        <p:nvSpPr>
          <p:cNvPr id="350" name="LigandSeek2_vs_LigandSeek1_ellipse_5864">
            <a:extLst>
              <a:ext uri="{FF2B5EF4-FFF2-40B4-BE49-F238E27FC236}">
                <a16:creationId xmlns:a16="http://schemas.microsoft.com/office/drawing/2014/main" id="{9704945E-328D-4FF7-84BB-8E6A0CD40B6D}"/>
              </a:ext>
            </a:extLst>
          </p:cNvPr>
          <p:cNvSpPr>
            <a:spLocks noGrp="1"/>
          </p:cNvSpPr>
          <p:nvPr/>
        </p:nvSpPr>
        <p:spPr>
          <a:xfrm>
            <a:off x="1268788" y="1193462"/>
            <a:ext cx="24757" cy="24757"/>
          </a:xfrm>
          <a:prstGeom prst="ellipse">
            <a:avLst/>
          </a:prstGeom>
          <a:solidFill>
            <a:srgbClr val="007C83">
              <a:alpha val="40000"/>
            </a:srgbClr>
          </a:solidFill>
          <a:ln w="0">
            <a:noFill/>
            <a:prstDash val="solid"/>
          </a:ln>
        </p:spPr>
      </p:sp>
      <p:sp>
        <p:nvSpPr>
          <p:cNvPr id="351" name="LigandSeek2_vs_LigandSeek1_ellipse_5865">
            <a:extLst>
              <a:ext uri="{FF2B5EF4-FFF2-40B4-BE49-F238E27FC236}">
                <a16:creationId xmlns:a16="http://schemas.microsoft.com/office/drawing/2014/main" id="{7291EF2C-6108-4492-A2A4-3D202DD24925}"/>
              </a:ext>
            </a:extLst>
          </p:cNvPr>
          <p:cNvSpPr>
            <a:spLocks noGrp="1"/>
          </p:cNvSpPr>
          <p:nvPr/>
        </p:nvSpPr>
        <p:spPr>
          <a:xfrm>
            <a:off x="1343567" y="845009"/>
            <a:ext cx="24757" cy="24757"/>
          </a:xfrm>
          <a:prstGeom prst="ellipse">
            <a:avLst/>
          </a:prstGeom>
          <a:solidFill>
            <a:srgbClr val="007C83">
              <a:alpha val="40000"/>
            </a:srgbClr>
          </a:solidFill>
          <a:ln w="0">
            <a:noFill/>
            <a:prstDash val="solid"/>
          </a:ln>
        </p:spPr>
      </p:sp>
      <p:sp>
        <p:nvSpPr>
          <p:cNvPr id="352" name="LigandSeek2_vs_LigandSeek1_ellipse_5866">
            <a:extLst>
              <a:ext uri="{FF2B5EF4-FFF2-40B4-BE49-F238E27FC236}">
                <a16:creationId xmlns:a16="http://schemas.microsoft.com/office/drawing/2014/main" id="{96D30E48-E164-42BF-B50C-F484A6E86BC2}"/>
              </a:ext>
            </a:extLst>
          </p:cNvPr>
          <p:cNvSpPr>
            <a:spLocks noGrp="1"/>
          </p:cNvSpPr>
          <p:nvPr/>
        </p:nvSpPr>
        <p:spPr>
          <a:xfrm>
            <a:off x="1299945" y="1623484"/>
            <a:ext cx="24757" cy="24757"/>
          </a:xfrm>
          <a:prstGeom prst="ellipse">
            <a:avLst/>
          </a:prstGeom>
          <a:solidFill>
            <a:srgbClr val="007C83">
              <a:alpha val="40000"/>
            </a:srgbClr>
          </a:solidFill>
          <a:ln w="0">
            <a:noFill/>
            <a:prstDash val="solid"/>
          </a:ln>
        </p:spPr>
      </p:sp>
      <p:sp>
        <p:nvSpPr>
          <p:cNvPr id="353" name="LigandSeek2_vs_LigandSeek1_ellipse_5867">
            <a:extLst>
              <a:ext uri="{FF2B5EF4-FFF2-40B4-BE49-F238E27FC236}">
                <a16:creationId xmlns:a16="http://schemas.microsoft.com/office/drawing/2014/main" id="{165AFE58-D28F-4F38-A376-70384BA205E1}"/>
              </a:ext>
            </a:extLst>
          </p:cNvPr>
          <p:cNvSpPr>
            <a:spLocks noGrp="1"/>
          </p:cNvSpPr>
          <p:nvPr/>
        </p:nvSpPr>
        <p:spPr>
          <a:xfrm>
            <a:off x="1305659" y="1890368"/>
            <a:ext cx="24757" cy="24757"/>
          </a:xfrm>
          <a:prstGeom prst="ellipse">
            <a:avLst/>
          </a:prstGeom>
          <a:solidFill>
            <a:srgbClr val="007C83">
              <a:alpha val="40000"/>
            </a:srgbClr>
          </a:solidFill>
          <a:ln w="0">
            <a:noFill/>
            <a:prstDash val="solid"/>
          </a:ln>
        </p:spPr>
      </p:sp>
      <p:sp>
        <p:nvSpPr>
          <p:cNvPr id="354" name="LigandSeek2_vs_LigandSeek1_ellipse_5868">
            <a:extLst>
              <a:ext uri="{FF2B5EF4-FFF2-40B4-BE49-F238E27FC236}">
                <a16:creationId xmlns:a16="http://schemas.microsoft.com/office/drawing/2014/main" id="{D1F9AF1F-0A3F-4441-8B94-B7EBE8F9D4DF}"/>
              </a:ext>
            </a:extLst>
          </p:cNvPr>
          <p:cNvSpPr>
            <a:spLocks noGrp="1"/>
          </p:cNvSpPr>
          <p:nvPr/>
        </p:nvSpPr>
        <p:spPr>
          <a:xfrm>
            <a:off x="1302905" y="1566498"/>
            <a:ext cx="24757" cy="24757"/>
          </a:xfrm>
          <a:prstGeom prst="ellipse">
            <a:avLst/>
          </a:prstGeom>
          <a:solidFill>
            <a:srgbClr val="007C83">
              <a:alpha val="40000"/>
            </a:srgbClr>
          </a:solidFill>
          <a:ln w="0">
            <a:noFill/>
            <a:prstDash val="solid"/>
          </a:ln>
        </p:spPr>
      </p:sp>
      <p:sp>
        <p:nvSpPr>
          <p:cNvPr id="355" name="LigandSeek2_vs_LigandSeek1_ellipse_5869">
            <a:extLst>
              <a:ext uri="{FF2B5EF4-FFF2-40B4-BE49-F238E27FC236}">
                <a16:creationId xmlns:a16="http://schemas.microsoft.com/office/drawing/2014/main" id="{EB0ED608-C54D-4341-9803-591247567130}"/>
              </a:ext>
            </a:extLst>
          </p:cNvPr>
          <p:cNvSpPr>
            <a:spLocks noGrp="1"/>
          </p:cNvSpPr>
          <p:nvPr/>
        </p:nvSpPr>
        <p:spPr>
          <a:xfrm>
            <a:off x="1275091" y="1576760"/>
            <a:ext cx="24757" cy="24757"/>
          </a:xfrm>
          <a:prstGeom prst="ellipse">
            <a:avLst/>
          </a:prstGeom>
          <a:solidFill>
            <a:srgbClr val="007C83">
              <a:alpha val="40000"/>
            </a:srgbClr>
          </a:solidFill>
          <a:ln w="0">
            <a:noFill/>
            <a:prstDash val="solid"/>
          </a:ln>
        </p:spPr>
      </p:sp>
      <p:sp>
        <p:nvSpPr>
          <p:cNvPr id="356" name="LigandSeek2_vs_LigandSeek1_ellipse_5870">
            <a:extLst>
              <a:ext uri="{FF2B5EF4-FFF2-40B4-BE49-F238E27FC236}">
                <a16:creationId xmlns:a16="http://schemas.microsoft.com/office/drawing/2014/main" id="{4C184E46-B08B-424E-B1E0-2A1CA1F3DA83}"/>
              </a:ext>
            </a:extLst>
          </p:cNvPr>
          <p:cNvSpPr>
            <a:spLocks noGrp="1"/>
          </p:cNvSpPr>
          <p:nvPr/>
        </p:nvSpPr>
        <p:spPr>
          <a:xfrm>
            <a:off x="1304897" y="1308761"/>
            <a:ext cx="24757" cy="24757"/>
          </a:xfrm>
          <a:prstGeom prst="ellipse">
            <a:avLst/>
          </a:prstGeom>
          <a:solidFill>
            <a:srgbClr val="007C83">
              <a:alpha val="40000"/>
            </a:srgbClr>
          </a:solidFill>
          <a:ln w="0">
            <a:noFill/>
            <a:prstDash val="solid"/>
          </a:ln>
        </p:spPr>
      </p:sp>
      <p:sp>
        <p:nvSpPr>
          <p:cNvPr id="357" name="LigandSeek2_vs_LigandSeek1_ellipse_5871">
            <a:extLst>
              <a:ext uri="{FF2B5EF4-FFF2-40B4-BE49-F238E27FC236}">
                <a16:creationId xmlns:a16="http://schemas.microsoft.com/office/drawing/2014/main" id="{D297DD43-7768-4B22-A7B2-4D4580E81407}"/>
              </a:ext>
            </a:extLst>
          </p:cNvPr>
          <p:cNvSpPr>
            <a:spLocks noGrp="1"/>
          </p:cNvSpPr>
          <p:nvPr/>
        </p:nvSpPr>
        <p:spPr>
          <a:xfrm>
            <a:off x="1336003" y="1890368"/>
            <a:ext cx="24757" cy="24757"/>
          </a:xfrm>
          <a:prstGeom prst="ellipse">
            <a:avLst/>
          </a:prstGeom>
          <a:solidFill>
            <a:srgbClr val="007C83">
              <a:alpha val="40000"/>
            </a:srgbClr>
          </a:solidFill>
          <a:ln w="0">
            <a:noFill/>
            <a:prstDash val="solid"/>
          </a:ln>
        </p:spPr>
      </p:sp>
      <p:sp>
        <p:nvSpPr>
          <p:cNvPr id="358" name="LigandSeek2_vs_LigandSeek1_ellipse_5872">
            <a:extLst>
              <a:ext uri="{FF2B5EF4-FFF2-40B4-BE49-F238E27FC236}">
                <a16:creationId xmlns:a16="http://schemas.microsoft.com/office/drawing/2014/main" id="{A3E35869-5A4A-4A0E-A7C2-6EC238108D94}"/>
              </a:ext>
            </a:extLst>
          </p:cNvPr>
          <p:cNvSpPr>
            <a:spLocks noGrp="1"/>
          </p:cNvSpPr>
          <p:nvPr/>
        </p:nvSpPr>
        <p:spPr>
          <a:xfrm>
            <a:off x="1346650" y="866889"/>
            <a:ext cx="24757" cy="24757"/>
          </a:xfrm>
          <a:prstGeom prst="ellipse">
            <a:avLst/>
          </a:prstGeom>
          <a:solidFill>
            <a:srgbClr val="007C83">
              <a:alpha val="40000"/>
            </a:srgbClr>
          </a:solidFill>
          <a:ln w="0">
            <a:noFill/>
            <a:prstDash val="solid"/>
          </a:ln>
        </p:spPr>
      </p:sp>
      <p:sp>
        <p:nvSpPr>
          <p:cNvPr id="359" name="LigandSeek2_vs_LigandSeek1_ellipse_5873">
            <a:extLst>
              <a:ext uri="{FF2B5EF4-FFF2-40B4-BE49-F238E27FC236}">
                <a16:creationId xmlns:a16="http://schemas.microsoft.com/office/drawing/2014/main" id="{8D836333-9EBF-4D24-9CCF-7B99CE7E3566}"/>
              </a:ext>
            </a:extLst>
          </p:cNvPr>
          <p:cNvSpPr>
            <a:spLocks noGrp="1"/>
          </p:cNvSpPr>
          <p:nvPr/>
        </p:nvSpPr>
        <p:spPr>
          <a:xfrm>
            <a:off x="1266968" y="845009"/>
            <a:ext cx="24757" cy="24757"/>
          </a:xfrm>
          <a:prstGeom prst="ellipse">
            <a:avLst/>
          </a:prstGeom>
          <a:solidFill>
            <a:srgbClr val="007C83">
              <a:alpha val="40000"/>
            </a:srgbClr>
          </a:solidFill>
          <a:ln w="0">
            <a:noFill/>
            <a:prstDash val="solid"/>
          </a:ln>
        </p:spPr>
      </p:sp>
      <p:sp>
        <p:nvSpPr>
          <p:cNvPr id="360" name="LigandSeek2_vs_LigandSeek1_ellipse_5874">
            <a:extLst>
              <a:ext uri="{FF2B5EF4-FFF2-40B4-BE49-F238E27FC236}">
                <a16:creationId xmlns:a16="http://schemas.microsoft.com/office/drawing/2014/main" id="{64099466-E5EB-4975-8A92-F519D7288892}"/>
              </a:ext>
            </a:extLst>
          </p:cNvPr>
          <p:cNvSpPr>
            <a:spLocks noGrp="1"/>
          </p:cNvSpPr>
          <p:nvPr/>
        </p:nvSpPr>
        <p:spPr>
          <a:xfrm>
            <a:off x="1271710" y="1193462"/>
            <a:ext cx="24757" cy="24757"/>
          </a:xfrm>
          <a:prstGeom prst="ellipse">
            <a:avLst/>
          </a:prstGeom>
          <a:solidFill>
            <a:srgbClr val="007C83">
              <a:alpha val="40000"/>
            </a:srgbClr>
          </a:solidFill>
          <a:ln w="0">
            <a:noFill/>
            <a:prstDash val="solid"/>
          </a:ln>
        </p:spPr>
      </p:sp>
      <p:sp>
        <p:nvSpPr>
          <p:cNvPr id="361" name="LigandSeek2_vs_LigandSeek1_ellipse_5875">
            <a:extLst>
              <a:ext uri="{FF2B5EF4-FFF2-40B4-BE49-F238E27FC236}">
                <a16:creationId xmlns:a16="http://schemas.microsoft.com/office/drawing/2014/main" id="{089E99B6-EA14-460A-9BCC-E17F56E832BB}"/>
              </a:ext>
            </a:extLst>
          </p:cNvPr>
          <p:cNvSpPr>
            <a:spLocks noGrp="1"/>
          </p:cNvSpPr>
          <p:nvPr/>
        </p:nvSpPr>
        <p:spPr>
          <a:xfrm>
            <a:off x="1271594" y="845009"/>
            <a:ext cx="24757" cy="24757"/>
          </a:xfrm>
          <a:prstGeom prst="ellipse">
            <a:avLst/>
          </a:prstGeom>
          <a:solidFill>
            <a:srgbClr val="007C83">
              <a:alpha val="40000"/>
            </a:srgbClr>
          </a:solidFill>
          <a:ln w="0">
            <a:noFill/>
            <a:prstDash val="solid"/>
          </a:ln>
        </p:spPr>
      </p:sp>
      <p:sp>
        <p:nvSpPr>
          <p:cNvPr id="362" name="LigandSeek2_vs_LigandSeek1_ellipse_5876">
            <a:extLst>
              <a:ext uri="{FF2B5EF4-FFF2-40B4-BE49-F238E27FC236}">
                <a16:creationId xmlns:a16="http://schemas.microsoft.com/office/drawing/2014/main" id="{953FBC1E-7B26-4282-9AAF-A0C882EC60EA}"/>
              </a:ext>
            </a:extLst>
          </p:cNvPr>
          <p:cNvSpPr>
            <a:spLocks noGrp="1"/>
          </p:cNvSpPr>
          <p:nvPr/>
        </p:nvSpPr>
        <p:spPr>
          <a:xfrm>
            <a:off x="1269327" y="1629028"/>
            <a:ext cx="24757" cy="24757"/>
          </a:xfrm>
          <a:prstGeom prst="ellipse">
            <a:avLst/>
          </a:prstGeom>
          <a:solidFill>
            <a:srgbClr val="007C83">
              <a:alpha val="40000"/>
            </a:srgbClr>
          </a:solidFill>
          <a:ln w="0">
            <a:noFill/>
            <a:prstDash val="solid"/>
          </a:ln>
        </p:spPr>
      </p:sp>
      <p:sp>
        <p:nvSpPr>
          <p:cNvPr id="363" name="LigandSeek2_vs_LigandSeek1_ellipse_5877">
            <a:extLst>
              <a:ext uri="{FF2B5EF4-FFF2-40B4-BE49-F238E27FC236}">
                <a16:creationId xmlns:a16="http://schemas.microsoft.com/office/drawing/2014/main" id="{E0DD34BE-B8C9-4FFE-9C50-6161C2F742C0}"/>
              </a:ext>
            </a:extLst>
          </p:cNvPr>
          <p:cNvSpPr>
            <a:spLocks noGrp="1"/>
          </p:cNvSpPr>
          <p:nvPr/>
        </p:nvSpPr>
        <p:spPr>
          <a:xfrm>
            <a:off x="1351821" y="1114127"/>
            <a:ext cx="24757" cy="24757"/>
          </a:xfrm>
          <a:prstGeom prst="ellipse">
            <a:avLst/>
          </a:prstGeom>
          <a:solidFill>
            <a:srgbClr val="007C83">
              <a:alpha val="40000"/>
            </a:srgbClr>
          </a:solidFill>
          <a:ln w="0">
            <a:noFill/>
            <a:prstDash val="solid"/>
          </a:ln>
        </p:spPr>
      </p:sp>
      <p:sp>
        <p:nvSpPr>
          <p:cNvPr id="364" name="LigandSeek2_vs_LigandSeek1_ellipse_5878">
            <a:extLst>
              <a:ext uri="{FF2B5EF4-FFF2-40B4-BE49-F238E27FC236}">
                <a16:creationId xmlns:a16="http://schemas.microsoft.com/office/drawing/2014/main" id="{0A96A92C-36BC-44F2-97BA-F3ED36A551EC}"/>
              </a:ext>
            </a:extLst>
          </p:cNvPr>
          <p:cNvSpPr>
            <a:spLocks noGrp="1"/>
          </p:cNvSpPr>
          <p:nvPr/>
        </p:nvSpPr>
        <p:spPr>
          <a:xfrm>
            <a:off x="1308477" y="1697474"/>
            <a:ext cx="24757" cy="24757"/>
          </a:xfrm>
          <a:prstGeom prst="ellipse">
            <a:avLst/>
          </a:prstGeom>
          <a:solidFill>
            <a:srgbClr val="007C83">
              <a:alpha val="40000"/>
            </a:srgbClr>
          </a:solidFill>
          <a:ln w="0">
            <a:noFill/>
            <a:prstDash val="solid"/>
          </a:ln>
        </p:spPr>
      </p:sp>
      <p:sp>
        <p:nvSpPr>
          <p:cNvPr id="365" name="LigandSeek2_vs_LigandSeek1_ellipse_5879">
            <a:extLst>
              <a:ext uri="{FF2B5EF4-FFF2-40B4-BE49-F238E27FC236}">
                <a16:creationId xmlns:a16="http://schemas.microsoft.com/office/drawing/2014/main" id="{95F4B4F0-DE01-4784-9444-80D00E2E9CD8}"/>
              </a:ext>
            </a:extLst>
          </p:cNvPr>
          <p:cNvSpPr>
            <a:spLocks noGrp="1"/>
          </p:cNvSpPr>
          <p:nvPr/>
        </p:nvSpPr>
        <p:spPr>
          <a:xfrm>
            <a:off x="1302284" y="1238263"/>
            <a:ext cx="24757" cy="24757"/>
          </a:xfrm>
          <a:prstGeom prst="ellipse">
            <a:avLst/>
          </a:prstGeom>
          <a:solidFill>
            <a:srgbClr val="007C83">
              <a:alpha val="40000"/>
            </a:srgbClr>
          </a:solidFill>
          <a:ln w="0">
            <a:noFill/>
            <a:prstDash val="solid"/>
          </a:ln>
        </p:spPr>
      </p:sp>
      <p:sp>
        <p:nvSpPr>
          <p:cNvPr id="366" name="LigandSeek2_vs_LigandSeek1_ellipse_5880">
            <a:extLst>
              <a:ext uri="{FF2B5EF4-FFF2-40B4-BE49-F238E27FC236}">
                <a16:creationId xmlns:a16="http://schemas.microsoft.com/office/drawing/2014/main" id="{7058181E-BA2E-4D5A-B996-8BD620656073}"/>
              </a:ext>
            </a:extLst>
          </p:cNvPr>
          <p:cNvSpPr>
            <a:spLocks noGrp="1"/>
          </p:cNvSpPr>
          <p:nvPr/>
        </p:nvSpPr>
        <p:spPr>
          <a:xfrm>
            <a:off x="1314339" y="845009"/>
            <a:ext cx="24757" cy="24757"/>
          </a:xfrm>
          <a:prstGeom prst="ellipse">
            <a:avLst/>
          </a:prstGeom>
          <a:solidFill>
            <a:srgbClr val="007C83">
              <a:alpha val="40000"/>
            </a:srgbClr>
          </a:solidFill>
          <a:ln w="0">
            <a:noFill/>
            <a:prstDash val="solid"/>
          </a:ln>
        </p:spPr>
      </p:sp>
      <p:sp>
        <p:nvSpPr>
          <p:cNvPr id="367" name="LigandSeek2_vs_LigandSeek1_ellipse_5881">
            <a:extLst>
              <a:ext uri="{FF2B5EF4-FFF2-40B4-BE49-F238E27FC236}">
                <a16:creationId xmlns:a16="http://schemas.microsoft.com/office/drawing/2014/main" id="{31D47563-A573-4AAA-94D6-5D671666C37D}"/>
              </a:ext>
            </a:extLst>
          </p:cNvPr>
          <p:cNvSpPr>
            <a:spLocks noGrp="1"/>
          </p:cNvSpPr>
          <p:nvPr/>
        </p:nvSpPr>
        <p:spPr>
          <a:xfrm>
            <a:off x="1336004" y="1367688"/>
            <a:ext cx="24757" cy="24757"/>
          </a:xfrm>
          <a:prstGeom prst="ellipse">
            <a:avLst/>
          </a:prstGeom>
          <a:solidFill>
            <a:srgbClr val="007C83">
              <a:alpha val="40000"/>
            </a:srgbClr>
          </a:solidFill>
          <a:ln w="0">
            <a:noFill/>
            <a:prstDash val="solid"/>
          </a:ln>
        </p:spPr>
      </p:sp>
      <p:sp>
        <p:nvSpPr>
          <p:cNvPr id="368" name="LigandSeek2_vs_LigandSeek1_ellipse_5882">
            <a:extLst>
              <a:ext uri="{FF2B5EF4-FFF2-40B4-BE49-F238E27FC236}">
                <a16:creationId xmlns:a16="http://schemas.microsoft.com/office/drawing/2014/main" id="{1362963C-87C9-4EFC-A6F4-5C7C22961AB3}"/>
              </a:ext>
            </a:extLst>
          </p:cNvPr>
          <p:cNvSpPr>
            <a:spLocks noGrp="1"/>
          </p:cNvSpPr>
          <p:nvPr/>
        </p:nvSpPr>
        <p:spPr>
          <a:xfrm>
            <a:off x="1295633" y="845009"/>
            <a:ext cx="24757" cy="24757"/>
          </a:xfrm>
          <a:prstGeom prst="ellipse">
            <a:avLst/>
          </a:prstGeom>
          <a:solidFill>
            <a:srgbClr val="007C83">
              <a:alpha val="40000"/>
            </a:srgbClr>
          </a:solidFill>
          <a:ln w="0">
            <a:noFill/>
            <a:prstDash val="solid"/>
          </a:ln>
        </p:spPr>
      </p:sp>
      <p:sp>
        <p:nvSpPr>
          <p:cNvPr id="369" name="LigandSeek2_vs_LigandSeek1_ellipse_5883">
            <a:extLst>
              <a:ext uri="{FF2B5EF4-FFF2-40B4-BE49-F238E27FC236}">
                <a16:creationId xmlns:a16="http://schemas.microsoft.com/office/drawing/2014/main" id="{E4897221-D980-4BF1-B978-D7347BA1C480}"/>
              </a:ext>
            </a:extLst>
          </p:cNvPr>
          <p:cNvSpPr>
            <a:spLocks noGrp="1"/>
          </p:cNvSpPr>
          <p:nvPr/>
        </p:nvSpPr>
        <p:spPr>
          <a:xfrm>
            <a:off x="1338483" y="1646451"/>
            <a:ext cx="24757" cy="24757"/>
          </a:xfrm>
          <a:prstGeom prst="ellipse">
            <a:avLst/>
          </a:prstGeom>
          <a:solidFill>
            <a:srgbClr val="007C83">
              <a:alpha val="40000"/>
            </a:srgbClr>
          </a:solidFill>
          <a:ln w="0">
            <a:noFill/>
            <a:prstDash val="solid"/>
          </a:ln>
        </p:spPr>
      </p:sp>
      <p:sp>
        <p:nvSpPr>
          <p:cNvPr id="370" name="LigandSeek2_vs_LigandSeek1_ellipse_5884">
            <a:extLst>
              <a:ext uri="{FF2B5EF4-FFF2-40B4-BE49-F238E27FC236}">
                <a16:creationId xmlns:a16="http://schemas.microsoft.com/office/drawing/2014/main" id="{B7E48806-F5D6-400D-8A71-994E50AA4F55}"/>
              </a:ext>
            </a:extLst>
          </p:cNvPr>
          <p:cNvSpPr>
            <a:spLocks noGrp="1"/>
          </p:cNvSpPr>
          <p:nvPr/>
        </p:nvSpPr>
        <p:spPr>
          <a:xfrm>
            <a:off x="1343623" y="1280575"/>
            <a:ext cx="24757" cy="24757"/>
          </a:xfrm>
          <a:prstGeom prst="ellipse">
            <a:avLst/>
          </a:prstGeom>
          <a:solidFill>
            <a:srgbClr val="007C83">
              <a:alpha val="40000"/>
            </a:srgbClr>
          </a:solidFill>
          <a:ln w="0">
            <a:noFill/>
            <a:prstDash val="solid"/>
          </a:ln>
        </p:spPr>
      </p:sp>
      <p:sp>
        <p:nvSpPr>
          <p:cNvPr id="371" name="LigandSeek2_vs_LigandSeek1_ellipse_5885">
            <a:extLst>
              <a:ext uri="{FF2B5EF4-FFF2-40B4-BE49-F238E27FC236}">
                <a16:creationId xmlns:a16="http://schemas.microsoft.com/office/drawing/2014/main" id="{79B0D8D0-D09F-4202-961B-DCAA8B41BF51}"/>
              </a:ext>
            </a:extLst>
          </p:cNvPr>
          <p:cNvSpPr>
            <a:spLocks noGrp="1"/>
          </p:cNvSpPr>
          <p:nvPr/>
        </p:nvSpPr>
        <p:spPr>
          <a:xfrm>
            <a:off x="1304456" y="845009"/>
            <a:ext cx="24757" cy="24757"/>
          </a:xfrm>
          <a:prstGeom prst="ellipse">
            <a:avLst/>
          </a:prstGeom>
          <a:solidFill>
            <a:srgbClr val="007C83">
              <a:alpha val="40000"/>
            </a:srgbClr>
          </a:solidFill>
          <a:ln w="0">
            <a:noFill/>
            <a:prstDash val="solid"/>
          </a:ln>
        </p:spPr>
      </p:sp>
      <p:sp>
        <p:nvSpPr>
          <p:cNvPr id="372" name="LigandSeek2_vs_LigandSeek1_ellipse_5886">
            <a:extLst>
              <a:ext uri="{FF2B5EF4-FFF2-40B4-BE49-F238E27FC236}">
                <a16:creationId xmlns:a16="http://schemas.microsoft.com/office/drawing/2014/main" id="{8FE5EE3F-34BA-46DF-9493-FA7631D1C4D8}"/>
              </a:ext>
            </a:extLst>
          </p:cNvPr>
          <p:cNvSpPr>
            <a:spLocks noGrp="1"/>
          </p:cNvSpPr>
          <p:nvPr/>
        </p:nvSpPr>
        <p:spPr>
          <a:xfrm>
            <a:off x="1323252" y="1193462"/>
            <a:ext cx="24757" cy="24757"/>
          </a:xfrm>
          <a:prstGeom prst="ellipse">
            <a:avLst/>
          </a:prstGeom>
          <a:solidFill>
            <a:srgbClr val="007C83">
              <a:alpha val="40000"/>
            </a:srgbClr>
          </a:solidFill>
          <a:ln w="0">
            <a:noFill/>
            <a:prstDash val="solid"/>
          </a:ln>
        </p:spPr>
      </p:sp>
      <p:sp>
        <p:nvSpPr>
          <p:cNvPr id="373" name="LigandSeek2_vs_LigandSeek1_ellipse_5887">
            <a:extLst>
              <a:ext uri="{FF2B5EF4-FFF2-40B4-BE49-F238E27FC236}">
                <a16:creationId xmlns:a16="http://schemas.microsoft.com/office/drawing/2014/main" id="{8B645415-E734-4C5E-9957-BFD758726BDF}"/>
              </a:ext>
            </a:extLst>
          </p:cNvPr>
          <p:cNvSpPr>
            <a:spLocks noGrp="1"/>
          </p:cNvSpPr>
          <p:nvPr/>
        </p:nvSpPr>
        <p:spPr>
          <a:xfrm>
            <a:off x="1305439" y="845009"/>
            <a:ext cx="24757" cy="24757"/>
          </a:xfrm>
          <a:prstGeom prst="ellipse">
            <a:avLst/>
          </a:prstGeom>
          <a:solidFill>
            <a:srgbClr val="007C83">
              <a:alpha val="40000"/>
            </a:srgbClr>
          </a:solidFill>
          <a:ln w="0">
            <a:noFill/>
            <a:prstDash val="solid"/>
          </a:ln>
        </p:spPr>
      </p:sp>
      <p:sp>
        <p:nvSpPr>
          <p:cNvPr id="374" name="LigandSeek2_vs_LigandSeek1_ellipse_5888">
            <a:extLst>
              <a:ext uri="{FF2B5EF4-FFF2-40B4-BE49-F238E27FC236}">
                <a16:creationId xmlns:a16="http://schemas.microsoft.com/office/drawing/2014/main" id="{8AF53040-F10B-4F38-BCF2-DD0D5127F4D3}"/>
              </a:ext>
            </a:extLst>
          </p:cNvPr>
          <p:cNvSpPr>
            <a:spLocks noGrp="1"/>
          </p:cNvSpPr>
          <p:nvPr/>
        </p:nvSpPr>
        <p:spPr>
          <a:xfrm>
            <a:off x="1293947" y="845009"/>
            <a:ext cx="24757" cy="24757"/>
          </a:xfrm>
          <a:prstGeom prst="ellipse">
            <a:avLst/>
          </a:prstGeom>
          <a:solidFill>
            <a:srgbClr val="007C83">
              <a:alpha val="40000"/>
            </a:srgbClr>
          </a:solidFill>
          <a:ln w="0">
            <a:noFill/>
            <a:prstDash val="solid"/>
          </a:ln>
        </p:spPr>
      </p:sp>
      <p:sp>
        <p:nvSpPr>
          <p:cNvPr id="375" name="LigandSeek2_vs_LigandSeek1_ellipse_5889">
            <a:extLst>
              <a:ext uri="{FF2B5EF4-FFF2-40B4-BE49-F238E27FC236}">
                <a16:creationId xmlns:a16="http://schemas.microsoft.com/office/drawing/2014/main" id="{74DCB7CC-B6CC-4C2E-AFA3-E273C558AD82}"/>
              </a:ext>
            </a:extLst>
          </p:cNvPr>
          <p:cNvSpPr>
            <a:spLocks noGrp="1"/>
          </p:cNvSpPr>
          <p:nvPr/>
        </p:nvSpPr>
        <p:spPr>
          <a:xfrm>
            <a:off x="1297523" y="1461024"/>
            <a:ext cx="24757" cy="24757"/>
          </a:xfrm>
          <a:prstGeom prst="ellipse">
            <a:avLst/>
          </a:prstGeom>
          <a:solidFill>
            <a:srgbClr val="007C83">
              <a:alpha val="40000"/>
            </a:srgbClr>
          </a:solidFill>
          <a:ln w="0">
            <a:noFill/>
            <a:prstDash val="solid"/>
          </a:ln>
        </p:spPr>
      </p:sp>
      <p:sp>
        <p:nvSpPr>
          <p:cNvPr id="376" name="LigandSeek2_vs_LigandSeek1_ellipse_5890">
            <a:extLst>
              <a:ext uri="{FF2B5EF4-FFF2-40B4-BE49-F238E27FC236}">
                <a16:creationId xmlns:a16="http://schemas.microsoft.com/office/drawing/2014/main" id="{5EC17D06-D719-4F47-8684-EA1CA7CCD902}"/>
              </a:ext>
            </a:extLst>
          </p:cNvPr>
          <p:cNvSpPr>
            <a:spLocks noGrp="1"/>
          </p:cNvSpPr>
          <p:nvPr/>
        </p:nvSpPr>
        <p:spPr>
          <a:xfrm>
            <a:off x="1311729" y="1297343"/>
            <a:ext cx="24757" cy="24757"/>
          </a:xfrm>
          <a:prstGeom prst="ellipse">
            <a:avLst/>
          </a:prstGeom>
          <a:solidFill>
            <a:srgbClr val="007C83">
              <a:alpha val="40000"/>
            </a:srgbClr>
          </a:solidFill>
          <a:ln w="0">
            <a:noFill/>
            <a:prstDash val="solid"/>
          </a:ln>
        </p:spPr>
      </p:sp>
      <p:sp>
        <p:nvSpPr>
          <p:cNvPr id="377" name="LigandSeek2_vs_LigandSeek1_ellipse_5891">
            <a:extLst>
              <a:ext uri="{FF2B5EF4-FFF2-40B4-BE49-F238E27FC236}">
                <a16:creationId xmlns:a16="http://schemas.microsoft.com/office/drawing/2014/main" id="{6C083BA6-F6ED-4F13-970E-9CDEA9EF9668}"/>
              </a:ext>
            </a:extLst>
          </p:cNvPr>
          <p:cNvSpPr>
            <a:spLocks noGrp="1"/>
          </p:cNvSpPr>
          <p:nvPr/>
        </p:nvSpPr>
        <p:spPr>
          <a:xfrm>
            <a:off x="1309639" y="845009"/>
            <a:ext cx="24757" cy="24757"/>
          </a:xfrm>
          <a:prstGeom prst="ellipse">
            <a:avLst/>
          </a:prstGeom>
          <a:solidFill>
            <a:srgbClr val="007C83">
              <a:alpha val="40000"/>
            </a:srgbClr>
          </a:solidFill>
          <a:ln w="0">
            <a:noFill/>
            <a:prstDash val="solid"/>
          </a:ln>
        </p:spPr>
      </p:sp>
      <p:sp>
        <p:nvSpPr>
          <p:cNvPr id="378" name="LigandSeek2_vs_LigandSeek1_ellipse_5892">
            <a:extLst>
              <a:ext uri="{FF2B5EF4-FFF2-40B4-BE49-F238E27FC236}">
                <a16:creationId xmlns:a16="http://schemas.microsoft.com/office/drawing/2014/main" id="{32872055-8CC2-4595-8667-ED3D9272D9FE}"/>
              </a:ext>
            </a:extLst>
          </p:cNvPr>
          <p:cNvSpPr>
            <a:spLocks noGrp="1"/>
          </p:cNvSpPr>
          <p:nvPr/>
        </p:nvSpPr>
        <p:spPr>
          <a:xfrm>
            <a:off x="1284248" y="1164391"/>
            <a:ext cx="24757" cy="24757"/>
          </a:xfrm>
          <a:prstGeom prst="ellipse">
            <a:avLst/>
          </a:prstGeom>
          <a:solidFill>
            <a:srgbClr val="007C83">
              <a:alpha val="40000"/>
            </a:srgbClr>
          </a:solidFill>
          <a:ln w="0">
            <a:noFill/>
            <a:prstDash val="solid"/>
          </a:ln>
        </p:spPr>
      </p:sp>
      <p:sp>
        <p:nvSpPr>
          <p:cNvPr id="379" name="LigandSeek2_vs_LigandSeek1_ellipse_5893">
            <a:extLst>
              <a:ext uri="{FF2B5EF4-FFF2-40B4-BE49-F238E27FC236}">
                <a16:creationId xmlns:a16="http://schemas.microsoft.com/office/drawing/2014/main" id="{D76A27D6-5DFF-4255-A89C-622302DBB03E}"/>
              </a:ext>
            </a:extLst>
          </p:cNvPr>
          <p:cNvSpPr>
            <a:spLocks noGrp="1"/>
          </p:cNvSpPr>
          <p:nvPr/>
        </p:nvSpPr>
        <p:spPr>
          <a:xfrm>
            <a:off x="1289658" y="1263153"/>
            <a:ext cx="24757" cy="24757"/>
          </a:xfrm>
          <a:prstGeom prst="ellipse">
            <a:avLst/>
          </a:prstGeom>
          <a:solidFill>
            <a:srgbClr val="007C83">
              <a:alpha val="40000"/>
            </a:srgbClr>
          </a:solidFill>
          <a:ln w="0">
            <a:noFill/>
            <a:prstDash val="solid"/>
          </a:ln>
        </p:spPr>
      </p:sp>
      <p:sp>
        <p:nvSpPr>
          <p:cNvPr id="380" name="LigandSeek2_vs_LigandSeek1_ellipse_5894">
            <a:extLst>
              <a:ext uri="{FF2B5EF4-FFF2-40B4-BE49-F238E27FC236}">
                <a16:creationId xmlns:a16="http://schemas.microsoft.com/office/drawing/2014/main" id="{76D62DF3-14E2-482E-9AEA-3408A71CE985}"/>
              </a:ext>
            </a:extLst>
          </p:cNvPr>
          <p:cNvSpPr>
            <a:spLocks noGrp="1"/>
          </p:cNvSpPr>
          <p:nvPr/>
        </p:nvSpPr>
        <p:spPr>
          <a:xfrm>
            <a:off x="1273700" y="845009"/>
            <a:ext cx="24757" cy="24757"/>
          </a:xfrm>
          <a:prstGeom prst="ellipse">
            <a:avLst/>
          </a:prstGeom>
          <a:solidFill>
            <a:srgbClr val="007C83">
              <a:alpha val="40000"/>
            </a:srgbClr>
          </a:solidFill>
          <a:ln w="0">
            <a:noFill/>
            <a:prstDash val="solid"/>
          </a:ln>
        </p:spPr>
      </p:sp>
      <p:sp>
        <p:nvSpPr>
          <p:cNvPr id="381" name="LigandSeek2_vs_LigandSeek1_ellipse_5895">
            <a:extLst>
              <a:ext uri="{FF2B5EF4-FFF2-40B4-BE49-F238E27FC236}">
                <a16:creationId xmlns:a16="http://schemas.microsoft.com/office/drawing/2014/main" id="{326C9491-0DA8-4255-A064-D1BBCFD288ED}"/>
              </a:ext>
            </a:extLst>
          </p:cNvPr>
          <p:cNvSpPr>
            <a:spLocks noGrp="1"/>
          </p:cNvSpPr>
          <p:nvPr/>
        </p:nvSpPr>
        <p:spPr>
          <a:xfrm>
            <a:off x="1326253" y="1667586"/>
            <a:ext cx="24757" cy="24757"/>
          </a:xfrm>
          <a:prstGeom prst="ellipse">
            <a:avLst/>
          </a:prstGeom>
          <a:solidFill>
            <a:srgbClr val="007C83">
              <a:alpha val="40000"/>
            </a:srgbClr>
          </a:solidFill>
          <a:ln w="0">
            <a:noFill/>
            <a:prstDash val="solid"/>
          </a:ln>
        </p:spPr>
      </p:sp>
      <p:sp>
        <p:nvSpPr>
          <p:cNvPr id="382" name="LigandSeek2_vs_LigandSeek1_ellipse_5896">
            <a:extLst>
              <a:ext uri="{FF2B5EF4-FFF2-40B4-BE49-F238E27FC236}">
                <a16:creationId xmlns:a16="http://schemas.microsoft.com/office/drawing/2014/main" id="{D269CBB8-FE18-4F58-AD0F-B42A110A95A7}"/>
              </a:ext>
            </a:extLst>
          </p:cNvPr>
          <p:cNvSpPr>
            <a:spLocks noGrp="1"/>
          </p:cNvSpPr>
          <p:nvPr/>
        </p:nvSpPr>
        <p:spPr>
          <a:xfrm>
            <a:off x="1333579" y="1541915"/>
            <a:ext cx="24757" cy="24757"/>
          </a:xfrm>
          <a:prstGeom prst="ellipse">
            <a:avLst/>
          </a:prstGeom>
          <a:solidFill>
            <a:srgbClr val="007C83">
              <a:alpha val="40000"/>
            </a:srgbClr>
          </a:solidFill>
          <a:ln w="0">
            <a:noFill/>
            <a:prstDash val="solid"/>
          </a:ln>
        </p:spPr>
      </p:sp>
      <p:sp>
        <p:nvSpPr>
          <p:cNvPr id="383" name="LigandSeek2_vs_LigandSeek1_ellipse_5897">
            <a:extLst>
              <a:ext uri="{FF2B5EF4-FFF2-40B4-BE49-F238E27FC236}">
                <a16:creationId xmlns:a16="http://schemas.microsoft.com/office/drawing/2014/main" id="{02C5F4A7-4A5B-41EE-AA88-ECF9161F9091}"/>
              </a:ext>
            </a:extLst>
          </p:cNvPr>
          <p:cNvSpPr>
            <a:spLocks noGrp="1"/>
          </p:cNvSpPr>
          <p:nvPr/>
        </p:nvSpPr>
        <p:spPr>
          <a:xfrm>
            <a:off x="1347264" y="845009"/>
            <a:ext cx="24757" cy="24757"/>
          </a:xfrm>
          <a:prstGeom prst="ellipse">
            <a:avLst/>
          </a:prstGeom>
          <a:solidFill>
            <a:srgbClr val="007C83">
              <a:alpha val="40000"/>
            </a:srgbClr>
          </a:solidFill>
          <a:ln w="0">
            <a:noFill/>
            <a:prstDash val="solid"/>
          </a:ln>
        </p:spPr>
      </p:sp>
      <p:sp>
        <p:nvSpPr>
          <p:cNvPr id="384" name="LigandSeek2_vs_LigandSeek1_ellipse_5898">
            <a:extLst>
              <a:ext uri="{FF2B5EF4-FFF2-40B4-BE49-F238E27FC236}">
                <a16:creationId xmlns:a16="http://schemas.microsoft.com/office/drawing/2014/main" id="{D283FC22-9BB9-495B-8AEF-22B4B30C6653}"/>
              </a:ext>
            </a:extLst>
          </p:cNvPr>
          <p:cNvSpPr>
            <a:spLocks noGrp="1"/>
          </p:cNvSpPr>
          <p:nvPr/>
        </p:nvSpPr>
        <p:spPr>
          <a:xfrm>
            <a:off x="1335114" y="845009"/>
            <a:ext cx="24757" cy="24757"/>
          </a:xfrm>
          <a:prstGeom prst="ellipse">
            <a:avLst/>
          </a:prstGeom>
          <a:solidFill>
            <a:srgbClr val="007C83">
              <a:alpha val="40000"/>
            </a:srgbClr>
          </a:solidFill>
          <a:ln w="0">
            <a:noFill/>
            <a:prstDash val="solid"/>
          </a:ln>
        </p:spPr>
      </p:sp>
      <p:sp>
        <p:nvSpPr>
          <p:cNvPr id="385" name="LigandSeek2_vs_LigandSeek1_ellipse_5899">
            <a:extLst>
              <a:ext uri="{FF2B5EF4-FFF2-40B4-BE49-F238E27FC236}">
                <a16:creationId xmlns:a16="http://schemas.microsoft.com/office/drawing/2014/main" id="{E85B0CEA-6586-4F64-9AFB-9BE9481C93BE}"/>
              </a:ext>
            </a:extLst>
          </p:cNvPr>
          <p:cNvSpPr>
            <a:spLocks noGrp="1"/>
          </p:cNvSpPr>
          <p:nvPr/>
        </p:nvSpPr>
        <p:spPr>
          <a:xfrm>
            <a:off x="1289259" y="845009"/>
            <a:ext cx="24757" cy="24757"/>
          </a:xfrm>
          <a:prstGeom prst="ellipse">
            <a:avLst/>
          </a:prstGeom>
          <a:solidFill>
            <a:srgbClr val="007C83">
              <a:alpha val="40000"/>
            </a:srgbClr>
          </a:solidFill>
          <a:ln w="0">
            <a:noFill/>
            <a:prstDash val="solid"/>
          </a:ln>
        </p:spPr>
      </p:sp>
      <p:sp>
        <p:nvSpPr>
          <p:cNvPr id="386" name="LigandSeek2_vs_LigandSeek1_ellipse_5900">
            <a:extLst>
              <a:ext uri="{FF2B5EF4-FFF2-40B4-BE49-F238E27FC236}">
                <a16:creationId xmlns:a16="http://schemas.microsoft.com/office/drawing/2014/main" id="{ACAD2D46-F7F8-48A8-988A-1F8F43E36F7C}"/>
              </a:ext>
            </a:extLst>
          </p:cNvPr>
          <p:cNvSpPr>
            <a:spLocks noGrp="1"/>
          </p:cNvSpPr>
          <p:nvPr/>
        </p:nvSpPr>
        <p:spPr>
          <a:xfrm>
            <a:off x="1282490" y="1628280"/>
            <a:ext cx="24757" cy="24757"/>
          </a:xfrm>
          <a:prstGeom prst="ellipse">
            <a:avLst/>
          </a:prstGeom>
          <a:solidFill>
            <a:srgbClr val="007C83">
              <a:alpha val="40000"/>
            </a:srgbClr>
          </a:solidFill>
          <a:ln w="0">
            <a:noFill/>
            <a:prstDash val="solid"/>
          </a:ln>
        </p:spPr>
      </p:sp>
      <p:sp>
        <p:nvSpPr>
          <p:cNvPr id="387" name="LigandSeek2_vs_LigandSeek1_ellipse_5901">
            <a:extLst>
              <a:ext uri="{FF2B5EF4-FFF2-40B4-BE49-F238E27FC236}">
                <a16:creationId xmlns:a16="http://schemas.microsoft.com/office/drawing/2014/main" id="{173452C1-19E0-4311-83D7-0B1CADBE7DBD}"/>
              </a:ext>
            </a:extLst>
          </p:cNvPr>
          <p:cNvSpPr>
            <a:spLocks noGrp="1"/>
          </p:cNvSpPr>
          <p:nvPr/>
        </p:nvSpPr>
        <p:spPr>
          <a:xfrm>
            <a:off x="1314704" y="1890368"/>
            <a:ext cx="24757" cy="24757"/>
          </a:xfrm>
          <a:prstGeom prst="ellipse">
            <a:avLst/>
          </a:prstGeom>
          <a:solidFill>
            <a:srgbClr val="007C83">
              <a:alpha val="40000"/>
            </a:srgbClr>
          </a:solidFill>
          <a:ln w="0">
            <a:noFill/>
            <a:prstDash val="solid"/>
          </a:ln>
        </p:spPr>
      </p:sp>
      <p:sp>
        <p:nvSpPr>
          <p:cNvPr id="388" name="LigandSeek2_vs_LigandSeek1_ellipse_5902">
            <a:extLst>
              <a:ext uri="{FF2B5EF4-FFF2-40B4-BE49-F238E27FC236}">
                <a16:creationId xmlns:a16="http://schemas.microsoft.com/office/drawing/2014/main" id="{C03AA7C5-AD29-409C-B616-B2C7DDA53B43}"/>
              </a:ext>
            </a:extLst>
          </p:cNvPr>
          <p:cNvSpPr>
            <a:spLocks noGrp="1"/>
          </p:cNvSpPr>
          <p:nvPr/>
        </p:nvSpPr>
        <p:spPr>
          <a:xfrm>
            <a:off x="1349091" y="1765920"/>
            <a:ext cx="24757" cy="24757"/>
          </a:xfrm>
          <a:prstGeom prst="ellipse">
            <a:avLst/>
          </a:prstGeom>
          <a:solidFill>
            <a:srgbClr val="007C83">
              <a:alpha val="40000"/>
            </a:srgbClr>
          </a:solidFill>
          <a:ln w="0">
            <a:noFill/>
            <a:prstDash val="solid"/>
          </a:ln>
        </p:spPr>
      </p:sp>
      <p:sp>
        <p:nvSpPr>
          <p:cNvPr id="389" name="LigandSeek2_vs_LigandSeek1_ellipse_5903">
            <a:extLst>
              <a:ext uri="{FF2B5EF4-FFF2-40B4-BE49-F238E27FC236}">
                <a16:creationId xmlns:a16="http://schemas.microsoft.com/office/drawing/2014/main" id="{6B628F02-704B-474D-8E23-B4EF83B204EA}"/>
              </a:ext>
            </a:extLst>
          </p:cNvPr>
          <p:cNvSpPr>
            <a:spLocks noGrp="1"/>
          </p:cNvSpPr>
          <p:nvPr/>
        </p:nvSpPr>
        <p:spPr>
          <a:xfrm>
            <a:off x="1914247" y="845009"/>
            <a:ext cx="24757" cy="24757"/>
          </a:xfrm>
          <a:prstGeom prst="ellipse">
            <a:avLst/>
          </a:prstGeom>
          <a:solidFill>
            <a:srgbClr val="007C83">
              <a:alpha val="40000"/>
            </a:srgbClr>
          </a:solidFill>
          <a:ln w="0">
            <a:noFill/>
            <a:prstDash val="solid"/>
          </a:ln>
        </p:spPr>
      </p:sp>
      <p:sp>
        <p:nvSpPr>
          <p:cNvPr id="390" name="LigandSeek2_vs_LigandSeek1_ellipse_5904">
            <a:extLst>
              <a:ext uri="{FF2B5EF4-FFF2-40B4-BE49-F238E27FC236}">
                <a16:creationId xmlns:a16="http://schemas.microsoft.com/office/drawing/2014/main" id="{EE852B11-49B8-4131-BD48-CCB67E20A38C}"/>
              </a:ext>
            </a:extLst>
          </p:cNvPr>
          <p:cNvSpPr>
            <a:spLocks noGrp="1"/>
          </p:cNvSpPr>
          <p:nvPr/>
        </p:nvSpPr>
        <p:spPr>
          <a:xfrm>
            <a:off x="1893748" y="845009"/>
            <a:ext cx="24757" cy="24757"/>
          </a:xfrm>
          <a:prstGeom prst="ellipse">
            <a:avLst/>
          </a:prstGeom>
          <a:solidFill>
            <a:srgbClr val="007C83">
              <a:alpha val="40000"/>
            </a:srgbClr>
          </a:solidFill>
          <a:ln w="0">
            <a:noFill/>
            <a:prstDash val="solid"/>
          </a:ln>
        </p:spPr>
      </p:sp>
      <p:sp>
        <p:nvSpPr>
          <p:cNvPr id="391" name="LigandSeek2_vs_LigandSeek1_ellipse_5905">
            <a:extLst>
              <a:ext uri="{FF2B5EF4-FFF2-40B4-BE49-F238E27FC236}">
                <a16:creationId xmlns:a16="http://schemas.microsoft.com/office/drawing/2014/main" id="{686F71FD-E8D0-47E3-89A2-1BE15231632B}"/>
              </a:ext>
            </a:extLst>
          </p:cNvPr>
          <p:cNvSpPr>
            <a:spLocks noGrp="1"/>
          </p:cNvSpPr>
          <p:nvPr/>
        </p:nvSpPr>
        <p:spPr>
          <a:xfrm>
            <a:off x="1907637" y="845009"/>
            <a:ext cx="24757" cy="24757"/>
          </a:xfrm>
          <a:prstGeom prst="ellipse">
            <a:avLst/>
          </a:prstGeom>
          <a:solidFill>
            <a:srgbClr val="007C83">
              <a:alpha val="40000"/>
            </a:srgbClr>
          </a:solidFill>
          <a:ln w="0">
            <a:noFill/>
            <a:prstDash val="solid"/>
          </a:ln>
        </p:spPr>
      </p:sp>
      <p:sp>
        <p:nvSpPr>
          <p:cNvPr id="392" name="LigandSeek2_vs_LigandSeek1_ellipse_5906">
            <a:extLst>
              <a:ext uri="{FF2B5EF4-FFF2-40B4-BE49-F238E27FC236}">
                <a16:creationId xmlns:a16="http://schemas.microsoft.com/office/drawing/2014/main" id="{5139E859-ABDD-41A7-A4CF-3A80FBC6DE60}"/>
              </a:ext>
            </a:extLst>
          </p:cNvPr>
          <p:cNvSpPr>
            <a:spLocks noGrp="1"/>
          </p:cNvSpPr>
          <p:nvPr/>
        </p:nvSpPr>
        <p:spPr>
          <a:xfrm>
            <a:off x="1939323" y="1774217"/>
            <a:ext cx="24757" cy="24757"/>
          </a:xfrm>
          <a:prstGeom prst="ellipse">
            <a:avLst/>
          </a:prstGeom>
          <a:solidFill>
            <a:srgbClr val="007C83">
              <a:alpha val="40000"/>
            </a:srgbClr>
          </a:solidFill>
          <a:ln w="0">
            <a:noFill/>
            <a:prstDash val="solid"/>
          </a:ln>
        </p:spPr>
      </p:sp>
      <p:sp>
        <p:nvSpPr>
          <p:cNvPr id="393" name="LigandSeek2_vs_LigandSeek1_ellipse_5907">
            <a:extLst>
              <a:ext uri="{FF2B5EF4-FFF2-40B4-BE49-F238E27FC236}">
                <a16:creationId xmlns:a16="http://schemas.microsoft.com/office/drawing/2014/main" id="{74475902-8AA0-4CAE-97A2-E88E4549EB75}"/>
              </a:ext>
            </a:extLst>
          </p:cNvPr>
          <p:cNvSpPr>
            <a:spLocks noGrp="1"/>
          </p:cNvSpPr>
          <p:nvPr/>
        </p:nvSpPr>
        <p:spPr>
          <a:xfrm>
            <a:off x="1935996" y="1289745"/>
            <a:ext cx="24757" cy="24757"/>
          </a:xfrm>
          <a:prstGeom prst="ellipse">
            <a:avLst/>
          </a:prstGeom>
          <a:solidFill>
            <a:srgbClr val="007C83">
              <a:alpha val="40000"/>
            </a:srgbClr>
          </a:solidFill>
          <a:ln w="0">
            <a:noFill/>
            <a:prstDash val="solid"/>
          </a:ln>
        </p:spPr>
      </p:sp>
      <p:sp>
        <p:nvSpPr>
          <p:cNvPr id="394" name="LigandSeek2_vs_LigandSeek1_ellipse_5908">
            <a:extLst>
              <a:ext uri="{FF2B5EF4-FFF2-40B4-BE49-F238E27FC236}">
                <a16:creationId xmlns:a16="http://schemas.microsoft.com/office/drawing/2014/main" id="{7DE5C5BF-4056-4BF8-B941-CAFE812756AF}"/>
              </a:ext>
            </a:extLst>
          </p:cNvPr>
          <p:cNvSpPr>
            <a:spLocks noGrp="1"/>
          </p:cNvSpPr>
          <p:nvPr/>
        </p:nvSpPr>
        <p:spPr>
          <a:xfrm>
            <a:off x="1898861" y="845009"/>
            <a:ext cx="24757" cy="24757"/>
          </a:xfrm>
          <a:prstGeom prst="ellipse">
            <a:avLst/>
          </a:prstGeom>
          <a:solidFill>
            <a:srgbClr val="007C83">
              <a:alpha val="40000"/>
            </a:srgbClr>
          </a:solidFill>
          <a:ln w="0">
            <a:noFill/>
            <a:prstDash val="solid"/>
          </a:ln>
        </p:spPr>
      </p:sp>
      <p:sp>
        <p:nvSpPr>
          <p:cNvPr id="395" name="LigandSeek2_vs_LigandSeek1_ellipse_5909">
            <a:extLst>
              <a:ext uri="{FF2B5EF4-FFF2-40B4-BE49-F238E27FC236}">
                <a16:creationId xmlns:a16="http://schemas.microsoft.com/office/drawing/2014/main" id="{037E1775-6F81-499E-A034-3C419C854CD3}"/>
              </a:ext>
            </a:extLst>
          </p:cNvPr>
          <p:cNvSpPr>
            <a:spLocks noGrp="1"/>
          </p:cNvSpPr>
          <p:nvPr/>
        </p:nvSpPr>
        <p:spPr>
          <a:xfrm>
            <a:off x="1896551" y="845009"/>
            <a:ext cx="24757" cy="24757"/>
          </a:xfrm>
          <a:prstGeom prst="ellipse">
            <a:avLst/>
          </a:prstGeom>
          <a:solidFill>
            <a:srgbClr val="007C83">
              <a:alpha val="40000"/>
            </a:srgbClr>
          </a:solidFill>
          <a:ln w="0">
            <a:noFill/>
            <a:prstDash val="solid"/>
          </a:ln>
        </p:spPr>
      </p:sp>
      <p:sp>
        <p:nvSpPr>
          <p:cNvPr id="396" name="LigandSeek2_vs_LigandSeek1_ellipse_5910">
            <a:extLst>
              <a:ext uri="{FF2B5EF4-FFF2-40B4-BE49-F238E27FC236}">
                <a16:creationId xmlns:a16="http://schemas.microsoft.com/office/drawing/2014/main" id="{DAA5B059-447A-41DA-9014-A6F59DDCB8AB}"/>
              </a:ext>
            </a:extLst>
          </p:cNvPr>
          <p:cNvSpPr>
            <a:spLocks noGrp="1"/>
          </p:cNvSpPr>
          <p:nvPr/>
        </p:nvSpPr>
        <p:spPr>
          <a:xfrm>
            <a:off x="1927293" y="845009"/>
            <a:ext cx="24757" cy="24757"/>
          </a:xfrm>
          <a:prstGeom prst="ellipse">
            <a:avLst/>
          </a:prstGeom>
          <a:solidFill>
            <a:srgbClr val="007C83">
              <a:alpha val="40000"/>
            </a:srgbClr>
          </a:solidFill>
          <a:ln w="0">
            <a:noFill/>
            <a:prstDash val="solid"/>
          </a:ln>
        </p:spPr>
      </p:sp>
      <p:sp>
        <p:nvSpPr>
          <p:cNvPr id="397" name="LigandSeek2_vs_LigandSeek1_ellipse_5911">
            <a:extLst>
              <a:ext uri="{FF2B5EF4-FFF2-40B4-BE49-F238E27FC236}">
                <a16:creationId xmlns:a16="http://schemas.microsoft.com/office/drawing/2014/main" id="{896F12AD-4344-45DB-B663-5B4FFDD7775D}"/>
              </a:ext>
            </a:extLst>
          </p:cNvPr>
          <p:cNvSpPr>
            <a:spLocks noGrp="1"/>
          </p:cNvSpPr>
          <p:nvPr/>
        </p:nvSpPr>
        <p:spPr>
          <a:xfrm>
            <a:off x="1905715" y="1876429"/>
            <a:ext cx="24757" cy="24757"/>
          </a:xfrm>
          <a:prstGeom prst="ellipse">
            <a:avLst/>
          </a:prstGeom>
          <a:solidFill>
            <a:srgbClr val="007C83">
              <a:alpha val="40000"/>
            </a:srgbClr>
          </a:solidFill>
          <a:ln w="0">
            <a:noFill/>
            <a:prstDash val="solid"/>
          </a:ln>
        </p:spPr>
      </p:sp>
      <p:sp>
        <p:nvSpPr>
          <p:cNvPr id="398" name="LigandSeek2_vs_LigandSeek1_ellipse_5912">
            <a:extLst>
              <a:ext uri="{FF2B5EF4-FFF2-40B4-BE49-F238E27FC236}">
                <a16:creationId xmlns:a16="http://schemas.microsoft.com/office/drawing/2014/main" id="{AA27DD4B-3B3A-4F75-B36B-F5E3547D32CE}"/>
              </a:ext>
            </a:extLst>
          </p:cNvPr>
          <p:cNvSpPr>
            <a:spLocks noGrp="1"/>
          </p:cNvSpPr>
          <p:nvPr/>
        </p:nvSpPr>
        <p:spPr>
          <a:xfrm>
            <a:off x="1959930" y="845009"/>
            <a:ext cx="24757" cy="24757"/>
          </a:xfrm>
          <a:prstGeom prst="ellipse">
            <a:avLst/>
          </a:prstGeom>
          <a:solidFill>
            <a:srgbClr val="007C83">
              <a:alpha val="40000"/>
            </a:srgbClr>
          </a:solidFill>
          <a:ln w="0">
            <a:noFill/>
            <a:prstDash val="solid"/>
          </a:ln>
        </p:spPr>
      </p:sp>
      <p:sp>
        <p:nvSpPr>
          <p:cNvPr id="399" name="LigandSeek2_vs_LigandSeek1_ellipse_5913">
            <a:extLst>
              <a:ext uri="{FF2B5EF4-FFF2-40B4-BE49-F238E27FC236}">
                <a16:creationId xmlns:a16="http://schemas.microsoft.com/office/drawing/2014/main" id="{21EAF960-E5B0-4A86-8FCC-43F64AE27C48}"/>
              </a:ext>
            </a:extLst>
          </p:cNvPr>
          <p:cNvSpPr>
            <a:spLocks noGrp="1"/>
          </p:cNvSpPr>
          <p:nvPr/>
        </p:nvSpPr>
        <p:spPr>
          <a:xfrm>
            <a:off x="1934992" y="1313319"/>
            <a:ext cx="24757" cy="24757"/>
          </a:xfrm>
          <a:prstGeom prst="ellipse">
            <a:avLst/>
          </a:prstGeom>
          <a:solidFill>
            <a:srgbClr val="007C83">
              <a:alpha val="40000"/>
            </a:srgbClr>
          </a:solidFill>
          <a:ln w="0">
            <a:noFill/>
            <a:prstDash val="solid"/>
          </a:ln>
        </p:spPr>
      </p:sp>
      <p:sp>
        <p:nvSpPr>
          <p:cNvPr id="400" name="LigandSeek2_vs_LigandSeek1_ellipse_5914">
            <a:extLst>
              <a:ext uri="{FF2B5EF4-FFF2-40B4-BE49-F238E27FC236}">
                <a16:creationId xmlns:a16="http://schemas.microsoft.com/office/drawing/2014/main" id="{492D378A-6B03-42E2-8B78-E689847AB733}"/>
              </a:ext>
            </a:extLst>
          </p:cNvPr>
          <p:cNvSpPr>
            <a:spLocks noGrp="1"/>
          </p:cNvSpPr>
          <p:nvPr/>
        </p:nvSpPr>
        <p:spPr>
          <a:xfrm>
            <a:off x="1961546" y="845009"/>
            <a:ext cx="24757" cy="24757"/>
          </a:xfrm>
          <a:prstGeom prst="ellipse">
            <a:avLst/>
          </a:prstGeom>
          <a:solidFill>
            <a:srgbClr val="007C83">
              <a:alpha val="40000"/>
            </a:srgbClr>
          </a:solidFill>
          <a:ln w="0">
            <a:noFill/>
            <a:prstDash val="solid"/>
          </a:ln>
        </p:spPr>
      </p:sp>
      <p:sp>
        <p:nvSpPr>
          <p:cNvPr id="401" name="LigandSeek2_vs_LigandSeek1_ellipse_5915">
            <a:extLst>
              <a:ext uri="{FF2B5EF4-FFF2-40B4-BE49-F238E27FC236}">
                <a16:creationId xmlns:a16="http://schemas.microsoft.com/office/drawing/2014/main" id="{91EF6B51-A6A7-4133-8A20-2C73593D64C8}"/>
              </a:ext>
            </a:extLst>
          </p:cNvPr>
          <p:cNvSpPr>
            <a:spLocks noGrp="1"/>
          </p:cNvSpPr>
          <p:nvPr/>
        </p:nvSpPr>
        <p:spPr>
          <a:xfrm>
            <a:off x="1909116" y="1217854"/>
            <a:ext cx="24757" cy="24757"/>
          </a:xfrm>
          <a:prstGeom prst="ellipse">
            <a:avLst/>
          </a:prstGeom>
          <a:solidFill>
            <a:srgbClr val="007C83">
              <a:alpha val="40000"/>
            </a:srgbClr>
          </a:solidFill>
          <a:ln w="0">
            <a:noFill/>
            <a:prstDash val="solid"/>
          </a:ln>
        </p:spPr>
      </p:sp>
      <p:sp>
        <p:nvSpPr>
          <p:cNvPr id="402" name="LigandSeek2_vs_LigandSeek1_ellipse_5916">
            <a:extLst>
              <a:ext uri="{FF2B5EF4-FFF2-40B4-BE49-F238E27FC236}">
                <a16:creationId xmlns:a16="http://schemas.microsoft.com/office/drawing/2014/main" id="{44C23DE1-0BDA-4FBE-9221-09FA5A6A66A9}"/>
              </a:ext>
            </a:extLst>
          </p:cNvPr>
          <p:cNvSpPr>
            <a:spLocks noGrp="1"/>
          </p:cNvSpPr>
          <p:nvPr/>
        </p:nvSpPr>
        <p:spPr>
          <a:xfrm>
            <a:off x="1905862" y="1125016"/>
            <a:ext cx="24757" cy="24757"/>
          </a:xfrm>
          <a:prstGeom prst="ellipse">
            <a:avLst/>
          </a:prstGeom>
          <a:solidFill>
            <a:srgbClr val="007C83">
              <a:alpha val="40000"/>
            </a:srgbClr>
          </a:solidFill>
          <a:ln w="0">
            <a:noFill/>
            <a:prstDash val="solid"/>
          </a:ln>
        </p:spPr>
      </p:sp>
      <p:sp>
        <p:nvSpPr>
          <p:cNvPr id="403" name="LigandSeek2_vs_LigandSeek1_ellipse_5917">
            <a:extLst>
              <a:ext uri="{FF2B5EF4-FFF2-40B4-BE49-F238E27FC236}">
                <a16:creationId xmlns:a16="http://schemas.microsoft.com/office/drawing/2014/main" id="{2FF40EA9-8743-4A65-A4C9-2E9E84264566}"/>
              </a:ext>
            </a:extLst>
          </p:cNvPr>
          <p:cNvSpPr>
            <a:spLocks noGrp="1"/>
          </p:cNvSpPr>
          <p:nvPr/>
        </p:nvSpPr>
        <p:spPr>
          <a:xfrm>
            <a:off x="1914052" y="1803254"/>
            <a:ext cx="24757" cy="24757"/>
          </a:xfrm>
          <a:prstGeom prst="ellipse">
            <a:avLst/>
          </a:prstGeom>
          <a:solidFill>
            <a:srgbClr val="007C83">
              <a:alpha val="40000"/>
            </a:srgbClr>
          </a:solidFill>
          <a:ln w="0">
            <a:noFill/>
            <a:prstDash val="solid"/>
          </a:ln>
        </p:spPr>
      </p:sp>
      <p:sp>
        <p:nvSpPr>
          <p:cNvPr id="404" name="LigandSeek2_vs_LigandSeek1_ellipse_5918">
            <a:extLst>
              <a:ext uri="{FF2B5EF4-FFF2-40B4-BE49-F238E27FC236}">
                <a16:creationId xmlns:a16="http://schemas.microsoft.com/office/drawing/2014/main" id="{C57CFB07-01BA-4357-B246-83BE27C7BAD0}"/>
              </a:ext>
            </a:extLst>
          </p:cNvPr>
          <p:cNvSpPr>
            <a:spLocks noGrp="1"/>
          </p:cNvSpPr>
          <p:nvPr/>
        </p:nvSpPr>
        <p:spPr>
          <a:xfrm>
            <a:off x="1892237" y="1367688"/>
            <a:ext cx="24757" cy="24757"/>
          </a:xfrm>
          <a:prstGeom prst="ellipse">
            <a:avLst/>
          </a:prstGeom>
          <a:solidFill>
            <a:srgbClr val="007C83">
              <a:alpha val="40000"/>
            </a:srgbClr>
          </a:solidFill>
          <a:ln w="0">
            <a:noFill/>
            <a:prstDash val="solid"/>
          </a:ln>
        </p:spPr>
      </p:sp>
      <p:sp>
        <p:nvSpPr>
          <p:cNvPr id="405" name="LigandSeek2_vs_LigandSeek1_ellipse_5919">
            <a:extLst>
              <a:ext uri="{FF2B5EF4-FFF2-40B4-BE49-F238E27FC236}">
                <a16:creationId xmlns:a16="http://schemas.microsoft.com/office/drawing/2014/main" id="{72D0EF7C-8D59-4F9C-86B4-1FD4395C7991}"/>
              </a:ext>
            </a:extLst>
          </p:cNvPr>
          <p:cNvSpPr>
            <a:spLocks noGrp="1"/>
          </p:cNvSpPr>
          <p:nvPr/>
        </p:nvSpPr>
        <p:spPr>
          <a:xfrm>
            <a:off x="1949683" y="1019236"/>
            <a:ext cx="24757" cy="24757"/>
          </a:xfrm>
          <a:prstGeom prst="ellipse">
            <a:avLst/>
          </a:prstGeom>
          <a:solidFill>
            <a:srgbClr val="007C83">
              <a:alpha val="40000"/>
            </a:srgbClr>
          </a:solidFill>
          <a:ln w="0">
            <a:noFill/>
            <a:prstDash val="solid"/>
          </a:ln>
        </p:spPr>
      </p:sp>
      <p:sp>
        <p:nvSpPr>
          <p:cNvPr id="406" name="LigandSeek2_vs_LigandSeek1_ellipse_5920">
            <a:extLst>
              <a:ext uri="{FF2B5EF4-FFF2-40B4-BE49-F238E27FC236}">
                <a16:creationId xmlns:a16="http://schemas.microsoft.com/office/drawing/2014/main" id="{46F655F0-454F-4ED9-822E-5EE80C997BFE}"/>
              </a:ext>
            </a:extLst>
          </p:cNvPr>
          <p:cNvSpPr>
            <a:spLocks noGrp="1"/>
          </p:cNvSpPr>
          <p:nvPr/>
        </p:nvSpPr>
        <p:spPr>
          <a:xfrm>
            <a:off x="1914347" y="845009"/>
            <a:ext cx="24757" cy="24757"/>
          </a:xfrm>
          <a:prstGeom prst="ellipse">
            <a:avLst/>
          </a:prstGeom>
          <a:solidFill>
            <a:srgbClr val="007C83">
              <a:alpha val="40000"/>
            </a:srgbClr>
          </a:solidFill>
          <a:ln w="0">
            <a:noFill/>
            <a:prstDash val="solid"/>
          </a:ln>
        </p:spPr>
      </p:sp>
      <p:sp>
        <p:nvSpPr>
          <p:cNvPr id="407" name="LigandSeek2_vs_LigandSeek1_ellipse_5921">
            <a:extLst>
              <a:ext uri="{FF2B5EF4-FFF2-40B4-BE49-F238E27FC236}">
                <a16:creationId xmlns:a16="http://schemas.microsoft.com/office/drawing/2014/main" id="{60DB4843-914C-440B-9690-E72E786834C6}"/>
              </a:ext>
            </a:extLst>
          </p:cNvPr>
          <p:cNvSpPr>
            <a:spLocks noGrp="1"/>
          </p:cNvSpPr>
          <p:nvPr/>
        </p:nvSpPr>
        <p:spPr>
          <a:xfrm>
            <a:off x="1913577" y="845009"/>
            <a:ext cx="24757" cy="24757"/>
          </a:xfrm>
          <a:prstGeom prst="ellipse">
            <a:avLst/>
          </a:prstGeom>
          <a:solidFill>
            <a:srgbClr val="007C83">
              <a:alpha val="40000"/>
            </a:srgbClr>
          </a:solidFill>
          <a:ln w="0">
            <a:noFill/>
            <a:prstDash val="solid"/>
          </a:ln>
        </p:spPr>
      </p:sp>
      <p:sp>
        <p:nvSpPr>
          <p:cNvPr id="408" name="LigandSeek2_vs_LigandSeek1_ellipse_5922">
            <a:extLst>
              <a:ext uri="{FF2B5EF4-FFF2-40B4-BE49-F238E27FC236}">
                <a16:creationId xmlns:a16="http://schemas.microsoft.com/office/drawing/2014/main" id="{3093939C-DDEF-4F4F-BD78-2CCA2F49DB7A}"/>
              </a:ext>
            </a:extLst>
          </p:cNvPr>
          <p:cNvSpPr>
            <a:spLocks noGrp="1"/>
          </p:cNvSpPr>
          <p:nvPr/>
        </p:nvSpPr>
        <p:spPr>
          <a:xfrm>
            <a:off x="1904234" y="1091259"/>
            <a:ext cx="24757" cy="24757"/>
          </a:xfrm>
          <a:prstGeom prst="ellipse">
            <a:avLst/>
          </a:prstGeom>
          <a:solidFill>
            <a:srgbClr val="007C83">
              <a:alpha val="40000"/>
            </a:srgbClr>
          </a:solidFill>
          <a:ln w="0">
            <a:noFill/>
            <a:prstDash val="solid"/>
          </a:ln>
        </p:spPr>
      </p:sp>
      <p:sp>
        <p:nvSpPr>
          <p:cNvPr id="409" name="LigandSeek2_vs_LigandSeek1_ellipse_5923">
            <a:extLst>
              <a:ext uri="{FF2B5EF4-FFF2-40B4-BE49-F238E27FC236}">
                <a16:creationId xmlns:a16="http://schemas.microsoft.com/office/drawing/2014/main" id="{7D919BA2-7C2B-4AAB-9137-C7D4A8D9EBE9}"/>
              </a:ext>
            </a:extLst>
          </p:cNvPr>
          <p:cNvSpPr>
            <a:spLocks noGrp="1"/>
          </p:cNvSpPr>
          <p:nvPr/>
        </p:nvSpPr>
        <p:spPr>
          <a:xfrm>
            <a:off x="1882874" y="1716141"/>
            <a:ext cx="24757" cy="24757"/>
          </a:xfrm>
          <a:prstGeom prst="ellipse">
            <a:avLst/>
          </a:prstGeom>
          <a:solidFill>
            <a:srgbClr val="007C83">
              <a:alpha val="40000"/>
            </a:srgbClr>
          </a:solidFill>
          <a:ln w="0">
            <a:noFill/>
            <a:prstDash val="solid"/>
          </a:ln>
        </p:spPr>
      </p:sp>
      <p:sp>
        <p:nvSpPr>
          <p:cNvPr id="410" name="LigandSeek2_vs_LigandSeek1_ellipse_5924">
            <a:extLst>
              <a:ext uri="{FF2B5EF4-FFF2-40B4-BE49-F238E27FC236}">
                <a16:creationId xmlns:a16="http://schemas.microsoft.com/office/drawing/2014/main" id="{41B60C1F-7D09-44B0-BCB0-09B250B8715D}"/>
              </a:ext>
            </a:extLst>
          </p:cNvPr>
          <p:cNvSpPr>
            <a:spLocks noGrp="1"/>
          </p:cNvSpPr>
          <p:nvPr/>
        </p:nvSpPr>
        <p:spPr>
          <a:xfrm>
            <a:off x="1927703" y="845009"/>
            <a:ext cx="24757" cy="24757"/>
          </a:xfrm>
          <a:prstGeom prst="ellipse">
            <a:avLst/>
          </a:prstGeom>
          <a:solidFill>
            <a:srgbClr val="007C83">
              <a:alpha val="40000"/>
            </a:srgbClr>
          </a:solidFill>
          <a:ln w="0">
            <a:noFill/>
            <a:prstDash val="solid"/>
          </a:ln>
        </p:spPr>
      </p:sp>
      <p:sp>
        <p:nvSpPr>
          <p:cNvPr id="411" name="LigandSeek2_vs_LigandSeek1_ellipse_5925">
            <a:extLst>
              <a:ext uri="{FF2B5EF4-FFF2-40B4-BE49-F238E27FC236}">
                <a16:creationId xmlns:a16="http://schemas.microsoft.com/office/drawing/2014/main" id="{11E9C122-327A-42A8-BF18-A8C0908B8ADD}"/>
              </a:ext>
            </a:extLst>
          </p:cNvPr>
          <p:cNvSpPr>
            <a:spLocks noGrp="1"/>
          </p:cNvSpPr>
          <p:nvPr/>
        </p:nvSpPr>
        <p:spPr>
          <a:xfrm>
            <a:off x="1930536" y="1472224"/>
            <a:ext cx="24757" cy="24757"/>
          </a:xfrm>
          <a:prstGeom prst="ellipse">
            <a:avLst/>
          </a:prstGeom>
          <a:solidFill>
            <a:srgbClr val="007C83">
              <a:alpha val="40000"/>
            </a:srgbClr>
          </a:solidFill>
          <a:ln w="0">
            <a:noFill/>
            <a:prstDash val="solid"/>
          </a:ln>
        </p:spPr>
      </p:sp>
      <p:sp>
        <p:nvSpPr>
          <p:cNvPr id="412" name="LigandSeek2_vs_LigandSeek1_ellipse_5926">
            <a:extLst>
              <a:ext uri="{FF2B5EF4-FFF2-40B4-BE49-F238E27FC236}">
                <a16:creationId xmlns:a16="http://schemas.microsoft.com/office/drawing/2014/main" id="{FF5F56F7-0CC3-4DE9-B491-E250686089F9}"/>
              </a:ext>
            </a:extLst>
          </p:cNvPr>
          <p:cNvSpPr>
            <a:spLocks noGrp="1"/>
          </p:cNvSpPr>
          <p:nvPr/>
        </p:nvSpPr>
        <p:spPr>
          <a:xfrm>
            <a:off x="1954027" y="1237019"/>
            <a:ext cx="24757" cy="24757"/>
          </a:xfrm>
          <a:prstGeom prst="ellipse">
            <a:avLst/>
          </a:prstGeom>
          <a:solidFill>
            <a:srgbClr val="007C83">
              <a:alpha val="40000"/>
            </a:srgbClr>
          </a:solidFill>
          <a:ln w="0">
            <a:noFill/>
            <a:prstDash val="solid"/>
          </a:ln>
        </p:spPr>
      </p:sp>
      <p:sp>
        <p:nvSpPr>
          <p:cNvPr id="413" name="LigandSeek2_vs_LigandSeek1_ellipse_5927">
            <a:extLst>
              <a:ext uri="{FF2B5EF4-FFF2-40B4-BE49-F238E27FC236}">
                <a16:creationId xmlns:a16="http://schemas.microsoft.com/office/drawing/2014/main" id="{1609D925-1F2A-4102-9A68-700A9C6C99E7}"/>
              </a:ext>
            </a:extLst>
          </p:cNvPr>
          <p:cNvSpPr>
            <a:spLocks noGrp="1"/>
          </p:cNvSpPr>
          <p:nvPr/>
        </p:nvSpPr>
        <p:spPr>
          <a:xfrm>
            <a:off x="1910424" y="1472224"/>
            <a:ext cx="24757" cy="24757"/>
          </a:xfrm>
          <a:prstGeom prst="ellipse">
            <a:avLst/>
          </a:prstGeom>
          <a:solidFill>
            <a:srgbClr val="007C83">
              <a:alpha val="40000"/>
            </a:srgbClr>
          </a:solidFill>
          <a:ln w="0">
            <a:noFill/>
            <a:prstDash val="solid"/>
          </a:ln>
        </p:spPr>
      </p:sp>
      <p:sp>
        <p:nvSpPr>
          <p:cNvPr id="414" name="LigandSeek2_vs_LigandSeek1_ellipse_5928">
            <a:extLst>
              <a:ext uri="{FF2B5EF4-FFF2-40B4-BE49-F238E27FC236}">
                <a16:creationId xmlns:a16="http://schemas.microsoft.com/office/drawing/2014/main" id="{496B05CE-CA0A-4E2A-B341-869FCF951DBD}"/>
              </a:ext>
            </a:extLst>
          </p:cNvPr>
          <p:cNvSpPr>
            <a:spLocks noGrp="1"/>
          </p:cNvSpPr>
          <p:nvPr/>
        </p:nvSpPr>
        <p:spPr>
          <a:xfrm>
            <a:off x="1929545" y="1890368"/>
            <a:ext cx="24757" cy="24757"/>
          </a:xfrm>
          <a:prstGeom prst="ellipse">
            <a:avLst/>
          </a:prstGeom>
          <a:solidFill>
            <a:srgbClr val="007C83">
              <a:alpha val="40000"/>
            </a:srgbClr>
          </a:solidFill>
          <a:ln w="0">
            <a:noFill/>
            <a:prstDash val="solid"/>
          </a:ln>
        </p:spPr>
      </p:sp>
      <p:sp>
        <p:nvSpPr>
          <p:cNvPr id="415" name="LigandSeek2_vs_LigandSeek1_ellipse_5929">
            <a:extLst>
              <a:ext uri="{FF2B5EF4-FFF2-40B4-BE49-F238E27FC236}">
                <a16:creationId xmlns:a16="http://schemas.microsoft.com/office/drawing/2014/main" id="{1BAA1EE8-47F5-4EAF-A3A5-130654D18E8D}"/>
              </a:ext>
            </a:extLst>
          </p:cNvPr>
          <p:cNvSpPr>
            <a:spLocks noGrp="1"/>
          </p:cNvSpPr>
          <p:nvPr/>
        </p:nvSpPr>
        <p:spPr>
          <a:xfrm>
            <a:off x="1929914" y="1541915"/>
            <a:ext cx="24757" cy="24757"/>
          </a:xfrm>
          <a:prstGeom prst="ellipse">
            <a:avLst/>
          </a:prstGeom>
          <a:solidFill>
            <a:srgbClr val="007C83">
              <a:alpha val="40000"/>
            </a:srgbClr>
          </a:solidFill>
          <a:ln w="0">
            <a:noFill/>
            <a:prstDash val="solid"/>
          </a:ln>
        </p:spPr>
      </p:sp>
      <p:sp>
        <p:nvSpPr>
          <p:cNvPr id="416" name="LigandSeek2_vs_LigandSeek1_ellipse_5930">
            <a:extLst>
              <a:ext uri="{FF2B5EF4-FFF2-40B4-BE49-F238E27FC236}">
                <a16:creationId xmlns:a16="http://schemas.microsoft.com/office/drawing/2014/main" id="{056C1310-7D28-4367-9403-ADE5873D8F62}"/>
              </a:ext>
            </a:extLst>
          </p:cNvPr>
          <p:cNvSpPr>
            <a:spLocks noGrp="1"/>
          </p:cNvSpPr>
          <p:nvPr/>
        </p:nvSpPr>
        <p:spPr>
          <a:xfrm>
            <a:off x="1957988" y="1654360"/>
            <a:ext cx="24757" cy="24757"/>
          </a:xfrm>
          <a:prstGeom prst="ellipse">
            <a:avLst/>
          </a:prstGeom>
          <a:solidFill>
            <a:srgbClr val="007C83">
              <a:alpha val="40000"/>
            </a:srgbClr>
          </a:solidFill>
          <a:ln w="0">
            <a:noFill/>
            <a:prstDash val="solid"/>
          </a:ln>
        </p:spPr>
      </p:sp>
      <p:sp>
        <p:nvSpPr>
          <p:cNvPr id="417" name="LigandSeek2_vs_LigandSeek1_ellipse_5931">
            <a:extLst>
              <a:ext uri="{FF2B5EF4-FFF2-40B4-BE49-F238E27FC236}">
                <a16:creationId xmlns:a16="http://schemas.microsoft.com/office/drawing/2014/main" id="{82311B6E-6851-4EFC-A132-B9057852D349}"/>
              </a:ext>
            </a:extLst>
          </p:cNvPr>
          <p:cNvSpPr>
            <a:spLocks noGrp="1"/>
          </p:cNvSpPr>
          <p:nvPr/>
        </p:nvSpPr>
        <p:spPr>
          <a:xfrm>
            <a:off x="1960721" y="1835789"/>
            <a:ext cx="24757" cy="24757"/>
          </a:xfrm>
          <a:prstGeom prst="ellipse">
            <a:avLst/>
          </a:prstGeom>
          <a:solidFill>
            <a:srgbClr val="007C83">
              <a:alpha val="40000"/>
            </a:srgbClr>
          </a:solidFill>
          <a:ln w="0">
            <a:noFill/>
            <a:prstDash val="solid"/>
          </a:ln>
        </p:spPr>
      </p:sp>
      <p:sp>
        <p:nvSpPr>
          <p:cNvPr id="418" name="LigandSeek2_vs_LigandSeek1_ellipse_5932">
            <a:extLst>
              <a:ext uri="{FF2B5EF4-FFF2-40B4-BE49-F238E27FC236}">
                <a16:creationId xmlns:a16="http://schemas.microsoft.com/office/drawing/2014/main" id="{15086D77-FDEE-4225-8E9A-BFCD0265126A}"/>
              </a:ext>
            </a:extLst>
          </p:cNvPr>
          <p:cNvSpPr>
            <a:spLocks noGrp="1"/>
          </p:cNvSpPr>
          <p:nvPr/>
        </p:nvSpPr>
        <p:spPr>
          <a:xfrm>
            <a:off x="1921192" y="845009"/>
            <a:ext cx="24757" cy="24757"/>
          </a:xfrm>
          <a:prstGeom prst="ellipse">
            <a:avLst/>
          </a:prstGeom>
          <a:solidFill>
            <a:srgbClr val="007C83">
              <a:alpha val="40000"/>
            </a:srgbClr>
          </a:solidFill>
          <a:ln w="0">
            <a:noFill/>
            <a:prstDash val="solid"/>
          </a:ln>
        </p:spPr>
      </p:sp>
      <p:sp>
        <p:nvSpPr>
          <p:cNvPr id="419" name="LigandSeek2_vs_LigandSeek1_ellipse_5933">
            <a:extLst>
              <a:ext uri="{FF2B5EF4-FFF2-40B4-BE49-F238E27FC236}">
                <a16:creationId xmlns:a16="http://schemas.microsoft.com/office/drawing/2014/main" id="{74B56B45-8184-40B2-B5A6-92945990A1D0}"/>
              </a:ext>
            </a:extLst>
          </p:cNvPr>
          <p:cNvSpPr>
            <a:spLocks noGrp="1"/>
          </p:cNvSpPr>
          <p:nvPr/>
        </p:nvSpPr>
        <p:spPr>
          <a:xfrm>
            <a:off x="1963340" y="1890368"/>
            <a:ext cx="24757" cy="24757"/>
          </a:xfrm>
          <a:prstGeom prst="ellipse">
            <a:avLst/>
          </a:prstGeom>
          <a:solidFill>
            <a:srgbClr val="007C83">
              <a:alpha val="40000"/>
            </a:srgbClr>
          </a:solidFill>
          <a:ln w="0">
            <a:noFill/>
            <a:prstDash val="solid"/>
          </a:ln>
        </p:spPr>
      </p:sp>
      <p:sp>
        <p:nvSpPr>
          <p:cNvPr id="420" name="LigandSeek2_vs_LigandSeek1_ellipse_5934">
            <a:extLst>
              <a:ext uri="{FF2B5EF4-FFF2-40B4-BE49-F238E27FC236}">
                <a16:creationId xmlns:a16="http://schemas.microsoft.com/office/drawing/2014/main" id="{D1BD9417-3652-4D1D-AE02-E4AAF9FAF977}"/>
              </a:ext>
            </a:extLst>
          </p:cNvPr>
          <p:cNvSpPr>
            <a:spLocks noGrp="1"/>
          </p:cNvSpPr>
          <p:nvPr/>
        </p:nvSpPr>
        <p:spPr>
          <a:xfrm>
            <a:off x="1920741" y="1629590"/>
            <a:ext cx="24757" cy="24757"/>
          </a:xfrm>
          <a:prstGeom prst="ellipse">
            <a:avLst/>
          </a:prstGeom>
          <a:solidFill>
            <a:srgbClr val="007C83">
              <a:alpha val="40000"/>
            </a:srgbClr>
          </a:solidFill>
          <a:ln w="0">
            <a:noFill/>
            <a:prstDash val="solid"/>
          </a:ln>
        </p:spPr>
      </p:sp>
      <p:sp>
        <p:nvSpPr>
          <p:cNvPr id="421" name="LigandSeek2_vs_LigandSeek1_ellipse_5935">
            <a:extLst>
              <a:ext uri="{FF2B5EF4-FFF2-40B4-BE49-F238E27FC236}">
                <a16:creationId xmlns:a16="http://schemas.microsoft.com/office/drawing/2014/main" id="{701A1D3F-19BE-48BC-85C4-7DFDCD14002A}"/>
              </a:ext>
            </a:extLst>
          </p:cNvPr>
          <p:cNvSpPr>
            <a:spLocks noGrp="1"/>
          </p:cNvSpPr>
          <p:nvPr/>
        </p:nvSpPr>
        <p:spPr>
          <a:xfrm>
            <a:off x="1885082" y="1890368"/>
            <a:ext cx="24757" cy="24757"/>
          </a:xfrm>
          <a:prstGeom prst="ellipse">
            <a:avLst/>
          </a:prstGeom>
          <a:solidFill>
            <a:srgbClr val="007C83">
              <a:alpha val="40000"/>
            </a:srgbClr>
          </a:solidFill>
          <a:ln w="0">
            <a:noFill/>
            <a:prstDash val="solid"/>
          </a:ln>
        </p:spPr>
      </p:sp>
      <p:sp>
        <p:nvSpPr>
          <p:cNvPr id="422" name="LigandSeek2_vs_LigandSeek1_ellipse_5936">
            <a:extLst>
              <a:ext uri="{FF2B5EF4-FFF2-40B4-BE49-F238E27FC236}">
                <a16:creationId xmlns:a16="http://schemas.microsoft.com/office/drawing/2014/main" id="{F61D077D-CEA6-4D44-9B79-B6B677415784}"/>
              </a:ext>
            </a:extLst>
          </p:cNvPr>
          <p:cNvSpPr>
            <a:spLocks noGrp="1"/>
          </p:cNvSpPr>
          <p:nvPr/>
        </p:nvSpPr>
        <p:spPr>
          <a:xfrm>
            <a:off x="1895243" y="1629028"/>
            <a:ext cx="24757" cy="24757"/>
          </a:xfrm>
          <a:prstGeom prst="ellipse">
            <a:avLst/>
          </a:prstGeom>
          <a:solidFill>
            <a:srgbClr val="007C83">
              <a:alpha val="40000"/>
            </a:srgbClr>
          </a:solidFill>
          <a:ln w="0">
            <a:noFill/>
            <a:prstDash val="solid"/>
          </a:ln>
        </p:spPr>
      </p:sp>
      <p:sp>
        <p:nvSpPr>
          <p:cNvPr id="423" name="LigandSeek2_vs_LigandSeek1_ellipse_5937">
            <a:extLst>
              <a:ext uri="{FF2B5EF4-FFF2-40B4-BE49-F238E27FC236}">
                <a16:creationId xmlns:a16="http://schemas.microsoft.com/office/drawing/2014/main" id="{73E18C8E-5AD0-4F0C-899A-1229C5D05202}"/>
              </a:ext>
            </a:extLst>
          </p:cNvPr>
          <p:cNvSpPr>
            <a:spLocks noGrp="1"/>
          </p:cNvSpPr>
          <p:nvPr/>
        </p:nvSpPr>
        <p:spPr>
          <a:xfrm>
            <a:off x="1946646" y="845009"/>
            <a:ext cx="24757" cy="24757"/>
          </a:xfrm>
          <a:prstGeom prst="ellipse">
            <a:avLst/>
          </a:prstGeom>
          <a:solidFill>
            <a:srgbClr val="007C83">
              <a:alpha val="40000"/>
            </a:srgbClr>
          </a:solidFill>
          <a:ln w="0">
            <a:noFill/>
            <a:prstDash val="solid"/>
          </a:ln>
        </p:spPr>
      </p:sp>
      <p:sp>
        <p:nvSpPr>
          <p:cNvPr id="424" name="LigandSeek2_vs_LigandSeek1_ellipse_5938">
            <a:extLst>
              <a:ext uri="{FF2B5EF4-FFF2-40B4-BE49-F238E27FC236}">
                <a16:creationId xmlns:a16="http://schemas.microsoft.com/office/drawing/2014/main" id="{F8F32E1E-1D9A-4AFF-853F-7550525C438D}"/>
              </a:ext>
            </a:extLst>
          </p:cNvPr>
          <p:cNvSpPr>
            <a:spLocks noGrp="1"/>
          </p:cNvSpPr>
          <p:nvPr/>
        </p:nvSpPr>
        <p:spPr>
          <a:xfrm>
            <a:off x="1923188" y="1890368"/>
            <a:ext cx="24757" cy="24757"/>
          </a:xfrm>
          <a:prstGeom prst="ellipse">
            <a:avLst/>
          </a:prstGeom>
          <a:solidFill>
            <a:srgbClr val="007C83">
              <a:alpha val="40000"/>
            </a:srgbClr>
          </a:solidFill>
          <a:ln w="0">
            <a:noFill/>
            <a:prstDash val="solid"/>
          </a:ln>
        </p:spPr>
      </p:sp>
      <p:sp>
        <p:nvSpPr>
          <p:cNvPr id="425" name="LigandSeek2_vs_LigandSeek1_ellipse_5939">
            <a:extLst>
              <a:ext uri="{FF2B5EF4-FFF2-40B4-BE49-F238E27FC236}">
                <a16:creationId xmlns:a16="http://schemas.microsoft.com/office/drawing/2014/main" id="{F4F9D0A1-89E7-4F41-9782-88E860C752C1}"/>
              </a:ext>
            </a:extLst>
          </p:cNvPr>
          <p:cNvSpPr>
            <a:spLocks noGrp="1"/>
          </p:cNvSpPr>
          <p:nvPr/>
        </p:nvSpPr>
        <p:spPr>
          <a:xfrm>
            <a:off x="1905110" y="845009"/>
            <a:ext cx="24757" cy="24757"/>
          </a:xfrm>
          <a:prstGeom prst="ellipse">
            <a:avLst/>
          </a:prstGeom>
          <a:solidFill>
            <a:srgbClr val="007C83">
              <a:alpha val="40000"/>
            </a:srgbClr>
          </a:solidFill>
          <a:ln w="0">
            <a:noFill/>
            <a:prstDash val="solid"/>
          </a:ln>
        </p:spPr>
      </p:sp>
      <p:sp>
        <p:nvSpPr>
          <p:cNvPr id="426" name="LigandSeek2_vs_LigandSeek1_ellipse_5940">
            <a:extLst>
              <a:ext uri="{FF2B5EF4-FFF2-40B4-BE49-F238E27FC236}">
                <a16:creationId xmlns:a16="http://schemas.microsoft.com/office/drawing/2014/main" id="{45A82A34-58C9-4E6A-A56B-171A9D7ADBD8}"/>
              </a:ext>
            </a:extLst>
          </p:cNvPr>
          <p:cNvSpPr>
            <a:spLocks noGrp="1"/>
          </p:cNvSpPr>
          <p:nvPr/>
        </p:nvSpPr>
        <p:spPr>
          <a:xfrm>
            <a:off x="1966277" y="845009"/>
            <a:ext cx="24757" cy="24757"/>
          </a:xfrm>
          <a:prstGeom prst="ellipse">
            <a:avLst/>
          </a:prstGeom>
          <a:solidFill>
            <a:srgbClr val="007C83">
              <a:alpha val="40000"/>
            </a:srgbClr>
          </a:solidFill>
          <a:ln w="0">
            <a:noFill/>
            <a:prstDash val="solid"/>
          </a:ln>
        </p:spPr>
      </p:sp>
      <p:sp>
        <p:nvSpPr>
          <p:cNvPr id="427" name="LigandSeek2_vs_LigandSeek1_ellipse_5941">
            <a:extLst>
              <a:ext uri="{FF2B5EF4-FFF2-40B4-BE49-F238E27FC236}">
                <a16:creationId xmlns:a16="http://schemas.microsoft.com/office/drawing/2014/main" id="{F2422E0D-8947-4B10-B8B8-D2B0653DC0D5}"/>
              </a:ext>
            </a:extLst>
          </p:cNvPr>
          <p:cNvSpPr>
            <a:spLocks noGrp="1"/>
          </p:cNvSpPr>
          <p:nvPr/>
        </p:nvSpPr>
        <p:spPr>
          <a:xfrm>
            <a:off x="1920169" y="845009"/>
            <a:ext cx="24757" cy="24757"/>
          </a:xfrm>
          <a:prstGeom prst="ellipse">
            <a:avLst/>
          </a:prstGeom>
          <a:solidFill>
            <a:srgbClr val="007C83">
              <a:alpha val="40000"/>
            </a:srgbClr>
          </a:solidFill>
          <a:ln w="0">
            <a:noFill/>
            <a:prstDash val="solid"/>
          </a:ln>
        </p:spPr>
      </p:sp>
      <p:sp>
        <p:nvSpPr>
          <p:cNvPr id="428" name="LigandSeek2_vs_LigandSeek1_ellipse_5942">
            <a:extLst>
              <a:ext uri="{FF2B5EF4-FFF2-40B4-BE49-F238E27FC236}">
                <a16:creationId xmlns:a16="http://schemas.microsoft.com/office/drawing/2014/main" id="{C6240CE8-C2F9-43E0-93CF-2D6B540B37A8}"/>
              </a:ext>
            </a:extLst>
          </p:cNvPr>
          <p:cNvSpPr>
            <a:spLocks noGrp="1"/>
          </p:cNvSpPr>
          <p:nvPr/>
        </p:nvSpPr>
        <p:spPr>
          <a:xfrm>
            <a:off x="1926895" y="975679"/>
            <a:ext cx="24757" cy="24757"/>
          </a:xfrm>
          <a:prstGeom prst="ellipse">
            <a:avLst/>
          </a:prstGeom>
          <a:solidFill>
            <a:srgbClr val="007C83">
              <a:alpha val="40000"/>
            </a:srgbClr>
          </a:solidFill>
          <a:ln w="0">
            <a:noFill/>
            <a:prstDash val="solid"/>
          </a:ln>
        </p:spPr>
      </p:sp>
      <p:sp>
        <p:nvSpPr>
          <p:cNvPr id="429" name="LigandSeek2_vs_LigandSeek1_ellipse_5943">
            <a:extLst>
              <a:ext uri="{FF2B5EF4-FFF2-40B4-BE49-F238E27FC236}">
                <a16:creationId xmlns:a16="http://schemas.microsoft.com/office/drawing/2014/main" id="{9495EA16-1F7A-4ADB-A98A-4D65CF615A4D}"/>
              </a:ext>
            </a:extLst>
          </p:cNvPr>
          <p:cNvSpPr>
            <a:spLocks noGrp="1"/>
          </p:cNvSpPr>
          <p:nvPr/>
        </p:nvSpPr>
        <p:spPr>
          <a:xfrm>
            <a:off x="1915283" y="1309613"/>
            <a:ext cx="24757" cy="24757"/>
          </a:xfrm>
          <a:prstGeom prst="ellipse">
            <a:avLst/>
          </a:prstGeom>
          <a:solidFill>
            <a:srgbClr val="007C83">
              <a:alpha val="40000"/>
            </a:srgbClr>
          </a:solidFill>
          <a:ln w="0">
            <a:noFill/>
            <a:prstDash val="solid"/>
          </a:ln>
        </p:spPr>
      </p:sp>
      <p:sp>
        <p:nvSpPr>
          <p:cNvPr id="430" name="LigandSeek2_vs_LigandSeek1_ellipse_5944">
            <a:extLst>
              <a:ext uri="{FF2B5EF4-FFF2-40B4-BE49-F238E27FC236}">
                <a16:creationId xmlns:a16="http://schemas.microsoft.com/office/drawing/2014/main" id="{53496828-B768-46BC-BBAB-753532BBAA93}"/>
              </a:ext>
            </a:extLst>
          </p:cNvPr>
          <p:cNvSpPr>
            <a:spLocks noGrp="1"/>
          </p:cNvSpPr>
          <p:nvPr/>
        </p:nvSpPr>
        <p:spPr>
          <a:xfrm>
            <a:off x="1954602" y="1367688"/>
            <a:ext cx="24757" cy="24757"/>
          </a:xfrm>
          <a:prstGeom prst="ellipse">
            <a:avLst/>
          </a:prstGeom>
          <a:solidFill>
            <a:srgbClr val="007C83">
              <a:alpha val="40000"/>
            </a:srgbClr>
          </a:solidFill>
          <a:ln w="0">
            <a:noFill/>
            <a:prstDash val="solid"/>
          </a:ln>
        </p:spPr>
      </p:sp>
      <p:sp>
        <p:nvSpPr>
          <p:cNvPr id="431" name="LigandSeek2_vs_LigandSeek1_ellipse_5945">
            <a:extLst>
              <a:ext uri="{FF2B5EF4-FFF2-40B4-BE49-F238E27FC236}">
                <a16:creationId xmlns:a16="http://schemas.microsoft.com/office/drawing/2014/main" id="{438E93B8-C10A-4CFD-B578-D60B3A4353A5}"/>
              </a:ext>
            </a:extLst>
          </p:cNvPr>
          <p:cNvSpPr>
            <a:spLocks noGrp="1"/>
          </p:cNvSpPr>
          <p:nvPr/>
        </p:nvSpPr>
        <p:spPr>
          <a:xfrm>
            <a:off x="1947645" y="845009"/>
            <a:ext cx="24757" cy="24757"/>
          </a:xfrm>
          <a:prstGeom prst="ellipse">
            <a:avLst/>
          </a:prstGeom>
          <a:solidFill>
            <a:srgbClr val="007C83">
              <a:alpha val="40000"/>
            </a:srgbClr>
          </a:solidFill>
          <a:ln w="0">
            <a:noFill/>
            <a:prstDash val="solid"/>
          </a:ln>
        </p:spPr>
      </p:sp>
      <p:sp>
        <p:nvSpPr>
          <p:cNvPr id="432" name="LigandSeek2_vs_LigandSeek1_ellipse_5946">
            <a:extLst>
              <a:ext uri="{FF2B5EF4-FFF2-40B4-BE49-F238E27FC236}">
                <a16:creationId xmlns:a16="http://schemas.microsoft.com/office/drawing/2014/main" id="{21B1435B-7EB1-4D56-8322-24186C31EFA5}"/>
              </a:ext>
            </a:extLst>
          </p:cNvPr>
          <p:cNvSpPr>
            <a:spLocks noGrp="1"/>
          </p:cNvSpPr>
          <p:nvPr/>
        </p:nvSpPr>
        <p:spPr>
          <a:xfrm>
            <a:off x="1956016" y="845009"/>
            <a:ext cx="24757" cy="24757"/>
          </a:xfrm>
          <a:prstGeom prst="ellipse">
            <a:avLst/>
          </a:prstGeom>
          <a:solidFill>
            <a:srgbClr val="007C83">
              <a:alpha val="40000"/>
            </a:srgbClr>
          </a:solidFill>
          <a:ln w="0">
            <a:noFill/>
            <a:prstDash val="solid"/>
          </a:ln>
        </p:spPr>
      </p:sp>
      <p:sp>
        <p:nvSpPr>
          <p:cNvPr id="433" name="LigandSeek2_vs_LigandSeek1_ellipse_5947">
            <a:extLst>
              <a:ext uri="{FF2B5EF4-FFF2-40B4-BE49-F238E27FC236}">
                <a16:creationId xmlns:a16="http://schemas.microsoft.com/office/drawing/2014/main" id="{43788A6C-5F34-4ABE-A14C-596193DF0C62}"/>
              </a:ext>
            </a:extLst>
          </p:cNvPr>
          <p:cNvSpPr>
            <a:spLocks noGrp="1"/>
          </p:cNvSpPr>
          <p:nvPr/>
        </p:nvSpPr>
        <p:spPr>
          <a:xfrm>
            <a:off x="1955177" y="845009"/>
            <a:ext cx="24757" cy="24757"/>
          </a:xfrm>
          <a:prstGeom prst="ellipse">
            <a:avLst/>
          </a:prstGeom>
          <a:solidFill>
            <a:srgbClr val="007C83">
              <a:alpha val="40000"/>
            </a:srgbClr>
          </a:solidFill>
          <a:ln w="0">
            <a:noFill/>
            <a:prstDash val="solid"/>
          </a:ln>
        </p:spPr>
      </p:sp>
      <p:sp>
        <p:nvSpPr>
          <p:cNvPr id="434" name="LigandSeek2_vs_LigandSeek1_ellipse_5948">
            <a:extLst>
              <a:ext uri="{FF2B5EF4-FFF2-40B4-BE49-F238E27FC236}">
                <a16:creationId xmlns:a16="http://schemas.microsoft.com/office/drawing/2014/main" id="{962AB91A-FA7F-49EB-B780-C40032967A77}"/>
              </a:ext>
            </a:extLst>
          </p:cNvPr>
          <p:cNvSpPr>
            <a:spLocks noGrp="1"/>
          </p:cNvSpPr>
          <p:nvPr/>
        </p:nvSpPr>
        <p:spPr>
          <a:xfrm>
            <a:off x="1883623" y="845009"/>
            <a:ext cx="24757" cy="24757"/>
          </a:xfrm>
          <a:prstGeom prst="ellipse">
            <a:avLst/>
          </a:prstGeom>
          <a:solidFill>
            <a:srgbClr val="007C83">
              <a:alpha val="40000"/>
            </a:srgbClr>
          </a:solidFill>
          <a:ln w="0">
            <a:noFill/>
            <a:prstDash val="solid"/>
          </a:ln>
        </p:spPr>
      </p:sp>
      <p:sp>
        <p:nvSpPr>
          <p:cNvPr id="435" name="LigandSeek2_vs_LigandSeek1_ellipse_5949">
            <a:extLst>
              <a:ext uri="{FF2B5EF4-FFF2-40B4-BE49-F238E27FC236}">
                <a16:creationId xmlns:a16="http://schemas.microsoft.com/office/drawing/2014/main" id="{80CFE8E8-DC59-4B67-9540-8A29FD21AC31}"/>
              </a:ext>
            </a:extLst>
          </p:cNvPr>
          <p:cNvSpPr>
            <a:spLocks noGrp="1"/>
          </p:cNvSpPr>
          <p:nvPr/>
        </p:nvSpPr>
        <p:spPr>
          <a:xfrm>
            <a:off x="1909448" y="1210885"/>
            <a:ext cx="24757" cy="24757"/>
          </a:xfrm>
          <a:prstGeom prst="ellipse">
            <a:avLst/>
          </a:prstGeom>
          <a:solidFill>
            <a:srgbClr val="007C83">
              <a:alpha val="40000"/>
            </a:srgbClr>
          </a:solidFill>
          <a:ln w="0">
            <a:noFill/>
            <a:prstDash val="solid"/>
          </a:ln>
        </p:spPr>
      </p:sp>
      <p:sp>
        <p:nvSpPr>
          <p:cNvPr id="436" name="LigandSeek2_vs_LigandSeek1_ellipse_5950">
            <a:extLst>
              <a:ext uri="{FF2B5EF4-FFF2-40B4-BE49-F238E27FC236}">
                <a16:creationId xmlns:a16="http://schemas.microsoft.com/office/drawing/2014/main" id="{EB52A698-199A-4531-BF29-2D1D56AC8293}"/>
              </a:ext>
            </a:extLst>
          </p:cNvPr>
          <p:cNvSpPr>
            <a:spLocks noGrp="1"/>
          </p:cNvSpPr>
          <p:nvPr/>
        </p:nvSpPr>
        <p:spPr>
          <a:xfrm>
            <a:off x="1896774" y="845009"/>
            <a:ext cx="24757" cy="24757"/>
          </a:xfrm>
          <a:prstGeom prst="ellipse">
            <a:avLst/>
          </a:prstGeom>
          <a:solidFill>
            <a:srgbClr val="007C83">
              <a:alpha val="40000"/>
            </a:srgbClr>
          </a:solidFill>
          <a:ln w="0">
            <a:noFill/>
            <a:prstDash val="solid"/>
          </a:ln>
        </p:spPr>
      </p:sp>
      <p:sp>
        <p:nvSpPr>
          <p:cNvPr id="437" name="LigandSeek2_vs_LigandSeek1_ellipse_5951">
            <a:extLst>
              <a:ext uri="{FF2B5EF4-FFF2-40B4-BE49-F238E27FC236}">
                <a16:creationId xmlns:a16="http://schemas.microsoft.com/office/drawing/2014/main" id="{D451C8B5-6638-4283-B580-57D5FB12C7B2}"/>
              </a:ext>
            </a:extLst>
          </p:cNvPr>
          <p:cNvSpPr>
            <a:spLocks noGrp="1"/>
          </p:cNvSpPr>
          <p:nvPr/>
        </p:nvSpPr>
        <p:spPr>
          <a:xfrm>
            <a:off x="1950036" y="845009"/>
            <a:ext cx="24757" cy="24757"/>
          </a:xfrm>
          <a:prstGeom prst="ellipse">
            <a:avLst/>
          </a:prstGeom>
          <a:solidFill>
            <a:srgbClr val="007C83">
              <a:alpha val="40000"/>
            </a:srgbClr>
          </a:solidFill>
          <a:ln w="0">
            <a:noFill/>
            <a:prstDash val="solid"/>
          </a:ln>
        </p:spPr>
      </p:sp>
      <p:sp>
        <p:nvSpPr>
          <p:cNvPr id="438" name="LigandSeek2_vs_LigandSeek1_ellipse_5952">
            <a:extLst>
              <a:ext uri="{FF2B5EF4-FFF2-40B4-BE49-F238E27FC236}">
                <a16:creationId xmlns:a16="http://schemas.microsoft.com/office/drawing/2014/main" id="{2C1AA85B-878F-479B-9239-F7EFCE19601A}"/>
              </a:ext>
            </a:extLst>
          </p:cNvPr>
          <p:cNvSpPr>
            <a:spLocks noGrp="1"/>
          </p:cNvSpPr>
          <p:nvPr/>
        </p:nvSpPr>
        <p:spPr>
          <a:xfrm>
            <a:off x="1919871" y="1106349"/>
            <a:ext cx="24757" cy="24757"/>
          </a:xfrm>
          <a:prstGeom prst="ellipse">
            <a:avLst/>
          </a:prstGeom>
          <a:solidFill>
            <a:srgbClr val="007C83">
              <a:alpha val="40000"/>
            </a:srgbClr>
          </a:solidFill>
          <a:ln w="0">
            <a:noFill/>
            <a:prstDash val="solid"/>
          </a:ln>
        </p:spPr>
      </p:sp>
      <p:sp>
        <p:nvSpPr>
          <p:cNvPr id="439" name="LigandSeek2_vs_LigandSeek1_ellipse_5953">
            <a:extLst>
              <a:ext uri="{FF2B5EF4-FFF2-40B4-BE49-F238E27FC236}">
                <a16:creationId xmlns:a16="http://schemas.microsoft.com/office/drawing/2014/main" id="{57803201-17BB-4750-9C2F-6652616E85D5}"/>
              </a:ext>
            </a:extLst>
          </p:cNvPr>
          <p:cNvSpPr>
            <a:spLocks noGrp="1"/>
          </p:cNvSpPr>
          <p:nvPr/>
        </p:nvSpPr>
        <p:spPr>
          <a:xfrm>
            <a:off x="1898085" y="1890368"/>
            <a:ext cx="24757" cy="24757"/>
          </a:xfrm>
          <a:prstGeom prst="ellipse">
            <a:avLst/>
          </a:prstGeom>
          <a:solidFill>
            <a:srgbClr val="007C83">
              <a:alpha val="40000"/>
            </a:srgbClr>
          </a:solidFill>
          <a:ln w="0">
            <a:noFill/>
            <a:prstDash val="solid"/>
          </a:ln>
        </p:spPr>
      </p:sp>
      <p:sp>
        <p:nvSpPr>
          <p:cNvPr id="440" name="LigandSeek2_vs_LigandSeek1_ellipse_5954">
            <a:extLst>
              <a:ext uri="{FF2B5EF4-FFF2-40B4-BE49-F238E27FC236}">
                <a16:creationId xmlns:a16="http://schemas.microsoft.com/office/drawing/2014/main" id="{205B88DD-9A3B-4168-8B27-440FD458B761}"/>
              </a:ext>
            </a:extLst>
          </p:cNvPr>
          <p:cNvSpPr>
            <a:spLocks noGrp="1"/>
          </p:cNvSpPr>
          <p:nvPr/>
        </p:nvSpPr>
        <p:spPr>
          <a:xfrm>
            <a:off x="1890894" y="845009"/>
            <a:ext cx="24757" cy="24757"/>
          </a:xfrm>
          <a:prstGeom prst="ellipse">
            <a:avLst/>
          </a:prstGeom>
          <a:solidFill>
            <a:srgbClr val="007C83">
              <a:alpha val="40000"/>
            </a:srgbClr>
          </a:solidFill>
          <a:ln w="0">
            <a:noFill/>
            <a:prstDash val="solid"/>
          </a:ln>
        </p:spPr>
      </p:sp>
      <p:sp>
        <p:nvSpPr>
          <p:cNvPr id="441" name="LigandSeek2_vs_LigandSeek1_ellipse_5955">
            <a:extLst>
              <a:ext uri="{FF2B5EF4-FFF2-40B4-BE49-F238E27FC236}">
                <a16:creationId xmlns:a16="http://schemas.microsoft.com/office/drawing/2014/main" id="{CB7BE9AB-1EBE-442A-A9CD-62CAC2738ADE}"/>
              </a:ext>
            </a:extLst>
          </p:cNvPr>
          <p:cNvSpPr>
            <a:spLocks noGrp="1"/>
          </p:cNvSpPr>
          <p:nvPr/>
        </p:nvSpPr>
        <p:spPr>
          <a:xfrm>
            <a:off x="1928887" y="926919"/>
            <a:ext cx="24757" cy="24757"/>
          </a:xfrm>
          <a:prstGeom prst="ellipse">
            <a:avLst/>
          </a:prstGeom>
          <a:solidFill>
            <a:srgbClr val="007C83">
              <a:alpha val="40000"/>
            </a:srgbClr>
          </a:solidFill>
          <a:ln w="0">
            <a:noFill/>
            <a:prstDash val="solid"/>
          </a:ln>
        </p:spPr>
      </p:sp>
      <p:sp>
        <p:nvSpPr>
          <p:cNvPr id="442" name="LigandSeek2_vs_LigandSeek1_ellipse_5956">
            <a:extLst>
              <a:ext uri="{FF2B5EF4-FFF2-40B4-BE49-F238E27FC236}">
                <a16:creationId xmlns:a16="http://schemas.microsoft.com/office/drawing/2014/main" id="{6E10B35E-2C0C-480D-84A0-3AA3EF25931A}"/>
              </a:ext>
            </a:extLst>
          </p:cNvPr>
          <p:cNvSpPr>
            <a:spLocks noGrp="1"/>
          </p:cNvSpPr>
          <p:nvPr/>
        </p:nvSpPr>
        <p:spPr>
          <a:xfrm>
            <a:off x="1930932" y="1652803"/>
            <a:ext cx="24757" cy="24757"/>
          </a:xfrm>
          <a:prstGeom prst="ellipse">
            <a:avLst/>
          </a:prstGeom>
          <a:solidFill>
            <a:srgbClr val="007C83">
              <a:alpha val="40000"/>
            </a:srgbClr>
          </a:solidFill>
          <a:ln w="0">
            <a:noFill/>
            <a:prstDash val="solid"/>
          </a:ln>
        </p:spPr>
      </p:sp>
      <p:sp>
        <p:nvSpPr>
          <p:cNvPr id="443" name="LigandSeek2_vs_LigandSeek1_ellipse_5957">
            <a:extLst>
              <a:ext uri="{FF2B5EF4-FFF2-40B4-BE49-F238E27FC236}">
                <a16:creationId xmlns:a16="http://schemas.microsoft.com/office/drawing/2014/main" id="{C6E132A7-6539-4F2D-B8FB-F8DB5A986191}"/>
              </a:ext>
            </a:extLst>
          </p:cNvPr>
          <p:cNvSpPr>
            <a:spLocks noGrp="1"/>
          </p:cNvSpPr>
          <p:nvPr/>
        </p:nvSpPr>
        <p:spPr>
          <a:xfrm>
            <a:off x="1963025" y="1212839"/>
            <a:ext cx="24757" cy="24757"/>
          </a:xfrm>
          <a:prstGeom prst="ellipse">
            <a:avLst/>
          </a:prstGeom>
          <a:solidFill>
            <a:srgbClr val="007C83">
              <a:alpha val="40000"/>
            </a:srgbClr>
          </a:solidFill>
          <a:ln w="0">
            <a:noFill/>
            <a:prstDash val="solid"/>
          </a:ln>
        </p:spPr>
      </p:sp>
      <p:sp>
        <p:nvSpPr>
          <p:cNvPr id="444" name="LigandSeek2_vs_LigandSeek1_ellipse_5958">
            <a:extLst>
              <a:ext uri="{FF2B5EF4-FFF2-40B4-BE49-F238E27FC236}">
                <a16:creationId xmlns:a16="http://schemas.microsoft.com/office/drawing/2014/main" id="{2234C9BA-0E3B-43FB-BFB2-E93B06C70FE0}"/>
              </a:ext>
            </a:extLst>
          </p:cNvPr>
          <p:cNvSpPr>
            <a:spLocks noGrp="1"/>
          </p:cNvSpPr>
          <p:nvPr/>
        </p:nvSpPr>
        <p:spPr>
          <a:xfrm>
            <a:off x="1912489" y="1821922"/>
            <a:ext cx="24757" cy="24757"/>
          </a:xfrm>
          <a:prstGeom prst="ellipse">
            <a:avLst/>
          </a:prstGeom>
          <a:solidFill>
            <a:srgbClr val="007C83">
              <a:alpha val="40000"/>
            </a:srgbClr>
          </a:solidFill>
          <a:ln w="0">
            <a:noFill/>
            <a:prstDash val="solid"/>
          </a:ln>
        </p:spPr>
      </p:sp>
      <p:sp>
        <p:nvSpPr>
          <p:cNvPr id="445" name="LigandSeek2_vs_LigandSeek1_ellipse_5959">
            <a:extLst>
              <a:ext uri="{FF2B5EF4-FFF2-40B4-BE49-F238E27FC236}">
                <a16:creationId xmlns:a16="http://schemas.microsoft.com/office/drawing/2014/main" id="{2D046CA5-8DED-4B1C-B067-C69199026E74}"/>
              </a:ext>
            </a:extLst>
          </p:cNvPr>
          <p:cNvSpPr>
            <a:spLocks noGrp="1"/>
          </p:cNvSpPr>
          <p:nvPr/>
        </p:nvSpPr>
        <p:spPr>
          <a:xfrm>
            <a:off x="1962343" y="1815699"/>
            <a:ext cx="24757" cy="24757"/>
          </a:xfrm>
          <a:prstGeom prst="ellipse">
            <a:avLst/>
          </a:prstGeom>
          <a:solidFill>
            <a:srgbClr val="007C83">
              <a:alpha val="40000"/>
            </a:srgbClr>
          </a:solidFill>
          <a:ln w="0">
            <a:noFill/>
            <a:prstDash val="solid"/>
          </a:ln>
        </p:spPr>
      </p:sp>
      <p:sp>
        <p:nvSpPr>
          <p:cNvPr id="446" name="LigandSeek2_vs_LigandSeek1_ellipse_5960">
            <a:extLst>
              <a:ext uri="{FF2B5EF4-FFF2-40B4-BE49-F238E27FC236}">
                <a16:creationId xmlns:a16="http://schemas.microsoft.com/office/drawing/2014/main" id="{C7A2F374-D740-41E5-90E3-AA857D451E4A}"/>
              </a:ext>
            </a:extLst>
          </p:cNvPr>
          <p:cNvSpPr>
            <a:spLocks noGrp="1"/>
          </p:cNvSpPr>
          <p:nvPr/>
        </p:nvSpPr>
        <p:spPr>
          <a:xfrm>
            <a:off x="1883468" y="1890368"/>
            <a:ext cx="24757" cy="24757"/>
          </a:xfrm>
          <a:prstGeom prst="ellipse">
            <a:avLst/>
          </a:prstGeom>
          <a:solidFill>
            <a:srgbClr val="007C83">
              <a:alpha val="40000"/>
            </a:srgbClr>
          </a:solidFill>
          <a:ln w="0">
            <a:noFill/>
            <a:prstDash val="solid"/>
          </a:ln>
        </p:spPr>
      </p:sp>
      <p:sp>
        <p:nvSpPr>
          <p:cNvPr id="447" name="LigandSeek2_vs_LigandSeek1_ellipse_5961">
            <a:extLst>
              <a:ext uri="{FF2B5EF4-FFF2-40B4-BE49-F238E27FC236}">
                <a16:creationId xmlns:a16="http://schemas.microsoft.com/office/drawing/2014/main" id="{CD5BB286-31C3-4E1A-AC7C-A3363B3E4C0D}"/>
              </a:ext>
            </a:extLst>
          </p:cNvPr>
          <p:cNvSpPr>
            <a:spLocks noGrp="1"/>
          </p:cNvSpPr>
          <p:nvPr/>
        </p:nvSpPr>
        <p:spPr>
          <a:xfrm>
            <a:off x="1891141" y="1872065"/>
            <a:ext cx="24757" cy="24757"/>
          </a:xfrm>
          <a:prstGeom prst="ellipse">
            <a:avLst/>
          </a:prstGeom>
          <a:solidFill>
            <a:srgbClr val="007C83">
              <a:alpha val="40000"/>
            </a:srgbClr>
          </a:solidFill>
          <a:ln w="0">
            <a:noFill/>
            <a:prstDash val="solid"/>
          </a:ln>
        </p:spPr>
      </p:sp>
      <p:sp>
        <p:nvSpPr>
          <p:cNvPr id="448" name="LigandSeek2_vs_LigandSeek1_ellipse_5962">
            <a:extLst>
              <a:ext uri="{FF2B5EF4-FFF2-40B4-BE49-F238E27FC236}">
                <a16:creationId xmlns:a16="http://schemas.microsoft.com/office/drawing/2014/main" id="{E35B0B53-C086-4E4C-ABB1-BC726F2BD915}"/>
              </a:ext>
            </a:extLst>
          </p:cNvPr>
          <p:cNvSpPr>
            <a:spLocks noGrp="1"/>
          </p:cNvSpPr>
          <p:nvPr/>
        </p:nvSpPr>
        <p:spPr>
          <a:xfrm>
            <a:off x="1951716" y="1193462"/>
            <a:ext cx="24757" cy="24757"/>
          </a:xfrm>
          <a:prstGeom prst="ellipse">
            <a:avLst/>
          </a:prstGeom>
          <a:solidFill>
            <a:srgbClr val="007C83">
              <a:alpha val="40000"/>
            </a:srgbClr>
          </a:solidFill>
          <a:ln w="0">
            <a:noFill/>
            <a:prstDash val="solid"/>
          </a:ln>
        </p:spPr>
      </p:sp>
      <p:sp>
        <p:nvSpPr>
          <p:cNvPr id="449" name="LigandSeek2_vs_LigandSeek1_ellipse_5963">
            <a:extLst>
              <a:ext uri="{FF2B5EF4-FFF2-40B4-BE49-F238E27FC236}">
                <a16:creationId xmlns:a16="http://schemas.microsoft.com/office/drawing/2014/main" id="{6F059B97-7852-485D-9089-8323F1F172D3}"/>
              </a:ext>
            </a:extLst>
          </p:cNvPr>
          <p:cNvSpPr>
            <a:spLocks noGrp="1"/>
          </p:cNvSpPr>
          <p:nvPr/>
        </p:nvSpPr>
        <p:spPr>
          <a:xfrm>
            <a:off x="1884667" y="1759698"/>
            <a:ext cx="24757" cy="24757"/>
          </a:xfrm>
          <a:prstGeom prst="ellipse">
            <a:avLst/>
          </a:prstGeom>
          <a:solidFill>
            <a:srgbClr val="007C83">
              <a:alpha val="40000"/>
            </a:srgbClr>
          </a:solidFill>
          <a:ln w="0">
            <a:noFill/>
            <a:prstDash val="solid"/>
          </a:ln>
        </p:spPr>
      </p:sp>
      <p:sp>
        <p:nvSpPr>
          <p:cNvPr id="450" name="LigandSeek2_vs_LigandSeek1_ellipse_5964">
            <a:extLst>
              <a:ext uri="{FF2B5EF4-FFF2-40B4-BE49-F238E27FC236}">
                <a16:creationId xmlns:a16="http://schemas.microsoft.com/office/drawing/2014/main" id="{3F44DA93-A307-4264-8821-E1921F1A5927}"/>
              </a:ext>
            </a:extLst>
          </p:cNvPr>
          <p:cNvSpPr>
            <a:spLocks noGrp="1"/>
          </p:cNvSpPr>
          <p:nvPr/>
        </p:nvSpPr>
        <p:spPr>
          <a:xfrm>
            <a:off x="1909588" y="845009"/>
            <a:ext cx="24757" cy="24757"/>
          </a:xfrm>
          <a:prstGeom prst="ellipse">
            <a:avLst/>
          </a:prstGeom>
          <a:solidFill>
            <a:srgbClr val="007C83">
              <a:alpha val="40000"/>
            </a:srgbClr>
          </a:solidFill>
          <a:ln w="0">
            <a:noFill/>
            <a:prstDash val="solid"/>
          </a:ln>
        </p:spPr>
      </p:sp>
      <p:sp>
        <p:nvSpPr>
          <p:cNvPr id="451" name="LigandSeek2_vs_LigandSeek1_ellipse_5965">
            <a:extLst>
              <a:ext uri="{FF2B5EF4-FFF2-40B4-BE49-F238E27FC236}">
                <a16:creationId xmlns:a16="http://schemas.microsoft.com/office/drawing/2014/main" id="{5AC6CAE0-3E92-4D38-8D24-14EDCAC10D72}"/>
              </a:ext>
            </a:extLst>
          </p:cNvPr>
          <p:cNvSpPr>
            <a:spLocks noGrp="1"/>
          </p:cNvSpPr>
          <p:nvPr/>
        </p:nvSpPr>
        <p:spPr>
          <a:xfrm>
            <a:off x="1961726" y="845009"/>
            <a:ext cx="24757" cy="24757"/>
          </a:xfrm>
          <a:prstGeom prst="ellipse">
            <a:avLst/>
          </a:prstGeom>
          <a:solidFill>
            <a:srgbClr val="007C83">
              <a:alpha val="40000"/>
            </a:srgbClr>
          </a:solidFill>
          <a:ln w="0">
            <a:noFill/>
            <a:prstDash val="solid"/>
          </a:ln>
        </p:spPr>
      </p:sp>
      <p:sp>
        <p:nvSpPr>
          <p:cNvPr id="452" name="LigandSeek2_vs_LigandSeek1_ellipse_5966">
            <a:extLst>
              <a:ext uri="{FF2B5EF4-FFF2-40B4-BE49-F238E27FC236}">
                <a16:creationId xmlns:a16="http://schemas.microsoft.com/office/drawing/2014/main" id="{26B02710-7168-4F07-A16B-6C14325F480C}"/>
              </a:ext>
            </a:extLst>
          </p:cNvPr>
          <p:cNvSpPr>
            <a:spLocks noGrp="1"/>
          </p:cNvSpPr>
          <p:nvPr/>
        </p:nvSpPr>
        <p:spPr>
          <a:xfrm>
            <a:off x="1931912" y="845009"/>
            <a:ext cx="24757" cy="24757"/>
          </a:xfrm>
          <a:prstGeom prst="ellipse">
            <a:avLst/>
          </a:prstGeom>
          <a:solidFill>
            <a:srgbClr val="007C83">
              <a:alpha val="40000"/>
            </a:srgbClr>
          </a:solidFill>
          <a:ln w="0">
            <a:noFill/>
            <a:prstDash val="solid"/>
          </a:ln>
        </p:spPr>
      </p:sp>
      <p:sp>
        <p:nvSpPr>
          <p:cNvPr id="453" name="LigandSeek2_vs_LigandSeek1_ellipse_5967">
            <a:extLst>
              <a:ext uri="{FF2B5EF4-FFF2-40B4-BE49-F238E27FC236}">
                <a16:creationId xmlns:a16="http://schemas.microsoft.com/office/drawing/2014/main" id="{EA926A2E-3842-4DB7-B150-6FCE4014DF76}"/>
              </a:ext>
            </a:extLst>
          </p:cNvPr>
          <p:cNvSpPr>
            <a:spLocks noGrp="1"/>
          </p:cNvSpPr>
          <p:nvPr/>
        </p:nvSpPr>
        <p:spPr>
          <a:xfrm>
            <a:off x="1917070" y="845009"/>
            <a:ext cx="24757" cy="24757"/>
          </a:xfrm>
          <a:prstGeom prst="ellipse">
            <a:avLst/>
          </a:prstGeom>
          <a:solidFill>
            <a:srgbClr val="007C83">
              <a:alpha val="40000"/>
            </a:srgbClr>
          </a:solidFill>
          <a:ln w="0">
            <a:noFill/>
            <a:prstDash val="solid"/>
          </a:ln>
        </p:spPr>
      </p:sp>
      <p:sp>
        <p:nvSpPr>
          <p:cNvPr id="454" name="LigandSeek2_vs_LigandSeek1_ellipse_5968">
            <a:extLst>
              <a:ext uri="{FF2B5EF4-FFF2-40B4-BE49-F238E27FC236}">
                <a16:creationId xmlns:a16="http://schemas.microsoft.com/office/drawing/2014/main" id="{DD368DE5-F40A-453D-9C09-5DA5296571E5}"/>
              </a:ext>
            </a:extLst>
          </p:cNvPr>
          <p:cNvSpPr>
            <a:spLocks noGrp="1"/>
          </p:cNvSpPr>
          <p:nvPr/>
        </p:nvSpPr>
        <p:spPr>
          <a:xfrm>
            <a:off x="1910105" y="1466417"/>
            <a:ext cx="24757" cy="24757"/>
          </a:xfrm>
          <a:prstGeom prst="ellipse">
            <a:avLst/>
          </a:prstGeom>
          <a:solidFill>
            <a:srgbClr val="007C83">
              <a:alpha val="40000"/>
            </a:srgbClr>
          </a:solidFill>
          <a:ln w="0">
            <a:noFill/>
            <a:prstDash val="solid"/>
          </a:ln>
        </p:spPr>
      </p:sp>
      <p:sp>
        <p:nvSpPr>
          <p:cNvPr id="455" name="LigandSeek2_vs_LigandSeek1_ellipse_5969">
            <a:extLst>
              <a:ext uri="{FF2B5EF4-FFF2-40B4-BE49-F238E27FC236}">
                <a16:creationId xmlns:a16="http://schemas.microsoft.com/office/drawing/2014/main" id="{333E50F7-AC6C-41A8-B482-083BA8A0AA4D}"/>
              </a:ext>
            </a:extLst>
          </p:cNvPr>
          <p:cNvSpPr>
            <a:spLocks noGrp="1"/>
          </p:cNvSpPr>
          <p:nvPr/>
        </p:nvSpPr>
        <p:spPr>
          <a:xfrm>
            <a:off x="1924127" y="1793299"/>
            <a:ext cx="24757" cy="24757"/>
          </a:xfrm>
          <a:prstGeom prst="ellipse">
            <a:avLst/>
          </a:prstGeom>
          <a:solidFill>
            <a:srgbClr val="007C83">
              <a:alpha val="40000"/>
            </a:srgbClr>
          </a:solidFill>
          <a:ln w="0">
            <a:noFill/>
            <a:prstDash val="solid"/>
          </a:ln>
        </p:spPr>
      </p:sp>
      <p:sp>
        <p:nvSpPr>
          <p:cNvPr id="456" name="LigandSeek2_vs_LigandSeek1_ellipse_5970">
            <a:extLst>
              <a:ext uri="{FF2B5EF4-FFF2-40B4-BE49-F238E27FC236}">
                <a16:creationId xmlns:a16="http://schemas.microsoft.com/office/drawing/2014/main" id="{5FF36505-B767-41CD-BB60-67C20218D74D}"/>
              </a:ext>
            </a:extLst>
          </p:cNvPr>
          <p:cNvSpPr>
            <a:spLocks noGrp="1"/>
          </p:cNvSpPr>
          <p:nvPr/>
        </p:nvSpPr>
        <p:spPr>
          <a:xfrm>
            <a:off x="1952590" y="1367688"/>
            <a:ext cx="24757" cy="24757"/>
          </a:xfrm>
          <a:prstGeom prst="ellipse">
            <a:avLst/>
          </a:prstGeom>
          <a:solidFill>
            <a:srgbClr val="007C83">
              <a:alpha val="40000"/>
            </a:srgbClr>
          </a:solidFill>
          <a:ln w="0">
            <a:noFill/>
            <a:prstDash val="solid"/>
          </a:ln>
        </p:spPr>
      </p:sp>
      <p:sp>
        <p:nvSpPr>
          <p:cNvPr id="457" name="LigandSeek2_vs_LigandSeek1_ellipse_5971">
            <a:extLst>
              <a:ext uri="{FF2B5EF4-FFF2-40B4-BE49-F238E27FC236}">
                <a16:creationId xmlns:a16="http://schemas.microsoft.com/office/drawing/2014/main" id="{7F39E21D-0226-4CD5-A2C5-93534D552E7F}"/>
              </a:ext>
            </a:extLst>
          </p:cNvPr>
          <p:cNvSpPr>
            <a:spLocks noGrp="1"/>
          </p:cNvSpPr>
          <p:nvPr/>
        </p:nvSpPr>
        <p:spPr>
          <a:xfrm>
            <a:off x="1944744" y="1089492"/>
            <a:ext cx="24757" cy="24757"/>
          </a:xfrm>
          <a:prstGeom prst="ellipse">
            <a:avLst/>
          </a:prstGeom>
          <a:solidFill>
            <a:srgbClr val="007C83">
              <a:alpha val="40000"/>
            </a:srgbClr>
          </a:solidFill>
          <a:ln w="0">
            <a:noFill/>
            <a:prstDash val="solid"/>
          </a:ln>
        </p:spPr>
      </p:sp>
      <p:sp>
        <p:nvSpPr>
          <p:cNvPr id="458" name="LigandSeek2_vs_LigandSeek1_ellipse_5972">
            <a:extLst>
              <a:ext uri="{FF2B5EF4-FFF2-40B4-BE49-F238E27FC236}">
                <a16:creationId xmlns:a16="http://schemas.microsoft.com/office/drawing/2014/main" id="{A409C89E-E944-4747-B182-2D14920CD209}"/>
              </a:ext>
            </a:extLst>
          </p:cNvPr>
          <p:cNvSpPr>
            <a:spLocks noGrp="1"/>
          </p:cNvSpPr>
          <p:nvPr/>
        </p:nvSpPr>
        <p:spPr>
          <a:xfrm>
            <a:off x="1965331" y="1556434"/>
            <a:ext cx="24757" cy="24757"/>
          </a:xfrm>
          <a:prstGeom prst="ellipse">
            <a:avLst/>
          </a:prstGeom>
          <a:solidFill>
            <a:srgbClr val="007C83">
              <a:alpha val="40000"/>
            </a:srgbClr>
          </a:solidFill>
          <a:ln w="0">
            <a:noFill/>
            <a:prstDash val="solid"/>
          </a:ln>
        </p:spPr>
      </p:sp>
      <p:sp>
        <p:nvSpPr>
          <p:cNvPr id="459" name="LigandSeek2_vs_LigandSeek1_ellipse_5973">
            <a:extLst>
              <a:ext uri="{FF2B5EF4-FFF2-40B4-BE49-F238E27FC236}">
                <a16:creationId xmlns:a16="http://schemas.microsoft.com/office/drawing/2014/main" id="{1348C690-DFEF-4E50-BAEB-C72392DA1807}"/>
              </a:ext>
            </a:extLst>
          </p:cNvPr>
          <p:cNvSpPr>
            <a:spLocks noGrp="1"/>
          </p:cNvSpPr>
          <p:nvPr/>
        </p:nvSpPr>
        <p:spPr>
          <a:xfrm>
            <a:off x="1896889" y="1367688"/>
            <a:ext cx="24757" cy="24757"/>
          </a:xfrm>
          <a:prstGeom prst="ellipse">
            <a:avLst/>
          </a:prstGeom>
          <a:solidFill>
            <a:srgbClr val="007C83">
              <a:alpha val="40000"/>
            </a:srgbClr>
          </a:solidFill>
          <a:ln w="0">
            <a:noFill/>
            <a:prstDash val="solid"/>
          </a:ln>
        </p:spPr>
      </p:sp>
      <p:sp>
        <p:nvSpPr>
          <p:cNvPr id="460" name="LigandSeek2_vs_LigandSeek1_ellipse_5974">
            <a:extLst>
              <a:ext uri="{FF2B5EF4-FFF2-40B4-BE49-F238E27FC236}">
                <a16:creationId xmlns:a16="http://schemas.microsoft.com/office/drawing/2014/main" id="{FE7DA534-A11F-4E9B-849E-8F7635499E0C}"/>
              </a:ext>
            </a:extLst>
          </p:cNvPr>
          <p:cNvSpPr>
            <a:spLocks noGrp="1"/>
          </p:cNvSpPr>
          <p:nvPr/>
        </p:nvSpPr>
        <p:spPr>
          <a:xfrm>
            <a:off x="1898511" y="962612"/>
            <a:ext cx="24757" cy="24757"/>
          </a:xfrm>
          <a:prstGeom prst="ellipse">
            <a:avLst/>
          </a:prstGeom>
          <a:solidFill>
            <a:srgbClr val="007C83">
              <a:alpha val="40000"/>
            </a:srgbClr>
          </a:solidFill>
          <a:ln w="0">
            <a:noFill/>
            <a:prstDash val="solid"/>
          </a:ln>
        </p:spPr>
      </p:sp>
      <p:sp>
        <p:nvSpPr>
          <p:cNvPr id="461" name="LigandSeek2_vs_LigandSeek1_ellipse_5975">
            <a:extLst>
              <a:ext uri="{FF2B5EF4-FFF2-40B4-BE49-F238E27FC236}">
                <a16:creationId xmlns:a16="http://schemas.microsoft.com/office/drawing/2014/main" id="{852AAF06-5A77-4FD8-BBB2-F66A6887A61D}"/>
              </a:ext>
            </a:extLst>
          </p:cNvPr>
          <p:cNvSpPr>
            <a:spLocks noGrp="1"/>
          </p:cNvSpPr>
          <p:nvPr/>
        </p:nvSpPr>
        <p:spPr>
          <a:xfrm>
            <a:off x="1938439" y="1890368"/>
            <a:ext cx="24757" cy="24757"/>
          </a:xfrm>
          <a:prstGeom prst="ellipse">
            <a:avLst/>
          </a:prstGeom>
          <a:solidFill>
            <a:srgbClr val="007C83">
              <a:alpha val="40000"/>
            </a:srgbClr>
          </a:solidFill>
          <a:ln w="0">
            <a:noFill/>
            <a:prstDash val="solid"/>
          </a:ln>
        </p:spPr>
      </p:sp>
      <p:sp>
        <p:nvSpPr>
          <p:cNvPr id="462" name="LigandSeek2_vs_LigandSeek1_ellipse_5976">
            <a:extLst>
              <a:ext uri="{FF2B5EF4-FFF2-40B4-BE49-F238E27FC236}">
                <a16:creationId xmlns:a16="http://schemas.microsoft.com/office/drawing/2014/main" id="{5F42AC86-EA06-4AFC-B1D9-EAD565B96C6D}"/>
              </a:ext>
            </a:extLst>
          </p:cNvPr>
          <p:cNvSpPr>
            <a:spLocks noGrp="1"/>
          </p:cNvSpPr>
          <p:nvPr/>
        </p:nvSpPr>
        <p:spPr>
          <a:xfrm>
            <a:off x="1944905" y="1367688"/>
            <a:ext cx="24757" cy="24757"/>
          </a:xfrm>
          <a:prstGeom prst="ellipse">
            <a:avLst/>
          </a:prstGeom>
          <a:solidFill>
            <a:srgbClr val="007C83">
              <a:alpha val="40000"/>
            </a:srgbClr>
          </a:solidFill>
          <a:ln w="0">
            <a:noFill/>
            <a:prstDash val="solid"/>
          </a:ln>
        </p:spPr>
      </p:sp>
      <p:sp>
        <p:nvSpPr>
          <p:cNvPr id="463" name="LigandSeek2_vs_LigandSeek1_ellipse_5977">
            <a:extLst>
              <a:ext uri="{FF2B5EF4-FFF2-40B4-BE49-F238E27FC236}">
                <a16:creationId xmlns:a16="http://schemas.microsoft.com/office/drawing/2014/main" id="{A03BDA7F-0CE3-4AD5-9BF8-9584F5B36FA9}"/>
              </a:ext>
            </a:extLst>
          </p:cNvPr>
          <p:cNvSpPr>
            <a:spLocks noGrp="1"/>
          </p:cNvSpPr>
          <p:nvPr/>
        </p:nvSpPr>
        <p:spPr>
          <a:xfrm>
            <a:off x="1945481" y="1875434"/>
            <a:ext cx="24757" cy="24757"/>
          </a:xfrm>
          <a:prstGeom prst="ellipse">
            <a:avLst/>
          </a:prstGeom>
          <a:solidFill>
            <a:srgbClr val="007C83">
              <a:alpha val="40000"/>
            </a:srgbClr>
          </a:solidFill>
          <a:ln w="0">
            <a:noFill/>
            <a:prstDash val="solid"/>
          </a:ln>
        </p:spPr>
      </p:sp>
      <p:sp>
        <p:nvSpPr>
          <p:cNvPr id="464" name="LigandSeek2_vs_LigandSeek1_ellipse_5978">
            <a:extLst>
              <a:ext uri="{FF2B5EF4-FFF2-40B4-BE49-F238E27FC236}">
                <a16:creationId xmlns:a16="http://schemas.microsoft.com/office/drawing/2014/main" id="{85B8DC15-2A2C-4C96-9F51-99C62473CFDC}"/>
              </a:ext>
            </a:extLst>
          </p:cNvPr>
          <p:cNvSpPr>
            <a:spLocks noGrp="1"/>
          </p:cNvSpPr>
          <p:nvPr/>
        </p:nvSpPr>
        <p:spPr>
          <a:xfrm>
            <a:off x="1900144" y="845009"/>
            <a:ext cx="24757" cy="24757"/>
          </a:xfrm>
          <a:prstGeom prst="ellipse">
            <a:avLst/>
          </a:prstGeom>
          <a:solidFill>
            <a:srgbClr val="007C83">
              <a:alpha val="40000"/>
            </a:srgbClr>
          </a:solidFill>
          <a:ln w="0">
            <a:noFill/>
            <a:prstDash val="solid"/>
          </a:ln>
        </p:spPr>
      </p:sp>
      <p:sp>
        <p:nvSpPr>
          <p:cNvPr id="465" name="LigandSeek2_vs_LigandSeek1_ellipse_5979">
            <a:extLst>
              <a:ext uri="{FF2B5EF4-FFF2-40B4-BE49-F238E27FC236}">
                <a16:creationId xmlns:a16="http://schemas.microsoft.com/office/drawing/2014/main" id="{0B43C764-28A1-410F-8983-AFDBB7C7FBB0}"/>
              </a:ext>
            </a:extLst>
          </p:cNvPr>
          <p:cNvSpPr>
            <a:spLocks noGrp="1"/>
          </p:cNvSpPr>
          <p:nvPr/>
        </p:nvSpPr>
        <p:spPr>
          <a:xfrm>
            <a:off x="1961985" y="1454802"/>
            <a:ext cx="24757" cy="24757"/>
          </a:xfrm>
          <a:prstGeom prst="ellipse">
            <a:avLst/>
          </a:prstGeom>
          <a:solidFill>
            <a:srgbClr val="007C83">
              <a:alpha val="40000"/>
            </a:srgbClr>
          </a:solidFill>
          <a:ln w="0">
            <a:noFill/>
            <a:prstDash val="solid"/>
          </a:ln>
        </p:spPr>
      </p:sp>
      <p:sp>
        <p:nvSpPr>
          <p:cNvPr id="466" name="LigandSeek2_vs_LigandSeek1_ellipse_5980">
            <a:extLst>
              <a:ext uri="{FF2B5EF4-FFF2-40B4-BE49-F238E27FC236}">
                <a16:creationId xmlns:a16="http://schemas.microsoft.com/office/drawing/2014/main" id="{15B1F99B-AAA2-4401-A35D-CD4D4DD1CDAB}"/>
              </a:ext>
            </a:extLst>
          </p:cNvPr>
          <p:cNvSpPr>
            <a:spLocks noGrp="1"/>
          </p:cNvSpPr>
          <p:nvPr/>
        </p:nvSpPr>
        <p:spPr>
          <a:xfrm>
            <a:off x="1905296" y="1541915"/>
            <a:ext cx="24757" cy="24757"/>
          </a:xfrm>
          <a:prstGeom prst="ellipse">
            <a:avLst/>
          </a:prstGeom>
          <a:solidFill>
            <a:srgbClr val="007C83">
              <a:alpha val="40000"/>
            </a:srgbClr>
          </a:solidFill>
          <a:ln w="0">
            <a:noFill/>
            <a:prstDash val="solid"/>
          </a:ln>
        </p:spPr>
      </p:sp>
      <p:sp>
        <p:nvSpPr>
          <p:cNvPr id="467" name="LigandSeek2_vs_LigandSeek1_ellipse_5981">
            <a:extLst>
              <a:ext uri="{FF2B5EF4-FFF2-40B4-BE49-F238E27FC236}">
                <a16:creationId xmlns:a16="http://schemas.microsoft.com/office/drawing/2014/main" id="{99BEAB5D-0889-486D-99A4-BDCFF968090B}"/>
              </a:ext>
            </a:extLst>
          </p:cNvPr>
          <p:cNvSpPr>
            <a:spLocks noGrp="1"/>
          </p:cNvSpPr>
          <p:nvPr/>
        </p:nvSpPr>
        <p:spPr>
          <a:xfrm>
            <a:off x="1925943" y="1193462"/>
            <a:ext cx="24757" cy="24757"/>
          </a:xfrm>
          <a:prstGeom prst="ellipse">
            <a:avLst/>
          </a:prstGeom>
          <a:solidFill>
            <a:srgbClr val="007C83">
              <a:alpha val="40000"/>
            </a:srgbClr>
          </a:solidFill>
          <a:ln w="0">
            <a:noFill/>
            <a:prstDash val="solid"/>
          </a:ln>
        </p:spPr>
      </p:sp>
      <p:sp>
        <p:nvSpPr>
          <p:cNvPr id="468" name="LigandSeek2_vs_LigandSeek1_ellipse_5982">
            <a:extLst>
              <a:ext uri="{FF2B5EF4-FFF2-40B4-BE49-F238E27FC236}">
                <a16:creationId xmlns:a16="http://schemas.microsoft.com/office/drawing/2014/main" id="{F1CA4634-F834-4621-B051-117147654D72}"/>
              </a:ext>
            </a:extLst>
          </p:cNvPr>
          <p:cNvSpPr>
            <a:spLocks noGrp="1"/>
          </p:cNvSpPr>
          <p:nvPr/>
        </p:nvSpPr>
        <p:spPr>
          <a:xfrm>
            <a:off x="1893838" y="1232448"/>
            <a:ext cx="24757" cy="24757"/>
          </a:xfrm>
          <a:prstGeom prst="ellipse">
            <a:avLst/>
          </a:prstGeom>
          <a:solidFill>
            <a:srgbClr val="007C83">
              <a:alpha val="40000"/>
            </a:srgbClr>
          </a:solidFill>
          <a:ln w="0">
            <a:noFill/>
            <a:prstDash val="solid"/>
          </a:ln>
        </p:spPr>
      </p:sp>
      <p:sp>
        <p:nvSpPr>
          <p:cNvPr id="469" name="LigandSeek2_vs_LigandSeek1_ellipse_5983">
            <a:extLst>
              <a:ext uri="{FF2B5EF4-FFF2-40B4-BE49-F238E27FC236}">
                <a16:creationId xmlns:a16="http://schemas.microsoft.com/office/drawing/2014/main" id="{3EB3CFA4-A933-42D9-8495-9A2712A8C2F3}"/>
              </a:ext>
            </a:extLst>
          </p:cNvPr>
          <p:cNvSpPr>
            <a:spLocks noGrp="1"/>
          </p:cNvSpPr>
          <p:nvPr/>
        </p:nvSpPr>
        <p:spPr>
          <a:xfrm>
            <a:off x="1961526" y="1367688"/>
            <a:ext cx="24757" cy="24757"/>
          </a:xfrm>
          <a:prstGeom prst="ellipse">
            <a:avLst/>
          </a:prstGeom>
          <a:solidFill>
            <a:srgbClr val="007C83">
              <a:alpha val="40000"/>
            </a:srgbClr>
          </a:solidFill>
          <a:ln w="0">
            <a:noFill/>
            <a:prstDash val="solid"/>
          </a:ln>
        </p:spPr>
      </p:sp>
      <p:sp>
        <p:nvSpPr>
          <p:cNvPr id="470" name="LigandSeek2_vs_LigandSeek1_ellipse_5984">
            <a:extLst>
              <a:ext uri="{FF2B5EF4-FFF2-40B4-BE49-F238E27FC236}">
                <a16:creationId xmlns:a16="http://schemas.microsoft.com/office/drawing/2014/main" id="{1A5B79FD-68E0-423D-96C1-902F977E71D4}"/>
              </a:ext>
            </a:extLst>
          </p:cNvPr>
          <p:cNvSpPr>
            <a:spLocks noGrp="1"/>
          </p:cNvSpPr>
          <p:nvPr/>
        </p:nvSpPr>
        <p:spPr>
          <a:xfrm>
            <a:off x="1928871" y="1171684"/>
            <a:ext cx="24757" cy="24757"/>
          </a:xfrm>
          <a:prstGeom prst="ellipse">
            <a:avLst/>
          </a:prstGeom>
          <a:solidFill>
            <a:srgbClr val="007C83">
              <a:alpha val="40000"/>
            </a:srgbClr>
          </a:solidFill>
          <a:ln w="0">
            <a:noFill/>
            <a:prstDash val="solid"/>
          </a:ln>
        </p:spPr>
      </p:sp>
      <p:sp>
        <p:nvSpPr>
          <p:cNvPr id="471" name="LigandSeek2_vs_LigandSeek1_ellipse_5985">
            <a:extLst>
              <a:ext uri="{FF2B5EF4-FFF2-40B4-BE49-F238E27FC236}">
                <a16:creationId xmlns:a16="http://schemas.microsoft.com/office/drawing/2014/main" id="{C0EAE70C-A707-4230-B572-60CD767612AE}"/>
              </a:ext>
            </a:extLst>
          </p:cNvPr>
          <p:cNvSpPr>
            <a:spLocks noGrp="1"/>
          </p:cNvSpPr>
          <p:nvPr/>
        </p:nvSpPr>
        <p:spPr>
          <a:xfrm>
            <a:off x="1902289" y="1765920"/>
            <a:ext cx="24757" cy="24757"/>
          </a:xfrm>
          <a:prstGeom prst="ellipse">
            <a:avLst/>
          </a:prstGeom>
          <a:solidFill>
            <a:srgbClr val="007C83">
              <a:alpha val="40000"/>
            </a:srgbClr>
          </a:solidFill>
          <a:ln w="0">
            <a:noFill/>
            <a:prstDash val="solid"/>
          </a:ln>
        </p:spPr>
      </p:sp>
      <p:sp>
        <p:nvSpPr>
          <p:cNvPr id="472" name="LigandSeek2_vs_LigandSeek1_ellipse_5986">
            <a:extLst>
              <a:ext uri="{FF2B5EF4-FFF2-40B4-BE49-F238E27FC236}">
                <a16:creationId xmlns:a16="http://schemas.microsoft.com/office/drawing/2014/main" id="{B12504BF-7C5F-43C4-9AAA-82985FBF66AD}"/>
              </a:ext>
            </a:extLst>
          </p:cNvPr>
          <p:cNvSpPr>
            <a:spLocks noGrp="1"/>
          </p:cNvSpPr>
          <p:nvPr/>
        </p:nvSpPr>
        <p:spPr>
          <a:xfrm>
            <a:off x="1924372" y="845009"/>
            <a:ext cx="24757" cy="24757"/>
          </a:xfrm>
          <a:prstGeom prst="ellipse">
            <a:avLst/>
          </a:prstGeom>
          <a:solidFill>
            <a:srgbClr val="007C83">
              <a:alpha val="40000"/>
            </a:srgbClr>
          </a:solidFill>
          <a:ln w="0">
            <a:noFill/>
            <a:prstDash val="solid"/>
          </a:ln>
        </p:spPr>
      </p:sp>
      <p:sp>
        <p:nvSpPr>
          <p:cNvPr id="473" name="LigandSeek2_vs_LigandSeek1_ellipse_5987">
            <a:extLst>
              <a:ext uri="{FF2B5EF4-FFF2-40B4-BE49-F238E27FC236}">
                <a16:creationId xmlns:a16="http://schemas.microsoft.com/office/drawing/2014/main" id="{3D17FFD7-7BA6-493E-9046-BB8D14971EFC}"/>
              </a:ext>
            </a:extLst>
          </p:cNvPr>
          <p:cNvSpPr>
            <a:spLocks noGrp="1"/>
          </p:cNvSpPr>
          <p:nvPr/>
        </p:nvSpPr>
        <p:spPr>
          <a:xfrm>
            <a:off x="1900474" y="845009"/>
            <a:ext cx="24757" cy="24757"/>
          </a:xfrm>
          <a:prstGeom prst="ellipse">
            <a:avLst/>
          </a:prstGeom>
          <a:solidFill>
            <a:srgbClr val="007C83">
              <a:alpha val="40000"/>
            </a:srgbClr>
          </a:solidFill>
          <a:ln w="0">
            <a:noFill/>
            <a:prstDash val="solid"/>
          </a:ln>
        </p:spPr>
      </p:sp>
      <p:sp>
        <p:nvSpPr>
          <p:cNvPr id="474" name="LigandSeek2_vs_LigandSeek1_ellipse_5988">
            <a:extLst>
              <a:ext uri="{FF2B5EF4-FFF2-40B4-BE49-F238E27FC236}">
                <a16:creationId xmlns:a16="http://schemas.microsoft.com/office/drawing/2014/main" id="{27A9BF9E-8C67-457B-AEA6-82D84C250EBE}"/>
              </a:ext>
            </a:extLst>
          </p:cNvPr>
          <p:cNvSpPr>
            <a:spLocks noGrp="1"/>
          </p:cNvSpPr>
          <p:nvPr/>
        </p:nvSpPr>
        <p:spPr>
          <a:xfrm>
            <a:off x="1967495" y="1766408"/>
            <a:ext cx="24757" cy="24757"/>
          </a:xfrm>
          <a:prstGeom prst="ellipse">
            <a:avLst/>
          </a:prstGeom>
          <a:solidFill>
            <a:srgbClr val="007C83">
              <a:alpha val="40000"/>
            </a:srgbClr>
          </a:solidFill>
          <a:ln w="0">
            <a:noFill/>
            <a:prstDash val="solid"/>
          </a:ln>
        </p:spPr>
      </p:sp>
      <p:sp>
        <p:nvSpPr>
          <p:cNvPr id="475" name="LigandSeek2_vs_LigandSeek1_ellipse_5989">
            <a:extLst>
              <a:ext uri="{FF2B5EF4-FFF2-40B4-BE49-F238E27FC236}">
                <a16:creationId xmlns:a16="http://schemas.microsoft.com/office/drawing/2014/main" id="{959BE58C-F54F-4183-AF70-91EF2AAF17D7}"/>
              </a:ext>
            </a:extLst>
          </p:cNvPr>
          <p:cNvSpPr>
            <a:spLocks noGrp="1"/>
          </p:cNvSpPr>
          <p:nvPr/>
        </p:nvSpPr>
        <p:spPr>
          <a:xfrm>
            <a:off x="1907879" y="1193462"/>
            <a:ext cx="24757" cy="24757"/>
          </a:xfrm>
          <a:prstGeom prst="ellipse">
            <a:avLst/>
          </a:prstGeom>
          <a:solidFill>
            <a:srgbClr val="007C83">
              <a:alpha val="40000"/>
            </a:srgbClr>
          </a:solidFill>
          <a:ln w="0">
            <a:noFill/>
            <a:prstDash val="solid"/>
          </a:ln>
        </p:spPr>
      </p:sp>
      <p:sp>
        <p:nvSpPr>
          <p:cNvPr id="476" name="LigandSeek2_vs_LigandSeek1_ellipse_5990">
            <a:extLst>
              <a:ext uri="{FF2B5EF4-FFF2-40B4-BE49-F238E27FC236}">
                <a16:creationId xmlns:a16="http://schemas.microsoft.com/office/drawing/2014/main" id="{31B2A6AF-E768-45E5-8FF1-5763AEE08B0B}"/>
              </a:ext>
            </a:extLst>
          </p:cNvPr>
          <p:cNvSpPr>
            <a:spLocks noGrp="1"/>
          </p:cNvSpPr>
          <p:nvPr/>
        </p:nvSpPr>
        <p:spPr>
          <a:xfrm>
            <a:off x="1901706" y="845009"/>
            <a:ext cx="24757" cy="24757"/>
          </a:xfrm>
          <a:prstGeom prst="ellipse">
            <a:avLst/>
          </a:prstGeom>
          <a:solidFill>
            <a:srgbClr val="007C83">
              <a:alpha val="40000"/>
            </a:srgbClr>
          </a:solidFill>
          <a:ln w="0">
            <a:noFill/>
            <a:prstDash val="solid"/>
          </a:ln>
        </p:spPr>
      </p:sp>
      <p:sp>
        <p:nvSpPr>
          <p:cNvPr id="477" name="LigandSeek2_vs_LigandSeek1_ellipse_5991">
            <a:extLst>
              <a:ext uri="{FF2B5EF4-FFF2-40B4-BE49-F238E27FC236}">
                <a16:creationId xmlns:a16="http://schemas.microsoft.com/office/drawing/2014/main" id="{2C6145BC-7AEA-4DF5-8171-458E4D9E70E6}"/>
              </a:ext>
            </a:extLst>
          </p:cNvPr>
          <p:cNvSpPr>
            <a:spLocks noGrp="1"/>
          </p:cNvSpPr>
          <p:nvPr/>
        </p:nvSpPr>
        <p:spPr>
          <a:xfrm>
            <a:off x="1934996" y="1890368"/>
            <a:ext cx="24757" cy="24757"/>
          </a:xfrm>
          <a:prstGeom prst="ellipse">
            <a:avLst/>
          </a:prstGeom>
          <a:solidFill>
            <a:srgbClr val="007C83">
              <a:alpha val="40000"/>
            </a:srgbClr>
          </a:solidFill>
          <a:ln w="0">
            <a:noFill/>
            <a:prstDash val="solid"/>
          </a:ln>
        </p:spPr>
      </p:sp>
      <p:sp>
        <p:nvSpPr>
          <p:cNvPr id="478" name="LigandSeek2_vs_LigandSeek1_ellipse_5992">
            <a:extLst>
              <a:ext uri="{FF2B5EF4-FFF2-40B4-BE49-F238E27FC236}">
                <a16:creationId xmlns:a16="http://schemas.microsoft.com/office/drawing/2014/main" id="{82C0D89B-F929-4791-BA98-37DA91E0A7E1}"/>
              </a:ext>
            </a:extLst>
          </p:cNvPr>
          <p:cNvSpPr>
            <a:spLocks noGrp="1"/>
          </p:cNvSpPr>
          <p:nvPr/>
        </p:nvSpPr>
        <p:spPr>
          <a:xfrm>
            <a:off x="1926563" y="845009"/>
            <a:ext cx="24757" cy="24757"/>
          </a:xfrm>
          <a:prstGeom prst="ellipse">
            <a:avLst/>
          </a:prstGeom>
          <a:solidFill>
            <a:srgbClr val="007C83">
              <a:alpha val="40000"/>
            </a:srgbClr>
          </a:solidFill>
          <a:ln w="0">
            <a:noFill/>
            <a:prstDash val="solid"/>
          </a:ln>
        </p:spPr>
      </p:sp>
      <p:sp>
        <p:nvSpPr>
          <p:cNvPr id="479" name="LigandSeek2_vs_LigandSeek1_ellipse_5993">
            <a:extLst>
              <a:ext uri="{FF2B5EF4-FFF2-40B4-BE49-F238E27FC236}">
                <a16:creationId xmlns:a16="http://schemas.microsoft.com/office/drawing/2014/main" id="{98442865-6890-4541-8CFA-E8B911BC6DBA}"/>
              </a:ext>
            </a:extLst>
          </p:cNvPr>
          <p:cNvSpPr>
            <a:spLocks noGrp="1"/>
          </p:cNvSpPr>
          <p:nvPr/>
        </p:nvSpPr>
        <p:spPr>
          <a:xfrm>
            <a:off x="1907385" y="1633695"/>
            <a:ext cx="24757" cy="24757"/>
          </a:xfrm>
          <a:prstGeom prst="ellipse">
            <a:avLst/>
          </a:prstGeom>
          <a:solidFill>
            <a:srgbClr val="007C83">
              <a:alpha val="40000"/>
            </a:srgbClr>
          </a:solidFill>
          <a:ln w="0">
            <a:noFill/>
            <a:prstDash val="solid"/>
          </a:ln>
        </p:spPr>
      </p:sp>
      <p:sp>
        <p:nvSpPr>
          <p:cNvPr id="480" name="LigandSeek2_vs_LigandSeek1_ellipse_5994">
            <a:extLst>
              <a:ext uri="{FF2B5EF4-FFF2-40B4-BE49-F238E27FC236}">
                <a16:creationId xmlns:a16="http://schemas.microsoft.com/office/drawing/2014/main" id="{15D4BB60-4809-427B-BACF-2A16E2506E42}"/>
              </a:ext>
            </a:extLst>
          </p:cNvPr>
          <p:cNvSpPr>
            <a:spLocks noGrp="1"/>
          </p:cNvSpPr>
          <p:nvPr/>
        </p:nvSpPr>
        <p:spPr>
          <a:xfrm>
            <a:off x="1966881" y="1541915"/>
            <a:ext cx="24757" cy="24757"/>
          </a:xfrm>
          <a:prstGeom prst="ellipse">
            <a:avLst/>
          </a:prstGeom>
          <a:solidFill>
            <a:srgbClr val="007C83">
              <a:alpha val="40000"/>
            </a:srgbClr>
          </a:solidFill>
          <a:ln w="0">
            <a:noFill/>
            <a:prstDash val="solid"/>
          </a:ln>
        </p:spPr>
      </p:sp>
      <p:sp>
        <p:nvSpPr>
          <p:cNvPr id="481" name="LigandSeek2_vs_LigandSeek1_ellipse_5995">
            <a:extLst>
              <a:ext uri="{FF2B5EF4-FFF2-40B4-BE49-F238E27FC236}">
                <a16:creationId xmlns:a16="http://schemas.microsoft.com/office/drawing/2014/main" id="{9CA4EB15-45EB-4140-B649-15DD4F17E381}"/>
              </a:ext>
            </a:extLst>
          </p:cNvPr>
          <p:cNvSpPr>
            <a:spLocks noGrp="1"/>
          </p:cNvSpPr>
          <p:nvPr/>
        </p:nvSpPr>
        <p:spPr>
          <a:xfrm>
            <a:off x="1892217" y="845009"/>
            <a:ext cx="24757" cy="24757"/>
          </a:xfrm>
          <a:prstGeom prst="ellipse">
            <a:avLst/>
          </a:prstGeom>
          <a:solidFill>
            <a:srgbClr val="007C83">
              <a:alpha val="40000"/>
            </a:srgbClr>
          </a:solidFill>
          <a:ln w="0">
            <a:noFill/>
            <a:prstDash val="solid"/>
          </a:ln>
        </p:spPr>
      </p:sp>
      <p:sp>
        <p:nvSpPr>
          <p:cNvPr id="482" name="LigandSeek2_vs_LigandSeek1_ellipse_5996">
            <a:extLst>
              <a:ext uri="{FF2B5EF4-FFF2-40B4-BE49-F238E27FC236}">
                <a16:creationId xmlns:a16="http://schemas.microsoft.com/office/drawing/2014/main" id="{4BABA6D0-E515-4774-A551-F5116DBBD5CA}"/>
              </a:ext>
            </a:extLst>
          </p:cNvPr>
          <p:cNvSpPr>
            <a:spLocks noGrp="1"/>
          </p:cNvSpPr>
          <p:nvPr/>
        </p:nvSpPr>
        <p:spPr>
          <a:xfrm>
            <a:off x="1889456" y="845009"/>
            <a:ext cx="24757" cy="24757"/>
          </a:xfrm>
          <a:prstGeom prst="ellipse">
            <a:avLst/>
          </a:prstGeom>
          <a:solidFill>
            <a:srgbClr val="007C83">
              <a:alpha val="40000"/>
            </a:srgbClr>
          </a:solidFill>
          <a:ln w="0">
            <a:noFill/>
            <a:prstDash val="solid"/>
          </a:ln>
        </p:spPr>
      </p:sp>
      <p:sp>
        <p:nvSpPr>
          <p:cNvPr id="483" name="LigandSeek2_vs_LigandSeek1_ellipse_5997">
            <a:extLst>
              <a:ext uri="{FF2B5EF4-FFF2-40B4-BE49-F238E27FC236}">
                <a16:creationId xmlns:a16="http://schemas.microsoft.com/office/drawing/2014/main" id="{C156B797-B2BF-4538-8282-972D58DC3AE1}"/>
              </a:ext>
            </a:extLst>
          </p:cNvPr>
          <p:cNvSpPr>
            <a:spLocks noGrp="1"/>
          </p:cNvSpPr>
          <p:nvPr/>
        </p:nvSpPr>
        <p:spPr>
          <a:xfrm>
            <a:off x="1886538" y="845009"/>
            <a:ext cx="24757" cy="24757"/>
          </a:xfrm>
          <a:prstGeom prst="ellipse">
            <a:avLst/>
          </a:prstGeom>
          <a:solidFill>
            <a:srgbClr val="007C83">
              <a:alpha val="40000"/>
            </a:srgbClr>
          </a:solidFill>
          <a:ln w="0">
            <a:noFill/>
            <a:prstDash val="solid"/>
          </a:ln>
        </p:spPr>
      </p:sp>
      <p:sp>
        <p:nvSpPr>
          <p:cNvPr id="484" name="LigandSeek2_vs_LigandSeek1_ellipse_5998">
            <a:extLst>
              <a:ext uri="{FF2B5EF4-FFF2-40B4-BE49-F238E27FC236}">
                <a16:creationId xmlns:a16="http://schemas.microsoft.com/office/drawing/2014/main" id="{CB6A7D45-0918-47D2-ABD7-6A341F15FC74}"/>
              </a:ext>
            </a:extLst>
          </p:cNvPr>
          <p:cNvSpPr>
            <a:spLocks noGrp="1"/>
          </p:cNvSpPr>
          <p:nvPr/>
        </p:nvSpPr>
        <p:spPr>
          <a:xfrm>
            <a:off x="1894497" y="1774217"/>
            <a:ext cx="24757" cy="24757"/>
          </a:xfrm>
          <a:prstGeom prst="ellipse">
            <a:avLst/>
          </a:prstGeom>
          <a:solidFill>
            <a:srgbClr val="007C83">
              <a:alpha val="40000"/>
            </a:srgbClr>
          </a:solidFill>
          <a:ln w="0">
            <a:noFill/>
            <a:prstDash val="solid"/>
          </a:ln>
        </p:spPr>
      </p:sp>
      <p:sp>
        <p:nvSpPr>
          <p:cNvPr id="485" name="LigandSeek2_vs_LigandSeek1_ellipse_5999">
            <a:extLst>
              <a:ext uri="{FF2B5EF4-FFF2-40B4-BE49-F238E27FC236}">
                <a16:creationId xmlns:a16="http://schemas.microsoft.com/office/drawing/2014/main" id="{FC8E01C1-AA1C-4193-BAFD-B2B410C4E16B}"/>
              </a:ext>
            </a:extLst>
          </p:cNvPr>
          <p:cNvSpPr>
            <a:spLocks noGrp="1"/>
          </p:cNvSpPr>
          <p:nvPr/>
        </p:nvSpPr>
        <p:spPr>
          <a:xfrm>
            <a:off x="1896946" y="1541915"/>
            <a:ext cx="24757" cy="24757"/>
          </a:xfrm>
          <a:prstGeom prst="ellipse">
            <a:avLst/>
          </a:prstGeom>
          <a:solidFill>
            <a:srgbClr val="007C83">
              <a:alpha val="40000"/>
            </a:srgbClr>
          </a:solidFill>
          <a:ln w="0">
            <a:noFill/>
            <a:prstDash val="solid"/>
          </a:ln>
        </p:spPr>
      </p:sp>
      <p:sp>
        <p:nvSpPr>
          <p:cNvPr id="486" name="LigandSeek2_vs_LigandSeek1_ellipse_6000">
            <a:extLst>
              <a:ext uri="{FF2B5EF4-FFF2-40B4-BE49-F238E27FC236}">
                <a16:creationId xmlns:a16="http://schemas.microsoft.com/office/drawing/2014/main" id="{1B8EFCD3-6E7C-4560-B314-883D968EE26E}"/>
              </a:ext>
            </a:extLst>
          </p:cNvPr>
          <p:cNvSpPr>
            <a:spLocks noGrp="1"/>
          </p:cNvSpPr>
          <p:nvPr/>
        </p:nvSpPr>
        <p:spPr>
          <a:xfrm>
            <a:off x="1965579" y="1367688"/>
            <a:ext cx="24757" cy="24757"/>
          </a:xfrm>
          <a:prstGeom prst="ellipse">
            <a:avLst/>
          </a:prstGeom>
          <a:solidFill>
            <a:srgbClr val="007C83">
              <a:alpha val="40000"/>
            </a:srgbClr>
          </a:solidFill>
          <a:ln w="0">
            <a:noFill/>
            <a:prstDash val="solid"/>
          </a:ln>
        </p:spPr>
      </p:sp>
      <p:sp>
        <p:nvSpPr>
          <p:cNvPr id="487" name="LigandSeek2_vs_LigandSeek1_ellipse_6001">
            <a:extLst>
              <a:ext uri="{FF2B5EF4-FFF2-40B4-BE49-F238E27FC236}">
                <a16:creationId xmlns:a16="http://schemas.microsoft.com/office/drawing/2014/main" id="{7FD17EA8-FAAB-4F7A-8F82-6070DF78A267}"/>
              </a:ext>
            </a:extLst>
          </p:cNvPr>
          <p:cNvSpPr>
            <a:spLocks noGrp="1"/>
          </p:cNvSpPr>
          <p:nvPr/>
        </p:nvSpPr>
        <p:spPr>
          <a:xfrm>
            <a:off x="1889891" y="1890368"/>
            <a:ext cx="24757" cy="24757"/>
          </a:xfrm>
          <a:prstGeom prst="ellipse">
            <a:avLst/>
          </a:prstGeom>
          <a:solidFill>
            <a:srgbClr val="007C83">
              <a:alpha val="40000"/>
            </a:srgbClr>
          </a:solidFill>
          <a:ln w="0">
            <a:noFill/>
            <a:prstDash val="solid"/>
          </a:ln>
        </p:spPr>
      </p:sp>
      <p:sp>
        <p:nvSpPr>
          <p:cNvPr id="488" name="LigandSeek2_vs_LigandSeek1_ellipse_6002">
            <a:extLst>
              <a:ext uri="{FF2B5EF4-FFF2-40B4-BE49-F238E27FC236}">
                <a16:creationId xmlns:a16="http://schemas.microsoft.com/office/drawing/2014/main" id="{81D57FFC-3282-41D1-A864-75052FE2D5A2}"/>
              </a:ext>
            </a:extLst>
          </p:cNvPr>
          <p:cNvSpPr>
            <a:spLocks noGrp="1"/>
          </p:cNvSpPr>
          <p:nvPr/>
        </p:nvSpPr>
        <p:spPr>
          <a:xfrm>
            <a:off x="1930931" y="1398199"/>
            <a:ext cx="24757" cy="24757"/>
          </a:xfrm>
          <a:prstGeom prst="ellipse">
            <a:avLst/>
          </a:prstGeom>
          <a:solidFill>
            <a:srgbClr val="007C83">
              <a:alpha val="40000"/>
            </a:srgbClr>
          </a:solidFill>
          <a:ln w="0">
            <a:noFill/>
            <a:prstDash val="solid"/>
          </a:ln>
        </p:spPr>
      </p:sp>
      <p:sp>
        <p:nvSpPr>
          <p:cNvPr id="489" name="LigandSeek2_vs_LigandSeek1_ellipse_6003">
            <a:extLst>
              <a:ext uri="{FF2B5EF4-FFF2-40B4-BE49-F238E27FC236}">
                <a16:creationId xmlns:a16="http://schemas.microsoft.com/office/drawing/2014/main" id="{DD36D028-5154-44DB-B2CD-38D2AB78F321}"/>
              </a:ext>
            </a:extLst>
          </p:cNvPr>
          <p:cNvSpPr>
            <a:spLocks noGrp="1"/>
          </p:cNvSpPr>
          <p:nvPr/>
        </p:nvSpPr>
        <p:spPr>
          <a:xfrm>
            <a:off x="1927637" y="1478032"/>
            <a:ext cx="24757" cy="24757"/>
          </a:xfrm>
          <a:prstGeom prst="ellipse">
            <a:avLst/>
          </a:prstGeom>
          <a:solidFill>
            <a:srgbClr val="007C83">
              <a:alpha val="40000"/>
            </a:srgbClr>
          </a:solidFill>
          <a:ln w="0">
            <a:noFill/>
            <a:prstDash val="solid"/>
          </a:ln>
        </p:spPr>
      </p:sp>
      <p:sp>
        <p:nvSpPr>
          <p:cNvPr id="490" name="LigandSeek2_vs_LigandSeek1_ellipse_6004">
            <a:extLst>
              <a:ext uri="{FF2B5EF4-FFF2-40B4-BE49-F238E27FC236}">
                <a16:creationId xmlns:a16="http://schemas.microsoft.com/office/drawing/2014/main" id="{089B2508-788B-4EEF-852A-972967163790}"/>
              </a:ext>
            </a:extLst>
          </p:cNvPr>
          <p:cNvSpPr>
            <a:spLocks noGrp="1"/>
          </p:cNvSpPr>
          <p:nvPr/>
        </p:nvSpPr>
        <p:spPr>
          <a:xfrm>
            <a:off x="1900159" y="845009"/>
            <a:ext cx="24757" cy="24757"/>
          </a:xfrm>
          <a:prstGeom prst="ellipse">
            <a:avLst/>
          </a:prstGeom>
          <a:solidFill>
            <a:srgbClr val="007C83">
              <a:alpha val="40000"/>
            </a:srgbClr>
          </a:solidFill>
          <a:ln w="0">
            <a:noFill/>
            <a:prstDash val="solid"/>
          </a:ln>
        </p:spPr>
      </p:sp>
      <p:sp>
        <p:nvSpPr>
          <p:cNvPr id="491" name="LigandSeek2_vs_LigandSeek1_ellipse_6005">
            <a:extLst>
              <a:ext uri="{FF2B5EF4-FFF2-40B4-BE49-F238E27FC236}">
                <a16:creationId xmlns:a16="http://schemas.microsoft.com/office/drawing/2014/main" id="{91FE6BD4-EE80-4894-A6B7-6D4C7C33E4E2}"/>
              </a:ext>
            </a:extLst>
          </p:cNvPr>
          <p:cNvSpPr>
            <a:spLocks noGrp="1"/>
          </p:cNvSpPr>
          <p:nvPr/>
        </p:nvSpPr>
        <p:spPr>
          <a:xfrm>
            <a:off x="1939243" y="1890368"/>
            <a:ext cx="24757" cy="24757"/>
          </a:xfrm>
          <a:prstGeom prst="ellipse">
            <a:avLst/>
          </a:prstGeom>
          <a:solidFill>
            <a:srgbClr val="007C83">
              <a:alpha val="40000"/>
            </a:srgbClr>
          </a:solidFill>
          <a:ln w="0">
            <a:noFill/>
            <a:prstDash val="solid"/>
          </a:ln>
        </p:spPr>
      </p:sp>
      <p:sp>
        <p:nvSpPr>
          <p:cNvPr id="492" name="LigandSeek2_vs_LigandSeek1_ellipse_6006">
            <a:extLst>
              <a:ext uri="{FF2B5EF4-FFF2-40B4-BE49-F238E27FC236}">
                <a16:creationId xmlns:a16="http://schemas.microsoft.com/office/drawing/2014/main" id="{E31D491B-724E-44D0-85AB-18C0CB226E99}"/>
              </a:ext>
            </a:extLst>
          </p:cNvPr>
          <p:cNvSpPr>
            <a:spLocks noGrp="1"/>
          </p:cNvSpPr>
          <p:nvPr/>
        </p:nvSpPr>
        <p:spPr>
          <a:xfrm>
            <a:off x="1895879" y="1019236"/>
            <a:ext cx="24757" cy="24757"/>
          </a:xfrm>
          <a:prstGeom prst="ellipse">
            <a:avLst/>
          </a:prstGeom>
          <a:solidFill>
            <a:srgbClr val="007C83">
              <a:alpha val="40000"/>
            </a:srgbClr>
          </a:solidFill>
          <a:ln w="0">
            <a:noFill/>
            <a:prstDash val="solid"/>
          </a:ln>
        </p:spPr>
      </p:sp>
      <p:sp>
        <p:nvSpPr>
          <p:cNvPr id="493" name="LigandSeek2_vs_LigandSeek1_ellipse_6007">
            <a:extLst>
              <a:ext uri="{FF2B5EF4-FFF2-40B4-BE49-F238E27FC236}">
                <a16:creationId xmlns:a16="http://schemas.microsoft.com/office/drawing/2014/main" id="{8DBFC1CB-573D-4806-9FFF-298BD9FCC118}"/>
              </a:ext>
            </a:extLst>
          </p:cNvPr>
          <p:cNvSpPr>
            <a:spLocks noGrp="1"/>
          </p:cNvSpPr>
          <p:nvPr/>
        </p:nvSpPr>
        <p:spPr>
          <a:xfrm>
            <a:off x="1890390" y="1890368"/>
            <a:ext cx="24757" cy="24757"/>
          </a:xfrm>
          <a:prstGeom prst="ellipse">
            <a:avLst/>
          </a:prstGeom>
          <a:solidFill>
            <a:srgbClr val="007C83">
              <a:alpha val="40000"/>
            </a:srgbClr>
          </a:solidFill>
          <a:ln w="0">
            <a:noFill/>
            <a:prstDash val="solid"/>
          </a:ln>
        </p:spPr>
      </p:sp>
      <p:sp>
        <p:nvSpPr>
          <p:cNvPr id="494" name="LigandSeek2_vs_LigandSeek1_ellipse_6008">
            <a:extLst>
              <a:ext uri="{FF2B5EF4-FFF2-40B4-BE49-F238E27FC236}">
                <a16:creationId xmlns:a16="http://schemas.microsoft.com/office/drawing/2014/main" id="{60DE383C-C477-4D0C-980D-1965F4445492}"/>
              </a:ext>
            </a:extLst>
          </p:cNvPr>
          <p:cNvSpPr>
            <a:spLocks noGrp="1"/>
          </p:cNvSpPr>
          <p:nvPr/>
        </p:nvSpPr>
        <p:spPr>
          <a:xfrm>
            <a:off x="1900396" y="1180395"/>
            <a:ext cx="24757" cy="24757"/>
          </a:xfrm>
          <a:prstGeom prst="ellipse">
            <a:avLst/>
          </a:prstGeom>
          <a:solidFill>
            <a:srgbClr val="007C83">
              <a:alpha val="40000"/>
            </a:srgbClr>
          </a:solidFill>
          <a:ln w="0">
            <a:noFill/>
            <a:prstDash val="solid"/>
          </a:ln>
        </p:spPr>
      </p:sp>
      <p:sp>
        <p:nvSpPr>
          <p:cNvPr id="495" name="LigandSeek2_vs_LigandSeek1_ellipse_6009">
            <a:extLst>
              <a:ext uri="{FF2B5EF4-FFF2-40B4-BE49-F238E27FC236}">
                <a16:creationId xmlns:a16="http://schemas.microsoft.com/office/drawing/2014/main" id="{118930C5-A687-4A29-93FD-783476522B3A}"/>
              </a:ext>
            </a:extLst>
          </p:cNvPr>
          <p:cNvSpPr>
            <a:spLocks noGrp="1"/>
          </p:cNvSpPr>
          <p:nvPr/>
        </p:nvSpPr>
        <p:spPr>
          <a:xfrm>
            <a:off x="1928279" y="1367688"/>
            <a:ext cx="24757" cy="24757"/>
          </a:xfrm>
          <a:prstGeom prst="ellipse">
            <a:avLst/>
          </a:prstGeom>
          <a:solidFill>
            <a:srgbClr val="007C83">
              <a:alpha val="40000"/>
            </a:srgbClr>
          </a:solidFill>
          <a:ln w="0">
            <a:noFill/>
            <a:prstDash val="solid"/>
          </a:ln>
        </p:spPr>
      </p:sp>
      <p:sp>
        <p:nvSpPr>
          <p:cNvPr id="496" name="LigandSeek2_vs_LigandSeek1_ellipse_6010">
            <a:extLst>
              <a:ext uri="{FF2B5EF4-FFF2-40B4-BE49-F238E27FC236}">
                <a16:creationId xmlns:a16="http://schemas.microsoft.com/office/drawing/2014/main" id="{1CF5AE48-978A-4C36-A839-A9914DE96BE9}"/>
              </a:ext>
            </a:extLst>
          </p:cNvPr>
          <p:cNvSpPr>
            <a:spLocks noGrp="1"/>
          </p:cNvSpPr>
          <p:nvPr/>
        </p:nvSpPr>
        <p:spPr>
          <a:xfrm>
            <a:off x="1884625" y="1338683"/>
            <a:ext cx="24757" cy="24757"/>
          </a:xfrm>
          <a:prstGeom prst="ellipse">
            <a:avLst/>
          </a:prstGeom>
          <a:solidFill>
            <a:srgbClr val="007C83">
              <a:alpha val="40000"/>
            </a:srgbClr>
          </a:solidFill>
          <a:ln w="0">
            <a:noFill/>
            <a:prstDash val="solid"/>
          </a:ln>
        </p:spPr>
      </p:sp>
      <p:sp>
        <p:nvSpPr>
          <p:cNvPr id="497" name="LigandSeek2_vs_LigandSeek1_ellipse_6011">
            <a:extLst>
              <a:ext uri="{FF2B5EF4-FFF2-40B4-BE49-F238E27FC236}">
                <a16:creationId xmlns:a16="http://schemas.microsoft.com/office/drawing/2014/main" id="{234A5F79-D959-4261-9DE5-D92846DDC07F}"/>
              </a:ext>
            </a:extLst>
          </p:cNvPr>
          <p:cNvSpPr>
            <a:spLocks noGrp="1"/>
          </p:cNvSpPr>
          <p:nvPr/>
        </p:nvSpPr>
        <p:spPr>
          <a:xfrm>
            <a:off x="1955530" y="1158617"/>
            <a:ext cx="24757" cy="24757"/>
          </a:xfrm>
          <a:prstGeom prst="ellipse">
            <a:avLst/>
          </a:prstGeom>
          <a:solidFill>
            <a:srgbClr val="007C83">
              <a:alpha val="40000"/>
            </a:srgbClr>
          </a:solidFill>
          <a:ln w="0">
            <a:noFill/>
            <a:prstDash val="solid"/>
          </a:ln>
        </p:spPr>
      </p:sp>
      <p:sp>
        <p:nvSpPr>
          <p:cNvPr id="498" name="LigandSeek2_vs_LigandSeek1_ellipse_6012">
            <a:extLst>
              <a:ext uri="{FF2B5EF4-FFF2-40B4-BE49-F238E27FC236}">
                <a16:creationId xmlns:a16="http://schemas.microsoft.com/office/drawing/2014/main" id="{DD2B8BAE-4F43-4DC9-B552-E392694BD457}"/>
              </a:ext>
            </a:extLst>
          </p:cNvPr>
          <p:cNvSpPr>
            <a:spLocks noGrp="1"/>
          </p:cNvSpPr>
          <p:nvPr/>
        </p:nvSpPr>
        <p:spPr>
          <a:xfrm>
            <a:off x="1931068" y="1890368"/>
            <a:ext cx="24757" cy="24757"/>
          </a:xfrm>
          <a:prstGeom prst="ellipse">
            <a:avLst/>
          </a:prstGeom>
          <a:solidFill>
            <a:srgbClr val="007C83">
              <a:alpha val="40000"/>
            </a:srgbClr>
          </a:solidFill>
          <a:ln w="0">
            <a:noFill/>
            <a:prstDash val="solid"/>
          </a:ln>
        </p:spPr>
      </p:sp>
      <p:sp>
        <p:nvSpPr>
          <p:cNvPr id="499" name="LigandSeek2_vs_LigandSeek1_ellipse_6013">
            <a:extLst>
              <a:ext uri="{FF2B5EF4-FFF2-40B4-BE49-F238E27FC236}">
                <a16:creationId xmlns:a16="http://schemas.microsoft.com/office/drawing/2014/main" id="{DEEFF0E3-5374-46DF-BB29-1455F65102C3}"/>
              </a:ext>
            </a:extLst>
          </p:cNvPr>
          <p:cNvSpPr>
            <a:spLocks noGrp="1"/>
          </p:cNvSpPr>
          <p:nvPr/>
        </p:nvSpPr>
        <p:spPr>
          <a:xfrm>
            <a:off x="1921109" y="845009"/>
            <a:ext cx="24757" cy="24757"/>
          </a:xfrm>
          <a:prstGeom prst="ellipse">
            <a:avLst/>
          </a:prstGeom>
          <a:solidFill>
            <a:srgbClr val="007C83">
              <a:alpha val="40000"/>
            </a:srgbClr>
          </a:solidFill>
          <a:ln w="0">
            <a:noFill/>
            <a:prstDash val="solid"/>
          </a:ln>
        </p:spPr>
      </p:sp>
      <p:sp>
        <p:nvSpPr>
          <p:cNvPr id="500" name="LigandSeek2_vs_LigandSeek1_ellipse_6014">
            <a:extLst>
              <a:ext uri="{FF2B5EF4-FFF2-40B4-BE49-F238E27FC236}">
                <a16:creationId xmlns:a16="http://schemas.microsoft.com/office/drawing/2014/main" id="{5CF70B35-EB02-4373-9972-FAE0121F36FD}"/>
              </a:ext>
            </a:extLst>
          </p:cNvPr>
          <p:cNvSpPr>
            <a:spLocks noGrp="1"/>
          </p:cNvSpPr>
          <p:nvPr/>
        </p:nvSpPr>
        <p:spPr>
          <a:xfrm>
            <a:off x="1948061" y="845009"/>
            <a:ext cx="24757" cy="24757"/>
          </a:xfrm>
          <a:prstGeom prst="ellipse">
            <a:avLst/>
          </a:prstGeom>
          <a:solidFill>
            <a:srgbClr val="007C83">
              <a:alpha val="40000"/>
            </a:srgbClr>
          </a:solidFill>
          <a:ln w="0">
            <a:noFill/>
            <a:prstDash val="solid"/>
          </a:ln>
        </p:spPr>
      </p:sp>
      <p:sp>
        <p:nvSpPr>
          <p:cNvPr id="501" name="LigandSeek2_vs_LigandSeek1_ellipse_6015">
            <a:extLst>
              <a:ext uri="{FF2B5EF4-FFF2-40B4-BE49-F238E27FC236}">
                <a16:creationId xmlns:a16="http://schemas.microsoft.com/office/drawing/2014/main" id="{B7AB5604-BF97-4128-85FE-AE1E16372B5C}"/>
              </a:ext>
            </a:extLst>
          </p:cNvPr>
          <p:cNvSpPr>
            <a:spLocks noGrp="1"/>
          </p:cNvSpPr>
          <p:nvPr/>
        </p:nvSpPr>
        <p:spPr>
          <a:xfrm>
            <a:off x="1936799" y="1143447"/>
            <a:ext cx="24757" cy="24757"/>
          </a:xfrm>
          <a:prstGeom prst="ellipse">
            <a:avLst/>
          </a:prstGeom>
          <a:solidFill>
            <a:srgbClr val="007C83">
              <a:alpha val="40000"/>
            </a:srgbClr>
          </a:solidFill>
          <a:ln w="0">
            <a:noFill/>
            <a:prstDash val="solid"/>
          </a:ln>
        </p:spPr>
      </p:sp>
      <p:sp>
        <p:nvSpPr>
          <p:cNvPr id="502" name="LigandSeek2_vs_LigandSeek1_ellipse_6016">
            <a:extLst>
              <a:ext uri="{FF2B5EF4-FFF2-40B4-BE49-F238E27FC236}">
                <a16:creationId xmlns:a16="http://schemas.microsoft.com/office/drawing/2014/main" id="{B8572873-E14A-4A21-9DC3-C7EB52B9B57B}"/>
              </a:ext>
            </a:extLst>
          </p:cNvPr>
          <p:cNvSpPr>
            <a:spLocks noGrp="1"/>
          </p:cNvSpPr>
          <p:nvPr/>
        </p:nvSpPr>
        <p:spPr>
          <a:xfrm>
            <a:off x="1924617" y="1019236"/>
            <a:ext cx="24757" cy="24757"/>
          </a:xfrm>
          <a:prstGeom prst="ellipse">
            <a:avLst/>
          </a:prstGeom>
          <a:solidFill>
            <a:srgbClr val="007C83">
              <a:alpha val="40000"/>
            </a:srgbClr>
          </a:solidFill>
          <a:ln w="0">
            <a:noFill/>
            <a:prstDash val="solid"/>
          </a:ln>
        </p:spPr>
      </p:sp>
      <p:sp>
        <p:nvSpPr>
          <p:cNvPr id="503" name="LigandSeek2_vs_LigandSeek1_ellipse_6017">
            <a:extLst>
              <a:ext uri="{FF2B5EF4-FFF2-40B4-BE49-F238E27FC236}">
                <a16:creationId xmlns:a16="http://schemas.microsoft.com/office/drawing/2014/main" id="{F83FFBF9-3258-4BE6-84DB-6A9692591C31}"/>
              </a:ext>
            </a:extLst>
          </p:cNvPr>
          <p:cNvSpPr>
            <a:spLocks noGrp="1"/>
          </p:cNvSpPr>
          <p:nvPr/>
        </p:nvSpPr>
        <p:spPr>
          <a:xfrm>
            <a:off x="1908489" y="1193462"/>
            <a:ext cx="24757" cy="24757"/>
          </a:xfrm>
          <a:prstGeom prst="ellipse">
            <a:avLst/>
          </a:prstGeom>
          <a:solidFill>
            <a:srgbClr val="007C83">
              <a:alpha val="40000"/>
            </a:srgbClr>
          </a:solidFill>
          <a:ln w="0">
            <a:noFill/>
            <a:prstDash val="solid"/>
          </a:ln>
        </p:spPr>
      </p:sp>
      <p:sp>
        <p:nvSpPr>
          <p:cNvPr id="504" name="LigandSeek2_vs_LigandSeek1_ellipse_6018">
            <a:extLst>
              <a:ext uri="{FF2B5EF4-FFF2-40B4-BE49-F238E27FC236}">
                <a16:creationId xmlns:a16="http://schemas.microsoft.com/office/drawing/2014/main" id="{C507C7FC-70B5-44B8-8BE1-BDA26CAFC7B9}"/>
              </a:ext>
            </a:extLst>
          </p:cNvPr>
          <p:cNvSpPr>
            <a:spLocks noGrp="1"/>
          </p:cNvSpPr>
          <p:nvPr/>
        </p:nvSpPr>
        <p:spPr>
          <a:xfrm>
            <a:off x="1929077" y="1367688"/>
            <a:ext cx="24757" cy="24757"/>
          </a:xfrm>
          <a:prstGeom prst="ellipse">
            <a:avLst/>
          </a:prstGeom>
          <a:solidFill>
            <a:srgbClr val="007C83">
              <a:alpha val="40000"/>
            </a:srgbClr>
          </a:solidFill>
          <a:ln w="0">
            <a:noFill/>
            <a:prstDash val="solid"/>
          </a:ln>
        </p:spPr>
      </p:sp>
      <p:sp>
        <p:nvSpPr>
          <p:cNvPr id="505" name="LigandSeek2_vs_LigandSeek1_ellipse_6019">
            <a:extLst>
              <a:ext uri="{FF2B5EF4-FFF2-40B4-BE49-F238E27FC236}">
                <a16:creationId xmlns:a16="http://schemas.microsoft.com/office/drawing/2014/main" id="{CE4D43C4-657E-467B-A8F3-95BA74143A6D}"/>
              </a:ext>
            </a:extLst>
          </p:cNvPr>
          <p:cNvSpPr>
            <a:spLocks noGrp="1"/>
          </p:cNvSpPr>
          <p:nvPr/>
        </p:nvSpPr>
        <p:spPr>
          <a:xfrm>
            <a:off x="1886875" y="1305732"/>
            <a:ext cx="24757" cy="24757"/>
          </a:xfrm>
          <a:prstGeom prst="ellipse">
            <a:avLst/>
          </a:prstGeom>
          <a:solidFill>
            <a:srgbClr val="007C83">
              <a:alpha val="40000"/>
            </a:srgbClr>
          </a:solidFill>
          <a:ln w="0">
            <a:noFill/>
            <a:prstDash val="solid"/>
          </a:ln>
        </p:spPr>
      </p:sp>
      <p:sp>
        <p:nvSpPr>
          <p:cNvPr id="506" name="LigandSeek2_vs_LigandSeek1_ellipse_6020">
            <a:extLst>
              <a:ext uri="{FF2B5EF4-FFF2-40B4-BE49-F238E27FC236}">
                <a16:creationId xmlns:a16="http://schemas.microsoft.com/office/drawing/2014/main" id="{95421CA6-BCF2-42E7-A85F-AE25EA95BC93}"/>
              </a:ext>
            </a:extLst>
          </p:cNvPr>
          <p:cNvSpPr>
            <a:spLocks noGrp="1"/>
          </p:cNvSpPr>
          <p:nvPr/>
        </p:nvSpPr>
        <p:spPr>
          <a:xfrm>
            <a:off x="1908936" y="845009"/>
            <a:ext cx="24757" cy="24757"/>
          </a:xfrm>
          <a:prstGeom prst="ellipse">
            <a:avLst/>
          </a:prstGeom>
          <a:solidFill>
            <a:srgbClr val="007C83">
              <a:alpha val="40000"/>
            </a:srgbClr>
          </a:solidFill>
          <a:ln w="0">
            <a:noFill/>
            <a:prstDash val="solid"/>
          </a:ln>
        </p:spPr>
      </p:sp>
      <p:sp>
        <p:nvSpPr>
          <p:cNvPr id="507" name="LigandSeek2_vs_LigandSeek1_ellipse_6021">
            <a:extLst>
              <a:ext uri="{FF2B5EF4-FFF2-40B4-BE49-F238E27FC236}">
                <a16:creationId xmlns:a16="http://schemas.microsoft.com/office/drawing/2014/main" id="{DDA98887-B551-46B9-A356-6BC4B51B27F0}"/>
              </a:ext>
            </a:extLst>
          </p:cNvPr>
          <p:cNvSpPr>
            <a:spLocks noGrp="1"/>
          </p:cNvSpPr>
          <p:nvPr/>
        </p:nvSpPr>
        <p:spPr>
          <a:xfrm>
            <a:off x="1932063" y="1890368"/>
            <a:ext cx="24757" cy="24757"/>
          </a:xfrm>
          <a:prstGeom prst="ellipse">
            <a:avLst/>
          </a:prstGeom>
          <a:solidFill>
            <a:srgbClr val="007C83">
              <a:alpha val="40000"/>
            </a:srgbClr>
          </a:solidFill>
          <a:ln w="0">
            <a:noFill/>
            <a:prstDash val="solid"/>
          </a:ln>
        </p:spPr>
      </p:sp>
      <p:sp>
        <p:nvSpPr>
          <p:cNvPr id="508" name="LigandSeek2_vs_LigandSeek1_ellipse_6022">
            <a:extLst>
              <a:ext uri="{FF2B5EF4-FFF2-40B4-BE49-F238E27FC236}">
                <a16:creationId xmlns:a16="http://schemas.microsoft.com/office/drawing/2014/main" id="{06CC9F25-555C-486C-AA64-A70D8E7554AA}"/>
              </a:ext>
            </a:extLst>
          </p:cNvPr>
          <p:cNvSpPr>
            <a:spLocks noGrp="1"/>
          </p:cNvSpPr>
          <p:nvPr/>
        </p:nvSpPr>
        <p:spPr>
          <a:xfrm>
            <a:off x="1958521" y="1367688"/>
            <a:ext cx="24757" cy="24757"/>
          </a:xfrm>
          <a:prstGeom prst="ellipse">
            <a:avLst/>
          </a:prstGeom>
          <a:solidFill>
            <a:srgbClr val="007C83">
              <a:alpha val="40000"/>
            </a:srgbClr>
          </a:solidFill>
          <a:ln w="0">
            <a:noFill/>
            <a:prstDash val="solid"/>
          </a:ln>
        </p:spPr>
      </p:sp>
      <p:sp>
        <p:nvSpPr>
          <p:cNvPr id="509" name="LigandSeek2_vs_LigandSeek1_ellipse_6023">
            <a:extLst>
              <a:ext uri="{FF2B5EF4-FFF2-40B4-BE49-F238E27FC236}">
                <a16:creationId xmlns:a16="http://schemas.microsoft.com/office/drawing/2014/main" id="{0EFA0AF1-CF6A-4E5E-A4B3-D08D2C6A1380}"/>
              </a:ext>
            </a:extLst>
          </p:cNvPr>
          <p:cNvSpPr>
            <a:spLocks noGrp="1"/>
          </p:cNvSpPr>
          <p:nvPr/>
        </p:nvSpPr>
        <p:spPr>
          <a:xfrm>
            <a:off x="1953627" y="1890368"/>
            <a:ext cx="24757" cy="24757"/>
          </a:xfrm>
          <a:prstGeom prst="ellipse">
            <a:avLst/>
          </a:prstGeom>
          <a:solidFill>
            <a:srgbClr val="007C83">
              <a:alpha val="40000"/>
            </a:srgbClr>
          </a:solidFill>
          <a:ln w="0">
            <a:noFill/>
            <a:prstDash val="solid"/>
          </a:ln>
        </p:spPr>
      </p:sp>
      <p:sp>
        <p:nvSpPr>
          <p:cNvPr id="510" name="LigandSeek2_vs_LigandSeek1_ellipse_6024">
            <a:extLst>
              <a:ext uri="{FF2B5EF4-FFF2-40B4-BE49-F238E27FC236}">
                <a16:creationId xmlns:a16="http://schemas.microsoft.com/office/drawing/2014/main" id="{78CF00F9-237A-4FDB-B91D-05688F2D5178}"/>
              </a:ext>
            </a:extLst>
          </p:cNvPr>
          <p:cNvSpPr>
            <a:spLocks noGrp="1"/>
          </p:cNvSpPr>
          <p:nvPr/>
        </p:nvSpPr>
        <p:spPr>
          <a:xfrm>
            <a:off x="1944814" y="1455139"/>
            <a:ext cx="24757" cy="24757"/>
          </a:xfrm>
          <a:prstGeom prst="ellipse">
            <a:avLst/>
          </a:prstGeom>
          <a:solidFill>
            <a:srgbClr val="007C83">
              <a:alpha val="40000"/>
            </a:srgbClr>
          </a:solidFill>
          <a:ln w="0">
            <a:noFill/>
            <a:prstDash val="solid"/>
          </a:ln>
        </p:spPr>
      </p:sp>
      <p:sp>
        <p:nvSpPr>
          <p:cNvPr id="511" name="LigandSeek2_vs_LigandSeek1_ellipse_6025">
            <a:extLst>
              <a:ext uri="{FF2B5EF4-FFF2-40B4-BE49-F238E27FC236}">
                <a16:creationId xmlns:a16="http://schemas.microsoft.com/office/drawing/2014/main" id="{752A4D02-78BD-413A-A6A3-28CE424437FE}"/>
              </a:ext>
            </a:extLst>
          </p:cNvPr>
          <p:cNvSpPr>
            <a:spLocks noGrp="1"/>
          </p:cNvSpPr>
          <p:nvPr/>
        </p:nvSpPr>
        <p:spPr>
          <a:xfrm>
            <a:off x="1893256" y="1890368"/>
            <a:ext cx="24757" cy="24757"/>
          </a:xfrm>
          <a:prstGeom prst="ellipse">
            <a:avLst/>
          </a:prstGeom>
          <a:solidFill>
            <a:srgbClr val="007C83">
              <a:alpha val="40000"/>
            </a:srgbClr>
          </a:solidFill>
          <a:ln w="0">
            <a:noFill/>
            <a:prstDash val="solid"/>
          </a:ln>
        </p:spPr>
      </p:sp>
      <p:sp>
        <p:nvSpPr>
          <p:cNvPr id="512" name="LigandSeek2_vs_LigandSeek1_ellipse_6026">
            <a:extLst>
              <a:ext uri="{FF2B5EF4-FFF2-40B4-BE49-F238E27FC236}">
                <a16:creationId xmlns:a16="http://schemas.microsoft.com/office/drawing/2014/main" id="{BE467717-3C2D-453B-87E3-E1CD6A889D01}"/>
              </a:ext>
            </a:extLst>
          </p:cNvPr>
          <p:cNvSpPr>
            <a:spLocks noGrp="1"/>
          </p:cNvSpPr>
          <p:nvPr/>
        </p:nvSpPr>
        <p:spPr>
          <a:xfrm>
            <a:off x="1941753" y="1701311"/>
            <a:ext cx="24757" cy="24757"/>
          </a:xfrm>
          <a:prstGeom prst="ellipse">
            <a:avLst/>
          </a:prstGeom>
          <a:solidFill>
            <a:srgbClr val="007C83">
              <a:alpha val="40000"/>
            </a:srgbClr>
          </a:solidFill>
          <a:ln w="0">
            <a:noFill/>
            <a:prstDash val="solid"/>
          </a:ln>
        </p:spPr>
      </p:sp>
      <p:sp>
        <p:nvSpPr>
          <p:cNvPr id="513" name="LigandSeek2_vs_LigandSeek1_ellipse_6027">
            <a:extLst>
              <a:ext uri="{FF2B5EF4-FFF2-40B4-BE49-F238E27FC236}">
                <a16:creationId xmlns:a16="http://schemas.microsoft.com/office/drawing/2014/main" id="{4C6D5BD9-E87C-497D-B67B-6AE8DFFD72C7}"/>
              </a:ext>
            </a:extLst>
          </p:cNvPr>
          <p:cNvSpPr>
            <a:spLocks noGrp="1"/>
          </p:cNvSpPr>
          <p:nvPr/>
        </p:nvSpPr>
        <p:spPr>
          <a:xfrm>
            <a:off x="1943459" y="1890368"/>
            <a:ext cx="24757" cy="24757"/>
          </a:xfrm>
          <a:prstGeom prst="ellipse">
            <a:avLst/>
          </a:prstGeom>
          <a:solidFill>
            <a:srgbClr val="007C83">
              <a:alpha val="40000"/>
            </a:srgbClr>
          </a:solidFill>
          <a:ln w="0">
            <a:noFill/>
            <a:prstDash val="solid"/>
          </a:ln>
        </p:spPr>
      </p:sp>
      <p:sp>
        <p:nvSpPr>
          <p:cNvPr id="514" name="LigandSeek2_vs_LigandSeek1_ellipse_6028">
            <a:extLst>
              <a:ext uri="{FF2B5EF4-FFF2-40B4-BE49-F238E27FC236}">
                <a16:creationId xmlns:a16="http://schemas.microsoft.com/office/drawing/2014/main" id="{1880517E-8481-48A4-A089-519805D9BA6B}"/>
              </a:ext>
            </a:extLst>
          </p:cNvPr>
          <p:cNvSpPr>
            <a:spLocks noGrp="1"/>
          </p:cNvSpPr>
          <p:nvPr/>
        </p:nvSpPr>
        <p:spPr>
          <a:xfrm>
            <a:off x="1954072" y="845009"/>
            <a:ext cx="24757" cy="24757"/>
          </a:xfrm>
          <a:prstGeom prst="ellipse">
            <a:avLst/>
          </a:prstGeom>
          <a:solidFill>
            <a:srgbClr val="007C83">
              <a:alpha val="40000"/>
            </a:srgbClr>
          </a:solidFill>
          <a:ln w="0">
            <a:noFill/>
            <a:prstDash val="solid"/>
          </a:ln>
        </p:spPr>
      </p:sp>
      <p:sp>
        <p:nvSpPr>
          <p:cNvPr id="515" name="LigandSeek2_vs_LigandSeek1_ellipse_6029">
            <a:extLst>
              <a:ext uri="{FF2B5EF4-FFF2-40B4-BE49-F238E27FC236}">
                <a16:creationId xmlns:a16="http://schemas.microsoft.com/office/drawing/2014/main" id="{893FEEC4-B8AC-4F6F-8BBE-2545D82833D4}"/>
              </a:ext>
            </a:extLst>
          </p:cNvPr>
          <p:cNvSpPr>
            <a:spLocks noGrp="1"/>
          </p:cNvSpPr>
          <p:nvPr/>
        </p:nvSpPr>
        <p:spPr>
          <a:xfrm>
            <a:off x="1942935" y="845009"/>
            <a:ext cx="24757" cy="24757"/>
          </a:xfrm>
          <a:prstGeom prst="ellipse">
            <a:avLst/>
          </a:prstGeom>
          <a:solidFill>
            <a:srgbClr val="007C83">
              <a:alpha val="40000"/>
            </a:srgbClr>
          </a:solidFill>
          <a:ln w="0">
            <a:noFill/>
            <a:prstDash val="solid"/>
          </a:ln>
        </p:spPr>
      </p:sp>
      <p:sp>
        <p:nvSpPr>
          <p:cNvPr id="516" name="LigandSeek2_vs_LigandSeek1_ellipse_6030">
            <a:extLst>
              <a:ext uri="{FF2B5EF4-FFF2-40B4-BE49-F238E27FC236}">
                <a16:creationId xmlns:a16="http://schemas.microsoft.com/office/drawing/2014/main" id="{12DB1E30-003F-4432-A861-6FBE79EEA11B}"/>
              </a:ext>
            </a:extLst>
          </p:cNvPr>
          <p:cNvSpPr>
            <a:spLocks noGrp="1"/>
          </p:cNvSpPr>
          <p:nvPr/>
        </p:nvSpPr>
        <p:spPr>
          <a:xfrm>
            <a:off x="1942308" y="1890368"/>
            <a:ext cx="24757" cy="24757"/>
          </a:xfrm>
          <a:prstGeom prst="ellipse">
            <a:avLst/>
          </a:prstGeom>
          <a:solidFill>
            <a:srgbClr val="007C83">
              <a:alpha val="40000"/>
            </a:srgbClr>
          </a:solidFill>
          <a:ln w="0">
            <a:noFill/>
            <a:prstDash val="solid"/>
          </a:ln>
        </p:spPr>
      </p:sp>
      <p:sp>
        <p:nvSpPr>
          <p:cNvPr id="517" name="LigandSeek2_vs_LigandSeek1_ellipse_6031">
            <a:extLst>
              <a:ext uri="{FF2B5EF4-FFF2-40B4-BE49-F238E27FC236}">
                <a16:creationId xmlns:a16="http://schemas.microsoft.com/office/drawing/2014/main" id="{FFC994B6-59BE-4BF0-9B15-DD712CAF26D4}"/>
              </a:ext>
            </a:extLst>
          </p:cNvPr>
          <p:cNvSpPr>
            <a:spLocks noGrp="1"/>
          </p:cNvSpPr>
          <p:nvPr/>
        </p:nvSpPr>
        <p:spPr>
          <a:xfrm>
            <a:off x="1908732" y="845009"/>
            <a:ext cx="24757" cy="24757"/>
          </a:xfrm>
          <a:prstGeom prst="ellipse">
            <a:avLst/>
          </a:prstGeom>
          <a:solidFill>
            <a:srgbClr val="007C83">
              <a:alpha val="40000"/>
            </a:srgbClr>
          </a:solidFill>
          <a:ln w="0">
            <a:noFill/>
            <a:prstDash val="solid"/>
          </a:ln>
        </p:spPr>
      </p:sp>
      <p:sp>
        <p:nvSpPr>
          <p:cNvPr id="518" name="LigandSeek2_vs_LigandSeek1_ellipse_6032">
            <a:extLst>
              <a:ext uri="{FF2B5EF4-FFF2-40B4-BE49-F238E27FC236}">
                <a16:creationId xmlns:a16="http://schemas.microsoft.com/office/drawing/2014/main" id="{F492721B-302F-4C04-9CAB-99F74BB2ED4A}"/>
              </a:ext>
            </a:extLst>
          </p:cNvPr>
          <p:cNvSpPr>
            <a:spLocks noGrp="1"/>
          </p:cNvSpPr>
          <p:nvPr/>
        </p:nvSpPr>
        <p:spPr>
          <a:xfrm>
            <a:off x="1894368" y="1367688"/>
            <a:ext cx="24757" cy="24757"/>
          </a:xfrm>
          <a:prstGeom prst="ellipse">
            <a:avLst/>
          </a:prstGeom>
          <a:solidFill>
            <a:srgbClr val="007C83">
              <a:alpha val="40000"/>
            </a:srgbClr>
          </a:solidFill>
          <a:ln w="0">
            <a:noFill/>
            <a:prstDash val="solid"/>
          </a:ln>
        </p:spPr>
      </p:sp>
      <p:sp>
        <p:nvSpPr>
          <p:cNvPr id="519" name="LigandSeek2_vs_LigandSeek1_ellipse_6033">
            <a:extLst>
              <a:ext uri="{FF2B5EF4-FFF2-40B4-BE49-F238E27FC236}">
                <a16:creationId xmlns:a16="http://schemas.microsoft.com/office/drawing/2014/main" id="{A3DDDF22-2B81-4202-8926-15024124074E}"/>
              </a:ext>
            </a:extLst>
          </p:cNvPr>
          <p:cNvSpPr>
            <a:spLocks noGrp="1"/>
          </p:cNvSpPr>
          <p:nvPr/>
        </p:nvSpPr>
        <p:spPr>
          <a:xfrm>
            <a:off x="1900577" y="1890368"/>
            <a:ext cx="24757" cy="24757"/>
          </a:xfrm>
          <a:prstGeom prst="ellipse">
            <a:avLst/>
          </a:prstGeom>
          <a:solidFill>
            <a:srgbClr val="007C83">
              <a:alpha val="40000"/>
            </a:srgbClr>
          </a:solidFill>
          <a:ln w="0">
            <a:noFill/>
            <a:prstDash val="solid"/>
          </a:ln>
        </p:spPr>
      </p:sp>
      <p:sp>
        <p:nvSpPr>
          <p:cNvPr id="520" name="LigandSeek2_vs_LigandSeek1_ellipse_6034">
            <a:extLst>
              <a:ext uri="{FF2B5EF4-FFF2-40B4-BE49-F238E27FC236}">
                <a16:creationId xmlns:a16="http://schemas.microsoft.com/office/drawing/2014/main" id="{7D9B9350-9297-4F2B-B58F-AF4CCB46867F}"/>
              </a:ext>
            </a:extLst>
          </p:cNvPr>
          <p:cNvSpPr>
            <a:spLocks noGrp="1"/>
          </p:cNvSpPr>
          <p:nvPr/>
        </p:nvSpPr>
        <p:spPr>
          <a:xfrm>
            <a:off x="1947427" y="1367688"/>
            <a:ext cx="24757" cy="24757"/>
          </a:xfrm>
          <a:prstGeom prst="ellipse">
            <a:avLst/>
          </a:prstGeom>
          <a:solidFill>
            <a:srgbClr val="007C83">
              <a:alpha val="40000"/>
            </a:srgbClr>
          </a:solidFill>
          <a:ln w="0">
            <a:noFill/>
            <a:prstDash val="solid"/>
          </a:ln>
        </p:spPr>
      </p:sp>
      <p:sp>
        <p:nvSpPr>
          <p:cNvPr id="521" name="LigandSeek2_vs_LigandSeek1_ellipse_6035">
            <a:extLst>
              <a:ext uri="{FF2B5EF4-FFF2-40B4-BE49-F238E27FC236}">
                <a16:creationId xmlns:a16="http://schemas.microsoft.com/office/drawing/2014/main" id="{4FF79D7A-B4C9-4B30-A25F-F5293BCF666B}"/>
              </a:ext>
            </a:extLst>
          </p:cNvPr>
          <p:cNvSpPr>
            <a:spLocks noGrp="1"/>
          </p:cNvSpPr>
          <p:nvPr/>
        </p:nvSpPr>
        <p:spPr>
          <a:xfrm>
            <a:off x="1943505" y="845009"/>
            <a:ext cx="24757" cy="24757"/>
          </a:xfrm>
          <a:prstGeom prst="ellipse">
            <a:avLst/>
          </a:prstGeom>
          <a:solidFill>
            <a:srgbClr val="007C83">
              <a:alpha val="40000"/>
            </a:srgbClr>
          </a:solidFill>
          <a:ln w="0">
            <a:noFill/>
            <a:prstDash val="solid"/>
          </a:ln>
        </p:spPr>
      </p:sp>
      <p:sp>
        <p:nvSpPr>
          <p:cNvPr id="522" name="LigandSeek2_vs_LigandSeek1_ellipse_6036">
            <a:extLst>
              <a:ext uri="{FF2B5EF4-FFF2-40B4-BE49-F238E27FC236}">
                <a16:creationId xmlns:a16="http://schemas.microsoft.com/office/drawing/2014/main" id="{2DEFD332-7F23-43EE-9523-349EC86186F0}"/>
              </a:ext>
            </a:extLst>
          </p:cNvPr>
          <p:cNvSpPr>
            <a:spLocks noGrp="1"/>
          </p:cNvSpPr>
          <p:nvPr/>
        </p:nvSpPr>
        <p:spPr>
          <a:xfrm>
            <a:off x="1916764" y="1367688"/>
            <a:ext cx="24757" cy="24757"/>
          </a:xfrm>
          <a:prstGeom prst="ellipse">
            <a:avLst/>
          </a:prstGeom>
          <a:solidFill>
            <a:srgbClr val="007C83">
              <a:alpha val="40000"/>
            </a:srgbClr>
          </a:solidFill>
          <a:ln w="0">
            <a:noFill/>
            <a:prstDash val="solid"/>
          </a:ln>
        </p:spPr>
      </p:sp>
      <p:sp>
        <p:nvSpPr>
          <p:cNvPr id="523" name="LigandSeek2_vs_LigandSeek1_ellipse_6037">
            <a:extLst>
              <a:ext uri="{FF2B5EF4-FFF2-40B4-BE49-F238E27FC236}">
                <a16:creationId xmlns:a16="http://schemas.microsoft.com/office/drawing/2014/main" id="{AD26D2BB-E3C8-4AAD-8DF8-971E64DAA349}"/>
              </a:ext>
            </a:extLst>
          </p:cNvPr>
          <p:cNvSpPr>
            <a:spLocks noGrp="1"/>
          </p:cNvSpPr>
          <p:nvPr/>
        </p:nvSpPr>
        <p:spPr>
          <a:xfrm>
            <a:off x="1942959" y="1736590"/>
            <a:ext cx="24757" cy="24757"/>
          </a:xfrm>
          <a:prstGeom prst="ellipse">
            <a:avLst/>
          </a:prstGeom>
          <a:solidFill>
            <a:srgbClr val="007C83">
              <a:alpha val="40000"/>
            </a:srgbClr>
          </a:solidFill>
          <a:ln w="0">
            <a:noFill/>
            <a:prstDash val="solid"/>
          </a:ln>
        </p:spPr>
      </p:sp>
      <p:sp>
        <p:nvSpPr>
          <p:cNvPr id="524" name="LigandSeek2_vs_LigandSeek1_ellipse_6038">
            <a:extLst>
              <a:ext uri="{FF2B5EF4-FFF2-40B4-BE49-F238E27FC236}">
                <a16:creationId xmlns:a16="http://schemas.microsoft.com/office/drawing/2014/main" id="{84C19D09-BB66-45F7-9787-192F24ADEB62}"/>
              </a:ext>
            </a:extLst>
          </p:cNvPr>
          <p:cNvSpPr>
            <a:spLocks noGrp="1"/>
          </p:cNvSpPr>
          <p:nvPr/>
        </p:nvSpPr>
        <p:spPr>
          <a:xfrm>
            <a:off x="1916283" y="845009"/>
            <a:ext cx="24757" cy="24757"/>
          </a:xfrm>
          <a:prstGeom prst="ellipse">
            <a:avLst/>
          </a:prstGeom>
          <a:solidFill>
            <a:srgbClr val="007C83">
              <a:alpha val="40000"/>
            </a:srgbClr>
          </a:solidFill>
          <a:ln w="0">
            <a:noFill/>
            <a:prstDash val="solid"/>
          </a:ln>
        </p:spPr>
      </p:sp>
      <p:sp>
        <p:nvSpPr>
          <p:cNvPr id="525" name="LigandSeek2_vs_LigandSeek1_ellipse_6039">
            <a:extLst>
              <a:ext uri="{FF2B5EF4-FFF2-40B4-BE49-F238E27FC236}">
                <a16:creationId xmlns:a16="http://schemas.microsoft.com/office/drawing/2014/main" id="{E150AB24-0A22-418E-9F69-2AB571D5E773}"/>
              </a:ext>
            </a:extLst>
          </p:cNvPr>
          <p:cNvSpPr>
            <a:spLocks noGrp="1"/>
          </p:cNvSpPr>
          <p:nvPr/>
        </p:nvSpPr>
        <p:spPr>
          <a:xfrm>
            <a:off x="1900506" y="1019236"/>
            <a:ext cx="24757" cy="24757"/>
          </a:xfrm>
          <a:prstGeom prst="ellipse">
            <a:avLst/>
          </a:prstGeom>
          <a:solidFill>
            <a:srgbClr val="007C83">
              <a:alpha val="40000"/>
            </a:srgbClr>
          </a:solidFill>
          <a:ln w="0">
            <a:noFill/>
            <a:prstDash val="solid"/>
          </a:ln>
        </p:spPr>
      </p:sp>
      <p:sp>
        <p:nvSpPr>
          <p:cNvPr id="526" name="LigandSeek2_vs_LigandSeek1_ellipse_6040">
            <a:extLst>
              <a:ext uri="{FF2B5EF4-FFF2-40B4-BE49-F238E27FC236}">
                <a16:creationId xmlns:a16="http://schemas.microsoft.com/office/drawing/2014/main" id="{CCCD2230-5FC8-41C4-88A8-8775E1825B48}"/>
              </a:ext>
            </a:extLst>
          </p:cNvPr>
          <p:cNvSpPr>
            <a:spLocks noGrp="1"/>
          </p:cNvSpPr>
          <p:nvPr/>
        </p:nvSpPr>
        <p:spPr>
          <a:xfrm>
            <a:off x="1899901" y="1193462"/>
            <a:ext cx="24757" cy="24757"/>
          </a:xfrm>
          <a:prstGeom prst="ellipse">
            <a:avLst/>
          </a:prstGeom>
          <a:solidFill>
            <a:srgbClr val="007C83">
              <a:alpha val="40000"/>
            </a:srgbClr>
          </a:solidFill>
          <a:ln w="0">
            <a:noFill/>
            <a:prstDash val="solid"/>
          </a:ln>
        </p:spPr>
      </p:sp>
      <p:sp>
        <p:nvSpPr>
          <p:cNvPr id="527" name="LigandSeek2_vs_LigandSeek1_ellipse_6041">
            <a:extLst>
              <a:ext uri="{FF2B5EF4-FFF2-40B4-BE49-F238E27FC236}">
                <a16:creationId xmlns:a16="http://schemas.microsoft.com/office/drawing/2014/main" id="{60246E51-CDB8-4A17-AAD5-49CF4CD6F1A7}"/>
              </a:ext>
            </a:extLst>
          </p:cNvPr>
          <p:cNvSpPr>
            <a:spLocks noGrp="1"/>
          </p:cNvSpPr>
          <p:nvPr/>
        </p:nvSpPr>
        <p:spPr>
          <a:xfrm>
            <a:off x="1911719" y="1884923"/>
            <a:ext cx="24757" cy="24757"/>
          </a:xfrm>
          <a:prstGeom prst="ellipse">
            <a:avLst/>
          </a:prstGeom>
          <a:solidFill>
            <a:srgbClr val="007C83">
              <a:alpha val="40000"/>
            </a:srgbClr>
          </a:solidFill>
          <a:ln w="0">
            <a:noFill/>
            <a:prstDash val="solid"/>
          </a:ln>
        </p:spPr>
      </p:sp>
      <p:sp>
        <p:nvSpPr>
          <p:cNvPr id="528" name="LigandSeek2_vs_LigandSeek1_ellipse_6042">
            <a:extLst>
              <a:ext uri="{FF2B5EF4-FFF2-40B4-BE49-F238E27FC236}">
                <a16:creationId xmlns:a16="http://schemas.microsoft.com/office/drawing/2014/main" id="{7F039576-F882-437B-9E9F-FE5D01132A74}"/>
              </a:ext>
            </a:extLst>
          </p:cNvPr>
          <p:cNvSpPr>
            <a:spLocks noGrp="1"/>
          </p:cNvSpPr>
          <p:nvPr/>
        </p:nvSpPr>
        <p:spPr>
          <a:xfrm>
            <a:off x="1893686" y="1280575"/>
            <a:ext cx="24757" cy="24757"/>
          </a:xfrm>
          <a:prstGeom prst="ellipse">
            <a:avLst/>
          </a:prstGeom>
          <a:solidFill>
            <a:srgbClr val="007C83">
              <a:alpha val="40000"/>
            </a:srgbClr>
          </a:solidFill>
          <a:ln w="0">
            <a:noFill/>
            <a:prstDash val="solid"/>
          </a:ln>
        </p:spPr>
      </p:sp>
      <p:sp>
        <p:nvSpPr>
          <p:cNvPr id="529" name="LigandSeek2_vs_LigandSeek1_ellipse_6043">
            <a:extLst>
              <a:ext uri="{FF2B5EF4-FFF2-40B4-BE49-F238E27FC236}">
                <a16:creationId xmlns:a16="http://schemas.microsoft.com/office/drawing/2014/main" id="{AE93753A-5186-4D02-912D-47225E15F4DF}"/>
              </a:ext>
            </a:extLst>
          </p:cNvPr>
          <p:cNvSpPr>
            <a:spLocks noGrp="1"/>
          </p:cNvSpPr>
          <p:nvPr/>
        </p:nvSpPr>
        <p:spPr>
          <a:xfrm>
            <a:off x="1919136" y="1193462"/>
            <a:ext cx="24757" cy="24757"/>
          </a:xfrm>
          <a:prstGeom prst="ellipse">
            <a:avLst/>
          </a:prstGeom>
          <a:solidFill>
            <a:srgbClr val="007C83">
              <a:alpha val="40000"/>
            </a:srgbClr>
          </a:solidFill>
          <a:ln w="0">
            <a:noFill/>
            <a:prstDash val="solid"/>
          </a:ln>
        </p:spPr>
      </p:sp>
      <p:sp>
        <p:nvSpPr>
          <p:cNvPr id="530" name="LigandSeek2_vs_LigandSeek1_ellipse_6044">
            <a:extLst>
              <a:ext uri="{FF2B5EF4-FFF2-40B4-BE49-F238E27FC236}">
                <a16:creationId xmlns:a16="http://schemas.microsoft.com/office/drawing/2014/main" id="{D1F20B44-6905-4E15-94D9-F3BCA3928508}"/>
              </a:ext>
            </a:extLst>
          </p:cNvPr>
          <p:cNvSpPr>
            <a:spLocks noGrp="1"/>
          </p:cNvSpPr>
          <p:nvPr/>
        </p:nvSpPr>
        <p:spPr>
          <a:xfrm>
            <a:off x="1889601" y="845009"/>
            <a:ext cx="24757" cy="24757"/>
          </a:xfrm>
          <a:prstGeom prst="ellipse">
            <a:avLst/>
          </a:prstGeom>
          <a:solidFill>
            <a:srgbClr val="007C83">
              <a:alpha val="40000"/>
            </a:srgbClr>
          </a:solidFill>
          <a:ln w="0">
            <a:noFill/>
            <a:prstDash val="solid"/>
          </a:ln>
        </p:spPr>
      </p:sp>
      <p:sp>
        <p:nvSpPr>
          <p:cNvPr id="531" name="LigandSeek2_vs_LigandSeek1_ellipse_6045">
            <a:extLst>
              <a:ext uri="{FF2B5EF4-FFF2-40B4-BE49-F238E27FC236}">
                <a16:creationId xmlns:a16="http://schemas.microsoft.com/office/drawing/2014/main" id="{D3F8FF77-B06E-4BC3-9EBC-7D6EC38A3781}"/>
              </a:ext>
            </a:extLst>
          </p:cNvPr>
          <p:cNvSpPr>
            <a:spLocks noGrp="1"/>
          </p:cNvSpPr>
          <p:nvPr/>
        </p:nvSpPr>
        <p:spPr>
          <a:xfrm>
            <a:off x="1888626" y="1843995"/>
            <a:ext cx="24757" cy="24757"/>
          </a:xfrm>
          <a:prstGeom prst="ellipse">
            <a:avLst/>
          </a:prstGeom>
          <a:solidFill>
            <a:srgbClr val="007C83">
              <a:alpha val="40000"/>
            </a:srgbClr>
          </a:solidFill>
          <a:ln w="0">
            <a:noFill/>
            <a:prstDash val="solid"/>
          </a:ln>
        </p:spPr>
      </p:sp>
      <p:sp>
        <p:nvSpPr>
          <p:cNvPr id="532" name="LigandSeek2_vs_LigandSeek1_ellipse_6046">
            <a:extLst>
              <a:ext uri="{FF2B5EF4-FFF2-40B4-BE49-F238E27FC236}">
                <a16:creationId xmlns:a16="http://schemas.microsoft.com/office/drawing/2014/main" id="{AC279C42-FD72-4CB0-B87A-74D0B706E569}"/>
              </a:ext>
            </a:extLst>
          </p:cNvPr>
          <p:cNvSpPr>
            <a:spLocks noGrp="1"/>
          </p:cNvSpPr>
          <p:nvPr/>
        </p:nvSpPr>
        <p:spPr>
          <a:xfrm>
            <a:off x="1930741" y="1890368"/>
            <a:ext cx="24757" cy="24757"/>
          </a:xfrm>
          <a:prstGeom prst="ellipse">
            <a:avLst/>
          </a:prstGeom>
          <a:solidFill>
            <a:srgbClr val="007C83">
              <a:alpha val="40000"/>
            </a:srgbClr>
          </a:solidFill>
          <a:ln w="0">
            <a:noFill/>
            <a:prstDash val="solid"/>
          </a:ln>
        </p:spPr>
      </p:sp>
      <p:sp>
        <p:nvSpPr>
          <p:cNvPr id="533" name="LigandSeek2_vs_LigandSeek1_ellipse_6047">
            <a:extLst>
              <a:ext uri="{FF2B5EF4-FFF2-40B4-BE49-F238E27FC236}">
                <a16:creationId xmlns:a16="http://schemas.microsoft.com/office/drawing/2014/main" id="{13DA243A-F955-4994-910E-EE545C6E3744}"/>
              </a:ext>
            </a:extLst>
          </p:cNvPr>
          <p:cNvSpPr>
            <a:spLocks noGrp="1"/>
          </p:cNvSpPr>
          <p:nvPr/>
        </p:nvSpPr>
        <p:spPr>
          <a:xfrm>
            <a:off x="1902288" y="1711786"/>
            <a:ext cx="24757" cy="24757"/>
          </a:xfrm>
          <a:prstGeom prst="ellipse">
            <a:avLst/>
          </a:prstGeom>
          <a:solidFill>
            <a:srgbClr val="007C83">
              <a:alpha val="40000"/>
            </a:srgbClr>
          </a:solidFill>
          <a:ln w="0">
            <a:noFill/>
            <a:prstDash val="solid"/>
          </a:ln>
        </p:spPr>
      </p:sp>
      <p:sp>
        <p:nvSpPr>
          <p:cNvPr id="534" name="LigandSeek2_vs_LigandSeek1_ellipse_6048">
            <a:extLst>
              <a:ext uri="{FF2B5EF4-FFF2-40B4-BE49-F238E27FC236}">
                <a16:creationId xmlns:a16="http://schemas.microsoft.com/office/drawing/2014/main" id="{3E9A9C6D-9794-436E-B3D6-4DF26A709FE8}"/>
              </a:ext>
            </a:extLst>
          </p:cNvPr>
          <p:cNvSpPr>
            <a:spLocks noGrp="1"/>
          </p:cNvSpPr>
          <p:nvPr/>
        </p:nvSpPr>
        <p:spPr>
          <a:xfrm>
            <a:off x="1898972" y="1840243"/>
            <a:ext cx="24757" cy="24757"/>
          </a:xfrm>
          <a:prstGeom prst="ellipse">
            <a:avLst/>
          </a:prstGeom>
          <a:solidFill>
            <a:srgbClr val="007C83">
              <a:alpha val="40000"/>
            </a:srgbClr>
          </a:solidFill>
          <a:ln w="0">
            <a:noFill/>
            <a:prstDash val="solid"/>
          </a:ln>
        </p:spPr>
      </p:sp>
      <p:sp>
        <p:nvSpPr>
          <p:cNvPr id="535" name="LigandSeek2_vs_LigandSeek1_ellipse_6049">
            <a:extLst>
              <a:ext uri="{FF2B5EF4-FFF2-40B4-BE49-F238E27FC236}">
                <a16:creationId xmlns:a16="http://schemas.microsoft.com/office/drawing/2014/main" id="{D8C10B6E-CD73-4FD6-B5E6-45EBFC53E729}"/>
              </a:ext>
            </a:extLst>
          </p:cNvPr>
          <p:cNvSpPr>
            <a:spLocks noGrp="1"/>
          </p:cNvSpPr>
          <p:nvPr/>
        </p:nvSpPr>
        <p:spPr>
          <a:xfrm>
            <a:off x="1965811" y="1488883"/>
            <a:ext cx="24757" cy="24757"/>
          </a:xfrm>
          <a:prstGeom prst="ellipse">
            <a:avLst/>
          </a:prstGeom>
          <a:solidFill>
            <a:srgbClr val="007C83">
              <a:alpha val="40000"/>
            </a:srgbClr>
          </a:solidFill>
          <a:ln w="0">
            <a:noFill/>
            <a:prstDash val="solid"/>
          </a:ln>
        </p:spPr>
      </p:sp>
      <p:sp>
        <p:nvSpPr>
          <p:cNvPr id="536" name="LigandSeek2_vs_LigandSeek1_ellipse_6050">
            <a:extLst>
              <a:ext uri="{FF2B5EF4-FFF2-40B4-BE49-F238E27FC236}">
                <a16:creationId xmlns:a16="http://schemas.microsoft.com/office/drawing/2014/main" id="{52BE8B5F-3951-4EF3-93B2-5C1E1E7DFD99}"/>
              </a:ext>
            </a:extLst>
          </p:cNvPr>
          <p:cNvSpPr>
            <a:spLocks noGrp="1"/>
          </p:cNvSpPr>
          <p:nvPr/>
        </p:nvSpPr>
        <p:spPr>
          <a:xfrm>
            <a:off x="1955636" y="1890368"/>
            <a:ext cx="24757" cy="24757"/>
          </a:xfrm>
          <a:prstGeom prst="ellipse">
            <a:avLst/>
          </a:prstGeom>
          <a:solidFill>
            <a:srgbClr val="007C83">
              <a:alpha val="40000"/>
            </a:srgbClr>
          </a:solidFill>
          <a:ln w="0">
            <a:noFill/>
            <a:prstDash val="solid"/>
          </a:ln>
        </p:spPr>
      </p:sp>
      <p:sp>
        <p:nvSpPr>
          <p:cNvPr id="537" name="LigandSeek2_vs_LigandSeek1_ellipse_6051">
            <a:extLst>
              <a:ext uri="{FF2B5EF4-FFF2-40B4-BE49-F238E27FC236}">
                <a16:creationId xmlns:a16="http://schemas.microsoft.com/office/drawing/2014/main" id="{2D33B7C4-5CD5-4953-9F88-CC659B378549}"/>
              </a:ext>
            </a:extLst>
          </p:cNvPr>
          <p:cNvSpPr>
            <a:spLocks noGrp="1"/>
          </p:cNvSpPr>
          <p:nvPr/>
        </p:nvSpPr>
        <p:spPr>
          <a:xfrm>
            <a:off x="1899128" y="960043"/>
            <a:ext cx="24757" cy="24757"/>
          </a:xfrm>
          <a:prstGeom prst="ellipse">
            <a:avLst/>
          </a:prstGeom>
          <a:solidFill>
            <a:srgbClr val="007C83">
              <a:alpha val="40000"/>
            </a:srgbClr>
          </a:solidFill>
          <a:ln w="0">
            <a:noFill/>
            <a:prstDash val="solid"/>
          </a:ln>
        </p:spPr>
      </p:sp>
      <p:sp>
        <p:nvSpPr>
          <p:cNvPr id="538" name="LigandSeek2_vs_LigandSeek1_ellipse_6052">
            <a:extLst>
              <a:ext uri="{FF2B5EF4-FFF2-40B4-BE49-F238E27FC236}">
                <a16:creationId xmlns:a16="http://schemas.microsoft.com/office/drawing/2014/main" id="{F62EFE0E-CC1F-418B-8C14-AC57EE7076A6}"/>
              </a:ext>
            </a:extLst>
          </p:cNvPr>
          <p:cNvSpPr>
            <a:spLocks noGrp="1"/>
          </p:cNvSpPr>
          <p:nvPr/>
        </p:nvSpPr>
        <p:spPr>
          <a:xfrm>
            <a:off x="1962184" y="845009"/>
            <a:ext cx="24757" cy="24757"/>
          </a:xfrm>
          <a:prstGeom prst="ellipse">
            <a:avLst/>
          </a:prstGeom>
          <a:solidFill>
            <a:srgbClr val="007C83">
              <a:alpha val="40000"/>
            </a:srgbClr>
          </a:solidFill>
          <a:ln w="0">
            <a:noFill/>
            <a:prstDash val="solid"/>
          </a:ln>
        </p:spPr>
      </p:sp>
      <p:sp>
        <p:nvSpPr>
          <p:cNvPr id="539" name="LigandSeek2_vs_LigandSeek1_ellipse_6053">
            <a:extLst>
              <a:ext uri="{FF2B5EF4-FFF2-40B4-BE49-F238E27FC236}">
                <a16:creationId xmlns:a16="http://schemas.microsoft.com/office/drawing/2014/main" id="{CB078263-3A00-4F16-BA95-95B42D0067FE}"/>
              </a:ext>
            </a:extLst>
          </p:cNvPr>
          <p:cNvSpPr>
            <a:spLocks noGrp="1"/>
          </p:cNvSpPr>
          <p:nvPr/>
        </p:nvSpPr>
        <p:spPr>
          <a:xfrm>
            <a:off x="1954338" y="1193462"/>
            <a:ext cx="24757" cy="24757"/>
          </a:xfrm>
          <a:prstGeom prst="ellipse">
            <a:avLst/>
          </a:prstGeom>
          <a:solidFill>
            <a:srgbClr val="007C83">
              <a:alpha val="40000"/>
            </a:srgbClr>
          </a:solidFill>
          <a:ln w="0">
            <a:noFill/>
            <a:prstDash val="solid"/>
          </a:ln>
        </p:spPr>
      </p:sp>
      <p:sp>
        <p:nvSpPr>
          <p:cNvPr id="540" name="LigandSeek2_vs_LigandSeek1_ellipse_6054">
            <a:extLst>
              <a:ext uri="{FF2B5EF4-FFF2-40B4-BE49-F238E27FC236}">
                <a16:creationId xmlns:a16="http://schemas.microsoft.com/office/drawing/2014/main" id="{CD197B6F-05F7-400C-9E71-D6F964BB19CD}"/>
              </a:ext>
            </a:extLst>
          </p:cNvPr>
          <p:cNvSpPr>
            <a:spLocks noGrp="1"/>
          </p:cNvSpPr>
          <p:nvPr/>
        </p:nvSpPr>
        <p:spPr>
          <a:xfrm>
            <a:off x="1936141" y="845009"/>
            <a:ext cx="24757" cy="24757"/>
          </a:xfrm>
          <a:prstGeom prst="ellipse">
            <a:avLst/>
          </a:prstGeom>
          <a:solidFill>
            <a:srgbClr val="007C83">
              <a:alpha val="40000"/>
            </a:srgbClr>
          </a:solidFill>
          <a:ln w="0">
            <a:noFill/>
            <a:prstDash val="solid"/>
          </a:ln>
        </p:spPr>
      </p:sp>
      <p:sp>
        <p:nvSpPr>
          <p:cNvPr id="541" name="LigandSeek2_vs_LigandSeek1_ellipse_6055">
            <a:extLst>
              <a:ext uri="{FF2B5EF4-FFF2-40B4-BE49-F238E27FC236}">
                <a16:creationId xmlns:a16="http://schemas.microsoft.com/office/drawing/2014/main" id="{1E519F8C-9887-4962-BEBB-6DA9E1929C7E}"/>
              </a:ext>
            </a:extLst>
          </p:cNvPr>
          <p:cNvSpPr>
            <a:spLocks noGrp="1"/>
          </p:cNvSpPr>
          <p:nvPr/>
        </p:nvSpPr>
        <p:spPr>
          <a:xfrm>
            <a:off x="1902080" y="1629028"/>
            <a:ext cx="24757" cy="24757"/>
          </a:xfrm>
          <a:prstGeom prst="ellipse">
            <a:avLst/>
          </a:prstGeom>
          <a:solidFill>
            <a:srgbClr val="007C83">
              <a:alpha val="40000"/>
            </a:srgbClr>
          </a:solidFill>
          <a:ln w="0">
            <a:noFill/>
            <a:prstDash val="solid"/>
          </a:ln>
        </p:spPr>
      </p:sp>
      <p:sp>
        <p:nvSpPr>
          <p:cNvPr id="542" name="LigandSeek2_vs_LigandSeek1_ellipse_6056">
            <a:extLst>
              <a:ext uri="{FF2B5EF4-FFF2-40B4-BE49-F238E27FC236}">
                <a16:creationId xmlns:a16="http://schemas.microsoft.com/office/drawing/2014/main" id="{D7063CA2-E04D-4FA3-8EC9-7E5DA6600A1A}"/>
              </a:ext>
            </a:extLst>
          </p:cNvPr>
          <p:cNvSpPr>
            <a:spLocks noGrp="1"/>
          </p:cNvSpPr>
          <p:nvPr/>
        </p:nvSpPr>
        <p:spPr>
          <a:xfrm>
            <a:off x="1887458" y="1391022"/>
            <a:ext cx="24757" cy="24757"/>
          </a:xfrm>
          <a:prstGeom prst="ellipse">
            <a:avLst/>
          </a:prstGeom>
          <a:solidFill>
            <a:srgbClr val="007C83">
              <a:alpha val="40000"/>
            </a:srgbClr>
          </a:solidFill>
          <a:ln w="0">
            <a:noFill/>
            <a:prstDash val="solid"/>
          </a:ln>
        </p:spPr>
      </p:sp>
      <p:sp>
        <p:nvSpPr>
          <p:cNvPr id="543" name="LigandSeek2_vs_LigandSeek1_ellipse_6057">
            <a:extLst>
              <a:ext uri="{FF2B5EF4-FFF2-40B4-BE49-F238E27FC236}">
                <a16:creationId xmlns:a16="http://schemas.microsoft.com/office/drawing/2014/main" id="{0D6E15FA-CB77-46FF-BA71-0BCA215CAECC}"/>
              </a:ext>
            </a:extLst>
          </p:cNvPr>
          <p:cNvSpPr>
            <a:spLocks noGrp="1"/>
          </p:cNvSpPr>
          <p:nvPr/>
        </p:nvSpPr>
        <p:spPr>
          <a:xfrm>
            <a:off x="1958633" y="1890368"/>
            <a:ext cx="24757" cy="24757"/>
          </a:xfrm>
          <a:prstGeom prst="ellipse">
            <a:avLst/>
          </a:prstGeom>
          <a:solidFill>
            <a:srgbClr val="007C83">
              <a:alpha val="40000"/>
            </a:srgbClr>
          </a:solidFill>
          <a:ln w="0">
            <a:noFill/>
            <a:prstDash val="solid"/>
          </a:ln>
        </p:spPr>
      </p:sp>
      <p:sp>
        <p:nvSpPr>
          <p:cNvPr id="544" name="LigandSeek2_vs_LigandSeek1_ellipse_6058">
            <a:extLst>
              <a:ext uri="{FF2B5EF4-FFF2-40B4-BE49-F238E27FC236}">
                <a16:creationId xmlns:a16="http://schemas.microsoft.com/office/drawing/2014/main" id="{8ED9B851-FB8F-4CDE-9F2E-A706E0F3031B}"/>
              </a:ext>
            </a:extLst>
          </p:cNvPr>
          <p:cNvSpPr>
            <a:spLocks noGrp="1"/>
          </p:cNvSpPr>
          <p:nvPr/>
        </p:nvSpPr>
        <p:spPr>
          <a:xfrm>
            <a:off x="1957906" y="1238263"/>
            <a:ext cx="24757" cy="24757"/>
          </a:xfrm>
          <a:prstGeom prst="ellipse">
            <a:avLst/>
          </a:prstGeom>
          <a:solidFill>
            <a:srgbClr val="007C83">
              <a:alpha val="40000"/>
            </a:srgbClr>
          </a:solidFill>
          <a:ln w="0">
            <a:noFill/>
            <a:prstDash val="solid"/>
          </a:ln>
        </p:spPr>
      </p:sp>
      <p:sp>
        <p:nvSpPr>
          <p:cNvPr id="545" name="LigandSeek2_vs_LigandSeek1_ellipse_6059">
            <a:extLst>
              <a:ext uri="{FF2B5EF4-FFF2-40B4-BE49-F238E27FC236}">
                <a16:creationId xmlns:a16="http://schemas.microsoft.com/office/drawing/2014/main" id="{1D12E585-9733-4103-8DE6-75752A69E28A}"/>
              </a:ext>
            </a:extLst>
          </p:cNvPr>
          <p:cNvSpPr>
            <a:spLocks noGrp="1"/>
          </p:cNvSpPr>
          <p:nvPr/>
        </p:nvSpPr>
        <p:spPr>
          <a:xfrm>
            <a:off x="1918490" y="845009"/>
            <a:ext cx="24757" cy="24757"/>
          </a:xfrm>
          <a:prstGeom prst="ellipse">
            <a:avLst/>
          </a:prstGeom>
          <a:solidFill>
            <a:srgbClr val="007C83">
              <a:alpha val="40000"/>
            </a:srgbClr>
          </a:solidFill>
          <a:ln w="0">
            <a:noFill/>
            <a:prstDash val="solid"/>
          </a:ln>
        </p:spPr>
      </p:sp>
      <p:sp>
        <p:nvSpPr>
          <p:cNvPr id="546" name="LigandSeek2_vs_LigandSeek1_ellipse_6060">
            <a:extLst>
              <a:ext uri="{FF2B5EF4-FFF2-40B4-BE49-F238E27FC236}">
                <a16:creationId xmlns:a16="http://schemas.microsoft.com/office/drawing/2014/main" id="{2B693C93-904A-467A-A2E4-08259A162309}"/>
              </a:ext>
            </a:extLst>
          </p:cNvPr>
          <p:cNvSpPr>
            <a:spLocks noGrp="1"/>
          </p:cNvSpPr>
          <p:nvPr/>
        </p:nvSpPr>
        <p:spPr>
          <a:xfrm>
            <a:off x="1940355" y="1759698"/>
            <a:ext cx="24757" cy="24757"/>
          </a:xfrm>
          <a:prstGeom prst="ellipse">
            <a:avLst/>
          </a:prstGeom>
          <a:solidFill>
            <a:srgbClr val="007C83">
              <a:alpha val="40000"/>
            </a:srgbClr>
          </a:solidFill>
          <a:ln w="0">
            <a:noFill/>
            <a:prstDash val="solid"/>
          </a:ln>
        </p:spPr>
      </p:sp>
      <p:sp>
        <p:nvSpPr>
          <p:cNvPr id="547" name="LigandSeek2_vs_LigandSeek1_ellipse_6061">
            <a:extLst>
              <a:ext uri="{FF2B5EF4-FFF2-40B4-BE49-F238E27FC236}">
                <a16:creationId xmlns:a16="http://schemas.microsoft.com/office/drawing/2014/main" id="{951ABD2B-BC42-4A88-A7CE-FD65290870F6}"/>
              </a:ext>
            </a:extLst>
          </p:cNvPr>
          <p:cNvSpPr>
            <a:spLocks noGrp="1"/>
          </p:cNvSpPr>
          <p:nvPr/>
        </p:nvSpPr>
        <p:spPr>
          <a:xfrm>
            <a:off x="1934032" y="845009"/>
            <a:ext cx="24757" cy="24757"/>
          </a:xfrm>
          <a:prstGeom prst="ellipse">
            <a:avLst/>
          </a:prstGeom>
          <a:solidFill>
            <a:srgbClr val="007C83">
              <a:alpha val="40000"/>
            </a:srgbClr>
          </a:solidFill>
          <a:ln w="0">
            <a:noFill/>
            <a:prstDash val="solid"/>
          </a:ln>
        </p:spPr>
      </p:sp>
      <p:sp>
        <p:nvSpPr>
          <p:cNvPr id="548" name="LigandSeek2_vs_LigandSeek1_ellipse_6062">
            <a:extLst>
              <a:ext uri="{FF2B5EF4-FFF2-40B4-BE49-F238E27FC236}">
                <a16:creationId xmlns:a16="http://schemas.microsoft.com/office/drawing/2014/main" id="{1D7104D8-9C0E-4A98-8E33-ADD40A94F4CB}"/>
              </a:ext>
            </a:extLst>
          </p:cNvPr>
          <p:cNvSpPr>
            <a:spLocks noGrp="1"/>
          </p:cNvSpPr>
          <p:nvPr/>
        </p:nvSpPr>
        <p:spPr>
          <a:xfrm>
            <a:off x="1932050" y="1646451"/>
            <a:ext cx="24757" cy="24757"/>
          </a:xfrm>
          <a:prstGeom prst="ellipse">
            <a:avLst/>
          </a:prstGeom>
          <a:solidFill>
            <a:srgbClr val="007C83">
              <a:alpha val="40000"/>
            </a:srgbClr>
          </a:solidFill>
          <a:ln w="0">
            <a:noFill/>
            <a:prstDash val="solid"/>
          </a:ln>
        </p:spPr>
      </p:sp>
      <p:sp>
        <p:nvSpPr>
          <p:cNvPr id="549" name="LigandSeek2_vs_LigandSeek1_ellipse_6063">
            <a:extLst>
              <a:ext uri="{FF2B5EF4-FFF2-40B4-BE49-F238E27FC236}">
                <a16:creationId xmlns:a16="http://schemas.microsoft.com/office/drawing/2014/main" id="{8C93B1CD-2DB2-4ED4-AF33-2E6AD119F88D}"/>
              </a:ext>
            </a:extLst>
          </p:cNvPr>
          <p:cNvSpPr>
            <a:spLocks noGrp="1"/>
          </p:cNvSpPr>
          <p:nvPr/>
        </p:nvSpPr>
        <p:spPr>
          <a:xfrm>
            <a:off x="1942535" y="1280575"/>
            <a:ext cx="24757" cy="24757"/>
          </a:xfrm>
          <a:prstGeom prst="ellipse">
            <a:avLst/>
          </a:prstGeom>
          <a:solidFill>
            <a:srgbClr val="007C83">
              <a:alpha val="40000"/>
            </a:srgbClr>
          </a:solidFill>
          <a:ln w="0">
            <a:noFill/>
            <a:prstDash val="solid"/>
          </a:ln>
        </p:spPr>
      </p:sp>
      <p:sp>
        <p:nvSpPr>
          <p:cNvPr id="550" name="LigandSeek2_vs_LigandSeek1_ellipse_6064">
            <a:extLst>
              <a:ext uri="{FF2B5EF4-FFF2-40B4-BE49-F238E27FC236}">
                <a16:creationId xmlns:a16="http://schemas.microsoft.com/office/drawing/2014/main" id="{354EC33D-BEA5-427A-9EC5-9DF83965146C}"/>
              </a:ext>
            </a:extLst>
          </p:cNvPr>
          <p:cNvSpPr>
            <a:spLocks noGrp="1"/>
          </p:cNvSpPr>
          <p:nvPr/>
        </p:nvSpPr>
        <p:spPr>
          <a:xfrm>
            <a:off x="1908701" y="845009"/>
            <a:ext cx="24757" cy="24757"/>
          </a:xfrm>
          <a:prstGeom prst="ellipse">
            <a:avLst/>
          </a:prstGeom>
          <a:solidFill>
            <a:srgbClr val="007C83">
              <a:alpha val="40000"/>
            </a:srgbClr>
          </a:solidFill>
          <a:ln w="0">
            <a:noFill/>
            <a:prstDash val="solid"/>
          </a:ln>
        </p:spPr>
      </p:sp>
      <p:sp>
        <p:nvSpPr>
          <p:cNvPr id="551" name="LigandSeek2_vs_LigandSeek1_ellipse_6065">
            <a:extLst>
              <a:ext uri="{FF2B5EF4-FFF2-40B4-BE49-F238E27FC236}">
                <a16:creationId xmlns:a16="http://schemas.microsoft.com/office/drawing/2014/main" id="{188F3C96-38B4-403C-9DF9-1AF20769C978}"/>
              </a:ext>
            </a:extLst>
          </p:cNvPr>
          <p:cNvSpPr>
            <a:spLocks noGrp="1"/>
          </p:cNvSpPr>
          <p:nvPr/>
        </p:nvSpPr>
        <p:spPr>
          <a:xfrm>
            <a:off x="1900597" y="1193462"/>
            <a:ext cx="24757" cy="24757"/>
          </a:xfrm>
          <a:prstGeom prst="ellipse">
            <a:avLst/>
          </a:prstGeom>
          <a:solidFill>
            <a:srgbClr val="007C83">
              <a:alpha val="40000"/>
            </a:srgbClr>
          </a:solidFill>
          <a:ln w="0">
            <a:noFill/>
            <a:prstDash val="solid"/>
          </a:ln>
        </p:spPr>
      </p:sp>
      <p:sp>
        <p:nvSpPr>
          <p:cNvPr id="552" name="LigandSeek2_vs_LigandSeek1_ellipse_6066">
            <a:extLst>
              <a:ext uri="{FF2B5EF4-FFF2-40B4-BE49-F238E27FC236}">
                <a16:creationId xmlns:a16="http://schemas.microsoft.com/office/drawing/2014/main" id="{0AE9B270-EE9E-45C6-8C77-0DC4731BA6A1}"/>
              </a:ext>
            </a:extLst>
          </p:cNvPr>
          <p:cNvSpPr>
            <a:spLocks noGrp="1"/>
          </p:cNvSpPr>
          <p:nvPr/>
        </p:nvSpPr>
        <p:spPr>
          <a:xfrm>
            <a:off x="1943607" y="845009"/>
            <a:ext cx="24757" cy="24757"/>
          </a:xfrm>
          <a:prstGeom prst="ellipse">
            <a:avLst/>
          </a:prstGeom>
          <a:solidFill>
            <a:srgbClr val="007C83">
              <a:alpha val="40000"/>
            </a:srgbClr>
          </a:solidFill>
          <a:ln w="0">
            <a:noFill/>
            <a:prstDash val="solid"/>
          </a:ln>
        </p:spPr>
      </p:sp>
      <p:sp>
        <p:nvSpPr>
          <p:cNvPr id="553" name="LigandSeek2_vs_LigandSeek1_ellipse_6067">
            <a:extLst>
              <a:ext uri="{FF2B5EF4-FFF2-40B4-BE49-F238E27FC236}">
                <a16:creationId xmlns:a16="http://schemas.microsoft.com/office/drawing/2014/main" id="{0C81F942-6531-4BBB-8A56-B6A46EF09B9E}"/>
              </a:ext>
            </a:extLst>
          </p:cNvPr>
          <p:cNvSpPr>
            <a:spLocks noGrp="1"/>
          </p:cNvSpPr>
          <p:nvPr/>
        </p:nvSpPr>
        <p:spPr>
          <a:xfrm>
            <a:off x="1938710" y="845009"/>
            <a:ext cx="24757" cy="24757"/>
          </a:xfrm>
          <a:prstGeom prst="ellipse">
            <a:avLst/>
          </a:prstGeom>
          <a:solidFill>
            <a:srgbClr val="007C83">
              <a:alpha val="40000"/>
            </a:srgbClr>
          </a:solidFill>
          <a:ln w="0">
            <a:noFill/>
            <a:prstDash val="solid"/>
          </a:ln>
        </p:spPr>
      </p:sp>
      <p:sp>
        <p:nvSpPr>
          <p:cNvPr id="554" name="LigandSeek2_vs_LigandSeek1_ellipse_6068">
            <a:extLst>
              <a:ext uri="{FF2B5EF4-FFF2-40B4-BE49-F238E27FC236}">
                <a16:creationId xmlns:a16="http://schemas.microsoft.com/office/drawing/2014/main" id="{BEB17F8A-689E-40CA-9B9D-BCF556D9F4A9}"/>
              </a:ext>
            </a:extLst>
          </p:cNvPr>
          <p:cNvSpPr>
            <a:spLocks noGrp="1"/>
          </p:cNvSpPr>
          <p:nvPr/>
        </p:nvSpPr>
        <p:spPr>
          <a:xfrm>
            <a:off x="1896077" y="1461024"/>
            <a:ext cx="24757" cy="24757"/>
          </a:xfrm>
          <a:prstGeom prst="ellipse">
            <a:avLst/>
          </a:prstGeom>
          <a:solidFill>
            <a:srgbClr val="007C83">
              <a:alpha val="40000"/>
            </a:srgbClr>
          </a:solidFill>
          <a:ln w="0">
            <a:noFill/>
            <a:prstDash val="solid"/>
          </a:ln>
        </p:spPr>
      </p:sp>
      <p:sp>
        <p:nvSpPr>
          <p:cNvPr id="555" name="LigandSeek2_vs_LigandSeek1_ellipse_6069">
            <a:extLst>
              <a:ext uri="{FF2B5EF4-FFF2-40B4-BE49-F238E27FC236}">
                <a16:creationId xmlns:a16="http://schemas.microsoft.com/office/drawing/2014/main" id="{C928C4DF-2A1F-40BB-AF19-C74521A3306F}"/>
              </a:ext>
            </a:extLst>
          </p:cNvPr>
          <p:cNvSpPr>
            <a:spLocks noGrp="1"/>
          </p:cNvSpPr>
          <p:nvPr/>
        </p:nvSpPr>
        <p:spPr>
          <a:xfrm>
            <a:off x="1923974" y="1297343"/>
            <a:ext cx="24757" cy="24757"/>
          </a:xfrm>
          <a:prstGeom prst="ellipse">
            <a:avLst/>
          </a:prstGeom>
          <a:solidFill>
            <a:srgbClr val="007C83">
              <a:alpha val="40000"/>
            </a:srgbClr>
          </a:solidFill>
          <a:ln w="0">
            <a:noFill/>
            <a:prstDash val="solid"/>
          </a:ln>
        </p:spPr>
      </p:sp>
      <p:sp>
        <p:nvSpPr>
          <p:cNvPr id="556" name="LigandSeek2_vs_LigandSeek1_ellipse_6070">
            <a:extLst>
              <a:ext uri="{FF2B5EF4-FFF2-40B4-BE49-F238E27FC236}">
                <a16:creationId xmlns:a16="http://schemas.microsoft.com/office/drawing/2014/main" id="{1B75FE6F-26B3-4E6C-83DD-CF04B77D97B1}"/>
              </a:ext>
            </a:extLst>
          </p:cNvPr>
          <p:cNvSpPr>
            <a:spLocks noGrp="1"/>
          </p:cNvSpPr>
          <p:nvPr/>
        </p:nvSpPr>
        <p:spPr>
          <a:xfrm>
            <a:off x="1917311" y="1890368"/>
            <a:ext cx="24757" cy="24757"/>
          </a:xfrm>
          <a:prstGeom prst="ellipse">
            <a:avLst/>
          </a:prstGeom>
          <a:solidFill>
            <a:srgbClr val="007C83">
              <a:alpha val="40000"/>
            </a:srgbClr>
          </a:solidFill>
          <a:ln w="0">
            <a:noFill/>
            <a:prstDash val="solid"/>
          </a:ln>
        </p:spPr>
      </p:sp>
      <p:sp>
        <p:nvSpPr>
          <p:cNvPr id="557" name="LigandSeek2_vs_LigandSeek1_ellipse_6071">
            <a:extLst>
              <a:ext uri="{FF2B5EF4-FFF2-40B4-BE49-F238E27FC236}">
                <a16:creationId xmlns:a16="http://schemas.microsoft.com/office/drawing/2014/main" id="{B4E80732-92DB-463B-B51E-B2413A8C450D}"/>
              </a:ext>
            </a:extLst>
          </p:cNvPr>
          <p:cNvSpPr>
            <a:spLocks noGrp="1"/>
          </p:cNvSpPr>
          <p:nvPr/>
        </p:nvSpPr>
        <p:spPr>
          <a:xfrm>
            <a:off x="1905435" y="1341375"/>
            <a:ext cx="24757" cy="24757"/>
          </a:xfrm>
          <a:prstGeom prst="ellipse">
            <a:avLst/>
          </a:prstGeom>
          <a:solidFill>
            <a:srgbClr val="007C83">
              <a:alpha val="40000"/>
            </a:srgbClr>
          </a:solidFill>
          <a:ln w="0">
            <a:noFill/>
            <a:prstDash val="solid"/>
          </a:ln>
        </p:spPr>
      </p:sp>
      <p:sp>
        <p:nvSpPr>
          <p:cNvPr id="558" name="LigandSeek2_vs_LigandSeek1_ellipse_6072">
            <a:extLst>
              <a:ext uri="{FF2B5EF4-FFF2-40B4-BE49-F238E27FC236}">
                <a16:creationId xmlns:a16="http://schemas.microsoft.com/office/drawing/2014/main" id="{33ECEC4E-2711-47F3-B292-8CEC00BBC9A3}"/>
              </a:ext>
            </a:extLst>
          </p:cNvPr>
          <p:cNvSpPr>
            <a:spLocks noGrp="1"/>
          </p:cNvSpPr>
          <p:nvPr/>
        </p:nvSpPr>
        <p:spPr>
          <a:xfrm>
            <a:off x="1928541" y="1541915"/>
            <a:ext cx="24757" cy="24757"/>
          </a:xfrm>
          <a:prstGeom prst="ellipse">
            <a:avLst/>
          </a:prstGeom>
          <a:solidFill>
            <a:srgbClr val="007C83">
              <a:alpha val="40000"/>
            </a:srgbClr>
          </a:solidFill>
          <a:ln w="0">
            <a:noFill/>
            <a:prstDash val="solid"/>
          </a:ln>
        </p:spPr>
      </p:sp>
      <p:sp>
        <p:nvSpPr>
          <p:cNvPr id="559" name="LigandSeek2_vs_LigandSeek1_ellipse_6073">
            <a:extLst>
              <a:ext uri="{FF2B5EF4-FFF2-40B4-BE49-F238E27FC236}">
                <a16:creationId xmlns:a16="http://schemas.microsoft.com/office/drawing/2014/main" id="{09B70396-4C9B-4580-92C0-8DD6FD4DFB79}"/>
              </a:ext>
            </a:extLst>
          </p:cNvPr>
          <p:cNvSpPr>
            <a:spLocks noGrp="1"/>
          </p:cNvSpPr>
          <p:nvPr/>
        </p:nvSpPr>
        <p:spPr>
          <a:xfrm>
            <a:off x="1891314" y="845009"/>
            <a:ext cx="24757" cy="24757"/>
          </a:xfrm>
          <a:prstGeom prst="ellipse">
            <a:avLst/>
          </a:prstGeom>
          <a:solidFill>
            <a:srgbClr val="007C83">
              <a:alpha val="40000"/>
            </a:srgbClr>
          </a:solidFill>
          <a:ln w="0">
            <a:noFill/>
            <a:prstDash val="solid"/>
          </a:ln>
        </p:spPr>
      </p:sp>
      <p:sp>
        <p:nvSpPr>
          <p:cNvPr id="560" name="LigandSeek2_vs_LigandSeek1_ellipse_6074">
            <a:extLst>
              <a:ext uri="{FF2B5EF4-FFF2-40B4-BE49-F238E27FC236}">
                <a16:creationId xmlns:a16="http://schemas.microsoft.com/office/drawing/2014/main" id="{3471739E-FB1B-4914-8CAC-C7654FDA7447}"/>
              </a:ext>
            </a:extLst>
          </p:cNvPr>
          <p:cNvSpPr>
            <a:spLocks noGrp="1"/>
          </p:cNvSpPr>
          <p:nvPr/>
        </p:nvSpPr>
        <p:spPr>
          <a:xfrm>
            <a:off x="1920240" y="1778792"/>
            <a:ext cx="24757" cy="24757"/>
          </a:xfrm>
          <a:prstGeom prst="ellipse">
            <a:avLst/>
          </a:prstGeom>
          <a:solidFill>
            <a:srgbClr val="007C83">
              <a:alpha val="40000"/>
            </a:srgbClr>
          </a:solidFill>
          <a:ln w="0">
            <a:noFill/>
            <a:prstDash val="solid"/>
          </a:ln>
        </p:spPr>
      </p:sp>
      <p:sp>
        <p:nvSpPr>
          <p:cNvPr id="561" name="LigandSeek2_vs_LigandSeek1_ellipse_6075">
            <a:extLst>
              <a:ext uri="{FF2B5EF4-FFF2-40B4-BE49-F238E27FC236}">
                <a16:creationId xmlns:a16="http://schemas.microsoft.com/office/drawing/2014/main" id="{4357755A-247F-4D28-AA6C-C9E4A8E1415B}"/>
              </a:ext>
            </a:extLst>
          </p:cNvPr>
          <p:cNvSpPr>
            <a:spLocks noGrp="1"/>
          </p:cNvSpPr>
          <p:nvPr/>
        </p:nvSpPr>
        <p:spPr>
          <a:xfrm>
            <a:off x="1942040" y="1541915"/>
            <a:ext cx="24757" cy="24757"/>
          </a:xfrm>
          <a:prstGeom prst="ellipse">
            <a:avLst/>
          </a:prstGeom>
          <a:solidFill>
            <a:srgbClr val="007C83">
              <a:alpha val="40000"/>
            </a:srgbClr>
          </a:solidFill>
          <a:ln w="0">
            <a:noFill/>
            <a:prstDash val="solid"/>
          </a:ln>
        </p:spPr>
      </p:sp>
      <p:sp>
        <p:nvSpPr>
          <p:cNvPr id="562" name="LigandSeek2_vs_LigandSeek1_ellipse_6076">
            <a:extLst>
              <a:ext uri="{FF2B5EF4-FFF2-40B4-BE49-F238E27FC236}">
                <a16:creationId xmlns:a16="http://schemas.microsoft.com/office/drawing/2014/main" id="{9CACB900-FEFF-40DF-9C6B-C3227133A2AA}"/>
              </a:ext>
            </a:extLst>
          </p:cNvPr>
          <p:cNvSpPr>
            <a:spLocks noGrp="1"/>
          </p:cNvSpPr>
          <p:nvPr/>
        </p:nvSpPr>
        <p:spPr>
          <a:xfrm>
            <a:off x="1908985" y="845009"/>
            <a:ext cx="24757" cy="24757"/>
          </a:xfrm>
          <a:prstGeom prst="ellipse">
            <a:avLst/>
          </a:prstGeom>
          <a:solidFill>
            <a:srgbClr val="007C83">
              <a:alpha val="40000"/>
            </a:srgbClr>
          </a:solidFill>
          <a:ln w="0">
            <a:noFill/>
            <a:prstDash val="solid"/>
          </a:ln>
        </p:spPr>
      </p:sp>
      <p:sp>
        <p:nvSpPr>
          <p:cNvPr id="563" name="LigandSeek2_vs_LigandSeek1_ellipse_6077">
            <a:extLst>
              <a:ext uri="{FF2B5EF4-FFF2-40B4-BE49-F238E27FC236}">
                <a16:creationId xmlns:a16="http://schemas.microsoft.com/office/drawing/2014/main" id="{CF7995F5-6DA6-487E-A0A8-A7D68D6BE0A1}"/>
              </a:ext>
            </a:extLst>
          </p:cNvPr>
          <p:cNvSpPr>
            <a:spLocks noGrp="1"/>
          </p:cNvSpPr>
          <p:nvPr/>
        </p:nvSpPr>
        <p:spPr>
          <a:xfrm>
            <a:off x="1958463" y="845009"/>
            <a:ext cx="24757" cy="24757"/>
          </a:xfrm>
          <a:prstGeom prst="ellipse">
            <a:avLst/>
          </a:prstGeom>
          <a:solidFill>
            <a:srgbClr val="007C83">
              <a:alpha val="40000"/>
            </a:srgbClr>
          </a:solidFill>
          <a:ln w="0">
            <a:noFill/>
            <a:prstDash val="solid"/>
          </a:ln>
        </p:spPr>
      </p:sp>
      <p:sp>
        <p:nvSpPr>
          <p:cNvPr id="564" name="LigandSeek2_vs_LigandSeek1_ellipse_6078">
            <a:extLst>
              <a:ext uri="{FF2B5EF4-FFF2-40B4-BE49-F238E27FC236}">
                <a16:creationId xmlns:a16="http://schemas.microsoft.com/office/drawing/2014/main" id="{A8008C7B-1F67-49E5-9D70-50CDFE6700B7}"/>
              </a:ext>
            </a:extLst>
          </p:cNvPr>
          <p:cNvSpPr>
            <a:spLocks noGrp="1"/>
          </p:cNvSpPr>
          <p:nvPr/>
        </p:nvSpPr>
        <p:spPr>
          <a:xfrm>
            <a:off x="1923145" y="845009"/>
            <a:ext cx="24757" cy="24757"/>
          </a:xfrm>
          <a:prstGeom prst="ellipse">
            <a:avLst/>
          </a:prstGeom>
          <a:solidFill>
            <a:srgbClr val="007C83">
              <a:alpha val="40000"/>
            </a:srgbClr>
          </a:solidFill>
          <a:ln w="0">
            <a:noFill/>
            <a:prstDash val="solid"/>
          </a:ln>
        </p:spPr>
      </p:sp>
      <p:sp>
        <p:nvSpPr>
          <p:cNvPr id="565" name="LigandSeek2_vs_LigandSeek1_ellipse_6079">
            <a:extLst>
              <a:ext uri="{FF2B5EF4-FFF2-40B4-BE49-F238E27FC236}">
                <a16:creationId xmlns:a16="http://schemas.microsoft.com/office/drawing/2014/main" id="{647A6E3C-52C2-4F40-A739-7D0CBE3F189E}"/>
              </a:ext>
            </a:extLst>
          </p:cNvPr>
          <p:cNvSpPr>
            <a:spLocks noGrp="1"/>
          </p:cNvSpPr>
          <p:nvPr/>
        </p:nvSpPr>
        <p:spPr>
          <a:xfrm>
            <a:off x="1946538" y="1697847"/>
            <a:ext cx="24757" cy="24757"/>
          </a:xfrm>
          <a:prstGeom prst="ellipse">
            <a:avLst/>
          </a:prstGeom>
          <a:solidFill>
            <a:srgbClr val="007C83">
              <a:alpha val="40000"/>
            </a:srgbClr>
          </a:solidFill>
          <a:ln w="0">
            <a:noFill/>
            <a:prstDash val="solid"/>
          </a:ln>
        </p:spPr>
      </p:sp>
      <p:sp>
        <p:nvSpPr>
          <p:cNvPr id="566" name="LigandSeek2_vs_LigandSeek1_ellipse_6080">
            <a:extLst>
              <a:ext uri="{FF2B5EF4-FFF2-40B4-BE49-F238E27FC236}">
                <a16:creationId xmlns:a16="http://schemas.microsoft.com/office/drawing/2014/main" id="{959E1BAD-4A3E-4D18-A7C9-B894D2541BF4}"/>
              </a:ext>
            </a:extLst>
          </p:cNvPr>
          <p:cNvSpPr>
            <a:spLocks noGrp="1"/>
          </p:cNvSpPr>
          <p:nvPr/>
        </p:nvSpPr>
        <p:spPr>
          <a:xfrm>
            <a:off x="1919824" y="1890368"/>
            <a:ext cx="24757" cy="24757"/>
          </a:xfrm>
          <a:prstGeom prst="ellipse">
            <a:avLst/>
          </a:prstGeom>
          <a:solidFill>
            <a:srgbClr val="007C83">
              <a:alpha val="40000"/>
            </a:srgbClr>
          </a:solidFill>
          <a:ln w="0">
            <a:noFill/>
            <a:prstDash val="solid"/>
          </a:ln>
        </p:spPr>
      </p:sp>
      <p:sp>
        <p:nvSpPr>
          <p:cNvPr id="567" name="LigandSeek2_vs_LigandSeek1_ellipse_6081">
            <a:extLst>
              <a:ext uri="{FF2B5EF4-FFF2-40B4-BE49-F238E27FC236}">
                <a16:creationId xmlns:a16="http://schemas.microsoft.com/office/drawing/2014/main" id="{EDBEDBA9-0E82-4FDF-BBFC-5EF2BA2A0505}"/>
              </a:ext>
            </a:extLst>
          </p:cNvPr>
          <p:cNvSpPr>
            <a:spLocks noGrp="1"/>
          </p:cNvSpPr>
          <p:nvPr/>
        </p:nvSpPr>
        <p:spPr>
          <a:xfrm>
            <a:off x="1932728" y="1815699"/>
            <a:ext cx="24757" cy="24757"/>
          </a:xfrm>
          <a:prstGeom prst="ellipse">
            <a:avLst/>
          </a:prstGeom>
          <a:solidFill>
            <a:srgbClr val="007C83">
              <a:alpha val="40000"/>
            </a:srgbClr>
          </a:solidFill>
          <a:ln w="0">
            <a:noFill/>
            <a:prstDash val="solid"/>
          </a:ln>
        </p:spPr>
      </p:sp>
      <p:sp>
        <p:nvSpPr>
          <p:cNvPr id="568" name="LigandSeek2_vs_LigandSeek1_ellipse_6082">
            <a:extLst>
              <a:ext uri="{FF2B5EF4-FFF2-40B4-BE49-F238E27FC236}">
                <a16:creationId xmlns:a16="http://schemas.microsoft.com/office/drawing/2014/main" id="{DAAC5A5E-39AC-4481-9B99-24F370D539C7}"/>
              </a:ext>
            </a:extLst>
          </p:cNvPr>
          <p:cNvSpPr>
            <a:spLocks noGrp="1"/>
          </p:cNvSpPr>
          <p:nvPr/>
        </p:nvSpPr>
        <p:spPr>
          <a:xfrm>
            <a:off x="798951" y="1164250"/>
            <a:ext cx="24757" cy="24757"/>
          </a:xfrm>
          <a:prstGeom prst="ellipse">
            <a:avLst/>
          </a:prstGeom>
          <a:solidFill>
            <a:srgbClr val="566AB4">
              <a:alpha val="40000"/>
            </a:srgbClr>
          </a:solidFill>
          <a:ln w="0">
            <a:noFill/>
            <a:prstDash val="solid"/>
          </a:ln>
        </p:spPr>
      </p:sp>
      <p:sp>
        <p:nvSpPr>
          <p:cNvPr id="569" name="LigandSeek2_vs_LigandSeek1_ellipse_6083">
            <a:extLst>
              <a:ext uri="{FF2B5EF4-FFF2-40B4-BE49-F238E27FC236}">
                <a16:creationId xmlns:a16="http://schemas.microsoft.com/office/drawing/2014/main" id="{B0595256-453A-4196-9D95-6DB83BD02528}"/>
              </a:ext>
            </a:extLst>
          </p:cNvPr>
          <p:cNvSpPr>
            <a:spLocks noGrp="1"/>
          </p:cNvSpPr>
          <p:nvPr/>
        </p:nvSpPr>
        <p:spPr>
          <a:xfrm>
            <a:off x="815467" y="995196"/>
            <a:ext cx="24757" cy="24757"/>
          </a:xfrm>
          <a:prstGeom prst="ellipse">
            <a:avLst/>
          </a:prstGeom>
          <a:solidFill>
            <a:srgbClr val="566AB4">
              <a:alpha val="40000"/>
            </a:srgbClr>
          </a:solidFill>
          <a:ln w="0">
            <a:noFill/>
            <a:prstDash val="solid"/>
          </a:ln>
        </p:spPr>
      </p:sp>
      <p:sp>
        <p:nvSpPr>
          <p:cNvPr id="570" name="LigandSeek2_vs_LigandSeek1_ellipse_6084">
            <a:extLst>
              <a:ext uri="{FF2B5EF4-FFF2-40B4-BE49-F238E27FC236}">
                <a16:creationId xmlns:a16="http://schemas.microsoft.com/office/drawing/2014/main" id="{1B762BD4-4CD9-49C7-BD53-0958572146D4}"/>
              </a:ext>
            </a:extLst>
          </p:cNvPr>
          <p:cNvSpPr>
            <a:spLocks noGrp="1"/>
          </p:cNvSpPr>
          <p:nvPr/>
        </p:nvSpPr>
        <p:spPr>
          <a:xfrm>
            <a:off x="792601" y="1102328"/>
            <a:ext cx="24757" cy="24757"/>
          </a:xfrm>
          <a:prstGeom prst="ellipse">
            <a:avLst/>
          </a:prstGeom>
          <a:solidFill>
            <a:srgbClr val="566AB4">
              <a:alpha val="40000"/>
            </a:srgbClr>
          </a:solidFill>
          <a:ln w="0">
            <a:noFill/>
            <a:prstDash val="solid"/>
          </a:ln>
        </p:spPr>
      </p:sp>
      <p:sp>
        <p:nvSpPr>
          <p:cNvPr id="571" name="LigandSeek2_vs_LigandSeek1_ellipse_6085">
            <a:extLst>
              <a:ext uri="{FF2B5EF4-FFF2-40B4-BE49-F238E27FC236}">
                <a16:creationId xmlns:a16="http://schemas.microsoft.com/office/drawing/2014/main" id="{27FFB37B-08AC-411D-A6DA-B85BA99738B7}"/>
              </a:ext>
            </a:extLst>
          </p:cNvPr>
          <p:cNvSpPr>
            <a:spLocks noGrp="1"/>
          </p:cNvSpPr>
          <p:nvPr/>
        </p:nvSpPr>
        <p:spPr>
          <a:xfrm>
            <a:off x="844170" y="1781287"/>
            <a:ext cx="24757" cy="24757"/>
          </a:xfrm>
          <a:prstGeom prst="ellipse">
            <a:avLst/>
          </a:prstGeom>
          <a:solidFill>
            <a:srgbClr val="566AB4">
              <a:alpha val="40000"/>
            </a:srgbClr>
          </a:solidFill>
          <a:ln w="0">
            <a:noFill/>
            <a:prstDash val="solid"/>
          </a:ln>
        </p:spPr>
      </p:sp>
      <p:sp>
        <p:nvSpPr>
          <p:cNvPr id="572" name="LigandSeek2_vs_LigandSeek1_ellipse_6086">
            <a:extLst>
              <a:ext uri="{FF2B5EF4-FFF2-40B4-BE49-F238E27FC236}">
                <a16:creationId xmlns:a16="http://schemas.microsoft.com/office/drawing/2014/main" id="{02B9915B-21C1-4EF3-BAA6-6BABF04D49CD}"/>
              </a:ext>
            </a:extLst>
          </p:cNvPr>
          <p:cNvSpPr>
            <a:spLocks noGrp="1"/>
          </p:cNvSpPr>
          <p:nvPr/>
        </p:nvSpPr>
        <p:spPr>
          <a:xfrm>
            <a:off x="812687" y="1164240"/>
            <a:ext cx="24757" cy="24757"/>
          </a:xfrm>
          <a:prstGeom prst="ellipse">
            <a:avLst/>
          </a:prstGeom>
          <a:solidFill>
            <a:srgbClr val="566AB4">
              <a:alpha val="40000"/>
            </a:srgbClr>
          </a:solidFill>
          <a:ln w="0">
            <a:noFill/>
            <a:prstDash val="solid"/>
          </a:ln>
        </p:spPr>
      </p:sp>
      <p:sp>
        <p:nvSpPr>
          <p:cNvPr id="573" name="LigandSeek2_vs_LigandSeek1_ellipse_6087">
            <a:extLst>
              <a:ext uri="{FF2B5EF4-FFF2-40B4-BE49-F238E27FC236}">
                <a16:creationId xmlns:a16="http://schemas.microsoft.com/office/drawing/2014/main" id="{EDDA78C7-B03D-49CD-B99F-38407A8E084D}"/>
              </a:ext>
            </a:extLst>
          </p:cNvPr>
          <p:cNvSpPr>
            <a:spLocks noGrp="1"/>
          </p:cNvSpPr>
          <p:nvPr/>
        </p:nvSpPr>
        <p:spPr>
          <a:xfrm>
            <a:off x="839255" y="1293020"/>
            <a:ext cx="24757" cy="24757"/>
          </a:xfrm>
          <a:prstGeom prst="ellipse">
            <a:avLst/>
          </a:prstGeom>
          <a:solidFill>
            <a:srgbClr val="566AB4">
              <a:alpha val="40000"/>
            </a:srgbClr>
          </a:solidFill>
          <a:ln w="0">
            <a:noFill/>
            <a:prstDash val="solid"/>
          </a:ln>
        </p:spPr>
      </p:sp>
      <p:sp>
        <p:nvSpPr>
          <p:cNvPr id="574" name="LigandSeek2_vs_LigandSeek1_ellipse_6088">
            <a:extLst>
              <a:ext uri="{FF2B5EF4-FFF2-40B4-BE49-F238E27FC236}">
                <a16:creationId xmlns:a16="http://schemas.microsoft.com/office/drawing/2014/main" id="{961C945F-31F0-4F59-BC3E-BE5AA5E550D4}"/>
              </a:ext>
            </a:extLst>
          </p:cNvPr>
          <p:cNvSpPr>
            <a:spLocks noGrp="1"/>
          </p:cNvSpPr>
          <p:nvPr/>
        </p:nvSpPr>
        <p:spPr>
          <a:xfrm>
            <a:off x="845767" y="1037903"/>
            <a:ext cx="24757" cy="24757"/>
          </a:xfrm>
          <a:prstGeom prst="ellipse">
            <a:avLst/>
          </a:prstGeom>
          <a:solidFill>
            <a:srgbClr val="566AB4">
              <a:alpha val="40000"/>
            </a:srgbClr>
          </a:solidFill>
          <a:ln w="0">
            <a:noFill/>
            <a:prstDash val="solid"/>
          </a:ln>
        </p:spPr>
      </p:sp>
      <p:sp>
        <p:nvSpPr>
          <p:cNvPr id="575" name="LigandSeek2_vs_LigandSeek1_ellipse_6089">
            <a:extLst>
              <a:ext uri="{FF2B5EF4-FFF2-40B4-BE49-F238E27FC236}">
                <a16:creationId xmlns:a16="http://schemas.microsoft.com/office/drawing/2014/main" id="{B2591B7A-B317-4A93-8E60-7F9893DA4D60}"/>
              </a:ext>
            </a:extLst>
          </p:cNvPr>
          <p:cNvSpPr>
            <a:spLocks noGrp="1"/>
          </p:cNvSpPr>
          <p:nvPr/>
        </p:nvSpPr>
        <p:spPr>
          <a:xfrm>
            <a:off x="784189" y="1057313"/>
            <a:ext cx="24757" cy="24757"/>
          </a:xfrm>
          <a:prstGeom prst="ellipse">
            <a:avLst/>
          </a:prstGeom>
          <a:solidFill>
            <a:srgbClr val="566AB4">
              <a:alpha val="40000"/>
            </a:srgbClr>
          </a:solidFill>
          <a:ln w="0">
            <a:noFill/>
            <a:prstDash val="solid"/>
          </a:ln>
        </p:spPr>
      </p:sp>
      <p:sp>
        <p:nvSpPr>
          <p:cNvPr id="576" name="LigandSeek2_vs_LigandSeek1_ellipse_6090">
            <a:extLst>
              <a:ext uri="{FF2B5EF4-FFF2-40B4-BE49-F238E27FC236}">
                <a16:creationId xmlns:a16="http://schemas.microsoft.com/office/drawing/2014/main" id="{6B487940-64E0-47BE-B823-370D031405C3}"/>
              </a:ext>
            </a:extLst>
          </p:cNvPr>
          <p:cNvSpPr>
            <a:spLocks noGrp="1"/>
          </p:cNvSpPr>
          <p:nvPr/>
        </p:nvSpPr>
        <p:spPr>
          <a:xfrm>
            <a:off x="861286" y="1319850"/>
            <a:ext cx="24757" cy="24757"/>
          </a:xfrm>
          <a:prstGeom prst="ellipse">
            <a:avLst/>
          </a:prstGeom>
          <a:solidFill>
            <a:srgbClr val="566AB4">
              <a:alpha val="40000"/>
            </a:srgbClr>
          </a:solidFill>
          <a:ln w="0">
            <a:noFill/>
            <a:prstDash val="solid"/>
          </a:ln>
        </p:spPr>
      </p:sp>
      <p:sp>
        <p:nvSpPr>
          <p:cNvPr id="577" name="LigandSeek2_vs_LigandSeek1_ellipse_6091">
            <a:extLst>
              <a:ext uri="{FF2B5EF4-FFF2-40B4-BE49-F238E27FC236}">
                <a16:creationId xmlns:a16="http://schemas.microsoft.com/office/drawing/2014/main" id="{80546272-187F-4BAD-86E7-3442EC2CF947}"/>
              </a:ext>
            </a:extLst>
          </p:cNvPr>
          <p:cNvSpPr>
            <a:spLocks noGrp="1"/>
          </p:cNvSpPr>
          <p:nvPr/>
        </p:nvSpPr>
        <p:spPr>
          <a:xfrm>
            <a:off x="816717" y="1004732"/>
            <a:ext cx="24757" cy="24757"/>
          </a:xfrm>
          <a:prstGeom prst="ellipse">
            <a:avLst/>
          </a:prstGeom>
          <a:solidFill>
            <a:srgbClr val="566AB4">
              <a:alpha val="40000"/>
            </a:srgbClr>
          </a:solidFill>
          <a:ln w="0">
            <a:noFill/>
            <a:prstDash val="solid"/>
          </a:ln>
        </p:spPr>
      </p:sp>
      <p:sp>
        <p:nvSpPr>
          <p:cNvPr id="578" name="LigandSeek2_vs_LigandSeek1_ellipse_6092">
            <a:extLst>
              <a:ext uri="{FF2B5EF4-FFF2-40B4-BE49-F238E27FC236}">
                <a16:creationId xmlns:a16="http://schemas.microsoft.com/office/drawing/2014/main" id="{F19065F8-7387-434E-B02D-3F680B49258B}"/>
              </a:ext>
            </a:extLst>
          </p:cNvPr>
          <p:cNvSpPr>
            <a:spLocks noGrp="1"/>
          </p:cNvSpPr>
          <p:nvPr/>
        </p:nvSpPr>
        <p:spPr>
          <a:xfrm>
            <a:off x="778959" y="1437330"/>
            <a:ext cx="24757" cy="24757"/>
          </a:xfrm>
          <a:prstGeom prst="ellipse">
            <a:avLst/>
          </a:prstGeom>
          <a:solidFill>
            <a:srgbClr val="566AB4">
              <a:alpha val="40000"/>
            </a:srgbClr>
          </a:solidFill>
          <a:ln w="0">
            <a:noFill/>
            <a:prstDash val="solid"/>
          </a:ln>
        </p:spPr>
      </p:sp>
      <p:sp>
        <p:nvSpPr>
          <p:cNvPr id="579" name="LigandSeek2_vs_LigandSeek1_ellipse_6093">
            <a:extLst>
              <a:ext uri="{FF2B5EF4-FFF2-40B4-BE49-F238E27FC236}">
                <a16:creationId xmlns:a16="http://schemas.microsoft.com/office/drawing/2014/main" id="{87CE6524-4BEE-4C86-96D8-C963D8CB842F}"/>
              </a:ext>
            </a:extLst>
          </p:cNvPr>
          <p:cNvSpPr>
            <a:spLocks noGrp="1"/>
          </p:cNvSpPr>
          <p:nvPr/>
        </p:nvSpPr>
        <p:spPr>
          <a:xfrm>
            <a:off x="818777" y="1301860"/>
            <a:ext cx="24757" cy="24757"/>
          </a:xfrm>
          <a:prstGeom prst="ellipse">
            <a:avLst/>
          </a:prstGeom>
          <a:solidFill>
            <a:srgbClr val="566AB4">
              <a:alpha val="40000"/>
            </a:srgbClr>
          </a:solidFill>
          <a:ln w="0">
            <a:noFill/>
            <a:prstDash val="solid"/>
          </a:ln>
        </p:spPr>
      </p:sp>
      <p:sp>
        <p:nvSpPr>
          <p:cNvPr id="580" name="LigandSeek2_vs_LigandSeek1_ellipse_6094">
            <a:extLst>
              <a:ext uri="{FF2B5EF4-FFF2-40B4-BE49-F238E27FC236}">
                <a16:creationId xmlns:a16="http://schemas.microsoft.com/office/drawing/2014/main" id="{B01F3E43-52DA-40B1-BAC5-768314037D98}"/>
              </a:ext>
            </a:extLst>
          </p:cNvPr>
          <p:cNvSpPr>
            <a:spLocks noGrp="1"/>
          </p:cNvSpPr>
          <p:nvPr/>
        </p:nvSpPr>
        <p:spPr>
          <a:xfrm>
            <a:off x="821416" y="1358476"/>
            <a:ext cx="24757" cy="24757"/>
          </a:xfrm>
          <a:prstGeom prst="ellipse">
            <a:avLst/>
          </a:prstGeom>
          <a:solidFill>
            <a:srgbClr val="566AB4">
              <a:alpha val="40000"/>
            </a:srgbClr>
          </a:solidFill>
          <a:ln w="0">
            <a:noFill/>
            <a:prstDash val="solid"/>
          </a:ln>
        </p:spPr>
      </p:sp>
      <p:sp>
        <p:nvSpPr>
          <p:cNvPr id="581" name="LigandSeek2_vs_LigandSeek1_ellipse_6095">
            <a:extLst>
              <a:ext uri="{FF2B5EF4-FFF2-40B4-BE49-F238E27FC236}">
                <a16:creationId xmlns:a16="http://schemas.microsoft.com/office/drawing/2014/main" id="{13AE8171-CB7C-4749-9459-B62F0ADB4A10}"/>
              </a:ext>
            </a:extLst>
          </p:cNvPr>
          <p:cNvSpPr>
            <a:spLocks noGrp="1"/>
          </p:cNvSpPr>
          <p:nvPr/>
        </p:nvSpPr>
        <p:spPr>
          <a:xfrm>
            <a:off x="785620" y="1209764"/>
            <a:ext cx="24757" cy="24757"/>
          </a:xfrm>
          <a:prstGeom prst="ellipse">
            <a:avLst/>
          </a:prstGeom>
          <a:solidFill>
            <a:srgbClr val="566AB4">
              <a:alpha val="40000"/>
            </a:srgbClr>
          </a:solidFill>
          <a:ln w="0">
            <a:noFill/>
            <a:prstDash val="solid"/>
          </a:ln>
        </p:spPr>
      </p:sp>
      <p:sp>
        <p:nvSpPr>
          <p:cNvPr id="582" name="LigandSeek2_vs_LigandSeek1_ellipse_6096">
            <a:extLst>
              <a:ext uri="{FF2B5EF4-FFF2-40B4-BE49-F238E27FC236}">
                <a16:creationId xmlns:a16="http://schemas.microsoft.com/office/drawing/2014/main" id="{D9C4F7BB-746A-461E-8C44-BE9A2BDC8301}"/>
              </a:ext>
            </a:extLst>
          </p:cNvPr>
          <p:cNvSpPr>
            <a:spLocks noGrp="1"/>
          </p:cNvSpPr>
          <p:nvPr/>
        </p:nvSpPr>
        <p:spPr>
          <a:xfrm>
            <a:off x="778944" y="1053237"/>
            <a:ext cx="24757" cy="24757"/>
          </a:xfrm>
          <a:prstGeom prst="ellipse">
            <a:avLst/>
          </a:prstGeom>
          <a:solidFill>
            <a:srgbClr val="566AB4">
              <a:alpha val="40000"/>
            </a:srgbClr>
          </a:solidFill>
          <a:ln w="0">
            <a:noFill/>
            <a:prstDash val="solid"/>
          </a:ln>
        </p:spPr>
      </p:sp>
      <p:sp>
        <p:nvSpPr>
          <p:cNvPr id="583" name="LigandSeek2_vs_LigandSeek1_ellipse_6097">
            <a:extLst>
              <a:ext uri="{FF2B5EF4-FFF2-40B4-BE49-F238E27FC236}">
                <a16:creationId xmlns:a16="http://schemas.microsoft.com/office/drawing/2014/main" id="{6E653705-6517-4E25-A977-71708622FF4D}"/>
              </a:ext>
            </a:extLst>
          </p:cNvPr>
          <p:cNvSpPr>
            <a:spLocks noGrp="1"/>
          </p:cNvSpPr>
          <p:nvPr/>
        </p:nvSpPr>
        <p:spPr>
          <a:xfrm>
            <a:off x="841104" y="1077062"/>
            <a:ext cx="24757" cy="24757"/>
          </a:xfrm>
          <a:prstGeom prst="ellipse">
            <a:avLst/>
          </a:prstGeom>
          <a:solidFill>
            <a:srgbClr val="566AB4">
              <a:alpha val="40000"/>
            </a:srgbClr>
          </a:solidFill>
          <a:ln w="0">
            <a:noFill/>
            <a:prstDash val="solid"/>
          </a:ln>
        </p:spPr>
      </p:sp>
      <p:sp>
        <p:nvSpPr>
          <p:cNvPr id="584" name="LigandSeek2_vs_LigandSeek1_ellipse_6098">
            <a:extLst>
              <a:ext uri="{FF2B5EF4-FFF2-40B4-BE49-F238E27FC236}">
                <a16:creationId xmlns:a16="http://schemas.microsoft.com/office/drawing/2014/main" id="{B3984A8B-F92D-4AE8-B0E7-B4E66B5A1A60}"/>
              </a:ext>
            </a:extLst>
          </p:cNvPr>
          <p:cNvSpPr>
            <a:spLocks noGrp="1"/>
          </p:cNvSpPr>
          <p:nvPr/>
        </p:nvSpPr>
        <p:spPr>
          <a:xfrm>
            <a:off x="839754" y="1363928"/>
            <a:ext cx="24757" cy="24757"/>
          </a:xfrm>
          <a:prstGeom prst="ellipse">
            <a:avLst/>
          </a:prstGeom>
          <a:solidFill>
            <a:srgbClr val="566AB4">
              <a:alpha val="40000"/>
            </a:srgbClr>
          </a:solidFill>
          <a:ln w="0">
            <a:noFill/>
            <a:prstDash val="solid"/>
          </a:ln>
        </p:spPr>
      </p:sp>
      <p:sp>
        <p:nvSpPr>
          <p:cNvPr id="585" name="LigandSeek2_vs_LigandSeek1_ellipse_6099">
            <a:extLst>
              <a:ext uri="{FF2B5EF4-FFF2-40B4-BE49-F238E27FC236}">
                <a16:creationId xmlns:a16="http://schemas.microsoft.com/office/drawing/2014/main" id="{6F082275-0BF7-41FB-BA0C-90FAE11E559A}"/>
              </a:ext>
            </a:extLst>
          </p:cNvPr>
          <p:cNvSpPr>
            <a:spLocks noGrp="1"/>
          </p:cNvSpPr>
          <p:nvPr/>
        </p:nvSpPr>
        <p:spPr>
          <a:xfrm>
            <a:off x="811438" y="1374738"/>
            <a:ext cx="24757" cy="24757"/>
          </a:xfrm>
          <a:prstGeom prst="ellipse">
            <a:avLst/>
          </a:prstGeom>
          <a:solidFill>
            <a:srgbClr val="566AB4">
              <a:alpha val="40000"/>
            </a:srgbClr>
          </a:solidFill>
          <a:ln w="0">
            <a:noFill/>
            <a:prstDash val="solid"/>
          </a:ln>
        </p:spPr>
      </p:sp>
      <p:sp>
        <p:nvSpPr>
          <p:cNvPr id="586" name="LigandSeek2_vs_LigandSeek1_ellipse_6100">
            <a:extLst>
              <a:ext uri="{FF2B5EF4-FFF2-40B4-BE49-F238E27FC236}">
                <a16:creationId xmlns:a16="http://schemas.microsoft.com/office/drawing/2014/main" id="{6672B4A4-D8AD-4AC3-B87A-598FEA9AF3BB}"/>
              </a:ext>
            </a:extLst>
          </p:cNvPr>
          <p:cNvSpPr>
            <a:spLocks noGrp="1"/>
          </p:cNvSpPr>
          <p:nvPr/>
        </p:nvSpPr>
        <p:spPr>
          <a:xfrm>
            <a:off x="812769" y="1310680"/>
            <a:ext cx="24757" cy="24757"/>
          </a:xfrm>
          <a:prstGeom prst="ellipse">
            <a:avLst/>
          </a:prstGeom>
          <a:solidFill>
            <a:srgbClr val="566AB4">
              <a:alpha val="40000"/>
            </a:srgbClr>
          </a:solidFill>
          <a:ln w="0">
            <a:noFill/>
            <a:prstDash val="solid"/>
          </a:ln>
        </p:spPr>
      </p:sp>
      <p:sp>
        <p:nvSpPr>
          <p:cNvPr id="587" name="LigandSeek2_vs_LigandSeek1_ellipse_6101">
            <a:extLst>
              <a:ext uri="{FF2B5EF4-FFF2-40B4-BE49-F238E27FC236}">
                <a16:creationId xmlns:a16="http://schemas.microsoft.com/office/drawing/2014/main" id="{A898E162-984E-4FF4-8B5A-6F9873107952}"/>
              </a:ext>
            </a:extLst>
          </p:cNvPr>
          <p:cNvSpPr>
            <a:spLocks noGrp="1"/>
          </p:cNvSpPr>
          <p:nvPr/>
        </p:nvSpPr>
        <p:spPr>
          <a:xfrm>
            <a:off x="859669" y="1262785"/>
            <a:ext cx="24757" cy="24757"/>
          </a:xfrm>
          <a:prstGeom prst="ellipse">
            <a:avLst/>
          </a:prstGeom>
          <a:solidFill>
            <a:srgbClr val="566AB4">
              <a:alpha val="40000"/>
            </a:srgbClr>
          </a:solidFill>
          <a:ln w="0">
            <a:noFill/>
            <a:prstDash val="solid"/>
          </a:ln>
        </p:spPr>
      </p:sp>
      <p:sp>
        <p:nvSpPr>
          <p:cNvPr id="588" name="LigandSeek2_vs_LigandSeek1_ellipse_6102">
            <a:extLst>
              <a:ext uri="{FF2B5EF4-FFF2-40B4-BE49-F238E27FC236}">
                <a16:creationId xmlns:a16="http://schemas.microsoft.com/office/drawing/2014/main" id="{4B729A4C-58C6-476D-8AB3-91799926883C}"/>
              </a:ext>
            </a:extLst>
          </p:cNvPr>
          <p:cNvSpPr>
            <a:spLocks noGrp="1"/>
          </p:cNvSpPr>
          <p:nvPr/>
        </p:nvSpPr>
        <p:spPr>
          <a:xfrm>
            <a:off x="799987" y="1645275"/>
            <a:ext cx="24757" cy="24757"/>
          </a:xfrm>
          <a:prstGeom prst="ellipse">
            <a:avLst/>
          </a:prstGeom>
          <a:solidFill>
            <a:srgbClr val="566AB4">
              <a:alpha val="40000"/>
            </a:srgbClr>
          </a:solidFill>
          <a:ln w="0">
            <a:noFill/>
            <a:prstDash val="solid"/>
          </a:ln>
        </p:spPr>
      </p:sp>
      <p:sp>
        <p:nvSpPr>
          <p:cNvPr id="589" name="LigandSeek2_vs_LigandSeek1_ellipse_6103">
            <a:extLst>
              <a:ext uri="{FF2B5EF4-FFF2-40B4-BE49-F238E27FC236}">
                <a16:creationId xmlns:a16="http://schemas.microsoft.com/office/drawing/2014/main" id="{C2B9FB67-914B-46B8-ACE3-F926C98F0F45}"/>
              </a:ext>
            </a:extLst>
          </p:cNvPr>
          <p:cNvSpPr>
            <a:spLocks noGrp="1"/>
          </p:cNvSpPr>
          <p:nvPr/>
        </p:nvSpPr>
        <p:spPr>
          <a:xfrm>
            <a:off x="834677" y="1425318"/>
            <a:ext cx="24757" cy="24757"/>
          </a:xfrm>
          <a:prstGeom prst="ellipse">
            <a:avLst/>
          </a:prstGeom>
          <a:solidFill>
            <a:srgbClr val="566AB4">
              <a:alpha val="40000"/>
            </a:srgbClr>
          </a:solidFill>
          <a:ln w="0">
            <a:noFill/>
            <a:prstDash val="solid"/>
          </a:ln>
        </p:spPr>
      </p:sp>
      <p:sp>
        <p:nvSpPr>
          <p:cNvPr id="590" name="LigandSeek2_vs_LigandSeek1_ellipse_6104">
            <a:extLst>
              <a:ext uri="{FF2B5EF4-FFF2-40B4-BE49-F238E27FC236}">
                <a16:creationId xmlns:a16="http://schemas.microsoft.com/office/drawing/2014/main" id="{850D4B85-9F91-42CF-BF29-C09BB5CF9C0D}"/>
              </a:ext>
            </a:extLst>
          </p:cNvPr>
          <p:cNvSpPr>
            <a:spLocks noGrp="1"/>
          </p:cNvSpPr>
          <p:nvPr/>
        </p:nvSpPr>
        <p:spPr>
          <a:xfrm>
            <a:off x="857822" y="1312591"/>
            <a:ext cx="24757" cy="24757"/>
          </a:xfrm>
          <a:prstGeom prst="ellipse">
            <a:avLst/>
          </a:prstGeom>
          <a:solidFill>
            <a:srgbClr val="566AB4">
              <a:alpha val="40000"/>
            </a:srgbClr>
          </a:solidFill>
          <a:ln w="0">
            <a:noFill/>
            <a:prstDash val="solid"/>
          </a:ln>
        </p:spPr>
      </p:sp>
      <p:sp>
        <p:nvSpPr>
          <p:cNvPr id="591" name="LigandSeek2_vs_LigandSeek1_ellipse_6105">
            <a:extLst>
              <a:ext uri="{FF2B5EF4-FFF2-40B4-BE49-F238E27FC236}">
                <a16:creationId xmlns:a16="http://schemas.microsoft.com/office/drawing/2014/main" id="{2E3B34D6-6E5B-4541-8069-11EA5E6C6404}"/>
              </a:ext>
            </a:extLst>
          </p:cNvPr>
          <p:cNvSpPr>
            <a:spLocks noGrp="1"/>
          </p:cNvSpPr>
          <p:nvPr/>
        </p:nvSpPr>
        <p:spPr>
          <a:xfrm>
            <a:off x="804554" y="1022006"/>
            <a:ext cx="24757" cy="24757"/>
          </a:xfrm>
          <a:prstGeom prst="ellipse">
            <a:avLst/>
          </a:prstGeom>
          <a:solidFill>
            <a:srgbClr val="566AB4">
              <a:alpha val="40000"/>
            </a:srgbClr>
          </a:solidFill>
          <a:ln w="0">
            <a:noFill/>
            <a:prstDash val="solid"/>
          </a:ln>
        </p:spPr>
      </p:sp>
      <p:sp>
        <p:nvSpPr>
          <p:cNvPr id="592" name="LigandSeek2_vs_LigandSeek1_ellipse_6106">
            <a:extLst>
              <a:ext uri="{FF2B5EF4-FFF2-40B4-BE49-F238E27FC236}">
                <a16:creationId xmlns:a16="http://schemas.microsoft.com/office/drawing/2014/main" id="{874145CF-3E05-49D8-BDD2-7FD5A09CE4C5}"/>
              </a:ext>
            </a:extLst>
          </p:cNvPr>
          <p:cNvSpPr>
            <a:spLocks noGrp="1"/>
          </p:cNvSpPr>
          <p:nvPr/>
        </p:nvSpPr>
        <p:spPr>
          <a:xfrm>
            <a:off x="810168" y="1750438"/>
            <a:ext cx="24757" cy="24757"/>
          </a:xfrm>
          <a:prstGeom prst="ellipse">
            <a:avLst/>
          </a:prstGeom>
          <a:solidFill>
            <a:srgbClr val="566AB4">
              <a:alpha val="40000"/>
            </a:srgbClr>
          </a:solidFill>
          <a:ln w="0">
            <a:noFill/>
            <a:prstDash val="solid"/>
          </a:ln>
        </p:spPr>
      </p:sp>
      <p:sp>
        <p:nvSpPr>
          <p:cNvPr id="593" name="LigandSeek2_vs_LigandSeek1_ellipse_6107">
            <a:extLst>
              <a:ext uri="{FF2B5EF4-FFF2-40B4-BE49-F238E27FC236}">
                <a16:creationId xmlns:a16="http://schemas.microsoft.com/office/drawing/2014/main" id="{6126B311-3668-4AC8-9766-EEFAC1111CD2}"/>
              </a:ext>
            </a:extLst>
          </p:cNvPr>
          <p:cNvSpPr>
            <a:spLocks noGrp="1"/>
          </p:cNvSpPr>
          <p:nvPr/>
        </p:nvSpPr>
        <p:spPr>
          <a:xfrm>
            <a:off x="779597" y="1890368"/>
            <a:ext cx="24757" cy="24757"/>
          </a:xfrm>
          <a:prstGeom prst="ellipse">
            <a:avLst/>
          </a:prstGeom>
          <a:solidFill>
            <a:srgbClr val="566AB4">
              <a:alpha val="40000"/>
            </a:srgbClr>
          </a:solidFill>
          <a:ln w="0">
            <a:noFill/>
            <a:prstDash val="solid"/>
          </a:ln>
        </p:spPr>
      </p:sp>
      <p:sp>
        <p:nvSpPr>
          <p:cNvPr id="594" name="LigandSeek2_vs_LigandSeek1_ellipse_6108">
            <a:extLst>
              <a:ext uri="{FF2B5EF4-FFF2-40B4-BE49-F238E27FC236}">
                <a16:creationId xmlns:a16="http://schemas.microsoft.com/office/drawing/2014/main" id="{35052C22-E3D5-40AB-8301-64FB67F6D15C}"/>
              </a:ext>
            </a:extLst>
          </p:cNvPr>
          <p:cNvSpPr>
            <a:spLocks noGrp="1"/>
          </p:cNvSpPr>
          <p:nvPr/>
        </p:nvSpPr>
        <p:spPr>
          <a:xfrm>
            <a:off x="816986" y="1535384"/>
            <a:ext cx="24757" cy="24757"/>
          </a:xfrm>
          <a:prstGeom prst="ellipse">
            <a:avLst/>
          </a:prstGeom>
          <a:solidFill>
            <a:srgbClr val="566AB4">
              <a:alpha val="40000"/>
            </a:srgbClr>
          </a:solidFill>
          <a:ln w="0">
            <a:noFill/>
            <a:prstDash val="solid"/>
          </a:ln>
        </p:spPr>
      </p:sp>
      <p:sp>
        <p:nvSpPr>
          <p:cNvPr id="595" name="LigandSeek2_vs_LigandSeek1_ellipse_6109">
            <a:extLst>
              <a:ext uri="{FF2B5EF4-FFF2-40B4-BE49-F238E27FC236}">
                <a16:creationId xmlns:a16="http://schemas.microsoft.com/office/drawing/2014/main" id="{13ED57D0-EE9A-4EB8-BD50-116508CFDFFC}"/>
              </a:ext>
            </a:extLst>
          </p:cNvPr>
          <p:cNvSpPr>
            <a:spLocks noGrp="1"/>
          </p:cNvSpPr>
          <p:nvPr/>
        </p:nvSpPr>
        <p:spPr>
          <a:xfrm>
            <a:off x="856467" y="1601754"/>
            <a:ext cx="24757" cy="24757"/>
          </a:xfrm>
          <a:prstGeom prst="ellipse">
            <a:avLst/>
          </a:prstGeom>
          <a:solidFill>
            <a:srgbClr val="566AB4">
              <a:alpha val="40000"/>
            </a:srgbClr>
          </a:solidFill>
          <a:ln w="0">
            <a:noFill/>
            <a:prstDash val="solid"/>
          </a:ln>
        </p:spPr>
      </p:sp>
      <p:sp>
        <p:nvSpPr>
          <p:cNvPr id="596" name="LigandSeek2_vs_LigandSeek1_ellipse_6110">
            <a:extLst>
              <a:ext uri="{FF2B5EF4-FFF2-40B4-BE49-F238E27FC236}">
                <a16:creationId xmlns:a16="http://schemas.microsoft.com/office/drawing/2014/main" id="{1E2EB29B-367E-49EA-B8E4-4B10D7E3B500}"/>
              </a:ext>
            </a:extLst>
          </p:cNvPr>
          <p:cNvSpPr>
            <a:spLocks noGrp="1"/>
          </p:cNvSpPr>
          <p:nvPr/>
        </p:nvSpPr>
        <p:spPr>
          <a:xfrm>
            <a:off x="777149" y="1008125"/>
            <a:ext cx="24757" cy="24757"/>
          </a:xfrm>
          <a:prstGeom prst="ellipse">
            <a:avLst/>
          </a:prstGeom>
          <a:solidFill>
            <a:srgbClr val="566AB4">
              <a:alpha val="40000"/>
            </a:srgbClr>
          </a:solidFill>
          <a:ln w="0">
            <a:noFill/>
            <a:prstDash val="solid"/>
          </a:ln>
        </p:spPr>
      </p:sp>
      <p:sp>
        <p:nvSpPr>
          <p:cNvPr id="597" name="LigandSeek2_vs_LigandSeek1_ellipse_6111">
            <a:extLst>
              <a:ext uri="{FF2B5EF4-FFF2-40B4-BE49-F238E27FC236}">
                <a16:creationId xmlns:a16="http://schemas.microsoft.com/office/drawing/2014/main" id="{28F9CED5-0122-4A6B-BC3F-ED399C0F527B}"/>
              </a:ext>
            </a:extLst>
          </p:cNvPr>
          <p:cNvSpPr>
            <a:spLocks noGrp="1"/>
          </p:cNvSpPr>
          <p:nvPr/>
        </p:nvSpPr>
        <p:spPr>
          <a:xfrm>
            <a:off x="827672" y="1007484"/>
            <a:ext cx="24757" cy="24757"/>
          </a:xfrm>
          <a:prstGeom prst="ellipse">
            <a:avLst/>
          </a:prstGeom>
          <a:solidFill>
            <a:srgbClr val="566AB4">
              <a:alpha val="40000"/>
            </a:srgbClr>
          </a:solidFill>
          <a:ln w="0">
            <a:noFill/>
            <a:prstDash val="solid"/>
          </a:ln>
        </p:spPr>
      </p:sp>
      <p:sp>
        <p:nvSpPr>
          <p:cNvPr id="598" name="LigandSeek2_vs_LigandSeek1_ellipse_6112">
            <a:extLst>
              <a:ext uri="{FF2B5EF4-FFF2-40B4-BE49-F238E27FC236}">
                <a16:creationId xmlns:a16="http://schemas.microsoft.com/office/drawing/2014/main" id="{2E242CD9-5E86-4313-9138-03DBD2A85AA0}"/>
              </a:ext>
            </a:extLst>
          </p:cNvPr>
          <p:cNvSpPr>
            <a:spLocks noGrp="1"/>
          </p:cNvSpPr>
          <p:nvPr/>
        </p:nvSpPr>
        <p:spPr>
          <a:xfrm>
            <a:off x="860672" y="1890368"/>
            <a:ext cx="24757" cy="24757"/>
          </a:xfrm>
          <a:prstGeom prst="ellipse">
            <a:avLst/>
          </a:prstGeom>
          <a:solidFill>
            <a:srgbClr val="566AB4">
              <a:alpha val="40000"/>
            </a:srgbClr>
          </a:solidFill>
          <a:ln w="0">
            <a:noFill/>
            <a:prstDash val="solid"/>
          </a:ln>
        </p:spPr>
      </p:sp>
      <p:sp>
        <p:nvSpPr>
          <p:cNvPr id="599" name="LigandSeek2_vs_LigandSeek1_ellipse_6113">
            <a:extLst>
              <a:ext uri="{FF2B5EF4-FFF2-40B4-BE49-F238E27FC236}">
                <a16:creationId xmlns:a16="http://schemas.microsoft.com/office/drawing/2014/main" id="{22E52AAD-444C-4487-BDEE-CC919072B8E8}"/>
              </a:ext>
            </a:extLst>
          </p:cNvPr>
          <p:cNvSpPr>
            <a:spLocks noGrp="1"/>
          </p:cNvSpPr>
          <p:nvPr/>
        </p:nvSpPr>
        <p:spPr>
          <a:xfrm>
            <a:off x="853866" y="1372987"/>
            <a:ext cx="24757" cy="24757"/>
          </a:xfrm>
          <a:prstGeom prst="ellipse">
            <a:avLst/>
          </a:prstGeom>
          <a:solidFill>
            <a:srgbClr val="566AB4">
              <a:alpha val="40000"/>
            </a:srgbClr>
          </a:solidFill>
          <a:ln w="0">
            <a:noFill/>
            <a:prstDash val="solid"/>
          </a:ln>
        </p:spPr>
      </p:sp>
      <p:sp>
        <p:nvSpPr>
          <p:cNvPr id="600" name="LigandSeek2_vs_LigandSeek1_ellipse_6114">
            <a:extLst>
              <a:ext uri="{FF2B5EF4-FFF2-40B4-BE49-F238E27FC236}">
                <a16:creationId xmlns:a16="http://schemas.microsoft.com/office/drawing/2014/main" id="{5F9FF9E2-2741-4CB2-AE9F-AFDDEA78E2B6}"/>
              </a:ext>
            </a:extLst>
          </p:cNvPr>
          <p:cNvSpPr>
            <a:spLocks noGrp="1"/>
          </p:cNvSpPr>
          <p:nvPr/>
        </p:nvSpPr>
        <p:spPr>
          <a:xfrm>
            <a:off x="844306" y="1890368"/>
            <a:ext cx="24757" cy="24757"/>
          </a:xfrm>
          <a:prstGeom prst="ellipse">
            <a:avLst/>
          </a:prstGeom>
          <a:solidFill>
            <a:srgbClr val="566AB4">
              <a:alpha val="40000"/>
            </a:srgbClr>
          </a:solidFill>
          <a:ln w="0">
            <a:noFill/>
            <a:prstDash val="solid"/>
          </a:ln>
        </p:spPr>
      </p:sp>
      <p:sp>
        <p:nvSpPr>
          <p:cNvPr id="601" name="LigandSeek2_vs_LigandSeek1_ellipse_6115">
            <a:extLst>
              <a:ext uri="{FF2B5EF4-FFF2-40B4-BE49-F238E27FC236}">
                <a16:creationId xmlns:a16="http://schemas.microsoft.com/office/drawing/2014/main" id="{9CF03884-77FF-4F06-ADA7-2FB1C04BEED4}"/>
              </a:ext>
            </a:extLst>
          </p:cNvPr>
          <p:cNvSpPr>
            <a:spLocks noGrp="1"/>
          </p:cNvSpPr>
          <p:nvPr/>
        </p:nvSpPr>
        <p:spPr>
          <a:xfrm>
            <a:off x="796979" y="1427622"/>
            <a:ext cx="24757" cy="24757"/>
          </a:xfrm>
          <a:prstGeom prst="ellipse">
            <a:avLst/>
          </a:prstGeom>
          <a:solidFill>
            <a:srgbClr val="566AB4">
              <a:alpha val="40000"/>
            </a:srgbClr>
          </a:solidFill>
          <a:ln w="0">
            <a:noFill/>
            <a:prstDash val="solid"/>
          </a:ln>
        </p:spPr>
      </p:sp>
      <p:sp>
        <p:nvSpPr>
          <p:cNvPr id="602" name="LigandSeek2_vs_LigandSeek1_ellipse_6116">
            <a:extLst>
              <a:ext uri="{FF2B5EF4-FFF2-40B4-BE49-F238E27FC236}">
                <a16:creationId xmlns:a16="http://schemas.microsoft.com/office/drawing/2014/main" id="{4F4E3D23-9F5D-4190-A126-24743D1007B1}"/>
              </a:ext>
            </a:extLst>
          </p:cNvPr>
          <p:cNvSpPr>
            <a:spLocks noGrp="1"/>
          </p:cNvSpPr>
          <p:nvPr/>
        </p:nvSpPr>
        <p:spPr>
          <a:xfrm>
            <a:off x="856723" y="1219273"/>
            <a:ext cx="24757" cy="24757"/>
          </a:xfrm>
          <a:prstGeom prst="ellipse">
            <a:avLst/>
          </a:prstGeom>
          <a:solidFill>
            <a:srgbClr val="566AB4">
              <a:alpha val="40000"/>
            </a:srgbClr>
          </a:solidFill>
          <a:ln w="0">
            <a:noFill/>
            <a:prstDash val="solid"/>
          </a:ln>
        </p:spPr>
      </p:sp>
      <p:sp>
        <p:nvSpPr>
          <p:cNvPr id="603" name="LigandSeek2_vs_LigandSeek1_ellipse_6117">
            <a:extLst>
              <a:ext uri="{FF2B5EF4-FFF2-40B4-BE49-F238E27FC236}">
                <a16:creationId xmlns:a16="http://schemas.microsoft.com/office/drawing/2014/main" id="{D854E264-4D0A-44BC-83C2-49298CED6CAA}"/>
              </a:ext>
            </a:extLst>
          </p:cNvPr>
          <p:cNvSpPr>
            <a:spLocks noGrp="1"/>
          </p:cNvSpPr>
          <p:nvPr/>
        </p:nvSpPr>
        <p:spPr>
          <a:xfrm>
            <a:off x="846809" y="1890368"/>
            <a:ext cx="24757" cy="24757"/>
          </a:xfrm>
          <a:prstGeom prst="ellipse">
            <a:avLst/>
          </a:prstGeom>
          <a:solidFill>
            <a:srgbClr val="566AB4">
              <a:alpha val="40000"/>
            </a:srgbClr>
          </a:solidFill>
          <a:ln w="0">
            <a:noFill/>
            <a:prstDash val="solid"/>
          </a:ln>
        </p:spPr>
      </p:sp>
      <p:sp>
        <p:nvSpPr>
          <p:cNvPr id="604" name="LigandSeek2_vs_LigandSeek1_ellipse_6118">
            <a:extLst>
              <a:ext uri="{FF2B5EF4-FFF2-40B4-BE49-F238E27FC236}">
                <a16:creationId xmlns:a16="http://schemas.microsoft.com/office/drawing/2014/main" id="{8BD4BEAC-C8F4-42C0-9480-5A113E2B7158}"/>
              </a:ext>
            </a:extLst>
          </p:cNvPr>
          <p:cNvSpPr>
            <a:spLocks noGrp="1"/>
          </p:cNvSpPr>
          <p:nvPr/>
        </p:nvSpPr>
        <p:spPr>
          <a:xfrm>
            <a:off x="845720" y="1890368"/>
            <a:ext cx="24757" cy="24757"/>
          </a:xfrm>
          <a:prstGeom prst="ellipse">
            <a:avLst/>
          </a:prstGeom>
          <a:solidFill>
            <a:srgbClr val="566AB4">
              <a:alpha val="40000"/>
            </a:srgbClr>
          </a:solidFill>
          <a:ln w="0">
            <a:noFill/>
            <a:prstDash val="solid"/>
          </a:ln>
        </p:spPr>
      </p:sp>
      <p:sp>
        <p:nvSpPr>
          <p:cNvPr id="605" name="LigandSeek2_vs_LigandSeek1_ellipse_6119">
            <a:extLst>
              <a:ext uri="{FF2B5EF4-FFF2-40B4-BE49-F238E27FC236}">
                <a16:creationId xmlns:a16="http://schemas.microsoft.com/office/drawing/2014/main" id="{08B691CA-4A48-4E86-82CD-0A646C6C3E20}"/>
              </a:ext>
            </a:extLst>
          </p:cNvPr>
          <p:cNvSpPr>
            <a:spLocks noGrp="1"/>
          </p:cNvSpPr>
          <p:nvPr/>
        </p:nvSpPr>
        <p:spPr>
          <a:xfrm>
            <a:off x="790384" y="1375568"/>
            <a:ext cx="24757" cy="24757"/>
          </a:xfrm>
          <a:prstGeom prst="ellipse">
            <a:avLst/>
          </a:prstGeom>
          <a:solidFill>
            <a:srgbClr val="566AB4">
              <a:alpha val="40000"/>
            </a:srgbClr>
          </a:solidFill>
          <a:ln w="0">
            <a:noFill/>
            <a:prstDash val="solid"/>
          </a:ln>
        </p:spPr>
      </p:sp>
      <p:sp>
        <p:nvSpPr>
          <p:cNvPr id="606" name="LigandSeek2_vs_LigandSeek1_ellipse_6120">
            <a:extLst>
              <a:ext uri="{FF2B5EF4-FFF2-40B4-BE49-F238E27FC236}">
                <a16:creationId xmlns:a16="http://schemas.microsoft.com/office/drawing/2014/main" id="{F9FC8D93-7F29-47CB-95DD-30F589D2F673}"/>
              </a:ext>
            </a:extLst>
          </p:cNvPr>
          <p:cNvSpPr>
            <a:spLocks noGrp="1"/>
          </p:cNvSpPr>
          <p:nvPr/>
        </p:nvSpPr>
        <p:spPr>
          <a:xfrm>
            <a:off x="818123" y="983551"/>
            <a:ext cx="24757" cy="24757"/>
          </a:xfrm>
          <a:prstGeom prst="ellipse">
            <a:avLst/>
          </a:prstGeom>
          <a:solidFill>
            <a:srgbClr val="566AB4">
              <a:alpha val="40000"/>
            </a:srgbClr>
          </a:solidFill>
          <a:ln w="0">
            <a:noFill/>
            <a:prstDash val="solid"/>
          </a:ln>
        </p:spPr>
      </p:sp>
      <p:sp>
        <p:nvSpPr>
          <p:cNvPr id="607" name="LigandSeek2_vs_LigandSeek1_ellipse_6121">
            <a:extLst>
              <a:ext uri="{FF2B5EF4-FFF2-40B4-BE49-F238E27FC236}">
                <a16:creationId xmlns:a16="http://schemas.microsoft.com/office/drawing/2014/main" id="{642E3578-C7AD-4988-A5BF-BB6B3C1AD683}"/>
              </a:ext>
            </a:extLst>
          </p:cNvPr>
          <p:cNvSpPr>
            <a:spLocks noGrp="1"/>
          </p:cNvSpPr>
          <p:nvPr/>
        </p:nvSpPr>
        <p:spPr>
          <a:xfrm>
            <a:off x="850925" y="1016798"/>
            <a:ext cx="24757" cy="24757"/>
          </a:xfrm>
          <a:prstGeom prst="ellipse">
            <a:avLst/>
          </a:prstGeom>
          <a:solidFill>
            <a:srgbClr val="566AB4">
              <a:alpha val="40000"/>
            </a:srgbClr>
          </a:solidFill>
          <a:ln w="0">
            <a:noFill/>
            <a:prstDash val="solid"/>
          </a:ln>
        </p:spPr>
      </p:sp>
      <p:sp>
        <p:nvSpPr>
          <p:cNvPr id="608" name="LigandSeek2_vs_LigandSeek1_ellipse_6122">
            <a:extLst>
              <a:ext uri="{FF2B5EF4-FFF2-40B4-BE49-F238E27FC236}">
                <a16:creationId xmlns:a16="http://schemas.microsoft.com/office/drawing/2014/main" id="{5EB62045-A8F1-49D2-A7A5-4FD4C9A909FA}"/>
              </a:ext>
            </a:extLst>
          </p:cNvPr>
          <p:cNvSpPr>
            <a:spLocks noGrp="1"/>
          </p:cNvSpPr>
          <p:nvPr/>
        </p:nvSpPr>
        <p:spPr>
          <a:xfrm>
            <a:off x="786530" y="1890368"/>
            <a:ext cx="24757" cy="24757"/>
          </a:xfrm>
          <a:prstGeom prst="ellipse">
            <a:avLst/>
          </a:prstGeom>
          <a:solidFill>
            <a:srgbClr val="566AB4">
              <a:alpha val="40000"/>
            </a:srgbClr>
          </a:solidFill>
          <a:ln w="0">
            <a:noFill/>
            <a:prstDash val="solid"/>
          </a:ln>
        </p:spPr>
      </p:sp>
      <p:sp>
        <p:nvSpPr>
          <p:cNvPr id="609" name="LigandSeek2_vs_LigandSeek1_ellipse_6123">
            <a:extLst>
              <a:ext uri="{FF2B5EF4-FFF2-40B4-BE49-F238E27FC236}">
                <a16:creationId xmlns:a16="http://schemas.microsoft.com/office/drawing/2014/main" id="{334B9C27-E26B-4F84-B844-FFB40E6889E6}"/>
              </a:ext>
            </a:extLst>
          </p:cNvPr>
          <p:cNvSpPr>
            <a:spLocks noGrp="1"/>
          </p:cNvSpPr>
          <p:nvPr/>
        </p:nvSpPr>
        <p:spPr>
          <a:xfrm>
            <a:off x="790133" y="1036017"/>
            <a:ext cx="24757" cy="24757"/>
          </a:xfrm>
          <a:prstGeom prst="ellipse">
            <a:avLst/>
          </a:prstGeom>
          <a:solidFill>
            <a:srgbClr val="566AB4">
              <a:alpha val="40000"/>
            </a:srgbClr>
          </a:solidFill>
          <a:ln w="0">
            <a:noFill/>
            <a:prstDash val="solid"/>
          </a:ln>
        </p:spPr>
      </p:sp>
      <p:sp>
        <p:nvSpPr>
          <p:cNvPr id="610" name="LigandSeek2_vs_LigandSeek1_ellipse_6124">
            <a:extLst>
              <a:ext uri="{FF2B5EF4-FFF2-40B4-BE49-F238E27FC236}">
                <a16:creationId xmlns:a16="http://schemas.microsoft.com/office/drawing/2014/main" id="{F77BC5B4-9C0B-460B-9BF0-7DDF7EC40021}"/>
              </a:ext>
            </a:extLst>
          </p:cNvPr>
          <p:cNvSpPr>
            <a:spLocks noGrp="1"/>
          </p:cNvSpPr>
          <p:nvPr/>
        </p:nvSpPr>
        <p:spPr>
          <a:xfrm>
            <a:off x="803913" y="1474600"/>
            <a:ext cx="24757" cy="24757"/>
          </a:xfrm>
          <a:prstGeom prst="ellipse">
            <a:avLst/>
          </a:prstGeom>
          <a:solidFill>
            <a:srgbClr val="566AB4">
              <a:alpha val="40000"/>
            </a:srgbClr>
          </a:solidFill>
          <a:ln w="0">
            <a:noFill/>
            <a:prstDash val="solid"/>
          </a:ln>
        </p:spPr>
      </p:sp>
      <p:sp>
        <p:nvSpPr>
          <p:cNvPr id="611" name="LigandSeek2_vs_LigandSeek1_ellipse_6125">
            <a:extLst>
              <a:ext uri="{FF2B5EF4-FFF2-40B4-BE49-F238E27FC236}">
                <a16:creationId xmlns:a16="http://schemas.microsoft.com/office/drawing/2014/main" id="{EB338BEE-50EE-4DC0-A0D4-1ABED1C29050}"/>
              </a:ext>
            </a:extLst>
          </p:cNvPr>
          <p:cNvSpPr>
            <a:spLocks noGrp="1"/>
          </p:cNvSpPr>
          <p:nvPr/>
        </p:nvSpPr>
        <p:spPr>
          <a:xfrm>
            <a:off x="812939" y="1130893"/>
            <a:ext cx="24757" cy="24757"/>
          </a:xfrm>
          <a:prstGeom prst="ellipse">
            <a:avLst/>
          </a:prstGeom>
          <a:solidFill>
            <a:srgbClr val="566AB4">
              <a:alpha val="40000"/>
            </a:srgbClr>
          </a:solidFill>
          <a:ln w="0">
            <a:noFill/>
            <a:prstDash val="solid"/>
          </a:ln>
        </p:spPr>
      </p:sp>
      <p:sp>
        <p:nvSpPr>
          <p:cNvPr id="612" name="LigandSeek2_vs_LigandSeek1_ellipse_6126">
            <a:extLst>
              <a:ext uri="{FF2B5EF4-FFF2-40B4-BE49-F238E27FC236}">
                <a16:creationId xmlns:a16="http://schemas.microsoft.com/office/drawing/2014/main" id="{DE3635E4-6C5B-481B-B040-F14132C8BEF4}"/>
              </a:ext>
            </a:extLst>
          </p:cNvPr>
          <p:cNvSpPr>
            <a:spLocks noGrp="1"/>
          </p:cNvSpPr>
          <p:nvPr/>
        </p:nvSpPr>
        <p:spPr>
          <a:xfrm>
            <a:off x="812181" y="1173550"/>
            <a:ext cx="24757" cy="24757"/>
          </a:xfrm>
          <a:prstGeom prst="ellipse">
            <a:avLst/>
          </a:prstGeom>
          <a:solidFill>
            <a:srgbClr val="566AB4">
              <a:alpha val="40000"/>
            </a:srgbClr>
          </a:solidFill>
          <a:ln w="0">
            <a:noFill/>
            <a:prstDash val="solid"/>
          </a:ln>
        </p:spPr>
      </p:sp>
      <p:sp>
        <p:nvSpPr>
          <p:cNvPr id="613" name="LigandSeek2_vs_LigandSeek1_ellipse_6127">
            <a:extLst>
              <a:ext uri="{FF2B5EF4-FFF2-40B4-BE49-F238E27FC236}">
                <a16:creationId xmlns:a16="http://schemas.microsoft.com/office/drawing/2014/main" id="{A125D24A-5D6A-47A2-864F-E41FC6D75738}"/>
              </a:ext>
            </a:extLst>
          </p:cNvPr>
          <p:cNvSpPr>
            <a:spLocks noGrp="1"/>
          </p:cNvSpPr>
          <p:nvPr/>
        </p:nvSpPr>
        <p:spPr>
          <a:xfrm>
            <a:off x="787069" y="1493755"/>
            <a:ext cx="24757" cy="24757"/>
          </a:xfrm>
          <a:prstGeom prst="ellipse">
            <a:avLst/>
          </a:prstGeom>
          <a:solidFill>
            <a:srgbClr val="566AB4">
              <a:alpha val="40000"/>
            </a:srgbClr>
          </a:solidFill>
          <a:ln w="0">
            <a:noFill/>
            <a:prstDash val="solid"/>
          </a:ln>
        </p:spPr>
      </p:sp>
      <p:sp>
        <p:nvSpPr>
          <p:cNvPr id="614" name="LigandSeek2_vs_LigandSeek1_ellipse_6128">
            <a:extLst>
              <a:ext uri="{FF2B5EF4-FFF2-40B4-BE49-F238E27FC236}">
                <a16:creationId xmlns:a16="http://schemas.microsoft.com/office/drawing/2014/main" id="{5B31556B-C008-47FF-B094-B54AFB812FAE}"/>
              </a:ext>
            </a:extLst>
          </p:cNvPr>
          <p:cNvSpPr>
            <a:spLocks noGrp="1"/>
          </p:cNvSpPr>
          <p:nvPr/>
        </p:nvSpPr>
        <p:spPr>
          <a:xfrm>
            <a:off x="834108" y="1468890"/>
            <a:ext cx="24757" cy="24757"/>
          </a:xfrm>
          <a:prstGeom prst="ellipse">
            <a:avLst/>
          </a:prstGeom>
          <a:solidFill>
            <a:srgbClr val="566AB4">
              <a:alpha val="40000"/>
            </a:srgbClr>
          </a:solidFill>
          <a:ln w="0">
            <a:noFill/>
            <a:prstDash val="solid"/>
          </a:ln>
        </p:spPr>
      </p:sp>
      <p:sp>
        <p:nvSpPr>
          <p:cNvPr id="615" name="LigandSeek2_vs_LigandSeek1_ellipse_6129">
            <a:extLst>
              <a:ext uri="{FF2B5EF4-FFF2-40B4-BE49-F238E27FC236}">
                <a16:creationId xmlns:a16="http://schemas.microsoft.com/office/drawing/2014/main" id="{6FEE5BE2-46AD-4C6D-85CE-3756F7EDB40A}"/>
              </a:ext>
            </a:extLst>
          </p:cNvPr>
          <p:cNvSpPr>
            <a:spLocks noGrp="1"/>
          </p:cNvSpPr>
          <p:nvPr/>
        </p:nvSpPr>
        <p:spPr>
          <a:xfrm>
            <a:off x="835544" y="1811975"/>
            <a:ext cx="24757" cy="24757"/>
          </a:xfrm>
          <a:prstGeom prst="ellipse">
            <a:avLst/>
          </a:prstGeom>
          <a:solidFill>
            <a:srgbClr val="566AB4">
              <a:alpha val="40000"/>
            </a:srgbClr>
          </a:solidFill>
          <a:ln w="0">
            <a:noFill/>
            <a:prstDash val="solid"/>
          </a:ln>
        </p:spPr>
      </p:sp>
      <p:sp>
        <p:nvSpPr>
          <p:cNvPr id="616" name="LigandSeek2_vs_LigandSeek1_ellipse_6130">
            <a:extLst>
              <a:ext uri="{FF2B5EF4-FFF2-40B4-BE49-F238E27FC236}">
                <a16:creationId xmlns:a16="http://schemas.microsoft.com/office/drawing/2014/main" id="{5B581B5E-1160-49AB-B045-C9A75435C498}"/>
              </a:ext>
            </a:extLst>
          </p:cNvPr>
          <p:cNvSpPr>
            <a:spLocks noGrp="1"/>
          </p:cNvSpPr>
          <p:nvPr/>
        </p:nvSpPr>
        <p:spPr>
          <a:xfrm>
            <a:off x="829034" y="1417479"/>
            <a:ext cx="24757" cy="24757"/>
          </a:xfrm>
          <a:prstGeom prst="ellipse">
            <a:avLst/>
          </a:prstGeom>
          <a:solidFill>
            <a:srgbClr val="566AB4">
              <a:alpha val="40000"/>
            </a:srgbClr>
          </a:solidFill>
          <a:ln w="0">
            <a:noFill/>
            <a:prstDash val="solid"/>
          </a:ln>
        </p:spPr>
      </p:sp>
      <p:sp>
        <p:nvSpPr>
          <p:cNvPr id="617" name="LigandSeek2_vs_LigandSeek1_ellipse_6131">
            <a:extLst>
              <a:ext uri="{FF2B5EF4-FFF2-40B4-BE49-F238E27FC236}">
                <a16:creationId xmlns:a16="http://schemas.microsoft.com/office/drawing/2014/main" id="{658059D4-5DA5-403B-9056-DDA06A6B0BD0}"/>
              </a:ext>
            </a:extLst>
          </p:cNvPr>
          <p:cNvSpPr>
            <a:spLocks noGrp="1"/>
          </p:cNvSpPr>
          <p:nvPr/>
        </p:nvSpPr>
        <p:spPr>
          <a:xfrm>
            <a:off x="803281" y="1041844"/>
            <a:ext cx="24757" cy="24757"/>
          </a:xfrm>
          <a:prstGeom prst="ellipse">
            <a:avLst/>
          </a:prstGeom>
          <a:solidFill>
            <a:srgbClr val="566AB4">
              <a:alpha val="40000"/>
            </a:srgbClr>
          </a:solidFill>
          <a:ln w="0">
            <a:noFill/>
            <a:prstDash val="solid"/>
          </a:ln>
        </p:spPr>
      </p:sp>
      <p:sp>
        <p:nvSpPr>
          <p:cNvPr id="618" name="LigandSeek2_vs_LigandSeek1_ellipse_6132">
            <a:extLst>
              <a:ext uri="{FF2B5EF4-FFF2-40B4-BE49-F238E27FC236}">
                <a16:creationId xmlns:a16="http://schemas.microsoft.com/office/drawing/2014/main" id="{444A9576-87E5-490A-BA4E-F0CBBCB78510}"/>
              </a:ext>
            </a:extLst>
          </p:cNvPr>
          <p:cNvSpPr>
            <a:spLocks noGrp="1"/>
          </p:cNvSpPr>
          <p:nvPr/>
        </p:nvSpPr>
        <p:spPr>
          <a:xfrm>
            <a:off x="814893" y="1239839"/>
            <a:ext cx="24757" cy="24757"/>
          </a:xfrm>
          <a:prstGeom prst="ellipse">
            <a:avLst/>
          </a:prstGeom>
          <a:solidFill>
            <a:srgbClr val="566AB4">
              <a:alpha val="40000"/>
            </a:srgbClr>
          </a:solidFill>
          <a:ln w="0">
            <a:noFill/>
            <a:prstDash val="solid"/>
          </a:ln>
        </p:spPr>
      </p:sp>
      <p:sp>
        <p:nvSpPr>
          <p:cNvPr id="619" name="LigandSeek2_vs_LigandSeek1_ellipse_6133">
            <a:extLst>
              <a:ext uri="{FF2B5EF4-FFF2-40B4-BE49-F238E27FC236}">
                <a16:creationId xmlns:a16="http://schemas.microsoft.com/office/drawing/2014/main" id="{E3B0D565-639C-4CAF-A569-C1BDFAB63904}"/>
              </a:ext>
            </a:extLst>
          </p:cNvPr>
          <p:cNvSpPr>
            <a:spLocks noGrp="1"/>
          </p:cNvSpPr>
          <p:nvPr/>
        </p:nvSpPr>
        <p:spPr>
          <a:xfrm>
            <a:off x="820052" y="1890368"/>
            <a:ext cx="24757" cy="24757"/>
          </a:xfrm>
          <a:prstGeom prst="ellipse">
            <a:avLst/>
          </a:prstGeom>
          <a:solidFill>
            <a:srgbClr val="566AB4">
              <a:alpha val="40000"/>
            </a:srgbClr>
          </a:solidFill>
          <a:ln w="0">
            <a:noFill/>
            <a:prstDash val="solid"/>
          </a:ln>
        </p:spPr>
      </p:sp>
      <p:sp>
        <p:nvSpPr>
          <p:cNvPr id="620" name="LigandSeek2_vs_LigandSeek1_ellipse_6134">
            <a:extLst>
              <a:ext uri="{FF2B5EF4-FFF2-40B4-BE49-F238E27FC236}">
                <a16:creationId xmlns:a16="http://schemas.microsoft.com/office/drawing/2014/main" id="{3DD1E5B1-1687-4884-8054-85B29110E537}"/>
              </a:ext>
            </a:extLst>
          </p:cNvPr>
          <p:cNvSpPr>
            <a:spLocks noGrp="1"/>
          </p:cNvSpPr>
          <p:nvPr/>
        </p:nvSpPr>
        <p:spPr>
          <a:xfrm>
            <a:off x="842064" y="1326441"/>
            <a:ext cx="24757" cy="24757"/>
          </a:xfrm>
          <a:prstGeom prst="ellipse">
            <a:avLst/>
          </a:prstGeom>
          <a:solidFill>
            <a:srgbClr val="566AB4">
              <a:alpha val="40000"/>
            </a:srgbClr>
          </a:solidFill>
          <a:ln w="0">
            <a:noFill/>
            <a:prstDash val="solid"/>
          </a:ln>
        </p:spPr>
      </p:sp>
      <p:sp>
        <p:nvSpPr>
          <p:cNvPr id="621" name="LigandSeek2_vs_LigandSeek1_ellipse_6135">
            <a:extLst>
              <a:ext uri="{FF2B5EF4-FFF2-40B4-BE49-F238E27FC236}">
                <a16:creationId xmlns:a16="http://schemas.microsoft.com/office/drawing/2014/main" id="{1B2AFA53-8656-49B1-A922-596D019900F5}"/>
              </a:ext>
            </a:extLst>
          </p:cNvPr>
          <p:cNvSpPr>
            <a:spLocks noGrp="1"/>
          </p:cNvSpPr>
          <p:nvPr/>
        </p:nvSpPr>
        <p:spPr>
          <a:xfrm>
            <a:off x="834182" y="1344558"/>
            <a:ext cx="24757" cy="24757"/>
          </a:xfrm>
          <a:prstGeom prst="ellipse">
            <a:avLst/>
          </a:prstGeom>
          <a:solidFill>
            <a:srgbClr val="566AB4">
              <a:alpha val="40000"/>
            </a:srgbClr>
          </a:solidFill>
          <a:ln w="0">
            <a:noFill/>
            <a:prstDash val="solid"/>
          </a:ln>
        </p:spPr>
      </p:sp>
      <p:sp>
        <p:nvSpPr>
          <p:cNvPr id="622" name="LigandSeek2_vs_LigandSeek1_ellipse_6136">
            <a:extLst>
              <a:ext uri="{FF2B5EF4-FFF2-40B4-BE49-F238E27FC236}">
                <a16:creationId xmlns:a16="http://schemas.microsoft.com/office/drawing/2014/main" id="{F60E0F51-7758-4F39-9F68-9723FA169019}"/>
              </a:ext>
            </a:extLst>
          </p:cNvPr>
          <p:cNvSpPr>
            <a:spLocks noGrp="1"/>
          </p:cNvSpPr>
          <p:nvPr/>
        </p:nvSpPr>
        <p:spPr>
          <a:xfrm>
            <a:off x="824182" y="1245816"/>
            <a:ext cx="24757" cy="24757"/>
          </a:xfrm>
          <a:prstGeom prst="ellipse">
            <a:avLst/>
          </a:prstGeom>
          <a:solidFill>
            <a:srgbClr val="566AB4">
              <a:alpha val="40000"/>
            </a:srgbClr>
          </a:solidFill>
          <a:ln w="0">
            <a:noFill/>
            <a:prstDash val="solid"/>
          </a:ln>
        </p:spPr>
      </p:sp>
      <p:sp>
        <p:nvSpPr>
          <p:cNvPr id="623" name="LigandSeek2_vs_LigandSeek1_ellipse_6137">
            <a:extLst>
              <a:ext uri="{FF2B5EF4-FFF2-40B4-BE49-F238E27FC236}">
                <a16:creationId xmlns:a16="http://schemas.microsoft.com/office/drawing/2014/main" id="{A370E98F-18C7-42C6-B639-1B5C1BBCE88B}"/>
              </a:ext>
            </a:extLst>
          </p:cNvPr>
          <p:cNvSpPr>
            <a:spLocks noGrp="1"/>
          </p:cNvSpPr>
          <p:nvPr/>
        </p:nvSpPr>
        <p:spPr>
          <a:xfrm>
            <a:off x="852639" y="1299883"/>
            <a:ext cx="24757" cy="24757"/>
          </a:xfrm>
          <a:prstGeom prst="ellipse">
            <a:avLst/>
          </a:prstGeom>
          <a:solidFill>
            <a:srgbClr val="566AB4">
              <a:alpha val="40000"/>
            </a:srgbClr>
          </a:solidFill>
          <a:ln w="0">
            <a:noFill/>
            <a:prstDash val="solid"/>
          </a:ln>
        </p:spPr>
      </p:sp>
      <p:sp>
        <p:nvSpPr>
          <p:cNvPr id="624" name="LigandSeek2_vs_LigandSeek1_ellipse_6138">
            <a:extLst>
              <a:ext uri="{FF2B5EF4-FFF2-40B4-BE49-F238E27FC236}">
                <a16:creationId xmlns:a16="http://schemas.microsoft.com/office/drawing/2014/main" id="{9BBBEA8E-35B5-4E79-9BAB-C7FDB81D4272}"/>
              </a:ext>
            </a:extLst>
          </p:cNvPr>
          <p:cNvSpPr>
            <a:spLocks noGrp="1"/>
          </p:cNvSpPr>
          <p:nvPr/>
        </p:nvSpPr>
        <p:spPr>
          <a:xfrm>
            <a:off x="785763" y="1827742"/>
            <a:ext cx="24757" cy="24757"/>
          </a:xfrm>
          <a:prstGeom prst="ellipse">
            <a:avLst/>
          </a:prstGeom>
          <a:solidFill>
            <a:srgbClr val="566AB4">
              <a:alpha val="40000"/>
            </a:srgbClr>
          </a:solidFill>
          <a:ln w="0">
            <a:noFill/>
            <a:prstDash val="solid"/>
          </a:ln>
        </p:spPr>
      </p:sp>
      <p:sp>
        <p:nvSpPr>
          <p:cNvPr id="625" name="LigandSeek2_vs_LigandSeek1_ellipse_6139">
            <a:extLst>
              <a:ext uri="{FF2B5EF4-FFF2-40B4-BE49-F238E27FC236}">
                <a16:creationId xmlns:a16="http://schemas.microsoft.com/office/drawing/2014/main" id="{4B26CBAB-D203-484C-A4B3-AD21FB9C19D5}"/>
              </a:ext>
            </a:extLst>
          </p:cNvPr>
          <p:cNvSpPr>
            <a:spLocks noGrp="1"/>
          </p:cNvSpPr>
          <p:nvPr/>
        </p:nvSpPr>
        <p:spPr>
          <a:xfrm>
            <a:off x="832455" y="980991"/>
            <a:ext cx="24757" cy="24757"/>
          </a:xfrm>
          <a:prstGeom prst="ellipse">
            <a:avLst/>
          </a:prstGeom>
          <a:solidFill>
            <a:srgbClr val="566AB4">
              <a:alpha val="40000"/>
            </a:srgbClr>
          </a:solidFill>
          <a:ln w="0">
            <a:noFill/>
            <a:prstDash val="solid"/>
          </a:ln>
        </p:spPr>
      </p:sp>
      <p:sp>
        <p:nvSpPr>
          <p:cNvPr id="626" name="LigandSeek2_vs_LigandSeek1_ellipse_6140">
            <a:extLst>
              <a:ext uri="{FF2B5EF4-FFF2-40B4-BE49-F238E27FC236}">
                <a16:creationId xmlns:a16="http://schemas.microsoft.com/office/drawing/2014/main" id="{574DB211-8101-43D1-BF5D-A99852F97A24}"/>
              </a:ext>
            </a:extLst>
          </p:cNvPr>
          <p:cNvSpPr>
            <a:spLocks noGrp="1"/>
          </p:cNvSpPr>
          <p:nvPr/>
        </p:nvSpPr>
        <p:spPr>
          <a:xfrm>
            <a:off x="811532" y="1133881"/>
            <a:ext cx="24757" cy="24757"/>
          </a:xfrm>
          <a:prstGeom prst="ellipse">
            <a:avLst/>
          </a:prstGeom>
          <a:solidFill>
            <a:srgbClr val="566AB4">
              <a:alpha val="40000"/>
            </a:srgbClr>
          </a:solidFill>
          <a:ln w="0">
            <a:noFill/>
            <a:prstDash val="solid"/>
          </a:ln>
        </p:spPr>
      </p:sp>
      <p:sp>
        <p:nvSpPr>
          <p:cNvPr id="627" name="LigandSeek2_vs_LigandSeek1_ellipse_6141">
            <a:extLst>
              <a:ext uri="{FF2B5EF4-FFF2-40B4-BE49-F238E27FC236}">
                <a16:creationId xmlns:a16="http://schemas.microsoft.com/office/drawing/2014/main" id="{6BC294B5-B231-4ED3-9F5C-163DC015D237}"/>
              </a:ext>
            </a:extLst>
          </p:cNvPr>
          <p:cNvSpPr>
            <a:spLocks noGrp="1"/>
          </p:cNvSpPr>
          <p:nvPr/>
        </p:nvSpPr>
        <p:spPr>
          <a:xfrm>
            <a:off x="785029" y="1066609"/>
            <a:ext cx="24757" cy="24757"/>
          </a:xfrm>
          <a:prstGeom prst="ellipse">
            <a:avLst/>
          </a:prstGeom>
          <a:solidFill>
            <a:srgbClr val="566AB4">
              <a:alpha val="40000"/>
            </a:srgbClr>
          </a:solidFill>
          <a:ln w="0">
            <a:noFill/>
            <a:prstDash val="solid"/>
          </a:ln>
        </p:spPr>
      </p:sp>
      <p:sp>
        <p:nvSpPr>
          <p:cNvPr id="628" name="LigandSeek2_vs_LigandSeek1_ellipse_6142">
            <a:extLst>
              <a:ext uri="{FF2B5EF4-FFF2-40B4-BE49-F238E27FC236}">
                <a16:creationId xmlns:a16="http://schemas.microsoft.com/office/drawing/2014/main" id="{4DC83B54-9F6C-4AAE-8467-3F3D9D0D25B4}"/>
              </a:ext>
            </a:extLst>
          </p:cNvPr>
          <p:cNvSpPr>
            <a:spLocks noGrp="1"/>
          </p:cNvSpPr>
          <p:nvPr/>
        </p:nvSpPr>
        <p:spPr>
          <a:xfrm>
            <a:off x="843583" y="1298142"/>
            <a:ext cx="24757" cy="24757"/>
          </a:xfrm>
          <a:prstGeom prst="ellipse">
            <a:avLst/>
          </a:prstGeom>
          <a:solidFill>
            <a:srgbClr val="566AB4">
              <a:alpha val="40000"/>
            </a:srgbClr>
          </a:solidFill>
          <a:ln w="0">
            <a:noFill/>
            <a:prstDash val="solid"/>
          </a:ln>
        </p:spPr>
      </p:sp>
      <p:sp>
        <p:nvSpPr>
          <p:cNvPr id="629" name="LigandSeek2_vs_LigandSeek1_ellipse_6143">
            <a:extLst>
              <a:ext uri="{FF2B5EF4-FFF2-40B4-BE49-F238E27FC236}">
                <a16:creationId xmlns:a16="http://schemas.microsoft.com/office/drawing/2014/main" id="{8FB9EDCD-D2DD-44DC-AEC8-7ED779DF6FB9}"/>
              </a:ext>
            </a:extLst>
          </p:cNvPr>
          <p:cNvSpPr>
            <a:spLocks noGrp="1"/>
          </p:cNvSpPr>
          <p:nvPr/>
        </p:nvSpPr>
        <p:spPr>
          <a:xfrm>
            <a:off x="849946" y="926820"/>
            <a:ext cx="24757" cy="24757"/>
          </a:xfrm>
          <a:prstGeom prst="ellipse">
            <a:avLst/>
          </a:prstGeom>
          <a:solidFill>
            <a:srgbClr val="566AB4">
              <a:alpha val="40000"/>
            </a:srgbClr>
          </a:solidFill>
          <a:ln w="0">
            <a:noFill/>
            <a:prstDash val="solid"/>
          </a:ln>
        </p:spPr>
      </p:sp>
      <p:sp>
        <p:nvSpPr>
          <p:cNvPr id="630" name="LigandSeek2_vs_LigandSeek1_ellipse_6144">
            <a:extLst>
              <a:ext uri="{FF2B5EF4-FFF2-40B4-BE49-F238E27FC236}">
                <a16:creationId xmlns:a16="http://schemas.microsoft.com/office/drawing/2014/main" id="{180FAE61-B747-428D-98FF-465B1D74EFC7}"/>
              </a:ext>
            </a:extLst>
          </p:cNvPr>
          <p:cNvSpPr>
            <a:spLocks noGrp="1"/>
          </p:cNvSpPr>
          <p:nvPr/>
        </p:nvSpPr>
        <p:spPr>
          <a:xfrm>
            <a:off x="776547" y="1284183"/>
            <a:ext cx="24757" cy="24757"/>
          </a:xfrm>
          <a:prstGeom prst="ellipse">
            <a:avLst/>
          </a:prstGeom>
          <a:solidFill>
            <a:srgbClr val="566AB4">
              <a:alpha val="40000"/>
            </a:srgbClr>
          </a:solidFill>
          <a:ln w="0">
            <a:noFill/>
            <a:prstDash val="solid"/>
          </a:ln>
        </p:spPr>
      </p:sp>
      <p:sp>
        <p:nvSpPr>
          <p:cNvPr id="631" name="LigandSeek2_vs_LigandSeek1_ellipse_6145">
            <a:extLst>
              <a:ext uri="{FF2B5EF4-FFF2-40B4-BE49-F238E27FC236}">
                <a16:creationId xmlns:a16="http://schemas.microsoft.com/office/drawing/2014/main" id="{E13F11F5-1FCD-494B-B4A2-BC7F0FD719D6}"/>
              </a:ext>
            </a:extLst>
          </p:cNvPr>
          <p:cNvSpPr>
            <a:spLocks noGrp="1"/>
          </p:cNvSpPr>
          <p:nvPr/>
        </p:nvSpPr>
        <p:spPr>
          <a:xfrm>
            <a:off x="815976" y="1699281"/>
            <a:ext cx="24757" cy="24757"/>
          </a:xfrm>
          <a:prstGeom prst="ellipse">
            <a:avLst/>
          </a:prstGeom>
          <a:solidFill>
            <a:srgbClr val="566AB4">
              <a:alpha val="40000"/>
            </a:srgbClr>
          </a:solidFill>
          <a:ln w="0">
            <a:noFill/>
            <a:prstDash val="solid"/>
          </a:ln>
        </p:spPr>
      </p:sp>
      <p:sp>
        <p:nvSpPr>
          <p:cNvPr id="632" name="LigandSeek2_vs_LigandSeek1_ellipse_6146">
            <a:extLst>
              <a:ext uri="{FF2B5EF4-FFF2-40B4-BE49-F238E27FC236}">
                <a16:creationId xmlns:a16="http://schemas.microsoft.com/office/drawing/2014/main" id="{01AE4F9C-1291-4367-8DE4-29144C590617}"/>
              </a:ext>
            </a:extLst>
          </p:cNvPr>
          <p:cNvSpPr>
            <a:spLocks noGrp="1"/>
          </p:cNvSpPr>
          <p:nvPr/>
        </p:nvSpPr>
        <p:spPr>
          <a:xfrm>
            <a:off x="789631" y="1716580"/>
            <a:ext cx="24757" cy="24757"/>
          </a:xfrm>
          <a:prstGeom prst="ellipse">
            <a:avLst/>
          </a:prstGeom>
          <a:solidFill>
            <a:srgbClr val="566AB4">
              <a:alpha val="40000"/>
            </a:srgbClr>
          </a:solidFill>
          <a:ln w="0">
            <a:noFill/>
            <a:prstDash val="solid"/>
          </a:ln>
        </p:spPr>
      </p:sp>
      <p:sp>
        <p:nvSpPr>
          <p:cNvPr id="633" name="LigandSeek2_vs_LigandSeek1_ellipse_6147">
            <a:extLst>
              <a:ext uri="{FF2B5EF4-FFF2-40B4-BE49-F238E27FC236}">
                <a16:creationId xmlns:a16="http://schemas.microsoft.com/office/drawing/2014/main" id="{5301E480-CF95-493C-82FE-94044841A8D5}"/>
              </a:ext>
            </a:extLst>
          </p:cNvPr>
          <p:cNvSpPr>
            <a:spLocks noGrp="1"/>
          </p:cNvSpPr>
          <p:nvPr/>
        </p:nvSpPr>
        <p:spPr>
          <a:xfrm>
            <a:off x="803810" y="1438851"/>
            <a:ext cx="24757" cy="24757"/>
          </a:xfrm>
          <a:prstGeom prst="ellipse">
            <a:avLst/>
          </a:prstGeom>
          <a:solidFill>
            <a:srgbClr val="566AB4">
              <a:alpha val="40000"/>
            </a:srgbClr>
          </a:solidFill>
          <a:ln w="0">
            <a:noFill/>
            <a:prstDash val="solid"/>
          </a:ln>
        </p:spPr>
      </p:sp>
      <p:sp>
        <p:nvSpPr>
          <p:cNvPr id="634" name="LigandSeek2_vs_LigandSeek1_ellipse_6148">
            <a:extLst>
              <a:ext uri="{FF2B5EF4-FFF2-40B4-BE49-F238E27FC236}">
                <a16:creationId xmlns:a16="http://schemas.microsoft.com/office/drawing/2014/main" id="{4DFEA608-B880-4DD9-A79F-6217744E28FC}"/>
              </a:ext>
            </a:extLst>
          </p:cNvPr>
          <p:cNvSpPr>
            <a:spLocks noGrp="1"/>
          </p:cNvSpPr>
          <p:nvPr/>
        </p:nvSpPr>
        <p:spPr>
          <a:xfrm>
            <a:off x="780186" y="1585979"/>
            <a:ext cx="24757" cy="24757"/>
          </a:xfrm>
          <a:prstGeom prst="ellipse">
            <a:avLst/>
          </a:prstGeom>
          <a:solidFill>
            <a:srgbClr val="566AB4">
              <a:alpha val="40000"/>
            </a:srgbClr>
          </a:solidFill>
          <a:ln w="0">
            <a:noFill/>
            <a:prstDash val="solid"/>
          </a:ln>
        </p:spPr>
      </p:sp>
      <p:sp>
        <p:nvSpPr>
          <p:cNvPr id="635" name="LigandSeek2_vs_LigandSeek1_ellipse_6149">
            <a:extLst>
              <a:ext uri="{FF2B5EF4-FFF2-40B4-BE49-F238E27FC236}">
                <a16:creationId xmlns:a16="http://schemas.microsoft.com/office/drawing/2014/main" id="{6D8230BC-FA77-443B-8E88-033013AA291B}"/>
              </a:ext>
            </a:extLst>
          </p:cNvPr>
          <p:cNvSpPr>
            <a:spLocks noGrp="1"/>
          </p:cNvSpPr>
          <p:nvPr/>
        </p:nvSpPr>
        <p:spPr>
          <a:xfrm>
            <a:off x="851252" y="1890368"/>
            <a:ext cx="24757" cy="24757"/>
          </a:xfrm>
          <a:prstGeom prst="ellipse">
            <a:avLst/>
          </a:prstGeom>
          <a:solidFill>
            <a:srgbClr val="566AB4">
              <a:alpha val="40000"/>
            </a:srgbClr>
          </a:solidFill>
          <a:ln w="0">
            <a:noFill/>
            <a:prstDash val="solid"/>
          </a:ln>
        </p:spPr>
      </p:sp>
      <p:sp>
        <p:nvSpPr>
          <p:cNvPr id="636" name="LigandSeek2_vs_LigandSeek1_ellipse_6150">
            <a:extLst>
              <a:ext uri="{FF2B5EF4-FFF2-40B4-BE49-F238E27FC236}">
                <a16:creationId xmlns:a16="http://schemas.microsoft.com/office/drawing/2014/main" id="{2BBBC73A-7E50-4A68-80A2-41E6BCB5A2B8}"/>
              </a:ext>
            </a:extLst>
          </p:cNvPr>
          <p:cNvSpPr>
            <a:spLocks noGrp="1"/>
          </p:cNvSpPr>
          <p:nvPr/>
        </p:nvSpPr>
        <p:spPr>
          <a:xfrm>
            <a:off x="839002" y="1197041"/>
            <a:ext cx="24757" cy="24757"/>
          </a:xfrm>
          <a:prstGeom prst="ellipse">
            <a:avLst/>
          </a:prstGeom>
          <a:solidFill>
            <a:srgbClr val="566AB4">
              <a:alpha val="40000"/>
            </a:srgbClr>
          </a:solidFill>
          <a:ln w="0">
            <a:noFill/>
            <a:prstDash val="solid"/>
          </a:ln>
        </p:spPr>
      </p:sp>
      <p:sp>
        <p:nvSpPr>
          <p:cNvPr id="637" name="LigandSeek2_vs_LigandSeek1_ellipse_6151">
            <a:extLst>
              <a:ext uri="{FF2B5EF4-FFF2-40B4-BE49-F238E27FC236}">
                <a16:creationId xmlns:a16="http://schemas.microsoft.com/office/drawing/2014/main" id="{1EE232C6-C92A-4E6D-95EF-F8F050326428}"/>
              </a:ext>
            </a:extLst>
          </p:cNvPr>
          <p:cNvSpPr>
            <a:spLocks noGrp="1"/>
          </p:cNvSpPr>
          <p:nvPr/>
        </p:nvSpPr>
        <p:spPr>
          <a:xfrm>
            <a:off x="791873" y="1559882"/>
            <a:ext cx="24757" cy="24757"/>
          </a:xfrm>
          <a:prstGeom prst="ellipse">
            <a:avLst/>
          </a:prstGeom>
          <a:solidFill>
            <a:srgbClr val="566AB4">
              <a:alpha val="40000"/>
            </a:srgbClr>
          </a:solidFill>
          <a:ln w="0">
            <a:noFill/>
            <a:prstDash val="solid"/>
          </a:ln>
        </p:spPr>
      </p:sp>
      <p:sp>
        <p:nvSpPr>
          <p:cNvPr id="638" name="LigandSeek2_vs_LigandSeek1_ellipse_6152">
            <a:extLst>
              <a:ext uri="{FF2B5EF4-FFF2-40B4-BE49-F238E27FC236}">
                <a16:creationId xmlns:a16="http://schemas.microsoft.com/office/drawing/2014/main" id="{A2D103D1-5CD0-48FA-85FB-0027F6BD2459}"/>
              </a:ext>
            </a:extLst>
          </p:cNvPr>
          <p:cNvSpPr>
            <a:spLocks noGrp="1"/>
          </p:cNvSpPr>
          <p:nvPr/>
        </p:nvSpPr>
        <p:spPr>
          <a:xfrm>
            <a:off x="805276" y="984576"/>
            <a:ext cx="24757" cy="24757"/>
          </a:xfrm>
          <a:prstGeom prst="ellipse">
            <a:avLst/>
          </a:prstGeom>
          <a:solidFill>
            <a:srgbClr val="566AB4">
              <a:alpha val="40000"/>
            </a:srgbClr>
          </a:solidFill>
          <a:ln w="0">
            <a:noFill/>
            <a:prstDash val="solid"/>
          </a:ln>
        </p:spPr>
      </p:sp>
      <p:sp>
        <p:nvSpPr>
          <p:cNvPr id="639" name="LigandSeek2_vs_LigandSeek1_ellipse_6153">
            <a:extLst>
              <a:ext uri="{FF2B5EF4-FFF2-40B4-BE49-F238E27FC236}">
                <a16:creationId xmlns:a16="http://schemas.microsoft.com/office/drawing/2014/main" id="{13515860-4F93-48DC-9173-5DA3D09C722A}"/>
              </a:ext>
            </a:extLst>
          </p:cNvPr>
          <p:cNvSpPr>
            <a:spLocks noGrp="1"/>
          </p:cNvSpPr>
          <p:nvPr/>
        </p:nvSpPr>
        <p:spPr>
          <a:xfrm>
            <a:off x="778213" y="1483307"/>
            <a:ext cx="24757" cy="24757"/>
          </a:xfrm>
          <a:prstGeom prst="ellipse">
            <a:avLst/>
          </a:prstGeom>
          <a:solidFill>
            <a:srgbClr val="566AB4">
              <a:alpha val="40000"/>
            </a:srgbClr>
          </a:solidFill>
          <a:ln w="0">
            <a:noFill/>
            <a:prstDash val="solid"/>
          </a:ln>
        </p:spPr>
      </p:sp>
      <p:sp>
        <p:nvSpPr>
          <p:cNvPr id="640" name="LigandSeek2_vs_LigandSeek1_ellipse_6154">
            <a:extLst>
              <a:ext uri="{FF2B5EF4-FFF2-40B4-BE49-F238E27FC236}">
                <a16:creationId xmlns:a16="http://schemas.microsoft.com/office/drawing/2014/main" id="{8487E717-F295-4BFF-A9A9-715C2776D669}"/>
              </a:ext>
            </a:extLst>
          </p:cNvPr>
          <p:cNvSpPr>
            <a:spLocks noGrp="1"/>
          </p:cNvSpPr>
          <p:nvPr/>
        </p:nvSpPr>
        <p:spPr>
          <a:xfrm>
            <a:off x="824533" y="1337935"/>
            <a:ext cx="24757" cy="24757"/>
          </a:xfrm>
          <a:prstGeom prst="ellipse">
            <a:avLst/>
          </a:prstGeom>
          <a:solidFill>
            <a:srgbClr val="566AB4">
              <a:alpha val="40000"/>
            </a:srgbClr>
          </a:solidFill>
          <a:ln w="0">
            <a:noFill/>
            <a:prstDash val="solid"/>
          </a:ln>
        </p:spPr>
      </p:sp>
      <p:sp>
        <p:nvSpPr>
          <p:cNvPr id="641" name="LigandSeek2_vs_LigandSeek1_ellipse_6155">
            <a:extLst>
              <a:ext uri="{FF2B5EF4-FFF2-40B4-BE49-F238E27FC236}">
                <a16:creationId xmlns:a16="http://schemas.microsoft.com/office/drawing/2014/main" id="{CFB6E80C-1C8A-4FD4-B8C8-8D64FAED62B7}"/>
              </a:ext>
            </a:extLst>
          </p:cNvPr>
          <p:cNvSpPr>
            <a:spLocks noGrp="1"/>
          </p:cNvSpPr>
          <p:nvPr/>
        </p:nvSpPr>
        <p:spPr>
          <a:xfrm>
            <a:off x="842271" y="1128417"/>
            <a:ext cx="24757" cy="24757"/>
          </a:xfrm>
          <a:prstGeom prst="ellipse">
            <a:avLst/>
          </a:prstGeom>
          <a:solidFill>
            <a:srgbClr val="566AB4">
              <a:alpha val="40000"/>
            </a:srgbClr>
          </a:solidFill>
          <a:ln w="0">
            <a:noFill/>
            <a:prstDash val="solid"/>
          </a:ln>
        </p:spPr>
      </p:sp>
      <p:sp>
        <p:nvSpPr>
          <p:cNvPr id="642" name="LigandSeek2_vs_LigandSeek1_ellipse_6156">
            <a:extLst>
              <a:ext uri="{FF2B5EF4-FFF2-40B4-BE49-F238E27FC236}">
                <a16:creationId xmlns:a16="http://schemas.microsoft.com/office/drawing/2014/main" id="{544437F5-358B-447F-8A23-6EA1FD0D3F5D}"/>
              </a:ext>
            </a:extLst>
          </p:cNvPr>
          <p:cNvSpPr>
            <a:spLocks noGrp="1"/>
          </p:cNvSpPr>
          <p:nvPr/>
        </p:nvSpPr>
        <p:spPr>
          <a:xfrm>
            <a:off x="789036" y="1573466"/>
            <a:ext cx="24757" cy="24757"/>
          </a:xfrm>
          <a:prstGeom prst="ellipse">
            <a:avLst/>
          </a:prstGeom>
          <a:solidFill>
            <a:srgbClr val="566AB4">
              <a:alpha val="40000"/>
            </a:srgbClr>
          </a:solidFill>
          <a:ln w="0">
            <a:noFill/>
            <a:prstDash val="solid"/>
          </a:ln>
        </p:spPr>
      </p:sp>
      <p:sp>
        <p:nvSpPr>
          <p:cNvPr id="643" name="LigandSeek2_vs_LigandSeek1_ellipse_6157">
            <a:extLst>
              <a:ext uri="{FF2B5EF4-FFF2-40B4-BE49-F238E27FC236}">
                <a16:creationId xmlns:a16="http://schemas.microsoft.com/office/drawing/2014/main" id="{C93A0BE6-F1C6-40F5-BA66-7EADBE4A2B62}"/>
              </a:ext>
            </a:extLst>
          </p:cNvPr>
          <p:cNvSpPr>
            <a:spLocks noGrp="1"/>
          </p:cNvSpPr>
          <p:nvPr/>
        </p:nvSpPr>
        <p:spPr>
          <a:xfrm>
            <a:off x="836984" y="1630599"/>
            <a:ext cx="24757" cy="24757"/>
          </a:xfrm>
          <a:prstGeom prst="ellipse">
            <a:avLst/>
          </a:prstGeom>
          <a:solidFill>
            <a:srgbClr val="566AB4">
              <a:alpha val="40000"/>
            </a:srgbClr>
          </a:solidFill>
          <a:ln w="0">
            <a:noFill/>
            <a:prstDash val="solid"/>
          </a:ln>
        </p:spPr>
      </p:sp>
      <p:sp>
        <p:nvSpPr>
          <p:cNvPr id="644" name="LigandSeek2_vs_LigandSeek1_ellipse_6158">
            <a:extLst>
              <a:ext uri="{FF2B5EF4-FFF2-40B4-BE49-F238E27FC236}">
                <a16:creationId xmlns:a16="http://schemas.microsoft.com/office/drawing/2014/main" id="{06781BF0-80CC-4DF6-BA1C-9F7CC00A0492}"/>
              </a:ext>
            </a:extLst>
          </p:cNvPr>
          <p:cNvSpPr>
            <a:spLocks noGrp="1"/>
          </p:cNvSpPr>
          <p:nvPr/>
        </p:nvSpPr>
        <p:spPr>
          <a:xfrm>
            <a:off x="783284" y="1890368"/>
            <a:ext cx="24757" cy="24757"/>
          </a:xfrm>
          <a:prstGeom prst="ellipse">
            <a:avLst/>
          </a:prstGeom>
          <a:solidFill>
            <a:srgbClr val="566AB4">
              <a:alpha val="40000"/>
            </a:srgbClr>
          </a:solidFill>
          <a:ln w="0">
            <a:noFill/>
            <a:prstDash val="solid"/>
          </a:ln>
        </p:spPr>
      </p:sp>
      <p:sp>
        <p:nvSpPr>
          <p:cNvPr id="645" name="LigandSeek2_vs_LigandSeek1_ellipse_6159">
            <a:extLst>
              <a:ext uri="{FF2B5EF4-FFF2-40B4-BE49-F238E27FC236}">
                <a16:creationId xmlns:a16="http://schemas.microsoft.com/office/drawing/2014/main" id="{0EBB55FB-08DC-41CA-A89A-FA620A47D922}"/>
              </a:ext>
            </a:extLst>
          </p:cNvPr>
          <p:cNvSpPr>
            <a:spLocks noGrp="1"/>
          </p:cNvSpPr>
          <p:nvPr/>
        </p:nvSpPr>
        <p:spPr>
          <a:xfrm>
            <a:off x="799659" y="1062560"/>
            <a:ext cx="24757" cy="24757"/>
          </a:xfrm>
          <a:prstGeom prst="ellipse">
            <a:avLst/>
          </a:prstGeom>
          <a:solidFill>
            <a:srgbClr val="566AB4">
              <a:alpha val="40000"/>
            </a:srgbClr>
          </a:solidFill>
          <a:ln w="0">
            <a:noFill/>
            <a:prstDash val="solid"/>
          </a:ln>
        </p:spPr>
      </p:sp>
      <p:sp>
        <p:nvSpPr>
          <p:cNvPr id="646" name="LigandSeek2_vs_LigandSeek1_ellipse_6160">
            <a:extLst>
              <a:ext uri="{FF2B5EF4-FFF2-40B4-BE49-F238E27FC236}">
                <a16:creationId xmlns:a16="http://schemas.microsoft.com/office/drawing/2014/main" id="{D33AB6CB-10E4-42DC-A46A-A34C11B4CB01}"/>
              </a:ext>
            </a:extLst>
          </p:cNvPr>
          <p:cNvSpPr>
            <a:spLocks noGrp="1"/>
          </p:cNvSpPr>
          <p:nvPr/>
        </p:nvSpPr>
        <p:spPr>
          <a:xfrm>
            <a:off x="800756" y="1175723"/>
            <a:ext cx="24757" cy="24757"/>
          </a:xfrm>
          <a:prstGeom prst="ellipse">
            <a:avLst/>
          </a:prstGeom>
          <a:solidFill>
            <a:srgbClr val="566AB4">
              <a:alpha val="40000"/>
            </a:srgbClr>
          </a:solidFill>
          <a:ln w="0">
            <a:noFill/>
            <a:prstDash val="solid"/>
          </a:ln>
        </p:spPr>
      </p:sp>
      <p:sp>
        <p:nvSpPr>
          <p:cNvPr id="647" name="LigandSeek2_vs_LigandSeek1_ellipse_6161">
            <a:extLst>
              <a:ext uri="{FF2B5EF4-FFF2-40B4-BE49-F238E27FC236}">
                <a16:creationId xmlns:a16="http://schemas.microsoft.com/office/drawing/2014/main" id="{7D86C243-09B8-458F-9F8D-3C156DA77397}"/>
              </a:ext>
            </a:extLst>
          </p:cNvPr>
          <p:cNvSpPr>
            <a:spLocks noGrp="1"/>
          </p:cNvSpPr>
          <p:nvPr/>
        </p:nvSpPr>
        <p:spPr>
          <a:xfrm>
            <a:off x="828284" y="1097242"/>
            <a:ext cx="24757" cy="24757"/>
          </a:xfrm>
          <a:prstGeom prst="ellipse">
            <a:avLst/>
          </a:prstGeom>
          <a:solidFill>
            <a:srgbClr val="566AB4">
              <a:alpha val="40000"/>
            </a:srgbClr>
          </a:solidFill>
          <a:ln w="0">
            <a:noFill/>
            <a:prstDash val="solid"/>
          </a:ln>
        </p:spPr>
      </p:sp>
      <p:sp>
        <p:nvSpPr>
          <p:cNvPr id="648" name="LigandSeek2_vs_LigandSeek1_ellipse_6162">
            <a:extLst>
              <a:ext uri="{FF2B5EF4-FFF2-40B4-BE49-F238E27FC236}">
                <a16:creationId xmlns:a16="http://schemas.microsoft.com/office/drawing/2014/main" id="{175BAB99-4681-4D45-8A7F-78563B2E86BB}"/>
              </a:ext>
            </a:extLst>
          </p:cNvPr>
          <p:cNvSpPr>
            <a:spLocks noGrp="1"/>
          </p:cNvSpPr>
          <p:nvPr/>
        </p:nvSpPr>
        <p:spPr>
          <a:xfrm>
            <a:off x="831892" y="1025490"/>
            <a:ext cx="24757" cy="24757"/>
          </a:xfrm>
          <a:prstGeom prst="ellipse">
            <a:avLst/>
          </a:prstGeom>
          <a:solidFill>
            <a:srgbClr val="566AB4">
              <a:alpha val="40000"/>
            </a:srgbClr>
          </a:solidFill>
          <a:ln w="0">
            <a:noFill/>
            <a:prstDash val="solid"/>
          </a:ln>
        </p:spPr>
      </p:sp>
      <p:sp>
        <p:nvSpPr>
          <p:cNvPr id="649" name="LigandSeek2_vs_LigandSeek1_ellipse_6163">
            <a:extLst>
              <a:ext uri="{FF2B5EF4-FFF2-40B4-BE49-F238E27FC236}">
                <a16:creationId xmlns:a16="http://schemas.microsoft.com/office/drawing/2014/main" id="{E755ACD0-3D13-4B04-8B64-57B0A81F769A}"/>
              </a:ext>
            </a:extLst>
          </p:cNvPr>
          <p:cNvSpPr>
            <a:spLocks noGrp="1"/>
          </p:cNvSpPr>
          <p:nvPr/>
        </p:nvSpPr>
        <p:spPr>
          <a:xfrm>
            <a:off x="811486" y="1890368"/>
            <a:ext cx="24757" cy="24757"/>
          </a:xfrm>
          <a:prstGeom prst="ellipse">
            <a:avLst/>
          </a:prstGeom>
          <a:solidFill>
            <a:srgbClr val="566AB4">
              <a:alpha val="40000"/>
            </a:srgbClr>
          </a:solidFill>
          <a:ln w="0">
            <a:noFill/>
            <a:prstDash val="solid"/>
          </a:ln>
        </p:spPr>
      </p:sp>
      <p:sp>
        <p:nvSpPr>
          <p:cNvPr id="650" name="LigandSeek2_vs_LigandSeek1_ellipse_6164">
            <a:extLst>
              <a:ext uri="{FF2B5EF4-FFF2-40B4-BE49-F238E27FC236}">
                <a16:creationId xmlns:a16="http://schemas.microsoft.com/office/drawing/2014/main" id="{CFA28660-5DD8-49BD-B23F-620860F92510}"/>
              </a:ext>
            </a:extLst>
          </p:cNvPr>
          <p:cNvSpPr>
            <a:spLocks noGrp="1"/>
          </p:cNvSpPr>
          <p:nvPr/>
        </p:nvSpPr>
        <p:spPr>
          <a:xfrm>
            <a:off x="821805" y="1100658"/>
            <a:ext cx="24757" cy="24757"/>
          </a:xfrm>
          <a:prstGeom prst="ellipse">
            <a:avLst/>
          </a:prstGeom>
          <a:solidFill>
            <a:srgbClr val="566AB4">
              <a:alpha val="40000"/>
            </a:srgbClr>
          </a:solidFill>
          <a:ln w="0">
            <a:noFill/>
            <a:prstDash val="solid"/>
          </a:ln>
        </p:spPr>
      </p:sp>
      <p:sp>
        <p:nvSpPr>
          <p:cNvPr id="651" name="LigandSeek2_vs_LigandSeek1_ellipse_6165">
            <a:extLst>
              <a:ext uri="{FF2B5EF4-FFF2-40B4-BE49-F238E27FC236}">
                <a16:creationId xmlns:a16="http://schemas.microsoft.com/office/drawing/2014/main" id="{1739EB9A-AC88-4086-B905-7D8DD7352C9A}"/>
              </a:ext>
            </a:extLst>
          </p:cNvPr>
          <p:cNvSpPr>
            <a:spLocks noGrp="1"/>
          </p:cNvSpPr>
          <p:nvPr/>
        </p:nvSpPr>
        <p:spPr>
          <a:xfrm>
            <a:off x="815402" y="1156903"/>
            <a:ext cx="24757" cy="24757"/>
          </a:xfrm>
          <a:prstGeom prst="ellipse">
            <a:avLst/>
          </a:prstGeom>
          <a:solidFill>
            <a:srgbClr val="566AB4">
              <a:alpha val="40000"/>
            </a:srgbClr>
          </a:solidFill>
          <a:ln w="0">
            <a:noFill/>
            <a:prstDash val="solid"/>
          </a:ln>
        </p:spPr>
      </p:sp>
      <p:sp>
        <p:nvSpPr>
          <p:cNvPr id="652" name="LigandSeek2_vs_LigandSeek1_ellipse_6166">
            <a:extLst>
              <a:ext uri="{FF2B5EF4-FFF2-40B4-BE49-F238E27FC236}">
                <a16:creationId xmlns:a16="http://schemas.microsoft.com/office/drawing/2014/main" id="{D4D02E37-E54D-448F-869F-28C857AE323B}"/>
              </a:ext>
            </a:extLst>
          </p:cNvPr>
          <p:cNvSpPr>
            <a:spLocks noGrp="1"/>
          </p:cNvSpPr>
          <p:nvPr/>
        </p:nvSpPr>
        <p:spPr>
          <a:xfrm>
            <a:off x="810597" y="977724"/>
            <a:ext cx="24757" cy="24757"/>
          </a:xfrm>
          <a:prstGeom prst="ellipse">
            <a:avLst/>
          </a:prstGeom>
          <a:solidFill>
            <a:srgbClr val="566AB4">
              <a:alpha val="40000"/>
            </a:srgbClr>
          </a:solidFill>
          <a:ln w="0">
            <a:noFill/>
            <a:prstDash val="solid"/>
          </a:ln>
        </p:spPr>
      </p:sp>
      <p:sp>
        <p:nvSpPr>
          <p:cNvPr id="653" name="LigandSeek2_vs_LigandSeek1_ellipse_6167">
            <a:extLst>
              <a:ext uri="{FF2B5EF4-FFF2-40B4-BE49-F238E27FC236}">
                <a16:creationId xmlns:a16="http://schemas.microsoft.com/office/drawing/2014/main" id="{D7880250-9625-460A-B8CC-7D3A517EE34B}"/>
              </a:ext>
            </a:extLst>
          </p:cNvPr>
          <p:cNvSpPr>
            <a:spLocks noGrp="1"/>
          </p:cNvSpPr>
          <p:nvPr/>
        </p:nvSpPr>
        <p:spPr>
          <a:xfrm>
            <a:off x="791487" y="1597541"/>
            <a:ext cx="24757" cy="24757"/>
          </a:xfrm>
          <a:prstGeom prst="ellipse">
            <a:avLst/>
          </a:prstGeom>
          <a:solidFill>
            <a:srgbClr val="566AB4">
              <a:alpha val="40000"/>
            </a:srgbClr>
          </a:solidFill>
          <a:ln w="0">
            <a:noFill/>
            <a:prstDash val="solid"/>
          </a:ln>
        </p:spPr>
      </p:sp>
      <p:sp>
        <p:nvSpPr>
          <p:cNvPr id="654" name="LigandSeek2_vs_LigandSeek1_ellipse_6168">
            <a:extLst>
              <a:ext uri="{FF2B5EF4-FFF2-40B4-BE49-F238E27FC236}">
                <a16:creationId xmlns:a16="http://schemas.microsoft.com/office/drawing/2014/main" id="{9D5BEE2E-94EA-48FD-8C8E-491F10BC0B53}"/>
              </a:ext>
            </a:extLst>
          </p:cNvPr>
          <p:cNvSpPr>
            <a:spLocks noGrp="1"/>
          </p:cNvSpPr>
          <p:nvPr/>
        </p:nvSpPr>
        <p:spPr>
          <a:xfrm>
            <a:off x="782821" y="1381626"/>
            <a:ext cx="24757" cy="24757"/>
          </a:xfrm>
          <a:prstGeom prst="ellipse">
            <a:avLst/>
          </a:prstGeom>
          <a:solidFill>
            <a:srgbClr val="566AB4">
              <a:alpha val="40000"/>
            </a:srgbClr>
          </a:solidFill>
          <a:ln w="0">
            <a:noFill/>
            <a:prstDash val="solid"/>
          </a:ln>
        </p:spPr>
      </p:sp>
      <p:sp>
        <p:nvSpPr>
          <p:cNvPr id="655" name="LigandSeek2_vs_LigandSeek1_ellipse_6169">
            <a:extLst>
              <a:ext uri="{FF2B5EF4-FFF2-40B4-BE49-F238E27FC236}">
                <a16:creationId xmlns:a16="http://schemas.microsoft.com/office/drawing/2014/main" id="{FEA044E1-7A31-4513-ABE4-37672465DC97}"/>
              </a:ext>
            </a:extLst>
          </p:cNvPr>
          <p:cNvSpPr>
            <a:spLocks noGrp="1"/>
          </p:cNvSpPr>
          <p:nvPr/>
        </p:nvSpPr>
        <p:spPr>
          <a:xfrm>
            <a:off x="801886" y="906501"/>
            <a:ext cx="24757" cy="24757"/>
          </a:xfrm>
          <a:prstGeom prst="ellipse">
            <a:avLst/>
          </a:prstGeom>
          <a:solidFill>
            <a:srgbClr val="566AB4">
              <a:alpha val="40000"/>
            </a:srgbClr>
          </a:solidFill>
          <a:ln w="0">
            <a:noFill/>
            <a:prstDash val="solid"/>
          </a:ln>
        </p:spPr>
      </p:sp>
      <p:sp>
        <p:nvSpPr>
          <p:cNvPr id="656" name="LigandSeek2_vs_LigandSeek1_ellipse_6170">
            <a:extLst>
              <a:ext uri="{FF2B5EF4-FFF2-40B4-BE49-F238E27FC236}">
                <a16:creationId xmlns:a16="http://schemas.microsoft.com/office/drawing/2014/main" id="{2513AE33-155A-4482-9CD7-3939C8475B34}"/>
              </a:ext>
            </a:extLst>
          </p:cNvPr>
          <p:cNvSpPr>
            <a:spLocks noGrp="1"/>
          </p:cNvSpPr>
          <p:nvPr/>
        </p:nvSpPr>
        <p:spPr>
          <a:xfrm>
            <a:off x="785857" y="1744850"/>
            <a:ext cx="24757" cy="24757"/>
          </a:xfrm>
          <a:prstGeom prst="ellipse">
            <a:avLst/>
          </a:prstGeom>
          <a:solidFill>
            <a:srgbClr val="566AB4">
              <a:alpha val="40000"/>
            </a:srgbClr>
          </a:solidFill>
          <a:ln w="0">
            <a:noFill/>
            <a:prstDash val="solid"/>
          </a:ln>
        </p:spPr>
      </p:sp>
      <p:sp>
        <p:nvSpPr>
          <p:cNvPr id="657" name="LigandSeek2_vs_LigandSeek1_ellipse_6171">
            <a:extLst>
              <a:ext uri="{FF2B5EF4-FFF2-40B4-BE49-F238E27FC236}">
                <a16:creationId xmlns:a16="http://schemas.microsoft.com/office/drawing/2014/main" id="{98A0B0F2-8EBA-4E4D-B88C-0039A434C794}"/>
              </a:ext>
            </a:extLst>
          </p:cNvPr>
          <p:cNvSpPr>
            <a:spLocks noGrp="1"/>
          </p:cNvSpPr>
          <p:nvPr/>
        </p:nvSpPr>
        <p:spPr>
          <a:xfrm>
            <a:off x="808814" y="1010746"/>
            <a:ext cx="24757" cy="24757"/>
          </a:xfrm>
          <a:prstGeom prst="ellipse">
            <a:avLst/>
          </a:prstGeom>
          <a:solidFill>
            <a:srgbClr val="566AB4">
              <a:alpha val="40000"/>
            </a:srgbClr>
          </a:solidFill>
          <a:ln w="0">
            <a:noFill/>
            <a:prstDash val="solid"/>
          </a:ln>
        </p:spPr>
      </p:sp>
      <p:sp>
        <p:nvSpPr>
          <p:cNvPr id="658" name="LigandSeek2_vs_LigandSeek1_ellipse_6172">
            <a:extLst>
              <a:ext uri="{FF2B5EF4-FFF2-40B4-BE49-F238E27FC236}">
                <a16:creationId xmlns:a16="http://schemas.microsoft.com/office/drawing/2014/main" id="{858EE2D5-4C9E-4114-854A-7E13E28D14B8}"/>
              </a:ext>
            </a:extLst>
          </p:cNvPr>
          <p:cNvSpPr>
            <a:spLocks noGrp="1"/>
          </p:cNvSpPr>
          <p:nvPr/>
        </p:nvSpPr>
        <p:spPr>
          <a:xfrm>
            <a:off x="798061" y="1515111"/>
            <a:ext cx="24757" cy="24757"/>
          </a:xfrm>
          <a:prstGeom prst="ellipse">
            <a:avLst/>
          </a:prstGeom>
          <a:solidFill>
            <a:srgbClr val="566AB4">
              <a:alpha val="40000"/>
            </a:srgbClr>
          </a:solidFill>
          <a:ln w="0">
            <a:noFill/>
            <a:prstDash val="solid"/>
          </a:ln>
        </p:spPr>
      </p:sp>
      <p:sp>
        <p:nvSpPr>
          <p:cNvPr id="659" name="LigandSeek2_vs_LigandSeek1_ellipse_6173">
            <a:extLst>
              <a:ext uri="{FF2B5EF4-FFF2-40B4-BE49-F238E27FC236}">
                <a16:creationId xmlns:a16="http://schemas.microsoft.com/office/drawing/2014/main" id="{715CF5DD-C493-4F5B-835C-14157CDB03B6}"/>
              </a:ext>
            </a:extLst>
          </p:cNvPr>
          <p:cNvSpPr>
            <a:spLocks noGrp="1"/>
          </p:cNvSpPr>
          <p:nvPr/>
        </p:nvSpPr>
        <p:spPr>
          <a:xfrm>
            <a:off x="801643" y="1684270"/>
            <a:ext cx="24757" cy="24757"/>
          </a:xfrm>
          <a:prstGeom prst="ellipse">
            <a:avLst/>
          </a:prstGeom>
          <a:solidFill>
            <a:srgbClr val="566AB4">
              <a:alpha val="40000"/>
            </a:srgbClr>
          </a:solidFill>
          <a:ln w="0">
            <a:noFill/>
            <a:prstDash val="solid"/>
          </a:ln>
        </p:spPr>
      </p:sp>
      <p:sp>
        <p:nvSpPr>
          <p:cNvPr id="660" name="LigandSeek2_vs_LigandSeek1_ellipse_6174">
            <a:extLst>
              <a:ext uri="{FF2B5EF4-FFF2-40B4-BE49-F238E27FC236}">
                <a16:creationId xmlns:a16="http://schemas.microsoft.com/office/drawing/2014/main" id="{264CCF62-A600-4107-8DB5-35DDE452794D}"/>
              </a:ext>
            </a:extLst>
          </p:cNvPr>
          <p:cNvSpPr>
            <a:spLocks noGrp="1"/>
          </p:cNvSpPr>
          <p:nvPr/>
        </p:nvSpPr>
        <p:spPr>
          <a:xfrm>
            <a:off x="829961" y="923411"/>
            <a:ext cx="24757" cy="24757"/>
          </a:xfrm>
          <a:prstGeom prst="ellipse">
            <a:avLst/>
          </a:prstGeom>
          <a:solidFill>
            <a:srgbClr val="566AB4">
              <a:alpha val="40000"/>
            </a:srgbClr>
          </a:solidFill>
          <a:ln w="0">
            <a:noFill/>
            <a:prstDash val="solid"/>
          </a:ln>
        </p:spPr>
      </p:sp>
      <p:sp>
        <p:nvSpPr>
          <p:cNvPr id="661" name="LigandSeek2_vs_LigandSeek1_ellipse_6175">
            <a:extLst>
              <a:ext uri="{FF2B5EF4-FFF2-40B4-BE49-F238E27FC236}">
                <a16:creationId xmlns:a16="http://schemas.microsoft.com/office/drawing/2014/main" id="{33E2C9C2-FD55-40E6-A344-7972CA805B53}"/>
              </a:ext>
            </a:extLst>
          </p:cNvPr>
          <p:cNvSpPr>
            <a:spLocks noGrp="1"/>
          </p:cNvSpPr>
          <p:nvPr/>
        </p:nvSpPr>
        <p:spPr>
          <a:xfrm>
            <a:off x="851907" y="1071109"/>
            <a:ext cx="24757" cy="24757"/>
          </a:xfrm>
          <a:prstGeom prst="ellipse">
            <a:avLst/>
          </a:prstGeom>
          <a:solidFill>
            <a:srgbClr val="566AB4">
              <a:alpha val="40000"/>
            </a:srgbClr>
          </a:solidFill>
          <a:ln w="0">
            <a:noFill/>
            <a:prstDash val="solid"/>
          </a:ln>
        </p:spPr>
      </p:sp>
      <p:sp>
        <p:nvSpPr>
          <p:cNvPr id="662" name="LigandSeek2_vs_LigandSeek1_ellipse_6176">
            <a:extLst>
              <a:ext uri="{FF2B5EF4-FFF2-40B4-BE49-F238E27FC236}">
                <a16:creationId xmlns:a16="http://schemas.microsoft.com/office/drawing/2014/main" id="{BB84842F-6AAB-4C3E-BE97-EB4ABAD23145}"/>
              </a:ext>
            </a:extLst>
          </p:cNvPr>
          <p:cNvSpPr>
            <a:spLocks noGrp="1"/>
          </p:cNvSpPr>
          <p:nvPr/>
        </p:nvSpPr>
        <p:spPr>
          <a:xfrm>
            <a:off x="778957" y="1890368"/>
            <a:ext cx="24757" cy="24757"/>
          </a:xfrm>
          <a:prstGeom prst="ellipse">
            <a:avLst/>
          </a:prstGeom>
          <a:solidFill>
            <a:srgbClr val="566AB4">
              <a:alpha val="40000"/>
            </a:srgbClr>
          </a:solidFill>
          <a:ln w="0">
            <a:noFill/>
            <a:prstDash val="solid"/>
          </a:ln>
        </p:spPr>
      </p:sp>
      <p:sp>
        <p:nvSpPr>
          <p:cNvPr id="663" name="LigandSeek2_vs_LigandSeek1_ellipse_6177">
            <a:extLst>
              <a:ext uri="{FF2B5EF4-FFF2-40B4-BE49-F238E27FC236}">
                <a16:creationId xmlns:a16="http://schemas.microsoft.com/office/drawing/2014/main" id="{C4624D22-2DA2-4C99-B256-90BFA3EA89AE}"/>
              </a:ext>
            </a:extLst>
          </p:cNvPr>
          <p:cNvSpPr>
            <a:spLocks noGrp="1"/>
          </p:cNvSpPr>
          <p:nvPr/>
        </p:nvSpPr>
        <p:spPr>
          <a:xfrm>
            <a:off x="843305" y="1488743"/>
            <a:ext cx="24757" cy="24757"/>
          </a:xfrm>
          <a:prstGeom prst="ellipse">
            <a:avLst/>
          </a:prstGeom>
          <a:solidFill>
            <a:srgbClr val="566AB4">
              <a:alpha val="40000"/>
            </a:srgbClr>
          </a:solidFill>
          <a:ln w="0">
            <a:noFill/>
            <a:prstDash val="solid"/>
          </a:ln>
        </p:spPr>
      </p:sp>
      <p:sp>
        <p:nvSpPr>
          <p:cNvPr id="664" name="LigandSeek2_vs_LigandSeek1_ellipse_6178">
            <a:extLst>
              <a:ext uri="{FF2B5EF4-FFF2-40B4-BE49-F238E27FC236}">
                <a16:creationId xmlns:a16="http://schemas.microsoft.com/office/drawing/2014/main" id="{29F0B0F8-BB81-441C-A4FC-D5C42CC77C29}"/>
              </a:ext>
            </a:extLst>
          </p:cNvPr>
          <p:cNvSpPr>
            <a:spLocks noGrp="1"/>
          </p:cNvSpPr>
          <p:nvPr/>
        </p:nvSpPr>
        <p:spPr>
          <a:xfrm>
            <a:off x="858892" y="1438963"/>
            <a:ext cx="24757" cy="24757"/>
          </a:xfrm>
          <a:prstGeom prst="ellipse">
            <a:avLst/>
          </a:prstGeom>
          <a:solidFill>
            <a:srgbClr val="566AB4">
              <a:alpha val="40000"/>
            </a:srgbClr>
          </a:solidFill>
          <a:ln w="0">
            <a:noFill/>
            <a:prstDash val="solid"/>
          </a:ln>
        </p:spPr>
      </p:sp>
      <p:sp>
        <p:nvSpPr>
          <p:cNvPr id="665" name="LigandSeek2_vs_LigandSeek1_ellipse_6179">
            <a:extLst>
              <a:ext uri="{FF2B5EF4-FFF2-40B4-BE49-F238E27FC236}">
                <a16:creationId xmlns:a16="http://schemas.microsoft.com/office/drawing/2014/main" id="{6ED113A2-99AD-4D0F-B22D-BE2B21CEAF7A}"/>
              </a:ext>
            </a:extLst>
          </p:cNvPr>
          <p:cNvSpPr>
            <a:spLocks noGrp="1"/>
          </p:cNvSpPr>
          <p:nvPr/>
        </p:nvSpPr>
        <p:spPr>
          <a:xfrm>
            <a:off x="835454" y="1505581"/>
            <a:ext cx="24757" cy="24757"/>
          </a:xfrm>
          <a:prstGeom prst="ellipse">
            <a:avLst/>
          </a:prstGeom>
          <a:solidFill>
            <a:srgbClr val="566AB4">
              <a:alpha val="40000"/>
            </a:srgbClr>
          </a:solidFill>
          <a:ln w="0">
            <a:noFill/>
            <a:prstDash val="solid"/>
          </a:ln>
        </p:spPr>
      </p:sp>
      <p:sp>
        <p:nvSpPr>
          <p:cNvPr id="666" name="LigandSeek2_vs_LigandSeek1_ellipse_6180">
            <a:extLst>
              <a:ext uri="{FF2B5EF4-FFF2-40B4-BE49-F238E27FC236}">
                <a16:creationId xmlns:a16="http://schemas.microsoft.com/office/drawing/2014/main" id="{CB41F0D8-82E3-423B-B487-34080A4B95E6}"/>
              </a:ext>
            </a:extLst>
          </p:cNvPr>
          <p:cNvSpPr>
            <a:spLocks noGrp="1"/>
          </p:cNvSpPr>
          <p:nvPr/>
        </p:nvSpPr>
        <p:spPr>
          <a:xfrm>
            <a:off x="818054" y="1890368"/>
            <a:ext cx="24757" cy="24757"/>
          </a:xfrm>
          <a:prstGeom prst="ellipse">
            <a:avLst/>
          </a:prstGeom>
          <a:solidFill>
            <a:srgbClr val="566AB4">
              <a:alpha val="40000"/>
            </a:srgbClr>
          </a:solidFill>
          <a:ln w="0">
            <a:noFill/>
            <a:prstDash val="solid"/>
          </a:ln>
        </p:spPr>
      </p:sp>
      <p:sp>
        <p:nvSpPr>
          <p:cNvPr id="667" name="LigandSeek2_vs_LigandSeek1_ellipse_6181">
            <a:extLst>
              <a:ext uri="{FF2B5EF4-FFF2-40B4-BE49-F238E27FC236}">
                <a16:creationId xmlns:a16="http://schemas.microsoft.com/office/drawing/2014/main" id="{8A171ECD-2CAB-428A-8A4A-EABF5081B9FF}"/>
              </a:ext>
            </a:extLst>
          </p:cNvPr>
          <p:cNvSpPr>
            <a:spLocks noGrp="1"/>
          </p:cNvSpPr>
          <p:nvPr/>
        </p:nvSpPr>
        <p:spPr>
          <a:xfrm>
            <a:off x="858729" y="1294398"/>
            <a:ext cx="24757" cy="24757"/>
          </a:xfrm>
          <a:prstGeom prst="ellipse">
            <a:avLst/>
          </a:prstGeom>
          <a:solidFill>
            <a:srgbClr val="566AB4">
              <a:alpha val="40000"/>
            </a:srgbClr>
          </a:solidFill>
          <a:ln w="0">
            <a:noFill/>
            <a:prstDash val="solid"/>
          </a:ln>
        </p:spPr>
      </p:sp>
      <p:sp>
        <p:nvSpPr>
          <p:cNvPr id="668" name="LigandSeek2_vs_LigandSeek1_ellipse_6182">
            <a:extLst>
              <a:ext uri="{FF2B5EF4-FFF2-40B4-BE49-F238E27FC236}">
                <a16:creationId xmlns:a16="http://schemas.microsoft.com/office/drawing/2014/main" id="{C40CC564-D9BD-4496-A0D9-BC7BCB71CF9C}"/>
              </a:ext>
            </a:extLst>
          </p:cNvPr>
          <p:cNvSpPr>
            <a:spLocks noGrp="1"/>
          </p:cNvSpPr>
          <p:nvPr/>
        </p:nvSpPr>
        <p:spPr>
          <a:xfrm>
            <a:off x="839581" y="1018974"/>
            <a:ext cx="24757" cy="24757"/>
          </a:xfrm>
          <a:prstGeom prst="ellipse">
            <a:avLst/>
          </a:prstGeom>
          <a:solidFill>
            <a:srgbClr val="566AB4">
              <a:alpha val="40000"/>
            </a:srgbClr>
          </a:solidFill>
          <a:ln w="0">
            <a:noFill/>
            <a:prstDash val="solid"/>
          </a:ln>
        </p:spPr>
      </p:sp>
      <p:sp>
        <p:nvSpPr>
          <p:cNvPr id="669" name="LigandSeek2_vs_LigandSeek1_ellipse_6183">
            <a:extLst>
              <a:ext uri="{FF2B5EF4-FFF2-40B4-BE49-F238E27FC236}">
                <a16:creationId xmlns:a16="http://schemas.microsoft.com/office/drawing/2014/main" id="{48E9B22E-AD18-4881-84AA-504256D1345C}"/>
              </a:ext>
            </a:extLst>
          </p:cNvPr>
          <p:cNvSpPr>
            <a:spLocks noGrp="1"/>
          </p:cNvSpPr>
          <p:nvPr/>
        </p:nvSpPr>
        <p:spPr>
          <a:xfrm>
            <a:off x="798863" y="1715722"/>
            <a:ext cx="24757" cy="24757"/>
          </a:xfrm>
          <a:prstGeom prst="ellipse">
            <a:avLst/>
          </a:prstGeom>
          <a:solidFill>
            <a:srgbClr val="566AB4">
              <a:alpha val="40000"/>
            </a:srgbClr>
          </a:solidFill>
          <a:ln w="0">
            <a:noFill/>
            <a:prstDash val="solid"/>
          </a:ln>
        </p:spPr>
      </p:sp>
      <p:sp>
        <p:nvSpPr>
          <p:cNvPr id="670" name="LigandSeek2_vs_LigandSeek1_ellipse_6184">
            <a:extLst>
              <a:ext uri="{FF2B5EF4-FFF2-40B4-BE49-F238E27FC236}">
                <a16:creationId xmlns:a16="http://schemas.microsoft.com/office/drawing/2014/main" id="{972BD0D3-BDC9-4FF5-9B22-9400EAEA78A7}"/>
              </a:ext>
            </a:extLst>
          </p:cNvPr>
          <p:cNvSpPr>
            <a:spLocks noGrp="1"/>
          </p:cNvSpPr>
          <p:nvPr/>
        </p:nvSpPr>
        <p:spPr>
          <a:xfrm>
            <a:off x="817925" y="1890368"/>
            <a:ext cx="24757" cy="24757"/>
          </a:xfrm>
          <a:prstGeom prst="ellipse">
            <a:avLst/>
          </a:prstGeom>
          <a:solidFill>
            <a:srgbClr val="566AB4">
              <a:alpha val="40000"/>
            </a:srgbClr>
          </a:solidFill>
          <a:ln w="0">
            <a:noFill/>
            <a:prstDash val="solid"/>
          </a:ln>
        </p:spPr>
      </p:sp>
      <p:sp>
        <p:nvSpPr>
          <p:cNvPr id="671" name="LigandSeek2_vs_LigandSeek1_ellipse_6185">
            <a:extLst>
              <a:ext uri="{FF2B5EF4-FFF2-40B4-BE49-F238E27FC236}">
                <a16:creationId xmlns:a16="http://schemas.microsoft.com/office/drawing/2014/main" id="{1D6099AC-F870-4D48-BE38-E1E8E85639C9}"/>
              </a:ext>
            </a:extLst>
          </p:cNvPr>
          <p:cNvSpPr>
            <a:spLocks noGrp="1"/>
          </p:cNvSpPr>
          <p:nvPr/>
        </p:nvSpPr>
        <p:spPr>
          <a:xfrm>
            <a:off x="786019" y="1890368"/>
            <a:ext cx="24757" cy="24757"/>
          </a:xfrm>
          <a:prstGeom prst="ellipse">
            <a:avLst/>
          </a:prstGeom>
          <a:solidFill>
            <a:srgbClr val="566AB4">
              <a:alpha val="40000"/>
            </a:srgbClr>
          </a:solidFill>
          <a:ln w="0">
            <a:noFill/>
            <a:prstDash val="solid"/>
          </a:ln>
        </p:spPr>
      </p:sp>
      <p:sp>
        <p:nvSpPr>
          <p:cNvPr id="672" name="LigandSeek2_vs_LigandSeek1_ellipse_6186">
            <a:extLst>
              <a:ext uri="{FF2B5EF4-FFF2-40B4-BE49-F238E27FC236}">
                <a16:creationId xmlns:a16="http://schemas.microsoft.com/office/drawing/2014/main" id="{5928442E-0EC2-4971-A591-A8A6FFED1BF1}"/>
              </a:ext>
            </a:extLst>
          </p:cNvPr>
          <p:cNvSpPr>
            <a:spLocks noGrp="1"/>
          </p:cNvSpPr>
          <p:nvPr/>
        </p:nvSpPr>
        <p:spPr>
          <a:xfrm>
            <a:off x="793289" y="1548747"/>
            <a:ext cx="24757" cy="24757"/>
          </a:xfrm>
          <a:prstGeom prst="ellipse">
            <a:avLst/>
          </a:prstGeom>
          <a:solidFill>
            <a:srgbClr val="566AB4">
              <a:alpha val="40000"/>
            </a:srgbClr>
          </a:solidFill>
          <a:ln w="0">
            <a:noFill/>
            <a:prstDash val="solid"/>
          </a:ln>
        </p:spPr>
      </p:sp>
      <p:sp>
        <p:nvSpPr>
          <p:cNvPr id="673" name="LigandSeek2_vs_LigandSeek1_ellipse_6187">
            <a:extLst>
              <a:ext uri="{FF2B5EF4-FFF2-40B4-BE49-F238E27FC236}">
                <a16:creationId xmlns:a16="http://schemas.microsoft.com/office/drawing/2014/main" id="{11DA7951-22A4-4870-A108-6D32CA79CBF8}"/>
              </a:ext>
            </a:extLst>
          </p:cNvPr>
          <p:cNvSpPr>
            <a:spLocks noGrp="1"/>
          </p:cNvSpPr>
          <p:nvPr/>
        </p:nvSpPr>
        <p:spPr>
          <a:xfrm>
            <a:off x="847786" y="1591490"/>
            <a:ext cx="24757" cy="24757"/>
          </a:xfrm>
          <a:prstGeom prst="ellipse">
            <a:avLst/>
          </a:prstGeom>
          <a:solidFill>
            <a:srgbClr val="566AB4">
              <a:alpha val="40000"/>
            </a:srgbClr>
          </a:solidFill>
          <a:ln w="0">
            <a:noFill/>
            <a:prstDash val="solid"/>
          </a:ln>
        </p:spPr>
      </p:sp>
      <p:sp>
        <p:nvSpPr>
          <p:cNvPr id="674" name="LigandSeek2_vs_LigandSeek1_ellipse_6188">
            <a:extLst>
              <a:ext uri="{FF2B5EF4-FFF2-40B4-BE49-F238E27FC236}">
                <a16:creationId xmlns:a16="http://schemas.microsoft.com/office/drawing/2014/main" id="{85936B2B-59B5-42FD-B505-DB869631C2B9}"/>
              </a:ext>
            </a:extLst>
          </p:cNvPr>
          <p:cNvSpPr>
            <a:spLocks noGrp="1"/>
          </p:cNvSpPr>
          <p:nvPr/>
        </p:nvSpPr>
        <p:spPr>
          <a:xfrm>
            <a:off x="840057" y="980105"/>
            <a:ext cx="24757" cy="24757"/>
          </a:xfrm>
          <a:prstGeom prst="ellipse">
            <a:avLst/>
          </a:prstGeom>
          <a:solidFill>
            <a:srgbClr val="566AB4">
              <a:alpha val="40000"/>
            </a:srgbClr>
          </a:solidFill>
          <a:ln w="0">
            <a:noFill/>
            <a:prstDash val="solid"/>
          </a:ln>
        </p:spPr>
      </p:sp>
      <p:sp>
        <p:nvSpPr>
          <p:cNvPr id="675" name="LigandSeek2_vs_LigandSeek1_ellipse_6189">
            <a:extLst>
              <a:ext uri="{FF2B5EF4-FFF2-40B4-BE49-F238E27FC236}">
                <a16:creationId xmlns:a16="http://schemas.microsoft.com/office/drawing/2014/main" id="{D6AF9F10-6220-4FFD-BD46-187BFD8EF31B}"/>
              </a:ext>
            </a:extLst>
          </p:cNvPr>
          <p:cNvSpPr>
            <a:spLocks noGrp="1"/>
          </p:cNvSpPr>
          <p:nvPr/>
        </p:nvSpPr>
        <p:spPr>
          <a:xfrm>
            <a:off x="851501" y="1188479"/>
            <a:ext cx="24757" cy="24757"/>
          </a:xfrm>
          <a:prstGeom prst="ellipse">
            <a:avLst/>
          </a:prstGeom>
          <a:solidFill>
            <a:srgbClr val="566AB4">
              <a:alpha val="40000"/>
            </a:srgbClr>
          </a:solidFill>
          <a:ln w="0">
            <a:noFill/>
            <a:prstDash val="solid"/>
          </a:ln>
        </p:spPr>
      </p:sp>
      <p:sp>
        <p:nvSpPr>
          <p:cNvPr id="676" name="LigandSeek2_vs_LigandSeek1_ellipse_6190">
            <a:extLst>
              <a:ext uri="{FF2B5EF4-FFF2-40B4-BE49-F238E27FC236}">
                <a16:creationId xmlns:a16="http://schemas.microsoft.com/office/drawing/2014/main" id="{258B0361-4C39-45E9-B745-A044A0F65E68}"/>
              </a:ext>
            </a:extLst>
          </p:cNvPr>
          <p:cNvSpPr>
            <a:spLocks noGrp="1"/>
          </p:cNvSpPr>
          <p:nvPr/>
        </p:nvSpPr>
        <p:spPr>
          <a:xfrm>
            <a:off x="781658" y="1487747"/>
            <a:ext cx="24757" cy="24757"/>
          </a:xfrm>
          <a:prstGeom prst="ellipse">
            <a:avLst/>
          </a:prstGeom>
          <a:solidFill>
            <a:srgbClr val="566AB4">
              <a:alpha val="40000"/>
            </a:srgbClr>
          </a:solidFill>
          <a:ln w="0">
            <a:noFill/>
            <a:prstDash val="solid"/>
          </a:ln>
        </p:spPr>
      </p:sp>
      <p:sp>
        <p:nvSpPr>
          <p:cNvPr id="677" name="LigandSeek2_vs_LigandSeek1_ellipse_6191">
            <a:extLst>
              <a:ext uri="{FF2B5EF4-FFF2-40B4-BE49-F238E27FC236}">
                <a16:creationId xmlns:a16="http://schemas.microsoft.com/office/drawing/2014/main" id="{6A3497BE-72F9-4225-BFD6-42423DD0826D}"/>
              </a:ext>
            </a:extLst>
          </p:cNvPr>
          <p:cNvSpPr>
            <a:spLocks noGrp="1"/>
          </p:cNvSpPr>
          <p:nvPr/>
        </p:nvSpPr>
        <p:spPr>
          <a:xfrm>
            <a:off x="810463" y="1433555"/>
            <a:ext cx="24757" cy="24757"/>
          </a:xfrm>
          <a:prstGeom prst="ellipse">
            <a:avLst/>
          </a:prstGeom>
          <a:solidFill>
            <a:srgbClr val="566AB4">
              <a:alpha val="40000"/>
            </a:srgbClr>
          </a:solidFill>
          <a:ln w="0">
            <a:noFill/>
            <a:prstDash val="solid"/>
          </a:ln>
        </p:spPr>
      </p:sp>
      <p:sp>
        <p:nvSpPr>
          <p:cNvPr id="678" name="LigandSeek2_vs_LigandSeek1_ellipse_6192">
            <a:extLst>
              <a:ext uri="{FF2B5EF4-FFF2-40B4-BE49-F238E27FC236}">
                <a16:creationId xmlns:a16="http://schemas.microsoft.com/office/drawing/2014/main" id="{C039C577-5E7D-4653-B700-F5FDD0345651}"/>
              </a:ext>
            </a:extLst>
          </p:cNvPr>
          <p:cNvSpPr>
            <a:spLocks noGrp="1"/>
          </p:cNvSpPr>
          <p:nvPr/>
        </p:nvSpPr>
        <p:spPr>
          <a:xfrm>
            <a:off x="824367" y="1572770"/>
            <a:ext cx="24757" cy="24757"/>
          </a:xfrm>
          <a:prstGeom prst="ellipse">
            <a:avLst/>
          </a:prstGeom>
          <a:solidFill>
            <a:srgbClr val="566AB4">
              <a:alpha val="40000"/>
            </a:srgbClr>
          </a:solidFill>
          <a:ln w="0">
            <a:noFill/>
            <a:prstDash val="solid"/>
          </a:ln>
        </p:spPr>
      </p:sp>
      <p:sp>
        <p:nvSpPr>
          <p:cNvPr id="679" name="LigandSeek2_vs_LigandSeek1_ellipse_6193">
            <a:extLst>
              <a:ext uri="{FF2B5EF4-FFF2-40B4-BE49-F238E27FC236}">
                <a16:creationId xmlns:a16="http://schemas.microsoft.com/office/drawing/2014/main" id="{4E370C47-B58E-4563-AD24-90244270DA9A}"/>
              </a:ext>
            </a:extLst>
          </p:cNvPr>
          <p:cNvSpPr>
            <a:spLocks noGrp="1"/>
          </p:cNvSpPr>
          <p:nvPr/>
        </p:nvSpPr>
        <p:spPr>
          <a:xfrm>
            <a:off x="821135" y="1342980"/>
            <a:ext cx="24757" cy="24757"/>
          </a:xfrm>
          <a:prstGeom prst="ellipse">
            <a:avLst/>
          </a:prstGeom>
          <a:solidFill>
            <a:srgbClr val="566AB4">
              <a:alpha val="40000"/>
            </a:srgbClr>
          </a:solidFill>
          <a:ln w="0">
            <a:noFill/>
            <a:prstDash val="solid"/>
          </a:ln>
        </p:spPr>
      </p:sp>
      <p:sp>
        <p:nvSpPr>
          <p:cNvPr id="680" name="LigandSeek2_vs_LigandSeek1_ellipse_6194">
            <a:extLst>
              <a:ext uri="{FF2B5EF4-FFF2-40B4-BE49-F238E27FC236}">
                <a16:creationId xmlns:a16="http://schemas.microsoft.com/office/drawing/2014/main" id="{ADFE4017-7A0E-466E-A452-7068A4810F04}"/>
              </a:ext>
            </a:extLst>
          </p:cNvPr>
          <p:cNvSpPr>
            <a:spLocks noGrp="1"/>
          </p:cNvSpPr>
          <p:nvPr/>
        </p:nvSpPr>
        <p:spPr>
          <a:xfrm>
            <a:off x="784766" y="1271064"/>
            <a:ext cx="24757" cy="24757"/>
          </a:xfrm>
          <a:prstGeom prst="ellipse">
            <a:avLst/>
          </a:prstGeom>
          <a:solidFill>
            <a:srgbClr val="566AB4">
              <a:alpha val="40000"/>
            </a:srgbClr>
          </a:solidFill>
          <a:ln w="0">
            <a:noFill/>
            <a:prstDash val="solid"/>
          </a:ln>
        </p:spPr>
      </p:sp>
      <p:sp>
        <p:nvSpPr>
          <p:cNvPr id="681" name="LigandSeek2_vs_LigandSeek1_ellipse_6195">
            <a:extLst>
              <a:ext uri="{FF2B5EF4-FFF2-40B4-BE49-F238E27FC236}">
                <a16:creationId xmlns:a16="http://schemas.microsoft.com/office/drawing/2014/main" id="{7018A1E9-B6AA-40A5-B2F8-70178123A5B4}"/>
              </a:ext>
            </a:extLst>
          </p:cNvPr>
          <p:cNvSpPr>
            <a:spLocks noGrp="1"/>
          </p:cNvSpPr>
          <p:nvPr/>
        </p:nvSpPr>
        <p:spPr>
          <a:xfrm>
            <a:off x="791727" y="1110543"/>
            <a:ext cx="24757" cy="24757"/>
          </a:xfrm>
          <a:prstGeom prst="ellipse">
            <a:avLst/>
          </a:prstGeom>
          <a:solidFill>
            <a:srgbClr val="566AB4">
              <a:alpha val="40000"/>
            </a:srgbClr>
          </a:solidFill>
          <a:ln w="0">
            <a:noFill/>
            <a:prstDash val="solid"/>
          </a:ln>
        </p:spPr>
      </p:sp>
      <p:sp>
        <p:nvSpPr>
          <p:cNvPr id="682" name="LigandSeek2_vs_LigandSeek1_ellipse_6196">
            <a:extLst>
              <a:ext uri="{FF2B5EF4-FFF2-40B4-BE49-F238E27FC236}">
                <a16:creationId xmlns:a16="http://schemas.microsoft.com/office/drawing/2014/main" id="{D751B509-9DA8-4F7F-B8D5-E3987F1CAB6C}"/>
              </a:ext>
            </a:extLst>
          </p:cNvPr>
          <p:cNvSpPr>
            <a:spLocks noGrp="1"/>
          </p:cNvSpPr>
          <p:nvPr/>
        </p:nvSpPr>
        <p:spPr>
          <a:xfrm>
            <a:off x="783092" y="1310087"/>
            <a:ext cx="24757" cy="24757"/>
          </a:xfrm>
          <a:prstGeom prst="ellipse">
            <a:avLst/>
          </a:prstGeom>
          <a:solidFill>
            <a:srgbClr val="566AB4">
              <a:alpha val="40000"/>
            </a:srgbClr>
          </a:solidFill>
          <a:ln w="0">
            <a:noFill/>
            <a:prstDash val="solid"/>
          </a:ln>
        </p:spPr>
      </p:sp>
      <p:sp>
        <p:nvSpPr>
          <p:cNvPr id="683" name="LigandSeek2_vs_LigandSeek1_ellipse_6197">
            <a:extLst>
              <a:ext uri="{FF2B5EF4-FFF2-40B4-BE49-F238E27FC236}">
                <a16:creationId xmlns:a16="http://schemas.microsoft.com/office/drawing/2014/main" id="{FB6CAA55-9800-429F-980C-9E45C2C90788}"/>
              </a:ext>
            </a:extLst>
          </p:cNvPr>
          <p:cNvSpPr>
            <a:spLocks noGrp="1"/>
          </p:cNvSpPr>
          <p:nvPr/>
        </p:nvSpPr>
        <p:spPr>
          <a:xfrm>
            <a:off x="812605" y="1563200"/>
            <a:ext cx="24757" cy="24757"/>
          </a:xfrm>
          <a:prstGeom prst="ellipse">
            <a:avLst/>
          </a:prstGeom>
          <a:solidFill>
            <a:srgbClr val="566AB4">
              <a:alpha val="40000"/>
            </a:srgbClr>
          </a:solidFill>
          <a:ln w="0">
            <a:noFill/>
            <a:prstDash val="solid"/>
          </a:ln>
        </p:spPr>
      </p:sp>
      <p:sp>
        <p:nvSpPr>
          <p:cNvPr id="684" name="LigandSeek2_vs_LigandSeek1_ellipse_6198">
            <a:extLst>
              <a:ext uri="{FF2B5EF4-FFF2-40B4-BE49-F238E27FC236}">
                <a16:creationId xmlns:a16="http://schemas.microsoft.com/office/drawing/2014/main" id="{680FC317-51E1-47B7-BEC9-822F577470AC}"/>
              </a:ext>
            </a:extLst>
          </p:cNvPr>
          <p:cNvSpPr>
            <a:spLocks noGrp="1"/>
          </p:cNvSpPr>
          <p:nvPr/>
        </p:nvSpPr>
        <p:spPr>
          <a:xfrm>
            <a:off x="854986" y="1706993"/>
            <a:ext cx="24757" cy="24757"/>
          </a:xfrm>
          <a:prstGeom prst="ellipse">
            <a:avLst/>
          </a:prstGeom>
          <a:solidFill>
            <a:srgbClr val="566AB4">
              <a:alpha val="40000"/>
            </a:srgbClr>
          </a:solidFill>
          <a:ln w="0">
            <a:noFill/>
            <a:prstDash val="solid"/>
          </a:ln>
        </p:spPr>
      </p:sp>
      <p:sp>
        <p:nvSpPr>
          <p:cNvPr id="685" name="LigandSeek2_vs_LigandSeek1_ellipse_6199">
            <a:extLst>
              <a:ext uri="{FF2B5EF4-FFF2-40B4-BE49-F238E27FC236}">
                <a16:creationId xmlns:a16="http://schemas.microsoft.com/office/drawing/2014/main" id="{4B7A49DC-CF3D-444C-8FAC-10B50D4D2611}"/>
              </a:ext>
            </a:extLst>
          </p:cNvPr>
          <p:cNvSpPr>
            <a:spLocks noGrp="1"/>
          </p:cNvSpPr>
          <p:nvPr/>
        </p:nvSpPr>
        <p:spPr>
          <a:xfrm>
            <a:off x="796054" y="1080215"/>
            <a:ext cx="24757" cy="24757"/>
          </a:xfrm>
          <a:prstGeom prst="ellipse">
            <a:avLst/>
          </a:prstGeom>
          <a:solidFill>
            <a:srgbClr val="566AB4">
              <a:alpha val="40000"/>
            </a:srgbClr>
          </a:solidFill>
          <a:ln w="0">
            <a:noFill/>
            <a:prstDash val="solid"/>
          </a:ln>
        </p:spPr>
      </p:sp>
      <p:sp>
        <p:nvSpPr>
          <p:cNvPr id="686" name="LigandSeek2_vs_LigandSeek1_ellipse_6200">
            <a:extLst>
              <a:ext uri="{FF2B5EF4-FFF2-40B4-BE49-F238E27FC236}">
                <a16:creationId xmlns:a16="http://schemas.microsoft.com/office/drawing/2014/main" id="{B90FEA50-1E8A-4E47-B51C-55E1C36A6A3E}"/>
              </a:ext>
            </a:extLst>
          </p:cNvPr>
          <p:cNvSpPr>
            <a:spLocks noGrp="1"/>
          </p:cNvSpPr>
          <p:nvPr/>
        </p:nvSpPr>
        <p:spPr>
          <a:xfrm>
            <a:off x="830985" y="1890368"/>
            <a:ext cx="24757" cy="24757"/>
          </a:xfrm>
          <a:prstGeom prst="ellipse">
            <a:avLst/>
          </a:prstGeom>
          <a:solidFill>
            <a:srgbClr val="566AB4">
              <a:alpha val="40000"/>
            </a:srgbClr>
          </a:solidFill>
          <a:ln w="0">
            <a:noFill/>
            <a:prstDash val="solid"/>
          </a:ln>
        </p:spPr>
      </p:sp>
      <p:sp>
        <p:nvSpPr>
          <p:cNvPr id="687" name="LigandSeek2_vs_LigandSeek1_ellipse_6201">
            <a:extLst>
              <a:ext uri="{FF2B5EF4-FFF2-40B4-BE49-F238E27FC236}">
                <a16:creationId xmlns:a16="http://schemas.microsoft.com/office/drawing/2014/main" id="{0C263B47-FD2B-44ED-9D05-D4AC05BFFEF6}"/>
              </a:ext>
            </a:extLst>
          </p:cNvPr>
          <p:cNvSpPr>
            <a:spLocks noGrp="1"/>
          </p:cNvSpPr>
          <p:nvPr/>
        </p:nvSpPr>
        <p:spPr>
          <a:xfrm>
            <a:off x="853831" y="1038400"/>
            <a:ext cx="24757" cy="24757"/>
          </a:xfrm>
          <a:prstGeom prst="ellipse">
            <a:avLst/>
          </a:prstGeom>
          <a:solidFill>
            <a:srgbClr val="566AB4">
              <a:alpha val="40000"/>
            </a:srgbClr>
          </a:solidFill>
          <a:ln w="0">
            <a:noFill/>
            <a:prstDash val="solid"/>
          </a:ln>
        </p:spPr>
      </p:sp>
      <p:sp>
        <p:nvSpPr>
          <p:cNvPr id="688" name="LigandSeek2_vs_LigandSeek1_ellipse_6202">
            <a:extLst>
              <a:ext uri="{FF2B5EF4-FFF2-40B4-BE49-F238E27FC236}">
                <a16:creationId xmlns:a16="http://schemas.microsoft.com/office/drawing/2014/main" id="{93FB7421-1A73-4D58-B398-C228DD808DB2}"/>
              </a:ext>
            </a:extLst>
          </p:cNvPr>
          <p:cNvSpPr>
            <a:spLocks noGrp="1"/>
          </p:cNvSpPr>
          <p:nvPr/>
        </p:nvSpPr>
        <p:spPr>
          <a:xfrm>
            <a:off x="789192" y="1890368"/>
            <a:ext cx="24757" cy="24757"/>
          </a:xfrm>
          <a:prstGeom prst="ellipse">
            <a:avLst/>
          </a:prstGeom>
          <a:solidFill>
            <a:srgbClr val="566AB4">
              <a:alpha val="40000"/>
            </a:srgbClr>
          </a:solidFill>
          <a:ln w="0">
            <a:noFill/>
            <a:prstDash val="solid"/>
          </a:ln>
        </p:spPr>
      </p:sp>
      <p:sp>
        <p:nvSpPr>
          <p:cNvPr id="689" name="LigandSeek2_vs_LigandSeek1_ellipse_6203">
            <a:extLst>
              <a:ext uri="{FF2B5EF4-FFF2-40B4-BE49-F238E27FC236}">
                <a16:creationId xmlns:a16="http://schemas.microsoft.com/office/drawing/2014/main" id="{1BA0FB8C-D4EE-4DC5-9331-0E7D9713E48E}"/>
              </a:ext>
            </a:extLst>
          </p:cNvPr>
          <p:cNvSpPr>
            <a:spLocks noGrp="1"/>
          </p:cNvSpPr>
          <p:nvPr/>
        </p:nvSpPr>
        <p:spPr>
          <a:xfrm>
            <a:off x="776409" y="1259198"/>
            <a:ext cx="24757" cy="24757"/>
          </a:xfrm>
          <a:prstGeom prst="ellipse">
            <a:avLst/>
          </a:prstGeom>
          <a:solidFill>
            <a:srgbClr val="566AB4">
              <a:alpha val="40000"/>
            </a:srgbClr>
          </a:solidFill>
          <a:ln w="0">
            <a:noFill/>
            <a:prstDash val="solid"/>
          </a:ln>
        </p:spPr>
      </p:sp>
      <p:sp>
        <p:nvSpPr>
          <p:cNvPr id="690" name="LigandSeek2_vs_LigandSeek1_ellipse_6204">
            <a:extLst>
              <a:ext uri="{FF2B5EF4-FFF2-40B4-BE49-F238E27FC236}">
                <a16:creationId xmlns:a16="http://schemas.microsoft.com/office/drawing/2014/main" id="{884AFE23-A48E-431F-A27C-5EFAFBEF45A3}"/>
              </a:ext>
            </a:extLst>
          </p:cNvPr>
          <p:cNvSpPr>
            <a:spLocks noGrp="1"/>
          </p:cNvSpPr>
          <p:nvPr/>
        </p:nvSpPr>
        <p:spPr>
          <a:xfrm>
            <a:off x="776750" y="1592727"/>
            <a:ext cx="24757" cy="24757"/>
          </a:xfrm>
          <a:prstGeom prst="ellipse">
            <a:avLst/>
          </a:prstGeom>
          <a:solidFill>
            <a:srgbClr val="566AB4">
              <a:alpha val="40000"/>
            </a:srgbClr>
          </a:solidFill>
          <a:ln w="0">
            <a:noFill/>
            <a:prstDash val="solid"/>
          </a:ln>
        </p:spPr>
      </p:sp>
      <p:sp>
        <p:nvSpPr>
          <p:cNvPr id="691" name="LigandSeek2_vs_LigandSeek1_ellipse_6205">
            <a:extLst>
              <a:ext uri="{FF2B5EF4-FFF2-40B4-BE49-F238E27FC236}">
                <a16:creationId xmlns:a16="http://schemas.microsoft.com/office/drawing/2014/main" id="{81DAAF15-EF95-4AA2-A77F-C0B34DE036B2}"/>
              </a:ext>
            </a:extLst>
          </p:cNvPr>
          <p:cNvSpPr>
            <a:spLocks noGrp="1"/>
          </p:cNvSpPr>
          <p:nvPr/>
        </p:nvSpPr>
        <p:spPr>
          <a:xfrm>
            <a:off x="781460" y="1673768"/>
            <a:ext cx="24757" cy="24757"/>
          </a:xfrm>
          <a:prstGeom prst="ellipse">
            <a:avLst/>
          </a:prstGeom>
          <a:solidFill>
            <a:srgbClr val="566AB4">
              <a:alpha val="40000"/>
            </a:srgbClr>
          </a:solidFill>
          <a:ln w="0">
            <a:noFill/>
            <a:prstDash val="solid"/>
          </a:ln>
        </p:spPr>
      </p:sp>
      <p:sp>
        <p:nvSpPr>
          <p:cNvPr id="692" name="LigandSeek2_vs_LigandSeek1_ellipse_6206">
            <a:extLst>
              <a:ext uri="{FF2B5EF4-FFF2-40B4-BE49-F238E27FC236}">
                <a16:creationId xmlns:a16="http://schemas.microsoft.com/office/drawing/2014/main" id="{9FDC0989-E1F6-4074-B28F-644AD682EFF5}"/>
              </a:ext>
            </a:extLst>
          </p:cNvPr>
          <p:cNvSpPr>
            <a:spLocks noGrp="1"/>
          </p:cNvSpPr>
          <p:nvPr/>
        </p:nvSpPr>
        <p:spPr>
          <a:xfrm>
            <a:off x="855184" y="1067916"/>
            <a:ext cx="24757" cy="24757"/>
          </a:xfrm>
          <a:prstGeom prst="ellipse">
            <a:avLst/>
          </a:prstGeom>
          <a:solidFill>
            <a:srgbClr val="566AB4">
              <a:alpha val="40000"/>
            </a:srgbClr>
          </a:solidFill>
          <a:ln w="0">
            <a:noFill/>
            <a:prstDash val="solid"/>
          </a:ln>
        </p:spPr>
      </p:sp>
      <p:sp>
        <p:nvSpPr>
          <p:cNvPr id="693" name="LigandSeek2_vs_LigandSeek1_ellipse_6207">
            <a:extLst>
              <a:ext uri="{FF2B5EF4-FFF2-40B4-BE49-F238E27FC236}">
                <a16:creationId xmlns:a16="http://schemas.microsoft.com/office/drawing/2014/main" id="{598DB626-C3AF-4FAA-B40E-A4D16375DDAB}"/>
              </a:ext>
            </a:extLst>
          </p:cNvPr>
          <p:cNvSpPr>
            <a:spLocks noGrp="1"/>
          </p:cNvSpPr>
          <p:nvPr/>
        </p:nvSpPr>
        <p:spPr>
          <a:xfrm>
            <a:off x="789297" y="971371"/>
            <a:ext cx="24757" cy="24757"/>
          </a:xfrm>
          <a:prstGeom prst="ellipse">
            <a:avLst/>
          </a:prstGeom>
          <a:solidFill>
            <a:srgbClr val="566AB4">
              <a:alpha val="40000"/>
            </a:srgbClr>
          </a:solidFill>
          <a:ln w="0">
            <a:noFill/>
            <a:prstDash val="solid"/>
          </a:ln>
        </p:spPr>
      </p:sp>
      <p:sp>
        <p:nvSpPr>
          <p:cNvPr id="694" name="LigandSeek2_vs_LigandSeek1_ellipse_6208">
            <a:extLst>
              <a:ext uri="{FF2B5EF4-FFF2-40B4-BE49-F238E27FC236}">
                <a16:creationId xmlns:a16="http://schemas.microsoft.com/office/drawing/2014/main" id="{44DD8A87-8573-4207-9752-3B850B663721}"/>
              </a:ext>
            </a:extLst>
          </p:cNvPr>
          <p:cNvSpPr>
            <a:spLocks noGrp="1"/>
          </p:cNvSpPr>
          <p:nvPr/>
        </p:nvSpPr>
        <p:spPr>
          <a:xfrm>
            <a:off x="835805" y="1628508"/>
            <a:ext cx="24757" cy="24757"/>
          </a:xfrm>
          <a:prstGeom prst="ellipse">
            <a:avLst/>
          </a:prstGeom>
          <a:solidFill>
            <a:srgbClr val="566AB4">
              <a:alpha val="40000"/>
            </a:srgbClr>
          </a:solidFill>
          <a:ln w="0">
            <a:noFill/>
            <a:prstDash val="solid"/>
          </a:ln>
        </p:spPr>
      </p:sp>
      <p:sp>
        <p:nvSpPr>
          <p:cNvPr id="695" name="LigandSeek2_vs_LigandSeek1_ellipse_6209">
            <a:extLst>
              <a:ext uri="{FF2B5EF4-FFF2-40B4-BE49-F238E27FC236}">
                <a16:creationId xmlns:a16="http://schemas.microsoft.com/office/drawing/2014/main" id="{4F74D096-1C24-47E7-A64B-0280A2F3B6F0}"/>
              </a:ext>
            </a:extLst>
          </p:cNvPr>
          <p:cNvSpPr>
            <a:spLocks noGrp="1"/>
          </p:cNvSpPr>
          <p:nvPr/>
        </p:nvSpPr>
        <p:spPr>
          <a:xfrm>
            <a:off x="836750" y="1890368"/>
            <a:ext cx="24757" cy="24757"/>
          </a:xfrm>
          <a:prstGeom prst="ellipse">
            <a:avLst/>
          </a:prstGeom>
          <a:solidFill>
            <a:srgbClr val="566AB4">
              <a:alpha val="40000"/>
            </a:srgbClr>
          </a:solidFill>
          <a:ln w="0">
            <a:noFill/>
            <a:prstDash val="solid"/>
          </a:ln>
        </p:spPr>
      </p:sp>
      <p:sp>
        <p:nvSpPr>
          <p:cNvPr id="696" name="LigandSeek2_vs_LigandSeek1_ellipse_6210">
            <a:extLst>
              <a:ext uri="{FF2B5EF4-FFF2-40B4-BE49-F238E27FC236}">
                <a16:creationId xmlns:a16="http://schemas.microsoft.com/office/drawing/2014/main" id="{331B0482-2CEC-4309-AF1A-2BAF73E2CC4E}"/>
              </a:ext>
            </a:extLst>
          </p:cNvPr>
          <p:cNvSpPr>
            <a:spLocks noGrp="1"/>
          </p:cNvSpPr>
          <p:nvPr/>
        </p:nvSpPr>
        <p:spPr>
          <a:xfrm>
            <a:off x="801917" y="1317217"/>
            <a:ext cx="24757" cy="24757"/>
          </a:xfrm>
          <a:prstGeom prst="ellipse">
            <a:avLst/>
          </a:prstGeom>
          <a:solidFill>
            <a:srgbClr val="566AB4">
              <a:alpha val="40000"/>
            </a:srgbClr>
          </a:solidFill>
          <a:ln w="0">
            <a:noFill/>
            <a:prstDash val="solid"/>
          </a:ln>
        </p:spPr>
      </p:sp>
      <p:sp>
        <p:nvSpPr>
          <p:cNvPr id="697" name="LigandSeek2_vs_LigandSeek1_ellipse_6211">
            <a:extLst>
              <a:ext uri="{FF2B5EF4-FFF2-40B4-BE49-F238E27FC236}">
                <a16:creationId xmlns:a16="http://schemas.microsoft.com/office/drawing/2014/main" id="{9E1E1D9A-F713-4A9D-A9C6-4B0AC839E783}"/>
              </a:ext>
            </a:extLst>
          </p:cNvPr>
          <p:cNvSpPr>
            <a:spLocks noGrp="1"/>
          </p:cNvSpPr>
          <p:nvPr/>
        </p:nvSpPr>
        <p:spPr>
          <a:xfrm>
            <a:off x="830407" y="1016470"/>
            <a:ext cx="24757" cy="24757"/>
          </a:xfrm>
          <a:prstGeom prst="ellipse">
            <a:avLst/>
          </a:prstGeom>
          <a:solidFill>
            <a:srgbClr val="566AB4">
              <a:alpha val="40000"/>
            </a:srgbClr>
          </a:solidFill>
          <a:ln w="0">
            <a:noFill/>
            <a:prstDash val="solid"/>
          </a:ln>
        </p:spPr>
      </p:sp>
      <p:sp>
        <p:nvSpPr>
          <p:cNvPr id="698" name="LigandSeek2_vs_LigandSeek1_ellipse_6212">
            <a:extLst>
              <a:ext uri="{FF2B5EF4-FFF2-40B4-BE49-F238E27FC236}">
                <a16:creationId xmlns:a16="http://schemas.microsoft.com/office/drawing/2014/main" id="{86C10836-85D9-472D-98BD-6B3AB3D648B1}"/>
              </a:ext>
            </a:extLst>
          </p:cNvPr>
          <p:cNvSpPr>
            <a:spLocks noGrp="1"/>
          </p:cNvSpPr>
          <p:nvPr/>
        </p:nvSpPr>
        <p:spPr>
          <a:xfrm>
            <a:off x="804909" y="1226398"/>
            <a:ext cx="24757" cy="24757"/>
          </a:xfrm>
          <a:prstGeom prst="ellipse">
            <a:avLst/>
          </a:prstGeom>
          <a:solidFill>
            <a:srgbClr val="566AB4">
              <a:alpha val="40000"/>
            </a:srgbClr>
          </a:solidFill>
          <a:ln w="0">
            <a:noFill/>
            <a:prstDash val="solid"/>
          </a:ln>
        </p:spPr>
      </p:sp>
      <p:sp>
        <p:nvSpPr>
          <p:cNvPr id="699" name="LigandSeek2_vs_LigandSeek1_ellipse_6213">
            <a:extLst>
              <a:ext uri="{FF2B5EF4-FFF2-40B4-BE49-F238E27FC236}">
                <a16:creationId xmlns:a16="http://schemas.microsoft.com/office/drawing/2014/main" id="{FC323101-30FE-43C6-944F-15FEF09A8AA8}"/>
              </a:ext>
            </a:extLst>
          </p:cNvPr>
          <p:cNvSpPr>
            <a:spLocks noGrp="1"/>
          </p:cNvSpPr>
          <p:nvPr/>
        </p:nvSpPr>
        <p:spPr>
          <a:xfrm>
            <a:off x="839683" y="1291353"/>
            <a:ext cx="24757" cy="24757"/>
          </a:xfrm>
          <a:prstGeom prst="ellipse">
            <a:avLst/>
          </a:prstGeom>
          <a:solidFill>
            <a:srgbClr val="566AB4">
              <a:alpha val="40000"/>
            </a:srgbClr>
          </a:solidFill>
          <a:ln w="0">
            <a:noFill/>
            <a:prstDash val="solid"/>
          </a:ln>
        </p:spPr>
      </p:sp>
      <p:sp>
        <p:nvSpPr>
          <p:cNvPr id="700" name="LigandSeek2_vs_LigandSeek1_ellipse_6214">
            <a:extLst>
              <a:ext uri="{FF2B5EF4-FFF2-40B4-BE49-F238E27FC236}">
                <a16:creationId xmlns:a16="http://schemas.microsoft.com/office/drawing/2014/main" id="{5F50C66C-2C03-488A-8547-DA82E1EF3AB0}"/>
              </a:ext>
            </a:extLst>
          </p:cNvPr>
          <p:cNvSpPr>
            <a:spLocks noGrp="1"/>
          </p:cNvSpPr>
          <p:nvPr/>
        </p:nvSpPr>
        <p:spPr>
          <a:xfrm>
            <a:off x="798537" y="1046408"/>
            <a:ext cx="24757" cy="24757"/>
          </a:xfrm>
          <a:prstGeom prst="ellipse">
            <a:avLst/>
          </a:prstGeom>
          <a:solidFill>
            <a:srgbClr val="566AB4">
              <a:alpha val="40000"/>
            </a:srgbClr>
          </a:solidFill>
          <a:ln w="0">
            <a:noFill/>
            <a:prstDash val="solid"/>
          </a:ln>
        </p:spPr>
      </p:sp>
      <p:sp>
        <p:nvSpPr>
          <p:cNvPr id="701" name="LigandSeek2_vs_LigandSeek1_ellipse_6215">
            <a:extLst>
              <a:ext uri="{FF2B5EF4-FFF2-40B4-BE49-F238E27FC236}">
                <a16:creationId xmlns:a16="http://schemas.microsoft.com/office/drawing/2014/main" id="{A32DA668-93B7-4DB0-86E7-E315DEC3A901}"/>
              </a:ext>
            </a:extLst>
          </p:cNvPr>
          <p:cNvSpPr>
            <a:spLocks noGrp="1"/>
          </p:cNvSpPr>
          <p:nvPr/>
        </p:nvSpPr>
        <p:spPr>
          <a:xfrm>
            <a:off x="781288" y="1062808"/>
            <a:ext cx="24757" cy="24757"/>
          </a:xfrm>
          <a:prstGeom prst="ellipse">
            <a:avLst/>
          </a:prstGeom>
          <a:solidFill>
            <a:srgbClr val="566AB4">
              <a:alpha val="40000"/>
            </a:srgbClr>
          </a:solidFill>
          <a:ln w="0">
            <a:noFill/>
            <a:prstDash val="solid"/>
          </a:ln>
        </p:spPr>
      </p:sp>
      <p:sp>
        <p:nvSpPr>
          <p:cNvPr id="702" name="LigandSeek2_vs_LigandSeek1_ellipse_6216">
            <a:extLst>
              <a:ext uri="{FF2B5EF4-FFF2-40B4-BE49-F238E27FC236}">
                <a16:creationId xmlns:a16="http://schemas.microsoft.com/office/drawing/2014/main" id="{0B08C512-A521-4ADA-B8C8-9285848B96BE}"/>
              </a:ext>
            </a:extLst>
          </p:cNvPr>
          <p:cNvSpPr>
            <a:spLocks noGrp="1"/>
          </p:cNvSpPr>
          <p:nvPr/>
        </p:nvSpPr>
        <p:spPr>
          <a:xfrm>
            <a:off x="854782" y="1321946"/>
            <a:ext cx="24757" cy="24757"/>
          </a:xfrm>
          <a:prstGeom prst="ellipse">
            <a:avLst/>
          </a:prstGeom>
          <a:solidFill>
            <a:srgbClr val="566AB4">
              <a:alpha val="40000"/>
            </a:srgbClr>
          </a:solidFill>
          <a:ln w="0">
            <a:noFill/>
            <a:prstDash val="solid"/>
          </a:ln>
        </p:spPr>
      </p:sp>
      <p:sp>
        <p:nvSpPr>
          <p:cNvPr id="703" name="LigandSeek2_vs_LigandSeek1_ellipse_6217">
            <a:extLst>
              <a:ext uri="{FF2B5EF4-FFF2-40B4-BE49-F238E27FC236}">
                <a16:creationId xmlns:a16="http://schemas.microsoft.com/office/drawing/2014/main" id="{B4CB68C3-026E-4352-AA66-07EF26124757}"/>
              </a:ext>
            </a:extLst>
          </p:cNvPr>
          <p:cNvSpPr>
            <a:spLocks noGrp="1"/>
          </p:cNvSpPr>
          <p:nvPr/>
        </p:nvSpPr>
        <p:spPr>
          <a:xfrm>
            <a:off x="823073" y="1181119"/>
            <a:ext cx="24757" cy="24757"/>
          </a:xfrm>
          <a:prstGeom prst="ellipse">
            <a:avLst/>
          </a:prstGeom>
          <a:solidFill>
            <a:srgbClr val="566AB4">
              <a:alpha val="40000"/>
            </a:srgbClr>
          </a:solidFill>
          <a:ln w="0">
            <a:noFill/>
            <a:prstDash val="solid"/>
          </a:ln>
        </p:spPr>
      </p:sp>
      <p:sp>
        <p:nvSpPr>
          <p:cNvPr id="704" name="LigandSeek2_vs_LigandSeek1_ellipse_6218">
            <a:extLst>
              <a:ext uri="{FF2B5EF4-FFF2-40B4-BE49-F238E27FC236}">
                <a16:creationId xmlns:a16="http://schemas.microsoft.com/office/drawing/2014/main" id="{A5F013BD-D935-42F2-8E14-1FA9FC47DF94}"/>
              </a:ext>
            </a:extLst>
          </p:cNvPr>
          <p:cNvSpPr>
            <a:spLocks noGrp="1"/>
          </p:cNvSpPr>
          <p:nvPr/>
        </p:nvSpPr>
        <p:spPr>
          <a:xfrm>
            <a:off x="796472" y="1399442"/>
            <a:ext cx="24757" cy="24757"/>
          </a:xfrm>
          <a:prstGeom prst="ellipse">
            <a:avLst/>
          </a:prstGeom>
          <a:solidFill>
            <a:srgbClr val="566AB4">
              <a:alpha val="40000"/>
            </a:srgbClr>
          </a:solidFill>
          <a:ln w="0">
            <a:noFill/>
            <a:prstDash val="solid"/>
          </a:ln>
        </p:spPr>
      </p:sp>
      <p:sp>
        <p:nvSpPr>
          <p:cNvPr id="705" name="LigandSeek2_vs_LigandSeek1_ellipse_6219">
            <a:extLst>
              <a:ext uri="{FF2B5EF4-FFF2-40B4-BE49-F238E27FC236}">
                <a16:creationId xmlns:a16="http://schemas.microsoft.com/office/drawing/2014/main" id="{7D463780-28BA-48DA-AAA4-3F50340FA183}"/>
              </a:ext>
            </a:extLst>
          </p:cNvPr>
          <p:cNvSpPr>
            <a:spLocks noGrp="1"/>
          </p:cNvSpPr>
          <p:nvPr/>
        </p:nvSpPr>
        <p:spPr>
          <a:xfrm>
            <a:off x="822864" y="1112806"/>
            <a:ext cx="24757" cy="24757"/>
          </a:xfrm>
          <a:prstGeom prst="ellipse">
            <a:avLst/>
          </a:prstGeom>
          <a:solidFill>
            <a:srgbClr val="566AB4">
              <a:alpha val="40000"/>
            </a:srgbClr>
          </a:solidFill>
          <a:ln w="0">
            <a:noFill/>
            <a:prstDash val="solid"/>
          </a:ln>
        </p:spPr>
      </p:sp>
      <p:sp>
        <p:nvSpPr>
          <p:cNvPr id="706" name="LigandSeek2_vs_LigandSeek1_ellipse_6220">
            <a:extLst>
              <a:ext uri="{FF2B5EF4-FFF2-40B4-BE49-F238E27FC236}">
                <a16:creationId xmlns:a16="http://schemas.microsoft.com/office/drawing/2014/main" id="{9CD56BA5-43CC-4A2D-B911-71BB9F94956A}"/>
              </a:ext>
            </a:extLst>
          </p:cNvPr>
          <p:cNvSpPr>
            <a:spLocks noGrp="1"/>
          </p:cNvSpPr>
          <p:nvPr/>
        </p:nvSpPr>
        <p:spPr>
          <a:xfrm>
            <a:off x="817241" y="1890368"/>
            <a:ext cx="24757" cy="24757"/>
          </a:xfrm>
          <a:prstGeom prst="ellipse">
            <a:avLst/>
          </a:prstGeom>
          <a:solidFill>
            <a:srgbClr val="566AB4">
              <a:alpha val="40000"/>
            </a:srgbClr>
          </a:solidFill>
          <a:ln w="0">
            <a:noFill/>
            <a:prstDash val="solid"/>
          </a:ln>
        </p:spPr>
      </p:sp>
      <p:sp>
        <p:nvSpPr>
          <p:cNvPr id="707" name="LigandSeek2_vs_LigandSeek1_ellipse_6221">
            <a:extLst>
              <a:ext uri="{FF2B5EF4-FFF2-40B4-BE49-F238E27FC236}">
                <a16:creationId xmlns:a16="http://schemas.microsoft.com/office/drawing/2014/main" id="{40F990EC-85AD-4439-8900-8B0B8AD586C2}"/>
              </a:ext>
            </a:extLst>
          </p:cNvPr>
          <p:cNvSpPr>
            <a:spLocks noGrp="1"/>
          </p:cNvSpPr>
          <p:nvPr/>
        </p:nvSpPr>
        <p:spPr>
          <a:xfrm>
            <a:off x="858368" y="1311756"/>
            <a:ext cx="24757" cy="24757"/>
          </a:xfrm>
          <a:prstGeom prst="ellipse">
            <a:avLst/>
          </a:prstGeom>
          <a:solidFill>
            <a:srgbClr val="566AB4">
              <a:alpha val="40000"/>
            </a:srgbClr>
          </a:solidFill>
          <a:ln w="0">
            <a:noFill/>
            <a:prstDash val="solid"/>
          </a:ln>
        </p:spPr>
      </p:sp>
      <p:sp>
        <p:nvSpPr>
          <p:cNvPr id="708" name="LigandSeek2_vs_LigandSeek1_ellipse_6222">
            <a:extLst>
              <a:ext uri="{FF2B5EF4-FFF2-40B4-BE49-F238E27FC236}">
                <a16:creationId xmlns:a16="http://schemas.microsoft.com/office/drawing/2014/main" id="{3A79F130-8B3E-4F10-B311-7438D2A3AF8A}"/>
              </a:ext>
            </a:extLst>
          </p:cNvPr>
          <p:cNvSpPr>
            <a:spLocks noGrp="1"/>
          </p:cNvSpPr>
          <p:nvPr/>
        </p:nvSpPr>
        <p:spPr>
          <a:xfrm>
            <a:off x="789475" y="1066957"/>
            <a:ext cx="24757" cy="24757"/>
          </a:xfrm>
          <a:prstGeom prst="ellipse">
            <a:avLst/>
          </a:prstGeom>
          <a:solidFill>
            <a:srgbClr val="566AB4">
              <a:alpha val="40000"/>
            </a:srgbClr>
          </a:solidFill>
          <a:ln w="0">
            <a:noFill/>
            <a:prstDash val="solid"/>
          </a:ln>
        </p:spPr>
      </p:sp>
      <p:sp>
        <p:nvSpPr>
          <p:cNvPr id="709" name="LigandSeek2_vs_LigandSeek1_ellipse_6223">
            <a:extLst>
              <a:ext uri="{FF2B5EF4-FFF2-40B4-BE49-F238E27FC236}">
                <a16:creationId xmlns:a16="http://schemas.microsoft.com/office/drawing/2014/main" id="{A315BE9B-DE1C-4CAC-BC74-6ACE5753CC78}"/>
              </a:ext>
            </a:extLst>
          </p:cNvPr>
          <p:cNvSpPr>
            <a:spLocks noGrp="1"/>
          </p:cNvSpPr>
          <p:nvPr/>
        </p:nvSpPr>
        <p:spPr>
          <a:xfrm>
            <a:off x="786395" y="1890368"/>
            <a:ext cx="24757" cy="24757"/>
          </a:xfrm>
          <a:prstGeom prst="ellipse">
            <a:avLst/>
          </a:prstGeom>
          <a:solidFill>
            <a:srgbClr val="566AB4">
              <a:alpha val="40000"/>
            </a:srgbClr>
          </a:solidFill>
          <a:ln w="0">
            <a:noFill/>
            <a:prstDash val="solid"/>
          </a:ln>
        </p:spPr>
      </p:sp>
      <p:sp>
        <p:nvSpPr>
          <p:cNvPr id="710" name="LigandSeek2_vs_LigandSeek1_ellipse_6224">
            <a:extLst>
              <a:ext uri="{FF2B5EF4-FFF2-40B4-BE49-F238E27FC236}">
                <a16:creationId xmlns:a16="http://schemas.microsoft.com/office/drawing/2014/main" id="{37B8A818-A16C-41A0-8575-1D97C5552C13}"/>
              </a:ext>
            </a:extLst>
          </p:cNvPr>
          <p:cNvSpPr>
            <a:spLocks noGrp="1"/>
          </p:cNvSpPr>
          <p:nvPr/>
        </p:nvSpPr>
        <p:spPr>
          <a:xfrm>
            <a:off x="831487" y="1285546"/>
            <a:ext cx="24757" cy="24757"/>
          </a:xfrm>
          <a:prstGeom prst="ellipse">
            <a:avLst/>
          </a:prstGeom>
          <a:solidFill>
            <a:srgbClr val="566AB4">
              <a:alpha val="40000"/>
            </a:srgbClr>
          </a:solidFill>
          <a:ln w="0">
            <a:noFill/>
            <a:prstDash val="solid"/>
          </a:ln>
        </p:spPr>
      </p:sp>
      <p:sp>
        <p:nvSpPr>
          <p:cNvPr id="711" name="LigandSeek2_vs_LigandSeek1_ellipse_6225">
            <a:extLst>
              <a:ext uri="{FF2B5EF4-FFF2-40B4-BE49-F238E27FC236}">
                <a16:creationId xmlns:a16="http://schemas.microsoft.com/office/drawing/2014/main" id="{A0B4D6D2-C8E4-49E7-A5FB-D43EBFEE4A3B}"/>
              </a:ext>
            </a:extLst>
          </p:cNvPr>
          <p:cNvSpPr>
            <a:spLocks noGrp="1"/>
          </p:cNvSpPr>
          <p:nvPr/>
        </p:nvSpPr>
        <p:spPr>
          <a:xfrm>
            <a:off x="817854" y="1890368"/>
            <a:ext cx="24757" cy="24757"/>
          </a:xfrm>
          <a:prstGeom prst="ellipse">
            <a:avLst/>
          </a:prstGeom>
          <a:solidFill>
            <a:srgbClr val="566AB4">
              <a:alpha val="40000"/>
            </a:srgbClr>
          </a:solidFill>
          <a:ln w="0">
            <a:noFill/>
            <a:prstDash val="solid"/>
          </a:ln>
        </p:spPr>
      </p:sp>
      <p:sp>
        <p:nvSpPr>
          <p:cNvPr id="712" name="LigandSeek2_vs_LigandSeek1_ellipse_6226">
            <a:extLst>
              <a:ext uri="{FF2B5EF4-FFF2-40B4-BE49-F238E27FC236}">
                <a16:creationId xmlns:a16="http://schemas.microsoft.com/office/drawing/2014/main" id="{BFDA793A-5642-4DE2-AEFA-1F507D4832D7}"/>
              </a:ext>
            </a:extLst>
          </p:cNvPr>
          <p:cNvSpPr>
            <a:spLocks noGrp="1"/>
          </p:cNvSpPr>
          <p:nvPr/>
        </p:nvSpPr>
        <p:spPr>
          <a:xfrm>
            <a:off x="817001" y="1890368"/>
            <a:ext cx="24757" cy="24757"/>
          </a:xfrm>
          <a:prstGeom prst="ellipse">
            <a:avLst/>
          </a:prstGeom>
          <a:solidFill>
            <a:srgbClr val="566AB4">
              <a:alpha val="40000"/>
            </a:srgbClr>
          </a:solidFill>
          <a:ln w="0">
            <a:noFill/>
            <a:prstDash val="solid"/>
          </a:ln>
        </p:spPr>
      </p:sp>
      <p:sp>
        <p:nvSpPr>
          <p:cNvPr id="713" name="LigandSeek2_vs_LigandSeek1_ellipse_6227">
            <a:extLst>
              <a:ext uri="{FF2B5EF4-FFF2-40B4-BE49-F238E27FC236}">
                <a16:creationId xmlns:a16="http://schemas.microsoft.com/office/drawing/2014/main" id="{E0946C29-2FD4-4F67-ACF7-30E355933D9C}"/>
              </a:ext>
            </a:extLst>
          </p:cNvPr>
          <p:cNvSpPr>
            <a:spLocks noGrp="1"/>
          </p:cNvSpPr>
          <p:nvPr/>
        </p:nvSpPr>
        <p:spPr>
          <a:xfrm>
            <a:off x="830995" y="1776961"/>
            <a:ext cx="24757" cy="24757"/>
          </a:xfrm>
          <a:prstGeom prst="ellipse">
            <a:avLst/>
          </a:prstGeom>
          <a:solidFill>
            <a:srgbClr val="566AB4">
              <a:alpha val="40000"/>
            </a:srgbClr>
          </a:solidFill>
          <a:ln w="0">
            <a:noFill/>
            <a:prstDash val="solid"/>
          </a:ln>
        </p:spPr>
      </p:sp>
      <p:sp>
        <p:nvSpPr>
          <p:cNvPr id="714" name="LigandSeek2_vs_LigandSeek1_ellipse_6228">
            <a:extLst>
              <a:ext uri="{FF2B5EF4-FFF2-40B4-BE49-F238E27FC236}">
                <a16:creationId xmlns:a16="http://schemas.microsoft.com/office/drawing/2014/main" id="{521BD2C1-B464-4618-BE2D-C3F8CDB52BE6}"/>
              </a:ext>
            </a:extLst>
          </p:cNvPr>
          <p:cNvSpPr>
            <a:spLocks noGrp="1"/>
          </p:cNvSpPr>
          <p:nvPr/>
        </p:nvSpPr>
        <p:spPr>
          <a:xfrm>
            <a:off x="803113" y="1344737"/>
            <a:ext cx="24757" cy="24757"/>
          </a:xfrm>
          <a:prstGeom prst="ellipse">
            <a:avLst/>
          </a:prstGeom>
          <a:solidFill>
            <a:srgbClr val="566AB4">
              <a:alpha val="40000"/>
            </a:srgbClr>
          </a:solidFill>
          <a:ln w="0">
            <a:noFill/>
            <a:prstDash val="solid"/>
          </a:ln>
        </p:spPr>
      </p:sp>
      <p:sp>
        <p:nvSpPr>
          <p:cNvPr id="715" name="LigandSeek2_vs_LigandSeek1_ellipse_6229">
            <a:extLst>
              <a:ext uri="{FF2B5EF4-FFF2-40B4-BE49-F238E27FC236}">
                <a16:creationId xmlns:a16="http://schemas.microsoft.com/office/drawing/2014/main" id="{D0B6BC0E-DE4F-4419-B017-168CB1775425}"/>
              </a:ext>
            </a:extLst>
          </p:cNvPr>
          <p:cNvSpPr>
            <a:spLocks noGrp="1"/>
          </p:cNvSpPr>
          <p:nvPr/>
        </p:nvSpPr>
        <p:spPr>
          <a:xfrm>
            <a:off x="861539" y="1754644"/>
            <a:ext cx="24757" cy="24757"/>
          </a:xfrm>
          <a:prstGeom prst="ellipse">
            <a:avLst/>
          </a:prstGeom>
          <a:solidFill>
            <a:srgbClr val="566AB4">
              <a:alpha val="40000"/>
            </a:srgbClr>
          </a:solidFill>
          <a:ln w="0">
            <a:noFill/>
            <a:prstDash val="solid"/>
          </a:ln>
        </p:spPr>
      </p:sp>
      <p:sp>
        <p:nvSpPr>
          <p:cNvPr id="716" name="LigandSeek2_vs_LigandSeek1_ellipse_6230">
            <a:extLst>
              <a:ext uri="{FF2B5EF4-FFF2-40B4-BE49-F238E27FC236}">
                <a16:creationId xmlns:a16="http://schemas.microsoft.com/office/drawing/2014/main" id="{348BB41F-6B73-42C6-B5E2-5C4D47F0DEB7}"/>
              </a:ext>
            </a:extLst>
          </p:cNvPr>
          <p:cNvSpPr>
            <a:spLocks noGrp="1"/>
          </p:cNvSpPr>
          <p:nvPr/>
        </p:nvSpPr>
        <p:spPr>
          <a:xfrm>
            <a:off x="824337" y="1232759"/>
            <a:ext cx="24757" cy="24757"/>
          </a:xfrm>
          <a:prstGeom prst="ellipse">
            <a:avLst/>
          </a:prstGeom>
          <a:solidFill>
            <a:srgbClr val="566AB4">
              <a:alpha val="40000"/>
            </a:srgbClr>
          </a:solidFill>
          <a:ln w="0">
            <a:noFill/>
            <a:prstDash val="solid"/>
          </a:ln>
        </p:spPr>
      </p:sp>
      <p:sp>
        <p:nvSpPr>
          <p:cNvPr id="717" name="LigandSeek2_vs_LigandSeek1_ellipse_6231">
            <a:extLst>
              <a:ext uri="{FF2B5EF4-FFF2-40B4-BE49-F238E27FC236}">
                <a16:creationId xmlns:a16="http://schemas.microsoft.com/office/drawing/2014/main" id="{D6618F00-B9B1-4EFB-B30C-20E24C1756FA}"/>
              </a:ext>
            </a:extLst>
          </p:cNvPr>
          <p:cNvSpPr>
            <a:spLocks noGrp="1"/>
          </p:cNvSpPr>
          <p:nvPr/>
        </p:nvSpPr>
        <p:spPr>
          <a:xfrm>
            <a:off x="821709" y="1048136"/>
            <a:ext cx="24757" cy="24757"/>
          </a:xfrm>
          <a:prstGeom prst="ellipse">
            <a:avLst/>
          </a:prstGeom>
          <a:solidFill>
            <a:srgbClr val="566AB4">
              <a:alpha val="40000"/>
            </a:srgbClr>
          </a:solidFill>
          <a:ln w="0">
            <a:noFill/>
            <a:prstDash val="solid"/>
          </a:ln>
        </p:spPr>
      </p:sp>
      <p:sp>
        <p:nvSpPr>
          <p:cNvPr id="718" name="LigandSeek2_vs_LigandSeek1_ellipse_6232">
            <a:extLst>
              <a:ext uri="{FF2B5EF4-FFF2-40B4-BE49-F238E27FC236}">
                <a16:creationId xmlns:a16="http://schemas.microsoft.com/office/drawing/2014/main" id="{B24D3FC4-DFD2-4E78-A3D5-629A56B6311D}"/>
              </a:ext>
            </a:extLst>
          </p:cNvPr>
          <p:cNvSpPr>
            <a:spLocks noGrp="1"/>
          </p:cNvSpPr>
          <p:nvPr/>
        </p:nvSpPr>
        <p:spPr>
          <a:xfrm>
            <a:off x="817542" y="1553881"/>
            <a:ext cx="24757" cy="24757"/>
          </a:xfrm>
          <a:prstGeom prst="ellipse">
            <a:avLst/>
          </a:prstGeom>
          <a:solidFill>
            <a:srgbClr val="566AB4">
              <a:alpha val="40000"/>
            </a:srgbClr>
          </a:solidFill>
          <a:ln w="0">
            <a:noFill/>
            <a:prstDash val="solid"/>
          </a:ln>
        </p:spPr>
      </p:sp>
      <p:sp>
        <p:nvSpPr>
          <p:cNvPr id="719" name="LigandSeek2_vs_LigandSeek1_ellipse_6233">
            <a:extLst>
              <a:ext uri="{FF2B5EF4-FFF2-40B4-BE49-F238E27FC236}">
                <a16:creationId xmlns:a16="http://schemas.microsoft.com/office/drawing/2014/main" id="{E83D4A15-22FE-4DD4-B169-6D466675DC84}"/>
              </a:ext>
            </a:extLst>
          </p:cNvPr>
          <p:cNvSpPr>
            <a:spLocks noGrp="1"/>
          </p:cNvSpPr>
          <p:nvPr/>
        </p:nvSpPr>
        <p:spPr>
          <a:xfrm>
            <a:off x="847834" y="1098990"/>
            <a:ext cx="24757" cy="24757"/>
          </a:xfrm>
          <a:prstGeom prst="ellipse">
            <a:avLst/>
          </a:prstGeom>
          <a:solidFill>
            <a:srgbClr val="566AB4">
              <a:alpha val="40000"/>
            </a:srgbClr>
          </a:solidFill>
          <a:ln w="0">
            <a:noFill/>
            <a:prstDash val="solid"/>
          </a:ln>
        </p:spPr>
      </p:sp>
      <p:sp>
        <p:nvSpPr>
          <p:cNvPr id="720" name="LigandSeek2_vs_LigandSeek1_ellipse_6234">
            <a:extLst>
              <a:ext uri="{FF2B5EF4-FFF2-40B4-BE49-F238E27FC236}">
                <a16:creationId xmlns:a16="http://schemas.microsoft.com/office/drawing/2014/main" id="{6D95745F-5C0B-4D24-AD2C-C5D57D0B42C5}"/>
              </a:ext>
            </a:extLst>
          </p:cNvPr>
          <p:cNvSpPr>
            <a:spLocks noGrp="1"/>
          </p:cNvSpPr>
          <p:nvPr/>
        </p:nvSpPr>
        <p:spPr>
          <a:xfrm>
            <a:off x="794677" y="1597276"/>
            <a:ext cx="24757" cy="24757"/>
          </a:xfrm>
          <a:prstGeom prst="ellipse">
            <a:avLst/>
          </a:prstGeom>
          <a:solidFill>
            <a:srgbClr val="566AB4">
              <a:alpha val="40000"/>
            </a:srgbClr>
          </a:solidFill>
          <a:ln w="0">
            <a:noFill/>
            <a:prstDash val="solid"/>
          </a:ln>
        </p:spPr>
      </p:sp>
      <p:sp>
        <p:nvSpPr>
          <p:cNvPr id="721" name="LigandSeek2_vs_LigandSeek1_ellipse_6235">
            <a:extLst>
              <a:ext uri="{FF2B5EF4-FFF2-40B4-BE49-F238E27FC236}">
                <a16:creationId xmlns:a16="http://schemas.microsoft.com/office/drawing/2014/main" id="{165D8C94-C396-4FCC-AD67-0683A302196B}"/>
              </a:ext>
            </a:extLst>
          </p:cNvPr>
          <p:cNvSpPr>
            <a:spLocks noGrp="1"/>
          </p:cNvSpPr>
          <p:nvPr/>
        </p:nvSpPr>
        <p:spPr>
          <a:xfrm>
            <a:off x="782704" y="1293728"/>
            <a:ext cx="24757" cy="24757"/>
          </a:xfrm>
          <a:prstGeom prst="ellipse">
            <a:avLst/>
          </a:prstGeom>
          <a:solidFill>
            <a:srgbClr val="566AB4">
              <a:alpha val="40000"/>
            </a:srgbClr>
          </a:solidFill>
          <a:ln w="0">
            <a:noFill/>
            <a:prstDash val="solid"/>
          </a:ln>
        </p:spPr>
      </p:sp>
      <p:sp>
        <p:nvSpPr>
          <p:cNvPr id="722" name="LigandSeek2_vs_LigandSeek1_ellipse_6236">
            <a:extLst>
              <a:ext uri="{FF2B5EF4-FFF2-40B4-BE49-F238E27FC236}">
                <a16:creationId xmlns:a16="http://schemas.microsoft.com/office/drawing/2014/main" id="{F4ABB2E8-C558-4653-9724-6491260D7D23}"/>
              </a:ext>
            </a:extLst>
          </p:cNvPr>
          <p:cNvSpPr>
            <a:spLocks noGrp="1"/>
          </p:cNvSpPr>
          <p:nvPr/>
        </p:nvSpPr>
        <p:spPr>
          <a:xfrm>
            <a:off x="778781" y="1678607"/>
            <a:ext cx="24757" cy="24757"/>
          </a:xfrm>
          <a:prstGeom prst="ellipse">
            <a:avLst/>
          </a:prstGeom>
          <a:solidFill>
            <a:srgbClr val="566AB4">
              <a:alpha val="40000"/>
            </a:srgbClr>
          </a:solidFill>
          <a:ln w="0">
            <a:noFill/>
            <a:prstDash val="solid"/>
          </a:ln>
        </p:spPr>
      </p:sp>
      <p:sp>
        <p:nvSpPr>
          <p:cNvPr id="723" name="LigandSeek2_vs_LigandSeek1_ellipse_6237">
            <a:extLst>
              <a:ext uri="{FF2B5EF4-FFF2-40B4-BE49-F238E27FC236}">
                <a16:creationId xmlns:a16="http://schemas.microsoft.com/office/drawing/2014/main" id="{D3120915-F248-46E7-9602-D019F9417321}"/>
              </a:ext>
            </a:extLst>
          </p:cNvPr>
          <p:cNvSpPr>
            <a:spLocks noGrp="1"/>
          </p:cNvSpPr>
          <p:nvPr/>
        </p:nvSpPr>
        <p:spPr>
          <a:xfrm>
            <a:off x="847399" y="1400989"/>
            <a:ext cx="24757" cy="24757"/>
          </a:xfrm>
          <a:prstGeom prst="ellipse">
            <a:avLst/>
          </a:prstGeom>
          <a:solidFill>
            <a:srgbClr val="566AB4">
              <a:alpha val="40000"/>
            </a:srgbClr>
          </a:solidFill>
          <a:ln w="0">
            <a:noFill/>
            <a:prstDash val="solid"/>
          </a:ln>
        </p:spPr>
      </p:sp>
      <p:sp>
        <p:nvSpPr>
          <p:cNvPr id="724" name="LigandSeek2_vs_LigandSeek1_ellipse_6238">
            <a:extLst>
              <a:ext uri="{FF2B5EF4-FFF2-40B4-BE49-F238E27FC236}">
                <a16:creationId xmlns:a16="http://schemas.microsoft.com/office/drawing/2014/main" id="{55E9F210-E541-42D6-BDCA-D75C86D7B6D0}"/>
              </a:ext>
            </a:extLst>
          </p:cNvPr>
          <p:cNvSpPr>
            <a:spLocks noGrp="1"/>
          </p:cNvSpPr>
          <p:nvPr/>
        </p:nvSpPr>
        <p:spPr>
          <a:xfrm>
            <a:off x="858806" y="1181231"/>
            <a:ext cx="24757" cy="24757"/>
          </a:xfrm>
          <a:prstGeom prst="ellipse">
            <a:avLst/>
          </a:prstGeom>
          <a:solidFill>
            <a:srgbClr val="566AB4">
              <a:alpha val="40000"/>
            </a:srgbClr>
          </a:solidFill>
          <a:ln w="0">
            <a:noFill/>
            <a:prstDash val="solid"/>
          </a:ln>
        </p:spPr>
      </p:sp>
      <p:sp>
        <p:nvSpPr>
          <p:cNvPr id="725" name="LigandSeek2_vs_LigandSeek1_ellipse_6239">
            <a:extLst>
              <a:ext uri="{FF2B5EF4-FFF2-40B4-BE49-F238E27FC236}">
                <a16:creationId xmlns:a16="http://schemas.microsoft.com/office/drawing/2014/main" id="{229493B5-215C-439C-AEED-80A505D286C4}"/>
              </a:ext>
            </a:extLst>
          </p:cNvPr>
          <p:cNvSpPr>
            <a:spLocks noGrp="1"/>
          </p:cNvSpPr>
          <p:nvPr/>
        </p:nvSpPr>
        <p:spPr>
          <a:xfrm>
            <a:off x="853290" y="1080215"/>
            <a:ext cx="24757" cy="24757"/>
          </a:xfrm>
          <a:prstGeom prst="ellipse">
            <a:avLst/>
          </a:prstGeom>
          <a:solidFill>
            <a:srgbClr val="566AB4">
              <a:alpha val="40000"/>
            </a:srgbClr>
          </a:solidFill>
          <a:ln w="0">
            <a:noFill/>
            <a:prstDash val="solid"/>
          </a:ln>
        </p:spPr>
      </p:sp>
      <p:sp>
        <p:nvSpPr>
          <p:cNvPr id="726" name="LigandSeek2_vs_LigandSeek1_ellipse_6240">
            <a:extLst>
              <a:ext uri="{FF2B5EF4-FFF2-40B4-BE49-F238E27FC236}">
                <a16:creationId xmlns:a16="http://schemas.microsoft.com/office/drawing/2014/main" id="{34060F0F-3E0D-446C-8A28-B97E6E33E8BA}"/>
              </a:ext>
            </a:extLst>
          </p:cNvPr>
          <p:cNvSpPr>
            <a:spLocks noGrp="1"/>
          </p:cNvSpPr>
          <p:nvPr/>
        </p:nvSpPr>
        <p:spPr>
          <a:xfrm>
            <a:off x="861078" y="1577017"/>
            <a:ext cx="24757" cy="24757"/>
          </a:xfrm>
          <a:prstGeom prst="ellipse">
            <a:avLst/>
          </a:prstGeom>
          <a:solidFill>
            <a:srgbClr val="566AB4">
              <a:alpha val="40000"/>
            </a:srgbClr>
          </a:solidFill>
          <a:ln w="0">
            <a:noFill/>
            <a:prstDash val="solid"/>
          </a:ln>
        </p:spPr>
      </p:sp>
      <p:sp>
        <p:nvSpPr>
          <p:cNvPr id="727" name="LigandSeek2_vs_LigandSeek1_ellipse_6241">
            <a:extLst>
              <a:ext uri="{FF2B5EF4-FFF2-40B4-BE49-F238E27FC236}">
                <a16:creationId xmlns:a16="http://schemas.microsoft.com/office/drawing/2014/main" id="{84C20D3A-116F-43CF-9FCC-FAF477DC95AC}"/>
              </a:ext>
            </a:extLst>
          </p:cNvPr>
          <p:cNvSpPr>
            <a:spLocks noGrp="1"/>
          </p:cNvSpPr>
          <p:nvPr/>
        </p:nvSpPr>
        <p:spPr>
          <a:xfrm>
            <a:off x="855220" y="1081141"/>
            <a:ext cx="24757" cy="24757"/>
          </a:xfrm>
          <a:prstGeom prst="ellipse">
            <a:avLst/>
          </a:prstGeom>
          <a:solidFill>
            <a:srgbClr val="566AB4">
              <a:alpha val="40000"/>
            </a:srgbClr>
          </a:solidFill>
          <a:ln w="0">
            <a:noFill/>
            <a:prstDash val="solid"/>
          </a:ln>
        </p:spPr>
      </p:sp>
      <p:sp>
        <p:nvSpPr>
          <p:cNvPr id="728" name="LigandSeek2_vs_LigandSeek1_ellipse_6242">
            <a:extLst>
              <a:ext uri="{FF2B5EF4-FFF2-40B4-BE49-F238E27FC236}">
                <a16:creationId xmlns:a16="http://schemas.microsoft.com/office/drawing/2014/main" id="{B1E48FC0-1C9D-44E6-9736-B625604BFDF1}"/>
              </a:ext>
            </a:extLst>
          </p:cNvPr>
          <p:cNvSpPr>
            <a:spLocks noGrp="1"/>
          </p:cNvSpPr>
          <p:nvPr/>
        </p:nvSpPr>
        <p:spPr>
          <a:xfrm>
            <a:off x="823749" y="1737355"/>
            <a:ext cx="24757" cy="24757"/>
          </a:xfrm>
          <a:prstGeom prst="ellipse">
            <a:avLst/>
          </a:prstGeom>
          <a:solidFill>
            <a:srgbClr val="566AB4">
              <a:alpha val="40000"/>
            </a:srgbClr>
          </a:solidFill>
          <a:ln w="0">
            <a:noFill/>
            <a:prstDash val="solid"/>
          </a:ln>
        </p:spPr>
      </p:sp>
      <p:sp>
        <p:nvSpPr>
          <p:cNvPr id="729" name="LigandSeek2_vs_LigandSeek1_ellipse_6243">
            <a:extLst>
              <a:ext uri="{FF2B5EF4-FFF2-40B4-BE49-F238E27FC236}">
                <a16:creationId xmlns:a16="http://schemas.microsoft.com/office/drawing/2014/main" id="{231FF277-55F0-430C-85B2-811A816514CB}"/>
              </a:ext>
            </a:extLst>
          </p:cNvPr>
          <p:cNvSpPr>
            <a:spLocks noGrp="1"/>
          </p:cNvSpPr>
          <p:nvPr/>
        </p:nvSpPr>
        <p:spPr>
          <a:xfrm>
            <a:off x="848429" y="1053204"/>
            <a:ext cx="24757" cy="24757"/>
          </a:xfrm>
          <a:prstGeom prst="ellipse">
            <a:avLst/>
          </a:prstGeom>
          <a:solidFill>
            <a:srgbClr val="566AB4">
              <a:alpha val="40000"/>
            </a:srgbClr>
          </a:solidFill>
          <a:ln w="0">
            <a:noFill/>
            <a:prstDash val="solid"/>
          </a:ln>
        </p:spPr>
      </p:sp>
      <p:sp>
        <p:nvSpPr>
          <p:cNvPr id="730" name="LigandSeek2_vs_LigandSeek1_ellipse_6244">
            <a:extLst>
              <a:ext uri="{FF2B5EF4-FFF2-40B4-BE49-F238E27FC236}">
                <a16:creationId xmlns:a16="http://schemas.microsoft.com/office/drawing/2014/main" id="{C3E05AFB-B461-4878-9DFF-4FC8F2A7075C}"/>
              </a:ext>
            </a:extLst>
          </p:cNvPr>
          <p:cNvSpPr>
            <a:spLocks noGrp="1"/>
          </p:cNvSpPr>
          <p:nvPr/>
        </p:nvSpPr>
        <p:spPr>
          <a:xfrm>
            <a:off x="803766" y="1241032"/>
            <a:ext cx="24757" cy="24757"/>
          </a:xfrm>
          <a:prstGeom prst="ellipse">
            <a:avLst/>
          </a:prstGeom>
          <a:solidFill>
            <a:srgbClr val="566AB4">
              <a:alpha val="40000"/>
            </a:srgbClr>
          </a:solidFill>
          <a:ln w="0">
            <a:noFill/>
            <a:prstDash val="solid"/>
          </a:ln>
        </p:spPr>
      </p:sp>
      <p:sp>
        <p:nvSpPr>
          <p:cNvPr id="731" name="LigandSeek2_vs_LigandSeek1_ellipse_6245">
            <a:extLst>
              <a:ext uri="{FF2B5EF4-FFF2-40B4-BE49-F238E27FC236}">
                <a16:creationId xmlns:a16="http://schemas.microsoft.com/office/drawing/2014/main" id="{300CAE83-1EFE-4E57-A860-5AC5D712B16A}"/>
              </a:ext>
            </a:extLst>
          </p:cNvPr>
          <p:cNvSpPr>
            <a:spLocks noGrp="1"/>
          </p:cNvSpPr>
          <p:nvPr/>
        </p:nvSpPr>
        <p:spPr>
          <a:xfrm>
            <a:off x="851832" y="1050218"/>
            <a:ext cx="24757" cy="24757"/>
          </a:xfrm>
          <a:prstGeom prst="ellipse">
            <a:avLst/>
          </a:prstGeom>
          <a:solidFill>
            <a:srgbClr val="566AB4">
              <a:alpha val="40000"/>
            </a:srgbClr>
          </a:solidFill>
          <a:ln w="0">
            <a:noFill/>
            <a:prstDash val="solid"/>
          </a:ln>
        </p:spPr>
      </p:sp>
      <p:sp>
        <p:nvSpPr>
          <p:cNvPr id="732" name="LigandSeek2_vs_LigandSeek1_ellipse_6246">
            <a:extLst>
              <a:ext uri="{FF2B5EF4-FFF2-40B4-BE49-F238E27FC236}">
                <a16:creationId xmlns:a16="http://schemas.microsoft.com/office/drawing/2014/main" id="{CE502B6F-1763-4869-8F41-0996DE6C761F}"/>
              </a:ext>
            </a:extLst>
          </p:cNvPr>
          <p:cNvSpPr>
            <a:spLocks noGrp="1"/>
          </p:cNvSpPr>
          <p:nvPr/>
        </p:nvSpPr>
        <p:spPr>
          <a:xfrm>
            <a:off x="802185" y="1635790"/>
            <a:ext cx="24757" cy="24757"/>
          </a:xfrm>
          <a:prstGeom prst="ellipse">
            <a:avLst/>
          </a:prstGeom>
          <a:solidFill>
            <a:srgbClr val="566AB4">
              <a:alpha val="40000"/>
            </a:srgbClr>
          </a:solidFill>
          <a:ln w="0">
            <a:noFill/>
            <a:prstDash val="solid"/>
          </a:ln>
        </p:spPr>
      </p:sp>
      <p:sp>
        <p:nvSpPr>
          <p:cNvPr id="733" name="LigandSeek2_vs_LigandSeek1_ellipse_6247">
            <a:extLst>
              <a:ext uri="{FF2B5EF4-FFF2-40B4-BE49-F238E27FC236}">
                <a16:creationId xmlns:a16="http://schemas.microsoft.com/office/drawing/2014/main" id="{52399681-B8E2-41D2-B317-9F6B163F8B2B}"/>
              </a:ext>
            </a:extLst>
          </p:cNvPr>
          <p:cNvSpPr>
            <a:spLocks noGrp="1"/>
          </p:cNvSpPr>
          <p:nvPr/>
        </p:nvSpPr>
        <p:spPr>
          <a:xfrm>
            <a:off x="812992" y="1182951"/>
            <a:ext cx="24757" cy="24757"/>
          </a:xfrm>
          <a:prstGeom prst="ellipse">
            <a:avLst/>
          </a:prstGeom>
          <a:solidFill>
            <a:srgbClr val="566AB4">
              <a:alpha val="40000"/>
            </a:srgbClr>
          </a:solidFill>
          <a:ln w="0">
            <a:noFill/>
            <a:prstDash val="solid"/>
          </a:ln>
        </p:spPr>
      </p:sp>
      <p:sp>
        <p:nvSpPr>
          <p:cNvPr id="734" name="LigandSeek2_vs_LigandSeek1_ellipse_6248">
            <a:extLst>
              <a:ext uri="{FF2B5EF4-FFF2-40B4-BE49-F238E27FC236}">
                <a16:creationId xmlns:a16="http://schemas.microsoft.com/office/drawing/2014/main" id="{6B41CF16-85DA-4FAB-8A65-6A6449364ACF}"/>
              </a:ext>
            </a:extLst>
          </p:cNvPr>
          <p:cNvSpPr>
            <a:spLocks noGrp="1"/>
          </p:cNvSpPr>
          <p:nvPr/>
        </p:nvSpPr>
        <p:spPr>
          <a:xfrm>
            <a:off x="807650" y="1420346"/>
            <a:ext cx="24757" cy="24757"/>
          </a:xfrm>
          <a:prstGeom prst="ellipse">
            <a:avLst/>
          </a:prstGeom>
          <a:solidFill>
            <a:srgbClr val="566AB4">
              <a:alpha val="40000"/>
            </a:srgbClr>
          </a:solidFill>
          <a:ln w="0">
            <a:noFill/>
            <a:prstDash val="solid"/>
          </a:ln>
        </p:spPr>
      </p:sp>
      <p:sp>
        <p:nvSpPr>
          <p:cNvPr id="735" name="LigandSeek2_vs_LigandSeek1_ellipse_6249">
            <a:extLst>
              <a:ext uri="{FF2B5EF4-FFF2-40B4-BE49-F238E27FC236}">
                <a16:creationId xmlns:a16="http://schemas.microsoft.com/office/drawing/2014/main" id="{64F193F4-FEBB-4FFE-A8F6-6ADF5D1D7CBB}"/>
              </a:ext>
            </a:extLst>
          </p:cNvPr>
          <p:cNvSpPr>
            <a:spLocks noGrp="1"/>
          </p:cNvSpPr>
          <p:nvPr/>
        </p:nvSpPr>
        <p:spPr>
          <a:xfrm>
            <a:off x="777575" y="1422727"/>
            <a:ext cx="24757" cy="24757"/>
          </a:xfrm>
          <a:prstGeom prst="ellipse">
            <a:avLst/>
          </a:prstGeom>
          <a:solidFill>
            <a:srgbClr val="566AB4">
              <a:alpha val="40000"/>
            </a:srgbClr>
          </a:solidFill>
          <a:ln w="0">
            <a:noFill/>
            <a:prstDash val="solid"/>
          </a:ln>
        </p:spPr>
      </p:sp>
      <p:sp>
        <p:nvSpPr>
          <p:cNvPr id="736" name="LigandSeek2_vs_LigandSeek1_ellipse_6250">
            <a:extLst>
              <a:ext uri="{FF2B5EF4-FFF2-40B4-BE49-F238E27FC236}">
                <a16:creationId xmlns:a16="http://schemas.microsoft.com/office/drawing/2014/main" id="{BDC406A3-B17D-4F65-9AA3-5351EFBF36D5}"/>
              </a:ext>
            </a:extLst>
          </p:cNvPr>
          <p:cNvSpPr>
            <a:spLocks noGrp="1"/>
          </p:cNvSpPr>
          <p:nvPr/>
        </p:nvSpPr>
        <p:spPr>
          <a:xfrm>
            <a:off x="829621" y="1425269"/>
            <a:ext cx="24757" cy="24757"/>
          </a:xfrm>
          <a:prstGeom prst="ellipse">
            <a:avLst/>
          </a:prstGeom>
          <a:solidFill>
            <a:srgbClr val="566AB4">
              <a:alpha val="40000"/>
            </a:srgbClr>
          </a:solidFill>
          <a:ln w="0">
            <a:noFill/>
            <a:prstDash val="solid"/>
          </a:ln>
        </p:spPr>
      </p:sp>
      <p:sp>
        <p:nvSpPr>
          <p:cNvPr id="737" name="LigandSeek2_vs_LigandSeek1_ellipse_6251">
            <a:extLst>
              <a:ext uri="{FF2B5EF4-FFF2-40B4-BE49-F238E27FC236}">
                <a16:creationId xmlns:a16="http://schemas.microsoft.com/office/drawing/2014/main" id="{0E441CEB-3A3C-4B34-8E6E-D1C856E728F9}"/>
              </a:ext>
            </a:extLst>
          </p:cNvPr>
          <p:cNvSpPr>
            <a:spLocks noGrp="1"/>
          </p:cNvSpPr>
          <p:nvPr/>
        </p:nvSpPr>
        <p:spPr>
          <a:xfrm>
            <a:off x="801181" y="1403155"/>
            <a:ext cx="24757" cy="24757"/>
          </a:xfrm>
          <a:prstGeom prst="ellipse">
            <a:avLst/>
          </a:prstGeom>
          <a:solidFill>
            <a:srgbClr val="566AB4">
              <a:alpha val="40000"/>
            </a:srgbClr>
          </a:solidFill>
          <a:ln w="0">
            <a:noFill/>
            <a:prstDash val="solid"/>
          </a:ln>
        </p:spPr>
      </p:sp>
      <p:sp>
        <p:nvSpPr>
          <p:cNvPr id="738" name="LigandSeek2_vs_LigandSeek1_ellipse_6252">
            <a:extLst>
              <a:ext uri="{FF2B5EF4-FFF2-40B4-BE49-F238E27FC236}">
                <a16:creationId xmlns:a16="http://schemas.microsoft.com/office/drawing/2014/main" id="{70DB2994-EA1F-42C7-BA67-887B7AAA4DDA}"/>
              </a:ext>
            </a:extLst>
          </p:cNvPr>
          <p:cNvSpPr>
            <a:spLocks noGrp="1"/>
          </p:cNvSpPr>
          <p:nvPr/>
        </p:nvSpPr>
        <p:spPr>
          <a:xfrm>
            <a:off x="847711" y="1113526"/>
            <a:ext cx="24757" cy="24757"/>
          </a:xfrm>
          <a:prstGeom prst="ellipse">
            <a:avLst/>
          </a:prstGeom>
          <a:solidFill>
            <a:srgbClr val="566AB4">
              <a:alpha val="40000"/>
            </a:srgbClr>
          </a:solidFill>
          <a:ln w="0">
            <a:noFill/>
            <a:prstDash val="solid"/>
          </a:ln>
        </p:spPr>
      </p:sp>
      <p:sp>
        <p:nvSpPr>
          <p:cNvPr id="739" name="LigandSeek2_vs_LigandSeek1_ellipse_6253">
            <a:extLst>
              <a:ext uri="{FF2B5EF4-FFF2-40B4-BE49-F238E27FC236}">
                <a16:creationId xmlns:a16="http://schemas.microsoft.com/office/drawing/2014/main" id="{7FB4E087-D5C5-4764-983B-DCB89B2FF71F}"/>
              </a:ext>
            </a:extLst>
          </p:cNvPr>
          <p:cNvSpPr>
            <a:spLocks noGrp="1"/>
          </p:cNvSpPr>
          <p:nvPr/>
        </p:nvSpPr>
        <p:spPr>
          <a:xfrm>
            <a:off x="799609" y="1825386"/>
            <a:ext cx="24757" cy="24757"/>
          </a:xfrm>
          <a:prstGeom prst="ellipse">
            <a:avLst/>
          </a:prstGeom>
          <a:solidFill>
            <a:srgbClr val="566AB4">
              <a:alpha val="40000"/>
            </a:srgbClr>
          </a:solidFill>
          <a:ln w="0">
            <a:noFill/>
            <a:prstDash val="solid"/>
          </a:ln>
        </p:spPr>
      </p:sp>
      <p:sp>
        <p:nvSpPr>
          <p:cNvPr id="740" name="LigandSeek2_vs_LigandSeek1_ellipse_6254">
            <a:extLst>
              <a:ext uri="{FF2B5EF4-FFF2-40B4-BE49-F238E27FC236}">
                <a16:creationId xmlns:a16="http://schemas.microsoft.com/office/drawing/2014/main" id="{63B6F545-9037-4DF6-B468-3FA08F1BB217}"/>
              </a:ext>
            </a:extLst>
          </p:cNvPr>
          <p:cNvSpPr>
            <a:spLocks noGrp="1"/>
          </p:cNvSpPr>
          <p:nvPr/>
        </p:nvSpPr>
        <p:spPr>
          <a:xfrm>
            <a:off x="844417" y="1459361"/>
            <a:ext cx="24757" cy="24757"/>
          </a:xfrm>
          <a:prstGeom prst="ellipse">
            <a:avLst/>
          </a:prstGeom>
          <a:solidFill>
            <a:srgbClr val="566AB4">
              <a:alpha val="40000"/>
            </a:srgbClr>
          </a:solidFill>
          <a:ln w="0">
            <a:noFill/>
            <a:prstDash val="solid"/>
          </a:ln>
        </p:spPr>
      </p:sp>
      <p:sp>
        <p:nvSpPr>
          <p:cNvPr id="741" name="LigandSeek2_vs_LigandSeek1_ellipse_6255">
            <a:extLst>
              <a:ext uri="{FF2B5EF4-FFF2-40B4-BE49-F238E27FC236}">
                <a16:creationId xmlns:a16="http://schemas.microsoft.com/office/drawing/2014/main" id="{D4946C16-BA4B-4BB4-B753-3557DAF8F180}"/>
              </a:ext>
            </a:extLst>
          </p:cNvPr>
          <p:cNvSpPr>
            <a:spLocks noGrp="1"/>
          </p:cNvSpPr>
          <p:nvPr/>
        </p:nvSpPr>
        <p:spPr>
          <a:xfrm>
            <a:off x="834963" y="1221798"/>
            <a:ext cx="24757" cy="24757"/>
          </a:xfrm>
          <a:prstGeom prst="ellipse">
            <a:avLst/>
          </a:prstGeom>
          <a:solidFill>
            <a:srgbClr val="566AB4">
              <a:alpha val="40000"/>
            </a:srgbClr>
          </a:solidFill>
          <a:ln w="0">
            <a:noFill/>
            <a:prstDash val="solid"/>
          </a:ln>
        </p:spPr>
      </p:sp>
      <p:sp>
        <p:nvSpPr>
          <p:cNvPr id="742" name="LigandSeek2_vs_LigandSeek1_ellipse_6256">
            <a:extLst>
              <a:ext uri="{FF2B5EF4-FFF2-40B4-BE49-F238E27FC236}">
                <a16:creationId xmlns:a16="http://schemas.microsoft.com/office/drawing/2014/main" id="{FE67BFA4-902E-4305-B61A-D4C040E0ED49}"/>
              </a:ext>
            </a:extLst>
          </p:cNvPr>
          <p:cNvSpPr>
            <a:spLocks noGrp="1"/>
          </p:cNvSpPr>
          <p:nvPr/>
        </p:nvSpPr>
        <p:spPr>
          <a:xfrm>
            <a:off x="811468" y="1505501"/>
            <a:ext cx="24757" cy="24757"/>
          </a:xfrm>
          <a:prstGeom prst="ellipse">
            <a:avLst/>
          </a:prstGeom>
          <a:solidFill>
            <a:srgbClr val="566AB4">
              <a:alpha val="40000"/>
            </a:srgbClr>
          </a:solidFill>
          <a:ln w="0">
            <a:noFill/>
            <a:prstDash val="solid"/>
          </a:ln>
        </p:spPr>
      </p:sp>
      <p:sp>
        <p:nvSpPr>
          <p:cNvPr id="743" name="LigandSeek2_vs_LigandSeek1_ellipse_6257">
            <a:extLst>
              <a:ext uri="{FF2B5EF4-FFF2-40B4-BE49-F238E27FC236}">
                <a16:creationId xmlns:a16="http://schemas.microsoft.com/office/drawing/2014/main" id="{336BFC1C-1CEF-44A3-BBB1-AE72E510E63B}"/>
              </a:ext>
            </a:extLst>
          </p:cNvPr>
          <p:cNvSpPr>
            <a:spLocks noGrp="1"/>
          </p:cNvSpPr>
          <p:nvPr/>
        </p:nvSpPr>
        <p:spPr>
          <a:xfrm>
            <a:off x="819987" y="1890368"/>
            <a:ext cx="24757" cy="24757"/>
          </a:xfrm>
          <a:prstGeom prst="ellipse">
            <a:avLst/>
          </a:prstGeom>
          <a:solidFill>
            <a:srgbClr val="566AB4">
              <a:alpha val="40000"/>
            </a:srgbClr>
          </a:solidFill>
          <a:ln w="0">
            <a:noFill/>
            <a:prstDash val="solid"/>
          </a:ln>
        </p:spPr>
      </p:sp>
      <p:sp>
        <p:nvSpPr>
          <p:cNvPr id="744" name="LigandSeek2_vs_LigandSeek1_ellipse_6258">
            <a:extLst>
              <a:ext uri="{FF2B5EF4-FFF2-40B4-BE49-F238E27FC236}">
                <a16:creationId xmlns:a16="http://schemas.microsoft.com/office/drawing/2014/main" id="{CA800D9C-07E4-400F-AF70-FD0852A48405}"/>
              </a:ext>
            </a:extLst>
          </p:cNvPr>
          <p:cNvSpPr>
            <a:spLocks noGrp="1"/>
          </p:cNvSpPr>
          <p:nvPr/>
        </p:nvSpPr>
        <p:spPr>
          <a:xfrm>
            <a:off x="778553" y="1688325"/>
            <a:ext cx="24757" cy="24757"/>
          </a:xfrm>
          <a:prstGeom prst="ellipse">
            <a:avLst/>
          </a:prstGeom>
          <a:solidFill>
            <a:srgbClr val="566AB4">
              <a:alpha val="40000"/>
            </a:srgbClr>
          </a:solidFill>
          <a:ln w="0">
            <a:noFill/>
            <a:prstDash val="solid"/>
          </a:ln>
        </p:spPr>
      </p:sp>
      <p:sp>
        <p:nvSpPr>
          <p:cNvPr id="745" name="LigandSeek2_vs_LigandSeek1_ellipse_6259">
            <a:extLst>
              <a:ext uri="{FF2B5EF4-FFF2-40B4-BE49-F238E27FC236}">
                <a16:creationId xmlns:a16="http://schemas.microsoft.com/office/drawing/2014/main" id="{C58EFC70-A91E-49B2-95EB-2DADE9B970CA}"/>
              </a:ext>
            </a:extLst>
          </p:cNvPr>
          <p:cNvSpPr>
            <a:spLocks noGrp="1"/>
          </p:cNvSpPr>
          <p:nvPr/>
        </p:nvSpPr>
        <p:spPr>
          <a:xfrm>
            <a:off x="815542" y="1890368"/>
            <a:ext cx="24757" cy="24757"/>
          </a:xfrm>
          <a:prstGeom prst="ellipse">
            <a:avLst/>
          </a:prstGeom>
          <a:solidFill>
            <a:srgbClr val="566AB4">
              <a:alpha val="40000"/>
            </a:srgbClr>
          </a:solidFill>
          <a:ln w="0">
            <a:noFill/>
            <a:prstDash val="solid"/>
          </a:ln>
        </p:spPr>
      </p:sp>
      <p:sp>
        <p:nvSpPr>
          <p:cNvPr id="746" name="LigandSeek2_vs_LigandSeek1_ellipse_6260">
            <a:extLst>
              <a:ext uri="{FF2B5EF4-FFF2-40B4-BE49-F238E27FC236}">
                <a16:creationId xmlns:a16="http://schemas.microsoft.com/office/drawing/2014/main" id="{80109EE0-218C-4D28-AD8A-0484DB610B83}"/>
              </a:ext>
            </a:extLst>
          </p:cNvPr>
          <p:cNvSpPr>
            <a:spLocks noGrp="1"/>
          </p:cNvSpPr>
          <p:nvPr/>
        </p:nvSpPr>
        <p:spPr>
          <a:xfrm>
            <a:off x="781443" y="1890368"/>
            <a:ext cx="24757" cy="24757"/>
          </a:xfrm>
          <a:prstGeom prst="ellipse">
            <a:avLst/>
          </a:prstGeom>
          <a:solidFill>
            <a:srgbClr val="566AB4">
              <a:alpha val="40000"/>
            </a:srgbClr>
          </a:solidFill>
          <a:ln w="0">
            <a:noFill/>
            <a:prstDash val="solid"/>
          </a:ln>
        </p:spPr>
      </p:sp>
      <p:sp>
        <p:nvSpPr>
          <p:cNvPr id="747" name="LigandSeek2_vs_LigandSeek1_ellipse_6261">
            <a:extLst>
              <a:ext uri="{FF2B5EF4-FFF2-40B4-BE49-F238E27FC236}">
                <a16:creationId xmlns:a16="http://schemas.microsoft.com/office/drawing/2014/main" id="{70CC18BC-7611-4B08-9A52-72AF828595DD}"/>
              </a:ext>
            </a:extLst>
          </p:cNvPr>
          <p:cNvSpPr>
            <a:spLocks noGrp="1"/>
          </p:cNvSpPr>
          <p:nvPr/>
        </p:nvSpPr>
        <p:spPr>
          <a:xfrm>
            <a:off x="1400440" y="845009"/>
            <a:ext cx="24757" cy="24757"/>
          </a:xfrm>
          <a:prstGeom prst="ellipse">
            <a:avLst/>
          </a:prstGeom>
          <a:solidFill>
            <a:srgbClr val="566AB4">
              <a:alpha val="40000"/>
            </a:srgbClr>
          </a:solidFill>
          <a:ln w="0">
            <a:noFill/>
            <a:prstDash val="solid"/>
          </a:ln>
        </p:spPr>
      </p:sp>
      <p:sp>
        <p:nvSpPr>
          <p:cNvPr id="748" name="LigandSeek2_vs_LigandSeek1_ellipse_6262">
            <a:extLst>
              <a:ext uri="{FF2B5EF4-FFF2-40B4-BE49-F238E27FC236}">
                <a16:creationId xmlns:a16="http://schemas.microsoft.com/office/drawing/2014/main" id="{C6779E0A-C04A-4EF9-A63A-901D3D55E07B}"/>
              </a:ext>
            </a:extLst>
          </p:cNvPr>
          <p:cNvSpPr>
            <a:spLocks noGrp="1"/>
          </p:cNvSpPr>
          <p:nvPr/>
        </p:nvSpPr>
        <p:spPr>
          <a:xfrm>
            <a:off x="1467592" y="1122527"/>
            <a:ext cx="24757" cy="24757"/>
          </a:xfrm>
          <a:prstGeom prst="ellipse">
            <a:avLst/>
          </a:prstGeom>
          <a:solidFill>
            <a:srgbClr val="566AB4">
              <a:alpha val="40000"/>
            </a:srgbClr>
          </a:solidFill>
          <a:ln w="0">
            <a:noFill/>
            <a:prstDash val="solid"/>
          </a:ln>
        </p:spPr>
      </p:sp>
      <p:sp>
        <p:nvSpPr>
          <p:cNvPr id="749" name="LigandSeek2_vs_LigandSeek1_ellipse_6263">
            <a:extLst>
              <a:ext uri="{FF2B5EF4-FFF2-40B4-BE49-F238E27FC236}">
                <a16:creationId xmlns:a16="http://schemas.microsoft.com/office/drawing/2014/main" id="{A5F63F01-B0BF-4F79-8BB0-67A47EDCD2D5}"/>
              </a:ext>
            </a:extLst>
          </p:cNvPr>
          <p:cNvSpPr>
            <a:spLocks noGrp="1"/>
          </p:cNvSpPr>
          <p:nvPr/>
        </p:nvSpPr>
        <p:spPr>
          <a:xfrm>
            <a:off x="1447978" y="845009"/>
            <a:ext cx="24757" cy="24757"/>
          </a:xfrm>
          <a:prstGeom prst="ellipse">
            <a:avLst/>
          </a:prstGeom>
          <a:solidFill>
            <a:srgbClr val="566AB4">
              <a:alpha val="40000"/>
            </a:srgbClr>
          </a:solidFill>
          <a:ln w="0">
            <a:noFill/>
            <a:prstDash val="solid"/>
          </a:ln>
        </p:spPr>
      </p:sp>
      <p:sp>
        <p:nvSpPr>
          <p:cNvPr id="750" name="LigandSeek2_vs_LigandSeek1_ellipse_6264">
            <a:extLst>
              <a:ext uri="{FF2B5EF4-FFF2-40B4-BE49-F238E27FC236}">
                <a16:creationId xmlns:a16="http://schemas.microsoft.com/office/drawing/2014/main" id="{225F8909-D7EF-4DD1-9EA5-12B661AE3840}"/>
              </a:ext>
            </a:extLst>
          </p:cNvPr>
          <p:cNvSpPr>
            <a:spLocks noGrp="1"/>
          </p:cNvSpPr>
          <p:nvPr/>
        </p:nvSpPr>
        <p:spPr>
          <a:xfrm>
            <a:off x="1435469" y="1716141"/>
            <a:ext cx="24757" cy="24757"/>
          </a:xfrm>
          <a:prstGeom prst="ellipse">
            <a:avLst/>
          </a:prstGeom>
          <a:solidFill>
            <a:srgbClr val="566AB4">
              <a:alpha val="40000"/>
            </a:srgbClr>
          </a:solidFill>
          <a:ln w="0">
            <a:noFill/>
            <a:prstDash val="solid"/>
          </a:ln>
        </p:spPr>
      </p:sp>
      <p:sp>
        <p:nvSpPr>
          <p:cNvPr id="751" name="LigandSeek2_vs_LigandSeek1_ellipse_6265">
            <a:extLst>
              <a:ext uri="{FF2B5EF4-FFF2-40B4-BE49-F238E27FC236}">
                <a16:creationId xmlns:a16="http://schemas.microsoft.com/office/drawing/2014/main" id="{8C976B0B-C45C-46DF-9E09-882ED1591EF7}"/>
              </a:ext>
            </a:extLst>
          </p:cNvPr>
          <p:cNvSpPr>
            <a:spLocks noGrp="1"/>
          </p:cNvSpPr>
          <p:nvPr/>
        </p:nvSpPr>
        <p:spPr>
          <a:xfrm>
            <a:off x="1468402" y="1294747"/>
            <a:ext cx="24757" cy="24757"/>
          </a:xfrm>
          <a:prstGeom prst="ellipse">
            <a:avLst/>
          </a:prstGeom>
          <a:solidFill>
            <a:srgbClr val="566AB4">
              <a:alpha val="40000"/>
            </a:srgbClr>
          </a:solidFill>
          <a:ln w="0">
            <a:noFill/>
            <a:prstDash val="solid"/>
          </a:ln>
        </p:spPr>
      </p:sp>
      <p:sp>
        <p:nvSpPr>
          <p:cNvPr id="752" name="LigandSeek2_vs_LigandSeek1_ellipse_6266">
            <a:extLst>
              <a:ext uri="{FF2B5EF4-FFF2-40B4-BE49-F238E27FC236}">
                <a16:creationId xmlns:a16="http://schemas.microsoft.com/office/drawing/2014/main" id="{E07F35B3-3210-4C11-82D0-29FD19EC137F}"/>
              </a:ext>
            </a:extLst>
          </p:cNvPr>
          <p:cNvSpPr>
            <a:spLocks noGrp="1"/>
          </p:cNvSpPr>
          <p:nvPr/>
        </p:nvSpPr>
        <p:spPr>
          <a:xfrm>
            <a:off x="1406970" y="845009"/>
            <a:ext cx="24757" cy="24757"/>
          </a:xfrm>
          <a:prstGeom prst="ellipse">
            <a:avLst/>
          </a:prstGeom>
          <a:solidFill>
            <a:srgbClr val="566AB4">
              <a:alpha val="40000"/>
            </a:srgbClr>
          </a:solidFill>
          <a:ln w="0">
            <a:noFill/>
            <a:prstDash val="solid"/>
          </a:ln>
        </p:spPr>
      </p:sp>
      <p:sp>
        <p:nvSpPr>
          <p:cNvPr id="753" name="LigandSeek2_vs_LigandSeek1_ellipse_6267">
            <a:extLst>
              <a:ext uri="{FF2B5EF4-FFF2-40B4-BE49-F238E27FC236}">
                <a16:creationId xmlns:a16="http://schemas.microsoft.com/office/drawing/2014/main" id="{EB482260-486B-495D-9106-3D88A2F8CFF7}"/>
              </a:ext>
            </a:extLst>
          </p:cNvPr>
          <p:cNvSpPr>
            <a:spLocks noGrp="1"/>
          </p:cNvSpPr>
          <p:nvPr/>
        </p:nvSpPr>
        <p:spPr>
          <a:xfrm>
            <a:off x="1440411" y="845009"/>
            <a:ext cx="24757" cy="24757"/>
          </a:xfrm>
          <a:prstGeom prst="ellipse">
            <a:avLst/>
          </a:prstGeom>
          <a:solidFill>
            <a:srgbClr val="566AB4">
              <a:alpha val="40000"/>
            </a:srgbClr>
          </a:solidFill>
          <a:ln w="0">
            <a:noFill/>
            <a:prstDash val="solid"/>
          </a:ln>
        </p:spPr>
      </p:sp>
      <p:sp>
        <p:nvSpPr>
          <p:cNvPr id="754" name="LigandSeek2_vs_LigandSeek1_ellipse_6268">
            <a:extLst>
              <a:ext uri="{FF2B5EF4-FFF2-40B4-BE49-F238E27FC236}">
                <a16:creationId xmlns:a16="http://schemas.microsoft.com/office/drawing/2014/main" id="{ACEDB518-756B-42C3-9989-8A8411CD9B3C}"/>
              </a:ext>
            </a:extLst>
          </p:cNvPr>
          <p:cNvSpPr>
            <a:spLocks noGrp="1"/>
          </p:cNvSpPr>
          <p:nvPr/>
        </p:nvSpPr>
        <p:spPr>
          <a:xfrm>
            <a:off x="1400298" y="845009"/>
            <a:ext cx="24757" cy="24757"/>
          </a:xfrm>
          <a:prstGeom prst="ellipse">
            <a:avLst/>
          </a:prstGeom>
          <a:solidFill>
            <a:srgbClr val="566AB4">
              <a:alpha val="40000"/>
            </a:srgbClr>
          </a:solidFill>
          <a:ln w="0">
            <a:noFill/>
            <a:prstDash val="solid"/>
          </a:ln>
        </p:spPr>
      </p:sp>
      <p:sp>
        <p:nvSpPr>
          <p:cNvPr id="755" name="LigandSeek2_vs_LigandSeek1_ellipse_6269">
            <a:extLst>
              <a:ext uri="{FF2B5EF4-FFF2-40B4-BE49-F238E27FC236}">
                <a16:creationId xmlns:a16="http://schemas.microsoft.com/office/drawing/2014/main" id="{FA3D5722-6F40-457D-8274-B6C998FACB85}"/>
              </a:ext>
            </a:extLst>
          </p:cNvPr>
          <p:cNvSpPr>
            <a:spLocks noGrp="1"/>
          </p:cNvSpPr>
          <p:nvPr/>
        </p:nvSpPr>
        <p:spPr>
          <a:xfrm>
            <a:off x="1424850" y="1611605"/>
            <a:ext cx="24757" cy="24757"/>
          </a:xfrm>
          <a:prstGeom prst="ellipse">
            <a:avLst/>
          </a:prstGeom>
          <a:solidFill>
            <a:srgbClr val="566AB4">
              <a:alpha val="40000"/>
            </a:srgbClr>
          </a:solidFill>
          <a:ln w="0">
            <a:noFill/>
            <a:prstDash val="solid"/>
          </a:ln>
        </p:spPr>
      </p:sp>
      <p:sp>
        <p:nvSpPr>
          <p:cNvPr id="756" name="LigandSeek2_vs_LigandSeek1_ellipse_6270">
            <a:extLst>
              <a:ext uri="{FF2B5EF4-FFF2-40B4-BE49-F238E27FC236}">
                <a16:creationId xmlns:a16="http://schemas.microsoft.com/office/drawing/2014/main" id="{7218B140-709E-498D-BF89-EBFB82F9C4C5}"/>
              </a:ext>
            </a:extLst>
          </p:cNvPr>
          <p:cNvSpPr>
            <a:spLocks noGrp="1"/>
          </p:cNvSpPr>
          <p:nvPr/>
        </p:nvSpPr>
        <p:spPr>
          <a:xfrm>
            <a:off x="1476391" y="845009"/>
            <a:ext cx="24757" cy="24757"/>
          </a:xfrm>
          <a:prstGeom prst="ellipse">
            <a:avLst/>
          </a:prstGeom>
          <a:solidFill>
            <a:srgbClr val="566AB4">
              <a:alpha val="40000"/>
            </a:srgbClr>
          </a:solidFill>
          <a:ln w="0">
            <a:noFill/>
            <a:prstDash val="solid"/>
          </a:ln>
        </p:spPr>
      </p:sp>
      <p:sp>
        <p:nvSpPr>
          <p:cNvPr id="757" name="LigandSeek2_vs_LigandSeek1_ellipse_6271">
            <a:extLst>
              <a:ext uri="{FF2B5EF4-FFF2-40B4-BE49-F238E27FC236}">
                <a16:creationId xmlns:a16="http://schemas.microsoft.com/office/drawing/2014/main" id="{AF1C2732-0552-4B1F-B9F0-5D6AC762812E}"/>
              </a:ext>
            </a:extLst>
          </p:cNvPr>
          <p:cNvSpPr>
            <a:spLocks noGrp="1"/>
          </p:cNvSpPr>
          <p:nvPr/>
        </p:nvSpPr>
        <p:spPr>
          <a:xfrm>
            <a:off x="1469642" y="1386628"/>
            <a:ext cx="24757" cy="24757"/>
          </a:xfrm>
          <a:prstGeom prst="ellipse">
            <a:avLst/>
          </a:prstGeom>
          <a:solidFill>
            <a:srgbClr val="566AB4">
              <a:alpha val="40000"/>
            </a:srgbClr>
          </a:solidFill>
          <a:ln w="0">
            <a:noFill/>
            <a:prstDash val="solid"/>
          </a:ln>
        </p:spPr>
      </p:sp>
      <p:sp>
        <p:nvSpPr>
          <p:cNvPr id="758" name="LigandSeek2_vs_LigandSeek1_ellipse_6272">
            <a:extLst>
              <a:ext uri="{FF2B5EF4-FFF2-40B4-BE49-F238E27FC236}">
                <a16:creationId xmlns:a16="http://schemas.microsoft.com/office/drawing/2014/main" id="{5EFB6BD0-4CC8-46BC-A730-18135DD756CC}"/>
              </a:ext>
            </a:extLst>
          </p:cNvPr>
          <p:cNvSpPr>
            <a:spLocks noGrp="1"/>
          </p:cNvSpPr>
          <p:nvPr/>
        </p:nvSpPr>
        <p:spPr>
          <a:xfrm>
            <a:off x="1457003" y="1258451"/>
            <a:ext cx="24757" cy="24757"/>
          </a:xfrm>
          <a:prstGeom prst="ellipse">
            <a:avLst/>
          </a:prstGeom>
          <a:solidFill>
            <a:srgbClr val="566AB4">
              <a:alpha val="40000"/>
            </a:srgbClr>
          </a:solidFill>
          <a:ln w="0">
            <a:noFill/>
            <a:prstDash val="solid"/>
          </a:ln>
        </p:spPr>
      </p:sp>
      <p:sp>
        <p:nvSpPr>
          <p:cNvPr id="759" name="LigandSeek2_vs_LigandSeek1_ellipse_6273">
            <a:extLst>
              <a:ext uri="{FF2B5EF4-FFF2-40B4-BE49-F238E27FC236}">
                <a16:creationId xmlns:a16="http://schemas.microsoft.com/office/drawing/2014/main" id="{D5350C8F-DB9F-41B2-A1A0-8B4A4C6FE844}"/>
              </a:ext>
            </a:extLst>
          </p:cNvPr>
          <p:cNvSpPr>
            <a:spLocks noGrp="1"/>
          </p:cNvSpPr>
          <p:nvPr/>
        </p:nvSpPr>
        <p:spPr>
          <a:xfrm>
            <a:off x="1396057" y="1412037"/>
            <a:ext cx="24757" cy="24757"/>
          </a:xfrm>
          <a:prstGeom prst="ellipse">
            <a:avLst/>
          </a:prstGeom>
          <a:solidFill>
            <a:srgbClr val="566AB4">
              <a:alpha val="40000"/>
            </a:srgbClr>
          </a:solidFill>
          <a:ln w="0">
            <a:noFill/>
            <a:prstDash val="solid"/>
          </a:ln>
        </p:spPr>
      </p:sp>
      <p:sp>
        <p:nvSpPr>
          <p:cNvPr id="760" name="LigandSeek2_vs_LigandSeek1_ellipse_6274">
            <a:extLst>
              <a:ext uri="{FF2B5EF4-FFF2-40B4-BE49-F238E27FC236}">
                <a16:creationId xmlns:a16="http://schemas.microsoft.com/office/drawing/2014/main" id="{79BE97AA-6F84-4A38-B7AD-EF1241913DEF}"/>
              </a:ext>
            </a:extLst>
          </p:cNvPr>
          <p:cNvSpPr>
            <a:spLocks noGrp="1"/>
          </p:cNvSpPr>
          <p:nvPr/>
        </p:nvSpPr>
        <p:spPr>
          <a:xfrm>
            <a:off x="1394901" y="1237019"/>
            <a:ext cx="24757" cy="24757"/>
          </a:xfrm>
          <a:prstGeom prst="ellipse">
            <a:avLst/>
          </a:prstGeom>
          <a:solidFill>
            <a:srgbClr val="566AB4">
              <a:alpha val="40000"/>
            </a:srgbClr>
          </a:solidFill>
          <a:ln w="0">
            <a:noFill/>
            <a:prstDash val="solid"/>
          </a:ln>
        </p:spPr>
      </p:sp>
      <p:sp>
        <p:nvSpPr>
          <p:cNvPr id="761" name="LigandSeek2_vs_LigandSeek1_ellipse_6275">
            <a:extLst>
              <a:ext uri="{FF2B5EF4-FFF2-40B4-BE49-F238E27FC236}">
                <a16:creationId xmlns:a16="http://schemas.microsoft.com/office/drawing/2014/main" id="{4F999FAC-F005-4A6D-8B28-9460B5209A91}"/>
              </a:ext>
            </a:extLst>
          </p:cNvPr>
          <p:cNvSpPr>
            <a:spLocks noGrp="1"/>
          </p:cNvSpPr>
          <p:nvPr/>
        </p:nvSpPr>
        <p:spPr>
          <a:xfrm>
            <a:off x="1451016" y="1541915"/>
            <a:ext cx="24757" cy="24757"/>
          </a:xfrm>
          <a:prstGeom prst="ellipse">
            <a:avLst/>
          </a:prstGeom>
          <a:solidFill>
            <a:srgbClr val="566AB4">
              <a:alpha val="40000"/>
            </a:srgbClr>
          </a:solidFill>
          <a:ln w="0">
            <a:noFill/>
            <a:prstDash val="solid"/>
          </a:ln>
        </p:spPr>
      </p:sp>
      <p:sp>
        <p:nvSpPr>
          <p:cNvPr id="762" name="LigandSeek2_vs_LigandSeek1_ellipse_6276">
            <a:extLst>
              <a:ext uri="{FF2B5EF4-FFF2-40B4-BE49-F238E27FC236}">
                <a16:creationId xmlns:a16="http://schemas.microsoft.com/office/drawing/2014/main" id="{E278DAD9-42D1-4BEF-8019-D98E17D1BB5B}"/>
              </a:ext>
            </a:extLst>
          </p:cNvPr>
          <p:cNvSpPr>
            <a:spLocks noGrp="1"/>
          </p:cNvSpPr>
          <p:nvPr/>
        </p:nvSpPr>
        <p:spPr>
          <a:xfrm>
            <a:off x="1394570" y="1367688"/>
            <a:ext cx="24757" cy="24757"/>
          </a:xfrm>
          <a:prstGeom prst="ellipse">
            <a:avLst/>
          </a:prstGeom>
          <a:solidFill>
            <a:srgbClr val="566AB4">
              <a:alpha val="40000"/>
            </a:srgbClr>
          </a:solidFill>
          <a:ln w="0">
            <a:noFill/>
            <a:prstDash val="solid"/>
          </a:ln>
        </p:spPr>
      </p:sp>
      <p:sp>
        <p:nvSpPr>
          <p:cNvPr id="763" name="LigandSeek2_vs_LigandSeek1_ellipse_6277">
            <a:extLst>
              <a:ext uri="{FF2B5EF4-FFF2-40B4-BE49-F238E27FC236}">
                <a16:creationId xmlns:a16="http://schemas.microsoft.com/office/drawing/2014/main" id="{5A256881-8892-4490-B42B-25F168918C32}"/>
              </a:ext>
            </a:extLst>
          </p:cNvPr>
          <p:cNvSpPr>
            <a:spLocks noGrp="1"/>
          </p:cNvSpPr>
          <p:nvPr/>
        </p:nvSpPr>
        <p:spPr>
          <a:xfrm>
            <a:off x="1459341" y="1367688"/>
            <a:ext cx="24757" cy="24757"/>
          </a:xfrm>
          <a:prstGeom prst="ellipse">
            <a:avLst/>
          </a:prstGeom>
          <a:solidFill>
            <a:srgbClr val="566AB4">
              <a:alpha val="40000"/>
            </a:srgbClr>
          </a:solidFill>
          <a:ln w="0">
            <a:noFill/>
            <a:prstDash val="solid"/>
          </a:ln>
        </p:spPr>
      </p:sp>
      <p:sp>
        <p:nvSpPr>
          <p:cNvPr id="764" name="LigandSeek2_vs_LigandSeek1_ellipse_6278">
            <a:extLst>
              <a:ext uri="{FF2B5EF4-FFF2-40B4-BE49-F238E27FC236}">
                <a16:creationId xmlns:a16="http://schemas.microsoft.com/office/drawing/2014/main" id="{E5278D4A-A79E-4198-852E-2D45972D7005}"/>
              </a:ext>
            </a:extLst>
          </p:cNvPr>
          <p:cNvSpPr>
            <a:spLocks noGrp="1"/>
          </p:cNvSpPr>
          <p:nvPr/>
        </p:nvSpPr>
        <p:spPr>
          <a:xfrm>
            <a:off x="1478275" y="845009"/>
            <a:ext cx="24757" cy="24757"/>
          </a:xfrm>
          <a:prstGeom prst="ellipse">
            <a:avLst/>
          </a:prstGeom>
          <a:solidFill>
            <a:srgbClr val="566AB4">
              <a:alpha val="40000"/>
            </a:srgbClr>
          </a:solidFill>
          <a:ln w="0">
            <a:noFill/>
            <a:prstDash val="solid"/>
          </a:ln>
        </p:spPr>
      </p:sp>
      <p:sp>
        <p:nvSpPr>
          <p:cNvPr id="765" name="LigandSeek2_vs_LigandSeek1_ellipse_6279">
            <a:extLst>
              <a:ext uri="{FF2B5EF4-FFF2-40B4-BE49-F238E27FC236}">
                <a16:creationId xmlns:a16="http://schemas.microsoft.com/office/drawing/2014/main" id="{E88939A3-B61B-4CBE-95A1-6CB624B31330}"/>
              </a:ext>
            </a:extLst>
          </p:cNvPr>
          <p:cNvSpPr>
            <a:spLocks noGrp="1"/>
          </p:cNvSpPr>
          <p:nvPr/>
        </p:nvSpPr>
        <p:spPr>
          <a:xfrm>
            <a:off x="1470007" y="888494"/>
            <a:ext cx="24757" cy="24757"/>
          </a:xfrm>
          <a:prstGeom prst="ellipse">
            <a:avLst/>
          </a:prstGeom>
          <a:solidFill>
            <a:srgbClr val="566AB4">
              <a:alpha val="40000"/>
            </a:srgbClr>
          </a:solidFill>
          <a:ln w="0">
            <a:noFill/>
            <a:prstDash val="solid"/>
          </a:ln>
        </p:spPr>
      </p:sp>
      <p:sp>
        <p:nvSpPr>
          <p:cNvPr id="766" name="LigandSeek2_vs_LigandSeek1_ellipse_6280">
            <a:extLst>
              <a:ext uri="{FF2B5EF4-FFF2-40B4-BE49-F238E27FC236}">
                <a16:creationId xmlns:a16="http://schemas.microsoft.com/office/drawing/2014/main" id="{841B83AC-8FB8-4D7C-9FEF-8CD5300C5EDD}"/>
              </a:ext>
            </a:extLst>
          </p:cNvPr>
          <p:cNvSpPr>
            <a:spLocks noGrp="1"/>
          </p:cNvSpPr>
          <p:nvPr/>
        </p:nvSpPr>
        <p:spPr>
          <a:xfrm>
            <a:off x="1454578" y="1106349"/>
            <a:ext cx="24757" cy="24757"/>
          </a:xfrm>
          <a:prstGeom prst="ellipse">
            <a:avLst/>
          </a:prstGeom>
          <a:solidFill>
            <a:srgbClr val="566AB4">
              <a:alpha val="40000"/>
            </a:srgbClr>
          </a:solidFill>
          <a:ln w="0">
            <a:noFill/>
            <a:prstDash val="solid"/>
          </a:ln>
        </p:spPr>
      </p:sp>
      <p:sp>
        <p:nvSpPr>
          <p:cNvPr id="767" name="LigandSeek2_vs_LigandSeek1_ellipse_6281">
            <a:extLst>
              <a:ext uri="{FF2B5EF4-FFF2-40B4-BE49-F238E27FC236}">
                <a16:creationId xmlns:a16="http://schemas.microsoft.com/office/drawing/2014/main" id="{073A1559-063B-4365-8547-964744FC6C26}"/>
              </a:ext>
            </a:extLst>
          </p:cNvPr>
          <p:cNvSpPr>
            <a:spLocks noGrp="1"/>
          </p:cNvSpPr>
          <p:nvPr/>
        </p:nvSpPr>
        <p:spPr>
          <a:xfrm>
            <a:off x="1464347" y="1410952"/>
            <a:ext cx="24757" cy="24757"/>
          </a:xfrm>
          <a:prstGeom prst="ellipse">
            <a:avLst/>
          </a:prstGeom>
          <a:solidFill>
            <a:srgbClr val="566AB4">
              <a:alpha val="40000"/>
            </a:srgbClr>
          </a:solidFill>
          <a:ln w="0">
            <a:noFill/>
            <a:prstDash val="solid"/>
          </a:ln>
        </p:spPr>
      </p:sp>
      <p:sp>
        <p:nvSpPr>
          <p:cNvPr id="768" name="LigandSeek2_vs_LigandSeek1_ellipse_6282">
            <a:extLst>
              <a:ext uri="{FF2B5EF4-FFF2-40B4-BE49-F238E27FC236}">
                <a16:creationId xmlns:a16="http://schemas.microsoft.com/office/drawing/2014/main" id="{A0AF4268-AE32-49CD-8550-2C1CAA862361}"/>
              </a:ext>
            </a:extLst>
          </p:cNvPr>
          <p:cNvSpPr>
            <a:spLocks noGrp="1"/>
          </p:cNvSpPr>
          <p:nvPr/>
        </p:nvSpPr>
        <p:spPr>
          <a:xfrm>
            <a:off x="1403804" y="1716141"/>
            <a:ext cx="24757" cy="24757"/>
          </a:xfrm>
          <a:prstGeom prst="ellipse">
            <a:avLst/>
          </a:prstGeom>
          <a:solidFill>
            <a:srgbClr val="566AB4">
              <a:alpha val="40000"/>
            </a:srgbClr>
          </a:solidFill>
          <a:ln w="0">
            <a:noFill/>
            <a:prstDash val="solid"/>
          </a:ln>
        </p:spPr>
      </p:sp>
      <p:sp>
        <p:nvSpPr>
          <p:cNvPr id="769" name="LigandSeek2_vs_LigandSeek1_ellipse_6283">
            <a:extLst>
              <a:ext uri="{FF2B5EF4-FFF2-40B4-BE49-F238E27FC236}">
                <a16:creationId xmlns:a16="http://schemas.microsoft.com/office/drawing/2014/main" id="{AC3FF7B0-79D4-4E04-8B67-C985600271A1}"/>
              </a:ext>
            </a:extLst>
          </p:cNvPr>
          <p:cNvSpPr>
            <a:spLocks noGrp="1"/>
          </p:cNvSpPr>
          <p:nvPr/>
        </p:nvSpPr>
        <p:spPr>
          <a:xfrm>
            <a:off x="1467494" y="1054081"/>
            <a:ext cx="24757" cy="24757"/>
          </a:xfrm>
          <a:prstGeom prst="ellipse">
            <a:avLst/>
          </a:prstGeom>
          <a:solidFill>
            <a:srgbClr val="566AB4">
              <a:alpha val="40000"/>
            </a:srgbClr>
          </a:solidFill>
          <a:ln w="0">
            <a:noFill/>
            <a:prstDash val="solid"/>
          </a:ln>
        </p:spPr>
      </p:sp>
      <p:sp>
        <p:nvSpPr>
          <p:cNvPr id="770" name="LigandSeek2_vs_LigandSeek1_ellipse_6284">
            <a:extLst>
              <a:ext uri="{FF2B5EF4-FFF2-40B4-BE49-F238E27FC236}">
                <a16:creationId xmlns:a16="http://schemas.microsoft.com/office/drawing/2014/main" id="{84919FAF-BB6A-4C35-BB5D-760A33306D2A}"/>
              </a:ext>
            </a:extLst>
          </p:cNvPr>
          <p:cNvSpPr>
            <a:spLocks noGrp="1"/>
          </p:cNvSpPr>
          <p:nvPr/>
        </p:nvSpPr>
        <p:spPr>
          <a:xfrm>
            <a:off x="1455799" y="1237019"/>
            <a:ext cx="24757" cy="24757"/>
          </a:xfrm>
          <a:prstGeom prst="ellipse">
            <a:avLst/>
          </a:prstGeom>
          <a:solidFill>
            <a:srgbClr val="566AB4">
              <a:alpha val="40000"/>
            </a:srgbClr>
          </a:solidFill>
          <a:ln w="0">
            <a:noFill/>
            <a:prstDash val="solid"/>
          </a:ln>
        </p:spPr>
      </p:sp>
      <p:sp>
        <p:nvSpPr>
          <p:cNvPr id="771" name="LigandSeek2_vs_LigandSeek1_ellipse_6285">
            <a:extLst>
              <a:ext uri="{FF2B5EF4-FFF2-40B4-BE49-F238E27FC236}">
                <a16:creationId xmlns:a16="http://schemas.microsoft.com/office/drawing/2014/main" id="{614B2A12-B5FC-4001-8FF4-C6C7405D554D}"/>
              </a:ext>
            </a:extLst>
          </p:cNvPr>
          <p:cNvSpPr>
            <a:spLocks noGrp="1"/>
          </p:cNvSpPr>
          <p:nvPr/>
        </p:nvSpPr>
        <p:spPr>
          <a:xfrm>
            <a:off x="1423271" y="1629028"/>
            <a:ext cx="24757" cy="24757"/>
          </a:xfrm>
          <a:prstGeom prst="ellipse">
            <a:avLst/>
          </a:prstGeom>
          <a:solidFill>
            <a:srgbClr val="566AB4">
              <a:alpha val="40000"/>
            </a:srgbClr>
          </a:solidFill>
          <a:ln w="0">
            <a:noFill/>
            <a:prstDash val="solid"/>
          </a:ln>
        </p:spPr>
      </p:sp>
      <p:sp>
        <p:nvSpPr>
          <p:cNvPr id="772" name="LigandSeek2_vs_LigandSeek1_ellipse_6286">
            <a:extLst>
              <a:ext uri="{FF2B5EF4-FFF2-40B4-BE49-F238E27FC236}">
                <a16:creationId xmlns:a16="http://schemas.microsoft.com/office/drawing/2014/main" id="{BBABB277-313E-4237-8DD6-82D05B2F590A}"/>
              </a:ext>
            </a:extLst>
          </p:cNvPr>
          <p:cNvSpPr>
            <a:spLocks noGrp="1"/>
          </p:cNvSpPr>
          <p:nvPr/>
        </p:nvSpPr>
        <p:spPr>
          <a:xfrm>
            <a:off x="1405106" y="1890368"/>
            <a:ext cx="24757" cy="24757"/>
          </a:xfrm>
          <a:prstGeom prst="ellipse">
            <a:avLst/>
          </a:prstGeom>
          <a:solidFill>
            <a:srgbClr val="566AB4">
              <a:alpha val="40000"/>
            </a:srgbClr>
          </a:solidFill>
          <a:ln w="0">
            <a:noFill/>
            <a:prstDash val="solid"/>
          </a:ln>
        </p:spPr>
      </p:sp>
      <p:sp>
        <p:nvSpPr>
          <p:cNvPr id="773" name="LigandSeek2_vs_LigandSeek1_ellipse_6287">
            <a:extLst>
              <a:ext uri="{FF2B5EF4-FFF2-40B4-BE49-F238E27FC236}">
                <a16:creationId xmlns:a16="http://schemas.microsoft.com/office/drawing/2014/main" id="{694DCD70-BF2F-469B-ACF3-16B580E01BE8}"/>
              </a:ext>
            </a:extLst>
          </p:cNvPr>
          <p:cNvSpPr>
            <a:spLocks noGrp="1"/>
          </p:cNvSpPr>
          <p:nvPr/>
        </p:nvSpPr>
        <p:spPr>
          <a:xfrm>
            <a:off x="1414612" y="1437379"/>
            <a:ext cx="24757" cy="24757"/>
          </a:xfrm>
          <a:prstGeom prst="ellipse">
            <a:avLst/>
          </a:prstGeom>
          <a:solidFill>
            <a:srgbClr val="566AB4">
              <a:alpha val="40000"/>
            </a:srgbClr>
          </a:solidFill>
          <a:ln w="0">
            <a:noFill/>
            <a:prstDash val="solid"/>
          </a:ln>
        </p:spPr>
      </p:sp>
      <p:sp>
        <p:nvSpPr>
          <p:cNvPr id="774" name="LigandSeek2_vs_LigandSeek1_ellipse_6288">
            <a:extLst>
              <a:ext uri="{FF2B5EF4-FFF2-40B4-BE49-F238E27FC236}">
                <a16:creationId xmlns:a16="http://schemas.microsoft.com/office/drawing/2014/main" id="{EA7F4435-4307-4FE5-9B5A-755AD8AF4628}"/>
              </a:ext>
            </a:extLst>
          </p:cNvPr>
          <p:cNvSpPr>
            <a:spLocks noGrp="1"/>
          </p:cNvSpPr>
          <p:nvPr/>
        </p:nvSpPr>
        <p:spPr>
          <a:xfrm>
            <a:off x="1462001" y="1670826"/>
            <a:ext cx="24757" cy="24757"/>
          </a:xfrm>
          <a:prstGeom prst="ellipse">
            <a:avLst/>
          </a:prstGeom>
          <a:solidFill>
            <a:srgbClr val="566AB4">
              <a:alpha val="40000"/>
            </a:srgbClr>
          </a:solidFill>
          <a:ln w="0">
            <a:noFill/>
            <a:prstDash val="solid"/>
          </a:ln>
        </p:spPr>
      </p:sp>
      <p:sp>
        <p:nvSpPr>
          <p:cNvPr id="775" name="LigandSeek2_vs_LigandSeek1_ellipse_6289">
            <a:extLst>
              <a:ext uri="{FF2B5EF4-FFF2-40B4-BE49-F238E27FC236}">
                <a16:creationId xmlns:a16="http://schemas.microsoft.com/office/drawing/2014/main" id="{62FF921B-2A4E-4966-9DDD-519E73959BB4}"/>
              </a:ext>
            </a:extLst>
          </p:cNvPr>
          <p:cNvSpPr>
            <a:spLocks noGrp="1"/>
          </p:cNvSpPr>
          <p:nvPr/>
        </p:nvSpPr>
        <p:spPr>
          <a:xfrm>
            <a:off x="1468040" y="1591694"/>
            <a:ext cx="24757" cy="24757"/>
          </a:xfrm>
          <a:prstGeom prst="ellipse">
            <a:avLst/>
          </a:prstGeom>
          <a:solidFill>
            <a:srgbClr val="566AB4">
              <a:alpha val="40000"/>
            </a:srgbClr>
          </a:solidFill>
          <a:ln w="0">
            <a:noFill/>
            <a:prstDash val="solid"/>
          </a:ln>
        </p:spPr>
      </p:sp>
      <p:sp>
        <p:nvSpPr>
          <p:cNvPr id="776" name="LigandSeek2_vs_LigandSeek1_ellipse_6290">
            <a:extLst>
              <a:ext uri="{FF2B5EF4-FFF2-40B4-BE49-F238E27FC236}">
                <a16:creationId xmlns:a16="http://schemas.microsoft.com/office/drawing/2014/main" id="{52030897-A1DE-4427-9D60-E5023A15BDE7}"/>
              </a:ext>
            </a:extLst>
          </p:cNvPr>
          <p:cNvSpPr>
            <a:spLocks noGrp="1"/>
          </p:cNvSpPr>
          <p:nvPr/>
        </p:nvSpPr>
        <p:spPr>
          <a:xfrm>
            <a:off x="1445436" y="845009"/>
            <a:ext cx="24757" cy="24757"/>
          </a:xfrm>
          <a:prstGeom prst="ellipse">
            <a:avLst/>
          </a:prstGeom>
          <a:solidFill>
            <a:srgbClr val="566AB4">
              <a:alpha val="40000"/>
            </a:srgbClr>
          </a:solidFill>
          <a:ln w="0">
            <a:noFill/>
            <a:prstDash val="solid"/>
          </a:ln>
        </p:spPr>
      </p:sp>
      <p:sp>
        <p:nvSpPr>
          <p:cNvPr id="777" name="LigandSeek2_vs_LigandSeek1_ellipse_6291">
            <a:extLst>
              <a:ext uri="{FF2B5EF4-FFF2-40B4-BE49-F238E27FC236}">
                <a16:creationId xmlns:a16="http://schemas.microsoft.com/office/drawing/2014/main" id="{284DF6C5-27AB-439F-8399-19E6A8E0267A}"/>
              </a:ext>
            </a:extLst>
          </p:cNvPr>
          <p:cNvSpPr>
            <a:spLocks noGrp="1"/>
          </p:cNvSpPr>
          <p:nvPr/>
        </p:nvSpPr>
        <p:spPr>
          <a:xfrm>
            <a:off x="1455361" y="1890368"/>
            <a:ext cx="24757" cy="24757"/>
          </a:xfrm>
          <a:prstGeom prst="ellipse">
            <a:avLst/>
          </a:prstGeom>
          <a:solidFill>
            <a:srgbClr val="566AB4">
              <a:alpha val="40000"/>
            </a:srgbClr>
          </a:solidFill>
          <a:ln w="0">
            <a:noFill/>
            <a:prstDash val="solid"/>
          </a:ln>
        </p:spPr>
      </p:sp>
      <p:sp>
        <p:nvSpPr>
          <p:cNvPr id="778" name="LigandSeek2_vs_LigandSeek1_ellipse_6292">
            <a:extLst>
              <a:ext uri="{FF2B5EF4-FFF2-40B4-BE49-F238E27FC236}">
                <a16:creationId xmlns:a16="http://schemas.microsoft.com/office/drawing/2014/main" id="{E0338766-E8B0-49BF-A209-34AF034570CD}"/>
              </a:ext>
            </a:extLst>
          </p:cNvPr>
          <p:cNvSpPr>
            <a:spLocks noGrp="1"/>
          </p:cNvSpPr>
          <p:nvPr/>
        </p:nvSpPr>
        <p:spPr>
          <a:xfrm>
            <a:off x="1437567" y="1629557"/>
            <a:ext cx="24757" cy="24757"/>
          </a:xfrm>
          <a:prstGeom prst="ellipse">
            <a:avLst/>
          </a:prstGeom>
          <a:solidFill>
            <a:srgbClr val="566AB4">
              <a:alpha val="40000"/>
            </a:srgbClr>
          </a:solidFill>
          <a:ln w="0">
            <a:noFill/>
            <a:prstDash val="solid"/>
          </a:ln>
        </p:spPr>
      </p:sp>
      <p:sp>
        <p:nvSpPr>
          <p:cNvPr id="779" name="LigandSeek2_vs_LigandSeek1_ellipse_6293">
            <a:extLst>
              <a:ext uri="{FF2B5EF4-FFF2-40B4-BE49-F238E27FC236}">
                <a16:creationId xmlns:a16="http://schemas.microsoft.com/office/drawing/2014/main" id="{5142142B-0EE7-4C8D-A753-7E9176E8F4CD}"/>
              </a:ext>
            </a:extLst>
          </p:cNvPr>
          <p:cNvSpPr>
            <a:spLocks noGrp="1"/>
          </p:cNvSpPr>
          <p:nvPr/>
        </p:nvSpPr>
        <p:spPr>
          <a:xfrm>
            <a:off x="1458060" y="1890368"/>
            <a:ext cx="24757" cy="24757"/>
          </a:xfrm>
          <a:prstGeom prst="ellipse">
            <a:avLst/>
          </a:prstGeom>
          <a:solidFill>
            <a:srgbClr val="566AB4">
              <a:alpha val="40000"/>
            </a:srgbClr>
          </a:solidFill>
          <a:ln w="0">
            <a:noFill/>
            <a:prstDash val="solid"/>
          </a:ln>
        </p:spPr>
      </p:sp>
      <p:sp>
        <p:nvSpPr>
          <p:cNvPr id="780" name="LigandSeek2_vs_LigandSeek1_ellipse_6294">
            <a:extLst>
              <a:ext uri="{FF2B5EF4-FFF2-40B4-BE49-F238E27FC236}">
                <a16:creationId xmlns:a16="http://schemas.microsoft.com/office/drawing/2014/main" id="{7E375DCB-4FF6-45E1-86DD-BE2EF6A00843}"/>
              </a:ext>
            </a:extLst>
          </p:cNvPr>
          <p:cNvSpPr>
            <a:spLocks noGrp="1"/>
          </p:cNvSpPr>
          <p:nvPr/>
        </p:nvSpPr>
        <p:spPr>
          <a:xfrm>
            <a:off x="1469800" y="1716141"/>
            <a:ext cx="24757" cy="24757"/>
          </a:xfrm>
          <a:prstGeom prst="ellipse">
            <a:avLst/>
          </a:prstGeom>
          <a:solidFill>
            <a:srgbClr val="566AB4">
              <a:alpha val="40000"/>
            </a:srgbClr>
          </a:solidFill>
          <a:ln w="0">
            <a:noFill/>
            <a:prstDash val="solid"/>
          </a:ln>
        </p:spPr>
      </p:sp>
      <p:sp>
        <p:nvSpPr>
          <p:cNvPr id="781" name="LigandSeek2_vs_LigandSeek1_ellipse_6295">
            <a:extLst>
              <a:ext uri="{FF2B5EF4-FFF2-40B4-BE49-F238E27FC236}">
                <a16:creationId xmlns:a16="http://schemas.microsoft.com/office/drawing/2014/main" id="{F06B0847-6B3D-4E6C-9087-0FAEBB435524}"/>
              </a:ext>
            </a:extLst>
          </p:cNvPr>
          <p:cNvSpPr>
            <a:spLocks noGrp="1"/>
          </p:cNvSpPr>
          <p:nvPr/>
        </p:nvSpPr>
        <p:spPr>
          <a:xfrm>
            <a:off x="1466815" y="845009"/>
            <a:ext cx="24757" cy="24757"/>
          </a:xfrm>
          <a:prstGeom prst="ellipse">
            <a:avLst/>
          </a:prstGeom>
          <a:solidFill>
            <a:srgbClr val="566AB4">
              <a:alpha val="40000"/>
            </a:srgbClr>
          </a:solidFill>
          <a:ln w="0">
            <a:noFill/>
            <a:prstDash val="solid"/>
          </a:ln>
        </p:spPr>
      </p:sp>
      <p:sp>
        <p:nvSpPr>
          <p:cNvPr id="782" name="LigandSeek2_vs_LigandSeek1_ellipse_6296">
            <a:extLst>
              <a:ext uri="{FF2B5EF4-FFF2-40B4-BE49-F238E27FC236}">
                <a16:creationId xmlns:a16="http://schemas.microsoft.com/office/drawing/2014/main" id="{12D3C1E6-59E1-4134-ABCC-AC6FFD960842}"/>
              </a:ext>
            </a:extLst>
          </p:cNvPr>
          <p:cNvSpPr>
            <a:spLocks noGrp="1"/>
          </p:cNvSpPr>
          <p:nvPr/>
        </p:nvSpPr>
        <p:spPr>
          <a:xfrm>
            <a:off x="1469908" y="1890368"/>
            <a:ext cx="24757" cy="24757"/>
          </a:xfrm>
          <a:prstGeom prst="ellipse">
            <a:avLst/>
          </a:prstGeom>
          <a:solidFill>
            <a:srgbClr val="566AB4">
              <a:alpha val="40000"/>
            </a:srgbClr>
          </a:solidFill>
          <a:ln w="0">
            <a:noFill/>
            <a:prstDash val="solid"/>
          </a:ln>
        </p:spPr>
      </p:sp>
      <p:sp>
        <p:nvSpPr>
          <p:cNvPr id="783" name="LigandSeek2_vs_LigandSeek1_ellipse_6297">
            <a:extLst>
              <a:ext uri="{FF2B5EF4-FFF2-40B4-BE49-F238E27FC236}">
                <a16:creationId xmlns:a16="http://schemas.microsoft.com/office/drawing/2014/main" id="{2CE15408-5023-4682-BBC0-600A3B173215}"/>
              </a:ext>
            </a:extLst>
          </p:cNvPr>
          <p:cNvSpPr>
            <a:spLocks noGrp="1"/>
          </p:cNvSpPr>
          <p:nvPr/>
        </p:nvSpPr>
        <p:spPr>
          <a:xfrm>
            <a:off x="1444443" y="1890368"/>
            <a:ext cx="24757" cy="24757"/>
          </a:xfrm>
          <a:prstGeom prst="ellipse">
            <a:avLst/>
          </a:prstGeom>
          <a:solidFill>
            <a:srgbClr val="566AB4">
              <a:alpha val="40000"/>
            </a:srgbClr>
          </a:solidFill>
          <a:ln w="0">
            <a:noFill/>
            <a:prstDash val="solid"/>
          </a:ln>
        </p:spPr>
      </p:sp>
      <p:sp>
        <p:nvSpPr>
          <p:cNvPr id="784" name="LigandSeek2_vs_LigandSeek1_ellipse_6298">
            <a:extLst>
              <a:ext uri="{FF2B5EF4-FFF2-40B4-BE49-F238E27FC236}">
                <a16:creationId xmlns:a16="http://schemas.microsoft.com/office/drawing/2014/main" id="{CE402720-499A-433A-AD70-6331CFA8D7DC}"/>
              </a:ext>
            </a:extLst>
          </p:cNvPr>
          <p:cNvSpPr>
            <a:spLocks noGrp="1"/>
          </p:cNvSpPr>
          <p:nvPr/>
        </p:nvSpPr>
        <p:spPr>
          <a:xfrm>
            <a:off x="1454740" y="845009"/>
            <a:ext cx="24757" cy="24757"/>
          </a:xfrm>
          <a:prstGeom prst="ellipse">
            <a:avLst/>
          </a:prstGeom>
          <a:solidFill>
            <a:srgbClr val="566AB4">
              <a:alpha val="40000"/>
            </a:srgbClr>
          </a:solidFill>
          <a:ln w="0">
            <a:noFill/>
            <a:prstDash val="solid"/>
          </a:ln>
        </p:spPr>
      </p:sp>
      <p:sp>
        <p:nvSpPr>
          <p:cNvPr id="785" name="LigandSeek2_vs_LigandSeek1_ellipse_6299">
            <a:extLst>
              <a:ext uri="{FF2B5EF4-FFF2-40B4-BE49-F238E27FC236}">
                <a16:creationId xmlns:a16="http://schemas.microsoft.com/office/drawing/2014/main" id="{F3CE314C-1B12-46FC-9971-4FDB4D8DF920}"/>
              </a:ext>
            </a:extLst>
          </p:cNvPr>
          <p:cNvSpPr>
            <a:spLocks noGrp="1"/>
          </p:cNvSpPr>
          <p:nvPr/>
        </p:nvSpPr>
        <p:spPr>
          <a:xfrm>
            <a:off x="1462392" y="845009"/>
            <a:ext cx="24757" cy="24757"/>
          </a:xfrm>
          <a:prstGeom prst="ellipse">
            <a:avLst/>
          </a:prstGeom>
          <a:solidFill>
            <a:srgbClr val="566AB4">
              <a:alpha val="40000"/>
            </a:srgbClr>
          </a:solidFill>
          <a:ln w="0">
            <a:noFill/>
            <a:prstDash val="solid"/>
          </a:ln>
        </p:spPr>
      </p:sp>
      <p:sp>
        <p:nvSpPr>
          <p:cNvPr id="786" name="LigandSeek2_vs_LigandSeek1_ellipse_6300">
            <a:extLst>
              <a:ext uri="{FF2B5EF4-FFF2-40B4-BE49-F238E27FC236}">
                <a16:creationId xmlns:a16="http://schemas.microsoft.com/office/drawing/2014/main" id="{773C9C23-0957-45C8-9F8D-568155A7C41A}"/>
              </a:ext>
            </a:extLst>
          </p:cNvPr>
          <p:cNvSpPr>
            <a:spLocks noGrp="1"/>
          </p:cNvSpPr>
          <p:nvPr/>
        </p:nvSpPr>
        <p:spPr>
          <a:xfrm>
            <a:off x="1444425" y="975679"/>
            <a:ext cx="24757" cy="24757"/>
          </a:xfrm>
          <a:prstGeom prst="ellipse">
            <a:avLst/>
          </a:prstGeom>
          <a:solidFill>
            <a:srgbClr val="566AB4">
              <a:alpha val="40000"/>
            </a:srgbClr>
          </a:solidFill>
          <a:ln w="0">
            <a:noFill/>
            <a:prstDash val="solid"/>
          </a:ln>
        </p:spPr>
      </p:sp>
      <p:sp>
        <p:nvSpPr>
          <p:cNvPr id="787" name="LigandSeek2_vs_LigandSeek1_ellipse_6301">
            <a:extLst>
              <a:ext uri="{FF2B5EF4-FFF2-40B4-BE49-F238E27FC236}">
                <a16:creationId xmlns:a16="http://schemas.microsoft.com/office/drawing/2014/main" id="{CAF62391-B33A-4838-ADB8-82DA8EBA6996}"/>
              </a:ext>
            </a:extLst>
          </p:cNvPr>
          <p:cNvSpPr>
            <a:spLocks noGrp="1"/>
          </p:cNvSpPr>
          <p:nvPr/>
        </p:nvSpPr>
        <p:spPr>
          <a:xfrm>
            <a:off x="1412649" y="1774217"/>
            <a:ext cx="24757" cy="24757"/>
          </a:xfrm>
          <a:prstGeom prst="ellipse">
            <a:avLst/>
          </a:prstGeom>
          <a:solidFill>
            <a:srgbClr val="566AB4">
              <a:alpha val="40000"/>
            </a:srgbClr>
          </a:solidFill>
          <a:ln w="0">
            <a:noFill/>
            <a:prstDash val="solid"/>
          </a:ln>
        </p:spPr>
      </p:sp>
      <p:sp>
        <p:nvSpPr>
          <p:cNvPr id="788" name="LigandSeek2_vs_LigandSeek1_ellipse_6302">
            <a:extLst>
              <a:ext uri="{FF2B5EF4-FFF2-40B4-BE49-F238E27FC236}">
                <a16:creationId xmlns:a16="http://schemas.microsoft.com/office/drawing/2014/main" id="{975EF218-A3CA-4FBD-BF8E-4861AC0AC24A}"/>
              </a:ext>
            </a:extLst>
          </p:cNvPr>
          <p:cNvSpPr>
            <a:spLocks noGrp="1"/>
          </p:cNvSpPr>
          <p:nvPr/>
        </p:nvSpPr>
        <p:spPr>
          <a:xfrm>
            <a:off x="1415941" y="1367688"/>
            <a:ext cx="24757" cy="24757"/>
          </a:xfrm>
          <a:prstGeom prst="ellipse">
            <a:avLst/>
          </a:prstGeom>
          <a:solidFill>
            <a:srgbClr val="566AB4">
              <a:alpha val="40000"/>
            </a:srgbClr>
          </a:solidFill>
          <a:ln w="0">
            <a:noFill/>
            <a:prstDash val="solid"/>
          </a:ln>
        </p:spPr>
      </p:sp>
      <p:sp>
        <p:nvSpPr>
          <p:cNvPr id="789" name="LigandSeek2_vs_LigandSeek1_ellipse_6303">
            <a:extLst>
              <a:ext uri="{FF2B5EF4-FFF2-40B4-BE49-F238E27FC236}">
                <a16:creationId xmlns:a16="http://schemas.microsoft.com/office/drawing/2014/main" id="{F3AE9C25-34C0-4EE8-A217-75C923036275}"/>
              </a:ext>
            </a:extLst>
          </p:cNvPr>
          <p:cNvSpPr>
            <a:spLocks noGrp="1"/>
          </p:cNvSpPr>
          <p:nvPr/>
        </p:nvSpPr>
        <p:spPr>
          <a:xfrm>
            <a:off x="1399456" y="845009"/>
            <a:ext cx="24757" cy="24757"/>
          </a:xfrm>
          <a:prstGeom prst="ellipse">
            <a:avLst/>
          </a:prstGeom>
          <a:solidFill>
            <a:srgbClr val="566AB4">
              <a:alpha val="40000"/>
            </a:srgbClr>
          </a:solidFill>
          <a:ln w="0">
            <a:noFill/>
            <a:prstDash val="solid"/>
          </a:ln>
        </p:spPr>
      </p:sp>
      <p:sp>
        <p:nvSpPr>
          <p:cNvPr id="790" name="LigandSeek2_vs_LigandSeek1_ellipse_6304">
            <a:extLst>
              <a:ext uri="{FF2B5EF4-FFF2-40B4-BE49-F238E27FC236}">
                <a16:creationId xmlns:a16="http://schemas.microsoft.com/office/drawing/2014/main" id="{FFCD7EDE-3A25-4782-B67B-92515059992C}"/>
              </a:ext>
            </a:extLst>
          </p:cNvPr>
          <p:cNvSpPr>
            <a:spLocks noGrp="1"/>
          </p:cNvSpPr>
          <p:nvPr/>
        </p:nvSpPr>
        <p:spPr>
          <a:xfrm>
            <a:off x="1396022" y="1072512"/>
            <a:ext cx="24757" cy="24757"/>
          </a:xfrm>
          <a:prstGeom prst="ellipse">
            <a:avLst/>
          </a:prstGeom>
          <a:solidFill>
            <a:srgbClr val="566AB4">
              <a:alpha val="40000"/>
            </a:srgbClr>
          </a:solidFill>
          <a:ln w="0">
            <a:noFill/>
            <a:prstDash val="solid"/>
          </a:ln>
        </p:spPr>
      </p:sp>
      <p:sp>
        <p:nvSpPr>
          <p:cNvPr id="791" name="LigandSeek2_vs_LigandSeek1_ellipse_6305">
            <a:extLst>
              <a:ext uri="{FF2B5EF4-FFF2-40B4-BE49-F238E27FC236}">
                <a16:creationId xmlns:a16="http://schemas.microsoft.com/office/drawing/2014/main" id="{055C78AD-FD1C-4FEA-B6F5-94879B1F0F19}"/>
              </a:ext>
            </a:extLst>
          </p:cNvPr>
          <p:cNvSpPr>
            <a:spLocks noGrp="1"/>
          </p:cNvSpPr>
          <p:nvPr/>
        </p:nvSpPr>
        <p:spPr>
          <a:xfrm>
            <a:off x="1467319" y="845009"/>
            <a:ext cx="24757" cy="24757"/>
          </a:xfrm>
          <a:prstGeom prst="ellipse">
            <a:avLst/>
          </a:prstGeom>
          <a:solidFill>
            <a:srgbClr val="566AB4">
              <a:alpha val="40000"/>
            </a:srgbClr>
          </a:solidFill>
          <a:ln w="0">
            <a:noFill/>
            <a:prstDash val="solid"/>
          </a:ln>
        </p:spPr>
      </p:sp>
      <p:sp>
        <p:nvSpPr>
          <p:cNvPr id="792" name="LigandSeek2_vs_LigandSeek1_ellipse_6306">
            <a:extLst>
              <a:ext uri="{FF2B5EF4-FFF2-40B4-BE49-F238E27FC236}">
                <a16:creationId xmlns:a16="http://schemas.microsoft.com/office/drawing/2014/main" id="{4FF6BA78-1E8C-417A-AA6E-4000D2CB11AE}"/>
              </a:ext>
            </a:extLst>
          </p:cNvPr>
          <p:cNvSpPr>
            <a:spLocks noGrp="1"/>
          </p:cNvSpPr>
          <p:nvPr/>
        </p:nvSpPr>
        <p:spPr>
          <a:xfrm>
            <a:off x="1435035" y="845009"/>
            <a:ext cx="24757" cy="24757"/>
          </a:xfrm>
          <a:prstGeom prst="ellipse">
            <a:avLst/>
          </a:prstGeom>
          <a:solidFill>
            <a:srgbClr val="566AB4">
              <a:alpha val="40000"/>
            </a:srgbClr>
          </a:solidFill>
          <a:ln w="0">
            <a:noFill/>
            <a:prstDash val="solid"/>
          </a:ln>
        </p:spPr>
      </p:sp>
      <p:sp>
        <p:nvSpPr>
          <p:cNvPr id="793" name="LigandSeek2_vs_LigandSeek1_ellipse_6307">
            <a:extLst>
              <a:ext uri="{FF2B5EF4-FFF2-40B4-BE49-F238E27FC236}">
                <a16:creationId xmlns:a16="http://schemas.microsoft.com/office/drawing/2014/main" id="{93871289-7C63-4FCB-8C15-A08447959D0D}"/>
              </a:ext>
            </a:extLst>
          </p:cNvPr>
          <p:cNvSpPr>
            <a:spLocks noGrp="1"/>
          </p:cNvSpPr>
          <p:nvPr/>
        </p:nvSpPr>
        <p:spPr>
          <a:xfrm>
            <a:off x="1441187" y="1568841"/>
            <a:ext cx="24757" cy="24757"/>
          </a:xfrm>
          <a:prstGeom prst="ellipse">
            <a:avLst/>
          </a:prstGeom>
          <a:solidFill>
            <a:srgbClr val="566AB4">
              <a:alpha val="40000"/>
            </a:srgbClr>
          </a:solidFill>
          <a:ln w="0">
            <a:noFill/>
            <a:prstDash val="solid"/>
          </a:ln>
        </p:spPr>
      </p:sp>
      <p:sp>
        <p:nvSpPr>
          <p:cNvPr id="794" name="LigandSeek2_vs_LigandSeek1_ellipse_6308">
            <a:extLst>
              <a:ext uri="{FF2B5EF4-FFF2-40B4-BE49-F238E27FC236}">
                <a16:creationId xmlns:a16="http://schemas.microsoft.com/office/drawing/2014/main" id="{859FFBE1-9C1E-4FBB-B706-EF33E8901664}"/>
              </a:ext>
            </a:extLst>
          </p:cNvPr>
          <p:cNvSpPr>
            <a:spLocks noGrp="1"/>
          </p:cNvSpPr>
          <p:nvPr/>
        </p:nvSpPr>
        <p:spPr>
          <a:xfrm>
            <a:off x="1459040" y="1716141"/>
            <a:ext cx="24757" cy="24757"/>
          </a:xfrm>
          <a:prstGeom prst="ellipse">
            <a:avLst/>
          </a:prstGeom>
          <a:solidFill>
            <a:srgbClr val="566AB4">
              <a:alpha val="40000"/>
            </a:srgbClr>
          </a:solidFill>
          <a:ln w="0">
            <a:noFill/>
            <a:prstDash val="solid"/>
          </a:ln>
        </p:spPr>
      </p:sp>
      <p:sp>
        <p:nvSpPr>
          <p:cNvPr id="795" name="LigandSeek2_vs_LigandSeek1_ellipse_6309">
            <a:extLst>
              <a:ext uri="{FF2B5EF4-FFF2-40B4-BE49-F238E27FC236}">
                <a16:creationId xmlns:a16="http://schemas.microsoft.com/office/drawing/2014/main" id="{A570F096-AD3E-4F72-BC14-6BDBEF5895F4}"/>
              </a:ext>
            </a:extLst>
          </p:cNvPr>
          <p:cNvSpPr>
            <a:spLocks noGrp="1"/>
          </p:cNvSpPr>
          <p:nvPr/>
        </p:nvSpPr>
        <p:spPr>
          <a:xfrm>
            <a:off x="1440663" y="1367688"/>
            <a:ext cx="24757" cy="24757"/>
          </a:xfrm>
          <a:prstGeom prst="ellipse">
            <a:avLst/>
          </a:prstGeom>
          <a:solidFill>
            <a:srgbClr val="566AB4">
              <a:alpha val="40000"/>
            </a:srgbClr>
          </a:solidFill>
          <a:ln w="0">
            <a:noFill/>
            <a:prstDash val="solid"/>
          </a:ln>
        </p:spPr>
      </p:sp>
      <p:sp>
        <p:nvSpPr>
          <p:cNvPr id="796" name="LigandSeek2_vs_LigandSeek1_ellipse_6310">
            <a:extLst>
              <a:ext uri="{FF2B5EF4-FFF2-40B4-BE49-F238E27FC236}">
                <a16:creationId xmlns:a16="http://schemas.microsoft.com/office/drawing/2014/main" id="{7ECE54E9-87B8-441A-9F87-F6E3F0361216}"/>
              </a:ext>
            </a:extLst>
          </p:cNvPr>
          <p:cNvSpPr>
            <a:spLocks noGrp="1"/>
          </p:cNvSpPr>
          <p:nvPr/>
        </p:nvSpPr>
        <p:spPr>
          <a:xfrm>
            <a:off x="1426109" y="1106349"/>
            <a:ext cx="24757" cy="24757"/>
          </a:xfrm>
          <a:prstGeom prst="ellipse">
            <a:avLst/>
          </a:prstGeom>
          <a:solidFill>
            <a:srgbClr val="566AB4">
              <a:alpha val="40000"/>
            </a:srgbClr>
          </a:solidFill>
          <a:ln w="0">
            <a:noFill/>
            <a:prstDash val="solid"/>
          </a:ln>
        </p:spPr>
      </p:sp>
      <p:sp>
        <p:nvSpPr>
          <p:cNvPr id="797" name="LigandSeek2_vs_LigandSeek1_ellipse_6311">
            <a:extLst>
              <a:ext uri="{FF2B5EF4-FFF2-40B4-BE49-F238E27FC236}">
                <a16:creationId xmlns:a16="http://schemas.microsoft.com/office/drawing/2014/main" id="{17FD9670-5252-44A1-A182-B4582DD29447}"/>
              </a:ext>
            </a:extLst>
          </p:cNvPr>
          <p:cNvSpPr>
            <a:spLocks noGrp="1"/>
          </p:cNvSpPr>
          <p:nvPr/>
        </p:nvSpPr>
        <p:spPr>
          <a:xfrm>
            <a:off x="1439387" y="1603983"/>
            <a:ext cx="24757" cy="24757"/>
          </a:xfrm>
          <a:prstGeom prst="ellipse">
            <a:avLst/>
          </a:prstGeom>
          <a:solidFill>
            <a:srgbClr val="566AB4">
              <a:alpha val="40000"/>
            </a:srgbClr>
          </a:solidFill>
          <a:ln w="0">
            <a:noFill/>
            <a:prstDash val="solid"/>
          </a:ln>
        </p:spPr>
      </p:sp>
      <p:sp>
        <p:nvSpPr>
          <p:cNvPr id="798" name="LigandSeek2_vs_LigandSeek1_ellipse_6312">
            <a:extLst>
              <a:ext uri="{FF2B5EF4-FFF2-40B4-BE49-F238E27FC236}">
                <a16:creationId xmlns:a16="http://schemas.microsoft.com/office/drawing/2014/main" id="{CD684519-CA48-4017-B10B-26BD0A7C146F}"/>
              </a:ext>
            </a:extLst>
          </p:cNvPr>
          <p:cNvSpPr>
            <a:spLocks noGrp="1"/>
          </p:cNvSpPr>
          <p:nvPr/>
        </p:nvSpPr>
        <p:spPr>
          <a:xfrm>
            <a:off x="1401155" y="1890368"/>
            <a:ext cx="24757" cy="24757"/>
          </a:xfrm>
          <a:prstGeom prst="ellipse">
            <a:avLst/>
          </a:prstGeom>
          <a:solidFill>
            <a:srgbClr val="566AB4">
              <a:alpha val="40000"/>
            </a:srgbClr>
          </a:solidFill>
          <a:ln w="0">
            <a:noFill/>
            <a:prstDash val="solid"/>
          </a:ln>
        </p:spPr>
      </p:sp>
      <p:sp>
        <p:nvSpPr>
          <p:cNvPr id="799" name="LigandSeek2_vs_LigandSeek1_ellipse_6313">
            <a:extLst>
              <a:ext uri="{FF2B5EF4-FFF2-40B4-BE49-F238E27FC236}">
                <a16:creationId xmlns:a16="http://schemas.microsoft.com/office/drawing/2014/main" id="{2931C555-EC7F-4CFA-A0AC-A9C397D1C428}"/>
              </a:ext>
            </a:extLst>
          </p:cNvPr>
          <p:cNvSpPr>
            <a:spLocks noGrp="1"/>
          </p:cNvSpPr>
          <p:nvPr/>
        </p:nvSpPr>
        <p:spPr>
          <a:xfrm>
            <a:off x="1400556" y="1135714"/>
            <a:ext cx="24757" cy="24757"/>
          </a:xfrm>
          <a:prstGeom prst="ellipse">
            <a:avLst/>
          </a:prstGeom>
          <a:solidFill>
            <a:srgbClr val="566AB4">
              <a:alpha val="40000"/>
            </a:srgbClr>
          </a:solidFill>
          <a:ln w="0">
            <a:noFill/>
            <a:prstDash val="solid"/>
          </a:ln>
        </p:spPr>
      </p:sp>
      <p:sp>
        <p:nvSpPr>
          <p:cNvPr id="800" name="LigandSeek2_vs_LigandSeek1_ellipse_6314">
            <a:extLst>
              <a:ext uri="{FF2B5EF4-FFF2-40B4-BE49-F238E27FC236}">
                <a16:creationId xmlns:a16="http://schemas.microsoft.com/office/drawing/2014/main" id="{1D037E24-1B25-42C0-979B-87E25811CB4F}"/>
              </a:ext>
            </a:extLst>
          </p:cNvPr>
          <p:cNvSpPr>
            <a:spLocks noGrp="1"/>
          </p:cNvSpPr>
          <p:nvPr/>
        </p:nvSpPr>
        <p:spPr>
          <a:xfrm>
            <a:off x="1458202" y="1186126"/>
            <a:ext cx="24757" cy="24757"/>
          </a:xfrm>
          <a:prstGeom prst="ellipse">
            <a:avLst/>
          </a:prstGeom>
          <a:solidFill>
            <a:srgbClr val="566AB4">
              <a:alpha val="40000"/>
            </a:srgbClr>
          </a:solidFill>
          <a:ln w="0">
            <a:noFill/>
            <a:prstDash val="solid"/>
          </a:ln>
        </p:spPr>
      </p:sp>
      <p:sp>
        <p:nvSpPr>
          <p:cNvPr id="801" name="LigandSeek2_vs_LigandSeek1_ellipse_6315">
            <a:extLst>
              <a:ext uri="{FF2B5EF4-FFF2-40B4-BE49-F238E27FC236}">
                <a16:creationId xmlns:a16="http://schemas.microsoft.com/office/drawing/2014/main" id="{FCCE84D8-1734-4D32-9D31-F4F2C1FA5655}"/>
              </a:ext>
            </a:extLst>
          </p:cNvPr>
          <p:cNvSpPr>
            <a:spLocks noGrp="1"/>
          </p:cNvSpPr>
          <p:nvPr/>
        </p:nvSpPr>
        <p:spPr>
          <a:xfrm>
            <a:off x="1407875" y="1250626"/>
            <a:ext cx="24757" cy="24757"/>
          </a:xfrm>
          <a:prstGeom prst="ellipse">
            <a:avLst/>
          </a:prstGeom>
          <a:solidFill>
            <a:srgbClr val="566AB4">
              <a:alpha val="40000"/>
            </a:srgbClr>
          </a:solidFill>
          <a:ln w="0">
            <a:noFill/>
            <a:prstDash val="solid"/>
          </a:ln>
        </p:spPr>
      </p:sp>
      <p:sp>
        <p:nvSpPr>
          <p:cNvPr id="802" name="LigandSeek2_vs_LigandSeek1_ellipse_6316">
            <a:extLst>
              <a:ext uri="{FF2B5EF4-FFF2-40B4-BE49-F238E27FC236}">
                <a16:creationId xmlns:a16="http://schemas.microsoft.com/office/drawing/2014/main" id="{1449A9F5-CEFF-48C0-BBDB-C78C3A9D8DF0}"/>
              </a:ext>
            </a:extLst>
          </p:cNvPr>
          <p:cNvSpPr>
            <a:spLocks noGrp="1"/>
          </p:cNvSpPr>
          <p:nvPr/>
        </p:nvSpPr>
        <p:spPr>
          <a:xfrm>
            <a:off x="1407930" y="1269375"/>
            <a:ext cx="24757" cy="24757"/>
          </a:xfrm>
          <a:prstGeom prst="ellipse">
            <a:avLst/>
          </a:prstGeom>
          <a:solidFill>
            <a:srgbClr val="566AB4">
              <a:alpha val="40000"/>
            </a:srgbClr>
          </a:solidFill>
          <a:ln w="0">
            <a:noFill/>
            <a:prstDash val="solid"/>
          </a:ln>
        </p:spPr>
      </p:sp>
      <p:sp>
        <p:nvSpPr>
          <p:cNvPr id="803" name="LigandSeek2_vs_LigandSeek1_ellipse_6317">
            <a:extLst>
              <a:ext uri="{FF2B5EF4-FFF2-40B4-BE49-F238E27FC236}">
                <a16:creationId xmlns:a16="http://schemas.microsoft.com/office/drawing/2014/main" id="{4ECD6BB9-951E-481C-9A81-68240395179F}"/>
              </a:ext>
            </a:extLst>
          </p:cNvPr>
          <p:cNvSpPr>
            <a:spLocks noGrp="1"/>
          </p:cNvSpPr>
          <p:nvPr/>
        </p:nvSpPr>
        <p:spPr>
          <a:xfrm>
            <a:off x="1415924" y="1442357"/>
            <a:ext cx="24757" cy="24757"/>
          </a:xfrm>
          <a:prstGeom prst="ellipse">
            <a:avLst/>
          </a:prstGeom>
          <a:solidFill>
            <a:srgbClr val="566AB4">
              <a:alpha val="40000"/>
            </a:srgbClr>
          </a:solidFill>
          <a:ln w="0">
            <a:noFill/>
            <a:prstDash val="solid"/>
          </a:ln>
        </p:spPr>
      </p:sp>
      <p:sp>
        <p:nvSpPr>
          <p:cNvPr id="804" name="LigandSeek2_vs_LigandSeek1_ellipse_6318">
            <a:extLst>
              <a:ext uri="{FF2B5EF4-FFF2-40B4-BE49-F238E27FC236}">
                <a16:creationId xmlns:a16="http://schemas.microsoft.com/office/drawing/2014/main" id="{D5DFAD2C-E45E-4852-BB12-EEA112461587}"/>
              </a:ext>
            </a:extLst>
          </p:cNvPr>
          <p:cNvSpPr>
            <a:spLocks noGrp="1"/>
          </p:cNvSpPr>
          <p:nvPr/>
        </p:nvSpPr>
        <p:spPr>
          <a:xfrm>
            <a:off x="1471156" y="1367688"/>
            <a:ext cx="24757" cy="24757"/>
          </a:xfrm>
          <a:prstGeom prst="ellipse">
            <a:avLst/>
          </a:prstGeom>
          <a:solidFill>
            <a:srgbClr val="566AB4">
              <a:alpha val="40000"/>
            </a:srgbClr>
          </a:solidFill>
          <a:ln w="0">
            <a:noFill/>
            <a:prstDash val="solid"/>
          </a:ln>
        </p:spPr>
      </p:sp>
      <p:sp>
        <p:nvSpPr>
          <p:cNvPr id="805" name="LigandSeek2_vs_LigandSeek1_ellipse_6319">
            <a:extLst>
              <a:ext uri="{FF2B5EF4-FFF2-40B4-BE49-F238E27FC236}">
                <a16:creationId xmlns:a16="http://schemas.microsoft.com/office/drawing/2014/main" id="{36F9044C-4B06-4A06-8BCA-678A9A5A17B3}"/>
              </a:ext>
            </a:extLst>
          </p:cNvPr>
          <p:cNvSpPr>
            <a:spLocks noGrp="1"/>
          </p:cNvSpPr>
          <p:nvPr/>
        </p:nvSpPr>
        <p:spPr>
          <a:xfrm>
            <a:off x="1422334" y="1866290"/>
            <a:ext cx="24757" cy="24757"/>
          </a:xfrm>
          <a:prstGeom prst="ellipse">
            <a:avLst/>
          </a:prstGeom>
          <a:solidFill>
            <a:srgbClr val="566AB4">
              <a:alpha val="40000"/>
            </a:srgbClr>
          </a:solidFill>
          <a:ln w="0">
            <a:noFill/>
            <a:prstDash val="solid"/>
          </a:ln>
        </p:spPr>
      </p:sp>
      <p:sp>
        <p:nvSpPr>
          <p:cNvPr id="806" name="LigandSeek2_vs_LigandSeek1_ellipse_6320">
            <a:extLst>
              <a:ext uri="{FF2B5EF4-FFF2-40B4-BE49-F238E27FC236}">
                <a16:creationId xmlns:a16="http://schemas.microsoft.com/office/drawing/2014/main" id="{B9765F9C-46AF-46DF-AD24-E89E2D1D02F3}"/>
              </a:ext>
            </a:extLst>
          </p:cNvPr>
          <p:cNvSpPr>
            <a:spLocks noGrp="1"/>
          </p:cNvSpPr>
          <p:nvPr/>
        </p:nvSpPr>
        <p:spPr>
          <a:xfrm>
            <a:off x="1402221" y="1193462"/>
            <a:ext cx="24757" cy="24757"/>
          </a:xfrm>
          <a:prstGeom prst="ellipse">
            <a:avLst/>
          </a:prstGeom>
          <a:solidFill>
            <a:srgbClr val="566AB4">
              <a:alpha val="40000"/>
            </a:srgbClr>
          </a:solidFill>
          <a:ln w="0">
            <a:noFill/>
            <a:prstDash val="solid"/>
          </a:ln>
        </p:spPr>
      </p:sp>
      <p:sp>
        <p:nvSpPr>
          <p:cNvPr id="807" name="LigandSeek2_vs_LigandSeek1_ellipse_6321">
            <a:extLst>
              <a:ext uri="{FF2B5EF4-FFF2-40B4-BE49-F238E27FC236}">
                <a16:creationId xmlns:a16="http://schemas.microsoft.com/office/drawing/2014/main" id="{533B9DE1-19A7-455F-9EAC-D691EE2D5C01}"/>
              </a:ext>
            </a:extLst>
          </p:cNvPr>
          <p:cNvSpPr>
            <a:spLocks noGrp="1"/>
          </p:cNvSpPr>
          <p:nvPr/>
        </p:nvSpPr>
        <p:spPr>
          <a:xfrm>
            <a:off x="1397801" y="1180395"/>
            <a:ext cx="24757" cy="24757"/>
          </a:xfrm>
          <a:prstGeom prst="ellipse">
            <a:avLst/>
          </a:prstGeom>
          <a:solidFill>
            <a:srgbClr val="566AB4">
              <a:alpha val="40000"/>
            </a:srgbClr>
          </a:solidFill>
          <a:ln w="0">
            <a:noFill/>
            <a:prstDash val="solid"/>
          </a:ln>
        </p:spPr>
      </p:sp>
      <p:sp>
        <p:nvSpPr>
          <p:cNvPr id="808" name="LigandSeek2_vs_LigandSeek1_ellipse_6322">
            <a:extLst>
              <a:ext uri="{FF2B5EF4-FFF2-40B4-BE49-F238E27FC236}">
                <a16:creationId xmlns:a16="http://schemas.microsoft.com/office/drawing/2014/main" id="{70739F6C-753A-4ADD-B74B-AB5EF70C9C3B}"/>
              </a:ext>
            </a:extLst>
          </p:cNvPr>
          <p:cNvSpPr>
            <a:spLocks noGrp="1"/>
          </p:cNvSpPr>
          <p:nvPr/>
        </p:nvSpPr>
        <p:spPr>
          <a:xfrm>
            <a:off x="1401862" y="845009"/>
            <a:ext cx="24757" cy="24757"/>
          </a:xfrm>
          <a:prstGeom prst="ellipse">
            <a:avLst/>
          </a:prstGeom>
          <a:solidFill>
            <a:srgbClr val="566AB4">
              <a:alpha val="40000"/>
            </a:srgbClr>
          </a:solidFill>
          <a:ln w="0">
            <a:noFill/>
            <a:prstDash val="solid"/>
          </a:ln>
        </p:spPr>
      </p:sp>
      <p:sp>
        <p:nvSpPr>
          <p:cNvPr id="809" name="LigandSeek2_vs_LigandSeek1_ellipse_6323">
            <a:extLst>
              <a:ext uri="{FF2B5EF4-FFF2-40B4-BE49-F238E27FC236}">
                <a16:creationId xmlns:a16="http://schemas.microsoft.com/office/drawing/2014/main" id="{B33938E0-A854-429F-8DC1-45DAFC617ABE}"/>
              </a:ext>
            </a:extLst>
          </p:cNvPr>
          <p:cNvSpPr>
            <a:spLocks noGrp="1"/>
          </p:cNvSpPr>
          <p:nvPr/>
        </p:nvSpPr>
        <p:spPr>
          <a:xfrm>
            <a:off x="1469692" y="845009"/>
            <a:ext cx="24757" cy="24757"/>
          </a:xfrm>
          <a:prstGeom prst="ellipse">
            <a:avLst/>
          </a:prstGeom>
          <a:solidFill>
            <a:srgbClr val="566AB4">
              <a:alpha val="40000"/>
            </a:srgbClr>
          </a:solidFill>
          <a:ln w="0">
            <a:noFill/>
            <a:prstDash val="solid"/>
          </a:ln>
        </p:spPr>
      </p:sp>
      <p:sp>
        <p:nvSpPr>
          <p:cNvPr id="810" name="LigandSeek2_vs_LigandSeek1_ellipse_6324">
            <a:extLst>
              <a:ext uri="{FF2B5EF4-FFF2-40B4-BE49-F238E27FC236}">
                <a16:creationId xmlns:a16="http://schemas.microsoft.com/office/drawing/2014/main" id="{90EC0693-672B-437B-8A8B-853082C332B7}"/>
              </a:ext>
            </a:extLst>
          </p:cNvPr>
          <p:cNvSpPr>
            <a:spLocks noGrp="1"/>
          </p:cNvSpPr>
          <p:nvPr/>
        </p:nvSpPr>
        <p:spPr>
          <a:xfrm>
            <a:off x="1460280" y="1629028"/>
            <a:ext cx="24757" cy="24757"/>
          </a:xfrm>
          <a:prstGeom prst="ellipse">
            <a:avLst/>
          </a:prstGeom>
          <a:solidFill>
            <a:srgbClr val="566AB4">
              <a:alpha val="40000"/>
            </a:srgbClr>
          </a:solidFill>
          <a:ln w="0">
            <a:noFill/>
            <a:prstDash val="solid"/>
          </a:ln>
        </p:spPr>
      </p:sp>
      <p:sp>
        <p:nvSpPr>
          <p:cNvPr id="811" name="LigandSeek2_vs_LigandSeek1_ellipse_6325">
            <a:extLst>
              <a:ext uri="{FF2B5EF4-FFF2-40B4-BE49-F238E27FC236}">
                <a16:creationId xmlns:a16="http://schemas.microsoft.com/office/drawing/2014/main" id="{42E3B209-BF00-4B5B-A78F-35FBE7CEC9E3}"/>
              </a:ext>
            </a:extLst>
          </p:cNvPr>
          <p:cNvSpPr>
            <a:spLocks noGrp="1"/>
          </p:cNvSpPr>
          <p:nvPr/>
        </p:nvSpPr>
        <p:spPr>
          <a:xfrm>
            <a:off x="1424241" y="1890368"/>
            <a:ext cx="24757" cy="24757"/>
          </a:xfrm>
          <a:prstGeom prst="ellipse">
            <a:avLst/>
          </a:prstGeom>
          <a:solidFill>
            <a:srgbClr val="566AB4">
              <a:alpha val="40000"/>
            </a:srgbClr>
          </a:solidFill>
          <a:ln w="0">
            <a:noFill/>
            <a:prstDash val="solid"/>
          </a:ln>
        </p:spPr>
      </p:sp>
      <p:sp>
        <p:nvSpPr>
          <p:cNvPr id="812" name="LigandSeek2_vs_LigandSeek1_ellipse_6326">
            <a:extLst>
              <a:ext uri="{FF2B5EF4-FFF2-40B4-BE49-F238E27FC236}">
                <a16:creationId xmlns:a16="http://schemas.microsoft.com/office/drawing/2014/main" id="{FF8D9BB0-5FD8-4AE0-9350-A98326548AC2}"/>
              </a:ext>
            </a:extLst>
          </p:cNvPr>
          <p:cNvSpPr>
            <a:spLocks noGrp="1"/>
          </p:cNvSpPr>
          <p:nvPr/>
        </p:nvSpPr>
        <p:spPr>
          <a:xfrm>
            <a:off x="1461883" y="1409171"/>
            <a:ext cx="24757" cy="24757"/>
          </a:xfrm>
          <a:prstGeom prst="ellipse">
            <a:avLst/>
          </a:prstGeom>
          <a:solidFill>
            <a:srgbClr val="566AB4">
              <a:alpha val="40000"/>
            </a:srgbClr>
          </a:solidFill>
          <a:ln w="0">
            <a:noFill/>
            <a:prstDash val="solid"/>
          </a:ln>
        </p:spPr>
      </p:sp>
      <p:sp>
        <p:nvSpPr>
          <p:cNvPr id="813" name="LigandSeek2_vs_LigandSeek1_ellipse_6327">
            <a:extLst>
              <a:ext uri="{FF2B5EF4-FFF2-40B4-BE49-F238E27FC236}">
                <a16:creationId xmlns:a16="http://schemas.microsoft.com/office/drawing/2014/main" id="{FD7B7052-DDE5-4098-85DD-A5795FEBA9D3}"/>
              </a:ext>
            </a:extLst>
          </p:cNvPr>
          <p:cNvSpPr>
            <a:spLocks noGrp="1"/>
          </p:cNvSpPr>
          <p:nvPr/>
        </p:nvSpPr>
        <p:spPr>
          <a:xfrm>
            <a:off x="1439936" y="1186351"/>
            <a:ext cx="24757" cy="24757"/>
          </a:xfrm>
          <a:prstGeom prst="ellipse">
            <a:avLst/>
          </a:prstGeom>
          <a:solidFill>
            <a:srgbClr val="566AB4">
              <a:alpha val="40000"/>
            </a:srgbClr>
          </a:solidFill>
          <a:ln w="0">
            <a:noFill/>
            <a:prstDash val="solid"/>
          </a:ln>
        </p:spPr>
      </p:sp>
      <p:sp>
        <p:nvSpPr>
          <p:cNvPr id="814" name="LigandSeek2_vs_LigandSeek1_ellipse_6328">
            <a:extLst>
              <a:ext uri="{FF2B5EF4-FFF2-40B4-BE49-F238E27FC236}">
                <a16:creationId xmlns:a16="http://schemas.microsoft.com/office/drawing/2014/main" id="{DF497376-6968-48DF-8843-F112E1510BE9}"/>
              </a:ext>
            </a:extLst>
          </p:cNvPr>
          <p:cNvSpPr>
            <a:spLocks noGrp="1"/>
          </p:cNvSpPr>
          <p:nvPr/>
        </p:nvSpPr>
        <p:spPr>
          <a:xfrm>
            <a:off x="1394311" y="1890368"/>
            <a:ext cx="24757" cy="24757"/>
          </a:xfrm>
          <a:prstGeom prst="ellipse">
            <a:avLst/>
          </a:prstGeom>
          <a:solidFill>
            <a:srgbClr val="566AB4">
              <a:alpha val="40000"/>
            </a:srgbClr>
          </a:solidFill>
          <a:ln w="0">
            <a:noFill/>
            <a:prstDash val="solid"/>
          </a:ln>
        </p:spPr>
      </p:sp>
      <p:sp>
        <p:nvSpPr>
          <p:cNvPr id="815" name="LigandSeek2_vs_LigandSeek1_ellipse_6329">
            <a:extLst>
              <a:ext uri="{FF2B5EF4-FFF2-40B4-BE49-F238E27FC236}">
                <a16:creationId xmlns:a16="http://schemas.microsoft.com/office/drawing/2014/main" id="{49181AAF-198F-4394-91BD-0C1DA6B30600}"/>
              </a:ext>
            </a:extLst>
          </p:cNvPr>
          <p:cNvSpPr>
            <a:spLocks noGrp="1"/>
          </p:cNvSpPr>
          <p:nvPr/>
        </p:nvSpPr>
        <p:spPr>
          <a:xfrm>
            <a:off x="1430554" y="845009"/>
            <a:ext cx="24757" cy="24757"/>
          </a:xfrm>
          <a:prstGeom prst="ellipse">
            <a:avLst/>
          </a:prstGeom>
          <a:solidFill>
            <a:srgbClr val="566AB4">
              <a:alpha val="40000"/>
            </a:srgbClr>
          </a:solidFill>
          <a:ln w="0">
            <a:noFill/>
            <a:prstDash val="solid"/>
          </a:ln>
        </p:spPr>
      </p:sp>
      <p:sp>
        <p:nvSpPr>
          <p:cNvPr id="816" name="LigandSeek2_vs_LigandSeek1_ellipse_6330">
            <a:extLst>
              <a:ext uri="{FF2B5EF4-FFF2-40B4-BE49-F238E27FC236}">
                <a16:creationId xmlns:a16="http://schemas.microsoft.com/office/drawing/2014/main" id="{F037E67A-989F-4708-A2AA-3C5102625459}"/>
              </a:ext>
            </a:extLst>
          </p:cNvPr>
          <p:cNvSpPr>
            <a:spLocks noGrp="1"/>
          </p:cNvSpPr>
          <p:nvPr/>
        </p:nvSpPr>
        <p:spPr>
          <a:xfrm>
            <a:off x="1443989" y="1286159"/>
            <a:ext cx="24757" cy="24757"/>
          </a:xfrm>
          <a:prstGeom prst="ellipse">
            <a:avLst/>
          </a:prstGeom>
          <a:solidFill>
            <a:srgbClr val="566AB4">
              <a:alpha val="40000"/>
            </a:srgbClr>
          </a:solidFill>
          <a:ln w="0">
            <a:noFill/>
            <a:prstDash val="solid"/>
          </a:ln>
        </p:spPr>
      </p:sp>
      <p:sp>
        <p:nvSpPr>
          <p:cNvPr id="817" name="LigandSeek2_vs_LigandSeek1_ellipse_6331">
            <a:extLst>
              <a:ext uri="{FF2B5EF4-FFF2-40B4-BE49-F238E27FC236}">
                <a16:creationId xmlns:a16="http://schemas.microsoft.com/office/drawing/2014/main" id="{5824AEA8-1266-41EF-8DCC-4CFEE9A754AD}"/>
              </a:ext>
            </a:extLst>
          </p:cNvPr>
          <p:cNvSpPr>
            <a:spLocks noGrp="1"/>
          </p:cNvSpPr>
          <p:nvPr/>
        </p:nvSpPr>
        <p:spPr>
          <a:xfrm>
            <a:off x="1430265" y="1367688"/>
            <a:ext cx="24757" cy="24757"/>
          </a:xfrm>
          <a:prstGeom prst="ellipse">
            <a:avLst/>
          </a:prstGeom>
          <a:solidFill>
            <a:srgbClr val="566AB4">
              <a:alpha val="40000"/>
            </a:srgbClr>
          </a:solidFill>
          <a:ln w="0">
            <a:noFill/>
            <a:prstDash val="solid"/>
          </a:ln>
        </p:spPr>
      </p:sp>
      <p:sp>
        <p:nvSpPr>
          <p:cNvPr id="818" name="LigandSeek2_vs_LigandSeek1_ellipse_6332">
            <a:extLst>
              <a:ext uri="{FF2B5EF4-FFF2-40B4-BE49-F238E27FC236}">
                <a16:creationId xmlns:a16="http://schemas.microsoft.com/office/drawing/2014/main" id="{F95F790A-7569-4627-B453-F32F4DB9B99C}"/>
              </a:ext>
            </a:extLst>
          </p:cNvPr>
          <p:cNvSpPr>
            <a:spLocks noGrp="1"/>
          </p:cNvSpPr>
          <p:nvPr/>
        </p:nvSpPr>
        <p:spPr>
          <a:xfrm>
            <a:off x="1406963" y="897277"/>
            <a:ext cx="24757" cy="24757"/>
          </a:xfrm>
          <a:prstGeom prst="ellipse">
            <a:avLst/>
          </a:prstGeom>
          <a:solidFill>
            <a:srgbClr val="566AB4">
              <a:alpha val="40000"/>
            </a:srgbClr>
          </a:solidFill>
          <a:ln w="0">
            <a:noFill/>
            <a:prstDash val="solid"/>
          </a:ln>
        </p:spPr>
      </p:sp>
      <p:sp>
        <p:nvSpPr>
          <p:cNvPr id="819" name="LigandSeek2_vs_LigandSeek1_ellipse_6333">
            <a:extLst>
              <a:ext uri="{FF2B5EF4-FFF2-40B4-BE49-F238E27FC236}">
                <a16:creationId xmlns:a16="http://schemas.microsoft.com/office/drawing/2014/main" id="{E3B3EFC0-93CC-4F4F-BA20-301C49256A5A}"/>
              </a:ext>
            </a:extLst>
          </p:cNvPr>
          <p:cNvSpPr>
            <a:spLocks noGrp="1"/>
          </p:cNvSpPr>
          <p:nvPr/>
        </p:nvSpPr>
        <p:spPr>
          <a:xfrm>
            <a:off x="1431555" y="1541915"/>
            <a:ext cx="24757" cy="24757"/>
          </a:xfrm>
          <a:prstGeom prst="ellipse">
            <a:avLst/>
          </a:prstGeom>
          <a:solidFill>
            <a:srgbClr val="566AB4">
              <a:alpha val="40000"/>
            </a:srgbClr>
          </a:solidFill>
          <a:ln w="0">
            <a:noFill/>
            <a:prstDash val="solid"/>
          </a:ln>
        </p:spPr>
      </p:sp>
      <p:sp>
        <p:nvSpPr>
          <p:cNvPr id="820" name="LigandSeek2_vs_LigandSeek1_ellipse_6334">
            <a:extLst>
              <a:ext uri="{FF2B5EF4-FFF2-40B4-BE49-F238E27FC236}">
                <a16:creationId xmlns:a16="http://schemas.microsoft.com/office/drawing/2014/main" id="{E356C4D5-C4A8-4130-8362-9BD47623D5BC}"/>
              </a:ext>
            </a:extLst>
          </p:cNvPr>
          <p:cNvSpPr>
            <a:spLocks noGrp="1"/>
          </p:cNvSpPr>
          <p:nvPr/>
        </p:nvSpPr>
        <p:spPr>
          <a:xfrm>
            <a:off x="1450341" y="1367688"/>
            <a:ext cx="24757" cy="24757"/>
          </a:xfrm>
          <a:prstGeom prst="ellipse">
            <a:avLst/>
          </a:prstGeom>
          <a:solidFill>
            <a:srgbClr val="566AB4">
              <a:alpha val="40000"/>
            </a:srgbClr>
          </a:solidFill>
          <a:ln w="0">
            <a:noFill/>
            <a:prstDash val="solid"/>
          </a:ln>
        </p:spPr>
      </p:sp>
      <p:sp>
        <p:nvSpPr>
          <p:cNvPr id="821" name="LigandSeek2_vs_LigandSeek1_ellipse_6335">
            <a:extLst>
              <a:ext uri="{FF2B5EF4-FFF2-40B4-BE49-F238E27FC236}">
                <a16:creationId xmlns:a16="http://schemas.microsoft.com/office/drawing/2014/main" id="{1A414BDC-8594-4514-85A6-D85F72501590}"/>
              </a:ext>
            </a:extLst>
          </p:cNvPr>
          <p:cNvSpPr>
            <a:spLocks noGrp="1"/>
          </p:cNvSpPr>
          <p:nvPr/>
        </p:nvSpPr>
        <p:spPr>
          <a:xfrm>
            <a:off x="1426088" y="1775876"/>
            <a:ext cx="24757" cy="24757"/>
          </a:xfrm>
          <a:prstGeom prst="ellipse">
            <a:avLst/>
          </a:prstGeom>
          <a:solidFill>
            <a:srgbClr val="566AB4">
              <a:alpha val="40000"/>
            </a:srgbClr>
          </a:solidFill>
          <a:ln w="0">
            <a:noFill/>
            <a:prstDash val="solid"/>
          </a:ln>
        </p:spPr>
      </p:sp>
      <p:sp>
        <p:nvSpPr>
          <p:cNvPr id="822" name="LigandSeek2_vs_LigandSeek1_ellipse_6336">
            <a:extLst>
              <a:ext uri="{FF2B5EF4-FFF2-40B4-BE49-F238E27FC236}">
                <a16:creationId xmlns:a16="http://schemas.microsoft.com/office/drawing/2014/main" id="{8B5C5A8B-EAB9-41E2-A9F8-4E105AEAE45D}"/>
              </a:ext>
            </a:extLst>
          </p:cNvPr>
          <p:cNvSpPr>
            <a:spLocks noGrp="1"/>
          </p:cNvSpPr>
          <p:nvPr/>
        </p:nvSpPr>
        <p:spPr>
          <a:xfrm>
            <a:off x="1399443" y="1299450"/>
            <a:ext cx="24757" cy="24757"/>
          </a:xfrm>
          <a:prstGeom prst="ellipse">
            <a:avLst/>
          </a:prstGeom>
          <a:solidFill>
            <a:srgbClr val="566AB4">
              <a:alpha val="40000"/>
            </a:srgbClr>
          </a:solidFill>
          <a:ln w="0">
            <a:noFill/>
            <a:prstDash val="solid"/>
          </a:ln>
        </p:spPr>
      </p:sp>
      <p:sp>
        <p:nvSpPr>
          <p:cNvPr id="823" name="LigandSeek2_vs_LigandSeek1_ellipse_6337">
            <a:extLst>
              <a:ext uri="{FF2B5EF4-FFF2-40B4-BE49-F238E27FC236}">
                <a16:creationId xmlns:a16="http://schemas.microsoft.com/office/drawing/2014/main" id="{7344CBC6-385C-4E1B-B2FB-DC1AF3C09A6B}"/>
              </a:ext>
            </a:extLst>
          </p:cNvPr>
          <p:cNvSpPr>
            <a:spLocks noGrp="1"/>
          </p:cNvSpPr>
          <p:nvPr/>
        </p:nvSpPr>
        <p:spPr>
          <a:xfrm>
            <a:off x="1393198" y="1890368"/>
            <a:ext cx="24757" cy="24757"/>
          </a:xfrm>
          <a:prstGeom prst="ellipse">
            <a:avLst/>
          </a:prstGeom>
          <a:solidFill>
            <a:srgbClr val="566AB4">
              <a:alpha val="40000"/>
            </a:srgbClr>
          </a:solidFill>
          <a:ln w="0">
            <a:noFill/>
            <a:prstDash val="solid"/>
          </a:ln>
        </p:spPr>
      </p:sp>
      <p:sp>
        <p:nvSpPr>
          <p:cNvPr id="824" name="LigandSeek2_vs_LigandSeek1_ellipse_6338">
            <a:extLst>
              <a:ext uri="{FF2B5EF4-FFF2-40B4-BE49-F238E27FC236}">
                <a16:creationId xmlns:a16="http://schemas.microsoft.com/office/drawing/2014/main" id="{71352ED2-65EF-432A-8A8D-5350811E7A44}"/>
              </a:ext>
            </a:extLst>
          </p:cNvPr>
          <p:cNvSpPr>
            <a:spLocks noGrp="1"/>
          </p:cNvSpPr>
          <p:nvPr/>
        </p:nvSpPr>
        <p:spPr>
          <a:xfrm>
            <a:off x="1399137" y="1541915"/>
            <a:ext cx="24757" cy="24757"/>
          </a:xfrm>
          <a:prstGeom prst="ellipse">
            <a:avLst/>
          </a:prstGeom>
          <a:solidFill>
            <a:srgbClr val="566AB4">
              <a:alpha val="40000"/>
            </a:srgbClr>
          </a:solidFill>
          <a:ln w="0">
            <a:noFill/>
            <a:prstDash val="solid"/>
          </a:ln>
        </p:spPr>
      </p:sp>
      <p:sp>
        <p:nvSpPr>
          <p:cNvPr id="825" name="LigandSeek2_vs_LigandSeek1_ellipse_6339">
            <a:extLst>
              <a:ext uri="{FF2B5EF4-FFF2-40B4-BE49-F238E27FC236}">
                <a16:creationId xmlns:a16="http://schemas.microsoft.com/office/drawing/2014/main" id="{0DA484B7-E82E-43AB-A3D7-0ED00F999669}"/>
              </a:ext>
            </a:extLst>
          </p:cNvPr>
          <p:cNvSpPr>
            <a:spLocks noGrp="1"/>
          </p:cNvSpPr>
          <p:nvPr/>
        </p:nvSpPr>
        <p:spPr>
          <a:xfrm>
            <a:off x="1470595" y="1193462"/>
            <a:ext cx="24757" cy="24757"/>
          </a:xfrm>
          <a:prstGeom prst="ellipse">
            <a:avLst/>
          </a:prstGeom>
          <a:solidFill>
            <a:srgbClr val="566AB4">
              <a:alpha val="40000"/>
            </a:srgbClr>
          </a:solidFill>
          <a:ln w="0">
            <a:noFill/>
            <a:prstDash val="solid"/>
          </a:ln>
        </p:spPr>
      </p:sp>
      <p:sp>
        <p:nvSpPr>
          <p:cNvPr id="826" name="LigandSeek2_vs_LigandSeek1_ellipse_6340">
            <a:extLst>
              <a:ext uri="{FF2B5EF4-FFF2-40B4-BE49-F238E27FC236}">
                <a16:creationId xmlns:a16="http://schemas.microsoft.com/office/drawing/2014/main" id="{21402161-9931-40CB-8D14-5F5DE29D5FBD}"/>
              </a:ext>
            </a:extLst>
          </p:cNvPr>
          <p:cNvSpPr>
            <a:spLocks noGrp="1"/>
          </p:cNvSpPr>
          <p:nvPr/>
        </p:nvSpPr>
        <p:spPr>
          <a:xfrm>
            <a:off x="1426573" y="982465"/>
            <a:ext cx="24757" cy="24757"/>
          </a:xfrm>
          <a:prstGeom prst="ellipse">
            <a:avLst/>
          </a:prstGeom>
          <a:solidFill>
            <a:srgbClr val="566AB4">
              <a:alpha val="40000"/>
            </a:srgbClr>
          </a:solidFill>
          <a:ln w="0">
            <a:noFill/>
            <a:prstDash val="solid"/>
          </a:ln>
        </p:spPr>
      </p:sp>
      <p:sp>
        <p:nvSpPr>
          <p:cNvPr id="827" name="LigandSeek2_vs_LigandSeek1_ellipse_6341">
            <a:extLst>
              <a:ext uri="{FF2B5EF4-FFF2-40B4-BE49-F238E27FC236}">
                <a16:creationId xmlns:a16="http://schemas.microsoft.com/office/drawing/2014/main" id="{4C2E8659-125F-4946-B540-7B9B3660E8A1}"/>
              </a:ext>
            </a:extLst>
          </p:cNvPr>
          <p:cNvSpPr>
            <a:spLocks noGrp="1"/>
          </p:cNvSpPr>
          <p:nvPr/>
        </p:nvSpPr>
        <p:spPr>
          <a:xfrm>
            <a:off x="1395882" y="1367688"/>
            <a:ext cx="24757" cy="24757"/>
          </a:xfrm>
          <a:prstGeom prst="ellipse">
            <a:avLst/>
          </a:prstGeom>
          <a:solidFill>
            <a:srgbClr val="566AB4">
              <a:alpha val="40000"/>
            </a:srgbClr>
          </a:solidFill>
          <a:ln w="0">
            <a:noFill/>
            <a:prstDash val="solid"/>
          </a:ln>
        </p:spPr>
      </p:sp>
      <p:sp>
        <p:nvSpPr>
          <p:cNvPr id="828" name="LigandSeek2_vs_LigandSeek1_ellipse_6342">
            <a:extLst>
              <a:ext uri="{FF2B5EF4-FFF2-40B4-BE49-F238E27FC236}">
                <a16:creationId xmlns:a16="http://schemas.microsoft.com/office/drawing/2014/main" id="{0227F231-816D-49D5-9040-034F0074CA51}"/>
              </a:ext>
            </a:extLst>
          </p:cNvPr>
          <p:cNvSpPr>
            <a:spLocks noGrp="1"/>
          </p:cNvSpPr>
          <p:nvPr/>
        </p:nvSpPr>
        <p:spPr>
          <a:xfrm>
            <a:off x="1424221" y="1629028"/>
            <a:ext cx="24757" cy="24757"/>
          </a:xfrm>
          <a:prstGeom prst="ellipse">
            <a:avLst/>
          </a:prstGeom>
          <a:solidFill>
            <a:srgbClr val="566AB4">
              <a:alpha val="40000"/>
            </a:srgbClr>
          </a:solidFill>
          <a:ln w="0">
            <a:noFill/>
            <a:prstDash val="solid"/>
          </a:ln>
        </p:spPr>
      </p:sp>
      <p:sp>
        <p:nvSpPr>
          <p:cNvPr id="829" name="LigandSeek2_vs_LigandSeek1_ellipse_6343">
            <a:extLst>
              <a:ext uri="{FF2B5EF4-FFF2-40B4-BE49-F238E27FC236}">
                <a16:creationId xmlns:a16="http://schemas.microsoft.com/office/drawing/2014/main" id="{FF26F26A-DA69-42A8-9765-111C0A16484F}"/>
              </a:ext>
            </a:extLst>
          </p:cNvPr>
          <p:cNvSpPr>
            <a:spLocks noGrp="1"/>
          </p:cNvSpPr>
          <p:nvPr/>
        </p:nvSpPr>
        <p:spPr>
          <a:xfrm>
            <a:off x="1476633" y="1143683"/>
            <a:ext cx="24757" cy="24757"/>
          </a:xfrm>
          <a:prstGeom prst="ellipse">
            <a:avLst/>
          </a:prstGeom>
          <a:solidFill>
            <a:srgbClr val="566AB4">
              <a:alpha val="40000"/>
            </a:srgbClr>
          </a:solidFill>
          <a:ln w="0">
            <a:noFill/>
            <a:prstDash val="solid"/>
          </a:ln>
        </p:spPr>
      </p:sp>
      <p:sp>
        <p:nvSpPr>
          <p:cNvPr id="830" name="LigandSeek2_vs_LigandSeek1_ellipse_6344">
            <a:extLst>
              <a:ext uri="{FF2B5EF4-FFF2-40B4-BE49-F238E27FC236}">
                <a16:creationId xmlns:a16="http://schemas.microsoft.com/office/drawing/2014/main" id="{9635E743-AC12-43D8-A573-B71DC8CA5383}"/>
              </a:ext>
            </a:extLst>
          </p:cNvPr>
          <p:cNvSpPr>
            <a:spLocks noGrp="1"/>
          </p:cNvSpPr>
          <p:nvPr/>
        </p:nvSpPr>
        <p:spPr>
          <a:xfrm>
            <a:off x="1421604" y="845009"/>
            <a:ext cx="24757" cy="24757"/>
          </a:xfrm>
          <a:prstGeom prst="ellipse">
            <a:avLst/>
          </a:prstGeom>
          <a:solidFill>
            <a:srgbClr val="566AB4">
              <a:alpha val="40000"/>
            </a:srgbClr>
          </a:solidFill>
          <a:ln w="0">
            <a:noFill/>
            <a:prstDash val="solid"/>
          </a:ln>
        </p:spPr>
      </p:sp>
      <p:sp>
        <p:nvSpPr>
          <p:cNvPr id="831" name="LigandSeek2_vs_LigandSeek1_ellipse_6345">
            <a:extLst>
              <a:ext uri="{FF2B5EF4-FFF2-40B4-BE49-F238E27FC236}">
                <a16:creationId xmlns:a16="http://schemas.microsoft.com/office/drawing/2014/main" id="{164D048C-A889-4318-9550-4B59459A9097}"/>
              </a:ext>
            </a:extLst>
          </p:cNvPr>
          <p:cNvSpPr>
            <a:spLocks noGrp="1"/>
          </p:cNvSpPr>
          <p:nvPr/>
        </p:nvSpPr>
        <p:spPr>
          <a:xfrm>
            <a:off x="1409169" y="845009"/>
            <a:ext cx="24757" cy="24757"/>
          </a:xfrm>
          <a:prstGeom prst="ellipse">
            <a:avLst/>
          </a:prstGeom>
          <a:solidFill>
            <a:srgbClr val="566AB4">
              <a:alpha val="40000"/>
            </a:srgbClr>
          </a:solidFill>
          <a:ln w="0">
            <a:noFill/>
            <a:prstDash val="solid"/>
          </a:ln>
        </p:spPr>
      </p:sp>
      <p:sp>
        <p:nvSpPr>
          <p:cNvPr id="832" name="LigandSeek2_vs_LigandSeek1_ellipse_6346">
            <a:extLst>
              <a:ext uri="{FF2B5EF4-FFF2-40B4-BE49-F238E27FC236}">
                <a16:creationId xmlns:a16="http://schemas.microsoft.com/office/drawing/2014/main" id="{23B29D85-CA43-4592-A4DB-ED6E70ECB4B2}"/>
              </a:ext>
            </a:extLst>
          </p:cNvPr>
          <p:cNvSpPr>
            <a:spLocks noGrp="1"/>
          </p:cNvSpPr>
          <p:nvPr/>
        </p:nvSpPr>
        <p:spPr>
          <a:xfrm>
            <a:off x="1405952" y="1573940"/>
            <a:ext cx="24757" cy="24757"/>
          </a:xfrm>
          <a:prstGeom prst="ellipse">
            <a:avLst/>
          </a:prstGeom>
          <a:solidFill>
            <a:srgbClr val="566AB4">
              <a:alpha val="40000"/>
            </a:srgbClr>
          </a:solidFill>
          <a:ln w="0">
            <a:noFill/>
            <a:prstDash val="solid"/>
          </a:ln>
        </p:spPr>
      </p:sp>
      <p:sp>
        <p:nvSpPr>
          <p:cNvPr id="833" name="LigandSeek2_vs_LigandSeek1_ellipse_6347">
            <a:extLst>
              <a:ext uri="{FF2B5EF4-FFF2-40B4-BE49-F238E27FC236}">
                <a16:creationId xmlns:a16="http://schemas.microsoft.com/office/drawing/2014/main" id="{276D1017-5142-4063-981D-4B38DD00B1E9}"/>
              </a:ext>
            </a:extLst>
          </p:cNvPr>
          <p:cNvSpPr>
            <a:spLocks noGrp="1"/>
          </p:cNvSpPr>
          <p:nvPr/>
        </p:nvSpPr>
        <p:spPr>
          <a:xfrm>
            <a:off x="1419241" y="1309613"/>
            <a:ext cx="24757" cy="24757"/>
          </a:xfrm>
          <a:prstGeom prst="ellipse">
            <a:avLst/>
          </a:prstGeom>
          <a:solidFill>
            <a:srgbClr val="566AB4">
              <a:alpha val="40000"/>
            </a:srgbClr>
          </a:solidFill>
          <a:ln w="0">
            <a:noFill/>
            <a:prstDash val="solid"/>
          </a:ln>
        </p:spPr>
      </p:sp>
      <p:sp>
        <p:nvSpPr>
          <p:cNvPr id="834" name="LigandSeek2_vs_LigandSeek1_ellipse_6348">
            <a:extLst>
              <a:ext uri="{FF2B5EF4-FFF2-40B4-BE49-F238E27FC236}">
                <a16:creationId xmlns:a16="http://schemas.microsoft.com/office/drawing/2014/main" id="{32D54873-1630-4E06-86A7-B9145BB875AD}"/>
              </a:ext>
            </a:extLst>
          </p:cNvPr>
          <p:cNvSpPr>
            <a:spLocks noGrp="1"/>
          </p:cNvSpPr>
          <p:nvPr/>
        </p:nvSpPr>
        <p:spPr>
          <a:xfrm>
            <a:off x="1413015" y="845009"/>
            <a:ext cx="24757" cy="24757"/>
          </a:xfrm>
          <a:prstGeom prst="ellipse">
            <a:avLst/>
          </a:prstGeom>
          <a:solidFill>
            <a:srgbClr val="566AB4">
              <a:alpha val="40000"/>
            </a:srgbClr>
          </a:solidFill>
          <a:ln w="0">
            <a:noFill/>
            <a:prstDash val="solid"/>
          </a:ln>
        </p:spPr>
      </p:sp>
      <p:sp>
        <p:nvSpPr>
          <p:cNvPr id="835" name="LigandSeek2_vs_LigandSeek1_ellipse_6349">
            <a:extLst>
              <a:ext uri="{FF2B5EF4-FFF2-40B4-BE49-F238E27FC236}">
                <a16:creationId xmlns:a16="http://schemas.microsoft.com/office/drawing/2014/main" id="{99A44E4D-8AED-4E92-8BDE-38B9C81CF4BE}"/>
              </a:ext>
            </a:extLst>
          </p:cNvPr>
          <p:cNvSpPr>
            <a:spLocks noGrp="1"/>
          </p:cNvSpPr>
          <p:nvPr/>
        </p:nvSpPr>
        <p:spPr>
          <a:xfrm>
            <a:off x="1454818" y="1451949"/>
            <a:ext cx="24757" cy="24757"/>
          </a:xfrm>
          <a:prstGeom prst="ellipse">
            <a:avLst/>
          </a:prstGeom>
          <a:solidFill>
            <a:srgbClr val="566AB4">
              <a:alpha val="40000"/>
            </a:srgbClr>
          </a:solidFill>
          <a:ln w="0">
            <a:noFill/>
            <a:prstDash val="solid"/>
          </a:ln>
        </p:spPr>
      </p:sp>
      <p:sp>
        <p:nvSpPr>
          <p:cNvPr id="836" name="LigandSeek2_vs_LigandSeek1_ellipse_6350">
            <a:extLst>
              <a:ext uri="{FF2B5EF4-FFF2-40B4-BE49-F238E27FC236}">
                <a16:creationId xmlns:a16="http://schemas.microsoft.com/office/drawing/2014/main" id="{EEE731A4-F968-432F-8889-AE75DC0A081E}"/>
              </a:ext>
            </a:extLst>
          </p:cNvPr>
          <p:cNvSpPr>
            <a:spLocks noGrp="1"/>
          </p:cNvSpPr>
          <p:nvPr/>
        </p:nvSpPr>
        <p:spPr>
          <a:xfrm>
            <a:off x="1454479" y="897987"/>
            <a:ext cx="24757" cy="24757"/>
          </a:xfrm>
          <a:prstGeom prst="ellipse">
            <a:avLst/>
          </a:prstGeom>
          <a:solidFill>
            <a:srgbClr val="566AB4">
              <a:alpha val="40000"/>
            </a:srgbClr>
          </a:solidFill>
          <a:ln w="0">
            <a:noFill/>
            <a:prstDash val="solid"/>
          </a:ln>
        </p:spPr>
      </p:sp>
      <p:sp>
        <p:nvSpPr>
          <p:cNvPr id="837" name="LigandSeek2_vs_LigandSeek1_ellipse_6351">
            <a:extLst>
              <a:ext uri="{FF2B5EF4-FFF2-40B4-BE49-F238E27FC236}">
                <a16:creationId xmlns:a16="http://schemas.microsoft.com/office/drawing/2014/main" id="{7631E7FD-FE62-4235-9161-BD3A1F2106CF}"/>
              </a:ext>
            </a:extLst>
          </p:cNvPr>
          <p:cNvSpPr>
            <a:spLocks noGrp="1"/>
          </p:cNvSpPr>
          <p:nvPr/>
        </p:nvSpPr>
        <p:spPr>
          <a:xfrm>
            <a:off x="1396114" y="1367688"/>
            <a:ext cx="24757" cy="24757"/>
          </a:xfrm>
          <a:prstGeom prst="ellipse">
            <a:avLst/>
          </a:prstGeom>
          <a:solidFill>
            <a:srgbClr val="566AB4">
              <a:alpha val="40000"/>
            </a:srgbClr>
          </a:solidFill>
          <a:ln w="0">
            <a:noFill/>
            <a:prstDash val="solid"/>
          </a:ln>
        </p:spPr>
      </p:sp>
      <p:sp>
        <p:nvSpPr>
          <p:cNvPr id="838" name="LigandSeek2_vs_LigandSeek1_ellipse_6352">
            <a:extLst>
              <a:ext uri="{FF2B5EF4-FFF2-40B4-BE49-F238E27FC236}">
                <a16:creationId xmlns:a16="http://schemas.microsoft.com/office/drawing/2014/main" id="{1E9328DD-2988-4629-BA39-076CA599E6DA}"/>
              </a:ext>
            </a:extLst>
          </p:cNvPr>
          <p:cNvSpPr>
            <a:spLocks noGrp="1"/>
          </p:cNvSpPr>
          <p:nvPr/>
        </p:nvSpPr>
        <p:spPr>
          <a:xfrm>
            <a:off x="1418617" y="1541915"/>
            <a:ext cx="24757" cy="24757"/>
          </a:xfrm>
          <a:prstGeom prst="ellipse">
            <a:avLst/>
          </a:prstGeom>
          <a:solidFill>
            <a:srgbClr val="566AB4">
              <a:alpha val="40000"/>
            </a:srgbClr>
          </a:solidFill>
          <a:ln w="0">
            <a:noFill/>
            <a:prstDash val="solid"/>
          </a:ln>
        </p:spPr>
      </p:sp>
      <p:sp>
        <p:nvSpPr>
          <p:cNvPr id="839" name="LigandSeek2_vs_LigandSeek1_ellipse_6353">
            <a:extLst>
              <a:ext uri="{FF2B5EF4-FFF2-40B4-BE49-F238E27FC236}">
                <a16:creationId xmlns:a16="http://schemas.microsoft.com/office/drawing/2014/main" id="{1D518DAE-D46F-4D62-9A78-FBDEA93F2A8E}"/>
              </a:ext>
            </a:extLst>
          </p:cNvPr>
          <p:cNvSpPr>
            <a:spLocks noGrp="1"/>
          </p:cNvSpPr>
          <p:nvPr/>
        </p:nvSpPr>
        <p:spPr>
          <a:xfrm>
            <a:off x="1409037" y="845009"/>
            <a:ext cx="24757" cy="24757"/>
          </a:xfrm>
          <a:prstGeom prst="ellipse">
            <a:avLst/>
          </a:prstGeom>
          <a:solidFill>
            <a:srgbClr val="566AB4">
              <a:alpha val="40000"/>
            </a:srgbClr>
          </a:solidFill>
          <a:ln w="0">
            <a:noFill/>
            <a:prstDash val="solid"/>
          </a:ln>
        </p:spPr>
      </p:sp>
      <p:sp>
        <p:nvSpPr>
          <p:cNvPr id="840" name="LigandSeek2_vs_LigandSeek1_ellipse_6354">
            <a:extLst>
              <a:ext uri="{FF2B5EF4-FFF2-40B4-BE49-F238E27FC236}">
                <a16:creationId xmlns:a16="http://schemas.microsoft.com/office/drawing/2014/main" id="{6161073C-2F4F-48A3-80CC-FACEAD3597AE}"/>
              </a:ext>
            </a:extLst>
          </p:cNvPr>
          <p:cNvSpPr>
            <a:spLocks noGrp="1"/>
          </p:cNvSpPr>
          <p:nvPr/>
        </p:nvSpPr>
        <p:spPr>
          <a:xfrm>
            <a:off x="1466273" y="932122"/>
            <a:ext cx="24757" cy="24757"/>
          </a:xfrm>
          <a:prstGeom prst="ellipse">
            <a:avLst/>
          </a:prstGeom>
          <a:solidFill>
            <a:srgbClr val="566AB4">
              <a:alpha val="40000"/>
            </a:srgbClr>
          </a:solidFill>
          <a:ln w="0">
            <a:noFill/>
            <a:prstDash val="solid"/>
          </a:ln>
        </p:spPr>
      </p:sp>
      <p:sp>
        <p:nvSpPr>
          <p:cNvPr id="841" name="LigandSeek2_vs_LigandSeek1_ellipse_6355">
            <a:extLst>
              <a:ext uri="{FF2B5EF4-FFF2-40B4-BE49-F238E27FC236}">
                <a16:creationId xmlns:a16="http://schemas.microsoft.com/office/drawing/2014/main" id="{EB1258C8-8E7E-4734-B6FA-E9D5DF2CE9FF}"/>
              </a:ext>
            </a:extLst>
          </p:cNvPr>
          <p:cNvSpPr>
            <a:spLocks noGrp="1"/>
          </p:cNvSpPr>
          <p:nvPr/>
        </p:nvSpPr>
        <p:spPr>
          <a:xfrm>
            <a:off x="1461857" y="1890368"/>
            <a:ext cx="24757" cy="24757"/>
          </a:xfrm>
          <a:prstGeom prst="ellipse">
            <a:avLst/>
          </a:prstGeom>
          <a:solidFill>
            <a:srgbClr val="566AB4">
              <a:alpha val="40000"/>
            </a:srgbClr>
          </a:solidFill>
          <a:ln w="0">
            <a:noFill/>
            <a:prstDash val="solid"/>
          </a:ln>
        </p:spPr>
      </p:sp>
      <p:sp>
        <p:nvSpPr>
          <p:cNvPr id="842" name="LigandSeek2_vs_LigandSeek1_ellipse_6356">
            <a:extLst>
              <a:ext uri="{FF2B5EF4-FFF2-40B4-BE49-F238E27FC236}">
                <a16:creationId xmlns:a16="http://schemas.microsoft.com/office/drawing/2014/main" id="{ADD7458B-1D7B-41A9-817D-39ED59A619FA}"/>
              </a:ext>
            </a:extLst>
          </p:cNvPr>
          <p:cNvSpPr>
            <a:spLocks noGrp="1"/>
          </p:cNvSpPr>
          <p:nvPr/>
        </p:nvSpPr>
        <p:spPr>
          <a:xfrm>
            <a:off x="1450859" y="1599990"/>
            <a:ext cx="24757" cy="24757"/>
          </a:xfrm>
          <a:prstGeom prst="ellipse">
            <a:avLst/>
          </a:prstGeom>
          <a:solidFill>
            <a:srgbClr val="566AB4">
              <a:alpha val="40000"/>
            </a:srgbClr>
          </a:solidFill>
          <a:ln w="0">
            <a:noFill/>
            <a:prstDash val="solid"/>
          </a:ln>
        </p:spPr>
      </p:sp>
      <p:sp>
        <p:nvSpPr>
          <p:cNvPr id="843" name="LigandSeek2_vs_LigandSeek1_ellipse_6357">
            <a:extLst>
              <a:ext uri="{FF2B5EF4-FFF2-40B4-BE49-F238E27FC236}">
                <a16:creationId xmlns:a16="http://schemas.microsoft.com/office/drawing/2014/main" id="{F7488B47-9B60-4C2F-8A6A-313F3EE2363B}"/>
              </a:ext>
            </a:extLst>
          </p:cNvPr>
          <p:cNvSpPr>
            <a:spLocks noGrp="1"/>
          </p:cNvSpPr>
          <p:nvPr/>
        </p:nvSpPr>
        <p:spPr>
          <a:xfrm>
            <a:off x="1434141" y="1367688"/>
            <a:ext cx="24757" cy="24757"/>
          </a:xfrm>
          <a:prstGeom prst="ellipse">
            <a:avLst/>
          </a:prstGeom>
          <a:solidFill>
            <a:srgbClr val="566AB4">
              <a:alpha val="40000"/>
            </a:srgbClr>
          </a:solidFill>
          <a:ln w="0">
            <a:noFill/>
            <a:prstDash val="solid"/>
          </a:ln>
        </p:spPr>
      </p:sp>
      <p:sp>
        <p:nvSpPr>
          <p:cNvPr id="844" name="LigandSeek2_vs_LigandSeek1_ellipse_6358">
            <a:extLst>
              <a:ext uri="{FF2B5EF4-FFF2-40B4-BE49-F238E27FC236}">
                <a16:creationId xmlns:a16="http://schemas.microsoft.com/office/drawing/2014/main" id="{C0883424-2D0D-47B1-B3B8-E4B2A821722A}"/>
              </a:ext>
            </a:extLst>
          </p:cNvPr>
          <p:cNvSpPr>
            <a:spLocks noGrp="1"/>
          </p:cNvSpPr>
          <p:nvPr/>
        </p:nvSpPr>
        <p:spPr>
          <a:xfrm>
            <a:off x="1408886" y="1367688"/>
            <a:ext cx="24757" cy="24757"/>
          </a:xfrm>
          <a:prstGeom prst="ellipse">
            <a:avLst/>
          </a:prstGeom>
          <a:solidFill>
            <a:srgbClr val="566AB4">
              <a:alpha val="40000"/>
            </a:srgbClr>
          </a:solidFill>
          <a:ln w="0">
            <a:noFill/>
            <a:prstDash val="solid"/>
          </a:ln>
        </p:spPr>
      </p:sp>
      <p:sp>
        <p:nvSpPr>
          <p:cNvPr id="845" name="LigandSeek2_vs_LigandSeek1_ellipse_6359">
            <a:extLst>
              <a:ext uri="{FF2B5EF4-FFF2-40B4-BE49-F238E27FC236}">
                <a16:creationId xmlns:a16="http://schemas.microsoft.com/office/drawing/2014/main" id="{15F6450C-12C5-493A-941F-DC36BD63EE2A}"/>
              </a:ext>
            </a:extLst>
          </p:cNvPr>
          <p:cNvSpPr>
            <a:spLocks noGrp="1"/>
          </p:cNvSpPr>
          <p:nvPr/>
        </p:nvSpPr>
        <p:spPr>
          <a:xfrm>
            <a:off x="1441560" y="1741031"/>
            <a:ext cx="24757" cy="24757"/>
          </a:xfrm>
          <a:prstGeom prst="ellipse">
            <a:avLst/>
          </a:prstGeom>
          <a:solidFill>
            <a:srgbClr val="566AB4">
              <a:alpha val="40000"/>
            </a:srgbClr>
          </a:solidFill>
          <a:ln w="0">
            <a:noFill/>
            <a:prstDash val="solid"/>
          </a:ln>
        </p:spPr>
      </p:sp>
      <p:sp>
        <p:nvSpPr>
          <p:cNvPr id="846" name="LigandSeek2_vs_LigandSeek1_ellipse_6360">
            <a:extLst>
              <a:ext uri="{FF2B5EF4-FFF2-40B4-BE49-F238E27FC236}">
                <a16:creationId xmlns:a16="http://schemas.microsoft.com/office/drawing/2014/main" id="{A0BE2C01-94F5-450D-91EC-33E1A7029804}"/>
              </a:ext>
            </a:extLst>
          </p:cNvPr>
          <p:cNvSpPr>
            <a:spLocks noGrp="1"/>
          </p:cNvSpPr>
          <p:nvPr/>
        </p:nvSpPr>
        <p:spPr>
          <a:xfrm>
            <a:off x="1467935" y="1390101"/>
            <a:ext cx="24757" cy="24757"/>
          </a:xfrm>
          <a:prstGeom prst="ellipse">
            <a:avLst/>
          </a:prstGeom>
          <a:solidFill>
            <a:srgbClr val="566AB4">
              <a:alpha val="40000"/>
            </a:srgbClr>
          </a:solidFill>
          <a:ln w="0">
            <a:noFill/>
            <a:prstDash val="solid"/>
          </a:ln>
        </p:spPr>
      </p:sp>
      <p:sp>
        <p:nvSpPr>
          <p:cNvPr id="847" name="LigandSeek2_vs_LigandSeek1_ellipse_6361">
            <a:extLst>
              <a:ext uri="{FF2B5EF4-FFF2-40B4-BE49-F238E27FC236}">
                <a16:creationId xmlns:a16="http://schemas.microsoft.com/office/drawing/2014/main" id="{B41A5AF1-BE83-4FAE-831F-D70A85022B17}"/>
              </a:ext>
            </a:extLst>
          </p:cNvPr>
          <p:cNvSpPr>
            <a:spLocks noGrp="1"/>
          </p:cNvSpPr>
          <p:nvPr/>
        </p:nvSpPr>
        <p:spPr>
          <a:xfrm>
            <a:off x="1400250" y="1193462"/>
            <a:ext cx="24757" cy="24757"/>
          </a:xfrm>
          <a:prstGeom prst="ellipse">
            <a:avLst/>
          </a:prstGeom>
          <a:solidFill>
            <a:srgbClr val="566AB4">
              <a:alpha val="40000"/>
            </a:srgbClr>
          </a:solidFill>
          <a:ln w="0">
            <a:noFill/>
            <a:prstDash val="solid"/>
          </a:ln>
        </p:spPr>
      </p:sp>
      <p:sp>
        <p:nvSpPr>
          <p:cNvPr id="848" name="LigandSeek2_vs_LigandSeek1_ellipse_6362">
            <a:extLst>
              <a:ext uri="{FF2B5EF4-FFF2-40B4-BE49-F238E27FC236}">
                <a16:creationId xmlns:a16="http://schemas.microsoft.com/office/drawing/2014/main" id="{2AA1BFC9-D2B0-4A54-B9DE-A35E1748B535}"/>
              </a:ext>
            </a:extLst>
          </p:cNvPr>
          <p:cNvSpPr>
            <a:spLocks noGrp="1"/>
          </p:cNvSpPr>
          <p:nvPr/>
        </p:nvSpPr>
        <p:spPr>
          <a:xfrm>
            <a:off x="1466022" y="1193462"/>
            <a:ext cx="24757" cy="24757"/>
          </a:xfrm>
          <a:prstGeom prst="ellipse">
            <a:avLst/>
          </a:prstGeom>
          <a:solidFill>
            <a:srgbClr val="566AB4">
              <a:alpha val="40000"/>
            </a:srgbClr>
          </a:solidFill>
          <a:ln w="0">
            <a:noFill/>
            <a:prstDash val="solid"/>
          </a:ln>
        </p:spPr>
      </p:sp>
      <p:sp>
        <p:nvSpPr>
          <p:cNvPr id="849" name="LigandSeek2_vs_LigandSeek1_ellipse_6363">
            <a:extLst>
              <a:ext uri="{FF2B5EF4-FFF2-40B4-BE49-F238E27FC236}">
                <a16:creationId xmlns:a16="http://schemas.microsoft.com/office/drawing/2014/main" id="{85FB408F-8C0C-4135-B116-D04BEB7D30B4}"/>
              </a:ext>
            </a:extLst>
          </p:cNvPr>
          <p:cNvSpPr>
            <a:spLocks noGrp="1"/>
          </p:cNvSpPr>
          <p:nvPr/>
        </p:nvSpPr>
        <p:spPr>
          <a:xfrm>
            <a:off x="1458515" y="1890368"/>
            <a:ext cx="24757" cy="24757"/>
          </a:xfrm>
          <a:prstGeom prst="ellipse">
            <a:avLst/>
          </a:prstGeom>
          <a:solidFill>
            <a:srgbClr val="566AB4">
              <a:alpha val="40000"/>
            </a:srgbClr>
          </a:solidFill>
          <a:ln w="0">
            <a:noFill/>
            <a:prstDash val="solid"/>
          </a:ln>
        </p:spPr>
      </p:sp>
      <p:sp>
        <p:nvSpPr>
          <p:cNvPr id="850" name="LigandSeek2_vs_LigandSeek1_ellipse_6364">
            <a:extLst>
              <a:ext uri="{FF2B5EF4-FFF2-40B4-BE49-F238E27FC236}">
                <a16:creationId xmlns:a16="http://schemas.microsoft.com/office/drawing/2014/main" id="{183B5746-0429-48EB-805C-91E30CF53081}"/>
              </a:ext>
            </a:extLst>
          </p:cNvPr>
          <p:cNvSpPr>
            <a:spLocks noGrp="1"/>
          </p:cNvSpPr>
          <p:nvPr/>
        </p:nvSpPr>
        <p:spPr>
          <a:xfrm>
            <a:off x="1413727" y="1367688"/>
            <a:ext cx="24757" cy="24757"/>
          </a:xfrm>
          <a:prstGeom prst="ellipse">
            <a:avLst/>
          </a:prstGeom>
          <a:solidFill>
            <a:srgbClr val="566AB4">
              <a:alpha val="40000"/>
            </a:srgbClr>
          </a:solidFill>
          <a:ln w="0">
            <a:noFill/>
            <a:prstDash val="solid"/>
          </a:ln>
        </p:spPr>
      </p:sp>
      <p:sp>
        <p:nvSpPr>
          <p:cNvPr id="851" name="LigandSeek2_vs_LigandSeek1_ellipse_6365">
            <a:extLst>
              <a:ext uri="{FF2B5EF4-FFF2-40B4-BE49-F238E27FC236}">
                <a16:creationId xmlns:a16="http://schemas.microsoft.com/office/drawing/2014/main" id="{F1CF7D68-FAAF-4D13-9C29-96D3DFEFE590}"/>
              </a:ext>
            </a:extLst>
          </p:cNvPr>
          <p:cNvSpPr>
            <a:spLocks noGrp="1"/>
          </p:cNvSpPr>
          <p:nvPr/>
        </p:nvSpPr>
        <p:spPr>
          <a:xfrm>
            <a:off x="1464093" y="1098373"/>
            <a:ext cx="24757" cy="24757"/>
          </a:xfrm>
          <a:prstGeom prst="ellipse">
            <a:avLst/>
          </a:prstGeom>
          <a:solidFill>
            <a:srgbClr val="566AB4">
              <a:alpha val="40000"/>
            </a:srgbClr>
          </a:solidFill>
          <a:ln w="0">
            <a:noFill/>
            <a:prstDash val="solid"/>
          </a:ln>
        </p:spPr>
      </p:sp>
      <p:sp>
        <p:nvSpPr>
          <p:cNvPr id="852" name="LigandSeek2_vs_LigandSeek1_ellipse_6366">
            <a:extLst>
              <a:ext uri="{FF2B5EF4-FFF2-40B4-BE49-F238E27FC236}">
                <a16:creationId xmlns:a16="http://schemas.microsoft.com/office/drawing/2014/main" id="{C898F494-2BE6-4423-8DEF-02423CE64E99}"/>
              </a:ext>
            </a:extLst>
          </p:cNvPr>
          <p:cNvSpPr>
            <a:spLocks noGrp="1"/>
          </p:cNvSpPr>
          <p:nvPr/>
        </p:nvSpPr>
        <p:spPr>
          <a:xfrm>
            <a:off x="1393612" y="1180395"/>
            <a:ext cx="24757" cy="24757"/>
          </a:xfrm>
          <a:prstGeom prst="ellipse">
            <a:avLst/>
          </a:prstGeom>
          <a:solidFill>
            <a:srgbClr val="566AB4">
              <a:alpha val="40000"/>
            </a:srgbClr>
          </a:solidFill>
          <a:ln w="0">
            <a:noFill/>
            <a:prstDash val="solid"/>
          </a:ln>
        </p:spPr>
      </p:sp>
      <p:sp>
        <p:nvSpPr>
          <p:cNvPr id="853" name="LigandSeek2_vs_LigandSeek1_ellipse_6367">
            <a:extLst>
              <a:ext uri="{FF2B5EF4-FFF2-40B4-BE49-F238E27FC236}">
                <a16:creationId xmlns:a16="http://schemas.microsoft.com/office/drawing/2014/main" id="{D5734254-2613-4E47-8993-3CE6DBE42CFD}"/>
              </a:ext>
            </a:extLst>
          </p:cNvPr>
          <p:cNvSpPr>
            <a:spLocks noGrp="1"/>
          </p:cNvSpPr>
          <p:nvPr/>
        </p:nvSpPr>
        <p:spPr>
          <a:xfrm>
            <a:off x="1410717" y="1367688"/>
            <a:ext cx="24757" cy="24757"/>
          </a:xfrm>
          <a:prstGeom prst="ellipse">
            <a:avLst/>
          </a:prstGeom>
          <a:solidFill>
            <a:srgbClr val="566AB4">
              <a:alpha val="40000"/>
            </a:srgbClr>
          </a:solidFill>
          <a:ln w="0">
            <a:noFill/>
            <a:prstDash val="solid"/>
          </a:ln>
        </p:spPr>
      </p:sp>
      <p:sp>
        <p:nvSpPr>
          <p:cNvPr id="854" name="LigandSeek2_vs_LigandSeek1_ellipse_6368">
            <a:extLst>
              <a:ext uri="{FF2B5EF4-FFF2-40B4-BE49-F238E27FC236}">
                <a16:creationId xmlns:a16="http://schemas.microsoft.com/office/drawing/2014/main" id="{0419F500-A4EE-4110-BA16-5ABDF8934FB6}"/>
              </a:ext>
            </a:extLst>
          </p:cNvPr>
          <p:cNvSpPr>
            <a:spLocks noGrp="1"/>
          </p:cNvSpPr>
          <p:nvPr/>
        </p:nvSpPr>
        <p:spPr>
          <a:xfrm>
            <a:off x="1425998" y="1577987"/>
            <a:ext cx="24757" cy="24757"/>
          </a:xfrm>
          <a:prstGeom prst="ellipse">
            <a:avLst/>
          </a:prstGeom>
          <a:solidFill>
            <a:srgbClr val="566AB4">
              <a:alpha val="40000"/>
            </a:srgbClr>
          </a:solidFill>
          <a:ln w="0">
            <a:noFill/>
            <a:prstDash val="solid"/>
          </a:ln>
        </p:spPr>
      </p:sp>
      <p:sp>
        <p:nvSpPr>
          <p:cNvPr id="855" name="LigandSeek2_vs_LigandSeek1_ellipse_6369">
            <a:extLst>
              <a:ext uri="{FF2B5EF4-FFF2-40B4-BE49-F238E27FC236}">
                <a16:creationId xmlns:a16="http://schemas.microsoft.com/office/drawing/2014/main" id="{E55D0575-2852-4636-86C9-8ACE62B549DF}"/>
              </a:ext>
            </a:extLst>
          </p:cNvPr>
          <p:cNvSpPr>
            <a:spLocks noGrp="1"/>
          </p:cNvSpPr>
          <p:nvPr/>
        </p:nvSpPr>
        <p:spPr>
          <a:xfrm>
            <a:off x="1397687" y="1158617"/>
            <a:ext cx="24757" cy="24757"/>
          </a:xfrm>
          <a:prstGeom prst="ellipse">
            <a:avLst/>
          </a:prstGeom>
          <a:solidFill>
            <a:srgbClr val="566AB4">
              <a:alpha val="40000"/>
            </a:srgbClr>
          </a:solidFill>
          <a:ln w="0">
            <a:noFill/>
            <a:prstDash val="solid"/>
          </a:ln>
        </p:spPr>
      </p:sp>
      <p:sp>
        <p:nvSpPr>
          <p:cNvPr id="856" name="LigandSeek2_vs_LigandSeek1_ellipse_6370">
            <a:extLst>
              <a:ext uri="{FF2B5EF4-FFF2-40B4-BE49-F238E27FC236}">
                <a16:creationId xmlns:a16="http://schemas.microsoft.com/office/drawing/2014/main" id="{F1010353-5304-4A65-903E-804C727494E3}"/>
              </a:ext>
            </a:extLst>
          </p:cNvPr>
          <p:cNvSpPr>
            <a:spLocks noGrp="1"/>
          </p:cNvSpPr>
          <p:nvPr/>
        </p:nvSpPr>
        <p:spPr>
          <a:xfrm>
            <a:off x="1478203" y="845009"/>
            <a:ext cx="24757" cy="24757"/>
          </a:xfrm>
          <a:prstGeom prst="ellipse">
            <a:avLst/>
          </a:prstGeom>
          <a:solidFill>
            <a:srgbClr val="566AB4">
              <a:alpha val="40000"/>
            </a:srgbClr>
          </a:solidFill>
          <a:ln w="0">
            <a:noFill/>
            <a:prstDash val="solid"/>
          </a:ln>
        </p:spPr>
      </p:sp>
      <p:sp>
        <p:nvSpPr>
          <p:cNvPr id="857" name="LigandSeek2_vs_LigandSeek1_ellipse_6371">
            <a:extLst>
              <a:ext uri="{FF2B5EF4-FFF2-40B4-BE49-F238E27FC236}">
                <a16:creationId xmlns:a16="http://schemas.microsoft.com/office/drawing/2014/main" id="{3D847A83-A012-417E-9A4E-29CD31D3CE41}"/>
              </a:ext>
            </a:extLst>
          </p:cNvPr>
          <p:cNvSpPr>
            <a:spLocks noGrp="1"/>
          </p:cNvSpPr>
          <p:nvPr/>
        </p:nvSpPr>
        <p:spPr>
          <a:xfrm>
            <a:off x="1469390" y="1106349"/>
            <a:ext cx="24757" cy="24757"/>
          </a:xfrm>
          <a:prstGeom prst="ellipse">
            <a:avLst/>
          </a:prstGeom>
          <a:solidFill>
            <a:srgbClr val="566AB4">
              <a:alpha val="40000"/>
            </a:srgbClr>
          </a:solidFill>
          <a:ln w="0">
            <a:noFill/>
            <a:prstDash val="solid"/>
          </a:ln>
        </p:spPr>
      </p:sp>
      <p:sp>
        <p:nvSpPr>
          <p:cNvPr id="858" name="LigandSeek2_vs_LigandSeek1_ellipse_6372">
            <a:extLst>
              <a:ext uri="{FF2B5EF4-FFF2-40B4-BE49-F238E27FC236}">
                <a16:creationId xmlns:a16="http://schemas.microsoft.com/office/drawing/2014/main" id="{0C3DBCC8-D64A-4A07-A502-D17C4BD49492}"/>
              </a:ext>
            </a:extLst>
          </p:cNvPr>
          <p:cNvSpPr>
            <a:spLocks noGrp="1"/>
          </p:cNvSpPr>
          <p:nvPr/>
        </p:nvSpPr>
        <p:spPr>
          <a:xfrm>
            <a:off x="1441376" y="845009"/>
            <a:ext cx="24757" cy="24757"/>
          </a:xfrm>
          <a:prstGeom prst="ellipse">
            <a:avLst/>
          </a:prstGeom>
          <a:solidFill>
            <a:srgbClr val="566AB4">
              <a:alpha val="40000"/>
            </a:srgbClr>
          </a:solidFill>
          <a:ln w="0">
            <a:noFill/>
            <a:prstDash val="solid"/>
          </a:ln>
        </p:spPr>
      </p:sp>
      <p:sp>
        <p:nvSpPr>
          <p:cNvPr id="859" name="LigandSeek2_vs_LigandSeek1_ellipse_6373">
            <a:extLst>
              <a:ext uri="{FF2B5EF4-FFF2-40B4-BE49-F238E27FC236}">
                <a16:creationId xmlns:a16="http://schemas.microsoft.com/office/drawing/2014/main" id="{0F61E325-F1D5-4A00-A28E-D5E4F19E2AC1}"/>
              </a:ext>
            </a:extLst>
          </p:cNvPr>
          <p:cNvSpPr>
            <a:spLocks noGrp="1"/>
          </p:cNvSpPr>
          <p:nvPr/>
        </p:nvSpPr>
        <p:spPr>
          <a:xfrm>
            <a:off x="1411804" y="1160514"/>
            <a:ext cx="24757" cy="24757"/>
          </a:xfrm>
          <a:prstGeom prst="ellipse">
            <a:avLst/>
          </a:prstGeom>
          <a:solidFill>
            <a:srgbClr val="566AB4">
              <a:alpha val="40000"/>
            </a:srgbClr>
          </a:solidFill>
          <a:ln w="0">
            <a:noFill/>
            <a:prstDash val="solid"/>
          </a:ln>
        </p:spPr>
      </p:sp>
      <p:sp>
        <p:nvSpPr>
          <p:cNvPr id="860" name="LigandSeek2_vs_LigandSeek1_ellipse_6374">
            <a:extLst>
              <a:ext uri="{FF2B5EF4-FFF2-40B4-BE49-F238E27FC236}">
                <a16:creationId xmlns:a16="http://schemas.microsoft.com/office/drawing/2014/main" id="{676328CB-3F93-42FE-8CBD-F6D4BD778EEC}"/>
              </a:ext>
            </a:extLst>
          </p:cNvPr>
          <p:cNvSpPr>
            <a:spLocks noGrp="1"/>
          </p:cNvSpPr>
          <p:nvPr/>
        </p:nvSpPr>
        <p:spPr>
          <a:xfrm>
            <a:off x="1438606" y="1019236"/>
            <a:ext cx="24757" cy="24757"/>
          </a:xfrm>
          <a:prstGeom prst="ellipse">
            <a:avLst/>
          </a:prstGeom>
          <a:solidFill>
            <a:srgbClr val="566AB4">
              <a:alpha val="40000"/>
            </a:srgbClr>
          </a:solidFill>
          <a:ln w="0">
            <a:noFill/>
            <a:prstDash val="solid"/>
          </a:ln>
        </p:spPr>
      </p:sp>
      <p:sp>
        <p:nvSpPr>
          <p:cNvPr id="861" name="LigandSeek2_vs_LigandSeek1_ellipse_6375">
            <a:extLst>
              <a:ext uri="{FF2B5EF4-FFF2-40B4-BE49-F238E27FC236}">
                <a16:creationId xmlns:a16="http://schemas.microsoft.com/office/drawing/2014/main" id="{2CB53C53-0086-40BD-BB83-83985FFFB852}"/>
              </a:ext>
            </a:extLst>
          </p:cNvPr>
          <p:cNvSpPr>
            <a:spLocks noGrp="1"/>
          </p:cNvSpPr>
          <p:nvPr/>
        </p:nvSpPr>
        <p:spPr>
          <a:xfrm>
            <a:off x="1472300" y="1193462"/>
            <a:ext cx="24757" cy="24757"/>
          </a:xfrm>
          <a:prstGeom prst="ellipse">
            <a:avLst/>
          </a:prstGeom>
          <a:solidFill>
            <a:srgbClr val="566AB4">
              <a:alpha val="40000"/>
            </a:srgbClr>
          </a:solidFill>
          <a:ln w="0">
            <a:noFill/>
            <a:prstDash val="solid"/>
          </a:ln>
        </p:spPr>
      </p:sp>
      <p:sp>
        <p:nvSpPr>
          <p:cNvPr id="862" name="LigandSeek2_vs_LigandSeek1_ellipse_6376">
            <a:extLst>
              <a:ext uri="{FF2B5EF4-FFF2-40B4-BE49-F238E27FC236}">
                <a16:creationId xmlns:a16="http://schemas.microsoft.com/office/drawing/2014/main" id="{5B3992E0-6A6D-4E07-83F9-1E6A726F62FD}"/>
              </a:ext>
            </a:extLst>
          </p:cNvPr>
          <p:cNvSpPr>
            <a:spLocks noGrp="1"/>
          </p:cNvSpPr>
          <p:nvPr/>
        </p:nvSpPr>
        <p:spPr>
          <a:xfrm>
            <a:off x="1441675" y="1367688"/>
            <a:ext cx="24757" cy="24757"/>
          </a:xfrm>
          <a:prstGeom prst="ellipse">
            <a:avLst/>
          </a:prstGeom>
          <a:solidFill>
            <a:srgbClr val="566AB4">
              <a:alpha val="40000"/>
            </a:srgbClr>
          </a:solidFill>
          <a:ln w="0">
            <a:noFill/>
            <a:prstDash val="solid"/>
          </a:ln>
        </p:spPr>
      </p:sp>
      <p:sp>
        <p:nvSpPr>
          <p:cNvPr id="863" name="LigandSeek2_vs_LigandSeek1_ellipse_6377">
            <a:extLst>
              <a:ext uri="{FF2B5EF4-FFF2-40B4-BE49-F238E27FC236}">
                <a16:creationId xmlns:a16="http://schemas.microsoft.com/office/drawing/2014/main" id="{FE7A3E0D-0E15-4B72-9B02-A50AD854EC09}"/>
              </a:ext>
            </a:extLst>
          </p:cNvPr>
          <p:cNvSpPr>
            <a:spLocks noGrp="1"/>
          </p:cNvSpPr>
          <p:nvPr/>
        </p:nvSpPr>
        <p:spPr>
          <a:xfrm>
            <a:off x="1435671" y="1477339"/>
            <a:ext cx="24757" cy="24757"/>
          </a:xfrm>
          <a:prstGeom prst="ellipse">
            <a:avLst/>
          </a:prstGeom>
          <a:solidFill>
            <a:srgbClr val="566AB4">
              <a:alpha val="40000"/>
            </a:srgbClr>
          </a:solidFill>
          <a:ln w="0">
            <a:noFill/>
            <a:prstDash val="solid"/>
          </a:ln>
        </p:spPr>
      </p:sp>
      <p:sp>
        <p:nvSpPr>
          <p:cNvPr id="864" name="LigandSeek2_vs_LigandSeek1_ellipse_6378">
            <a:extLst>
              <a:ext uri="{FF2B5EF4-FFF2-40B4-BE49-F238E27FC236}">
                <a16:creationId xmlns:a16="http://schemas.microsoft.com/office/drawing/2014/main" id="{B54705E4-2640-45BC-B4C9-56EA0CB5F836}"/>
              </a:ext>
            </a:extLst>
          </p:cNvPr>
          <p:cNvSpPr>
            <a:spLocks noGrp="1"/>
          </p:cNvSpPr>
          <p:nvPr/>
        </p:nvSpPr>
        <p:spPr>
          <a:xfrm>
            <a:off x="1418252" y="845009"/>
            <a:ext cx="24757" cy="24757"/>
          </a:xfrm>
          <a:prstGeom prst="ellipse">
            <a:avLst/>
          </a:prstGeom>
          <a:solidFill>
            <a:srgbClr val="566AB4">
              <a:alpha val="40000"/>
            </a:srgbClr>
          </a:solidFill>
          <a:ln w="0">
            <a:noFill/>
            <a:prstDash val="solid"/>
          </a:ln>
        </p:spPr>
      </p:sp>
      <p:sp>
        <p:nvSpPr>
          <p:cNvPr id="865" name="LigandSeek2_vs_LigandSeek1_ellipse_6379">
            <a:extLst>
              <a:ext uri="{FF2B5EF4-FFF2-40B4-BE49-F238E27FC236}">
                <a16:creationId xmlns:a16="http://schemas.microsoft.com/office/drawing/2014/main" id="{81A55AB7-3D4F-41E4-BA7D-462FA00C7EA8}"/>
              </a:ext>
            </a:extLst>
          </p:cNvPr>
          <p:cNvSpPr>
            <a:spLocks noGrp="1"/>
          </p:cNvSpPr>
          <p:nvPr/>
        </p:nvSpPr>
        <p:spPr>
          <a:xfrm>
            <a:off x="1447925" y="1890368"/>
            <a:ext cx="24757" cy="24757"/>
          </a:xfrm>
          <a:prstGeom prst="ellipse">
            <a:avLst/>
          </a:prstGeom>
          <a:solidFill>
            <a:srgbClr val="566AB4">
              <a:alpha val="40000"/>
            </a:srgbClr>
          </a:solidFill>
          <a:ln w="0">
            <a:noFill/>
            <a:prstDash val="solid"/>
          </a:ln>
        </p:spPr>
      </p:sp>
      <p:sp>
        <p:nvSpPr>
          <p:cNvPr id="866" name="LigandSeek2_vs_LigandSeek1_ellipse_6380">
            <a:extLst>
              <a:ext uri="{FF2B5EF4-FFF2-40B4-BE49-F238E27FC236}">
                <a16:creationId xmlns:a16="http://schemas.microsoft.com/office/drawing/2014/main" id="{E6B9C2AF-2138-4ACA-BC81-9CDA44F54218}"/>
              </a:ext>
            </a:extLst>
          </p:cNvPr>
          <p:cNvSpPr>
            <a:spLocks noGrp="1"/>
          </p:cNvSpPr>
          <p:nvPr/>
        </p:nvSpPr>
        <p:spPr>
          <a:xfrm>
            <a:off x="1446554" y="1367688"/>
            <a:ext cx="24757" cy="24757"/>
          </a:xfrm>
          <a:prstGeom prst="ellipse">
            <a:avLst/>
          </a:prstGeom>
          <a:solidFill>
            <a:srgbClr val="566AB4">
              <a:alpha val="40000"/>
            </a:srgbClr>
          </a:solidFill>
          <a:ln w="0">
            <a:noFill/>
            <a:prstDash val="solid"/>
          </a:ln>
        </p:spPr>
      </p:sp>
      <p:sp>
        <p:nvSpPr>
          <p:cNvPr id="867" name="LigandSeek2_vs_LigandSeek1_ellipse_6381">
            <a:extLst>
              <a:ext uri="{FF2B5EF4-FFF2-40B4-BE49-F238E27FC236}">
                <a16:creationId xmlns:a16="http://schemas.microsoft.com/office/drawing/2014/main" id="{B307449B-904E-4BD9-85DA-664C80A9FD7D}"/>
              </a:ext>
            </a:extLst>
          </p:cNvPr>
          <p:cNvSpPr>
            <a:spLocks noGrp="1"/>
          </p:cNvSpPr>
          <p:nvPr/>
        </p:nvSpPr>
        <p:spPr>
          <a:xfrm>
            <a:off x="1478187" y="1890368"/>
            <a:ext cx="24757" cy="24757"/>
          </a:xfrm>
          <a:prstGeom prst="ellipse">
            <a:avLst/>
          </a:prstGeom>
          <a:solidFill>
            <a:srgbClr val="566AB4">
              <a:alpha val="40000"/>
            </a:srgbClr>
          </a:solidFill>
          <a:ln w="0">
            <a:noFill/>
            <a:prstDash val="solid"/>
          </a:ln>
        </p:spPr>
      </p:sp>
      <p:sp>
        <p:nvSpPr>
          <p:cNvPr id="868" name="LigandSeek2_vs_LigandSeek1_ellipse_6382">
            <a:extLst>
              <a:ext uri="{FF2B5EF4-FFF2-40B4-BE49-F238E27FC236}">
                <a16:creationId xmlns:a16="http://schemas.microsoft.com/office/drawing/2014/main" id="{AD052FC5-F1B5-4ECA-A73F-27FBBC7ECFA9}"/>
              </a:ext>
            </a:extLst>
          </p:cNvPr>
          <p:cNvSpPr>
            <a:spLocks noGrp="1"/>
          </p:cNvSpPr>
          <p:nvPr/>
        </p:nvSpPr>
        <p:spPr>
          <a:xfrm>
            <a:off x="1443842" y="1308325"/>
            <a:ext cx="24757" cy="24757"/>
          </a:xfrm>
          <a:prstGeom prst="ellipse">
            <a:avLst/>
          </a:prstGeom>
          <a:solidFill>
            <a:srgbClr val="566AB4">
              <a:alpha val="40000"/>
            </a:srgbClr>
          </a:solidFill>
          <a:ln w="0">
            <a:noFill/>
            <a:prstDash val="solid"/>
          </a:ln>
        </p:spPr>
      </p:sp>
      <p:sp>
        <p:nvSpPr>
          <p:cNvPr id="869" name="LigandSeek2_vs_LigandSeek1_ellipse_6383">
            <a:extLst>
              <a:ext uri="{FF2B5EF4-FFF2-40B4-BE49-F238E27FC236}">
                <a16:creationId xmlns:a16="http://schemas.microsoft.com/office/drawing/2014/main" id="{F8FF14E9-9A79-46EA-8405-53F5AE4B79B0}"/>
              </a:ext>
            </a:extLst>
          </p:cNvPr>
          <p:cNvSpPr>
            <a:spLocks noGrp="1"/>
          </p:cNvSpPr>
          <p:nvPr/>
        </p:nvSpPr>
        <p:spPr>
          <a:xfrm>
            <a:off x="1398914" y="898936"/>
            <a:ext cx="24757" cy="24757"/>
          </a:xfrm>
          <a:prstGeom prst="ellipse">
            <a:avLst/>
          </a:prstGeom>
          <a:solidFill>
            <a:srgbClr val="566AB4">
              <a:alpha val="40000"/>
            </a:srgbClr>
          </a:solidFill>
          <a:ln w="0">
            <a:noFill/>
            <a:prstDash val="solid"/>
          </a:ln>
        </p:spPr>
      </p:sp>
      <p:sp>
        <p:nvSpPr>
          <p:cNvPr id="870" name="LigandSeek2_vs_LigandSeek1_ellipse_6384">
            <a:extLst>
              <a:ext uri="{FF2B5EF4-FFF2-40B4-BE49-F238E27FC236}">
                <a16:creationId xmlns:a16="http://schemas.microsoft.com/office/drawing/2014/main" id="{8ED4706C-4FC9-4DA8-B8FE-A76DC66BBDA2}"/>
              </a:ext>
            </a:extLst>
          </p:cNvPr>
          <p:cNvSpPr>
            <a:spLocks noGrp="1"/>
          </p:cNvSpPr>
          <p:nvPr/>
        </p:nvSpPr>
        <p:spPr>
          <a:xfrm>
            <a:off x="1456171" y="1678029"/>
            <a:ext cx="24757" cy="24757"/>
          </a:xfrm>
          <a:prstGeom prst="ellipse">
            <a:avLst/>
          </a:prstGeom>
          <a:solidFill>
            <a:srgbClr val="566AB4">
              <a:alpha val="40000"/>
            </a:srgbClr>
          </a:solidFill>
          <a:ln w="0">
            <a:noFill/>
            <a:prstDash val="solid"/>
          </a:ln>
        </p:spPr>
      </p:sp>
      <p:sp>
        <p:nvSpPr>
          <p:cNvPr id="871" name="LigandSeek2_vs_LigandSeek1_ellipse_6385">
            <a:extLst>
              <a:ext uri="{FF2B5EF4-FFF2-40B4-BE49-F238E27FC236}">
                <a16:creationId xmlns:a16="http://schemas.microsoft.com/office/drawing/2014/main" id="{C216778C-EEA0-4AA9-A874-5B87F83D37D8}"/>
              </a:ext>
            </a:extLst>
          </p:cNvPr>
          <p:cNvSpPr>
            <a:spLocks noGrp="1"/>
          </p:cNvSpPr>
          <p:nvPr/>
        </p:nvSpPr>
        <p:spPr>
          <a:xfrm>
            <a:off x="1454234" y="845009"/>
            <a:ext cx="24757" cy="24757"/>
          </a:xfrm>
          <a:prstGeom prst="ellipse">
            <a:avLst/>
          </a:prstGeom>
          <a:solidFill>
            <a:srgbClr val="566AB4">
              <a:alpha val="40000"/>
            </a:srgbClr>
          </a:solidFill>
          <a:ln w="0">
            <a:noFill/>
            <a:prstDash val="solid"/>
          </a:ln>
        </p:spPr>
      </p:sp>
      <p:sp>
        <p:nvSpPr>
          <p:cNvPr id="872" name="LigandSeek2_vs_LigandSeek1_ellipse_6386">
            <a:extLst>
              <a:ext uri="{FF2B5EF4-FFF2-40B4-BE49-F238E27FC236}">
                <a16:creationId xmlns:a16="http://schemas.microsoft.com/office/drawing/2014/main" id="{3BC67B06-1962-4CAE-9490-569E1A16DC48}"/>
              </a:ext>
            </a:extLst>
          </p:cNvPr>
          <p:cNvSpPr>
            <a:spLocks noGrp="1"/>
          </p:cNvSpPr>
          <p:nvPr/>
        </p:nvSpPr>
        <p:spPr>
          <a:xfrm>
            <a:off x="1446042" y="845009"/>
            <a:ext cx="24757" cy="24757"/>
          </a:xfrm>
          <a:prstGeom prst="ellipse">
            <a:avLst/>
          </a:prstGeom>
          <a:solidFill>
            <a:srgbClr val="566AB4">
              <a:alpha val="40000"/>
            </a:srgbClr>
          </a:solidFill>
          <a:ln w="0">
            <a:noFill/>
            <a:prstDash val="solid"/>
          </a:ln>
        </p:spPr>
      </p:sp>
      <p:sp>
        <p:nvSpPr>
          <p:cNvPr id="873" name="LigandSeek2_vs_LigandSeek1_ellipse_6387">
            <a:extLst>
              <a:ext uri="{FF2B5EF4-FFF2-40B4-BE49-F238E27FC236}">
                <a16:creationId xmlns:a16="http://schemas.microsoft.com/office/drawing/2014/main" id="{DDB9BB66-67B9-4C2E-8A0F-56C437C5F6CB}"/>
              </a:ext>
            </a:extLst>
          </p:cNvPr>
          <p:cNvSpPr>
            <a:spLocks noGrp="1"/>
          </p:cNvSpPr>
          <p:nvPr/>
        </p:nvSpPr>
        <p:spPr>
          <a:xfrm>
            <a:off x="1396838" y="1417053"/>
            <a:ext cx="24757" cy="24757"/>
          </a:xfrm>
          <a:prstGeom prst="ellipse">
            <a:avLst/>
          </a:prstGeom>
          <a:solidFill>
            <a:srgbClr val="566AB4">
              <a:alpha val="40000"/>
            </a:srgbClr>
          </a:solidFill>
          <a:ln w="0">
            <a:noFill/>
            <a:prstDash val="solid"/>
          </a:ln>
        </p:spPr>
      </p:sp>
      <p:sp>
        <p:nvSpPr>
          <p:cNvPr id="874" name="LigandSeek2_vs_LigandSeek1_ellipse_6388">
            <a:extLst>
              <a:ext uri="{FF2B5EF4-FFF2-40B4-BE49-F238E27FC236}">
                <a16:creationId xmlns:a16="http://schemas.microsoft.com/office/drawing/2014/main" id="{DEA7A778-97D5-4477-84F1-F6910CB3802B}"/>
              </a:ext>
            </a:extLst>
          </p:cNvPr>
          <p:cNvSpPr>
            <a:spLocks noGrp="1"/>
          </p:cNvSpPr>
          <p:nvPr/>
        </p:nvSpPr>
        <p:spPr>
          <a:xfrm>
            <a:off x="1461536" y="1890368"/>
            <a:ext cx="24757" cy="24757"/>
          </a:xfrm>
          <a:prstGeom prst="ellipse">
            <a:avLst/>
          </a:prstGeom>
          <a:solidFill>
            <a:srgbClr val="566AB4">
              <a:alpha val="40000"/>
            </a:srgbClr>
          </a:solidFill>
          <a:ln w="0">
            <a:noFill/>
            <a:prstDash val="solid"/>
          </a:ln>
        </p:spPr>
      </p:sp>
      <p:sp>
        <p:nvSpPr>
          <p:cNvPr id="875" name="LigandSeek2_vs_LigandSeek1_ellipse_6389">
            <a:extLst>
              <a:ext uri="{FF2B5EF4-FFF2-40B4-BE49-F238E27FC236}">
                <a16:creationId xmlns:a16="http://schemas.microsoft.com/office/drawing/2014/main" id="{F6065E23-4688-4221-B708-D4DE038CBD60}"/>
              </a:ext>
            </a:extLst>
          </p:cNvPr>
          <p:cNvSpPr>
            <a:spLocks noGrp="1"/>
          </p:cNvSpPr>
          <p:nvPr/>
        </p:nvSpPr>
        <p:spPr>
          <a:xfrm>
            <a:off x="1426861" y="845009"/>
            <a:ext cx="24757" cy="24757"/>
          </a:xfrm>
          <a:prstGeom prst="ellipse">
            <a:avLst/>
          </a:prstGeom>
          <a:solidFill>
            <a:srgbClr val="566AB4">
              <a:alpha val="40000"/>
            </a:srgbClr>
          </a:solidFill>
          <a:ln w="0">
            <a:noFill/>
            <a:prstDash val="solid"/>
          </a:ln>
        </p:spPr>
      </p:sp>
      <p:sp>
        <p:nvSpPr>
          <p:cNvPr id="876" name="LigandSeek2_vs_LigandSeek1_ellipse_6390">
            <a:extLst>
              <a:ext uri="{FF2B5EF4-FFF2-40B4-BE49-F238E27FC236}">
                <a16:creationId xmlns:a16="http://schemas.microsoft.com/office/drawing/2014/main" id="{D42E5816-5495-4834-9021-C455DC0541C0}"/>
              </a:ext>
            </a:extLst>
          </p:cNvPr>
          <p:cNvSpPr>
            <a:spLocks noGrp="1"/>
          </p:cNvSpPr>
          <p:nvPr/>
        </p:nvSpPr>
        <p:spPr>
          <a:xfrm>
            <a:off x="1414113" y="1367688"/>
            <a:ext cx="24757" cy="24757"/>
          </a:xfrm>
          <a:prstGeom prst="ellipse">
            <a:avLst/>
          </a:prstGeom>
          <a:solidFill>
            <a:srgbClr val="566AB4">
              <a:alpha val="40000"/>
            </a:srgbClr>
          </a:solidFill>
          <a:ln w="0">
            <a:noFill/>
            <a:prstDash val="solid"/>
          </a:ln>
        </p:spPr>
      </p:sp>
      <p:sp>
        <p:nvSpPr>
          <p:cNvPr id="877" name="LigandSeek2_vs_LigandSeek1_ellipse_6391">
            <a:extLst>
              <a:ext uri="{FF2B5EF4-FFF2-40B4-BE49-F238E27FC236}">
                <a16:creationId xmlns:a16="http://schemas.microsoft.com/office/drawing/2014/main" id="{E105EFF8-C00C-42D5-ACAF-B69CB8653030}"/>
              </a:ext>
            </a:extLst>
          </p:cNvPr>
          <p:cNvSpPr>
            <a:spLocks noGrp="1"/>
          </p:cNvSpPr>
          <p:nvPr/>
        </p:nvSpPr>
        <p:spPr>
          <a:xfrm>
            <a:off x="1437596" y="1884145"/>
            <a:ext cx="24757" cy="24757"/>
          </a:xfrm>
          <a:prstGeom prst="ellipse">
            <a:avLst/>
          </a:prstGeom>
          <a:solidFill>
            <a:srgbClr val="566AB4">
              <a:alpha val="40000"/>
            </a:srgbClr>
          </a:solidFill>
          <a:ln w="0">
            <a:noFill/>
            <a:prstDash val="solid"/>
          </a:ln>
        </p:spPr>
      </p:sp>
      <p:sp>
        <p:nvSpPr>
          <p:cNvPr id="878" name="LigandSeek2_vs_LigandSeek1_ellipse_6392">
            <a:extLst>
              <a:ext uri="{FF2B5EF4-FFF2-40B4-BE49-F238E27FC236}">
                <a16:creationId xmlns:a16="http://schemas.microsoft.com/office/drawing/2014/main" id="{F5669E65-1030-4EC8-8AE5-5A971236A0A9}"/>
              </a:ext>
            </a:extLst>
          </p:cNvPr>
          <p:cNvSpPr>
            <a:spLocks noGrp="1"/>
          </p:cNvSpPr>
          <p:nvPr/>
        </p:nvSpPr>
        <p:spPr>
          <a:xfrm>
            <a:off x="1450710" y="1716141"/>
            <a:ext cx="24757" cy="24757"/>
          </a:xfrm>
          <a:prstGeom prst="ellipse">
            <a:avLst/>
          </a:prstGeom>
          <a:solidFill>
            <a:srgbClr val="566AB4">
              <a:alpha val="40000"/>
            </a:srgbClr>
          </a:solidFill>
          <a:ln w="0">
            <a:noFill/>
            <a:prstDash val="solid"/>
          </a:ln>
        </p:spPr>
      </p:sp>
      <p:sp>
        <p:nvSpPr>
          <p:cNvPr id="879" name="LigandSeek2_vs_LigandSeek1_ellipse_6393">
            <a:extLst>
              <a:ext uri="{FF2B5EF4-FFF2-40B4-BE49-F238E27FC236}">
                <a16:creationId xmlns:a16="http://schemas.microsoft.com/office/drawing/2014/main" id="{37546879-184C-4F4B-84E7-7C87340310E0}"/>
              </a:ext>
            </a:extLst>
          </p:cNvPr>
          <p:cNvSpPr>
            <a:spLocks noGrp="1"/>
          </p:cNvSpPr>
          <p:nvPr/>
        </p:nvSpPr>
        <p:spPr>
          <a:xfrm>
            <a:off x="1393571" y="845009"/>
            <a:ext cx="24757" cy="24757"/>
          </a:xfrm>
          <a:prstGeom prst="ellipse">
            <a:avLst/>
          </a:prstGeom>
          <a:solidFill>
            <a:srgbClr val="566AB4">
              <a:alpha val="40000"/>
            </a:srgbClr>
          </a:solidFill>
          <a:ln w="0">
            <a:noFill/>
            <a:prstDash val="solid"/>
          </a:ln>
        </p:spPr>
      </p:sp>
      <p:sp>
        <p:nvSpPr>
          <p:cNvPr id="880" name="LigandSeek2_vs_LigandSeek1_ellipse_6394">
            <a:extLst>
              <a:ext uri="{FF2B5EF4-FFF2-40B4-BE49-F238E27FC236}">
                <a16:creationId xmlns:a16="http://schemas.microsoft.com/office/drawing/2014/main" id="{DFDFB753-3E6A-45FF-9814-217336D808B2}"/>
              </a:ext>
            </a:extLst>
          </p:cNvPr>
          <p:cNvSpPr>
            <a:spLocks noGrp="1"/>
          </p:cNvSpPr>
          <p:nvPr/>
        </p:nvSpPr>
        <p:spPr>
          <a:xfrm>
            <a:off x="1464537" y="1367688"/>
            <a:ext cx="24757" cy="24757"/>
          </a:xfrm>
          <a:prstGeom prst="ellipse">
            <a:avLst/>
          </a:prstGeom>
          <a:solidFill>
            <a:srgbClr val="566AB4">
              <a:alpha val="40000"/>
            </a:srgbClr>
          </a:solidFill>
          <a:ln w="0">
            <a:noFill/>
            <a:prstDash val="solid"/>
          </a:ln>
        </p:spPr>
      </p:sp>
      <p:sp>
        <p:nvSpPr>
          <p:cNvPr id="881" name="LigandSeek2_vs_LigandSeek1_ellipse_6395">
            <a:extLst>
              <a:ext uri="{FF2B5EF4-FFF2-40B4-BE49-F238E27FC236}">
                <a16:creationId xmlns:a16="http://schemas.microsoft.com/office/drawing/2014/main" id="{C7C359AC-B8F0-4A8F-95A2-3477F32305E4}"/>
              </a:ext>
            </a:extLst>
          </p:cNvPr>
          <p:cNvSpPr>
            <a:spLocks noGrp="1"/>
          </p:cNvSpPr>
          <p:nvPr/>
        </p:nvSpPr>
        <p:spPr>
          <a:xfrm>
            <a:off x="1430132" y="1456055"/>
            <a:ext cx="24757" cy="24757"/>
          </a:xfrm>
          <a:prstGeom prst="ellipse">
            <a:avLst/>
          </a:prstGeom>
          <a:solidFill>
            <a:srgbClr val="566AB4">
              <a:alpha val="40000"/>
            </a:srgbClr>
          </a:solidFill>
          <a:ln w="0">
            <a:noFill/>
            <a:prstDash val="solid"/>
          </a:ln>
        </p:spPr>
      </p:sp>
      <p:sp>
        <p:nvSpPr>
          <p:cNvPr id="882" name="LigandSeek2_vs_LigandSeek1_ellipse_6396">
            <a:extLst>
              <a:ext uri="{FF2B5EF4-FFF2-40B4-BE49-F238E27FC236}">
                <a16:creationId xmlns:a16="http://schemas.microsoft.com/office/drawing/2014/main" id="{10FC56FA-2DA5-47D0-84F6-85FF91D09BBC}"/>
              </a:ext>
            </a:extLst>
          </p:cNvPr>
          <p:cNvSpPr>
            <a:spLocks noGrp="1"/>
          </p:cNvSpPr>
          <p:nvPr/>
        </p:nvSpPr>
        <p:spPr>
          <a:xfrm>
            <a:off x="1468529" y="845009"/>
            <a:ext cx="24757" cy="24757"/>
          </a:xfrm>
          <a:prstGeom prst="ellipse">
            <a:avLst/>
          </a:prstGeom>
          <a:solidFill>
            <a:srgbClr val="566AB4">
              <a:alpha val="40000"/>
            </a:srgbClr>
          </a:solidFill>
          <a:ln w="0">
            <a:noFill/>
            <a:prstDash val="solid"/>
          </a:ln>
        </p:spPr>
      </p:sp>
      <p:sp>
        <p:nvSpPr>
          <p:cNvPr id="883" name="LigandSeek2_vs_LigandSeek1_ellipse_6397">
            <a:extLst>
              <a:ext uri="{FF2B5EF4-FFF2-40B4-BE49-F238E27FC236}">
                <a16:creationId xmlns:a16="http://schemas.microsoft.com/office/drawing/2014/main" id="{007F08C6-A2FB-43CD-8B01-12D22BEB235B}"/>
              </a:ext>
            </a:extLst>
          </p:cNvPr>
          <p:cNvSpPr>
            <a:spLocks noGrp="1"/>
          </p:cNvSpPr>
          <p:nvPr/>
        </p:nvSpPr>
        <p:spPr>
          <a:xfrm>
            <a:off x="1394551" y="1417053"/>
            <a:ext cx="24757" cy="24757"/>
          </a:xfrm>
          <a:prstGeom prst="ellipse">
            <a:avLst/>
          </a:prstGeom>
          <a:solidFill>
            <a:srgbClr val="566AB4">
              <a:alpha val="40000"/>
            </a:srgbClr>
          </a:solidFill>
          <a:ln w="0">
            <a:noFill/>
            <a:prstDash val="solid"/>
          </a:ln>
        </p:spPr>
      </p:sp>
      <p:sp>
        <p:nvSpPr>
          <p:cNvPr id="884" name="LigandSeek2_vs_LigandSeek1_ellipse_6398">
            <a:extLst>
              <a:ext uri="{FF2B5EF4-FFF2-40B4-BE49-F238E27FC236}">
                <a16:creationId xmlns:a16="http://schemas.microsoft.com/office/drawing/2014/main" id="{71B91FF9-CD76-42FB-A983-80FF9011B06D}"/>
              </a:ext>
            </a:extLst>
          </p:cNvPr>
          <p:cNvSpPr>
            <a:spLocks noGrp="1"/>
          </p:cNvSpPr>
          <p:nvPr/>
        </p:nvSpPr>
        <p:spPr>
          <a:xfrm>
            <a:off x="1431858" y="1193462"/>
            <a:ext cx="24757" cy="24757"/>
          </a:xfrm>
          <a:prstGeom prst="ellipse">
            <a:avLst/>
          </a:prstGeom>
          <a:solidFill>
            <a:srgbClr val="566AB4">
              <a:alpha val="40000"/>
            </a:srgbClr>
          </a:solidFill>
          <a:ln w="0">
            <a:noFill/>
            <a:prstDash val="solid"/>
          </a:ln>
        </p:spPr>
      </p:sp>
      <p:sp>
        <p:nvSpPr>
          <p:cNvPr id="885" name="LigandSeek2_vs_LigandSeek1_ellipse_6399">
            <a:extLst>
              <a:ext uri="{FF2B5EF4-FFF2-40B4-BE49-F238E27FC236}">
                <a16:creationId xmlns:a16="http://schemas.microsoft.com/office/drawing/2014/main" id="{6047A8D8-433F-4696-AFB0-DA37DA5948E7}"/>
              </a:ext>
            </a:extLst>
          </p:cNvPr>
          <p:cNvSpPr>
            <a:spLocks noGrp="1"/>
          </p:cNvSpPr>
          <p:nvPr/>
        </p:nvSpPr>
        <p:spPr>
          <a:xfrm>
            <a:off x="1436353" y="1890368"/>
            <a:ext cx="24757" cy="24757"/>
          </a:xfrm>
          <a:prstGeom prst="ellipse">
            <a:avLst/>
          </a:prstGeom>
          <a:solidFill>
            <a:srgbClr val="566AB4">
              <a:alpha val="40000"/>
            </a:srgbClr>
          </a:solidFill>
          <a:ln w="0">
            <a:noFill/>
            <a:prstDash val="solid"/>
          </a:ln>
        </p:spPr>
      </p:sp>
      <p:sp>
        <p:nvSpPr>
          <p:cNvPr id="886" name="LigandSeek2_vs_LigandSeek1_ellipse_6400">
            <a:extLst>
              <a:ext uri="{FF2B5EF4-FFF2-40B4-BE49-F238E27FC236}">
                <a16:creationId xmlns:a16="http://schemas.microsoft.com/office/drawing/2014/main" id="{0A62C82E-37AB-47E4-A186-1C2BB8B6B458}"/>
              </a:ext>
            </a:extLst>
          </p:cNvPr>
          <p:cNvSpPr>
            <a:spLocks noGrp="1"/>
          </p:cNvSpPr>
          <p:nvPr/>
        </p:nvSpPr>
        <p:spPr>
          <a:xfrm>
            <a:off x="1460603" y="1454802"/>
            <a:ext cx="24757" cy="24757"/>
          </a:xfrm>
          <a:prstGeom prst="ellipse">
            <a:avLst/>
          </a:prstGeom>
          <a:solidFill>
            <a:srgbClr val="566AB4">
              <a:alpha val="40000"/>
            </a:srgbClr>
          </a:solidFill>
          <a:ln w="0">
            <a:noFill/>
            <a:prstDash val="solid"/>
          </a:ln>
        </p:spPr>
      </p:sp>
      <p:sp>
        <p:nvSpPr>
          <p:cNvPr id="887" name="LigandSeek2_vs_LigandSeek1_ellipse_6401">
            <a:extLst>
              <a:ext uri="{FF2B5EF4-FFF2-40B4-BE49-F238E27FC236}">
                <a16:creationId xmlns:a16="http://schemas.microsoft.com/office/drawing/2014/main" id="{0699B99F-C22A-467F-BED2-4799FA900B38}"/>
              </a:ext>
            </a:extLst>
          </p:cNvPr>
          <p:cNvSpPr>
            <a:spLocks noGrp="1"/>
          </p:cNvSpPr>
          <p:nvPr/>
        </p:nvSpPr>
        <p:spPr>
          <a:xfrm>
            <a:off x="1443730" y="1193462"/>
            <a:ext cx="24757" cy="24757"/>
          </a:xfrm>
          <a:prstGeom prst="ellipse">
            <a:avLst/>
          </a:prstGeom>
          <a:solidFill>
            <a:srgbClr val="566AB4">
              <a:alpha val="40000"/>
            </a:srgbClr>
          </a:solidFill>
          <a:ln w="0">
            <a:noFill/>
            <a:prstDash val="solid"/>
          </a:ln>
        </p:spPr>
      </p:sp>
      <p:sp>
        <p:nvSpPr>
          <p:cNvPr id="888" name="LigandSeek2_vs_LigandSeek1_ellipse_6402">
            <a:extLst>
              <a:ext uri="{FF2B5EF4-FFF2-40B4-BE49-F238E27FC236}">
                <a16:creationId xmlns:a16="http://schemas.microsoft.com/office/drawing/2014/main" id="{0D6E6287-3C46-4237-A489-874849E858B6}"/>
              </a:ext>
            </a:extLst>
          </p:cNvPr>
          <p:cNvSpPr>
            <a:spLocks noGrp="1"/>
          </p:cNvSpPr>
          <p:nvPr/>
        </p:nvSpPr>
        <p:spPr>
          <a:xfrm>
            <a:off x="1448137" y="1890368"/>
            <a:ext cx="24757" cy="24757"/>
          </a:xfrm>
          <a:prstGeom prst="ellipse">
            <a:avLst/>
          </a:prstGeom>
          <a:solidFill>
            <a:srgbClr val="566AB4">
              <a:alpha val="40000"/>
            </a:srgbClr>
          </a:solidFill>
          <a:ln w="0">
            <a:noFill/>
            <a:prstDash val="solid"/>
          </a:ln>
        </p:spPr>
      </p:sp>
      <p:sp>
        <p:nvSpPr>
          <p:cNvPr id="889" name="LigandSeek2_vs_LigandSeek1_ellipse_6403">
            <a:extLst>
              <a:ext uri="{FF2B5EF4-FFF2-40B4-BE49-F238E27FC236}">
                <a16:creationId xmlns:a16="http://schemas.microsoft.com/office/drawing/2014/main" id="{01CBC25C-6798-4B2B-9AC3-29817EEA511B}"/>
              </a:ext>
            </a:extLst>
          </p:cNvPr>
          <p:cNvSpPr>
            <a:spLocks noGrp="1"/>
          </p:cNvSpPr>
          <p:nvPr/>
        </p:nvSpPr>
        <p:spPr>
          <a:xfrm>
            <a:off x="1393744" y="1560766"/>
            <a:ext cx="24757" cy="24757"/>
          </a:xfrm>
          <a:prstGeom prst="ellipse">
            <a:avLst/>
          </a:prstGeom>
          <a:solidFill>
            <a:srgbClr val="566AB4">
              <a:alpha val="40000"/>
            </a:srgbClr>
          </a:solidFill>
          <a:ln w="0">
            <a:noFill/>
            <a:prstDash val="solid"/>
          </a:ln>
        </p:spPr>
      </p:sp>
      <p:sp>
        <p:nvSpPr>
          <p:cNvPr id="890" name="LigandSeek2_vs_LigandSeek1_ellipse_6404">
            <a:extLst>
              <a:ext uri="{FF2B5EF4-FFF2-40B4-BE49-F238E27FC236}">
                <a16:creationId xmlns:a16="http://schemas.microsoft.com/office/drawing/2014/main" id="{5AFE5E92-54F4-4903-8466-876F3207D9EC}"/>
              </a:ext>
            </a:extLst>
          </p:cNvPr>
          <p:cNvSpPr>
            <a:spLocks noGrp="1"/>
          </p:cNvSpPr>
          <p:nvPr/>
        </p:nvSpPr>
        <p:spPr>
          <a:xfrm>
            <a:off x="1405222" y="1890368"/>
            <a:ext cx="24757" cy="24757"/>
          </a:xfrm>
          <a:prstGeom prst="ellipse">
            <a:avLst/>
          </a:prstGeom>
          <a:solidFill>
            <a:srgbClr val="566AB4">
              <a:alpha val="40000"/>
            </a:srgbClr>
          </a:solidFill>
          <a:ln w="0">
            <a:noFill/>
            <a:prstDash val="solid"/>
          </a:ln>
        </p:spPr>
      </p:sp>
      <p:sp>
        <p:nvSpPr>
          <p:cNvPr id="891" name="LigandSeek2_vs_LigandSeek1_ellipse_6405">
            <a:extLst>
              <a:ext uri="{FF2B5EF4-FFF2-40B4-BE49-F238E27FC236}">
                <a16:creationId xmlns:a16="http://schemas.microsoft.com/office/drawing/2014/main" id="{2DDD882E-E6AC-4F85-9A32-5AA779D2820F}"/>
              </a:ext>
            </a:extLst>
          </p:cNvPr>
          <p:cNvSpPr>
            <a:spLocks noGrp="1"/>
          </p:cNvSpPr>
          <p:nvPr/>
        </p:nvSpPr>
        <p:spPr>
          <a:xfrm>
            <a:off x="1425932" y="1565277"/>
            <a:ext cx="24757" cy="24757"/>
          </a:xfrm>
          <a:prstGeom prst="ellipse">
            <a:avLst/>
          </a:prstGeom>
          <a:solidFill>
            <a:srgbClr val="566AB4">
              <a:alpha val="40000"/>
            </a:srgbClr>
          </a:solidFill>
          <a:ln w="0">
            <a:noFill/>
            <a:prstDash val="solid"/>
          </a:ln>
        </p:spPr>
      </p:sp>
      <p:sp>
        <p:nvSpPr>
          <p:cNvPr id="892" name="LigandSeek2_vs_LigandSeek1_ellipse_6406">
            <a:extLst>
              <a:ext uri="{FF2B5EF4-FFF2-40B4-BE49-F238E27FC236}">
                <a16:creationId xmlns:a16="http://schemas.microsoft.com/office/drawing/2014/main" id="{51651E79-CC44-4951-945D-8F98B445C0B3}"/>
              </a:ext>
            </a:extLst>
          </p:cNvPr>
          <p:cNvSpPr>
            <a:spLocks noGrp="1"/>
          </p:cNvSpPr>
          <p:nvPr/>
        </p:nvSpPr>
        <p:spPr>
          <a:xfrm>
            <a:off x="1452004" y="1817193"/>
            <a:ext cx="24757" cy="24757"/>
          </a:xfrm>
          <a:prstGeom prst="ellipse">
            <a:avLst/>
          </a:prstGeom>
          <a:solidFill>
            <a:srgbClr val="566AB4">
              <a:alpha val="40000"/>
            </a:srgbClr>
          </a:solidFill>
          <a:ln w="0">
            <a:noFill/>
            <a:prstDash val="solid"/>
          </a:ln>
        </p:spPr>
      </p:sp>
      <p:sp>
        <p:nvSpPr>
          <p:cNvPr id="893" name="LigandSeek2_vs_LigandSeek1_ellipse_6407">
            <a:extLst>
              <a:ext uri="{FF2B5EF4-FFF2-40B4-BE49-F238E27FC236}">
                <a16:creationId xmlns:a16="http://schemas.microsoft.com/office/drawing/2014/main" id="{10BB1585-4FD8-4F7C-9B42-43F2A9C45726}"/>
              </a:ext>
            </a:extLst>
          </p:cNvPr>
          <p:cNvSpPr>
            <a:spLocks noGrp="1"/>
          </p:cNvSpPr>
          <p:nvPr/>
        </p:nvSpPr>
        <p:spPr>
          <a:xfrm>
            <a:off x="1443320" y="1198726"/>
            <a:ext cx="24757" cy="24757"/>
          </a:xfrm>
          <a:prstGeom prst="ellipse">
            <a:avLst/>
          </a:prstGeom>
          <a:solidFill>
            <a:srgbClr val="566AB4">
              <a:alpha val="40000"/>
            </a:srgbClr>
          </a:solidFill>
          <a:ln w="0">
            <a:noFill/>
            <a:prstDash val="solid"/>
          </a:ln>
        </p:spPr>
      </p:sp>
      <p:sp>
        <p:nvSpPr>
          <p:cNvPr id="894" name="LigandSeek2_vs_LigandSeek1_ellipse_6408">
            <a:extLst>
              <a:ext uri="{FF2B5EF4-FFF2-40B4-BE49-F238E27FC236}">
                <a16:creationId xmlns:a16="http://schemas.microsoft.com/office/drawing/2014/main" id="{C5F4B9A1-8D3A-439B-B1D7-49B34B390356}"/>
              </a:ext>
            </a:extLst>
          </p:cNvPr>
          <p:cNvSpPr>
            <a:spLocks noGrp="1"/>
          </p:cNvSpPr>
          <p:nvPr/>
        </p:nvSpPr>
        <p:spPr>
          <a:xfrm>
            <a:off x="1432428" y="1890368"/>
            <a:ext cx="24757" cy="24757"/>
          </a:xfrm>
          <a:prstGeom prst="ellipse">
            <a:avLst/>
          </a:prstGeom>
          <a:solidFill>
            <a:srgbClr val="566AB4">
              <a:alpha val="40000"/>
            </a:srgbClr>
          </a:solidFill>
          <a:ln w="0">
            <a:noFill/>
            <a:prstDash val="solid"/>
          </a:ln>
        </p:spPr>
      </p:sp>
      <p:sp>
        <p:nvSpPr>
          <p:cNvPr id="895" name="LigandSeek2_vs_LigandSeek1_ellipse_6409">
            <a:extLst>
              <a:ext uri="{FF2B5EF4-FFF2-40B4-BE49-F238E27FC236}">
                <a16:creationId xmlns:a16="http://schemas.microsoft.com/office/drawing/2014/main" id="{5D2B6CFF-B097-410D-A5F8-5528DAADBC9E}"/>
              </a:ext>
            </a:extLst>
          </p:cNvPr>
          <p:cNvSpPr>
            <a:spLocks noGrp="1"/>
          </p:cNvSpPr>
          <p:nvPr/>
        </p:nvSpPr>
        <p:spPr>
          <a:xfrm>
            <a:off x="1401197" y="845009"/>
            <a:ext cx="24757" cy="24757"/>
          </a:xfrm>
          <a:prstGeom prst="ellipse">
            <a:avLst/>
          </a:prstGeom>
          <a:solidFill>
            <a:srgbClr val="566AB4">
              <a:alpha val="40000"/>
            </a:srgbClr>
          </a:solidFill>
          <a:ln w="0">
            <a:noFill/>
            <a:prstDash val="solid"/>
          </a:ln>
        </p:spPr>
      </p:sp>
      <p:sp>
        <p:nvSpPr>
          <p:cNvPr id="896" name="LigandSeek2_vs_LigandSeek1_ellipse_6410">
            <a:extLst>
              <a:ext uri="{FF2B5EF4-FFF2-40B4-BE49-F238E27FC236}">
                <a16:creationId xmlns:a16="http://schemas.microsoft.com/office/drawing/2014/main" id="{BE42CAE4-4E47-48BE-9874-DC2033CBDF0B}"/>
              </a:ext>
            </a:extLst>
          </p:cNvPr>
          <p:cNvSpPr>
            <a:spLocks noGrp="1"/>
          </p:cNvSpPr>
          <p:nvPr/>
        </p:nvSpPr>
        <p:spPr>
          <a:xfrm>
            <a:off x="1449606" y="845009"/>
            <a:ext cx="24757" cy="24757"/>
          </a:xfrm>
          <a:prstGeom prst="ellipse">
            <a:avLst/>
          </a:prstGeom>
          <a:solidFill>
            <a:srgbClr val="566AB4">
              <a:alpha val="40000"/>
            </a:srgbClr>
          </a:solidFill>
          <a:ln w="0">
            <a:noFill/>
            <a:prstDash val="solid"/>
          </a:ln>
        </p:spPr>
      </p:sp>
      <p:sp>
        <p:nvSpPr>
          <p:cNvPr id="897" name="LigandSeek2_vs_LigandSeek1_ellipse_6411">
            <a:extLst>
              <a:ext uri="{FF2B5EF4-FFF2-40B4-BE49-F238E27FC236}">
                <a16:creationId xmlns:a16="http://schemas.microsoft.com/office/drawing/2014/main" id="{E9BEE7F8-A602-4A10-BF86-8A5FD872782F}"/>
              </a:ext>
            </a:extLst>
          </p:cNvPr>
          <p:cNvSpPr>
            <a:spLocks noGrp="1"/>
          </p:cNvSpPr>
          <p:nvPr/>
        </p:nvSpPr>
        <p:spPr>
          <a:xfrm>
            <a:off x="1453436" y="1193462"/>
            <a:ext cx="24757" cy="24757"/>
          </a:xfrm>
          <a:prstGeom prst="ellipse">
            <a:avLst/>
          </a:prstGeom>
          <a:solidFill>
            <a:srgbClr val="566AB4">
              <a:alpha val="40000"/>
            </a:srgbClr>
          </a:solidFill>
          <a:ln w="0">
            <a:noFill/>
            <a:prstDash val="solid"/>
          </a:ln>
        </p:spPr>
      </p:sp>
      <p:sp>
        <p:nvSpPr>
          <p:cNvPr id="898" name="LigandSeek2_vs_LigandSeek1_ellipse_6412">
            <a:extLst>
              <a:ext uri="{FF2B5EF4-FFF2-40B4-BE49-F238E27FC236}">
                <a16:creationId xmlns:a16="http://schemas.microsoft.com/office/drawing/2014/main" id="{78073EEE-1932-448F-A24D-8DC7F80304BE}"/>
              </a:ext>
            </a:extLst>
          </p:cNvPr>
          <p:cNvSpPr>
            <a:spLocks noGrp="1"/>
          </p:cNvSpPr>
          <p:nvPr/>
        </p:nvSpPr>
        <p:spPr>
          <a:xfrm>
            <a:off x="1436721" y="845009"/>
            <a:ext cx="24757" cy="24757"/>
          </a:xfrm>
          <a:prstGeom prst="ellipse">
            <a:avLst/>
          </a:prstGeom>
          <a:solidFill>
            <a:srgbClr val="566AB4">
              <a:alpha val="40000"/>
            </a:srgbClr>
          </a:solidFill>
          <a:ln w="0">
            <a:noFill/>
            <a:prstDash val="solid"/>
          </a:ln>
        </p:spPr>
      </p:sp>
      <p:sp>
        <p:nvSpPr>
          <p:cNvPr id="899" name="LigandSeek2_vs_LigandSeek1_ellipse_6413">
            <a:extLst>
              <a:ext uri="{FF2B5EF4-FFF2-40B4-BE49-F238E27FC236}">
                <a16:creationId xmlns:a16="http://schemas.microsoft.com/office/drawing/2014/main" id="{9652736A-0E76-4D2C-848F-0A027C35C98E}"/>
              </a:ext>
            </a:extLst>
          </p:cNvPr>
          <p:cNvSpPr>
            <a:spLocks noGrp="1"/>
          </p:cNvSpPr>
          <p:nvPr/>
        </p:nvSpPr>
        <p:spPr>
          <a:xfrm>
            <a:off x="1449255" y="1629028"/>
            <a:ext cx="24757" cy="24757"/>
          </a:xfrm>
          <a:prstGeom prst="ellipse">
            <a:avLst/>
          </a:prstGeom>
          <a:solidFill>
            <a:srgbClr val="566AB4">
              <a:alpha val="40000"/>
            </a:srgbClr>
          </a:solidFill>
          <a:ln w="0">
            <a:noFill/>
            <a:prstDash val="solid"/>
          </a:ln>
        </p:spPr>
      </p:sp>
      <p:sp>
        <p:nvSpPr>
          <p:cNvPr id="900" name="LigandSeek2_vs_LigandSeek1_ellipse_6414">
            <a:extLst>
              <a:ext uri="{FF2B5EF4-FFF2-40B4-BE49-F238E27FC236}">
                <a16:creationId xmlns:a16="http://schemas.microsoft.com/office/drawing/2014/main" id="{672D1CF3-5A6D-481D-B1BD-C226095F61C2}"/>
              </a:ext>
            </a:extLst>
          </p:cNvPr>
          <p:cNvSpPr>
            <a:spLocks noGrp="1"/>
          </p:cNvSpPr>
          <p:nvPr/>
        </p:nvSpPr>
        <p:spPr>
          <a:xfrm>
            <a:off x="1440818" y="1163283"/>
            <a:ext cx="24757" cy="24757"/>
          </a:xfrm>
          <a:prstGeom prst="ellipse">
            <a:avLst/>
          </a:prstGeom>
          <a:solidFill>
            <a:srgbClr val="566AB4">
              <a:alpha val="40000"/>
            </a:srgbClr>
          </a:solidFill>
          <a:ln w="0">
            <a:noFill/>
            <a:prstDash val="solid"/>
          </a:ln>
        </p:spPr>
      </p:sp>
      <p:sp>
        <p:nvSpPr>
          <p:cNvPr id="901" name="LigandSeek2_vs_LigandSeek1_ellipse_6415">
            <a:extLst>
              <a:ext uri="{FF2B5EF4-FFF2-40B4-BE49-F238E27FC236}">
                <a16:creationId xmlns:a16="http://schemas.microsoft.com/office/drawing/2014/main" id="{EB761D15-2F2B-4F7F-B179-EE14845EA4F1}"/>
              </a:ext>
            </a:extLst>
          </p:cNvPr>
          <p:cNvSpPr>
            <a:spLocks noGrp="1"/>
          </p:cNvSpPr>
          <p:nvPr/>
        </p:nvSpPr>
        <p:spPr>
          <a:xfrm>
            <a:off x="1430119" y="1669681"/>
            <a:ext cx="24757" cy="24757"/>
          </a:xfrm>
          <a:prstGeom prst="ellipse">
            <a:avLst/>
          </a:prstGeom>
          <a:solidFill>
            <a:srgbClr val="566AB4">
              <a:alpha val="40000"/>
            </a:srgbClr>
          </a:solidFill>
          <a:ln w="0">
            <a:noFill/>
            <a:prstDash val="solid"/>
          </a:ln>
        </p:spPr>
      </p:sp>
      <p:sp>
        <p:nvSpPr>
          <p:cNvPr id="902" name="LigandSeek2_vs_LigandSeek1_ellipse_6416">
            <a:extLst>
              <a:ext uri="{FF2B5EF4-FFF2-40B4-BE49-F238E27FC236}">
                <a16:creationId xmlns:a16="http://schemas.microsoft.com/office/drawing/2014/main" id="{DB63815A-9787-49A2-A241-36536D07C035}"/>
              </a:ext>
            </a:extLst>
          </p:cNvPr>
          <p:cNvSpPr>
            <a:spLocks noGrp="1"/>
          </p:cNvSpPr>
          <p:nvPr/>
        </p:nvSpPr>
        <p:spPr>
          <a:xfrm>
            <a:off x="1406130" y="1182573"/>
            <a:ext cx="24757" cy="24757"/>
          </a:xfrm>
          <a:prstGeom prst="ellipse">
            <a:avLst/>
          </a:prstGeom>
          <a:solidFill>
            <a:srgbClr val="566AB4">
              <a:alpha val="40000"/>
            </a:srgbClr>
          </a:solidFill>
          <a:ln w="0">
            <a:noFill/>
            <a:prstDash val="solid"/>
          </a:ln>
        </p:spPr>
      </p:sp>
      <p:sp>
        <p:nvSpPr>
          <p:cNvPr id="903" name="LigandSeek2_vs_LigandSeek1_ellipse_6417">
            <a:extLst>
              <a:ext uri="{FF2B5EF4-FFF2-40B4-BE49-F238E27FC236}">
                <a16:creationId xmlns:a16="http://schemas.microsoft.com/office/drawing/2014/main" id="{9B70DE34-9CFC-49D2-9032-616357250F4D}"/>
              </a:ext>
            </a:extLst>
          </p:cNvPr>
          <p:cNvSpPr>
            <a:spLocks noGrp="1"/>
          </p:cNvSpPr>
          <p:nvPr/>
        </p:nvSpPr>
        <p:spPr>
          <a:xfrm>
            <a:off x="1448417" y="1454802"/>
            <a:ext cx="24757" cy="24757"/>
          </a:xfrm>
          <a:prstGeom prst="ellipse">
            <a:avLst/>
          </a:prstGeom>
          <a:solidFill>
            <a:srgbClr val="566AB4">
              <a:alpha val="40000"/>
            </a:srgbClr>
          </a:solidFill>
          <a:ln w="0">
            <a:noFill/>
            <a:prstDash val="solid"/>
          </a:ln>
        </p:spPr>
      </p:sp>
      <p:sp>
        <p:nvSpPr>
          <p:cNvPr id="904" name="LigandSeek2_vs_LigandSeek1_ellipse_6418">
            <a:extLst>
              <a:ext uri="{FF2B5EF4-FFF2-40B4-BE49-F238E27FC236}">
                <a16:creationId xmlns:a16="http://schemas.microsoft.com/office/drawing/2014/main" id="{B0C8A62C-C9F8-434D-84A1-90A306F15600}"/>
              </a:ext>
            </a:extLst>
          </p:cNvPr>
          <p:cNvSpPr>
            <a:spLocks noGrp="1"/>
          </p:cNvSpPr>
          <p:nvPr/>
        </p:nvSpPr>
        <p:spPr>
          <a:xfrm>
            <a:off x="1437747" y="1367688"/>
            <a:ext cx="24757" cy="24757"/>
          </a:xfrm>
          <a:prstGeom prst="ellipse">
            <a:avLst/>
          </a:prstGeom>
          <a:solidFill>
            <a:srgbClr val="566AB4">
              <a:alpha val="40000"/>
            </a:srgbClr>
          </a:solidFill>
          <a:ln w="0">
            <a:noFill/>
            <a:prstDash val="solid"/>
          </a:ln>
        </p:spPr>
      </p:sp>
      <p:sp>
        <p:nvSpPr>
          <p:cNvPr id="905" name="LigandSeek2_vs_LigandSeek1_ellipse_6419">
            <a:extLst>
              <a:ext uri="{FF2B5EF4-FFF2-40B4-BE49-F238E27FC236}">
                <a16:creationId xmlns:a16="http://schemas.microsoft.com/office/drawing/2014/main" id="{23CDE02D-A5F1-4B3B-A033-079241188673}"/>
              </a:ext>
            </a:extLst>
          </p:cNvPr>
          <p:cNvSpPr>
            <a:spLocks noGrp="1"/>
          </p:cNvSpPr>
          <p:nvPr/>
        </p:nvSpPr>
        <p:spPr>
          <a:xfrm>
            <a:off x="1475055" y="1576760"/>
            <a:ext cx="24757" cy="24757"/>
          </a:xfrm>
          <a:prstGeom prst="ellipse">
            <a:avLst/>
          </a:prstGeom>
          <a:solidFill>
            <a:srgbClr val="566AB4">
              <a:alpha val="40000"/>
            </a:srgbClr>
          </a:solidFill>
          <a:ln w="0">
            <a:noFill/>
            <a:prstDash val="solid"/>
          </a:ln>
        </p:spPr>
      </p:sp>
      <p:sp>
        <p:nvSpPr>
          <p:cNvPr id="906" name="LigandSeek2_vs_LigandSeek1_ellipse_6420">
            <a:extLst>
              <a:ext uri="{FF2B5EF4-FFF2-40B4-BE49-F238E27FC236}">
                <a16:creationId xmlns:a16="http://schemas.microsoft.com/office/drawing/2014/main" id="{8EE8584B-B575-4F40-8140-E2EA6A8EBF8A}"/>
              </a:ext>
            </a:extLst>
          </p:cNvPr>
          <p:cNvSpPr>
            <a:spLocks noGrp="1"/>
          </p:cNvSpPr>
          <p:nvPr/>
        </p:nvSpPr>
        <p:spPr>
          <a:xfrm>
            <a:off x="1463070" y="1263153"/>
            <a:ext cx="24757" cy="24757"/>
          </a:xfrm>
          <a:prstGeom prst="ellipse">
            <a:avLst/>
          </a:prstGeom>
          <a:solidFill>
            <a:srgbClr val="566AB4">
              <a:alpha val="40000"/>
            </a:srgbClr>
          </a:solidFill>
          <a:ln w="0">
            <a:noFill/>
            <a:prstDash val="solid"/>
          </a:ln>
        </p:spPr>
      </p:sp>
      <p:sp>
        <p:nvSpPr>
          <p:cNvPr id="907" name="LigandSeek2_vs_LigandSeek1_ellipse_6421">
            <a:extLst>
              <a:ext uri="{FF2B5EF4-FFF2-40B4-BE49-F238E27FC236}">
                <a16:creationId xmlns:a16="http://schemas.microsoft.com/office/drawing/2014/main" id="{23BAF51E-25C9-409E-8D89-107BA81CB090}"/>
              </a:ext>
            </a:extLst>
          </p:cNvPr>
          <p:cNvSpPr>
            <a:spLocks noGrp="1"/>
          </p:cNvSpPr>
          <p:nvPr/>
        </p:nvSpPr>
        <p:spPr>
          <a:xfrm>
            <a:off x="1409954" y="845009"/>
            <a:ext cx="24757" cy="24757"/>
          </a:xfrm>
          <a:prstGeom prst="ellipse">
            <a:avLst/>
          </a:prstGeom>
          <a:solidFill>
            <a:srgbClr val="566AB4">
              <a:alpha val="40000"/>
            </a:srgbClr>
          </a:solidFill>
          <a:ln w="0">
            <a:noFill/>
            <a:prstDash val="solid"/>
          </a:ln>
        </p:spPr>
      </p:sp>
      <p:sp>
        <p:nvSpPr>
          <p:cNvPr id="908" name="LigandSeek2_vs_LigandSeek1_ellipse_6422">
            <a:extLst>
              <a:ext uri="{FF2B5EF4-FFF2-40B4-BE49-F238E27FC236}">
                <a16:creationId xmlns:a16="http://schemas.microsoft.com/office/drawing/2014/main" id="{B5AEBD8E-2BEC-42B1-9239-17560F618E32}"/>
              </a:ext>
            </a:extLst>
          </p:cNvPr>
          <p:cNvSpPr>
            <a:spLocks noGrp="1"/>
          </p:cNvSpPr>
          <p:nvPr/>
        </p:nvSpPr>
        <p:spPr>
          <a:xfrm>
            <a:off x="1446646" y="845009"/>
            <a:ext cx="24757" cy="24757"/>
          </a:xfrm>
          <a:prstGeom prst="ellipse">
            <a:avLst/>
          </a:prstGeom>
          <a:solidFill>
            <a:srgbClr val="566AB4">
              <a:alpha val="40000"/>
            </a:srgbClr>
          </a:solidFill>
          <a:ln w="0">
            <a:noFill/>
            <a:prstDash val="solid"/>
          </a:ln>
        </p:spPr>
      </p:sp>
      <p:sp>
        <p:nvSpPr>
          <p:cNvPr id="909" name="LigandSeek2_vs_LigandSeek1_ellipse_6423">
            <a:extLst>
              <a:ext uri="{FF2B5EF4-FFF2-40B4-BE49-F238E27FC236}">
                <a16:creationId xmlns:a16="http://schemas.microsoft.com/office/drawing/2014/main" id="{4568B254-59F4-4E26-9F8B-8817F7FDADED}"/>
              </a:ext>
            </a:extLst>
          </p:cNvPr>
          <p:cNvSpPr>
            <a:spLocks noGrp="1"/>
          </p:cNvSpPr>
          <p:nvPr/>
        </p:nvSpPr>
        <p:spPr>
          <a:xfrm>
            <a:off x="1397301" y="1309613"/>
            <a:ext cx="24757" cy="24757"/>
          </a:xfrm>
          <a:prstGeom prst="ellipse">
            <a:avLst/>
          </a:prstGeom>
          <a:solidFill>
            <a:srgbClr val="566AB4">
              <a:alpha val="40000"/>
            </a:srgbClr>
          </a:solidFill>
          <a:ln w="0">
            <a:noFill/>
            <a:prstDash val="solid"/>
          </a:ln>
        </p:spPr>
      </p:sp>
      <p:sp>
        <p:nvSpPr>
          <p:cNvPr id="910" name="LigandSeek2_vs_LigandSeek1_ellipse_6424">
            <a:extLst>
              <a:ext uri="{FF2B5EF4-FFF2-40B4-BE49-F238E27FC236}">
                <a16:creationId xmlns:a16="http://schemas.microsoft.com/office/drawing/2014/main" id="{4096FD27-E08B-4DDD-B8FB-061CB4A1C41B}"/>
              </a:ext>
            </a:extLst>
          </p:cNvPr>
          <p:cNvSpPr>
            <a:spLocks noGrp="1"/>
          </p:cNvSpPr>
          <p:nvPr/>
        </p:nvSpPr>
        <p:spPr>
          <a:xfrm>
            <a:off x="1423574" y="845009"/>
            <a:ext cx="24757" cy="24757"/>
          </a:xfrm>
          <a:prstGeom prst="ellipse">
            <a:avLst/>
          </a:prstGeom>
          <a:solidFill>
            <a:srgbClr val="566AB4">
              <a:alpha val="40000"/>
            </a:srgbClr>
          </a:solidFill>
          <a:ln w="0">
            <a:noFill/>
            <a:prstDash val="solid"/>
          </a:ln>
        </p:spPr>
      </p:sp>
      <p:sp>
        <p:nvSpPr>
          <p:cNvPr id="911" name="LigandSeek2_vs_LigandSeek1_ellipse_6425">
            <a:extLst>
              <a:ext uri="{FF2B5EF4-FFF2-40B4-BE49-F238E27FC236}">
                <a16:creationId xmlns:a16="http://schemas.microsoft.com/office/drawing/2014/main" id="{42982A32-8951-4840-A9D6-5B9CECD3D5D2}"/>
              </a:ext>
            </a:extLst>
          </p:cNvPr>
          <p:cNvSpPr>
            <a:spLocks noGrp="1"/>
          </p:cNvSpPr>
          <p:nvPr/>
        </p:nvSpPr>
        <p:spPr>
          <a:xfrm>
            <a:off x="1459900" y="1019236"/>
            <a:ext cx="24757" cy="24757"/>
          </a:xfrm>
          <a:prstGeom prst="ellipse">
            <a:avLst/>
          </a:prstGeom>
          <a:solidFill>
            <a:srgbClr val="566AB4">
              <a:alpha val="40000"/>
            </a:srgbClr>
          </a:solidFill>
          <a:ln w="0">
            <a:noFill/>
            <a:prstDash val="solid"/>
          </a:ln>
        </p:spPr>
      </p:sp>
      <p:sp>
        <p:nvSpPr>
          <p:cNvPr id="912" name="LigandSeek2_vs_LigandSeek1_ellipse_6426">
            <a:extLst>
              <a:ext uri="{FF2B5EF4-FFF2-40B4-BE49-F238E27FC236}">
                <a16:creationId xmlns:a16="http://schemas.microsoft.com/office/drawing/2014/main" id="{C1B2B509-6DB8-493B-A51C-DCD184513532}"/>
              </a:ext>
            </a:extLst>
          </p:cNvPr>
          <p:cNvSpPr>
            <a:spLocks noGrp="1"/>
          </p:cNvSpPr>
          <p:nvPr/>
        </p:nvSpPr>
        <p:spPr>
          <a:xfrm>
            <a:off x="1395046" y="1624228"/>
            <a:ext cx="24757" cy="24757"/>
          </a:xfrm>
          <a:prstGeom prst="ellipse">
            <a:avLst/>
          </a:prstGeom>
          <a:solidFill>
            <a:srgbClr val="566AB4">
              <a:alpha val="40000"/>
            </a:srgbClr>
          </a:solidFill>
          <a:ln w="0">
            <a:noFill/>
            <a:prstDash val="solid"/>
          </a:ln>
        </p:spPr>
      </p:sp>
      <p:sp>
        <p:nvSpPr>
          <p:cNvPr id="913" name="LigandSeek2_vs_LigandSeek1_ellipse_6427">
            <a:extLst>
              <a:ext uri="{FF2B5EF4-FFF2-40B4-BE49-F238E27FC236}">
                <a16:creationId xmlns:a16="http://schemas.microsoft.com/office/drawing/2014/main" id="{5F3FC386-0A9C-4F24-A167-36432249E7B1}"/>
              </a:ext>
            </a:extLst>
          </p:cNvPr>
          <p:cNvSpPr>
            <a:spLocks noGrp="1"/>
          </p:cNvSpPr>
          <p:nvPr/>
        </p:nvSpPr>
        <p:spPr>
          <a:xfrm>
            <a:off x="1400785" y="1443219"/>
            <a:ext cx="24757" cy="24757"/>
          </a:xfrm>
          <a:prstGeom prst="ellipse">
            <a:avLst/>
          </a:prstGeom>
          <a:solidFill>
            <a:srgbClr val="566AB4">
              <a:alpha val="40000"/>
            </a:srgbClr>
          </a:solidFill>
          <a:ln w="0">
            <a:noFill/>
            <a:prstDash val="solid"/>
          </a:ln>
        </p:spPr>
      </p:sp>
      <p:sp>
        <p:nvSpPr>
          <p:cNvPr id="914" name="LigandSeek2_vs_LigandSeek1_ellipse_6428">
            <a:extLst>
              <a:ext uri="{FF2B5EF4-FFF2-40B4-BE49-F238E27FC236}">
                <a16:creationId xmlns:a16="http://schemas.microsoft.com/office/drawing/2014/main" id="{F72AFFCA-8AA6-4953-92B2-0BBAC9707E71}"/>
              </a:ext>
            </a:extLst>
          </p:cNvPr>
          <p:cNvSpPr>
            <a:spLocks noGrp="1"/>
          </p:cNvSpPr>
          <p:nvPr/>
        </p:nvSpPr>
        <p:spPr>
          <a:xfrm>
            <a:off x="1466408" y="845009"/>
            <a:ext cx="24757" cy="24757"/>
          </a:xfrm>
          <a:prstGeom prst="ellipse">
            <a:avLst/>
          </a:prstGeom>
          <a:solidFill>
            <a:srgbClr val="566AB4">
              <a:alpha val="40000"/>
            </a:srgbClr>
          </a:solidFill>
          <a:ln w="0">
            <a:noFill/>
            <a:prstDash val="solid"/>
          </a:ln>
        </p:spPr>
      </p:sp>
      <p:sp>
        <p:nvSpPr>
          <p:cNvPr id="915" name="LigandSeek2_vs_LigandSeek1_ellipse_6429">
            <a:extLst>
              <a:ext uri="{FF2B5EF4-FFF2-40B4-BE49-F238E27FC236}">
                <a16:creationId xmlns:a16="http://schemas.microsoft.com/office/drawing/2014/main" id="{AE4837EA-7328-4E31-9EC6-B75D34A48BC2}"/>
              </a:ext>
            </a:extLst>
          </p:cNvPr>
          <p:cNvSpPr>
            <a:spLocks noGrp="1"/>
          </p:cNvSpPr>
          <p:nvPr/>
        </p:nvSpPr>
        <p:spPr>
          <a:xfrm>
            <a:off x="1473387" y="1408531"/>
            <a:ext cx="24757" cy="24757"/>
          </a:xfrm>
          <a:prstGeom prst="ellipse">
            <a:avLst/>
          </a:prstGeom>
          <a:solidFill>
            <a:srgbClr val="566AB4">
              <a:alpha val="40000"/>
            </a:srgbClr>
          </a:solidFill>
          <a:ln w="0">
            <a:noFill/>
            <a:prstDash val="solid"/>
          </a:ln>
        </p:spPr>
      </p:sp>
      <p:sp>
        <p:nvSpPr>
          <p:cNvPr id="916" name="LigandSeek2_vs_LigandSeek1_ellipse_6430">
            <a:extLst>
              <a:ext uri="{FF2B5EF4-FFF2-40B4-BE49-F238E27FC236}">
                <a16:creationId xmlns:a16="http://schemas.microsoft.com/office/drawing/2014/main" id="{AACCC549-6EF2-45A0-887B-D9B6E39782E4}"/>
              </a:ext>
            </a:extLst>
          </p:cNvPr>
          <p:cNvSpPr>
            <a:spLocks noGrp="1"/>
          </p:cNvSpPr>
          <p:nvPr/>
        </p:nvSpPr>
        <p:spPr>
          <a:xfrm>
            <a:off x="1410434" y="1472224"/>
            <a:ext cx="24757" cy="24757"/>
          </a:xfrm>
          <a:prstGeom prst="ellipse">
            <a:avLst/>
          </a:prstGeom>
          <a:solidFill>
            <a:srgbClr val="566AB4">
              <a:alpha val="40000"/>
            </a:srgbClr>
          </a:solidFill>
          <a:ln w="0">
            <a:noFill/>
            <a:prstDash val="solid"/>
          </a:ln>
        </p:spPr>
      </p:sp>
      <p:sp>
        <p:nvSpPr>
          <p:cNvPr id="917" name="LigandSeek2_vs_LigandSeek1_ellipse_6431">
            <a:extLst>
              <a:ext uri="{FF2B5EF4-FFF2-40B4-BE49-F238E27FC236}">
                <a16:creationId xmlns:a16="http://schemas.microsoft.com/office/drawing/2014/main" id="{BD719BD6-BE00-4CFD-9DBE-96AF9956DE45}"/>
              </a:ext>
            </a:extLst>
          </p:cNvPr>
          <p:cNvSpPr>
            <a:spLocks noGrp="1"/>
          </p:cNvSpPr>
          <p:nvPr/>
        </p:nvSpPr>
        <p:spPr>
          <a:xfrm>
            <a:off x="1458904" y="845009"/>
            <a:ext cx="24757" cy="24757"/>
          </a:xfrm>
          <a:prstGeom prst="ellipse">
            <a:avLst/>
          </a:prstGeom>
          <a:solidFill>
            <a:srgbClr val="566AB4">
              <a:alpha val="40000"/>
            </a:srgbClr>
          </a:solidFill>
          <a:ln w="0">
            <a:noFill/>
            <a:prstDash val="solid"/>
          </a:ln>
        </p:spPr>
      </p:sp>
      <p:sp>
        <p:nvSpPr>
          <p:cNvPr id="918" name="LigandSeek2_vs_LigandSeek1_ellipse_6432">
            <a:extLst>
              <a:ext uri="{FF2B5EF4-FFF2-40B4-BE49-F238E27FC236}">
                <a16:creationId xmlns:a16="http://schemas.microsoft.com/office/drawing/2014/main" id="{3063D3AE-05F0-441F-BCD6-E65AF7526B8F}"/>
              </a:ext>
            </a:extLst>
          </p:cNvPr>
          <p:cNvSpPr>
            <a:spLocks noGrp="1"/>
          </p:cNvSpPr>
          <p:nvPr/>
        </p:nvSpPr>
        <p:spPr>
          <a:xfrm>
            <a:off x="1448078" y="1667586"/>
            <a:ext cx="24757" cy="24757"/>
          </a:xfrm>
          <a:prstGeom prst="ellipse">
            <a:avLst/>
          </a:prstGeom>
          <a:solidFill>
            <a:srgbClr val="566AB4">
              <a:alpha val="40000"/>
            </a:srgbClr>
          </a:solidFill>
          <a:ln w="0">
            <a:noFill/>
            <a:prstDash val="solid"/>
          </a:ln>
        </p:spPr>
      </p:sp>
      <p:sp>
        <p:nvSpPr>
          <p:cNvPr id="919" name="LigandSeek2_vs_LigandSeek1_ellipse_6433">
            <a:extLst>
              <a:ext uri="{FF2B5EF4-FFF2-40B4-BE49-F238E27FC236}">
                <a16:creationId xmlns:a16="http://schemas.microsoft.com/office/drawing/2014/main" id="{24D161DB-27DB-402D-888C-470A0962BAA0}"/>
              </a:ext>
            </a:extLst>
          </p:cNvPr>
          <p:cNvSpPr>
            <a:spLocks noGrp="1"/>
          </p:cNvSpPr>
          <p:nvPr/>
        </p:nvSpPr>
        <p:spPr>
          <a:xfrm>
            <a:off x="1466208" y="1803254"/>
            <a:ext cx="24757" cy="24757"/>
          </a:xfrm>
          <a:prstGeom prst="ellipse">
            <a:avLst/>
          </a:prstGeom>
          <a:solidFill>
            <a:srgbClr val="566AB4">
              <a:alpha val="40000"/>
            </a:srgbClr>
          </a:solidFill>
          <a:ln w="0">
            <a:noFill/>
            <a:prstDash val="solid"/>
          </a:ln>
        </p:spPr>
      </p:sp>
      <p:sp>
        <p:nvSpPr>
          <p:cNvPr id="920" name="LigandSeek2_vs_LigandSeek1_ellipse_6434">
            <a:extLst>
              <a:ext uri="{FF2B5EF4-FFF2-40B4-BE49-F238E27FC236}">
                <a16:creationId xmlns:a16="http://schemas.microsoft.com/office/drawing/2014/main" id="{3BA88CD0-825F-4482-A915-9DD3A838B6A9}"/>
              </a:ext>
            </a:extLst>
          </p:cNvPr>
          <p:cNvSpPr>
            <a:spLocks noGrp="1"/>
          </p:cNvSpPr>
          <p:nvPr/>
        </p:nvSpPr>
        <p:spPr>
          <a:xfrm>
            <a:off x="1407357" y="845009"/>
            <a:ext cx="24757" cy="24757"/>
          </a:xfrm>
          <a:prstGeom prst="ellipse">
            <a:avLst/>
          </a:prstGeom>
          <a:solidFill>
            <a:srgbClr val="566AB4">
              <a:alpha val="40000"/>
            </a:srgbClr>
          </a:solidFill>
          <a:ln w="0">
            <a:noFill/>
            <a:prstDash val="solid"/>
          </a:ln>
        </p:spPr>
      </p:sp>
      <p:sp>
        <p:nvSpPr>
          <p:cNvPr id="921" name="LigandSeek2_vs_LigandSeek1_ellipse_6435">
            <a:extLst>
              <a:ext uri="{FF2B5EF4-FFF2-40B4-BE49-F238E27FC236}">
                <a16:creationId xmlns:a16="http://schemas.microsoft.com/office/drawing/2014/main" id="{F4A3E150-2BC6-4A93-A0CC-BA300EC38E77}"/>
              </a:ext>
            </a:extLst>
          </p:cNvPr>
          <p:cNvSpPr>
            <a:spLocks noGrp="1"/>
          </p:cNvSpPr>
          <p:nvPr/>
        </p:nvSpPr>
        <p:spPr>
          <a:xfrm>
            <a:off x="1417185" y="1367688"/>
            <a:ext cx="24757" cy="24757"/>
          </a:xfrm>
          <a:prstGeom prst="ellipse">
            <a:avLst/>
          </a:prstGeom>
          <a:solidFill>
            <a:srgbClr val="566AB4">
              <a:alpha val="40000"/>
            </a:srgbClr>
          </a:solidFill>
          <a:ln w="0">
            <a:noFill/>
            <a:prstDash val="solid"/>
          </a:ln>
        </p:spPr>
      </p:sp>
      <p:sp>
        <p:nvSpPr>
          <p:cNvPr id="922" name="LigandSeek2_vs_LigandSeek1_ellipse_6436">
            <a:extLst>
              <a:ext uri="{FF2B5EF4-FFF2-40B4-BE49-F238E27FC236}">
                <a16:creationId xmlns:a16="http://schemas.microsoft.com/office/drawing/2014/main" id="{EA8F5F65-B230-4E1B-9E5F-D011B66E065B}"/>
              </a:ext>
            </a:extLst>
          </p:cNvPr>
          <p:cNvSpPr>
            <a:spLocks noGrp="1"/>
          </p:cNvSpPr>
          <p:nvPr/>
        </p:nvSpPr>
        <p:spPr>
          <a:xfrm>
            <a:off x="1439820" y="1890368"/>
            <a:ext cx="24757" cy="24757"/>
          </a:xfrm>
          <a:prstGeom prst="ellipse">
            <a:avLst/>
          </a:prstGeom>
          <a:solidFill>
            <a:srgbClr val="566AB4">
              <a:alpha val="40000"/>
            </a:srgbClr>
          </a:solidFill>
          <a:ln w="0">
            <a:noFill/>
            <a:prstDash val="solid"/>
          </a:ln>
        </p:spPr>
      </p:sp>
      <p:sp>
        <p:nvSpPr>
          <p:cNvPr id="923" name="LigandSeek2_vs_LigandSeek1_ellipse_6437">
            <a:extLst>
              <a:ext uri="{FF2B5EF4-FFF2-40B4-BE49-F238E27FC236}">
                <a16:creationId xmlns:a16="http://schemas.microsoft.com/office/drawing/2014/main" id="{127D5C9F-DBB7-4B3A-90AC-54EBB487C746}"/>
              </a:ext>
            </a:extLst>
          </p:cNvPr>
          <p:cNvSpPr>
            <a:spLocks noGrp="1"/>
          </p:cNvSpPr>
          <p:nvPr/>
        </p:nvSpPr>
        <p:spPr>
          <a:xfrm>
            <a:off x="1419451" y="1482249"/>
            <a:ext cx="24757" cy="24757"/>
          </a:xfrm>
          <a:prstGeom prst="ellipse">
            <a:avLst/>
          </a:prstGeom>
          <a:solidFill>
            <a:srgbClr val="566AB4">
              <a:alpha val="40000"/>
            </a:srgbClr>
          </a:solidFill>
          <a:ln w="0">
            <a:noFill/>
            <a:prstDash val="solid"/>
          </a:ln>
        </p:spPr>
      </p:sp>
      <p:sp>
        <p:nvSpPr>
          <p:cNvPr id="924" name="LigandSeek2_vs_LigandSeek1_ellipse_6438">
            <a:extLst>
              <a:ext uri="{FF2B5EF4-FFF2-40B4-BE49-F238E27FC236}">
                <a16:creationId xmlns:a16="http://schemas.microsoft.com/office/drawing/2014/main" id="{5E238A2B-7272-41FF-9B1D-A1B4CBF3503B}"/>
              </a:ext>
            </a:extLst>
          </p:cNvPr>
          <p:cNvSpPr>
            <a:spLocks noGrp="1"/>
          </p:cNvSpPr>
          <p:nvPr/>
        </p:nvSpPr>
        <p:spPr>
          <a:xfrm>
            <a:off x="1448397" y="1890368"/>
            <a:ext cx="24757" cy="24757"/>
          </a:xfrm>
          <a:prstGeom prst="ellipse">
            <a:avLst/>
          </a:prstGeom>
          <a:solidFill>
            <a:srgbClr val="566AB4">
              <a:alpha val="40000"/>
            </a:srgbClr>
          </a:solidFill>
          <a:ln w="0">
            <a:noFill/>
            <a:prstDash val="solid"/>
          </a:ln>
        </p:spPr>
      </p:sp>
      <p:sp>
        <p:nvSpPr>
          <p:cNvPr id="925" name="LigandSeek2_vs_LigandSeek1_ellipse_6439">
            <a:extLst>
              <a:ext uri="{FF2B5EF4-FFF2-40B4-BE49-F238E27FC236}">
                <a16:creationId xmlns:a16="http://schemas.microsoft.com/office/drawing/2014/main" id="{AFBBB7C6-556E-40A1-98B8-7DC341047B4F}"/>
              </a:ext>
            </a:extLst>
          </p:cNvPr>
          <p:cNvSpPr>
            <a:spLocks noGrp="1"/>
          </p:cNvSpPr>
          <p:nvPr/>
        </p:nvSpPr>
        <p:spPr>
          <a:xfrm>
            <a:off x="1445722" y="1815699"/>
            <a:ext cx="24757" cy="24757"/>
          </a:xfrm>
          <a:prstGeom prst="ellipse">
            <a:avLst/>
          </a:prstGeom>
          <a:solidFill>
            <a:srgbClr val="566AB4">
              <a:alpha val="40000"/>
            </a:srgbClr>
          </a:solidFill>
          <a:ln w="0">
            <a:noFill/>
            <a:prstDash val="solid"/>
          </a:ln>
        </p:spPr>
      </p:sp>
      <p:sp>
        <p:nvSpPr>
          <p:cNvPr id="926" name="LigandSeek2_vs_LigandSeek1_ellipse_6440">
            <a:extLst>
              <a:ext uri="{FF2B5EF4-FFF2-40B4-BE49-F238E27FC236}">
                <a16:creationId xmlns:a16="http://schemas.microsoft.com/office/drawing/2014/main" id="{BCB1C37B-E848-48BC-81FB-470933525B9A}"/>
              </a:ext>
            </a:extLst>
          </p:cNvPr>
          <p:cNvSpPr>
            <a:spLocks noGrp="1"/>
          </p:cNvSpPr>
          <p:nvPr/>
        </p:nvSpPr>
        <p:spPr>
          <a:xfrm>
            <a:off x="2057644" y="845009"/>
            <a:ext cx="24757" cy="24757"/>
          </a:xfrm>
          <a:prstGeom prst="ellipse">
            <a:avLst/>
          </a:prstGeom>
          <a:solidFill>
            <a:srgbClr val="566AB4">
              <a:alpha val="40000"/>
            </a:srgbClr>
          </a:solidFill>
          <a:ln w="0">
            <a:noFill/>
            <a:prstDash val="solid"/>
          </a:ln>
        </p:spPr>
      </p:sp>
      <p:sp>
        <p:nvSpPr>
          <p:cNvPr id="927" name="LigandSeek2_vs_LigandSeek1_ellipse_6441">
            <a:extLst>
              <a:ext uri="{FF2B5EF4-FFF2-40B4-BE49-F238E27FC236}">
                <a16:creationId xmlns:a16="http://schemas.microsoft.com/office/drawing/2014/main" id="{C32308A6-61EA-4A1A-9908-088D6290C647}"/>
              </a:ext>
            </a:extLst>
          </p:cNvPr>
          <p:cNvSpPr>
            <a:spLocks noGrp="1"/>
          </p:cNvSpPr>
          <p:nvPr/>
        </p:nvSpPr>
        <p:spPr>
          <a:xfrm>
            <a:off x="2083352" y="1122527"/>
            <a:ext cx="24757" cy="24757"/>
          </a:xfrm>
          <a:prstGeom prst="ellipse">
            <a:avLst/>
          </a:prstGeom>
          <a:solidFill>
            <a:srgbClr val="566AB4">
              <a:alpha val="40000"/>
            </a:srgbClr>
          </a:solidFill>
          <a:ln w="0">
            <a:noFill/>
            <a:prstDash val="solid"/>
          </a:ln>
        </p:spPr>
      </p:sp>
      <p:sp>
        <p:nvSpPr>
          <p:cNvPr id="928" name="LigandSeek2_vs_LigandSeek1_ellipse_6442">
            <a:extLst>
              <a:ext uri="{FF2B5EF4-FFF2-40B4-BE49-F238E27FC236}">
                <a16:creationId xmlns:a16="http://schemas.microsoft.com/office/drawing/2014/main" id="{C089E0CD-0BF9-47D1-AE64-8CA3B6C334F7}"/>
              </a:ext>
            </a:extLst>
          </p:cNvPr>
          <p:cNvSpPr>
            <a:spLocks noGrp="1"/>
          </p:cNvSpPr>
          <p:nvPr/>
        </p:nvSpPr>
        <p:spPr>
          <a:xfrm>
            <a:off x="2024631" y="845009"/>
            <a:ext cx="24757" cy="24757"/>
          </a:xfrm>
          <a:prstGeom prst="ellipse">
            <a:avLst/>
          </a:prstGeom>
          <a:solidFill>
            <a:srgbClr val="566AB4">
              <a:alpha val="40000"/>
            </a:srgbClr>
          </a:solidFill>
          <a:ln w="0">
            <a:noFill/>
            <a:prstDash val="solid"/>
          </a:ln>
        </p:spPr>
      </p:sp>
      <p:sp>
        <p:nvSpPr>
          <p:cNvPr id="929" name="LigandSeek2_vs_LigandSeek1_ellipse_6443">
            <a:extLst>
              <a:ext uri="{FF2B5EF4-FFF2-40B4-BE49-F238E27FC236}">
                <a16:creationId xmlns:a16="http://schemas.microsoft.com/office/drawing/2014/main" id="{EEEC5C29-9096-40CD-9699-AB95B917EC46}"/>
              </a:ext>
            </a:extLst>
          </p:cNvPr>
          <p:cNvSpPr>
            <a:spLocks noGrp="1"/>
          </p:cNvSpPr>
          <p:nvPr/>
        </p:nvSpPr>
        <p:spPr>
          <a:xfrm>
            <a:off x="2081444" y="1716141"/>
            <a:ext cx="24757" cy="24757"/>
          </a:xfrm>
          <a:prstGeom prst="ellipse">
            <a:avLst/>
          </a:prstGeom>
          <a:solidFill>
            <a:srgbClr val="566AB4">
              <a:alpha val="40000"/>
            </a:srgbClr>
          </a:solidFill>
          <a:ln w="0">
            <a:noFill/>
            <a:prstDash val="solid"/>
          </a:ln>
        </p:spPr>
      </p:sp>
      <p:sp>
        <p:nvSpPr>
          <p:cNvPr id="930" name="LigandSeek2_vs_LigandSeek1_ellipse_6444">
            <a:extLst>
              <a:ext uri="{FF2B5EF4-FFF2-40B4-BE49-F238E27FC236}">
                <a16:creationId xmlns:a16="http://schemas.microsoft.com/office/drawing/2014/main" id="{EE3B9454-8ABB-4B79-A54E-5B515855BF7E}"/>
              </a:ext>
            </a:extLst>
          </p:cNvPr>
          <p:cNvSpPr>
            <a:spLocks noGrp="1"/>
          </p:cNvSpPr>
          <p:nvPr/>
        </p:nvSpPr>
        <p:spPr>
          <a:xfrm>
            <a:off x="2050289" y="1294747"/>
            <a:ext cx="24757" cy="24757"/>
          </a:xfrm>
          <a:prstGeom prst="ellipse">
            <a:avLst/>
          </a:prstGeom>
          <a:solidFill>
            <a:srgbClr val="566AB4">
              <a:alpha val="40000"/>
            </a:srgbClr>
          </a:solidFill>
          <a:ln w="0">
            <a:noFill/>
            <a:prstDash val="solid"/>
          </a:ln>
        </p:spPr>
      </p:sp>
      <p:sp>
        <p:nvSpPr>
          <p:cNvPr id="931" name="LigandSeek2_vs_LigandSeek1_ellipse_6445">
            <a:extLst>
              <a:ext uri="{FF2B5EF4-FFF2-40B4-BE49-F238E27FC236}">
                <a16:creationId xmlns:a16="http://schemas.microsoft.com/office/drawing/2014/main" id="{E69966B1-D975-40AA-A214-56867DC88559}"/>
              </a:ext>
            </a:extLst>
          </p:cNvPr>
          <p:cNvSpPr>
            <a:spLocks noGrp="1"/>
          </p:cNvSpPr>
          <p:nvPr/>
        </p:nvSpPr>
        <p:spPr>
          <a:xfrm>
            <a:off x="2078972" y="845009"/>
            <a:ext cx="24757" cy="24757"/>
          </a:xfrm>
          <a:prstGeom prst="ellipse">
            <a:avLst/>
          </a:prstGeom>
          <a:solidFill>
            <a:srgbClr val="566AB4">
              <a:alpha val="40000"/>
            </a:srgbClr>
          </a:solidFill>
          <a:ln w="0">
            <a:noFill/>
            <a:prstDash val="solid"/>
          </a:ln>
        </p:spPr>
      </p:sp>
      <p:sp>
        <p:nvSpPr>
          <p:cNvPr id="932" name="LigandSeek2_vs_LigandSeek1_ellipse_6446">
            <a:extLst>
              <a:ext uri="{FF2B5EF4-FFF2-40B4-BE49-F238E27FC236}">
                <a16:creationId xmlns:a16="http://schemas.microsoft.com/office/drawing/2014/main" id="{4144339D-E24F-4106-A3E0-EE83ACAAD309}"/>
              </a:ext>
            </a:extLst>
          </p:cNvPr>
          <p:cNvSpPr>
            <a:spLocks noGrp="1"/>
          </p:cNvSpPr>
          <p:nvPr/>
        </p:nvSpPr>
        <p:spPr>
          <a:xfrm>
            <a:off x="2064414" y="845009"/>
            <a:ext cx="24757" cy="24757"/>
          </a:xfrm>
          <a:prstGeom prst="ellipse">
            <a:avLst/>
          </a:prstGeom>
          <a:solidFill>
            <a:srgbClr val="566AB4">
              <a:alpha val="40000"/>
            </a:srgbClr>
          </a:solidFill>
          <a:ln w="0">
            <a:noFill/>
            <a:prstDash val="solid"/>
          </a:ln>
        </p:spPr>
      </p:sp>
      <p:sp>
        <p:nvSpPr>
          <p:cNvPr id="933" name="LigandSeek2_vs_LigandSeek1_ellipse_6447">
            <a:extLst>
              <a:ext uri="{FF2B5EF4-FFF2-40B4-BE49-F238E27FC236}">
                <a16:creationId xmlns:a16="http://schemas.microsoft.com/office/drawing/2014/main" id="{E8D50EA7-3D58-4D64-8D91-D0C1D03F04E2}"/>
              </a:ext>
            </a:extLst>
          </p:cNvPr>
          <p:cNvSpPr>
            <a:spLocks noGrp="1"/>
          </p:cNvSpPr>
          <p:nvPr/>
        </p:nvSpPr>
        <p:spPr>
          <a:xfrm>
            <a:off x="2068279" y="845009"/>
            <a:ext cx="24757" cy="24757"/>
          </a:xfrm>
          <a:prstGeom prst="ellipse">
            <a:avLst/>
          </a:prstGeom>
          <a:solidFill>
            <a:srgbClr val="566AB4">
              <a:alpha val="40000"/>
            </a:srgbClr>
          </a:solidFill>
          <a:ln w="0">
            <a:noFill/>
            <a:prstDash val="solid"/>
          </a:ln>
        </p:spPr>
      </p:sp>
      <p:sp>
        <p:nvSpPr>
          <p:cNvPr id="934" name="LigandSeek2_vs_LigandSeek1_ellipse_6448">
            <a:extLst>
              <a:ext uri="{FF2B5EF4-FFF2-40B4-BE49-F238E27FC236}">
                <a16:creationId xmlns:a16="http://schemas.microsoft.com/office/drawing/2014/main" id="{8F4B4FDB-C986-47D7-B9C7-69471E035321}"/>
              </a:ext>
            </a:extLst>
          </p:cNvPr>
          <p:cNvSpPr>
            <a:spLocks noGrp="1"/>
          </p:cNvSpPr>
          <p:nvPr/>
        </p:nvSpPr>
        <p:spPr>
          <a:xfrm>
            <a:off x="2055756" y="1872945"/>
            <a:ext cx="24757" cy="24757"/>
          </a:xfrm>
          <a:prstGeom prst="ellipse">
            <a:avLst/>
          </a:prstGeom>
          <a:solidFill>
            <a:srgbClr val="566AB4">
              <a:alpha val="40000"/>
            </a:srgbClr>
          </a:solidFill>
          <a:ln w="0">
            <a:noFill/>
            <a:prstDash val="solid"/>
          </a:ln>
        </p:spPr>
      </p:sp>
      <p:sp>
        <p:nvSpPr>
          <p:cNvPr id="935" name="LigandSeek2_vs_LigandSeek1_ellipse_6449">
            <a:extLst>
              <a:ext uri="{FF2B5EF4-FFF2-40B4-BE49-F238E27FC236}">
                <a16:creationId xmlns:a16="http://schemas.microsoft.com/office/drawing/2014/main" id="{42795A3C-A7B2-43B9-94EB-207430284929}"/>
              </a:ext>
            </a:extLst>
          </p:cNvPr>
          <p:cNvSpPr>
            <a:spLocks noGrp="1"/>
          </p:cNvSpPr>
          <p:nvPr/>
        </p:nvSpPr>
        <p:spPr>
          <a:xfrm>
            <a:off x="2077072" y="845009"/>
            <a:ext cx="24757" cy="24757"/>
          </a:xfrm>
          <a:prstGeom prst="ellipse">
            <a:avLst/>
          </a:prstGeom>
          <a:solidFill>
            <a:srgbClr val="566AB4">
              <a:alpha val="40000"/>
            </a:srgbClr>
          </a:solidFill>
          <a:ln w="0">
            <a:noFill/>
            <a:prstDash val="solid"/>
          </a:ln>
        </p:spPr>
      </p:sp>
      <p:sp>
        <p:nvSpPr>
          <p:cNvPr id="936" name="LigandSeek2_vs_LigandSeek1_ellipse_6450">
            <a:extLst>
              <a:ext uri="{FF2B5EF4-FFF2-40B4-BE49-F238E27FC236}">
                <a16:creationId xmlns:a16="http://schemas.microsoft.com/office/drawing/2014/main" id="{DCB83D28-B5AC-41AF-91FB-E6F7C91AB18C}"/>
              </a:ext>
            </a:extLst>
          </p:cNvPr>
          <p:cNvSpPr>
            <a:spLocks noGrp="1"/>
          </p:cNvSpPr>
          <p:nvPr/>
        </p:nvSpPr>
        <p:spPr>
          <a:xfrm>
            <a:off x="2082071" y="1386628"/>
            <a:ext cx="24757" cy="24757"/>
          </a:xfrm>
          <a:prstGeom prst="ellipse">
            <a:avLst/>
          </a:prstGeom>
          <a:solidFill>
            <a:srgbClr val="566AB4">
              <a:alpha val="40000"/>
            </a:srgbClr>
          </a:solidFill>
          <a:ln w="0">
            <a:noFill/>
            <a:prstDash val="solid"/>
          </a:ln>
        </p:spPr>
      </p:sp>
      <p:sp>
        <p:nvSpPr>
          <p:cNvPr id="937" name="LigandSeek2_vs_LigandSeek1_ellipse_6451">
            <a:extLst>
              <a:ext uri="{FF2B5EF4-FFF2-40B4-BE49-F238E27FC236}">
                <a16:creationId xmlns:a16="http://schemas.microsoft.com/office/drawing/2014/main" id="{CC05E7F7-31A4-4C54-A131-71DC7DA76F8D}"/>
              </a:ext>
            </a:extLst>
          </p:cNvPr>
          <p:cNvSpPr>
            <a:spLocks noGrp="1"/>
          </p:cNvSpPr>
          <p:nvPr/>
        </p:nvSpPr>
        <p:spPr>
          <a:xfrm>
            <a:off x="2057286" y="1258451"/>
            <a:ext cx="24757" cy="24757"/>
          </a:xfrm>
          <a:prstGeom prst="ellipse">
            <a:avLst/>
          </a:prstGeom>
          <a:solidFill>
            <a:srgbClr val="566AB4">
              <a:alpha val="40000"/>
            </a:srgbClr>
          </a:solidFill>
          <a:ln w="0">
            <a:noFill/>
            <a:prstDash val="solid"/>
          </a:ln>
        </p:spPr>
      </p:sp>
      <p:sp>
        <p:nvSpPr>
          <p:cNvPr id="938" name="LigandSeek2_vs_LigandSeek1_ellipse_6452">
            <a:extLst>
              <a:ext uri="{FF2B5EF4-FFF2-40B4-BE49-F238E27FC236}">
                <a16:creationId xmlns:a16="http://schemas.microsoft.com/office/drawing/2014/main" id="{97A0EF2E-CCAA-4E37-88CF-B1AEF1D7BE04}"/>
              </a:ext>
            </a:extLst>
          </p:cNvPr>
          <p:cNvSpPr>
            <a:spLocks noGrp="1"/>
          </p:cNvSpPr>
          <p:nvPr/>
        </p:nvSpPr>
        <p:spPr>
          <a:xfrm>
            <a:off x="2086415" y="1412037"/>
            <a:ext cx="24757" cy="24757"/>
          </a:xfrm>
          <a:prstGeom prst="ellipse">
            <a:avLst/>
          </a:prstGeom>
          <a:solidFill>
            <a:srgbClr val="566AB4">
              <a:alpha val="40000"/>
            </a:srgbClr>
          </a:solidFill>
          <a:ln w="0">
            <a:noFill/>
            <a:prstDash val="solid"/>
          </a:ln>
        </p:spPr>
      </p:sp>
      <p:sp>
        <p:nvSpPr>
          <p:cNvPr id="939" name="LigandSeek2_vs_LigandSeek1_ellipse_6453">
            <a:extLst>
              <a:ext uri="{FF2B5EF4-FFF2-40B4-BE49-F238E27FC236}">
                <a16:creationId xmlns:a16="http://schemas.microsoft.com/office/drawing/2014/main" id="{8BBB8D14-44AE-42FC-AEA3-F929097BFB3A}"/>
              </a:ext>
            </a:extLst>
          </p:cNvPr>
          <p:cNvSpPr>
            <a:spLocks noGrp="1"/>
          </p:cNvSpPr>
          <p:nvPr/>
        </p:nvSpPr>
        <p:spPr>
          <a:xfrm>
            <a:off x="2022833" y="1237019"/>
            <a:ext cx="24757" cy="24757"/>
          </a:xfrm>
          <a:prstGeom prst="ellipse">
            <a:avLst/>
          </a:prstGeom>
          <a:solidFill>
            <a:srgbClr val="566AB4">
              <a:alpha val="40000"/>
            </a:srgbClr>
          </a:solidFill>
          <a:ln w="0">
            <a:noFill/>
            <a:prstDash val="solid"/>
          </a:ln>
        </p:spPr>
      </p:sp>
      <p:sp>
        <p:nvSpPr>
          <p:cNvPr id="940" name="LigandSeek2_vs_LigandSeek1_ellipse_6454">
            <a:extLst>
              <a:ext uri="{FF2B5EF4-FFF2-40B4-BE49-F238E27FC236}">
                <a16:creationId xmlns:a16="http://schemas.microsoft.com/office/drawing/2014/main" id="{E66E62A0-C06B-45A0-BB4B-4CC45EFC73D5}"/>
              </a:ext>
            </a:extLst>
          </p:cNvPr>
          <p:cNvSpPr>
            <a:spLocks noGrp="1"/>
          </p:cNvSpPr>
          <p:nvPr/>
        </p:nvSpPr>
        <p:spPr>
          <a:xfrm>
            <a:off x="2064534" y="1716141"/>
            <a:ext cx="24757" cy="24757"/>
          </a:xfrm>
          <a:prstGeom prst="ellipse">
            <a:avLst/>
          </a:prstGeom>
          <a:solidFill>
            <a:srgbClr val="566AB4">
              <a:alpha val="40000"/>
            </a:srgbClr>
          </a:solidFill>
          <a:ln w="0">
            <a:noFill/>
            <a:prstDash val="solid"/>
          </a:ln>
        </p:spPr>
      </p:sp>
      <p:sp>
        <p:nvSpPr>
          <p:cNvPr id="941" name="LigandSeek2_vs_LigandSeek1_ellipse_6455">
            <a:extLst>
              <a:ext uri="{FF2B5EF4-FFF2-40B4-BE49-F238E27FC236}">
                <a16:creationId xmlns:a16="http://schemas.microsoft.com/office/drawing/2014/main" id="{DBF8EAB9-32E9-400E-BB75-3054FFDC63FC}"/>
              </a:ext>
            </a:extLst>
          </p:cNvPr>
          <p:cNvSpPr>
            <a:spLocks noGrp="1"/>
          </p:cNvSpPr>
          <p:nvPr/>
        </p:nvSpPr>
        <p:spPr>
          <a:xfrm>
            <a:off x="2055745" y="1367688"/>
            <a:ext cx="24757" cy="24757"/>
          </a:xfrm>
          <a:prstGeom prst="ellipse">
            <a:avLst/>
          </a:prstGeom>
          <a:solidFill>
            <a:srgbClr val="566AB4">
              <a:alpha val="40000"/>
            </a:srgbClr>
          </a:solidFill>
          <a:ln w="0">
            <a:noFill/>
            <a:prstDash val="solid"/>
          </a:ln>
        </p:spPr>
      </p:sp>
      <p:sp>
        <p:nvSpPr>
          <p:cNvPr id="942" name="LigandSeek2_vs_LigandSeek1_ellipse_6456">
            <a:extLst>
              <a:ext uri="{FF2B5EF4-FFF2-40B4-BE49-F238E27FC236}">
                <a16:creationId xmlns:a16="http://schemas.microsoft.com/office/drawing/2014/main" id="{0E1365D7-F832-4E0A-A95F-C9142400FCAD}"/>
              </a:ext>
            </a:extLst>
          </p:cNvPr>
          <p:cNvSpPr>
            <a:spLocks noGrp="1"/>
          </p:cNvSpPr>
          <p:nvPr/>
        </p:nvSpPr>
        <p:spPr>
          <a:xfrm>
            <a:off x="2042579" y="1367688"/>
            <a:ext cx="24757" cy="24757"/>
          </a:xfrm>
          <a:prstGeom prst="ellipse">
            <a:avLst/>
          </a:prstGeom>
          <a:solidFill>
            <a:srgbClr val="566AB4">
              <a:alpha val="40000"/>
            </a:srgbClr>
          </a:solidFill>
          <a:ln w="0">
            <a:noFill/>
            <a:prstDash val="solid"/>
          </a:ln>
        </p:spPr>
      </p:sp>
      <p:sp>
        <p:nvSpPr>
          <p:cNvPr id="943" name="LigandSeek2_vs_LigandSeek1_ellipse_6457">
            <a:extLst>
              <a:ext uri="{FF2B5EF4-FFF2-40B4-BE49-F238E27FC236}">
                <a16:creationId xmlns:a16="http://schemas.microsoft.com/office/drawing/2014/main" id="{7E6469FE-1558-4839-81B8-FE1A90724220}"/>
              </a:ext>
            </a:extLst>
          </p:cNvPr>
          <p:cNvSpPr>
            <a:spLocks noGrp="1"/>
          </p:cNvSpPr>
          <p:nvPr/>
        </p:nvSpPr>
        <p:spPr>
          <a:xfrm>
            <a:off x="2058865" y="845009"/>
            <a:ext cx="24757" cy="24757"/>
          </a:xfrm>
          <a:prstGeom prst="ellipse">
            <a:avLst/>
          </a:prstGeom>
          <a:solidFill>
            <a:srgbClr val="566AB4">
              <a:alpha val="40000"/>
            </a:srgbClr>
          </a:solidFill>
          <a:ln w="0">
            <a:noFill/>
            <a:prstDash val="solid"/>
          </a:ln>
        </p:spPr>
      </p:sp>
      <p:sp>
        <p:nvSpPr>
          <p:cNvPr id="944" name="LigandSeek2_vs_LigandSeek1_ellipse_6458">
            <a:extLst>
              <a:ext uri="{FF2B5EF4-FFF2-40B4-BE49-F238E27FC236}">
                <a16:creationId xmlns:a16="http://schemas.microsoft.com/office/drawing/2014/main" id="{2727BA45-6A5E-4CC9-99EE-A8B9B7584E6F}"/>
              </a:ext>
            </a:extLst>
          </p:cNvPr>
          <p:cNvSpPr>
            <a:spLocks noGrp="1"/>
          </p:cNvSpPr>
          <p:nvPr/>
        </p:nvSpPr>
        <p:spPr>
          <a:xfrm>
            <a:off x="2025636" y="888494"/>
            <a:ext cx="24757" cy="24757"/>
          </a:xfrm>
          <a:prstGeom prst="ellipse">
            <a:avLst/>
          </a:prstGeom>
          <a:solidFill>
            <a:srgbClr val="566AB4">
              <a:alpha val="40000"/>
            </a:srgbClr>
          </a:solidFill>
          <a:ln w="0">
            <a:noFill/>
            <a:prstDash val="solid"/>
          </a:ln>
        </p:spPr>
      </p:sp>
      <p:sp>
        <p:nvSpPr>
          <p:cNvPr id="945" name="LigandSeek2_vs_LigandSeek1_ellipse_6459">
            <a:extLst>
              <a:ext uri="{FF2B5EF4-FFF2-40B4-BE49-F238E27FC236}">
                <a16:creationId xmlns:a16="http://schemas.microsoft.com/office/drawing/2014/main" id="{F5A0F801-73B3-4825-9F03-48BBCE1ABB77}"/>
              </a:ext>
            </a:extLst>
          </p:cNvPr>
          <p:cNvSpPr>
            <a:spLocks noGrp="1"/>
          </p:cNvSpPr>
          <p:nvPr/>
        </p:nvSpPr>
        <p:spPr>
          <a:xfrm>
            <a:off x="2082508" y="1284931"/>
            <a:ext cx="24757" cy="24757"/>
          </a:xfrm>
          <a:prstGeom prst="ellipse">
            <a:avLst/>
          </a:prstGeom>
          <a:solidFill>
            <a:srgbClr val="566AB4">
              <a:alpha val="40000"/>
            </a:srgbClr>
          </a:solidFill>
          <a:ln w="0">
            <a:noFill/>
            <a:prstDash val="solid"/>
          </a:ln>
        </p:spPr>
      </p:sp>
      <p:sp>
        <p:nvSpPr>
          <p:cNvPr id="946" name="LigandSeek2_vs_LigandSeek1_ellipse_6460">
            <a:extLst>
              <a:ext uri="{FF2B5EF4-FFF2-40B4-BE49-F238E27FC236}">
                <a16:creationId xmlns:a16="http://schemas.microsoft.com/office/drawing/2014/main" id="{D0A323BB-4A8D-411E-A3E4-3C5C313DF3C3}"/>
              </a:ext>
            </a:extLst>
          </p:cNvPr>
          <p:cNvSpPr>
            <a:spLocks noGrp="1"/>
          </p:cNvSpPr>
          <p:nvPr/>
        </p:nvSpPr>
        <p:spPr>
          <a:xfrm>
            <a:off x="2081206" y="1719368"/>
            <a:ext cx="24757" cy="24757"/>
          </a:xfrm>
          <a:prstGeom prst="ellipse">
            <a:avLst/>
          </a:prstGeom>
          <a:solidFill>
            <a:srgbClr val="566AB4">
              <a:alpha val="40000"/>
            </a:srgbClr>
          </a:solidFill>
          <a:ln w="0">
            <a:noFill/>
            <a:prstDash val="solid"/>
          </a:ln>
        </p:spPr>
      </p:sp>
      <p:sp>
        <p:nvSpPr>
          <p:cNvPr id="947" name="LigandSeek2_vs_LigandSeek1_ellipse_6461">
            <a:extLst>
              <a:ext uri="{FF2B5EF4-FFF2-40B4-BE49-F238E27FC236}">
                <a16:creationId xmlns:a16="http://schemas.microsoft.com/office/drawing/2014/main" id="{816E8AC3-7823-420D-89FE-7A12261B1C61}"/>
              </a:ext>
            </a:extLst>
          </p:cNvPr>
          <p:cNvSpPr>
            <a:spLocks noGrp="1"/>
          </p:cNvSpPr>
          <p:nvPr/>
        </p:nvSpPr>
        <p:spPr>
          <a:xfrm>
            <a:off x="2020011" y="1890368"/>
            <a:ext cx="24757" cy="24757"/>
          </a:xfrm>
          <a:prstGeom prst="ellipse">
            <a:avLst/>
          </a:prstGeom>
          <a:solidFill>
            <a:srgbClr val="566AB4">
              <a:alpha val="40000"/>
            </a:srgbClr>
          </a:solidFill>
          <a:ln w="0">
            <a:noFill/>
            <a:prstDash val="solid"/>
          </a:ln>
        </p:spPr>
      </p:sp>
      <p:sp>
        <p:nvSpPr>
          <p:cNvPr id="948" name="LigandSeek2_vs_LigandSeek1_ellipse_6462">
            <a:extLst>
              <a:ext uri="{FF2B5EF4-FFF2-40B4-BE49-F238E27FC236}">
                <a16:creationId xmlns:a16="http://schemas.microsoft.com/office/drawing/2014/main" id="{4DA5A9A6-EF15-4A1C-AED6-8BC96DA40904}"/>
              </a:ext>
            </a:extLst>
          </p:cNvPr>
          <p:cNvSpPr>
            <a:spLocks noGrp="1"/>
          </p:cNvSpPr>
          <p:nvPr/>
        </p:nvSpPr>
        <p:spPr>
          <a:xfrm>
            <a:off x="2091909" y="1716141"/>
            <a:ext cx="24757" cy="24757"/>
          </a:xfrm>
          <a:prstGeom prst="ellipse">
            <a:avLst/>
          </a:prstGeom>
          <a:solidFill>
            <a:srgbClr val="566AB4">
              <a:alpha val="40000"/>
            </a:srgbClr>
          </a:solidFill>
          <a:ln w="0">
            <a:noFill/>
            <a:prstDash val="solid"/>
          </a:ln>
        </p:spPr>
      </p:sp>
      <p:sp>
        <p:nvSpPr>
          <p:cNvPr id="949" name="LigandSeek2_vs_LigandSeek1_ellipse_6463">
            <a:extLst>
              <a:ext uri="{FF2B5EF4-FFF2-40B4-BE49-F238E27FC236}">
                <a16:creationId xmlns:a16="http://schemas.microsoft.com/office/drawing/2014/main" id="{A2ECEC17-D9D9-4F22-9D8D-67574AF3A4FE}"/>
              </a:ext>
            </a:extLst>
          </p:cNvPr>
          <p:cNvSpPr>
            <a:spLocks noGrp="1"/>
          </p:cNvSpPr>
          <p:nvPr/>
        </p:nvSpPr>
        <p:spPr>
          <a:xfrm>
            <a:off x="2082591" y="1237019"/>
            <a:ext cx="24757" cy="24757"/>
          </a:xfrm>
          <a:prstGeom prst="ellipse">
            <a:avLst/>
          </a:prstGeom>
          <a:solidFill>
            <a:srgbClr val="566AB4">
              <a:alpha val="40000"/>
            </a:srgbClr>
          </a:solidFill>
          <a:ln w="0">
            <a:noFill/>
            <a:prstDash val="solid"/>
          </a:ln>
        </p:spPr>
      </p:sp>
      <p:sp>
        <p:nvSpPr>
          <p:cNvPr id="950" name="LigandSeek2_vs_LigandSeek1_ellipse_6464">
            <a:extLst>
              <a:ext uri="{FF2B5EF4-FFF2-40B4-BE49-F238E27FC236}">
                <a16:creationId xmlns:a16="http://schemas.microsoft.com/office/drawing/2014/main" id="{1B760E35-BBBA-4F7F-8A35-98FDD97594E1}"/>
              </a:ext>
            </a:extLst>
          </p:cNvPr>
          <p:cNvSpPr>
            <a:spLocks noGrp="1"/>
          </p:cNvSpPr>
          <p:nvPr/>
        </p:nvSpPr>
        <p:spPr>
          <a:xfrm>
            <a:off x="2086493" y="1629028"/>
            <a:ext cx="24757" cy="24757"/>
          </a:xfrm>
          <a:prstGeom prst="ellipse">
            <a:avLst/>
          </a:prstGeom>
          <a:solidFill>
            <a:srgbClr val="566AB4">
              <a:alpha val="40000"/>
            </a:srgbClr>
          </a:solidFill>
          <a:ln w="0">
            <a:noFill/>
            <a:prstDash val="solid"/>
          </a:ln>
        </p:spPr>
      </p:sp>
      <p:sp>
        <p:nvSpPr>
          <p:cNvPr id="951" name="LigandSeek2_vs_LigandSeek1_ellipse_6465">
            <a:extLst>
              <a:ext uri="{FF2B5EF4-FFF2-40B4-BE49-F238E27FC236}">
                <a16:creationId xmlns:a16="http://schemas.microsoft.com/office/drawing/2014/main" id="{C4F27D78-BA4F-4E9C-823D-BEB7012ABE91}"/>
              </a:ext>
            </a:extLst>
          </p:cNvPr>
          <p:cNvSpPr>
            <a:spLocks noGrp="1"/>
          </p:cNvSpPr>
          <p:nvPr/>
        </p:nvSpPr>
        <p:spPr>
          <a:xfrm>
            <a:off x="2019277" y="1890368"/>
            <a:ext cx="24757" cy="24757"/>
          </a:xfrm>
          <a:prstGeom prst="ellipse">
            <a:avLst/>
          </a:prstGeom>
          <a:solidFill>
            <a:srgbClr val="566AB4">
              <a:alpha val="40000"/>
            </a:srgbClr>
          </a:solidFill>
          <a:ln w="0">
            <a:noFill/>
            <a:prstDash val="solid"/>
          </a:ln>
        </p:spPr>
      </p:sp>
      <p:sp>
        <p:nvSpPr>
          <p:cNvPr id="952" name="LigandSeek2_vs_LigandSeek1_ellipse_6466">
            <a:extLst>
              <a:ext uri="{FF2B5EF4-FFF2-40B4-BE49-F238E27FC236}">
                <a16:creationId xmlns:a16="http://schemas.microsoft.com/office/drawing/2014/main" id="{9E7976B1-8B60-4533-AE10-8885F232E74C}"/>
              </a:ext>
            </a:extLst>
          </p:cNvPr>
          <p:cNvSpPr>
            <a:spLocks noGrp="1"/>
          </p:cNvSpPr>
          <p:nvPr/>
        </p:nvSpPr>
        <p:spPr>
          <a:xfrm>
            <a:off x="2035971" y="1855522"/>
            <a:ext cx="24757" cy="24757"/>
          </a:xfrm>
          <a:prstGeom prst="ellipse">
            <a:avLst/>
          </a:prstGeom>
          <a:solidFill>
            <a:srgbClr val="566AB4">
              <a:alpha val="40000"/>
            </a:srgbClr>
          </a:solidFill>
          <a:ln w="0">
            <a:noFill/>
            <a:prstDash val="solid"/>
          </a:ln>
        </p:spPr>
      </p:sp>
      <p:sp>
        <p:nvSpPr>
          <p:cNvPr id="953" name="LigandSeek2_vs_LigandSeek1_ellipse_6467">
            <a:extLst>
              <a:ext uri="{FF2B5EF4-FFF2-40B4-BE49-F238E27FC236}">
                <a16:creationId xmlns:a16="http://schemas.microsoft.com/office/drawing/2014/main" id="{3C1D6916-30F8-4815-BC84-EA552C4282EF}"/>
              </a:ext>
            </a:extLst>
          </p:cNvPr>
          <p:cNvSpPr>
            <a:spLocks noGrp="1"/>
          </p:cNvSpPr>
          <p:nvPr/>
        </p:nvSpPr>
        <p:spPr>
          <a:xfrm>
            <a:off x="2030127" y="1670826"/>
            <a:ext cx="24757" cy="24757"/>
          </a:xfrm>
          <a:prstGeom prst="ellipse">
            <a:avLst/>
          </a:prstGeom>
          <a:solidFill>
            <a:srgbClr val="566AB4">
              <a:alpha val="40000"/>
            </a:srgbClr>
          </a:solidFill>
          <a:ln w="0">
            <a:noFill/>
            <a:prstDash val="solid"/>
          </a:ln>
        </p:spPr>
      </p:sp>
      <p:sp>
        <p:nvSpPr>
          <p:cNvPr id="954" name="LigandSeek2_vs_LigandSeek1_ellipse_6468">
            <a:extLst>
              <a:ext uri="{FF2B5EF4-FFF2-40B4-BE49-F238E27FC236}">
                <a16:creationId xmlns:a16="http://schemas.microsoft.com/office/drawing/2014/main" id="{87597056-2433-4099-9592-E4B72B9F34C3}"/>
              </a:ext>
            </a:extLst>
          </p:cNvPr>
          <p:cNvSpPr>
            <a:spLocks noGrp="1"/>
          </p:cNvSpPr>
          <p:nvPr/>
        </p:nvSpPr>
        <p:spPr>
          <a:xfrm>
            <a:off x="2020481" y="1835789"/>
            <a:ext cx="24757" cy="24757"/>
          </a:xfrm>
          <a:prstGeom prst="ellipse">
            <a:avLst/>
          </a:prstGeom>
          <a:solidFill>
            <a:srgbClr val="566AB4">
              <a:alpha val="40000"/>
            </a:srgbClr>
          </a:solidFill>
          <a:ln w="0">
            <a:noFill/>
            <a:prstDash val="solid"/>
          </a:ln>
        </p:spPr>
      </p:sp>
      <p:sp>
        <p:nvSpPr>
          <p:cNvPr id="955" name="LigandSeek2_vs_LigandSeek1_ellipse_6469">
            <a:extLst>
              <a:ext uri="{FF2B5EF4-FFF2-40B4-BE49-F238E27FC236}">
                <a16:creationId xmlns:a16="http://schemas.microsoft.com/office/drawing/2014/main" id="{336B6182-74F8-474F-AB70-0969317718A6}"/>
              </a:ext>
            </a:extLst>
          </p:cNvPr>
          <p:cNvSpPr>
            <a:spLocks noGrp="1"/>
          </p:cNvSpPr>
          <p:nvPr/>
        </p:nvSpPr>
        <p:spPr>
          <a:xfrm>
            <a:off x="2031271" y="845009"/>
            <a:ext cx="24757" cy="24757"/>
          </a:xfrm>
          <a:prstGeom prst="ellipse">
            <a:avLst/>
          </a:prstGeom>
          <a:solidFill>
            <a:srgbClr val="566AB4">
              <a:alpha val="40000"/>
            </a:srgbClr>
          </a:solidFill>
          <a:ln w="0">
            <a:noFill/>
            <a:prstDash val="solid"/>
          </a:ln>
        </p:spPr>
      </p:sp>
      <p:sp>
        <p:nvSpPr>
          <p:cNvPr id="956" name="LigandSeek2_vs_LigandSeek1_ellipse_6470">
            <a:extLst>
              <a:ext uri="{FF2B5EF4-FFF2-40B4-BE49-F238E27FC236}">
                <a16:creationId xmlns:a16="http://schemas.microsoft.com/office/drawing/2014/main" id="{04C0E952-E8E1-4130-AC75-62B30D66723E}"/>
              </a:ext>
            </a:extLst>
          </p:cNvPr>
          <p:cNvSpPr>
            <a:spLocks noGrp="1"/>
          </p:cNvSpPr>
          <p:nvPr/>
        </p:nvSpPr>
        <p:spPr>
          <a:xfrm>
            <a:off x="2050290" y="1890368"/>
            <a:ext cx="24757" cy="24757"/>
          </a:xfrm>
          <a:prstGeom prst="ellipse">
            <a:avLst/>
          </a:prstGeom>
          <a:solidFill>
            <a:srgbClr val="566AB4">
              <a:alpha val="40000"/>
            </a:srgbClr>
          </a:solidFill>
          <a:ln w="0">
            <a:noFill/>
            <a:prstDash val="solid"/>
          </a:ln>
        </p:spPr>
      </p:sp>
      <p:sp>
        <p:nvSpPr>
          <p:cNvPr id="957" name="LigandSeek2_vs_LigandSeek1_ellipse_6471">
            <a:extLst>
              <a:ext uri="{FF2B5EF4-FFF2-40B4-BE49-F238E27FC236}">
                <a16:creationId xmlns:a16="http://schemas.microsoft.com/office/drawing/2014/main" id="{5E669FF7-90F5-403A-944D-C9161E3BC7A6}"/>
              </a:ext>
            </a:extLst>
          </p:cNvPr>
          <p:cNvSpPr>
            <a:spLocks noGrp="1"/>
          </p:cNvSpPr>
          <p:nvPr/>
        </p:nvSpPr>
        <p:spPr>
          <a:xfrm>
            <a:off x="2084879" y="1701751"/>
            <a:ext cx="24757" cy="24757"/>
          </a:xfrm>
          <a:prstGeom prst="ellipse">
            <a:avLst/>
          </a:prstGeom>
          <a:solidFill>
            <a:srgbClr val="566AB4">
              <a:alpha val="40000"/>
            </a:srgbClr>
          </a:solidFill>
          <a:ln w="0">
            <a:noFill/>
            <a:prstDash val="solid"/>
          </a:ln>
        </p:spPr>
      </p:sp>
      <p:sp>
        <p:nvSpPr>
          <p:cNvPr id="958" name="LigandSeek2_vs_LigandSeek1_ellipse_6472">
            <a:extLst>
              <a:ext uri="{FF2B5EF4-FFF2-40B4-BE49-F238E27FC236}">
                <a16:creationId xmlns:a16="http://schemas.microsoft.com/office/drawing/2014/main" id="{C66C4A64-9F7E-49EE-AA73-C25E73F3E3B5}"/>
              </a:ext>
            </a:extLst>
          </p:cNvPr>
          <p:cNvSpPr>
            <a:spLocks noGrp="1"/>
          </p:cNvSpPr>
          <p:nvPr/>
        </p:nvSpPr>
        <p:spPr>
          <a:xfrm>
            <a:off x="2032604" y="1890368"/>
            <a:ext cx="24757" cy="24757"/>
          </a:xfrm>
          <a:prstGeom prst="ellipse">
            <a:avLst/>
          </a:prstGeom>
          <a:solidFill>
            <a:srgbClr val="566AB4">
              <a:alpha val="40000"/>
            </a:srgbClr>
          </a:solidFill>
          <a:ln w="0">
            <a:noFill/>
            <a:prstDash val="solid"/>
          </a:ln>
        </p:spPr>
      </p:sp>
      <p:sp>
        <p:nvSpPr>
          <p:cNvPr id="959" name="LigandSeek2_vs_LigandSeek1_ellipse_6473">
            <a:extLst>
              <a:ext uri="{FF2B5EF4-FFF2-40B4-BE49-F238E27FC236}">
                <a16:creationId xmlns:a16="http://schemas.microsoft.com/office/drawing/2014/main" id="{EE8415E4-7F05-4F6E-AEAC-320D77CC878F}"/>
              </a:ext>
            </a:extLst>
          </p:cNvPr>
          <p:cNvSpPr>
            <a:spLocks noGrp="1"/>
          </p:cNvSpPr>
          <p:nvPr/>
        </p:nvSpPr>
        <p:spPr>
          <a:xfrm>
            <a:off x="2074560" y="1716141"/>
            <a:ext cx="24757" cy="24757"/>
          </a:xfrm>
          <a:prstGeom prst="ellipse">
            <a:avLst/>
          </a:prstGeom>
          <a:solidFill>
            <a:srgbClr val="566AB4">
              <a:alpha val="40000"/>
            </a:srgbClr>
          </a:solidFill>
          <a:ln w="0">
            <a:noFill/>
            <a:prstDash val="solid"/>
          </a:ln>
        </p:spPr>
      </p:sp>
      <p:sp>
        <p:nvSpPr>
          <p:cNvPr id="960" name="LigandSeek2_vs_LigandSeek1_ellipse_6474">
            <a:extLst>
              <a:ext uri="{FF2B5EF4-FFF2-40B4-BE49-F238E27FC236}">
                <a16:creationId xmlns:a16="http://schemas.microsoft.com/office/drawing/2014/main" id="{10DF2775-D3C2-446E-97EA-4BB304D2FA69}"/>
              </a:ext>
            </a:extLst>
          </p:cNvPr>
          <p:cNvSpPr>
            <a:spLocks noGrp="1"/>
          </p:cNvSpPr>
          <p:nvPr/>
        </p:nvSpPr>
        <p:spPr>
          <a:xfrm>
            <a:off x="2062437" y="1629028"/>
            <a:ext cx="24757" cy="24757"/>
          </a:xfrm>
          <a:prstGeom prst="ellipse">
            <a:avLst/>
          </a:prstGeom>
          <a:solidFill>
            <a:srgbClr val="566AB4">
              <a:alpha val="40000"/>
            </a:srgbClr>
          </a:solidFill>
          <a:ln w="0">
            <a:noFill/>
            <a:prstDash val="solid"/>
          </a:ln>
        </p:spPr>
      </p:sp>
      <p:sp>
        <p:nvSpPr>
          <p:cNvPr id="961" name="LigandSeek2_vs_LigandSeek1_ellipse_6475">
            <a:extLst>
              <a:ext uri="{FF2B5EF4-FFF2-40B4-BE49-F238E27FC236}">
                <a16:creationId xmlns:a16="http://schemas.microsoft.com/office/drawing/2014/main" id="{6A83D916-FEBA-41F9-8CEA-605D8D83A195}"/>
              </a:ext>
            </a:extLst>
          </p:cNvPr>
          <p:cNvSpPr>
            <a:spLocks noGrp="1"/>
          </p:cNvSpPr>
          <p:nvPr/>
        </p:nvSpPr>
        <p:spPr>
          <a:xfrm>
            <a:off x="2023913" y="1890368"/>
            <a:ext cx="24757" cy="24757"/>
          </a:xfrm>
          <a:prstGeom prst="ellipse">
            <a:avLst/>
          </a:prstGeom>
          <a:solidFill>
            <a:srgbClr val="566AB4">
              <a:alpha val="40000"/>
            </a:srgbClr>
          </a:solidFill>
          <a:ln w="0">
            <a:noFill/>
            <a:prstDash val="solid"/>
          </a:ln>
        </p:spPr>
      </p:sp>
      <p:sp>
        <p:nvSpPr>
          <p:cNvPr id="962" name="LigandSeek2_vs_LigandSeek1_ellipse_6476">
            <a:extLst>
              <a:ext uri="{FF2B5EF4-FFF2-40B4-BE49-F238E27FC236}">
                <a16:creationId xmlns:a16="http://schemas.microsoft.com/office/drawing/2014/main" id="{81C2307B-A0A3-408F-AB2E-B790C5CE161E}"/>
              </a:ext>
            </a:extLst>
          </p:cNvPr>
          <p:cNvSpPr>
            <a:spLocks noGrp="1"/>
          </p:cNvSpPr>
          <p:nvPr/>
        </p:nvSpPr>
        <p:spPr>
          <a:xfrm>
            <a:off x="2058506" y="1890368"/>
            <a:ext cx="24757" cy="24757"/>
          </a:xfrm>
          <a:prstGeom prst="ellipse">
            <a:avLst/>
          </a:prstGeom>
          <a:solidFill>
            <a:srgbClr val="566AB4">
              <a:alpha val="40000"/>
            </a:srgbClr>
          </a:solidFill>
          <a:ln w="0">
            <a:noFill/>
            <a:prstDash val="solid"/>
          </a:ln>
        </p:spPr>
      </p:sp>
      <p:sp>
        <p:nvSpPr>
          <p:cNvPr id="963" name="LigandSeek2_vs_LigandSeek1_ellipse_6477">
            <a:extLst>
              <a:ext uri="{FF2B5EF4-FFF2-40B4-BE49-F238E27FC236}">
                <a16:creationId xmlns:a16="http://schemas.microsoft.com/office/drawing/2014/main" id="{DA09A032-DA0B-456C-BEF9-65BCDEDF03C9}"/>
              </a:ext>
            </a:extLst>
          </p:cNvPr>
          <p:cNvSpPr>
            <a:spLocks noGrp="1"/>
          </p:cNvSpPr>
          <p:nvPr/>
        </p:nvSpPr>
        <p:spPr>
          <a:xfrm>
            <a:off x="2044055" y="845009"/>
            <a:ext cx="24757" cy="24757"/>
          </a:xfrm>
          <a:prstGeom prst="ellipse">
            <a:avLst/>
          </a:prstGeom>
          <a:solidFill>
            <a:srgbClr val="566AB4">
              <a:alpha val="40000"/>
            </a:srgbClr>
          </a:solidFill>
          <a:ln w="0">
            <a:noFill/>
            <a:prstDash val="solid"/>
          </a:ln>
        </p:spPr>
      </p:sp>
      <p:sp>
        <p:nvSpPr>
          <p:cNvPr id="964" name="LigandSeek2_vs_LigandSeek1_ellipse_6478">
            <a:extLst>
              <a:ext uri="{FF2B5EF4-FFF2-40B4-BE49-F238E27FC236}">
                <a16:creationId xmlns:a16="http://schemas.microsoft.com/office/drawing/2014/main" id="{73E67896-4485-4D18-A6A3-C01CD94DFE90}"/>
              </a:ext>
            </a:extLst>
          </p:cNvPr>
          <p:cNvSpPr>
            <a:spLocks noGrp="1"/>
          </p:cNvSpPr>
          <p:nvPr/>
        </p:nvSpPr>
        <p:spPr>
          <a:xfrm>
            <a:off x="2051676" y="845009"/>
            <a:ext cx="24757" cy="24757"/>
          </a:xfrm>
          <a:prstGeom prst="ellipse">
            <a:avLst/>
          </a:prstGeom>
          <a:solidFill>
            <a:srgbClr val="566AB4">
              <a:alpha val="40000"/>
            </a:srgbClr>
          </a:solidFill>
          <a:ln w="0">
            <a:noFill/>
            <a:prstDash val="solid"/>
          </a:ln>
        </p:spPr>
      </p:sp>
      <p:sp>
        <p:nvSpPr>
          <p:cNvPr id="965" name="LigandSeek2_vs_LigandSeek1_ellipse_6479">
            <a:extLst>
              <a:ext uri="{FF2B5EF4-FFF2-40B4-BE49-F238E27FC236}">
                <a16:creationId xmlns:a16="http://schemas.microsoft.com/office/drawing/2014/main" id="{9F9FDF76-C552-41A1-87A2-E0C9BD890FBC}"/>
              </a:ext>
            </a:extLst>
          </p:cNvPr>
          <p:cNvSpPr>
            <a:spLocks noGrp="1"/>
          </p:cNvSpPr>
          <p:nvPr/>
        </p:nvSpPr>
        <p:spPr>
          <a:xfrm>
            <a:off x="2035092" y="975679"/>
            <a:ext cx="24757" cy="24757"/>
          </a:xfrm>
          <a:prstGeom prst="ellipse">
            <a:avLst/>
          </a:prstGeom>
          <a:solidFill>
            <a:srgbClr val="566AB4">
              <a:alpha val="40000"/>
            </a:srgbClr>
          </a:solidFill>
          <a:ln w="0">
            <a:noFill/>
            <a:prstDash val="solid"/>
          </a:ln>
        </p:spPr>
      </p:sp>
      <p:sp>
        <p:nvSpPr>
          <p:cNvPr id="966" name="LigandSeek2_vs_LigandSeek1_ellipse_6480">
            <a:extLst>
              <a:ext uri="{FF2B5EF4-FFF2-40B4-BE49-F238E27FC236}">
                <a16:creationId xmlns:a16="http://schemas.microsoft.com/office/drawing/2014/main" id="{91D3B5EB-C798-4C3F-A54C-1FB948F72801}"/>
              </a:ext>
            </a:extLst>
          </p:cNvPr>
          <p:cNvSpPr>
            <a:spLocks noGrp="1"/>
          </p:cNvSpPr>
          <p:nvPr/>
        </p:nvSpPr>
        <p:spPr>
          <a:xfrm>
            <a:off x="2084190" y="1774217"/>
            <a:ext cx="24757" cy="24757"/>
          </a:xfrm>
          <a:prstGeom prst="ellipse">
            <a:avLst/>
          </a:prstGeom>
          <a:solidFill>
            <a:srgbClr val="566AB4">
              <a:alpha val="40000"/>
            </a:srgbClr>
          </a:solidFill>
          <a:ln w="0">
            <a:noFill/>
            <a:prstDash val="solid"/>
          </a:ln>
        </p:spPr>
      </p:sp>
      <p:sp>
        <p:nvSpPr>
          <p:cNvPr id="967" name="LigandSeek2_vs_LigandSeek1_ellipse_6481">
            <a:extLst>
              <a:ext uri="{FF2B5EF4-FFF2-40B4-BE49-F238E27FC236}">
                <a16:creationId xmlns:a16="http://schemas.microsoft.com/office/drawing/2014/main" id="{0E4EE5F0-57CB-4E4F-8125-8C164F86C1E0}"/>
              </a:ext>
            </a:extLst>
          </p:cNvPr>
          <p:cNvSpPr>
            <a:spLocks noGrp="1"/>
          </p:cNvSpPr>
          <p:nvPr/>
        </p:nvSpPr>
        <p:spPr>
          <a:xfrm>
            <a:off x="2045680" y="1367688"/>
            <a:ext cx="24757" cy="24757"/>
          </a:xfrm>
          <a:prstGeom prst="ellipse">
            <a:avLst/>
          </a:prstGeom>
          <a:solidFill>
            <a:srgbClr val="566AB4">
              <a:alpha val="40000"/>
            </a:srgbClr>
          </a:solidFill>
          <a:ln w="0">
            <a:noFill/>
            <a:prstDash val="solid"/>
          </a:ln>
        </p:spPr>
      </p:sp>
      <p:sp>
        <p:nvSpPr>
          <p:cNvPr id="968" name="LigandSeek2_vs_LigandSeek1_ellipse_6482">
            <a:extLst>
              <a:ext uri="{FF2B5EF4-FFF2-40B4-BE49-F238E27FC236}">
                <a16:creationId xmlns:a16="http://schemas.microsoft.com/office/drawing/2014/main" id="{FEC06BC8-3894-40CB-9B7B-41EFAA059655}"/>
              </a:ext>
            </a:extLst>
          </p:cNvPr>
          <p:cNvSpPr>
            <a:spLocks noGrp="1"/>
          </p:cNvSpPr>
          <p:nvPr/>
        </p:nvSpPr>
        <p:spPr>
          <a:xfrm>
            <a:off x="2021134" y="845009"/>
            <a:ext cx="24757" cy="24757"/>
          </a:xfrm>
          <a:prstGeom prst="ellipse">
            <a:avLst/>
          </a:prstGeom>
          <a:solidFill>
            <a:srgbClr val="566AB4">
              <a:alpha val="40000"/>
            </a:srgbClr>
          </a:solidFill>
          <a:ln w="0">
            <a:noFill/>
            <a:prstDash val="solid"/>
          </a:ln>
        </p:spPr>
      </p:sp>
      <p:sp>
        <p:nvSpPr>
          <p:cNvPr id="969" name="LigandSeek2_vs_LigandSeek1_ellipse_6483">
            <a:extLst>
              <a:ext uri="{FF2B5EF4-FFF2-40B4-BE49-F238E27FC236}">
                <a16:creationId xmlns:a16="http://schemas.microsoft.com/office/drawing/2014/main" id="{B3C60595-6B01-47AA-975B-11B5CC2A098C}"/>
              </a:ext>
            </a:extLst>
          </p:cNvPr>
          <p:cNvSpPr>
            <a:spLocks noGrp="1"/>
          </p:cNvSpPr>
          <p:nvPr/>
        </p:nvSpPr>
        <p:spPr>
          <a:xfrm>
            <a:off x="2041261" y="1072512"/>
            <a:ext cx="24757" cy="24757"/>
          </a:xfrm>
          <a:prstGeom prst="ellipse">
            <a:avLst/>
          </a:prstGeom>
          <a:solidFill>
            <a:srgbClr val="566AB4">
              <a:alpha val="40000"/>
            </a:srgbClr>
          </a:solidFill>
          <a:ln w="0">
            <a:noFill/>
            <a:prstDash val="solid"/>
          </a:ln>
        </p:spPr>
      </p:sp>
      <p:sp>
        <p:nvSpPr>
          <p:cNvPr id="970" name="LigandSeek2_vs_LigandSeek1_ellipse_6484">
            <a:extLst>
              <a:ext uri="{FF2B5EF4-FFF2-40B4-BE49-F238E27FC236}">
                <a16:creationId xmlns:a16="http://schemas.microsoft.com/office/drawing/2014/main" id="{2757BA43-D73B-436E-84BD-26E9B93469EA}"/>
              </a:ext>
            </a:extLst>
          </p:cNvPr>
          <p:cNvSpPr>
            <a:spLocks noGrp="1"/>
          </p:cNvSpPr>
          <p:nvPr/>
        </p:nvSpPr>
        <p:spPr>
          <a:xfrm>
            <a:off x="2041465" y="845009"/>
            <a:ext cx="24757" cy="24757"/>
          </a:xfrm>
          <a:prstGeom prst="ellipse">
            <a:avLst/>
          </a:prstGeom>
          <a:solidFill>
            <a:srgbClr val="566AB4">
              <a:alpha val="40000"/>
            </a:srgbClr>
          </a:solidFill>
          <a:ln w="0">
            <a:noFill/>
            <a:prstDash val="solid"/>
          </a:ln>
        </p:spPr>
      </p:sp>
      <p:sp>
        <p:nvSpPr>
          <p:cNvPr id="971" name="LigandSeek2_vs_LigandSeek1_ellipse_6485">
            <a:extLst>
              <a:ext uri="{FF2B5EF4-FFF2-40B4-BE49-F238E27FC236}">
                <a16:creationId xmlns:a16="http://schemas.microsoft.com/office/drawing/2014/main" id="{D6280D30-97EE-4317-8BB9-02C340679A36}"/>
              </a:ext>
            </a:extLst>
          </p:cNvPr>
          <p:cNvSpPr>
            <a:spLocks noGrp="1"/>
          </p:cNvSpPr>
          <p:nvPr/>
        </p:nvSpPr>
        <p:spPr>
          <a:xfrm>
            <a:off x="2026070" y="845009"/>
            <a:ext cx="24757" cy="24757"/>
          </a:xfrm>
          <a:prstGeom prst="ellipse">
            <a:avLst/>
          </a:prstGeom>
          <a:solidFill>
            <a:srgbClr val="566AB4">
              <a:alpha val="40000"/>
            </a:srgbClr>
          </a:solidFill>
          <a:ln w="0">
            <a:noFill/>
            <a:prstDash val="solid"/>
          </a:ln>
        </p:spPr>
      </p:sp>
      <p:sp>
        <p:nvSpPr>
          <p:cNvPr id="972" name="LigandSeek2_vs_LigandSeek1_ellipse_6486">
            <a:extLst>
              <a:ext uri="{FF2B5EF4-FFF2-40B4-BE49-F238E27FC236}">
                <a16:creationId xmlns:a16="http://schemas.microsoft.com/office/drawing/2014/main" id="{8EC83E89-520D-448D-9811-28065B322C3B}"/>
              </a:ext>
            </a:extLst>
          </p:cNvPr>
          <p:cNvSpPr>
            <a:spLocks noGrp="1"/>
          </p:cNvSpPr>
          <p:nvPr/>
        </p:nvSpPr>
        <p:spPr>
          <a:xfrm>
            <a:off x="2091760" y="1679712"/>
            <a:ext cx="24757" cy="24757"/>
          </a:xfrm>
          <a:prstGeom prst="ellipse">
            <a:avLst/>
          </a:prstGeom>
          <a:solidFill>
            <a:srgbClr val="566AB4">
              <a:alpha val="40000"/>
            </a:srgbClr>
          </a:solidFill>
          <a:ln w="0">
            <a:noFill/>
            <a:prstDash val="solid"/>
          </a:ln>
        </p:spPr>
      </p:sp>
      <p:sp>
        <p:nvSpPr>
          <p:cNvPr id="973" name="LigandSeek2_vs_LigandSeek1_ellipse_6487">
            <a:extLst>
              <a:ext uri="{FF2B5EF4-FFF2-40B4-BE49-F238E27FC236}">
                <a16:creationId xmlns:a16="http://schemas.microsoft.com/office/drawing/2014/main" id="{D8CD94F9-9F89-4512-B8C5-AC636BE01038}"/>
              </a:ext>
            </a:extLst>
          </p:cNvPr>
          <p:cNvSpPr>
            <a:spLocks noGrp="1"/>
          </p:cNvSpPr>
          <p:nvPr/>
        </p:nvSpPr>
        <p:spPr>
          <a:xfrm>
            <a:off x="2061766" y="1716141"/>
            <a:ext cx="24757" cy="24757"/>
          </a:xfrm>
          <a:prstGeom prst="ellipse">
            <a:avLst/>
          </a:prstGeom>
          <a:solidFill>
            <a:srgbClr val="566AB4">
              <a:alpha val="40000"/>
            </a:srgbClr>
          </a:solidFill>
          <a:ln w="0">
            <a:noFill/>
            <a:prstDash val="solid"/>
          </a:ln>
        </p:spPr>
      </p:sp>
      <p:sp>
        <p:nvSpPr>
          <p:cNvPr id="974" name="LigandSeek2_vs_LigandSeek1_ellipse_6488">
            <a:extLst>
              <a:ext uri="{FF2B5EF4-FFF2-40B4-BE49-F238E27FC236}">
                <a16:creationId xmlns:a16="http://schemas.microsoft.com/office/drawing/2014/main" id="{CE4AC2AD-3C00-437A-9BC2-933088CAA82B}"/>
              </a:ext>
            </a:extLst>
          </p:cNvPr>
          <p:cNvSpPr>
            <a:spLocks noGrp="1"/>
          </p:cNvSpPr>
          <p:nvPr/>
        </p:nvSpPr>
        <p:spPr>
          <a:xfrm>
            <a:off x="2017402" y="1367688"/>
            <a:ext cx="24757" cy="24757"/>
          </a:xfrm>
          <a:prstGeom prst="ellipse">
            <a:avLst/>
          </a:prstGeom>
          <a:solidFill>
            <a:srgbClr val="566AB4">
              <a:alpha val="40000"/>
            </a:srgbClr>
          </a:solidFill>
          <a:ln w="0">
            <a:noFill/>
            <a:prstDash val="solid"/>
          </a:ln>
        </p:spPr>
      </p:sp>
      <p:sp>
        <p:nvSpPr>
          <p:cNvPr id="975" name="LigandSeek2_vs_LigandSeek1_ellipse_6489">
            <a:extLst>
              <a:ext uri="{FF2B5EF4-FFF2-40B4-BE49-F238E27FC236}">
                <a16:creationId xmlns:a16="http://schemas.microsoft.com/office/drawing/2014/main" id="{6DE2A690-514C-4036-ACEB-676C9327C8CD}"/>
              </a:ext>
            </a:extLst>
          </p:cNvPr>
          <p:cNvSpPr>
            <a:spLocks noGrp="1"/>
          </p:cNvSpPr>
          <p:nvPr/>
        </p:nvSpPr>
        <p:spPr>
          <a:xfrm>
            <a:off x="2094153" y="1106349"/>
            <a:ext cx="24757" cy="24757"/>
          </a:xfrm>
          <a:prstGeom prst="ellipse">
            <a:avLst/>
          </a:prstGeom>
          <a:solidFill>
            <a:srgbClr val="566AB4">
              <a:alpha val="40000"/>
            </a:srgbClr>
          </a:solidFill>
          <a:ln w="0">
            <a:noFill/>
            <a:prstDash val="solid"/>
          </a:ln>
        </p:spPr>
      </p:sp>
      <p:sp>
        <p:nvSpPr>
          <p:cNvPr id="976" name="LigandSeek2_vs_LigandSeek1_ellipse_6490">
            <a:extLst>
              <a:ext uri="{FF2B5EF4-FFF2-40B4-BE49-F238E27FC236}">
                <a16:creationId xmlns:a16="http://schemas.microsoft.com/office/drawing/2014/main" id="{1C2D59BC-61C8-4E97-AE2B-DAB55E86808A}"/>
              </a:ext>
            </a:extLst>
          </p:cNvPr>
          <p:cNvSpPr>
            <a:spLocks noGrp="1"/>
          </p:cNvSpPr>
          <p:nvPr/>
        </p:nvSpPr>
        <p:spPr>
          <a:xfrm>
            <a:off x="2014987" y="1890368"/>
            <a:ext cx="24757" cy="24757"/>
          </a:xfrm>
          <a:prstGeom prst="ellipse">
            <a:avLst/>
          </a:prstGeom>
          <a:solidFill>
            <a:srgbClr val="566AB4">
              <a:alpha val="40000"/>
            </a:srgbClr>
          </a:solidFill>
          <a:ln w="0">
            <a:noFill/>
            <a:prstDash val="solid"/>
          </a:ln>
        </p:spPr>
      </p:sp>
      <p:sp>
        <p:nvSpPr>
          <p:cNvPr id="977" name="LigandSeek2_vs_LigandSeek1_ellipse_6491">
            <a:extLst>
              <a:ext uri="{FF2B5EF4-FFF2-40B4-BE49-F238E27FC236}">
                <a16:creationId xmlns:a16="http://schemas.microsoft.com/office/drawing/2014/main" id="{6A516DC0-0E01-4709-8A8E-9D4E38009FA5}"/>
              </a:ext>
            </a:extLst>
          </p:cNvPr>
          <p:cNvSpPr>
            <a:spLocks noGrp="1"/>
          </p:cNvSpPr>
          <p:nvPr/>
        </p:nvSpPr>
        <p:spPr>
          <a:xfrm>
            <a:off x="2079480" y="1890368"/>
            <a:ext cx="24757" cy="24757"/>
          </a:xfrm>
          <a:prstGeom prst="ellipse">
            <a:avLst/>
          </a:prstGeom>
          <a:solidFill>
            <a:srgbClr val="566AB4">
              <a:alpha val="40000"/>
            </a:srgbClr>
          </a:solidFill>
          <a:ln w="0">
            <a:noFill/>
            <a:prstDash val="solid"/>
          </a:ln>
        </p:spPr>
      </p:sp>
      <p:sp>
        <p:nvSpPr>
          <p:cNvPr id="978" name="LigandSeek2_vs_LigandSeek1_ellipse_6492">
            <a:extLst>
              <a:ext uri="{FF2B5EF4-FFF2-40B4-BE49-F238E27FC236}">
                <a16:creationId xmlns:a16="http://schemas.microsoft.com/office/drawing/2014/main" id="{65EF9823-BA70-47DD-9A8B-F00CB953D687}"/>
              </a:ext>
            </a:extLst>
          </p:cNvPr>
          <p:cNvSpPr>
            <a:spLocks noGrp="1"/>
          </p:cNvSpPr>
          <p:nvPr/>
        </p:nvSpPr>
        <p:spPr>
          <a:xfrm>
            <a:off x="2034825" y="1299547"/>
            <a:ext cx="24757" cy="24757"/>
          </a:xfrm>
          <a:prstGeom prst="ellipse">
            <a:avLst/>
          </a:prstGeom>
          <a:solidFill>
            <a:srgbClr val="566AB4">
              <a:alpha val="40000"/>
            </a:srgbClr>
          </a:solidFill>
          <a:ln w="0">
            <a:noFill/>
            <a:prstDash val="solid"/>
          </a:ln>
        </p:spPr>
      </p:sp>
      <p:sp>
        <p:nvSpPr>
          <p:cNvPr id="979" name="LigandSeek2_vs_LigandSeek1_ellipse_6493">
            <a:extLst>
              <a:ext uri="{FF2B5EF4-FFF2-40B4-BE49-F238E27FC236}">
                <a16:creationId xmlns:a16="http://schemas.microsoft.com/office/drawing/2014/main" id="{8DB8293D-AB5E-415A-9462-529A8BBC4A32}"/>
              </a:ext>
            </a:extLst>
          </p:cNvPr>
          <p:cNvSpPr>
            <a:spLocks noGrp="1"/>
          </p:cNvSpPr>
          <p:nvPr/>
        </p:nvSpPr>
        <p:spPr>
          <a:xfrm>
            <a:off x="2035199" y="1699254"/>
            <a:ext cx="24757" cy="24757"/>
          </a:xfrm>
          <a:prstGeom prst="ellipse">
            <a:avLst/>
          </a:prstGeom>
          <a:solidFill>
            <a:srgbClr val="566AB4">
              <a:alpha val="40000"/>
            </a:srgbClr>
          </a:solidFill>
          <a:ln w="0">
            <a:noFill/>
            <a:prstDash val="solid"/>
          </a:ln>
        </p:spPr>
      </p:sp>
      <p:sp>
        <p:nvSpPr>
          <p:cNvPr id="980" name="LigandSeek2_vs_LigandSeek1_ellipse_6494">
            <a:extLst>
              <a:ext uri="{FF2B5EF4-FFF2-40B4-BE49-F238E27FC236}">
                <a16:creationId xmlns:a16="http://schemas.microsoft.com/office/drawing/2014/main" id="{0D04D95F-5B52-40A5-8C10-0547ACBBC0CF}"/>
              </a:ext>
            </a:extLst>
          </p:cNvPr>
          <p:cNvSpPr>
            <a:spLocks noGrp="1"/>
          </p:cNvSpPr>
          <p:nvPr/>
        </p:nvSpPr>
        <p:spPr>
          <a:xfrm>
            <a:off x="2082372" y="1250626"/>
            <a:ext cx="24757" cy="24757"/>
          </a:xfrm>
          <a:prstGeom prst="ellipse">
            <a:avLst/>
          </a:prstGeom>
          <a:solidFill>
            <a:srgbClr val="566AB4">
              <a:alpha val="40000"/>
            </a:srgbClr>
          </a:solidFill>
          <a:ln w="0">
            <a:noFill/>
            <a:prstDash val="solid"/>
          </a:ln>
        </p:spPr>
      </p:sp>
      <p:sp>
        <p:nvSpPr>
          <p:cNvPr id="981" name="LigandSeek2_vs_LigandSeek1_ellipse_6495">
            <a:extLst>
              <a:ext uri="{FF2B5EF4-FFF2-40B4-BE49-F238E27FC236}">
                <a16:creationId xmlns:a16="http://schemas.microsoft.com/office/drawing/2014/main" id="{771ACCA0-9B2A-4DE7-91AF-E5B705983B1F}"/>
              </a:ext>
            </a:extLst>
          </p:cNvPr>
          <p:cNvSpPr>
            <a:spLocks noGrp="1"/>
          </p:cNvSpPr>
          <p:nvPr/>
        </p:nvSpPr>
        <p:spPr>
          <a:xfrm>
            <a:off x="2024423" y="1811551"/>
            <a:ext cx="24757" cy="24757"/>
          </a:xfrm>
          <a:prstGeom prst="ellipse">
            <a:avLst/>
          </a:prstGeom>
          <a:solidFill>
            <a:srgbClr val="566AB4">
              <a:alpha val="40000"/>
            </a:srgbClr>
          </a:solidFill>
          <a:ln w="0">
            <a:noFill/>
            <a:prstDash val="solid"/>
          </a:ln>
        </p:spPr>
      </p:sp>
      <p:sp>
        <p:nvSpPr>
          <p:cNvPr id="982" name="LigandSeek2_vs_LigandSeek1_ellipse_6496">
            <a:extLst>
              <a:ext uri="{FF2B5EF4-FFF2-40B4-BE49-F238E27FC236}">
                <a16:creationId xmlns:a16="http://schemas.microsoft.com/office/drawing/2014/main" id="{B797E9CC-166D-418E-B9A7-ECC7F86D9EC3}"/>
              </a:ext>
            </a:extLst>
          </p:cNvPr>
          <p:cNvSpPr>
            <a:spLocks noGrp="1"/>
          </p:cNvSpPr>
          <p:nvPr/>
        </p:nvSpPr>
        <p:spPr>
          <a:xfrm>
            <a:off x="2076177" y="1815699"/>
            <a:ext cx="24757" cy="24757"/>
          </a:xfrm>
          <a:prstGeom prst="ellipse">
            <a:avLst/>
          </a:prstGeom>
          <a:solidFill>
            <a:srgbClr val="566AB4">
              <a:alpha val="40000"/>
            </a:srgbClr>
          </a:solidFill>
          <a:ln w="0">
            <a:noFill/>
            <a:prstDash val="solid"/>
          </a:ln>
        </p:spPr>
      </p:sp>
      <p:sp>
        <p:nvSpPr>
          <p:cNvPr id="983" name="LigandSeek2_vs_LigandSeek1_ellipse_6497">
            <a:extLst>
              <a:ext uri="{FF2B5EF4-FFF2-40B4-BE49-F238E27FC236}">
                <a16:creationId xmlns:a16="http://schemas.microsoft.com/office/drawing/2014/main" id="{B93BC1B4-472A-4E20-A631-9BEDF2188381}"/>
              </a:ext>
            </a:extLst>
          </p:cNvPr>
          <p:cNvSpPr>
            <a:spLocks noGrp="1"/>
          </p:cNvSpPr>
          <p:nvPr/>
        </p:nvSpPr>
        <p:spPr>
          <a:xfrm>
            <a:off x="2075341" y="1890368"/>
            <a:ext cx="24757" cy="24757"/>
          </a:xfrm>
          <a:prstGeom prst="ellipse">
            <a:avLst/>
          </a:prstGeom>
          <a:solidFill>
            <a:srgbClr val="566AB4">
              <a:alpha val="40000"/>
            </a:srgbClr>
          </a:solidFill>
          <a:ln w="0">
            <a:noFill/>
            <a:prstDash val="solid"/>
          </a:ln>
        </p:spPr>
      </p:sp>
      <p:sp>
        <p:nvSpPr>
          <p:cNvPr id="984" name="LigandSeek2_vs_LigandSeek1_ellipse_6498">
            <a:extLst>
              <a:ext uri="{FF2B5EF4-FFF2-40B4-BE49-F238E27FC236}">
                <a16:creationId xmlns:a16="http://schemas.microsoft.com/office/drawing/2014/main" id="{620BF1E6-1180-40AF-A6A5-DE2EDABCF010}"/>
              </a:ext>
            </a:extLst>
          </p:cNvPr>
          <p:cNvSpPr>
            <a:spLocks noGrp="1"/>
          </p:cNvSpPr>
          <p:nvPr/>
        </p:nvSpPr>
        <p:spPr>
          <a:xfrm>
            <a:off x="2077940" y="1875344"/>
            <a:ext cx="24757" cy="24757"/>
          </a:xfrm>
          <a:prstGeom prst="ellipse">
            <a:avLst/>
          </a:prstGeom>
          <a:solidFill>
            <a:srgbClr val="566AB4">
              <a:alpha val="40000"/>
            </a:srgbClr>
          </a:solidFill>
          <a:ln w="0">
            <a:noFill/>
            <a:prstDash val="solid"/>
          </a:ln>
        </p:spPr>
      </p:sp>
      <p:sp>
        <p:nvSpPr>
          <p:cNvPr id="985" name="LigandSeek2_vs_LigandSeek1_ellipse_6499">
            <a:extLst>
              <a:ext uri="{FF2B5EF4-FFF2-40B4-BE49-F238E27FC236}">
                <a16:creationId xmlns:a16="http://schemas.microsoft.com/office/drawing/2014/main" id="{2090CED3-4F7B-46D7-8886-4FB5BC1DC175}"/>
              </a:ext>
            </a:extLst>
          </p:cNvPr>
          <p:cNvSpPr>
            <a:spLocks noGrp="1"/>
          </p:cNvSpPr>
          <p:nvPr/>
        </p:nvSpPr>
        <p:spPr>
          <a:xfrm>
            <a:off x="2018601" y="1193462"/>
            <a:ext cx="24757" cy="24757"/>
          </a:xfrm>
          <a:prstGeom prst="ellipse">
            <a:avLst/>
          </a:prstGeom>
          <a:solidFill>
            <a:srgbClr val="566AB4">
              <a:alpha val="40000"/>
            </a:srgbClr>
          </a:solidFill>
          <a:ln w="0">
            <a:noFill/>
            <a:prstDash val="solid"/>
          </a:ln>
        </p:spPr>
      </p:sp>
      <p:sp>
        <p:nvSpPr>
          <p:cNvPr id="986" name="LigandSeek2_vs_LigandSeek1_ellipse_6500">
            <a:extLst>
              <a:ext uri="{FF2B5EF4-FFF2-40B4-BE49-F238E27FC236}">
                <a16:creationId xmlns:a16="http://schemas.microsoft.com/office/drawing/2014/main" id="{52BA2FF3-0CBF-45A2-A575-CD81F71B5AE3}"/>
              </a:ext>
            </a:extLst>
          </p:cNvPr>
          <p:cNvSpPr>
            <a:spLocks noGrp="1"/>
          </p:cNvSpPr>
          <p:nvPr/>
        </p:nvSpPr>
        <p:spPr>
          <a:xfrm>
            <a:off x="2032344" y="1585471"/>
            <a:ext cx="24757" cy="24757"/>
          </a:xfrm>
          <a:prstGeom prst="ellipse">
            <a:avLst/>
          </a:prstGeom>
          <a:solidFill>
            <a:srgbClr val="566AB4">
              <a:alpha val="40000"/>
            </a:srgbClr>
          </a:solidFill>
          <a:ln w="0">
            <a:noFill/>
            <a:prstDash val="solid"/>
          </a:ln>
        </p:spPr>
      </p:sp>
      <p:sp>
        <p:nvSpPr>
          <p:cNvPr id="987" name="LigandSeek2_vs_LigandSeek1_ellipse_6501">
            <a:extLst>
              <a:ext uri="{FF2B5EF4-FFF2-40B4-BE49-F238E27FC236}">
                <a16:creationId xmlns:a16="http://schemas.microsoft.com/office/drawing/2014/main" id="{4E774B7F-E01D-421E-BDA4-FBCA241BF6F8}"/>
              </a:ext>
            </a:extLst>
          </p:cNvPr>
          <p:cNvSpPr>
            <a:spLocks noGrp="1"/>
          </p:cNvSpPr>
          <p:nvPr/>
        </p:nvSpPr>
        <p:spPr>
          <a:xfrm>
            <a:off x="2044111" y="845009"/>
            <a:ext cx="24757" cy="24757"/>
          </a:xfrm>
          <a:prstGeom prst="ellipse">
            <a:avLst/>
          </a:prstGeom>
          <a:solidFill>
            <a:srgbClr val="566AB4">
              <a:alpha val="40000"/>
            </a:srgbClr>
          </a:solidFill>
          <a:ln w="0">
            <a:noFill/>
            <a:prstDash val="solid"/>
          </a:ln>
        </p:spPr>
      </p:sp>
      <p:sp>
        <p:nvSpPr>
          <p:cNvPr id="988" name="LigandSeek2_vs_LigandSeek1_ellipse_6502">
            <a:extLst>
              <a:ext uri="{FF2B5EF4-FFF2-40B4-BE49-F238E27FC236}">
                <a16:creationId xmlns:a16="http://schemas.microsoft.com/office/drawing/2014/main" id="{6F43120F-1257-4E62-8B5C-62155E558A54}"/>
              </a:ext>
            </a:extLst>
          </p:cNvPr>
          <p:cNvSpPr>
            <a:spLocks noGrp="1"/>
          </p:cNvSpPr>
          <p:nvPr/>
        </p:nvSpPr>
        <p:spPr>
          <a:xfrm>
            <a:off x="2082831" y="845009"/>
            <a:ext cx="24757" cy="24757"/>
          </a:xfrm>
          <a:prstGeom prst="ellipse">
            <a:avLst/>
          </a:prstGeom>
          <a:solidFill>
            <a:srgbClr val="566AB4">
              <a:alpha val="40000"/>
            </a:srgbClr>
          </a:solidFill>
          <a:ln w="0">
            <a:noFill/>
            <a:prstDash val="solid"/>
          </a:ln>
        </p:spPr>
      </p:sp>
      <p:sp>
        <p:nvSpPr>
          <p:cNvPr id="989" name="LigandSeek2_vs_LigandSeek1_ellipse_6503">
            <a:extLst>
              <a:ext uri="{FF2B5EF4-FFF2-40B4-BE49-F238E27FC236}">
                <a16:creationId xmlns:a16="http://schemas.microsoft.com/office/drawing/2014/main" id="{37E153F6-14E6-441E-8130-6B80B0BD6AD2}"/>
              </a:ext>
            </a:extLst>
          </p:cNvPr>
          <p:cNvSpPr>
            <a:spLocks noGrp="1"/>
          </p:cNvSpPr>
          <p:nvPr/>
        </p:nvSpPr>
        <p:spPr>
          <a:xfrm>
            <a:off x="2072679" y="1890368"/>
            <a:ext cx="24757" cy="24757"/>
          </a:xfrm>
          <a:prstGeom prst="ellipse">
            <a:avLst/>
          </a:prstGeom>
          <a:solidFill>
            <a:srgbClr val="566AB4">
              <a:alpha val="40000"/>
            </a:srgbClr>
          </a:solidFill>
          <a:ln w="0">
            <a:noFill/>
            <a:prstDash val="solid"/>
          </a:ln>
        </p:spPr>
      </p:sp>
      <p:sp>
        <p:nvSpPr>
          <p:cNvPr id="990" name="LigandSeek2_vs_LigandSeek1_ellipse_6504">
            <a:extLst>
              <a:ext uri="{FF2B5EF4-FFF2-40B4-BE49-F238E27FC236}">
                <a16:creationId xmlns:a16="http://schemas.microsoft.com/office/drawing/2014/main" id="{1D491C7B-1E4B-436E-9721-CB1BF4900547}"/>
              </a:ext>
            </a:extLst>
          </p:cNvPr>
          <p:cNvSpPr>
            <a:spLocks noGrp="1"/>
          </p:cNvSpPr>
          <p:nvPr/>
        </p:nvSpPr>
        <p:spPr>
          <a:xfrm>
            <a:off x="2059341" y="1890368"/>
            <a:ext cx="24757" cy="24757"/>
          </a:xfrm>
          <a:prstGeom prst="ellipse">
            <a:avLst/>
          </a:prstGeom>
          <a:solidFill>
            <a:srgbClr val="566AB4">
              <a:alpha val="40000"/>
            </a:srgbClr>
          </a:solidFill>
          <a:ln w="0">
            <a:noFill/>
            <a:prstDash val="solid"/>
          </a:ln>
        </p:spPr>
      </p:sp>
      <p:sp>
        <p:nvSpPr>
          <p:cNvPr id="991" name="LigandSeek2_vs_LigandSeek1_ellipse_6505">
            <a:extLst>
              <a:ext uri="{FF2B5EF4-FFF2-40B4-BE49-F238E27FC236}">
                <a16:creationId xmlns:a16="http://schemas.microsoft.com/office/drawing/2014/main" id="{BCAC1BFE-F1E0-4300-8F54-1668C2730D27}"/>
              </a:ext>
            </a:extLst>
          </p:cNvPr>
          <p:cNvSpPr>
            <a:spLocks noGrp="1"/>
          </p:cNvSpPr>
          <p:nvPr/>
        </p:nvSpPr>
        <p:spPr>
          <a:xfrm>
            <a:off x="2089708" y="1496284"/>
            <a:ext cx="24757" cy="24757"/>
          </a:xfrm>
          <a:prstGeom prst="ellipse">
            <a:avLst/>
          </a:prstGeom>
          <a:solidFill>
            <a:srgbClr val="566AB4">
              <a:alpha val="40000"/>
            </a:srgbClr>
          </a:solidFill>
          <a:ln w="0">
            <a:noFill/>
            <a:prstDash val="solid"/>
          </a:ln>
        </p:spPr>
      </p:sp>
      <p:sp>
        <p:nvSpPr>
          <p:cNvPr id="992" name="LigandSeek2_vs_LigandSeek1_ellipse_6506">
            <a:extLst>
              <a:ext uri="{FF2B5EF4-FFF2-40B4-BE49-F238E27FC236}">
                <a16:creationId xmlns:a16="http://schemas.microsoft.com/office/drawing/2014/main" id="{704FF8FA-CEBA-4811-B788-44F798565B3D}"/>
              </a:ext>
            </a:extLst>
          </p:cNvPr>
          <p:cNvSpPr>
            <a:spLocks noGrp="1"/>
          </p:cNvSpPr>
          <p:nvPr/>
        </p:nvSpPr>
        <p:spPr>
          <a:xfrm>
            <a:off x="2062280" y="1518803"/>
            <a:ext cx="24757" cy="24757"/>
          </a:xfrm>
          <a:prstGeom prst="ellipse">
            <a:avLst/>
          </a:prstGeom>
          <a:solidFill>
            <a:srgbClr val="566AB4">
              <a:alpha val="40000"/>
            </a:srgbClr>
          </a:solidFill>
          <a:ln w="0">
            <a:noFill/>
            <a:prstDash val="solid"/>
          </a:ln>
        </p:spPr>
      </p:sp>
      <p:sp>
        <p:nvSpPr>
          <p:cNvPr id="993" name="LigandSeek2_vs_LigandSeek1_ellipse_6507">
            <a:extLst>
              <a:ext uri="{FF2B5EF4-FFF2-40B4-BE49-F238E27FC236}">
                <a16:creationId xmlns:a16="http://schemas.microsoft.com/office/drawing/2014/main" id="{31CE3426-12A2-4836-9427-8A969FDFC0A7}"/>
              </a:ext>
            </a:extLst>
          </p:cNvPr>
          <p:cNvSpPr>
            <a:spLocks noGrp="1"/>
          </p:cNvSpPr>
          <p:nvPr/>
        </p:nvSpPr>
        <p:spPr>
          <a:xfrm>
            <a:off x="2044044" y="1890368"/>
            <a:ext cx="24757" cy="24757"/>
          </a:xfrm>
          <a:prstGeom prst="ellipse">
            <a:avLst/>
          </a:prstGeom>
          <a:solidFill>
            <a:srgbClr val="566AB4">
              <a:alpha val="40000"/>
            </a:srgbClr>
          </a:solidFill>
          <a:ln w="0">
            <a:noFill/>
            <a:prstDash val="solid"/>
          </a:ln>
        </p:spPr>
      </p:sp>
      <p:sp>
        <p:nvSpPr>
          <p:cNvPr id="994" name="LigandSeek2_vs_LigandSeek1_ellipse_6508">
            <a:extLst>
              <a:ext uri="{FF2B5EF4-FFF2-40B4-BE49-F238E27FC236}">
                <a16:creationId xmlns:a16="http://schemas.microsoft.com/office/drawing/2014/main" id="{818CE69C-3150-48B1-9D40-ED9FD4E291F9}"/>
              </a:ext>
            </a:extLst>
          </p:cNvPr>
          <p:cNvSpPr>
            <a:spLocks noGrp="1"/>
          </p:cNvSpPr>
          <p:nvPr/>
        </p:nvSpPr>
        <p:spPr>
          <a:xfrm>
            <a:off x="2091926" y="1193971"/>
            <a:ext cx="24757" cy="24757"/>
          </a:xfrm>
          <a:prstGeom prst="ellipse">
            <a:avLst/>
          </a:prstGeom>
          <a:solidFill>
            <a:srgbClr val="566AB4">
              <a:alpha val="40000"/>
            </a:srgbClr>
          </a:solidFill>
          <a:ln w="0">
            <a:noFill/>
            <a:prstDash val="solid"/>
          </a:ln>
        </p:spPr>
      </p:sp>
      <p:sp>
        <p:nvSpPr>
          <p:cNvPr id="995" name="LigandSeek2_vs_LigandSeek1_ellipse_6509">
            <a:extLst>
              <a:ext uri="{FF2B5EF4-FFF2-40B4-BE49-F238E27FC236}">
                <a16:creationId xmlns:a16="http://schemas.microsoft.com/office/drawing/2014/main" id="{2F72846F-AF73-4EBE-A4E9-BBD764FE371E}"/>
              </a:ext>
            </a:extLst>
          </p:cNvPr>
          <p:cNvSpPr>
            <a:spLocks noGrp="1"/>
          </p:cNvSpPr>
          <p:nvPr/>
        </p:nvSpPr>
        <p:spPr>
          <a:xfrm>
            <a:off x="2044010" y="1286159"/>
            <a:ext cx="24757" cy="24757"/>
          </a:xfrm>
          <a:prstGeom prst="ellipse">
            <a:avLst/>
          </a:prstGeom>
          <a:solidFill>
            <a:srgbClr val="566AB4">
              <a:alpha val="40000"/>
            </a:srgbClr>
          </a:solidFill>
          <a:ln w="0">
            <a:noFill/>
            <a:prstDash val="solid"/>
          </a:ln>
        </p:spPr>
      </p:sp>
      <p:sp>
        <p:nvSpPr>
          <p:cNvPr id="996" name="LigandSeek2_vs_LigandSeek1_ellipse_6510">
            <a:extLst>
              <a:ext uri="{FF2B5EF4-FFF2-40B4-BE49-F238E27FC236}">
                <a16:creationId xmlns:a16="http://schemas.microsoft.com/office/drawing/2014/main" id="{139447EC-428F-4596-8090-A8F8D441D724}"/>
              </a:ext>
            </a:extLst>
          </p:cNvPr>
          <p:cNvSpPr>
            <a:spLocks noGrp="1"/>
          </p:cNvSpPr>
          <p:nvPr/>
        </p:nvSpPr>
        <p:spPr>
          <a:xfrm>
            <a:off x="2057327" y="1367688"/>
            <a:ext cx="24757" cy="24757"/>
          </a:xfrm>
          <a:prstGeom prst="ellipse">
            <a:avLst/>
          </a:prstGeom>
          <a:solidFill>
            <a:srgbClr val="566AB4">
              <a:alpha val="40000"/>
            </a:srgbClr>
          </a:solidFill>
          <a:ln w="0">
            <a:noFill/>
            <a:prstDash val="solid"/>
          </a:ln>
        </p:spPr>
      </p:sp>
      <p:sp>
        <p:nvSpPr>
          <p:cNvPr id="997" name="LigandSeek2_vs_LigandSeek1_ellipse_6511">
            <a:extLst>
              <a:ext uri="{FF2B5EF4-FFF2-40B4-BE49-F238E27FC236}">
                <a16:creationId xmlns:a16="http://schemas.microsoft.com/office/drawing/2014/main" id="{4B7790ED-074A-4A90-81B4-EAA30EDEFED1}"/>
              </a:ext>
            </a:extLst>
          </p:cNvPr>
          <p:cNvSpPr>
            <a:spLocks noGrp="1"/>
          </p:cNvSpPr>
          <p:nvPr/>
        </p:nvSpPr>
        <p:spPr>
          <a:xfrm>
            <a:off x="2086277" y="897277"/>
            <a:ext cx="24757" cy="24757"/>
          </a:xfrm>
          <a:prstGeom prst="ellipse">
            <a:avLst/>
          </a:prstGeom>
          <a:solidFill>
            <a:srgbClr val="566AB4">
              <a:alpha val="40000"/>
            </a:srgbClr>
          </a:solidFill>
          <a:ln w="0">
            <a:noFill/>
            <a:prstDash val="solid"/>
          </a:ln>
        </p:spPr>
      </p:sp>
      <p:sp>
        <p:nvSpPr>
          <p:cNvPr id="998" name="LigandSeek2_vs_LigandSeek1_ellipse_6512">
            <a:extLst>
              <a:ext uri="{FF2B5EF4-FFF2-40B4-BE49-F238E27FC236}">
                <a16:creationId xmlns:a16="http://schemas.microsoft.com/office/drawing/2014/main" id="{FB11AB3B-8180-43E9-A716-A7792BEA1BE5}"/>
              </a:ext>
            </a:extLst>
          </p:cNvPr>
          <p:cNvSpPr>
            <a:spLocks noGrp="1"/>
          </p:cNvSpPr>
          <p:nvPr/>
        </p:nvSpPr>
        <p:spPr>
          <a:xfrm>
            <a:off x="2055715" y="1541915"/>
            <a:ext cx="24757" cy="24757"/>
          </a:xfrm>
          <a:prstGeom prst="ellipse">
            <a:avLst/>
          </a:prstGeom>
          <a:solidFill>
            <a:srgbClr val="566AB4">
              <a:alpha val="40000"/>
            </a:srgbClr>
          </a:solidFill>
          <a:ln w="0">
            <a:noFill/>
            <a:prstDash val="solid"/>
          </a:ln>
        </p:spPr>
      </p:sp>
      <p:sp>
        <p:nvSpPr>
          <p:cNvPr id="999" name="LigandSeek2_vs_LigandSeek1_ellipse_6513">
            <a:extLst>
              <a:ext uri="{FF2B5EF4-FFF2-40B4-BE49-F238E27FC236}">
                <a16:creationId xmlns:a16="http://schemas.microsoft.com/office/drawing/2014/main" id="{04304056-4D08-49B9-B330-5C8A0C0CAC4F}"/>
              </a:ext>
            </a:extLst>
          </p:cNvPr>
          <p:cNvSpPr>
            <a:spLocks noGrp="1"/>
          </p:cNvSpPr>
          <p:nvPr/>
        </p:nvSpPr>
        <p:spPr>
          <a:xfrm>
            <a:off x="2070870" y="1367688"/>
            <a:ext cx="24757" cy="24757"/>
          </a:xfrm>
          <a:prstGeom prst="ellipse">
            <a:avLst/>
          </a:prstGeom>
          <a:solidFill>
            <a:srgbClr val="566AB4">
              <a:alpha val="40000"/>
            </a:srgbClr>
          </a:solidFill>
          <a:ln w="0">
            <a:noFill/>
            <a:prstDash val="solid"/>
          </a:ln>
        </p:spPr>
      </p:sp>
      <p:sp>
        <p:nvSpPr>
          <p:cNvPr id="1000" name="LigandSeek2_vs_LigandSeek1_ellipse_6514">
            <a:extLst>
              <a:ext uri="{FF2B5EF4-FFF2-40B4-BE49-F238E27FC236}">
                <a16:creationId xmlns:a16="http://schemas.microsoft.com/office/drawing/2014/main" id="{7A9CFB36-1F33-43F1-B15D-416E3AF339C2}"/>
              </a:ext>
            </a:extLst>
          </p:cNvPr>
          <p:cNvSpPr>
            <a:spLocks noGrp="1"/>
          </p:cNvSpPr>
          <p:nvPr/>
        </p:nvSpPr>
        <p:spPr>
          <a:xfrm>
            <a:off x="2009061" y="1890368"/>
            <a:ext cx="24757" cy="24757"/>
          </a:xfrm>
          <a:prstGeom prst="ellipse">
            <a:avLst/>
          </a:prstGeom>
          <a:solidFill>
            <a:srgbClr val="566AB4">
              <a:alpha val="40000"/>
            </a:srgbClr>
          </a:solidFill>
          <a:ln w="0">
            <a:noFill/>
            <a:prstDash val="solid"/>
          </a:ln>
        </p:spPr>
      </p:sp>
      <p:sp>
        <p:nvSpPr>
          <p:cNvPr id="1001" name="LigandSeek2_vs_LigandSeek1_ellipse_6515">
            <a:extLst>
              <a:ext uri="{FF2B5EF4-FFF2-40B4-BE49-F238E27FC236}">
                <a16:creationId xmlns:a16="http://schemas.microsoft.com/office/drawing/2014/main" id="{D6DD1DB9-A5DC-402E-B078-8BCED5D9C79E}"/>
              </a:ext>
            </a:extLst>
          </p:cNvPr>
          <p:cNvSpPr>
            <a:spLocks noGrp="1"/>
          </p:cNvSpPr>
          <p:nvPr/>
        </p:nvSpPr>
        <p:spPr>
          <a:xfrm>
            <a:off x="2090062" y="1711786"/>
            <a:ext cx="24757" cy="24757"/>
          </a:xfrm>
          <a:prstGeom prst="ellipse">
            <a:avLst/>
          </a:prstGeom>
          <a:solidFill>
            <a:srgbClr val="566AB4">
              <a:alpha val="40000"/>
            </a:srgbClr>
          </a:solidFill>
          <a:ln w="0">
            <a:noFill/>
            <a:prstDash val="solid"/>
          </a:ln>
        </p:spPr>
      </p:sp>
      <p:sp>
        <p:nvSpPr>
          <p:cNvPr id="1002" name="LigandSeek2_vs_LigandSeek1_ellipse_6516">
            <a:extLst>
              <a:ext uri="{FF2B5EF4-FFF2-40B4-BE49-F238E27FC236}">
                <a16:creationId xmlns:a16="http://schemas.microsoft.com/office/drawing/2014/main" id="{4D97048B-3F89-4F47-B895-72BAD4B602E6}"/>
              </a:ext>
            </a:extLst>
          </p:cNvPr>
          <p:cNvSpPr>
            <a:spLocks noGrp="1"/>
          </p:cNvSpPr>
          <p:nvPr/>
        </p:nvSpPr>
        <p:spPr>
          <a:xfrm>
            <a:off x="2033820" y="1890368"/>
            <a:ext cx="24757" cy="24757"/>
          </a:xfrm>
          <a:prstGeom prst="ellipse">
            <a:avLst/>
          </a:prstGeom>
          <a:solidFill>
            <a:srgbClr val="566AB4">
              <a:alpha val="40000"/>
            </a:srgbClr>
          </a:solidFill>
          <a:ln w="0">
            <a:noFill/>
            <a:prstDash val="solid"/>
          </a:ln>
        </p:spPr>
      </p:sp>
      <p:sp>
        <p:nvSpPr>
          <p:cNvPr id="1003" name="LigandSeek2_vs_LigandSeek1_ellipse_6517">
            <a:extLst>
              <a:ext uri="{FF2B5EF4-FFF2-40B4-BE49-F238E27FC236}">
                <a16:creationId xmlns:a16="http://schemas.microsoft.com/office/drawing/2014/main" id="{6A79D722-9FF4-4150-9F16-CF17AEADBF70}"/>
              </a:ext>
            </a:extLst>
          </p:cNvPr>
          <p:cNvSpPr>
            <a:spLocks noGrp="1"/>
          </p:cNvSpPr>
          <p:nvPr/>
        </p:nvSpPr>
        <p:spPr>
          <a:xfrm>
            <a:off x="2027745" y="1541915"/>
            <a:ext cx="24757" cy="24757"/>
          </a:xfrm>
          <a:prstGeom prst="ellipse">
            <a:avLst/>
          </a:prstGeom>
          <a:solidFill>
            <a:srgbClr val="566AB4">
              <a:alpha val="40000"/>
            </a:srgbClr>
          </a:solidFill>
          <a:ln w="0">
            <a:noFill/>
            <a:prstDash val="solid"/>
          </a:ln>
        </p:spPr>
      </p:sp>
      <p:sp>
        <p:nvSpPr>
          <p:cNvPr id="1004" name="LigandSeek2_vs_LigandSeek1_ellipse_6518">
            <a:extLst>
              <a:ext uri="{FF2B5EF4-FFF2-40B4-BE49-F238E27FC236}">
                <a16:creationId xmlns:a16="http://schemas.microsoft.com/office/drawing/2014/main" id="{91158A6B-1312-43D8-8033-7D4BCBA5AD48}"/>
              </a:ext>
            </a:extLst>
          </p:cNvPr>
          <p:cNvSpPr>
            <a:spLocks noGrp="1"/>
          </p:cNvSpPr>
          <p:nvPr/>
        </p:nvSpPr>
        <p:spPr>
          <a:xfrm>
            <a:off x="2077137" y="1193462"/>
            <a:ext cx="24757" cy="24757"/>
          </a:xfrm>
          <a:prstGeom prst="ellipse">
            <a:avLst/>
          </a:prstGeom>
          <a:solidFill>
            <a:srgbClr val="566AB4">
              <a:alpha val="40000"/>
            </a:srgbClr>
          </a:solidFill>
          <a:ln w="0">
            <a:noFill/>
            <a:prstDash val="solid"/>
          </a:ln>
        </p:spPr>
      </p:sp>
      <p:sp>
        <p:nvSpPr>
          <p:cNvPr id="1005" name="LigandSeek2_vs_LigandSeek1_ellipse_6519">
            <a:extLst>
              <a:ext uri="{FF2B5EF4-FFF2-40B4-BE49-F238E27FC236}">
                <a16:creationId xmlns:a16="http://schemas.microsoft.com/office/drawing/2014/main" id="{372BE05B-1F2E-477C-B8D5-F2B63C7BAFF6}"/>
              </a:ext>
            </a:extLst>
          </p:cNvPr>
          <p:cNvSpPr>
            <a:spLocks noGrp="1"/>
          </p:cNvSpPr>
          <p:nvPr/>
        </p:nvSpPr>
        <p:spPr>
          <a:xfrm>
            <a:off x="2085911" y="982465"/>
            <a:ext cx="24757" cy="24757"/>
          </a:xfrm>
          <a:prstGeom prst="ellipse">
            <a:avLst/>
          </a:prstGeom>
          <a:solidFill>
            <a:srgbClr val="566AB4">
              <a:alpha val="40000"/>
            </a:srgbClr>
          </a:solidFill>
          <a:ln w="0">
            <a:noFill/>
            <a:prstDash val="solid"/>
          </a:ln>
        </p:spPr>
      </p:sp>
      <p:sp>
        <p:nvSpPr>
          <p:cNvPr id="1006" name="LigandSeek2_vs_LigandSeek1_ellipse_6520">
            <a:extLst>
              <a:ext uri="{FF2B5EF4-FFF2-40B4-BE49-F238E27FC236}">
                <a16:creationId xmlns:a16="http://schemas.microsoft.com/office/drawing/2014/main" id="{E75A3FB5-587E-43E8-B4F3-5512ACC2FB28}"/>
              </a:ext>
            </a:extLst>
          </p:cNvPr>
          <p:cNvSpPr>
            <a:spLocks noGrp="1"/>
          </p:cNvSpPr>
          <p:nvPr/>
        </p:nvSpPr>
        <p:spPr>
          <a:xfrm>
            <a:off x="2087765" y="1367688"/>
            <a:ext cx="24757" cy="24757"/>
          </a:xfrm>
          <a:prstGeom prst="ellipse">
            <a:avLst/>
          </a:prstGeom>
          <a:solidFill>
            <a:srgbClr val="566AB4">
              <a:alpha val="40000"/>
            </a:srgbClr>
          </a:solidFill>
          <a:ln w="0">
            <a:noFill/>
            <a:prstDash val="solid"/>
          </a:ln>
        </p:spPr>
      </p:sp>
      <p:sp>
        <p:nvSpPr>
          <p:cNvPr id="1007" name="LigandSeek2_vs_LigandSeek1_ellipse_6521">
            <a:extLst>
              <a:ext uri="{FF2B5EF4-FFF2-40B4-BE49-F238E27FC236}">
                <a16:creationId xmlns:a16="http://schemas.microsoft.com/office/drawing/2014/main" id="{CE45DCDB-58CE-4AF1-BE4D-AA326334F598}"/>
              </a:ext>
            </a:extLst>
          </p:cNvPr>
          <p:cNvSpPr>
            <a:spLocks noGrp="1"/>
          </p:cNvSpPr>
          <p:nvPr/>
        </p:nvSpPr>
        <p:spPr>
          <a:xfrm>
            <a:off x="2054808" y="1629028"/>
            <a:ext cx="24757" cy="24757"/>
          </a:xfrm>
          <a:prstGeom prst="ellipse">
            <a:avLst/>
          </a:prstGeom>
          <a:solidFill>
            <a:srgbClr val="566AB4">
              <a:alpha val="40000"/>
            </a:srgbClr>
          </a:solidFill>
          <a:ln w="0">
            <a:noFill/>
            <a:prstDash val="solid"/>
          </a:ln>
        </p:spPr>
      </p:sp>
      <p:sp>
        <p:nvSpPr>
          <p:cNvPr id="1008" name="LigandSeek2_vs_LigandSeek1_ellipse_6522">
            <a:extLst>
              <a:ext uri="{FF2B5EF4-FFF2-40B4-BE49-F238E27FC236}">
                <a16:creationId xmlns:a16="http://schemas.microsoft.com/office/drawing/2014/main" id="{D6C0CAEC-8A7F-47AD-B63E-AE6BF355C780}"/>
              </a:ext>
            </a:extLst>
          </p:cNvPr>
          <p:cNvSpPr>
            <a:spLocks noGrp="1"/>
          </p:cNvSpPr>
          <p:nvPr/>
        </p:nvSpPr>
        <p:spPr>
          <a:xfrm>
            <a:off x="2048863" y="1741031"/>
            <a:ext cx="24757" cy="24757"/>
          </a:xfrm>
          <a:prstGeom prst="ellipse">
            <a:avLst/>
          </a:prstGeom>
          <a:solidFill>
            <a:srgbClr val="566AB4">
              <a:alpha val="40000"/>
            </a:srgbClr>
          </a:solidFill>
          <a:ln w="0">
            <a:noFill/>
            <a:prstDash val="solid"/>
          </a:ln>
        </p:spPr>
      </p:sp>
      <p:sp>
        <p:nvSpPr>
          <p:cNvPr id="1009" name="LigandSeek2_vs_LigandSeek1_ellipse_6523">
            <a:extLst>
              <a:ext uri="{FF2B5EF4-FFF2-40B4-BE49-F238E27FC236}">
                <a16:creationId xmlns:a16="http://schemas.microsoft.com/office/drawing/2014/main" id="{97E834F0-811A-46A0-86AC-AAE5ADF592BA}"/>
              </a:ext>
            </a:extLst>
          </p:cNvPr>
          <p:cNvSpPr>
            <a:spLocks noGrp="1"/>
          </p:cNvSpPr>
          <p:nvPr/>
        </p:nvSpPr>
        <p:spPr>
          <a:xfrm>
            <a:off x="2012847" y="845009"/>
            <a:ext cx="24757" cy="24757"/>
          </a:xfrm>
          <a:prstGeom prst="ellipse">
            <a:avLst/>
          </a:prstGeom>
          <a:solidFill>
            <a:srgbClr val="566AB4">
              <a:alpha val="40000"/>
            </a:srgbClr>
          </a:solidFill>
          <a:ln w="0">
            <a:noFill/>
            <a:prstDash val="solid"/>
          </a:ln>
        </p:spPr>
      </p:sp>
      <p:sp>
        <p:nvSpPr>
          <p:cNvPr id="1010" name="LigandSeek2_vs_LigandSeek1_ellipse_6524">
            <a:extLst>
              <a:ext uri="{FF2B5EF4-FFF2-40B4-BE49-F238E27FC236}">
                <a16:creationId xmlns:a16="http://schemas.microsoft.com/office/drawing/2014/main" id="{2B056B83-0970-4A18-9F58-9D44BCBE62E4}"/>
              </a:ext>
            </a:extLst>
          </p:cNvPr>
          <p:cNvSpPr>
            <a:spLocks noGrp="1"/>
          </p:cNvSpPr>
          <p:nvPr/>
        </p:nvSpPr>
        <p:spPr>
          <a:xfrm>
            <a:off x="2072783" y="845009"/>
            <a:ext cx="24757" cy="24757"/>
          </a:xfrm>
          <a:prstGeom prst="ellipse">
            <a:avLst/>
          </a:prstGeom>
          <a:solidFill>
            <a:srgbClr val="566AB4">
              <a:alpha val="40000"/>
            </a:srgbClr>
          </a:solidFill>
          <a:ln w="0">
            <a:noFill/>
            <a:prstDash val="solid"/>
          </a:ln>
        </p:spPr>
      </p:sp>
      <p:sp>
        <p:nvSpPr>
          <p:cNvPr id="1011" name="LigandSeek2_vs_LigandSeek1_ellipse_6525">
            <a:extLst>
              <a:ext uri="{FF2B5EF4-FFF2-40B4-BE49-F238E27FC236}">
                <a16:creationId xmlns:a16="http://schemas.microsoft.com/office/drawing/2014/main" id="{7AEC2D12-1CE2-4325-8F56-28F4FF809FD5}"/>
              </a:ext>
            </a:extLst>
          </p:cNvPr>
          <p:cNvSpPr>
            <a:spLocks noGrp="1"/>
          </p:cNvSpPr>
          <p:nvPr/>
        </p:nvSpPr>
        <p:spPr>
          <a:xfrm>
            <a:off x="2042197" y="1781485"/>
            <a:ext cx="24757" cy="24757"/>
          </a:xfrm>
          <a:prstGeom prst="ellipse">
            <a:avLst/>
          </a:prstGeom>
          <a:solidFill>
            <a:srgbClr val="566AB4">
              <a:alpha val="40000"/>
            </a:srgbClr>
          </a:solidFill>
          <a:ln w="0">
            <a:noFill/>
            <a:prstDash val="solid"/>
          </a:ln>
        </p:spPr>
      </p:sp>
      <p:sp>
        <p:nvSpPr>
          <p:cNvPr id="1012" name="LigandSeek2_vs_LigandSeek1_ellipse_6526">
            <a:extLst>
              <a:ext uri="{FF2B5EF4-FFF2-40B4-BE49-F238E27FC236}">
                <a16:creationId xmlns:a16="http://schemas.microsoft.com/office/drawing/2014/main" id="{B51047EC-8210-4971-AAB1-730FF848BAD3}"/>
              </a:ext>
            </a:extLst>
          </p:cNvPr>
          <p:cNvSpPr>
            <a:spLocks noGrp="1"/>
          </p:cNvSpPr>
          <p:nvPr/>
        </p:nvSpPr>
        <p:spPr>
          <a:xfrm>
            <a:off x="2039216" y="1309613"/>
            <a:ext cx="24757" cy="24757"/>
          </a:xfrm>
          <a:prstGeom prst="ellipse">
            <a:avLst/>
          </a:prstGeom>
          <a:solidFill>
            <a:srgbClr val="566AB4">
              <a:alpha val="40000"/>
            </a:srgbClr>
          </a:solidFill>
          <a:ln w="0">
            <a:noFill/>
            <a:prstDash val="solid"/>
          </a:ln>
        </p:spPr>
      </p:sp>
      <p:sp>
        <p:nvSpPr>
          <p:cNvPr id="1013" name="LigandSeek2_vs_LigandSeek1_ellipse_6527">
            <a:extLst>
              <a:ext uri="{FF2B5EF4-FFF2-40B4-BE49-F238E27FC236}">
                <a16:creationId xmlns:a16="http://schemas.microsoft.com/office/drawing/2014/main" id="{16604C37-D504-4F3F-B330-8C4845EA9975}"/>
              </a:ext>
            </a:extLst>
          </p:cNvPr>
          <p:cNvSpPr>
            <a:spLocks noGrp="1"/>
          </p:cNvSpPr>
          <p:nvPr/>
        </p:nvSpPr>
        <p:spPr>
          <a:xfrm>
            <a:off x="2042198" y="845009"/>
            <a:ext cx="24757" cy="24757"/>
          </a:xfrm>
          <a:prstGeom prst="ellipse">
            <a:avLst/>
          </a:prstGeom>
          <a:solidFill>
            <a:srgbClr val="566AB4">
              <a:alpha val="40000"/>
            </a:srgbClr>
          </a:solidFill>
          <a:ln w="0">
            <a:noFill/>
            <a:prstDash val="solid"/>
          </a:ln>
        </p:spPr>
      </p:sp>
      <p:sp>
        <p:nvSpPr>
          <p:cNvPr id="1014" name="LigandSeek2_vs_LigandSeek1_ellipse_6528">
            <a:extLst>
              <a:ext uri="{FF2B5EF4-FFF2-40B4-BE49-F238E27FC236}">
                <a16:creationId xmlns:a16="http://schemas.microsoft.com/office/drawing/2014/main" id="{D16425C1-470F-48FA-8D80-050068A8C5B4}"/>
              </a:ext>
            </a:extLst>
          </p:cNvPr>
          <p:cNvSpPr>
            <a:spLocks noGrp="1"/>
          </p:cNvSpPr>
          <p:nvPr/>
        </p:nvSpPr>
        <p:spPr>
          <a:xfrm>
            <a:off x="2080298" y="1643547"/>
            <a:ext cx="24757" cy="24757"/>
          </a:xfrm>
          <a:prstGeom prst="ellipse">
            <a:avLst/>
          </a:prstGeom>
          <a:solidFill>
            <a:srgbClr val="566AB4">
              <a:alpha val="40000"/>
            </a:srgbClr>
          </a:solidFill>
          <a:ln w="0">
            <a:noFill/>
            <a:prstDash val="solid"/>
          </a:ln>
        </p:spPr>
      </p:sp>
      <p:sp>
        <p:nvSpPr>
          <p:cNvPr id="1015" name="LigandSeek2_vs_LigandSeek1_ellipse_6529">
            <a:extLst>
              <a:ext uri="{FF2B5EF4-FFF2-40B4-BE49-F238E27FC236}">
                <a16:creationId xmlns:a16="http://schemas.microsoft.com/office/drawing/2014/main" id="{9A58E5FB-11CA-4CDF-99C7-FEFC21337990}"/>
              </a:ext>
            </a:extLst>
          </p:cNvPr>
          <p:cNvSpPr>
            <a:spLocks noGrp="1"/>
          </p:cNvSpPr>
          <p:nvPr/>
        </p:nvSpPr>
        <p:spPr>
          <a:xfrm>
            <a:off x="2015660" y="897987"/>
            <a:ext cx="24757" cy="24757"/>
          </a:xfrm>
          <a:prstGeom prst="ellipse">
            <a:avLst/>
          </a:prstGeom>
          <a:solidFill>
            <a:srgbClr val="566AB4">
              <a:alpha val="40000"/>
            </a:srgbClr>
          </a:solidFill>
          <a:ln w="0">
            <a:noFill/>
            <a:prstDash val="solid"/>
          </a:ln>
        </p:spPr>
      </p:sp>
      <p:sp>
        <p:nvSpPr>
          <p:cNvPr id="1016" name="LigandSeek2_vs_LigandSeek1_ellipse_6530">
            <a:extLst>
              <a:ext uri="{FF2B5EF4-FFF2-40B4-BE49-F238E27FC236}">
                <a16:creationId xmlns:a16="http://schemas.microsoft.com/office/drawing/2014/main" id="{C30C9FFD-8310-40E2-AC9A-89B88963908D}"/>
              </a:ext>
            </a:extLst>
          </p:cNvPr>
          <p:cNvSpPr>
            <a:spLocks noGrp="1"/>
          </p:cNvSpPr>
          <p:nvPr/>
        </p:nvSpPr>
        <p:spPr>
          <a:xfrm>
            <a:off x="2048423" y="1367688"/>
            <a:ext cx="24757" cy="24757"/>
          </a:xfrm>
          <a:prstGeom prst="ellipse">
            <a:avLst/>
          </a:prstGeom>
          <a:solidFill>
            <a:srgbClr val="566AB4">
              <a:alpha val="40000"/>
            </a:srgbClr>
          </a:solidFill>
          <a:ln w="0">
            <a:noFill/>
            <a:prstDash val="solid"/>
          </a:ln>
        </p:spPr>
      </p:sp>
      <p:sp>
        <p:nvSpPr>
          <p:cNvPr id="1017" name="LigandSeek2_vs_LigandSeek1_ellipse_6531">
            <a:extLst>
              <a:ext uri="{FF2B5EF4-FFF2-40B4-BE49-F238E27FC236}">
                <a16:creationId xmlns:a16="http://schemas.microsoft.com/office/drawing/2014/main" id="{84E36C49-F95A-42C8-9412-9B99317FF375}"/>
              </a:ext>
            </a:extLst>
          </p:cNvPr>
          <p:cNvSpPr>
            <a:spLocks noGrp="1"/>
          </p:cNvSpPr>
          <p:nvPr/>
        </p:nvSpPr>
        <p:spPr>
          <a:xfrm>
            <a:off x="2081105" y="1541915"/>
            <a:ext cx="24757" cy="24757"/>
          </a:xfrm>
          <a:prstGeom prst="ellipse">
            <a:avLst/>
          </a:prstGeom>
          <a:solidFill>
            <a:srgbClr val="566AB4">
              <a:alpha val="40000"/>
            </a:srgbClr>
          </a:solidFill>
          <a:ln w="0">
            <a:noFill/>
            <a:prstDash val="solid"/>
          </a:ln>
        </p:spPr>
      </p:sp>
      <p:sp>
        <p:nvSpPr>
          <p:cNvPr id="1018" name="LigandSeek2_vs_LigandSeek1_ellipse_6532">
            <a:extLst>
              <a:ext uri="{FF2B5EF4-FFF2-40B4-BE49-F238E27FC236}">
                <a16:creationId xmlns:a16="http://schemas.microsoft.com/office/drawing/2014/main" id="{6423192D-EBA8-422C-BF0C-DD6167AF1A6A}"/>
              </a:ext>
            </a:extLst>
          </p:cNvPr>
          <p:cNvSpPr>
            <a:spLocks noGrp="1"/>
          </p:cNvSpPr>
          <p:nvPr/>
        </p:nvSpPr>
        <p:spPr>
          <a:xfrm>
            <a:off x="2017334" y="845009"/>
            <a:ext cx="24757" cy="24757"/>
          </a:xfrm>
          <a:prstGeom prst="ellipse">
            <a:avLst/>
          </a:prstGeom>
          <a:solidFill>
            <a:srgbClr val="566AB4">
              <a:alpha val="40000"/>
            </a:srgbClr>
          </a:solidFill>
          <a:ln w="0">
            <a:noFill/>
            <a:prstDash val="solid"/>
          </a:ln>
        </p:spPr>
      </p:sp>
      <p:sp>
        <p:nvSpPr>
          <p:cNvPr id="1019" name="LigandSeek2_vs_LigandSeek1_ellipse_6533">
            <a:extLst>
              <a:ext uri="{FF2B5EF4-FFF2-40B4-BE49-F238E27FC236}">
                <a16:creationId xmlns:a16="http://schemas.microsoft.com/office/drawing/2014/main" id="{FCEA1278-264C-4AA3-A26F-FA71C85CA7B9}"/>
              </a:ext>
            </a:extLst>
          </p:cNvPr>
          <p:cNvSpPr>
            <a:spLocks noGrp="1"/>
          </p:cNvSpPr>
          <p:nvPr/>
        </p:nvSpPr>
        <p:spPr>
          <a:xfrm>
            <a:off x="2069287" y="932122"/>
            <a:ext cx="24757" cy="24757"/>
          </a:xfrm>
          <a:prstGeom prst="ellipse">
            <a:avLst/>
          </a:prstGeom>
          <a:solidFill>
            <a:srgbClr val="566AB4">
              <a:alpha val="40000"/>
            </a:srgbClr>
          </a:solidFill>
          <a:ln w="0">
            <a:noFill/>
            <a:prstDash val="solid"/>
          </a:ln>
        </p:spPr>
      </p:sp>
      <p:sp>
        <p:nvSpPr>
          <p:cNvPr id="1020" name="LigandSeek2_vs_LigandSeek1_ellipse_6534">
            <a:extLst>
              <a:ext uri="{FF2B5EF4-FFF2-40B4-BE49-F238E27FC236}">
                <a16:creationId xmlns:a16="http://schemas.microsoft.com/office/drawing/2014/main" id="{2C82AD34-543D-484D-83F7-5BB4F8546533}"/>
              </a:ext>
            </a:extLst>
          </p:cNvPr>
          <p:cNvSpPr>
            <a:spLocks noGrp="1"/>
          </p:cNvSpPr>
          <p:nvPr/>
        </p:nvSpPr>
        <p:spPr>
          <a:xfrm>
            <a:off x="2011080" y="1890368"/>
            <a:ext cx="24757" cy="24757"/>
          </a:xfrm>
          <a:prstGeom prst="ellipse">
            <a:avLst/>
          </a:prstGeom>
          <a:solidFill>
            <a:srgbClr val="566AB4">
              <a:alpha val="40000"/>
            </a:srgbClr>
          </a:solidFill>
          <a:ln w="0">
            <a:noFill/>
            <a:prstDash val="solid"/>
          </a:ln>
        </p:spPr>
      </p:sp>
      <p:sp>
        <p:nvSpPr>
          <p:cNvPr id="1021" name="LigandSeek2_vs_LigandSeek1_ellipse_6535">
            <a:extLst>
              <a:ext uri="{FF2B5EF4-FFF2-40B4-BE49-F238E27FC236}">
                <a16:creationId xmlns:a16="http://schemas.microsoft.com/office/drawing/2014/main" id="{98DBFA18-54B0-4E4E-87EA-459BCC102070}"/>
              </a:ext>
            </a:extLst>
          </p:cNvPr>
          <p:cNvSpPr>
            <a:spLocks noGrp="1"/>
          </p:cNvSpPr>
          <p:nvPr/>
        </p:nvSpPr>
        <p:spPr>
          <a:xfrm>
            <a:off x="2016212" y="1599990"/>
            <a:ext cx="24757" cy="24757"/>
          </a:xfrm>
          <a:prstGeom prst="ellipse">
            <a:avLst/>
          </a:prstGeom>
          <a:solidFill>
            <a:srgbClr val="566AB4">
              <a:alpha val="40000"/>
            </a:srgbClr>
          </a:solidFill>
          <a:ln w="0">
            <a:noFill/>
            <a:prstDash val="solid"/>
          </a:ln>
        </p:spPr>
      </p:sp>
      <p:sp>
        <p:nvSpPr>
          <p:cNvPr id="1022" name="LigandSeek2_vs_LigandSeek1_ellipse_6536">
            <a:extLst>
              <a:ext uri="{FF2B5EF4-FFF2-40B4-BE49-F238E27FC236}">
                <a16:creationId xmlns:a16="http://schemas.microsoft.com/office/drawing/2014/main" id="{A1B7DFAD-86EF-414C-879E-BE8A4E3BF113}"/>
              </a:ext>
            </a:extLst>
          </p:cNvPr>
          <p:cNvSpPr>
            <a:spLocks noGrp="1"/>
          </p:cNvSpPr>
          <p:nvPr/>
        </p:nvSpPr>
        <p:spPr>
          <a:xfrm>
            <a:off x="2065752" y="1367688"/>
            <a:ext cx="24757" cy="24757"/>
          </a:xfrm>
          <a:prstGeom prst="ellipse">
            <a:avLst/>
          </a:prstGeom>
          <a:solidFill>
            <a:srgbClr val="566AB4">
              <a:alpha val="40000"/>
            </a:srgbClr>
          </a:solidFill>
          <a:ln w="0">
            <a:noFill/>
            <a:prstDash val="solid"/>
          </a:ln>
        </p:spPr>
      </p:sp>
      <p:sp>
        <p:nvSpPr>
          <p:cNvPr id="1023" name="LigandSeek2_vs_LigandSeek1_ellipse_6537">
            <a:extLst>
              <a:ext uri="{FF2B5EF4-FFF2-40B4-BE49-F238E27FC236}">
                <a16:creationId xmlns:a16="http://schemas.microsoft.com/office/drawing/2014/main" id="{2C344E1F-E830-48AC-B499-71EFE5766830}"/>
              </a:ext>
            </a:extLst>
          </p:cNvPr>
          <p:cNvSpPr>
            <a:spLocks noGrp="1"/>
          </p:cNvSpPr>
          <p:nvPr/>
        </p:nvSpPr>
        <p:spPr>
          <a:xfrm>
            <a:off x="2012197" y="1629028"/>
            <a:ext cx="24757" cy="24757"/>
          </a:xfrm>
          <a:prstGeom prst="ellipse">
            <a:avLst/>
          </a:prstGeom>
          <a:solidFill>
            <a:srgbClr val="566AB4">
              <a:alpha val="40000"/>
            </a:srgbClr>
          </a:solidFill>
          <a:ln w="0">
            <a:noFill/>
            <a:prstDash val="solid"/>
          </a:ln>
        </p:spPr>
      </p:sp>
      <p:sp>
        <p:nvSpPr>
          <p:cNvPr id="1024" name="LigandSeek2_vs_LigandSeek1_ellipse_6538">
            <a:extLst>
              <a:ext uri="{FF2B5EF4-FFF2-40B4-BE49-F238E27FC236}">
                <a16:creationId xmlns:a16="http://schemas.microsoft.com/office/drawing/2014/main" id="{F8016513-4814-4145-9047-47DA15DA0218}"/>
              </a:ext>
            </a:extLst>
          </p:cNvPr>
          <p:cNvSpPr>
            <a:spLocks noGrp="1"/>
          </p:cNvSpPr>
          <p:nvPr/>
        </p:nvSpPr>
        <p:spPr>
          <a:xfrm>
            <a:off x="2028309" y="1741031"/>
            <a:ext cx="24757" cy="24757"/>
          </a:xfrm>
          <a:prstGeom prst="ellipse">
            <a:avLst/>
          </a:prstGeom>
          <a:solidFill>
            <a:srgbClr val="566AB4">
              <a:alpha val="40000"/>
            </a:srgbClr>
          </a:solidFill>
          <a:ln w="0">
            <a:noFill/>
            <a:prstDash val="solid"/>
          </a:ln>
        </p:spPr>
      </p:sp>
      <p:sp>
        <p:nvSpPr>
          <p:cNvPr id="1025" name="LigandSeek2_vs_LigandSeek1_ellipse_6539">
            <a:extLst>
              <a:ext uri="{FF2B5EF4-FFF2-40B4-BE49-F238E27FC236}">
                <a16:creationId xmlns:a16="http://schemas.microsoft.com/office/drawing/2014/main" id="{4264276C-F8FC-4595-9320-3BCE73F795E8}"/>
              </a:ext>
            </a:extLst>
          </p:cNvPr>
          <p:cNvSpPr>
            <a:spLocks noGrp="1"/>
          </p:cNvSpPr>
          <p:nvPr/>
        </p:nvSpPr>
        <p:spPr>
          <a:xfrm>
            <a:off x="2062919" y="1529756"/>
            <a:ext cx="24757" cy="24757"/>
          </a:xfrm>
          <a:prstGeom prst="ellipse">
            <a:avLst/>
          </a:prstGeom>
          <a:solidFill>
            <a:srgbClr val="566AB4">
              <a:alpha val="40000"/>
            </a:srgbClr>
          </a:solidFill>
          <a:ln w="0">
            <a:noFill/>
            <a:prstDash val="solid"/>
          </a:ln>
        </p:spPr>
      </p:sp>
      <p:sp>
        <p:nvSpPr>
          <p:cNvPr id="1026" name="LigandSeek2_vs_LigandSeek1_ellipse_6540">
            <a:extLst>
              <a:ext uri="{FF2B5EF4-FFF2-40B4-BE49-F238E27FC236}">
                <a16:creationId xmlns:a16="http://schemas.microsoft.com/office/drawing/2014/main" id="{6DD9B5C7-F4FB-41BF-A3AC-99418E5C22FD}"/>
              </a:ext>
            </a:extLst>
          </p:cNvPr>
          <p:cNvSpPr>
            <a:spLocks noGrp="1"/>
          </p:cNvSpPr>
          <p:nvPr/>
        </p:nvSpPr>
        <p:spPr>
          <a:xfrm>
            <a:off x="2062141" y="1478032"/>
            <a:ext cx="24757" cy="24757"/>
          </a:xfrm>
          <a:prstGeom prst="ellipse">
            <a:avLst/>
          </a:prstGeom>
          <a:solidFill>
            <a:srgbClr val="566AB4">
              <a:alpha val="40000"/>
            </a:srgbClr>
          </a:solidFill>
          <a:ln w="0">
            <a:noFill/>
            <a:prstDash val="solid"/>
          </a:ln>
        </p:spPr>
      </p:sp>
      <p:sp>
        <p:nvSpPr>
          <p:cNvPr id="1027" name="LigandSeek2_vs_LigandSeek1_ellipse_6541">
            <a:extLst>
              <a:ext uri="{FF2B5EF4-FFF2-40B4-BE49-F238E27FC236}">
                <a16:creationId xmlns:a16="http://schemas.microsoft.com/office/drawing/2014/main" id="{6657DF5A-AF6C-4174-907C-8C00C1D4C4C1}"/>
              </a:ext>
            </a:extLst>
          </p:cNvPr>
          <p:cNvSpPr>
            <a:spLocks noGrp="1"/>
          </p:cNvSpPr>
          <p:nvPr/>
        </p:nvSpPr>
        <p:spPr>
          <a:xfrm>
            <a:off x="2060761" y="1193462"/>
            <a:ext cx="24757" cy="24757"/>
          </a:xfrm>
          <a:prstGeom prst="ellipse">
            <a:avLst/>
          </a:prstGeom>
          <a:solidFill>
            <a:srgbClr val="566AB4">
              <a:alpha val="40000"/>
            </a:srgbClr>
          </a:solidFill>
          <a:ln w="0">
            <a:noFill/>
            <a:prstDash val="solid"/>
          </a:ln>
        </p:spPr>
      </p:sp>
      <p:sp>
        <p:nvSpPr>
          <p:cNvPr id="1028" name="LigandSeek2_vs_LigandSeek1_ellipse_6542">
            <a:extLst>
              <a:ext uri="{FF2B5EF4-FFF2-40B4-BE49-F238E27FC236}">
                <a16:creationId xmlns:a16="http://schemas.microsoft.com/office/drawing/2014/main" id="{0BA08943-4E79-44FB-B234-7E1FBCB02DD6}"/>
              </a:ext>
            </a:extLst>
          </p:cNvPr>
          <p:cNvSpPr>
            <a:spLocks noGrp="1"/>
          </p:cNvSpPr>
          <p:nvPr/>
        </p:nvSpPr>
        <p:spPr>
          <a:xfrm>
            <a:off x="2016114" y="1890368"/>
            <a:ext cx="24757" cy="24757"/>
          </a:xfrm>
          <a:prstGeom prst="ellipse">
            <a:avLst/>
          </a:prstGeom>
          <a:solidFill>
            <a:srgbClr val="566AB4">
              <a:alpha val="40000"/>
            </a:srgbClr>
          </a:solidFill>
          <a:ln w="0">
            <a:noFill/>
            <a:prstDash val="solid"/>
          </a:ln>
        </p:spPr>
      </p:sp>
      <p:sp>
        <p:nvSpPr>
          <p:cNvPr id="1029" name="LigandSeek2_vs_LigandSeek1_ellipse_6543">
            <a:extLst>
              <a:ext uri="{FF2B5EF4-FFF2-40B4-BE49-F238E27FC236}">
                <a16:creationId xmlns:a16="http://schemas.microsoft.com/office/drawing/2014/main" id="{8269D82F-7DCC-419E-A0B8-930AF2118EA8}"/>
              </a:ext>
            </a:extLst>
          </p:cNvPr>
          <p:cNvSpPr>
            <a:spLocks noGrp="1"/>
          </p:cNvSpPr>
          <p:nvPr/>
        </p:nvSpPr>
        <p:spPr>
          <a:xfrm>
            <a:off x="2023868" y="1367688"/>
            <a:ext cx="24757" cy="24757"/>
          </a:xfrm>
          <a:prstGeom prst="ellipse">
            <a:avLst/>
          </a:prstGeom>
          <a:solidFill>
            <a:srgbClr val="566AB4">
              <a:alpha val="40000"/>
            </a:srgbClr>
          </a:solidFill>
          <a:ln w="0">
            <a:noFill/>
            <a:prstDash val="solid"/>
          </a:ln>
        </p:spPr>
      </p:sp>
      <p:sp>
        <p:nvSpPr>
          <p:cNvPr id="1030" name="LigandSeek2_vs_LigandSeek1_ellipse_6544">
            <a:extLst>
              <a:ext uri="{FF2B5EF4-FFF2-40B4-BE49-F238E27FC236}">
                <a16:creationId xmlns:a16="http://schemas.microsoft.com/office/drawing/2014/main" id="{B64BF421-39A4-4BF9-AE2F-019D0D3131C7}"/>
              </a:ext>
            </a:extLst>
          </p:cNvPr>
          <p:cNvSpPr>
            <a:spLocks noGrp="1"/>
          </p:cNvSpPr>
          <p:nvPr/>
        </p:nvSpPr>
        <p:spPr>
          <a:xfrm>
            <a:off x="2050495" y="1886347"/>
            <a:ext cx="24757" cy="24757"/>
          </a:xfrm>
          <a:prstGeom prst="ellipse">
            <a:avLst/>
          </a:prstGeom>
          <a:solidFill>
            <a:srgbClr val="566AB4">
              <a:alpha val="40000"/>
            </a:srgbClr>
          </a:solidFill>
          <a:ln w="0">
            <a:noFill/>
            <a:prstDash val="solid"/>
          </a:ln>
        </p:spPr>
      </p:sp>
      <p:sp>
        <p:nvSpPr>
          <p:cNvPr id="1031" name="LigandSeek2_vs_LigandSeek1_ellipse_6545">
            <a:extLst>
              <a:ext uri="{FF2B5EF4-FFF2-40B4-BE49-F238E27FC236}">
                <a16:creationId xmlns:a16="http://schemas.microsoft.com/office/drawing/2014/main" id="{6000F245-F792-41AB-8E55-34DE5E2AA9DF}"/>
              </a:ext>
            </a:extLst>
          </p:cNvPr>
          <p:cNvSpPr>
            <a:spLocks noGrp="1"/>
          </p:cNvSpPr>
          <p:nvPr/>
        </p:nvSpPr>
        <p:spPr>
          <a:xfrm>
            <a:off x="2091385" y="1180395"/>
            <a:ext cx="24757" cy="24757"/>
          </a:xfrm>
          <a:prstGeom prst="ellipse">
            <a:avLst/>
          </a:prstGeom>
          <a:solidFill>
            <a:srgbClr val="566AB4">
              <a:alpha val="40000"/>
            </a:srgbClr>
          </a:solidFill>
          <a:ln w="0">
            <a:noFill/>
            <a:prstDash val="solid"/>
          </a:ln>
        </p:spPr>
      </p:sp>
      <p:sp>
        <p:nvSpPr>
          <p:cNvPr id="1032" name="LigandSeek2_vs_LigandSeek1_ellipse_6546">
            <a:extLst>
              <a:ext uri="{FF2B5EF4-FFF2-40B4-BE49-F238E27FC236}">
                <a16:creationId xmlns:a16="http://schemas.microsoft.com/office/drawing/2014/main" id="{B55EFB44-D770-46A6-98CD-EB6F2986715D}"/>
              </a:ext>
            </a:extLst>
          </p:cNvPr>
          <p:cNvSpPr>
            <a:spLocks noGrp="1"/>
          </p:cNvSpPr>
          <p:nvPr/>
        </p:nvSpPr>
        <p:spPr>
          <a:xfrm>
            <a:off x="2044311" y="1367688"/>
            <a:ext cx="24757" cy="24757"/>
          </a:xfrm>
          <a:prstGeom prst="ellipse">
            <a:avLst/>
          </a:prstGeom>
          <a:solidFill>
            <a:srgbClr val="566AB4">
              <a:alpha val="40000"/>
            </a:srgbClr>
          </a:solidFill>
          <a:ln w="0">
            <a:noFill/>
            <a:prstDash val="solid"/>
          </a:ln>
        </p:spPr>
      </p:sp>
      <p:sp>
        <p:nvSpPr>
          <p:cNvPr id="1033" name="LigandSeek2_vs_LigandSeek1_ellipse_6547">
            <a:extLst>
              <a:ext uri="{FF2B5EF4-FFF2-40B4-BE49-F238E27FC236}">
                <a16:creationId xmlns:a16="http://schemas.microsoft.com/office/drawing/2014/main" id="{300F6BD2-F1BB-4A99-A87E-49C2ED324681}"/>
              </a:ext>
            </a:extLst>
          </p:cNvPr>
          <p:cNvSpPr>
            <a:spLocks noGrp="1"/>
          </p:cNvSpPr>
          <p:nvPr/>
        </p:nvSpPr>
        <p:spPr>
          <a:xfrm>
            <a:off x="2077632" y="1615907"/>
            <a:ext cx="24757" cy="24757"/>
          </a:xfrm>
          <a:prstGeom prst="ellipse">
            <a:avLst/>
          </a:prstGeom>
          <a:solidFill>
            <a:srgbClr val="566AB4">
              <a:alpha val="40000"/>
            </a:srgbClr>
          </a:solidFill>
          <a:ln w="0">
            <a:noFill/>
            <a:prstDash val="solid"/>
          </a:ln>
        </p:spPr>
      </p:sp>
      <p:sp>
        <p:nvSpPr>
          <p:cNvPr id="1034" name="LigandSeek2_vs_LigandSeek1_ellipse_6548">
            <a:extLst>
              <a:ext uri="{FF2B5EF4-FFF2-40B4-BE49-F238E27FC236}">
                <a16:creationId xmlns:a16="http://schemas.microsoft.com/office/drawing/2014/main" id="{4527C85A-A2A3-404A-8E65-74A16185CD00}"/>
              </a:ext>
            </a:extLst>
          </p:cNvPr>
          <p:cNvSpPr>
            <a:spLocks noGrp="1"/>
          </p:cNvSpPr>
          <p:nvPr/>
        </p:nvSpPr>
        <p:spPr>
          <a:xfrm>
            <a:off x="2029775" y="1158617"/>
            <a:ext cx="24757" cy="24757"/>
          </a:xfrm>
          <a:prstGeom prst="ellipse">
            <a:avLst/>
          </a:prstGeom>
          <a:solidFill>
            <a:srgbClr val="566AB4">
              <a:alpha val="40000"/>
            </a:srgbClr>
          </a:solidFill>
          <a:ln w="0">
            <a:noFill/>
            <a:prstDash val="solid"/>
          </a:ln>
        </p:spPr>
      </p:sp>
      <p:sp>
        <p:nvSpPr>
          <p:cNvPr id="1035" name="LigandSeek2_vs_LigandSeek1_ellipse_6549">
            <a:extLst>
              <a:ext uri="{FF2B5EF4-FFF2-40B4-BE49-F238E27FC236}">
                <a16:creationId xmlns:a16="http://schemas.microsoft.com/office/drawing/2014/main" id="{F7252519-9F38-4EC5-8D29-64742E80F2B9}"/>
              </a:ext>
            </a:extLst>
          </p:cNvPr>
          <p:cNvSpPr>
            <a:spLocks noGrp="1"/>
          </p:cNvSpPr>
          <p:nvPr/>
        </p:nvSpPr>
        <p:spPr>
          <a:xfrm>
            <a:off x="2065983" y="1890368"/>
            <a:ext cx="24757" cy="24757"/>
          </a:xfrm>
          <a:prstGeom prst="ellipse">
            <a:avLst/>
          </a:prstGeom>
          <a:solidFill>
            <a:srgbClr val="566AB4">
              <a:alpha val="40000"/>
            </a:srgbClr>
          </a:solidFill>
          <a:ln w="0">
            <a:noFill/>
            <a:prstDash val="solid"/>
          </a:ln>
        </p:spPr>
      </p:sp>
      <p:sp>
        <p:nvSpPr>
          <p:cNvPr id="1036" name="LigandSeek2_vs_LigandSeek1_ellipse_6550">
            <a:extLst>
              <a:ext uri="{FF2B5EF4-FFF2-40B4-BE49-F238E27FC236}">
                <a16:creationId xmlns:a16="http://schemas.microsoft.com/office/drawing/2014/main" id="{3297A644-73AC-4B49-BCD2-0FCCEF3259A7}"/>
              </a:ext>
            </a:extLst>
          </p:cNvPr>
          <p:cNvSpPr>
            <a:spLocks noGrp="1"/>
          </p:cNvSpPr>
          <p:nvPr/>
        </p:nvSpPr>
        <p:spPr>
          <a:xfrm>
            <a:off x="2025176" y="1759698"/>
            <a:ext cx="24757" cy="24757"/>
          </a:xfrm>
          <a:prstGeom prst="ellipse">
            <a:avLst/>
          </a:prstGeom>
          <a:solidFill>
            <a:srgbClr val="566AB4">
              <a:alpha val="40000"/>
            </a:srgbClr>
          </a:solidFill>
          <a:ln w="0">
            <a:noFill/>
            <a:prstDash val="solid"/>
          </a:ln>
        </p:spPr>
      </p:sp>
      <p:sp>
        <p:nvSpPr>
          <p:cNvPr id="1037" name="LigandSeek2_vs_LigandSeek1_ellipse_6551">
            <a:extLst>
              <a:ext uri="{FF2B5EF4-FFF2-40B4-BE49-F238E27FC236}">
                <a16:creationId xmlns:a16="http://schemas.microsoft.com/office/drawing/2014/main" id="{D77CC42E-C4DD-4311-A4A2-59273D44E658}"/>
              </a:ext>
            </a:extLst>
          </p:cNvPr>
          <p:cNvSpPr>
            <a:spLocks noGrp="1"/>
          </p:cNvSpPr>
          <p:nvPr/>
        </p:nvSpPr>
        <p:spPr>
          <a:xfrm>
            <a:off x="2046463" y="845009"/>
            <a:ext cx="24757" cy="24757"/>
          </a:xfrm>
          <a:prstGeom prst="ellipse">
            <a:avLst/>
          </a:prstGeom>
          <a:solidFill>
            <a:srgbClr val="566AB4">
              <a:alpha val="40000"/>
            </a:srgbClr>
          </a:solidFill>
          <a:ln w="0">
            <a:noFill/>
            <a:prstDash val="solid"/>
          </a:ln>
        </p:spPr>
      </p:sp>
      <p:sp>
        <p:nvSpPr>
          <p:cNvPr id="1038" name="LigandSeek2_vs_LigandSeek1_ellipse_6552">
            <a:extLst>
              <a:ext uri="{FF2B5EF4-FFF2-40B4-BE49-F238E27FC236}">
                <a16:creationId xmlns:a16="http://schemas.microsoft.com/office/drawing/2014/main" id="{4AC25792-1BAE-4EBF-A0B6-2F6BF5C47B99}"/>
              </a:ext>
            </a:extLst>
          </p:cNvPr>
          <p:cNvSpPr>
            <a:spLocks noGrp="1"/>
          </p:cNvSpPr>
          <p:nvPr/>
        </p:nvSpPr>
        <p:spPr>
          <a:xfrm>
            <a:off x="2051456" y="1196986"/>
            <a:ext cx="24757" cy="24757"/>
          </a:xfrm>
          <a:prstGeom prst="ellipse">
            <a:avLst/>
          </a:prstGeom>
          <a:solidFill>
            <a:srgbClr val="566AB4">
              <a:alpha val="40000"/>
            </a:srgbClr>
          </a:solidFill>
          <a:ln w="0">
            <a:noFill/>
            <a:prstDash val="solid"/>
          </a:ln>
        </p:spPr>
      </p:sp>
      <p:sp>
        <p:nvSpPr>
          <p:cNvPr id="1039" name="LigandSeek2_vs_LigandSeek1_ellipse_6553">
            <a:extLst>
              <a:ext uri="{FF2B5EF4-FFF2-40B4-BE49-F238E27FC236}">
                <a16:creationId xmlns:a16="http://schemas.microsoft.com/office/drawing/2014/main" id="{0EE6BF5E-F311-4216-B9B2-5F69B473F016}"/>
              </a:ext>
            </a:extLst>
          </p:cNvPr>
          <p:cNvSpPr>
            <a:spLocks noGrp="1"/>
          </p:cNvSpPr>
          <p:nvPr/>
        </p:nvSpPr>
        <p:spPr>
          <a:xfrm>
            <a:off x="2022660" y="1019236"/>
            <a:ext cx="24757" cy="24757"/>
          </a:xfrm>
          <a:prstGeom prst="ellipse">
            <a:avLst/>
          </a:prstGeom>
          <a:solidFill>
            <a:srgbClr val="566AB4">
              <a:alpha val="40000"/>
            </a:srgbClr>
          </a:solidFill>
          <a:ln w="0">
            <a:noFill/>
            <a:prstDash val="solid"/>
          </a:ln>
        </p:spPr>
      </p:sp>
      <p:sp>
        <p:nvSpPr>
          <p:cNvPr id="1040" name="LigandSeek2_vs_LigandSeek1_ellipse_6554">
            <a:extLst>
              <a:ext uri="{FF2B5EF4-FFF2-40B4-BE49-F238E27FC236}">
                <a16:creationId xmlns:a16="http://schemas.microsoft.com/office/drawing/2014/main" id="{E522536F-C4FA-4595-B6EE-EC4C2BC6677E}"/>
              </a:ext>
            </a:extLst>
          </p:cNvPr>
          <p:cNvSpPr>
            <a:spLocks noGrp="1"/>
          </p:cNvSpPr>
          <p:nvPr/>
        </p:nvSpPr>
        <p:spPr>
          <a:xfrm>
            <a:off x="2081417" y="1193462"/>
            <a:ext cx="24757" cy="24757"/>
          </a:xfrm>
          <a:prstGeom prst="ellipse">
            <a:avLst/>
          </a:prstGeom>
          <a:solidFill>
            <a:srgbClr val="566AB4">
              <a:alpha val="40000"/>
            </a:srgbClr>
          </a:solidFill>
          <a:ln w="0">
            <a:noFill/>
            <a:prstDash val="solid"/>
          </a:ln>
        </p:spPr>
      </p:sp>
      <p:sp>
        <p:nvSpPr>
          <p:cNvPr id="1041" name="LigandSeek2_vs_LigandSeek1_ellipse_6555">
            <a:extLst>
              <a:ext uri="{FF2B5EF4-FFF2-40B4-BE49-F238E27FC236}">
                <a16:creationId xmlns:a16="http://schemas.microsoft.com/office/drawing/2014/main" id="{B1BA88CD-1CC4-4831-9306-EC733F25A72B}"/>
              </a:ext>
            </a:extLst>
          </p:cNvPr>
          <p:cNvSpPr>
            <a:spLocks noGrp="1"/>
          </p:cNvSpPr>
          <p:nvPr/>
        </p:nvSpPr>
        <p:spPr>
          <a:xfrm>
            <a:off x="2049914" y="1367688"/>
            <a:ext cx="24757" cy="24757"/>
          </a:xfrm>
          <a:prstGeom prst="ellipse">
            <a:avLst/>
          </a:prstGeom>
          <a:solidFill>
            <a:srgbClr val="566AB4">
              <a:alpha val="40000"/>
            </a:srgbClr>
          </a:solidFill>
          <a:ln w="0">
            <a:noFill/>
            <a:prstDash val="solid"/>
          </a:ln>
        </p:spPr>
      </p:sp>
      <p:sp>
        <p:nvSpPr>
          <p:cNvPr id="1042" name="LigandSeek2_vs_LigandSeek1_ellipse_6556">
            <a:extLst>
              <a:ext uri="{FF2B5EF4-FFF2-40B4-BE49-F238E27FC236}">
                <a16:creationId xmlns:a16="http://schemas.microsoft.com/office/drawing/2014/main" id="{8DA482A3-217A-4258-B108-2C6F9B7D97D5}"/>
              </a:ext>
            </a:extLst>
          </p:cNvPr>
          <p:cNvSpPr>
            <a:spLocks noGrp="1"/>
          </p:cNvSpPr>
          <p:nvPr/>
        </p:nvSpPr>
        <p:spPr>
          <a:xfrm>
            <a:off x="2065968" y="1555556"/>
            <a:ext cx="24757" cy="24757"/>
          </a:xfrm>
          <a:prstGeom prst="ellipse">
            <a:avLst/>
          </a:prstGeom>
          <a:solidFill>
            <a:srgbClr val="566AB4">
              <a:alpha val="40000"/>
            </a:srgbClr>
          </a:solidFill>
          <a:ln w="0">
            <a:noFill/>
            <a:prstDash val="solid"/>
          </a:ln>
        </p:spPr>
      </p:sp>
      <p:sp>
        <p:nvSpPr>
          <p:cNvPr id="1043" name="LigandSeek2_vs_LigandSeek1_ellipse_6557">
            <a:extLst>
              <a:ext uri="{FF2B5EF4-FFF2-40B4-BE49-F238E27FC236}">
                <a16:creationId xmlns:a16="http://schemas.microsoft.com/office/drawing/2014/main" id="{F84CA21C-C889-43B7-BA49-18B1C0643051}"/>
              </a:ext>
            </a:extLst>
          </p:cNvPr>
          <p:cNvSpPr>
            <a:spLocks noGrp="1"/>
          </p:cNvSpPr>
          <p:nvPr/>
        </p:nvSpPr>
        <p:spPr>
          <a:xfrm>
            <a:off x="2053120" y="845009"/>
            <a:ext cx="24757" cy="24757"/>
          </a:xfrm>
          <a:prstGeom prst="ellipse">
            <a:avLst/>
          </a:prstGeom>
          <a:solidFill>
            <a:srgbClr val="566AB4">
              <a:alpha val="40000"/>
            </a:srgbClr>
          </a:solidFill>
          <a:ln w="0">
            <a:noFill/>
            <a:prstDash val="solid"/>
          </a:ln>
        </p:spPr>
      </p:sp>
      <p:sp>
        <p:nvSpPr>
          <p:cNvPr id="1044" name="LigandSeek2_vs_LigandSeek1_ellipse_6558">
            <a:extLst>
              <a:ext uri="{FF2B5EF4-FFF2-40B4-BE49-F238E27FC236}">
                <a16:creationId xmlns:a16="http://schemas.microsoft.com/office/drawing/2014/main" id="{8B921EC7-7E2B-49D3-BDEA-253D1A5A0675}"/>
              </a:ext>
            </a:extLst>
          </p:cNvPr>
          <p:cNvSpPr>
            <a:spLocks noGrp="1"/>
          </p:cNvSpPr>
          <p:nvPr/>
        </p:nvSpPr>
        <p:spPr>
          <a:xfrm>
            <a:off x="2088752" y="1890368"/>
            <a:ext cx="24757" cy="24757"/>
          </a:xfrm>
          <a:prstGeom prst="ellipse">
            <a:avLst/>
          </a:prstGeom>
          <a:solidFill>
            <a:srgbClr val="566AB4">
              <a:alpha val="40000"/>
            </a:srgbClr>
          </a:solidFill>
          <a:ln w="0">
            <a:noFill/>
            <a:prstDash val="solid"/>
          </a:ln>
        </p:spPr>
      </p:sp>
      <p:sp>
        <p:nvSpPr>
          <p:cNvPr id="1045" name="LigandSeek2_vs_LigandSeek1_ellipse_6559">
            <a:extLst>
              <a:ext uri="{FF2B5EF4-FFF2-40B4-BE49-F238E27FC236}">
                <a16:creationId xmlns:a16="http://schemas.microsoft.com/office/drawing/2014/main" id="{B084C1A6-EF9B-454E-9721-BC187F8B638A}"/>
              </a:ext>
            </a:extLst>
          </p:cNvPr>
          <p:cNvSpPr>
            <a:spLocks noGrp="1"/>
          </p:cNvSpPr>
          <p:nvPr/>
        </p:nvSpPr>
        <p:spPr>
          <a:xfrm>
            <a:off x="2072552" y="1367688"/>
            <a:ext cx="24757" cy="24757"/>
          </a:xfrm>
          <a:prstGeom prst="ellipse">
            <a:avLst/>
          </a:prstGeom>
          <a:solidFill>
            <a:srgbClr val="566AB4">
              <a:alpha val="40000"/>
            </a:srgbClr>
          </a:solidFill>
          <a:ln w="0">
            <a:noFill/>
            <a:prstDash val="solid"/>
          </a:ln>
        </p:spPr>
      </p:sp>
      <p:sp>
        <p:nvSpPr>
          <p:cNvPr id="1046" name="LigandSeek2_vs_LigandSeek1_ellipse_6560">
            <a:extLst>
              <a:ext uri="{FF2B5EF4-FFF2-40B4-BE49-F238E27FC236}">
                <a16:creationId xmlns:a16="http://schemas.microsoft.com/office/drawing/2014/main" id="{C249F64E-6B1D-4DF3-8520-80AB639BC2E7}"/>
              </a:ext>
            </a:extLst>
          </p:cNvPr>
          <p:cNvSpPr>
            <a:spLocks noGrp="1"/>
          </p:cNvSpPr>
          <p:nvPr/>
        </p:nvSpPr>
        <p:spPr>
          <a:xfrm>
            <a:off x="2072580" y="1890368"/>
            <a:ext cx="24757" cy="24757"/>
          </a:xfrm>
          <a:prstGeom prst="ellipse">
            <a:avLst/>
          </a:prstGeom>
          <a:solidFill>
            <a:srgbClr val="566AB4">
              <a:alpha val="40000"/>
            </a:srgbClr>
          </a:solidFill>
          <a:ln w="0">
            <a:noFill/>
            <a:prstDash val="solid"/>
          </a:ln>
        </p:spPr>
      </p:sp>
      <p:sp>
        <p:nvSpPr>
          <p:cNvPr id="1047" name="LigandSeek2_vs_LigandSeek1_ellipse_6561">
            <a:extLst>
              <a:ext uri="{FF2B5EF4-FFF2-40B4-BE49-F238E27FC236}">
                <a16:creationId xmlns:a16="http://schemas.microsoft.com/office/drawing/2014/main" id="{AEB16544-CF31-474C-BB47-4F0D8AB3B89C}"/>
              </a:ext>
            </a:extLst>
          </p:cNvPr>
          <p:cNvSpPr>
            <a:spLocks noGrp="1"/>
          </p:cNvSpPr>
          <p:nvPr/>
        </p:nvSpPr>
        <p:spPr>
          <a:xfrm>
            <a:off x="2057164" y="1459305"/>
            <a:ext cx="24757" cy="24757"/>
          </a:xfrm>
          <a:prstGeom prst="ellipse">
            <a:avLst/>
          </a:prstGeom>
          <a:solidFill>
            <a:srgbClr val="566AB4">
              <a:alpha val="40000"/>
            </a:srgbClr>
          </a:solidFill>
          <a:ln w="0">
            <a:noFill/>
            <a:prstDash val="solid"/>
          </a:ln>
        </p:spPr>
      </p:sp>
      <p:sp>
        <p:nvSpPr>
          <p:cNvPr id="1048" name="LigandSeek2_vs_LigandSeek1_ellipse_6562">
            <a:extLst>
              <a:ext uri="{FF2B5EF4-FFF2-40B4-BE49-F238E27FC236}">
                <a16:creationId xmlns:a16="http://schemas.microsoft.com/office/drawing/2014/main" id="{9835431C-FCE9-4B37-8794-05E26C69A525}"/>
              </a:ext>
            </a:extLst>
          </p:cNvPr>
          <p:cNvSpPr>
            <a:spLocks noGrp="1"/>
          </p:cNvSpPr>
          <p:nvPr/>
        </p:nvSpPr>
        <p:spPr>
          <a:xfrm>
            <a:off x="2021214" y="1890368"/>
            <a:ext cx="24757" cy="24757"/>
          </a:xfrm>
          <a:prstGeom prst="ellipse">
            <a:avLst/>
          </a:prstGeom>
          <a:solidFill>
            <a:srgbClr val="566AB4">
              <a:alpha val="40000"/>
            </a:srgbClr>
          </a:solidFill>
          <a:ln w="0">
            <a:noFill/>
            <a:prstDash val="solid"/>
          </a:ln>
        </p:spPr>
      </p:sp>
      <p:sp>
        <p:nvSpPr>
          <p:cNvPr id="1049" name="LigandSeek2_vs_LigandSeek1_ellipse_6563">
            <a:extLst>
              <a:ext uri="{FF2B5EF4-FFF2-40B4-BE49-F238E27FC236}">
                <a16:creationId xmlns:a16="http://schemas.microsoft.com/office/drawing/2014/main" id="{C1582B83-427A-4D59-9FB0-13C5CAD906A3}"/>
              </a:ext>
            </a:extLst>
          </p:cNvPr>
          <p:cNvSpPr>
            <a:spLocks noGrp="1"/>
          </p:cNvSpPr>
          <p:nvPr/>
        </p:nvSpPr>
        <p:spPr>
          <a:xfrm>
            <a:off x="2025855" y="1678029"/>
            <a:ext cx="24757" cy="24757"/>
          </a:xfrm>
          <a:prstGeom prst="ellipse">
            <a:avLst/>
          </a:prstGeom>
          <a:solidFill>
            <a:srgbClr val="566AB4">
              <a:alpha val="40000"/>
            </a:srgbClr>
          </a:solidFill>
          <a:ln w="0">
            <a:noFill/>
            <a:prstDash val="solid"/>
          </a:ln>
        </p:spPr>
      </p:sp>
      <p:sp>
        <p:nvSpPr>
          <p:cNvPr id="1050" name="LigandSeek2_vs_LigandSeek1_ellipse_6564">
            <a:extLst>
              <a:ext uri="{FF2B5EF4-FFF2-40B4-BE49-F238E27FC236}">
                <a16:creationId xmlns:a16="http://schemas.microsoft.com/office/drawing/2014/main" id="{CC2FE1E3-C992-4397-9C77-CF44453B04B0}"/>
              </a:ext>
            </a:extLst>
          </p:cNvPr>
          <p:cNvSpPr>
            <a:spLocks noGrp="1"/>
          </p:cNvSpPr>
          <p:nvPr/>
        </p:nvSpPr>
        <p:spPr>
          <a:xfrm>
            <a:off x="2028823" y="845009"/>
            <a:ext cx="24757" cy="24757"/>
          </a:xfrm>
          <a:prstGeom prst="ellipse">
            <a:avLst/>
          </a:prstGeom>
          <a:solidFill>
            <a:srgbClr val="566AB4">
              <a:alpha val="40000"/>
            </a:srgbClr>
          </a:solidFill>
          <a:ln w="0">
            <a:noFill/>
            <a:prstDash val="solid"/>
          </a:ln>
        </p:spPr>
      </p:sp>
      <p:sp>
        <p:nvSpPr>
          <p:cNvPr id="1051" name="LigandSeek2_vs_LigandSeek1_ellipse_6565">
            <a:extLst>
              <a:ext uri="{FF2B5EF4-FFF2-40B4-BE49-F238E27FC236}">
                <a16:creationId xmlns:a16="http://schemas.microsoft.com/office/drawing/2014/main" id="{F99E12ED-176B-4CE3-9CCB-C0A6366EEBC6}"/>
              </a:ext>
            </a:extLst>
          </p:cNvPr>
          <p:cNvSpPr>
            <a:spLocks noGrp="1"/>
          </p:cNvSpPr>
          <p:nvPr/>
        </p:nvSpPr>
        <p:spPr>
          <a:xfrm>
            <a:off x="2075807" y="845009"/>
            <a:ext cx="24757" cy="24757"/>
          </a:xfrm>
          <a:prstGeom prst="ellipse">
            <a:avLst/>
          </a:prstGeom>
          <a:solidFill>
            <a:srgbClr val="566AB4">
              <a:alpha val="40000"/>
            </a:srgbClr>
          </a:solidFill>
          <a:ln w="0">
            <a:noFill/>
            <a:prstDash val="solid"/>
          </a:ln>
        </p:spPr>
      </p:sp>
      <p:sp>
        <p:nvSpPr>
          <p:cNvPr id="1052" name="LigandSeek2_vs_LigandSeek1_ellipse_6566">
            <a:extLst>
              <a:ext uri="{FF2B5EF4-FFF2-40B4-BE49-F238E27FC236}">
                <a16:creationId xmlns:a16="http://schemas.microsoft.com/office/drawing/2014/main" id="{32EC9424-32E1-4762-91A7-10B696A660C9}"/>
              </a:ext>
            </a:extLst>
          </p:cNvPr>
          <p:cNvSpPr>
            <a:spLocks noGrp="1"/>
          </p:cNvSpPr>
          <p:nvPr/>
        </p:nvSpPr>
        <p:spPr>
          <a:xfrm>
            <a:off x="2062586" y="1417053"/>
            <a:ext cx="24757" cy="24757"/>
          </a:xfrm>
          <a:prstGeom prst="ellipse">
            <a:avLst/>
          </a:prstGeom>
          <a:solidFill>
            <a:srgbClr val="566AB4">
              <a:alpha val="40000"/>
            </a:srgbClr>
          </a:solidFill>
          <a:ln w="0">
            <a:noFill/>
            <a:prstDash val="solid"/>
          </a:ln>
        </p:spPr>
      </p:sp>
      <p:sp>
        <p:nvSpPr>
          <p:cNvPr id="1053" name="LigandSeek2_vs_LigandSeek1_ellipse_6567">
            <a:extLst>
              <a:ext uri="{FF2B5EF4-FFF2-40B4-BE49-F238E27FC236}">
                <a16:creationId xmlns:a16="http://schemas.microsoft.com/office/drawing/2014/main" id="{39A75692-AC75-4524-85E0-D7AAB1CD0DE0}"/>
              </a:ext>
            </a:extLst>
          </p:cNvPr>
          <p:cNvSpPr>
            <a:spLocks noGrp="1"/>
          </p:cNvSpPr>
          <p:nvPr/>
        </p:nvSpPr>
        <p:spPr>
          <a:xfrm>
            <a:off x="2023181" y="1890368"/>
            <a:ext cx="24757" cy="24757"/>
          </a:xfrm>
          <a:prstGeom prst="ellipse">
            <a:avLst/>
          </a:prstGeom>
          <a:solidFill>
            <a:srgbClr val="566AB4">
              <a:alpha val="40000"/>
            </a:srgbClr>
          </a:solidFill>
          <a:ln w="0">
            <a:noFill/>
            <a:prstDash val="solid"/>
          </a:ln>
        </p:spPr>
      </p:sp>
      <p:sp>
        <p:nvSpPr>
          <p:cNvPr id="1054" name="LigandSeek2_vs_LigandSeek1_ellipse_6568">
            <a:extLst>
              <a:ext uri="{FF2B5EF4-FFF2-40B4-BE49-F238E27FC236}">
                <a16:creationId xmlns:a16="http://schemas.microsoft.com/office/drawing/2014/main" id="{1F9C1B4A-426C-409A-875B-6B8F30B7594B}"/>
              </a:ext>
            </a:extLst>
          </p:cNvPr>
          <p:cNvSpPr>
            <a:spLocks noGrp="1"/>
          </p:cNvSpPr>
          <p:nvPr/>
        </p:nvSpPr>
        <p:spPr>
          <a:xfrm>
            <a:off x="2047611" y="845009"/>
            <a:ext cx="24757" cy="24757"/>
          </a:xfrm>
          <a:prstGeom prst="ellipse">
            <a:avLst/>
          </a:prstGeom>
          <a:solidFill>
            <a:srgbClr val="566AB4">
              <a:alpha val="40000"/>
            </a:srgbClr>
          </a:solidFill>
          <a:ln w="0">
            <a:noFill/>
            <a:prstDash val="solid"/>
          </a:ln>
        </p:spPr>
      </p:sp>
      <p:sp>
        <p:nvSpPr>
          <p:cNvPr id="1055" name="LigandSeek2_vs_LigandSeek1_ellipse_6569">
            <a:extLst>
              <a:ext uri="{FF2B5EF4-FFF2-40B4-BE49-F238E27FC236}">
                <a16:creationId xmlns:a16="http://schemas.microsoft.com/office/drawing/2014/main" id="{7F1AC896-136B-4E5B-9C6C-D2752D59595B}"/>
              </a:ext>
            </a:extLst>
          </p:cNvPr>
          <p:cNvSpPr>
            <a:spLocks noGrp="1"/>
          </p:cNvSpPr>
          <p:nvPr/>
        </p:nvSpPr>
        <p:spPr>
          <a:xfrm>
            <a:off x="2022450" y="1367688"/>
            <a:ext cx="24757" cy="24757"/>
          </a:xfrm>
          <a:prstGeom prst="ellipse">
            <a:avLst/>
          </a:prstGeom>
          <a:solidFill>
            <a:srgbClr val="566AB4">
              <a:alpha val="40000"/>
            </a:srgbClr>
          </a:solidFill>
          <a:ln w="0">
            <a:noFill/>
            <a:prstDash val="solid"/>
          </a:ln>
        </p:spPr>
      </p:sp>
      <p:sp>
        <p:nvSpPr>
          <p:cNvPr id="1056" name="LigandSeek2_vs_LigandSeek1_ellipse_6570">
            <a:extLst>
              <a:ext uri="{FF2B5EF4-FFF2-40B4-BE49-F238E27FC236}">
                <a16:creationId xmlns:a16="http://schemas.microsoft.com/office/drawing/2014/main" id="{A01AD403-CE80-4E9F-8F49-C7D06CE03A6B}"/>
              </a:ext>
            </a:extLst>
          </p:cNvPr>
          <p:cNvSpPr>
            <a:spLocks noGrp="1"/>
          </p:cNvSpPr>
          <p:nvPr/>
        </p:nvSpPr>
        <p:spPr>
          <a:xfrm>
            <a:off x="2065423" y="1884145"/>
            <a:ext cx="24757" cy="24757"/>
          </a:xfrm>
          <a:prstGeom prst="ellipse">
            <a:avLst/>
          </a:prstGeom>
          <a:solidFill>
            <a:srgbClr val="566AB4">
              <a:alpha val="40000"/>
            </a:srgbClr>
          </a:solidFill>
          <a:ln w="0">
            <a:noFill/>
            <a:prstDash val="solid"/>
          </a:ln>
        </p:spPr>
      </p:sp>
      <p:sp>
        <p:nvSpPr>
          <p:cNvPr id="1057" name="LigandSeek2_vs_LigandSeek1_ellipse_6571">
            <a:extLst>
              <a:ext uri="{FF2B5EF4-FFF2-40B4-BE49-F238E27FC236}">
                <a16:creationId xmlns:a16="http://schemas.microsoft.com/office/drawing/2014/main" id="{67196AA7-BADA-4205-BE25-5B3F6F1FE288}"/>
              </a:ext>
            </a:extLst>
          </p:cNvPr>
          <p:cNvSpPr>
            <a:spLocks noGrp="1"/>
          </p:cNvSpPr>
          <p:nvPr/>
        </p:nvSpPr>
        <p:spPr>
          <a:xfrm>
            <a:off x="2009961" y="1716141"/>
            <a:ext cx="24757" cy="24757"/>
          </a:xfrm>
          <a:prstGeom prst="ellipse">
            <a:avLst/>
          </a:prstGeom>
          <a:solidFill>
            <a:srgbClr val="566AB4">
              <a:alpha val="40000"/>
            </a:srgbClr>
          </a:solidFill>
          <a:ln w="0">
            <a:noFill/>
            <a:prstDash val="solid"/>
          </a:ln>
        </p:spPr>
      </p:sp>
      <p:sp>
        <p:nvSpPr>
          <p:cNvPr id="1058" name="LigandSeek2_vs_LigandSeek1_ellipse_6572">
            <a:extLst>
              <a:ext uri="{FF2B5EF4-FFF2-40B4-BE49-F238E27FC236}">
                <a16:creationId xmlns:a16="http://schemas.microsoft.com/office/drawing/2014/main" id="{C4309065-2A0C-4D3D-ACF9-8D8F249B56A3}"/>
              </a:ext>
            </a:extLst>
          </p:cNvPr>
          <p:cNvSpPr>
            <a:spLocks noGrp="1"/>
          </p:cNvSpPr>
          <p:nvPr/>
        </p:nvSpPr>
        <p:spPr>
          <a:xfrm>
            <a:off x="2085993" y="845009"/>
            <a:ext cx="24757" cy="24757"/>
          </a:xfrm>
          <a:prstGeom prst="ellipse">
            <a:avLst/>
          </a:prstGeom>
          <a:solidFill>
            <a:srgbClr val="566AB4">
              <a:alpha val="40000"/>
            </a:srgbClr>
          </a:solidFill>
          <a:ln w="0">
            <a:noFill/>
            <a:prstDash val="solid"/>
          </a:ln>
        </p:spPr>
      </p:sp>
      <p:sp>
        <p:nvSpPr>
          <p:cNvPr id="1059" name="LigandSeek2_vs_LigandSeek1_ellipse_6573">
            <a:extLst>
              <a:ext uri="{FF2B5EF4-FFF2-40B4-BE49-F238E27FC236}">
                <a16:creationId xmlns:a16="http://schemas.microsoft.com/office/drawing/2014/main" id="{12A358B9-0A6B-454B-B820-16BB530BB344}"/>
              </a:ext>
            </a:extLst>
          </p:cNvPr>
          <p:cNvSpPr>
            <a:spLocks noGrp="1"/>
          </p:cNvSpPr>
          <p:nvPr/>
        </p:nvSpPr>
        <p:spPr>
          <a:xfrm>
            <a:off x="2060254" y="1367688"/>
            <a:ext cx="24757" cy="24757"/>
          </a:xfrm>
          <a:prstGeom prst="ellipse">
            <a:avLst/>
          </a:prstGeom>
          <a:solidFill>
            <a:srgbClr val="566AB4">
              <a:alpha val="40000"/>
            </a:srgbClr>
          </a:solidFill>
          <a:ln w="0">
            <a:noFill/>
            <a:prstDash val="solid"/>
          </a:ln>
        </p:spPr>
      </p:sp>
      <p:sp>
        <p:nvSpPr>
          <p:cNvPr id="1060" name="LigandSeek2_vs_LigandSeek1_ellipse_6574">
            <a:extLst>
              <a:ext uri="{FF2B5EF4-FFF2-40B4-BE49-F238E27FC236}">
                <a16:creationId xmlns:a16="http://schemas.microsoft.com/office/drawing/2014/main" id="{C01501E5-D22D-4384-AFBF-86144AD851E1}"/>
              </a:ext>
            </a:extLst>
          </p:cNvPr>
          <p:cNvSpPr>
            <a:spLocks noGrp="1"/>
          </p:cNvSpPr>
          <p:nvPr/>
        </p:nvSpPr>
        <p:spPr>
          <a:xfrm>
            <a:off x="2058830" y="1730264"/>
            <a:ext cx="24757" cy="24757"/>
          </a:xfrm>
          <a:prstGeom prst="ellipse">
            <a:avLst/>
          </a:prstGeom>
          <a:solidFill>
            <a:srgbClr val="566AB4">
              <a:alpha val="40000"/>
            </a:srgbClr>
          </a:solidFill>
          <a:ln w="0">
            <a:noFill/>
            <a:prstDash val="solid"/>
          </a:ln>
        </p:spPr>
      </p:sp>
      <p:sp>
        <p:nvSpPr>
          <p:cNvPr id="1061" name="LigandSeek2_vs_LigandSeek1_ellipse_6575">
            <a:extLst>
              <a:ext uri="{FF2B5EF4-FFF2-40B4-BE49-F238E27FC236}">
                <a16:creationId xmlns:a16="http://schemas.microsoft.com/office/drawing/2014/main" id="{DCF76079-C474-418A-8178-FA54BCC088A3}"/>
              </a:ext>
            </a:extLst>
          </p:cNvPr>
          <p:cNvSpPr>
            <a:spLocks noGrp="1"/>
          </p:cNvSpPr>
          <p:nvPr/>
        </p:nvSpPr>
        <p:spPr>
          <a:xfrm>
            <a:off x="2074158" y="845009"/>
            <a:ext cx="24757" cy="24757"/>
          </a:xfrm>
          <a:prstGeom prst="ellipse">
            <a:avLst/>
          </a:prstGeom>
          <a:solidFill>
            <a:srgbClr val="566AB4">
              <a:alpha val="40000"/>
            </a:srgbClr>
          </a:solidFill>
          <a:ln w="0">
            <a:noFill/>
            <a:prstDash val="solid"/>
          </a:ln>
        </p:spPr>
      </p:sp>
      <p:sp>
        <p:nvSpPr>
          <p:cNvPr id="1062" name="LigandSeek2_vs_LigandSeek1_ellipse_6576">
            <a:extLst>
              <a:ext uri="{FF2B5EF4-FFF2-40B4-BE49-F238E27FC236}">
                <a16:creationId xmlns:a16="http://schemas.microsoft.com/office/drawing/2014/main" id="{655A69DB-F25D-450C-9F87-873BDD666E47}"/>
              </a:ext>
            </a:extLst>
          </p:cNvPr>
          <p:cNvSpPr>
            <a:spLocks noGrp="1"/>
          </p:cNvSpPr>
          <p:nvPr/>
        </p:nvSpPr>
        <p:spPr>
          <a:xfrm>
            <a:off x="2046601" y="1417053"/>
            <a:ext cx="24757" cy="24757"/>
          </a:xfrm>
          <a:prstGeom prst="ellipse">
            <a:avLst/>
          </a:prstGeom>
          <a:solidFill>
            <a:srgbClr val="566AB4">
              <a:alpha val="40000"/>
            </a:srgbClr>
          </a:solidFill>
          <a:ln w="0">
            <a:noFill/>
            <a:prstDash val="solid"/>
          </a:ln>
        </p:spPr>
      </p:sp>
      <p:sp>
        <p:nvSpPr>
          <p:cNvPr id="1063" name="LigandSeek2_vs_LigandSeek1_ellipse_6577">
            <a:extLst>
              <a:ext uri="{FF2B5EF4-FFF2-40B4-BE49-F238E27FC236}">
                <a16:creationId xmlns:a16="http://schemas.microsoft.com/office/drawing/2014/main" id="{E83E503E-4C60-4348-B6A4-22A5925DE543}"/>
              </a:ext>
            </a:extLst>
          </p:cNvPr>
          <p:cNvSpPr>
            <a:spLocks noGrp="1"/>
          </p:cNvSpPr>
          <p:nvPr/>
        </p:nvSpPr>
        <p:spPr>
          <a:xfrm>
            <a:off x="2037715" y="1193462"/>
            <a:ext cx="24757" cy="24757"/>
          </a:xfrm>
          <a:prstGeom prst="ellipse">
            <a:avLst/>
          </a:prstGeom>
          <a:solidFill>
            <a:srgbClr val="566AB4">
              <a:alpha val="40000"/>
            </a:srgbClr>
          </a:solidFill>
          <a:ln w="0">
            <a:noFill/>
            <a:prstDash val="solid"/>
          </a:ln>
        </p:spPr>
      </p:sp>
      <p:sp>
        <p:nvSpPr>
          <p:cNvPr id="1064" name="LigandSeek2_vs_LigandSeek1_ellipse_6578">
            <a:extLst>
              <a:ext uri="{FF2B5EF4-FFF2-40B4-BE49-F238E27FC236}">
                <a16:creationId xmlns:a16="http://schemas.microsoft.com/office/drawing/2014/main" id="{8A8FE64A-8087-424E-80E8-9E7213609F3F}"/>
              </a:ext>
            </a:extLst>
          </p:cNvPr>
          <p:cNvSpPr>
            <a:spLocks noGrp="1"/>
          </p:cNvSpPr>
          <p:nvPr/>
        </p:nvSpPr>
        <p:spPr>
          <a:xfrm>
            <a:off x="2048428" y="1890368"/>
            <a:ext cx="24757" cy="24757"/>
          </a:xfrm>
          <a:prstGeom prst="ellipse">
            <a:avLst/>
          </a:prstGeom>
          <a:solidFill>
            <a:srgbClr val="566AB4">
              <a:alpha val="40000"/>
            </a:srgbClr>
          </a:solidFill>
          <a:ln w="0">
            <a:noFill/>
            <a:prstDash val="solid"/>
          </a:ln>
        </p:spPr>
      </p:sp>
      <p:sp>
        <p:nvSpPr>
          <p:cNvPr id="1065" name="LigandSeek2_vs_LigandSeek1_ellipse_6579">
            <a:extLst>
              <a:ext uri="{FF2B5EF4-FFF2-40B4-BE49-F238E27FC236}">
                <a16:creationId xmlns:a16="http://schemas.microsoft.com/office/drawing/2014/main" id="{21396A82-5213-4C00-AC57-BB27413C3DDC}"/>
              </a:ext>
            </a:extLst>
          </p:cNvPr>
          <p:cNvSpPr>
            <a:spLocks noGrp="1"/>
          </p:cNvSpPr>
          <p:nvPr/>
        </p:nvSpPr>
        <p:spPr>
          <a:xfrm>
            <a:off x="2027729" y="1454802"/>
            <a:ext cx="24757" cy="24757"/>
          </a:xfrm>
          <a:prstGeom prst="ellipse">
            <a:avLst/>
          </a:prstGeom>
          <a:solidFill>
            <a:srgbClr val="566AB4">
              <a:alpha val="40000"/>
            </a:srgbClr>
          </a:solidFill>
          <a:ln w="0">
            <a:noFill/>
            <a:prstDash val="solid"/>
          </a:ln>
        </p:spPr>
      </p:sp>
      <p:sp>
        <p:nvSpPr>
          <p:cNvPr id="1066" name="LigandSeek2_vs_LigandSeek1_ellipse_6580">
            <a:extLst>
              <a:ext uri="{FF2B5EF4-FFF2-40B4-BE49-F238E27FC236}">
                <a16:creationId xmlns:a16="http://schemas.microsoft.com/office/drawing/2014/main" id="{0DB4B26F-D394-4A07-B295-37B2B0BE35BE}"/>
              </a:ext>
            </a:extLst>
          </p:cNvPr>
          <p:cNvSpPr>
            <a:spLocks noGrp="1"/>
          </p:cNvSpPr>
          <p:nvPr/>
        </p:nvSpPr>
        <p:spPr>
          <a:xfrm>
            <a:off x="2072894" y="1193462"/>
            <a:ext cx="24757" cy="24757"/>
          </a:xfrm>
          <a:prstGeom prst="ellipse">
            <a:avLst/>
          </a:prstGeom>
          <a:solidFill>
            <a:srgbClr val="566AB4">
              <a:alpha val="40000"/>
            </a:srgbClr>
          </a:solidFill>
          <a:ln w="0">
            <a:noFill/>
            <a:prstDash val="solid"/>
          </a:ln>
        </p:spPr>
      </p:sp>
      <p:sp>
        <p:nvSpPr>
          <p:cNvPr id="1067" name="LigandSeek2_vs_LigandSeek1_ellipse_6581">
            <a:extLst>
              <a:ext uri="{FF2B5EF4-FFF2-40B4-BE49-F238E27FC236}">
                <a16:creationId xmlns:a16="http://schemas.microsoft.com/office/drawing/2014/main" id="{483ACD55-699E-4A82-AA06-AB42E9CF646F}"/>
              </a:ext>
            </a:extLst>
          </p:cNvPr>
          <p:cNvSpPr>
            <a:spLocks noGrp="1"/>
          </p:cNvSpPr>
          <p:nvPr/>
        </p:nvSpPr>
        <p:spPr>
          <a:xfrm>
            <a:off x="2067856" y="1890368"/>
            <a:ext cx="24757" cy="24757"/>
          </a:xfrm>
          <a:prstGeom prst="ellipse">
            <a:avLst/>
          </a:prstGeom>
          <a:solidFill>
            <a:srgbClr val="566AB4">
              <a:alpha val="40000"/>
            </a:srgbClr>
          </a:solidFill>
          <a:ln w="0">
            <a:noFill/>
            <a:prstDash val="solid"/>
          </a:ln>
        </p:spPr>
      </p:sp>
      <p:sp>
        <p:nvSpPr>
          <p:cNvPr id="1068" name="LigandSeek2_vs_LigandSeek1_ellipse_6582">
            <a:extLst>
              <a:ext uri="{FF2B5EF4-FFF2-40B4-BE49-F238E27FC236}">
                <a16:creationId xmlns:a16="http://schemas.microsoft.com/office/drawing/2014/main" id="{0ABCCB7E-19F5-4509-A723-64A676893D62}"/>
              </a:ext>
            </a:extLst>
          </p:cNvPr>
          <p:cNvSpPr>
            <a:spLocks noGrp="1"/>
          </p:cNvSpPr>
          <p:nvPr/>
        </p:nvSpPr>
        <p:spPr>
          <a:xfrm>
            <a:off x="2018659" y="1815353"/>
            <a:ext cx="24757" cy="24757"/>
          </a:xfrm>
          <a:prstGeom prst="ellipse">
            <a:avLst/>
          </a:prstGeom>
          <a:solidFill>
            <a:srgbClr val="566AB4">
              <a:alpha val="40000"/>
            </a:srgbClr>
          </a:solidFill>
          <a:ln w="0">
            <a:noFill/>
            <a:prstDash val="solid"/>
          </a:ln>
        </p:spPr>
      </p:sp>
      <p:sp>
        <p:nvSpPr>
          <p:cNvPr id="1069" name="LigandSeek2_vs_LigandSeek1_ellipse_6583">
            <a:extLst>
              <a:ext uri="{FF2B5EF4-FFF2-40B4-BE49-F238E27FC236}">
                <a16:creationId xmlns:a16="http://schemas.microsoft.com/office/drawing/2014/main" id="{545B0A4B-9B36-4858-8C65-F61974AB1089}"/>
              </a:ext>
            </a:extLst>
          </p:cNvPr>
          <p:cNvSpPr>
            <a:spLocks noGrp="1"/>
          </p:cNvSpPr>
          <p:nvPr/>
        </p:nvSpPr>
        <p:spPr>
          <a:xfrm>
            <a:off x="2085285" y="1890368"/>
            <a:ext cx="24757" cy="24757"/>
          </a:xfrm>
          <a:prstGeom prst="ellipse">
            <a:avLst/>
          </a:prstGeom>
          <a:solidFill>
            <a:srgbClr val="566AB4">
              <a:alpha val="40000"/>
            </a:srgbClr>
          </a:solidFill>
          <a:ln w="0">
            <a:noFill/>
            <a:prstDash val="solid"/>
          </a:ln>
        </p:spPr>
      </p:sp>
      <p:sp>
        <p:nvSpPr>
          <p:cNvPr id="1070" name="LigandSeek2_vs_LigandSeek1_ellipse_6584">
            <a:extLst>
              <a:ext uri="{FF2B5EF4-FFF2-40B4-BE49-F238E27FC236}">
                <a16:creationId xmlns:a16="http://schemas.microsoft.com/office/drawing/2014/main" id="{A0C45B88-129E-4F82-82BE-CC586C1F5727}"/>
              </a:ext>
            </a:extLst>
          </p:cNvPr>
          <p:cNvSpPr>
            <a:spLocks noGrp="1"/>
          </p:cNvSpPr>
          <p:nvPr/>
        </p:nvSpPr>
        <p:spPr>
          <a:xfrm>
            <a:off x="2043988" y="1648628"/>
            <a:ext cx="24757" cy="24757"/>
          </a:xfrm>
          <a:prstGeom prst="ellipse">
            <a:avLst/>
          </a:prstGeom>
          <a:solidFill>
            <a:srgbClr val="566AB4">
              <a:alpha val="40000"/>
            </a:srgbClr>
          </a:solidFill>
          <a:ln w="0">
            <a:noFill/>
            <a:prstDash val="solid"/>
          </a:ln>
        </p:spPr>
      </p:sp>
      <p:sp>
        <p:nvSpPr>
          <p:cNvPr id="1071" name="LigandSeek2_vs_LigandSeek1_ellipse_6585">
            <a:extLst>
              <a:ext uri="{FF2B5EF4-FFF2-40B4-BE49-F238E27FC236}">
                <a16:creationId xmlns:a16="http://schemas.microsoft.com/office/drawing/2014/main" id="{E728CF5C-7368-4BC3-B95B-828458B6E4B0}"/>
              </a:ext>
            </a:extLst>
          </p:cNvPr>
          <p:cNvSpPr>
            <a:spLocks noGrp="1"/>
          </p:cNvSpPr>
          <p:nvPr/>
        </p:nvSpPr>
        <p:spPr>
          <a:xfrm>
            <a:off x="2031267" y="1871783"/>
            <a:ext cx="24757" cy="24757"/>
          </a:xfrm>
          <a:prstGeom prst="ellipse">
            <a:avLst/>
          </a:prstGeom>
          <a:solidFill>
            <a:srgbClr val="566AB4">
              <a:alpha val="40000"/>
            </a:srgbClr>
          </a:solidFill>
          <a:ln w="0">
            <a:noFill/>
            <a:prstDash val="solid"/>
          </a:ln>
        </p:spPr>
      </p:sp>
      <p:sp>
        <p:nvSpPr>
          <p:cNvPr id="1072" name="LigandSeek2_vs_LigandSeek1_ellipse_6586">
            <a:extLst>
              <a:ext uri="{FF2B5EF4-FFF2-40B4-BE49-F238E27FC236}">
                <a16:creationId xmlns:a16="http://schemas.microsoft.com/office/drawing/2014/main" id="{55F9C464-9AB4-4C80-8A6C-B39EB52EF6FE}"/>
              </a:ext>
            </a:extLst>
          </p:cNvPr>
          <p:cNvSpPr>
            <a:spLocks noGrp="1"/>
          </p:cNvSpPr>
          <p:nvPr/>
        </p:nvSpPr>
        <p:spPr>
          <a:xfrm>
            <a:off x="2035005" y="1302601"/>
            <a:ext cx="24757" cy="24757"/>
          </a:xfrm>
          <a:prstGeom prst="ellipse">
            <a:avLst/>
          </a:prstGeom>
          <a:solidFill>
            <a:srgbClr val="566AB4">
              <a:alpha val="40000"/>
            </a:srgbClr>
          </a:solidFill>
          <a:ln w="0">
            <a:noFill/>
            <a:prstDash val="solid"/>
          </a:ln>
        </p:spPr>
      </p:sp>
      <p:sp>
        <p:nvSpPr>
          <p:cNvPr id="1073" name="LigandSeek2_vs_LigandSeek1_ellipse_6587">
            <a:extLst>
              <a:ext uri="{FF2B5EF4-FFF2-40B4-BE49-F238E27FC236}">
                <a16:creationId xmlns:a16="http://schemas.microsoft.com/office/drawing/2014/main" id="{7D1A8D9F-35A2-4BDB-903C-1042752D5133}"/>
              </a:ext>
            </a:extLst>
          </p:cNvPr>
          <p:cNvSpPr>
            <a:spLocks noGrp="1"/>
          </p:cNvSpPr>
          <p:nvPr/>
        </p:nvSpPr>
        <p:spPr>
          <a:xfrm>
            <a:off x="2080582" y="1890368"/>
            <a:ext cx="24757" cy="24757"/>
          </a:xfrm>
          <a:prstGeom prst="ellipse">
            <a:avLst/>
          </a:prstGeom>
          <a:solidFill>
            <a:srgbClr val="566AB4">
              <a:alpha val="40000"/>
            </a:srgbClr>
          </a:solidFill>
          <a:ln w="0">
            <a:noFill/>
            <a:prstDash val="solid"/>
          </a:ln>
        </p:spPr>
      </p:sp>
      <p:sp>
        <p:nvSpPr>
          <p:cNvPr id="1074" name="LigandSeek2_vs_LigandSeek1_ellipse_6588">
            <a:extLst>
              <a:ext uri="{FF2B5EF4-FFF2-40B4-BE49-F238E27FC236}">
                <a16:creationId xmlns:a16="http://schemas.microsoft.com/office/drawing/2014/main" id="{48131673-C8C0-44F4-B939-94D5CDEE1FD3}"/>
              </a:ext>
            </a:extLst>
          </p:cNvPr>
          <p:cNvSpPr>
            <a:spLocks noGrp="1"/>
          </p:cNvSpPr>
          <p:nvPr/>
        </p:nvSpPr>
        <p:spPr>
          <a:xfrm>
            <a:off x="2055026" y="1246742"/>
            <a:ext cx="24757" cy="24757"/>
          </a:xfrm>
          <a:prstGeom prst="ellipse">
            <a:avLst/>
          </a:prstGeom>
          <a:solidFill>
            <a:srgbClr val="566AB4">
              <a:alpha val="40000"/>
            </a:srgbClr>
          </a:solidFill>
          <a:ln w="0">
            <a:noFill/>
            <a:prstDash val="solid"/>
          </a:ln>
        </p:spPr>
      </p:sp>
      <p:sp>
        <p:nvSpPr>
          <p:cNvPr id="1075" name="LigandSeek2_vs_LigandSeek1_ellipse_6589">
            <a:extLst>
              <a:ext uri="{FF2B5EF4-FFF2-40B4-BE49-F238E27FC236}">
                <a16:creationId xmlns:a16="http://schemas.microsoft.com/office/drawing/2014/main" id="{387F6097-1A58-4561-9E80-46A540147183}"/>
              </a:ext>
            </a:extLst>
          </p:cNvPr>
          <p:cNvSpPr>
            <a:spLocks noGrp="1"/>
          </p:cNvSpPr>
          <p:nvPr/>
        </p:nvSpPr>
        <p:spPr>
          <a:xfrm>
            <a:off x="2019906" y="845009"/>
            <a:ext cx="24757" cy="24757"/>
          </a:xfrm>
          <a:prstGeom prst="ellipse">
            <a:avLst/>
          </a:prstGeom>
          <a:solidFill>
            <a:srgbClr val="566AB4">
              <a:alpha val="40000"/>
            </a:srgbClr>
          </a:solidFill>
          <a:ln w="0">
            <a:noFill/>
            <a:prstDash val="solid"/>
          </a:ln>
        </p:spPr>
      </p:sp>
      <p:sp>
        <p:nvSpPr>
          <p:cNvPr id="1076" name="LigandSeek2_vs_LigandSeek1_ellipse_6590">
            <a:extLst>
              <a:ext uri="{FF2B5EF4-FFF2-40B4-BE49-F238E27FC236}">
                <a16:creationId xmlns:a16="http://schemas.microsoft.com/office/drawing/2014/main" id="{FD0BAFBE-0741-4898-99FF-17B19181FCB1}"/>
              </a:ext>
            </a:extLst>
          </p:cNvPr>
          <p:cNvSpPr>
            <a:spLocks noGrp="1"/>
          </p:cNvSpPr>
          <p:nvPr/>
        </p:nvSpPr>
        <p:spPr>
          <a:xfrm>
            <a:off x="2010631" y="1193462"/>
            <a:ext cx="24757" cy="24757"/>
          </a:xfrm>
          <a:prstGeom prst="ellipse">
            <a:avLst/>
          </a:prstGeom>
          <a:solidFill>
            <a:srgbClr val="566AB4">
              <a:alpha val="40000"/>
            </a:srgbClr>
          </a:solidFill>
          <a:ln w="0">
            <a:noFill/>
            <a:prstDash val="solid"/>
          </a:ln>
        </p:spPr>
      </p:sp>
      <p:sp>
        <p:nvSpPr>
          <p:cNvPr id="1077" name="LigandSeek2_vs_LigandSeek1_ellipse_6591">
            <a:extLst>
              <a:ext uri="{FF2B5EF4-FFF2-40B4-BE49-F238E27FC236}">
                <a16:creationId xmlns:a16="http://schemas.microsoft.com/office/drawing/2014/main" id="{A09B1941-4E61-4F37-A026-7E9DCFE72CBF}"/>
              </a:ext>
            </a:extLst>
          </p:cNvPr>
          <p:cNvSpPr>
            <a:spLocks noGrp="1"/>
          </p:cNvSpPr>
          <p:nvPr/>
        </p:nvSpPr>
        <p:spPr>
          <a:xfrm>
            <a:off x="2092035" y="845009"/>
            <a:ext cx="24757" cy="24757"/>
          </a:xfrm>
          <a:prstGeom prst="ellipse">
            <a:avLst/>
          </a:prstGeom>
          <a:solidFill>
            <a:srgbClr val="566AB4">
              <a:alpha val="40000"/>
            </a:srgbClr>
          </a:solidFill>
          <a:ln w="0">
            <a:noFill/>
            <a:prstDash val="solid"/>
          </a:ln>
        </p:spPr>
      </p:sp>
      <p:sp>
        <p:nvSpPr>
          <p:cNvPr id="1078" name="LigandSeek2_vs_LigandSeek1_ellipse_6592">
            <a:extLst>
              <a:ext uri="{FF2B5EF4-FFF2-40B4-BE49-F238E27FC236}">
                <a16:creationId xmlns:a16="http://schemas.microsoft.com/office/drawing/2014/main" id="{A27A477E-077B-4F8A-ABB3-CA6F0180AAD9}"/>
              </a:ext>
            </a:extLst>
          </p:cNvPr>
          <p:cNvSpPr>
            <a:spLocks noGrp="1"/>
          </p:cNvSpPr>
          <p:nvPr/>
        </p:nvSpPr>
        <p:spPr>
          <a:xfrm>
            <a:off x="2084088" y="1629028"/>
            <a:ext cx="24757" cy="24757"/>
          </a:xfrm>
          <a:prstGeom prst="ellipse">
            <a:avLst/>
          </a:prstGeom>
          <a:solidFill>
            <a:srgbClr val="566AB4">
              <a:alpha val="40000"/>
            </a:srgbClr>
          </a:solidFill>
          <a:ln w="0">
            <a:noFill/>
            <a:prstDash val="solid"/>
          </a:ln>
        </p:spPr>
      </p:sp>
      <p:sp>
        <p:nvSpPr>
          <p:cNvPr id="1079" name="LigandSeek2_vs_LigandSeek1_ellipse_6593">
            <a:extLst>
              <a:ext uri="{FF2B5EF4-FFF2-40B4-BE49-F238E27FC236}">
                <a16:creationId xmlns:a16="http://schemas.microsoft.com/office/drawing/2014/main" id="{3E690D67-BD02-4601-B454-9A0A1309C7D8}"/>
              </a:ext>
            </a:extLst>
          </p:cNvPr>
          <p:cNvSpPr>
            <a:spLocks noGrp="1"/>
          </p:cNvSpPr>
          <p:nvPr/>
        </p:nvSpPr>
        <p:spPr>
          <a:xfrm>
            <a:off x="2040371" y="1553426"/>
            <a:ext cx="24757" cy="24757"/>
          </a:xfrm>
          <a:prstGeom prst="ellipse">
            <a:avLst/>
          </a:prstGeom>
          <a:solidFill>
            <a:srgbClr val="566AB4">
              <a:alpha val="40000"/>
            </a:srgbClr>
          </a:solidFill>
          <a:ln w="0">
            <a:noFill/>
            <a:prstDash val="solid"/>
          </a:ln>
        </p:spPr>
      </p:sp>
      <p:sp>
        <p:nvSpPr>
          <p:cNvPr id="1080" name="LigandSeek2_vs_LigandSeek1_ellipse_6594">
            <a:extLst>
              <a:ext uri="{FF2B5EF4-FFF2-40B4-BE49-F238E27FC236}">
                <a16:creationId xmlns:a16="http://schemas.microsoft.com/office/drawing/2014/main" id="{6D12D83B-370A-4A0A-8966-526DD91402B0}"/>
              </a:ext>
            </a:extLst>
          </p:cNvPr>
          <p:cNvSpPr>
            <a:spLocks noGrp="1"/>
          </p:cNvSpPr>
          <p:nvPr/>
        </p:nvSpPr>
        <p:spPr>
          <a:xfrm>
            <a:off x="2071174" y="1890368"/>
            <a:ext cx="24757" cy="24757"/>
          </a:xfrm>
          <a:prstGeom prst="ellipse">
            <a:avLst/>
          </a:prstGeom>
          <a:solidFill>
            <a:srgbClr val="566AB4">
              <a:alpha val="40000"/>
            </a:srgbClr>
          </a:solidFill>
          <a:ln w="0">
            <a:noFill/>
            <a:prstDash val="solid"/>
          </a:ln>
        </p:spPr>
      </p:sp>
      <p:sp>
        <p:nvSpPr>
          <p:cNvPr id="1081" name="LigandSeek2_vs_LigandSeek1_ellipse_6595">
            <a:extLst>
              <a:ext uri="{FF2B5EF4-FFF2-40B4-BE49-F238E27FC236}">
                <a16:creationId xmlns:a16="http://schemas.microsoft.com/office/drawing/2014/main" id="{2C5D1E54-A361-4512-8C65-662E0DB711C5}"/>
              </a:ext>
            </a:extLst>
          </p:cNvPr>
          <p:cNvSpPr>
            <a:spLocks noGrp="1"/>
          </p:cNvSpPr>
          <p:nvPr/>
        </p:nvSpPr>
        <p:spPr>
          <a:xfrm>
            <a:off x="2070461" y="1182573"/>
            <a:ext cx="24757" cy="24757"/>
          </a:xfrm>
          <a:prstGeom prst="ellipse">
            <a:avLst/>
          </a:prstGeom>
          <a:solidFill>
            <a:srgbClr val="566AB4">
              <a:alpha val="40000"/>
            </a:srgbClr>
          </a:solidFill>
          <a:ln w="0">
            <a:noFill/>
            <a:prstDash val="solid"/>
          </a:ln>
        </p:spPr>
      </p:sp>
      <p:sp>
        <p:nvSpPr>
          <p:cNvPr id="1082" name="LigandSeek2_vs_LigandSeek1_ellipse_6596">
            <a:extLst>
              <a:ext uri="{FF2B5EF4-FFF2-40B4-BE49-F238E27FC236}">
                <a16:creationId xmlns:a16="http://schemas.microsoft.com/office/drawing/2014/main" id="{3841296A-4310-47F2-836F-B3666D815E15}"/>
              </a:ext>
            </a:extLst>
          </p:cNvPr>
          <p:cNvSpPr>
            <a:spLocks noGrp="1"/>
          </p:cNvSpPr>
          <p:nvPr/>
        </p:nvSpPr>
        <p:spPr>
          <a:xfrm>
            <a:off x="2094397" y="1454802"/>
            <a:ext cx="24757" cy="24757"/>
          </a:xfrm>
          <a:prstGeom prst="ellipse">
            <a:avLst/>
          </a:prstGeom>
          <a:solidFill>
            <a:srgbClr val="566AB4">
              <a:alpha val="40000"/>
            </a:srgbClr>
          </a:solidFill>
          <a:ln w="0">
            <a:noFill/>
            <a:prstDash val="solid"/>
          </a:ln>
        </p:spPr>
      </p:sp>
      <p:sp>
        <p:nvSpPr>
          <p:cNvPr id="1083" name="LigandSeek2_vs_LigandSeek1_ellipse_6597">
            <a:extLst>
              <a:ext uri="{FF2B5EF4-FFF2-40B4-BE49-F238E27FC236}">
                <a16:creationId xmlns:a16="http://schemas.microsoft.com/office/drawing/2014/main" id="{99D76DA0-A488-4F4D-94D5-98060CD2251A}"/>
              </a:ext>
            </a:extLst>
          </p:cNvPr>
          <p:cNvSpPr>
            <a:spLocks noGrp="1"/>
          </p:cNvSpPr>
          <p:nvPr/>
        </p:nvSpPr>
        <p:spPr>
          <a:xfrm>
            <a:off x="2009389" y="1759698"/>
            <a:ext cx="24757" cy="24757"/>
          </a:xfrm>
          <a:prstGeom prst="ellipse">
            <a:avLst/>
          </a:prstGeom>
          <a:solidFill>
            <a:srgbClr val="566AB4">
              <a:alpha val="40000"/>
            </a:srgbClr>
          </a:solidFill>
          <a:ln w="0">
            <a:noFill/>
            <a:prstDash val="solid"/>
          </a:ln>
        </p:spPr>
      </p:sp>
      <p:sp>
        <p:nvSpPr>
          <p:cNvPr id="1084" name="LigandSeek2_vs_LigandSeek1_ellipse_6598">
            <a:extLst>
              <a:ext uri="{FF2B5EF4-FFF2-40B4-BE49-F238E27FC236}">
                <a16:creationId xmlns:a16="http://schemas.microsoft.com/office/drawing/2014/main" id="{DA9CB49F-A4F6-43D8-BED0-E67F3AAD12C3}"/>
              </a:ext>
            </a:extLst>
          </p:cNvPr>
          <p:cNvSpPr>
            <a:spLocks noGrp="1"/>
          </p:cNvSpPr>
          <p:nvPr/>
        </p:nvSpPr>
        <p:spPr>
          <a:xfrm>
            <a:off x="2036411" y="1716141"/>
            <a:ext cx="24757" cy="24757"/>
          </a:xfrm>
          <a:prstGeom prst="ellipse">
            <a:avLst/>
          </a:prstGeom>
          <a:solidFill>
            <a:srgbClr val="566AB4">
              <a:alpha val="40000"/>
            </a:srgbClr>
          </a:solidFill>
          <a:ln w="0">
            <a:noFill/>
            <a:prstDash val="solid"/>
          </a:ln>
        </p:spPr>
      </p:sp>
      <p:sp>
        <p:nvSpPr>
          <p:cNvPr id="1085" name="LigandSeek2_vs_LigandSeek1_ellipse_6599">
            <a:extLst>
              <a:ext uri="{FF2B5EF4-FFF2-40B4-BE49-F238E27FC236}">
                <a16:creationId xmlns:a16="http://schemas.microsoft.com/office/drawing/2014/main" id="{326784A0-E7AC-436E-842B-5870CBB10C07}"/>
              </a:ext>
            </a:extLst>
          </p:cNvPr>
          <p:cNvSpPr>
            <a:spLocks noGrp="1"/>
          </p:cNvSpPr>
          <p:nvPr/>
        </p:nvSpPr>
        <p:spPr>
          <a:xfrm>
            <a:off x="2023411" y="1646451"/>
            <a:ext cx="24757" cy="24757"/>
          </a:xfrm>
          <a:prstGeom prst="ellipse">
            <a:avLst/>
          </a:prstGeom>
          <a:solidFill>
            <a:srgbClr val="566AB4">
              <a:alpha val="40000"/>
            </a:srgbClr>
          </a:solidFill>
          <a:ln w="0">
            <a:noFill/>
            <a:prstDash val="solid"/>
          </a:ln>
        </p:spPr>
      </p:sp>
      <p:sp>
        <p:nvSpPr>
          <p:cNvPr id="1086" name="LigandSeek2_vs_LigandSeek1_ellipse_6600">
            <a:extLst>
              <a:ext uri="{FF2B5EF4-FFF2-40B4-BE49-F238E27FC236}">
                <a16:creationId xmlns:a16="http://schemas.microsoft.com/office/drawing/2014/main" id="{B336D02F-D368-431B-83A3-BC7694001603}"/>
              </a:ext>
            </a:extLst>
          </p:cNvPr>
          <p:cNvSpPr>
            <a:spLocks noGrp="1"/>
          </p:cNvSpPr>
          <p:nvPr/>
        </p:nvSpPr>
        <p:spPr>
          <a:xfrm>
            <a:off x="2008708" y="845009"/>
            <a:ext cx="24757" cy="24757"/>
          </a:xfrm>
          <a:prstGeom prst="ellipse">
            <a:avLst/>
          </a:prstGeom>
          <a:solidFill>
            <a:srgbClr val="566AB4">
              <a:alpha val="40000"/>
            </a:srgbClr>
          </a:solidFill>
          <a:ln w="0">
            <a:noFill/>
            <a:prstDash val="solid"/>
          </a:ln>
        </p:spPr>
      </p:sp>
      <p:sp>
        <p:nvSpPr>
          <p:cNvPr id="1087" name="LigandSeek2_vs_LigandSeek1_ellipse_6601">
            <a:extLst>
              <a:ext uri="{FF2B5EF4-FFF2-40B4-BE49-F238E27FC236}">
                <a16:creationId xmlns:a16="http://schemas.microsoft.com/office/drawing/2014/main" id="{72D97AC3-D5D7-44C2-AE9D-F1A08C714A5B}"/>
              </a:ext>
            </a:extLst>
          </p:cNvPr>
          <p:cNvSpPr>
            <a:spLocks noGrp="1"/>
          </p:cNvSpPr>
          <p:nvPr/>
        </p:nvSpPr>
        <p:spPr>
          <a:xfrm>
            <a:off x="2035845" y="845009"/>
            <a:ext cx="24757" cy="24757"/>
          </a:xfrm>
          <a:prstGeom prst="ellipse">
            <a:avLst/>
          </a:prstGeom>
          <a:solidFill>
            <a:srgbClr val="566AB4">
              <a:alpha val="40000"/>
            </a:srgbClr>
          </a:solidFill>
          <a:ln w="0">
            <a:noFill/>
            <a:prstDash val="solid"/>
          </a:ln>
        </p:spPr>
      </p:sp>
      <p:sp>
        <p:nvSpPr>
          <p:cNvPr id="1088" name="LigandSeek2_vs_LigandSeek1_ellipse_6602">
            <a:extLst>
              <a:ext uri="{FF2B5EF4-FFF2-40B4-BE49-F238E27FC236}">
                <a16:creationId xmlns:a16="http://schemas.microsoft.com/office/drawing/2014/main" id="{F128A262-FED5-4DB4-821B-39795E80A055}"/>
              </a:ext>
            </a:extLst>
          </p:cNvPr>
          <p:cNvSpPr>
            <a:spLocks noGrp="1"/>
          </p:cNvSpPr>
          <p:nvPr/>
        </p:nvSpPr>
        <p:spPr>
          <a:xfrm>
            <a:off x="2061113" y="1309613"/>
            <a:ext cx="24757" cy="24757"/>
          </a:xfrm>
          <a:prstGeom prst="ellipse">
            <a:avLst/>
          </a:prstGeom>
          <a:solidFill>
            <a:srgbClr val="566AB4">
              <a:alpha val="40000"/>
            </a:srgbClr>
          </a:solidFill>
          <a:ln w="0">
            <a:noFill/>
            <a:prstDash val="solid"/>
          </a:ln>
        </p:spPr>
      </p:sp>
      <p:sp>
        <p:nvSpPr>
          <p:cNvPr id="1089" name="LigandSeek2_vs_LigandSeek1_ellipse_6603">
            <a:extLst>
              <a:ext uri="{FF2B5EF4-FFF2-40B4-BE49-F238E27FC236}">
                <a16:creationId xmlns:a16="http://schemas.microsoft.com/office/drawing/2014/main" id="{ED30931F-7D0D-47DA-BF79-49A5FF1E902E}"/>
              </a:ext>
            </a:extLst>
          </p:cNvPr>
          <p:cNvSpPr>
            <a:spLocks noGrp="1"/>
          </p:cNvSpPr>
          <p:nvPr/>
        </p:nvSpPr>
        <p:spPr>
          <a:xfrm>
            <a:off x="2031510" y="845009"/>
            <a:ext cx="24757" cy="24757"/>
          </a:xfrm>
          <a:prstGeom prst="ellipse">
            <a:avLst/>
          </a:prstGeom>
          <a:solidFill>
            <a:srgbClr val="566AB4">
              <a:alpha val="40000"/>
            </a:srgbClr>
          </a:solidFill>
          <a:ln w="0">
            <a:noFill/>
            <a:prstDash val="solid"/>
          </a:ln>
        </p:spPr>
      </p:sp>
      <p:sp>
        <p:nvSpPr>
          <p:cNvPr id="1090" name="LigandSeek2_vs_LigandSeek1_ellipse_6604">
            <a:extLst>
              <a:ext uri="{FF2B5EF4-FFF2-40B4-BE49-F238E27FC236}">
                <a16:creationId xmlns:a16="http://schemas.microsoft.com/office/drawing/2014/main" id="{FEDD3E07-5FC9-4726-B271-6D936358456D}"/>
              </a:ext>
            </a:extLst>
          </p:cNvPr>
          <p:cNvSpPr>
            <a:spLocks noGrp="1"/>
          </p:cNvSpPr>
          <p:nvPr/>
        </p:nvSpPr>
        <p:spPr>
          <a:xfrm>
            <a:off x="2072627" y="1019236"/>
            <a:ext cx="24757" cy="24757"/>
          </a:xfrm>
          <a:prstGeom prst="ellipse">
            <a:avLst/>
          </a:prstGeom>
          <a:solidFill>
            <a:srgbClr val="566AB4">
              <a:alpha val="40000"/>
            </a:srgbClr>
          </a:solidFill>
          <a:ln w="0">
            <a:noFill/>
            <a:prstDash val="solid"/>
          </a:ln>
        </p:spPr>
      </p:sp>
      <p:sp>
        <p:nvSpPr>
          <p:cNvPr id="1091" name="LigandSeek2_vs_LigandSeek1_ellipse_6605">
            <a:extLst>
              <a:ext uri="{FF2B5EF4-FFF2-40B4-BE49-F238E27FC236}">
                <a16:creationId xmlns:a16="http://schemas.microsoft.com/office/drawing/2014/main" id="{F706C86C-ED69-4704-997B-B5F2F76C77D2}"/>
              </a:ext>
            </a:extLst>
          </p:cNvPr>
          <p:cNvSpPr>
            <a:spLocks noGrp="1"/>
          </p:cNvSpPr>
          <p:nvPr/>
        </p:nvSpPr>
        <p:spPr>
          <a:xfrm>
            <a:off x="2062992" y="1624228"/>
            <a:ext cx="24757" cy="24757"/>
          </a:xfrm>
          <a:prstGeom prst="ellipse">
            <a:avLst/>
          </a:prstGeom>
          <a:solidFill>
            <a:srgbClr val="566AB4">
              <a:alpha val="40000"/>
            </a:srgbClr>
          </a:solidFill>
          <a:ln w="0">
            <a:noFill/>
            <a:prstDash val="solid"/>
          </a:ln>
        </p:spPr>
      </p:sp>
      <p:sp>
        <p:nvSpPr>
          <p:cNvPr id="1092" name="LigandSeek2_vs_LigandSeek1_ellipse_6606">
            <a:extLst>
              <a:ext uri="{FF2B5EF4-FFF2-40B4-BE49-F238E27FC236}">
                <a16:creationId xmlns:a16="http://schemas.microsoft.com/office/drawing/2014/main" id="{A90A4741-4F02-4E61-9292-870E00D80201}"/>
              </a:ext>
            </a:extLst>
          </p:cNvPr>
          <p:cNvSpPr>
            <a:spLocks noGrp="1"/>
          </p:cNvSpPr>
          <p:nvPr/>
        </p:nvSpPr>
        <p:spPr>
          <a:xfrm>
            <a:off x="2088219" y="1443219"/>
            <a:ext cx="24757" cy="24757"/>
          </a:xfrm>
          <a:prstGeom prst="ellipse">
            <a:avLst/>
          </a:prstGeom>
          <a:solidFill>
            <a:srgbClr val="566AB4">
              <a:alpha val="40000"/>
            </a:srgbClr>
          </a:solidFill>
          <a:ln w="0">
            <a:noFill/>
            <a:prstDash val="solid"/>
          </a:ln>
        </p:spPr>
      </p:sp>
      <p:sp>
        <p:nvSpPr>
          <p:cNvPr id="1093" name="LigandSeek2_vs_LigandSeek1_ellipse_6607">
            <a:extLst>
              <a:ext uri="{FF2B5EF4-FFF2-40B4-BE49-F238E27FC236}">
                <a16:creationId xmlns:a16="http://schemas.microsoft.com/office/drawing/2014/main" id="{D9D41689-5054-4D0B-B3B8-E5723CDB9E22}"/>
              </a:ext>
            </a:extLst>
          </p:cNvPr>
          <p:cNvSpPr>
            <a:spLocks noGrp="1"/>
          </p:cNvSpPr>
          <p:nvPr/>
        </p:nvSpPr>
        <p:spPr>
          <a:xfrm>
            <a:off x="2019097" y="1890368"/>
            <a:ext cx="24757" cy="24757"/>
          </a:xfrm>
          <a:prstGeom prst="ellipse">
            <a:avLst/>
          </a:prstGeom>
          <a:solidFill>
            <a:srgbClr val="566AB4">
              <a:alpha val="40000"/>
            </a:srgbClr>
          </a:solidFill>
          <a:ln w="0">
            <a:noFill/>
            <a:prstDash val="solid"/>
          </a:ln>
        </p:spPr>
      </p:sp>
      <p:sp>
        <p:nvSpPr>
          <p:cNvPr id="1094" name="LigandSeek2_vs_LigandSeek1_ellipse_6608">
            <a:extLst>
              <a:ext uri="{FF2B5EF4-FFF2-40B4-BE49-F238E27FC236}">
                <a16:creationId xmlns:a16="http://schemas.microsoft.com/office/drawing/2014/main" id="{D6A2916E-908A-4D28-8AB7-F567A879DF3C}"/>
              </a:ext>
            </a:extLst>
          </p:cNvPr>
          <p:cNvSpPr>
            <a:spLocks noGrp="1"/>
          </p:cNvSpPr>
          <p:nvPr/>
        </p:nvSpPr>
        <p:spPr>
          <a:xfrm>
            <a:off x="2063608" y="1478995"/>
            <a:ext cx="24757" cy="24757"/>
          </a:xfrm>
          <a:prstGeom prst="ellipse">
            <a:avLst/>
          </a:prstGeom>
          <a:solidFill>
            <a:srgbClr val="566AB4">
              <a:alpha val="40000"/>
            </a:srgbClr>
          </a:solidFill>
          <a:ln w="0">
            <a:noFill/>
            <a:prstDash val="solid"/>
          </a:ln>
        </p:spPr>
      </p:sp>
      <p:sp>
        <p:nvSpPr>
          <p:cNvPr id="1095" name="LigandSeek2_vs_LigandSeek1_ellipse_6609">
            <a:extLst>
              <a:ext uri="{FF2B5EF4-FFF2-40B4-BE49-F238E27FC236}">
                <a16:creationId xmlns:a16="http://schemas.microsoft.com/office/drawing/2014/main" id="{C4BB02E6-DF3B-4D6A-9EC8-ED54940D542A}"/>
              </a:ext>
            </a:extLst>
          </p:cNvPr>
          <p:cNvSpPr>
            <a:spLocks noGrp="1"/>
          </p:cNvSpPr>
          <p:nvPr/>
        </p:nvSpPr>
        <p:spPr>
          <a:xfrm>
            <a:off x="2092193" y="1681296"/>
            <a:ext cx="24757" cy="24757"/>
          </a:xfrm>
          <a:prstGeom prst="ellipse">
            <a:avLst/>
          </a:prstGeom>
          <a:solidFill>
            <a:srgbClr val="566AB4">
              <a:alpha val="40000"/>
            </a:srgbClr>
          </a:solidFill>
          <a:ln w="0">
            <a:noFill/>
            <a:prstDash val="solid"/>
          </a:ln>
        </p:spPr>
      </p:sp>
      <p:sp>
        <p:nvSpPr>
          <p:cNvPr id="1096" name="LigandSeek2_vs_LigandSeek1_ellipse_6610">
            <a:extLst>
              <a:ext uri="{FF2B5EF4-FFF2-40B4-BE49-F238E27FC236}">
                <a16:creationId xmlns:a16="http://schemas.microsoft.com/office/drawing/2014/main" id="{DF487B10-4CCA-4B55-B547-90DEA711E5A5}"/>
              </a:ext>
            </a:extLst>
          </p:cNvPr>
          <p:cNvSpPr>
            <a:spLocks noGrp="1"/>
          </p:cNvSpPr>
          <p:nvPr/>
        </p:nvSpPr>
        <p:spPr>
          <a:xfrm>
            <a:off x="2063623" y="845009"/>
            <a:ext cx="24757" cy="24757"/>
          </a:xfrm>
          <a:prstGeom prst="ellipse">
            <a:avLst/>
          </a:prstGeom>
          <a:solidFill>
            <a:srgbClr val="566AB4">
              <a:alpha val="40000"/>
            </a:srgbClr>
          </a:solidFill>
          <a:ln w="0">
            <a:noFill/>
            <a:prstDash val="solid"/>
          </a:ln>
        </p:spPr>
      </p:sp>
      <p:sp>
        <p:nvSpPr>
          <p:cNvPr id="1097" name="LigandSeek2_vs_LigandSeek1_ellipse_6611">
            <a:extLst>
              <a:ext uri="{FF2B5EF4-FFF2-40B4-BE49-F238E27FC236}">
                <a16:creationId xmlns:a16="http://schemas.microsoft.com/office/drawing/2014/main" id="{82FE18D5-D8E1-4FDB-8309-AE379238BFEF}"/>
              </a:ext>
            </a:extLst>
          </p:cNvPr>
          <p:cNvSpPr>
            <a:spLocks noGrp="1"/>
          </p:cNvSpPr>
          <p:nvPr/>
        </p:nvSpPr>
        <p:spPr>
          <a:xfrm>
            <a:off x="2053008" y="1772188"/>
            <a:ext cx="24757" cy="24757"/>
          </a:xfrm>
          <a:prstGeom prst="ellipse">
            <a:avLst/>
          </a:prstGeom>
          <a:solidFill>
            <a:srgbClr val="566AB4">
              <a:alpha val="40000"/>
            </a:srgbClr>
          </a:solidFill>
          <a:ln w="0">
            <a:noFill/>
            <a:prstDash val="solid"/>
          </a:ln>
        </p:spPr>
      </p:sp>
      <p:sp>
        <p:nvSpPr>
          <p:cNvPr id="1098" name="LigandSeek2_vs_LigandSeek1_ellipse_6612">
            <a:extLst>
              <a:ext uri="{FF2B5EF4-FFF2-40B4-BE49-F238E27FC236}">
                <a16:creationId xmlns:a16="http://schemas.microsoft.com/office/drawing/2014/main" id="{71E97CEA-8594-485D-8167-09C2A9D624E4}"/>
              </a:ext>
            </a:extLst>
          </p:cNvPr>
          <p:cNvSpPr>
            <a:spLocks noGrp="1"/>
          </p:cNvSpPr>
          <p:nvPr/>
        </p:nvSpPr>
        <p:spPr>
          <a:xfrm>
            <a:off x="2040163" y="1803254"/>
            <a:ext cx="24757" cy="24757"/>
          </a:xfrm>
          <a:prstGeom prst="ellipse">
            <a:avLst/>
          </a:prstGeom>
          <a:solidFill>
            <a:srgbClr val="566AB4">
              <a:alpha val="40000"/>
            </a:srgbClr>
          </a:solidFill>
          <a:ln w="0">
            <a:noFill/>
            <a:prstDash val="solid"/>
          </a:ln>
        </p:spPr>
      </p:sp>
      <p:sp>
        <p:nvSpPr>
          <p:cNvPr id="1099" name="LigandSeek2_vs_LigandSeek1_ellipse_6613">
            <a:extLst>
              <a:ext uri="{FF2B5EF4-FFF2-40B4-BE49-F238E27FC236}">
                <a16:creationId xmlns:a16="http://schemas.microsoft.com/office/drawing/2014/main" id="{6A47259B-FC3D-434E-A1C7-457B9806F7E3}"/>
              </a:ext>
            </a:extLst>
          </p:cNvPr>
          <p:cNvSpPr>
            <a:spLocks noGrp="1"/>
          </p:cNvSpPr>
          <p:nvPr/>
        </p:nvSpPr>
        <p:spPr>
          <a:xfrm>
            <a:off x="2013690" y="845009"/>
            <a:ext cx="24757" cy="24757"/>
          </a:xfrm>
          <a:prstGeom prst="ellipse">
            <a:avLst/>
          </a:prstGeom>
          <a:solidFill>
            <a:srgbClr val="566AB4">
              <a:alpha val="40000"/>
            </a:srgbClr>
          </a:solidFill>
          <a:ln w="0">
            <a:noFill/>
            <a:prstDash val="solid"/>
          </a:ln>
        </p:spPr>
      </p:sp>
      <p:sp>
        <p:nvSpPr>
          <p:cNvPr id="1100" name="LigandSeek2_vs_LigandSeek1_ellipse_6614">
            <a:extLst>
              <a:ext uri="{FF2B5EF4-FFF2-40B4-BE49-F238E27FC236}">
                <a16:creationId xmlns:a16="http://schemas.microsoft.com/office/drawing/2014/main" id="{2C27136F-E086-4560-A41F-D80CD350F007}"/>
              </a:ext>
            </a:extLst>
          </p:cNvPr>
          <p:cNvSpPr>
            <a:spLocks noGrp="1"/>
          </p:cNvSpPr>
          <p:nvPr/>
        </p:nvSpPr>
        <p:spPr>
          <a:xfrm>
            <a:off x="2019969" y="1367688"/>
            <a:ext cx="24757" cy="24757"/>
          </a:xfrm>
          <a:prstGeom prst="ellipse">
            <a:avLst/>
          </a:prstGeom>
          <a:solidFill>
            <a:srgbClr val="566AB4">
              <a:alpha val="40000"/>
            </a:srgbClr>
          </a:solidFill>
          <a:ln w="0">
            <a:noFill/>
            <a:prstDash val="solid"/>
          </a:ln>
        </p:spPr>
      </p:sp>
      <p:sp>
        <p:nvSpPr>
          <p:cNvPr id="1101" name="LigandSeek2_vs_LigandSeek1_ellipse_6615">
            <a:extLst>
              <a:ext uri="{FF2B5EF4-FFF2-40B4-BE49-F238E27FC236}">
                <a16:creationId xmlns:a16="http://schemas.microsoft.com/office/drawing/2014/main" id="{539911F1-9A52-4EC5-8498-1C7C03C8B385}"/>
              </a:ext>
            </a:extLst>
          </p:cNvPr>
          <p:cNvSpPr>
            <a:spLocks noGrp="1"/>
          </p:cNvSpPr>
          <p:nvPr/>
        </p:nvSpPr>
        <p:spPr>
          <a:xfrm>
            <a:off x="2052731" y="1890368"/>
            <a:ext cx="24757" cy="24757"/>
          </a:xfrm>
          <a:prstGeom prst="ellipse">
            <a:avLst/>
          </a:prstGeom>
          <a:solidFill>
            <a:srgbClr val="566AB4">
              <a:alpha val="40000"/>
            </a:srgbClr>
          </a:solidFill>
          <a:ln w="0">
            <a:noFill/>
            <a:prstDash val="solid"/>
          </a:ln>
        </p:spPr>
      </p:sp>
      <p:sp>
        <p:nvSpPr>
          <p:cNvPr id="1102" name="LigandSeek2_vs_LigandSeek1_ellipse_6616">
            <a:extLst>
              <a:ext uri="{FF2B5EF4-FFF2-40B4-BE49-F238E27FC236}">
                <a16:creationId xmlns:a16="http://schemas.microsoft.com/office/drawing/2014/main" id="{6E605C9F-8686-4D34-BD93-A31950885526}"/>
              </a:ext>
            </a:extLst>
          </p:cNvPr>
          <p:cNvSpPr>
            <a:spLocks noGrp="1"/>
          </p:cNvSpPr>
          <p:nvPr/>
        </p:nvSpPr>
        <p:spPr>
          <a:xfrm>
            <a:off x="2071347" y="1695538"/>
            <a:ext cx="24757" cy="24757"/>
          </a:xfrm>
          <a:prstGeom prst="ellipse">
            <a:avLst/>
          </a:prstGeom>
          <a:solidFill>
            <a:srgbClr val="566AB4">
              <a:alpha val="40000"/>
            </a:srgbClr>
          </a:solidFill>
          <a:ln w="0">
            <a:noFill/>
            <a:prstDash val="solid"/>
          </a:ln>
        </p:spPr>
      </p:sp>
      <p:sp>
        <p:nvSpPr>
          <p:cNvPr id="1103" name="LigandSeek2_vs_LigandSeek1_ellipse_6617">
            <a:extLst>
              <a:ext uri="{FF2B5EF4-FFF2-40B4-BE49-F238E27FC236}">
                <a16:creationId xmlns:a16="http://schemas.microsoft.com/office/drawing/2014/main" id="{AF34F2EA-9195-41C7-B1AC-9D957FA4221D}"/>
              </a:ext>
            </a:extLst>
          </p:cNvPr>
          <p:cNvSpPr>
            <a:spLocks noGrp="1"/>
          </p:cNvSpPr>
          <p:nvPr/>
        </p:nvSpPr>
        <p:spPr>
          <a:xfrm>
            <a:off x="2076189" y="1890368"/>
            <a:ext cx="24757" cy="24757"/>
          </a:xfrm>
          <a:prstGeom prst="ellipse">
            <a:avLst/>
          </a:prstGeom>
          <a:solidFill>
            <a:srgbClr val="566AB4">
              <a:alpha val="40000"/>
            </a:srgbClr>
          </a:solidFill>
          <a:ln w="0">
            <a:noFill/>
            <a:prstDash val="solid"/>
          </a:ln>
        </p:spPr>
      </p:sp>
      <p:sp>
        <p:nvSpPr>
          <p:cNvPr id="1104" name="LigandSeek2_vs_LigandSeek1_ellipse_6618">
            <a:extLst>
              <a:ext uri="{FF2B5EF4-FFF2-40B4-BE49-F238E27FC236}">
                <a16:creationId xmlns:a16="http://schemas.microsoft.com/office/drawing/2014/main" id="{77139EE8-2ADD-47C0-920D-8E8A7D92A87F}"/>
              </a:ext>
            </a:extLst>
          </p:cNvPr>
          <p:cNvSpPr>
            <a:spLocks noGrp="1"/>
          </p:cNvSpPr>
          <p:nvPr/>
        </p:nvSpPr>
        <p:spPr>
          <a:xfrm>
            <a:off x="2022796" y="1815699"/>
            <a:ext cx="24757" cy="24757"/>
          </a:xfrm>
          <a:prstGeom prst="ellipse">
            <a:avLst/>
          </a:prstGeom>
          <a:solidFill>
            <a:srgbClr val="566AB4">
              <a:alpha val="40000"/>
            </a:srgbClr>
          </a:solidFill>
          <a:ln w="0">
            <a:noFill/>
            <a:prstDash val="solid"/>
          </a:ln>
        </p:spPr>
      </p:sp>
      <p:sp>
        <p:nvSpPr>
          <p:cNvPr id="1105" name="LigandSeek2_vs_LigandSeek1_ellipse_6619">
            <a:extLst>
              <a:ext uri="{FF2B5EF4-FFF2-40B4-BE49-F238E27FC236}">
                <a16:creationId xmlns:a16="http://schemas.microsoft.com/office/drawing/2014/main" id="{C227369C-CA25-4E20-BB25-60031AE5855B}"/>
              </a:ext>
            </a:extLst>
          </p:cNvPr>
          <p:cNvSpPr>
            <a:spLocks noGrp="1"/>
          </p:cNvSpPr>
          <p:nvPr/>
        </p:nvSpPr>
        <p:spPr>
          <a:xfrm>
            <a:off x="960900" y="1361072"/>
            <a:ext cx="24757" cy="24757"/>
          </a:xfrm>
          <a:prstGeom prst="ellipse">
            <a:avLst/>
          </a:prstGeom>
          <a:solidFill>
            <a:srgbClr val="7D8990">
              <a:alpha val="40000"/>
            </a:srgbClr>
          </a:solidFill>
          <a:ln w="0">
            <a:noFill/>
            <a:prstDash val="solid"/>
          </a:ln>
        </p:spPr>
      </p:sp>
      <p:sp>
        <p:nvSpPr>
          <p:cNvPr id="1106" name="LigandSeek2_vs_LigandSeek1_ellipse_6620">
            <a:extLst>
              <a:ext uri="{FF2B5EF4-FFF2-40B4-BE49-F238E27FC236}">
                <a16:creationId xmlns:a16="http://schemas.microsoft.com/office/drawing/2014/main" id="{C815A919-45FE-4BE1-845E-E26BC88C9FB9}"/>
              </a:ext>
            </a:extLst>
          </p:cNvPr>
          <p:cNvSpPr>
            <a:spLocks noGrp="1"/>
          </p:cNvSpPr>
          <p:nvPr/>
        </p:nvSpPr>
        <p:spPr>
          <a:xfrm>
            <a:off x="931079" y="1832506"/>
            <a:ext cx="24757" cy="24757"/>
          </a:xfrm>
          <a:prstGeom prst="ellipse">
            <a:avLst/>
          </a:prstGeom>
          <a:solidFill>
            <a:srgbClr val="7D8990">
              <a:alpha val="40000"/>
            </a:srgbClr>
          </a:solidFill>
          <a:ln w="0">
            <a:noFill/>
            <a:prstDash val="solid"/>
          </a:ln>
        </p:spPr>
      </p:sp>
      <p:sp>
        <p:nvSpPr>
          <p:cNvPr id="1107" name="LigandSeek2_vs_LigandSeek1_ellipse_6621">
            <a:extLst>
              <a:ext uri="{FF2B5EF4-FFF2-40B4-BE49-F238E27FC236}">
                <a16:creationId xmlns:a16="http://schemas.microsoft.com/office/drawing/2014/main" id="{31B6D7E1-9753-4E33-91F9-5FAD7778028E}"/>
              </a:ext>
            </a:extLst>
          </p:cNvPr>
          <p:cNvSpPr>
            <a:spLocks noGrp="1"/>
          </p:cNvSpPr>
          <p:nvPr/>
        </p:nvSpPr>
        <p:spPr>
          <a:xfrm>
            <a:off x="955952" y="1015680"/>
            <a:ext cx="24757" cy="24757"/>
          </a:xfrm>
          <a:prstGeom prst="ellipse">
            <a:avLst/>
          </a:prstGeom>
          <a:solidFill>
            <a:srgbClr val="7D8990">
              <a:alpha val="40000"/>
            </a:srgbClr>
          </a:solidFill>
          <a:ln w="0">
            <a:noFill/>
            <a:prstDash val="solid"/>
          </a:ln>
        </p:spPr>
      </p:sp>
      <p:sp>
        <p:nvSpPr>
          <p:cNvPr id="1108" name="LigandSeek2_vs_LigandSeek1_ellipse_6622">
            <a:extLst>
              <a:ext uri="{FF2B5EF4-FFF2-40B4-BE49-F238E27FC236}">
                <a16:creationId xmlns:a16="http://schemas.microsoft.com/office/drawing/2014/main" id="{CE0DE7C7-B892-49A7-A42E-ADD1358D1EAD}"/>
              </a:ext>
            </a:extLst>
          </p:cNvPr>
          <p:cNvSpPr>
            <a:spLocks noGrp="1"/>
          </p:cNvSpPr>
          <p:nvPr/>
        </p:nvSpPr>
        <p:spPr>
          <a:xfrm>
            <a:off x="977965" y="1890368"/>
            <a:ext cx="24757" cy="24757"/>
          </a:xfrm>
          <a:prstGeom prst="ellipse">
            <a:avLst/>
          </a:prstGeom>
          <a:solidFill>
            <a:srgbClr val="7D8990">
              <a:alpha val="40000"/>
            </a:srgbClr>
          </a:solidFill>
          <a:ln w="0">
            <a:noFill/>
            <a:prstDash val="solid"/>
          </a:ln>
        </p:spPr>
      </p:sp>
      <p:sp>
        <p:nvSpPr>
          <p:cNvPr id="1109" name="LigandSeek2_vs_LigandSeek1_ellipse_6623">
            <a:extLst>
              <a:ext uri="{FF2B5EF4-FFF2-40B4-BE49-F238E27FC236}">
                <a16:creationId xmlns:a16="http://schemas.microsoft.com/office/drawing/2014/main" id="{E0904394-ED18-4D91-B3EC-7CFB45D524E5}"/>
              </a:ext>
            </a:extLst>
          </p:cNvPr>
          <p:cNvSpPr>
            <a:spLocks noGrp="1"/>
          </p:cNvSpPr>
          <p:nvPr/>
        </p:nvSpPr>
        <p:spPr>
          <a:xfrm>
            <a:off x="938745" y="1060647"/>
            <a:ext cx="24757" cy="24757"/>
          </a:xfrm>
          <a:prstGeom prst="ellipse">
            <a:avLst/>
          </a:prstGeom>
          <a:solidFill>
            <a:srgbClr val="7D8990">
              <a:alpha val="40000"/>
            </a:srgbClr>
          </a:solidFill>
          <a:ln w="0">
            <a:noFill/>
            <a:prstDash val="solid"/>
          </a:ln>
        </p:spPr>
      </p:sp>
      <p:sp>
        <p:nvSpPr>
          <p:cNvPr id="1110" name="LigandSeek2_vs_LigandSeek1_ellipse_6624">
            <a:extLst>
              <a:ext uri="{FF2B5EF4-FFF2-40B4-BE49-F238E27FC236}">
                <a16:creationId xmlns:a16="http://schemas.microsoft.com/office/drawing/2014/main" id="{8CA96937-C7D6-4C9A-87DB-6E2CB39BFA2A}"/>
              </a:ext>
            </a:extLst>
          </p:cNvPr>
          <p:cNvSpPr>
            <a:spLocks noGrp="1"/>
          </p:cNvSpPr>
          <p:nvPr/>
        </p:nvSpPr>
        <p:spPr>
          <a:xfrm>
            <a:off x="939260" y="1293020"/>
            <a:ext cx="24757" cy="24757"/>
          </a:xfrm>
          <a:prstGeom prst="ellipse">
            <a:avLst/>
          </a:prstGeom>
          <a:solidFill>
            <a:srgbClr val="7D8990">
              <a:alpha val="40000"/>
            </a:srgbClr>
          </a:solidFill>
          <a:ln w="0">
            <a:noFill/>
            <a:prstDash val="solid"/>
          </a:ln>
        </p:spPr>
      </p:sp>
      <p:sp>
        <p:nvSpPr>
          <p:cNvPr id="1111" name="LigandSeek2_vs_LigandSeek1_ellipse_6625">
            <a:extLst>
              <a:ext uri="{FF2B5EF4-FFF2-40B4-BE49-F238E27FC236}">
                <a16:creationId xmlns:a16="http://schemas.microsoft.com/office/drawing/2014/main" id="{DC562FD3-0A6E-461B-A657-9B7B74DD1CC1}"/>
              </a:ext>
            </a:extLst>
          </p:cNvPr>
          <p:cNvSpPr>
            <a:spLocks noGrp="1"/>
          </p:cNvSpPr>
          <p:nvPr/>
        </p:nvSpPr>
        <p:spPr>
          <a:xfrm>
            <a:off x="931763" y="1027243"/>
            <a:ext cx="24757" cy="24757"/>
          </a:xfrm>
          <a:prstGeom prst="ellipse">
            <a:avLst/>
          </a:prstGeom>
          <a:solidFill>
            <a:srgbClr val="7D8990">
              <a:alpha val="40000"/>
            </a:srgbClr>
          </a:solidFill>
          <a:ln w="0">
            <a:noFill/>
            <a:prstDash val="solid"/>
          </a:ln>
        </p:spPr>
      </p:sp>
      <p:sp>
        <p:nvSpPr>
          <p:cNvPr id="1112" name="LigandSeek2_vs_LigandSeek1_ellipse_6626">
            <a:extLst>
              <a:ext uri="{FF2B5EF4-FFF2-40B4-BE49-F238E27FC236}">
                <a16:creationId xmlns:a16="http://schemas.microsoft.com/office/drawing/2014/main" id="{29CFFE41-0337-4266-8686-7B199D0884A0}"/>
              </a:ext>
            </a:extLst>
          </p:cNvPr>
          <p:cNvSpPr>
            <a:spLocks noGrp="1"/>
          </p:cNvSpPr>
          <p:nvPr/>
        </p:nvSpPr>
        <p:spPr>
          <a:xfrm>
            <a:off x="910690" y="1041729"/>
            <a:ext cx="24757" cy="24757"/>
          </a:xfrm>
          <a:prstGeom prst="ellipse">
            <a:avLst/>
          </a:prstGeom>
          <a:solidFill>
            <a:srgbClr val="7D8990">
              <a:alpha val="40000"/>
            </a:srgbClr>
          </a:solidFill>
          <a:ln w="0">
            <a:noFill/>
            <a:prstDash val="solid"/>
          </a:ln>
        </p:spPr>
      </p:sp>
      <p:sp>
        <p:nvSpPr>
          <p:cNvPr id="1113" name="LigandSeek2_vs_LigandSeek1_ellipse_6627">
            <a:extLst>
              <a:ext uri="{FF2B5EF4-FFF2-40B4-BE49-F238E27FC236}">
                <a16:creationId xmlns:a16="http://schemas.microsoft.com/office/drawing/2014/main" id="{1DBCF99A-50F1-4B82-A8E1-3114092BD055}"/>
              </a:ext>
            </a:extLst>
          </p:cNvPr>
          <p:cNvSpPr>
            <a:spLocks noGrp="1"/>
          </p:cNvSpPr>
          <p:nvPr/>
        </p:nvSpPr>
        <p:spPr>
          <a:xfrm>
            <a:off x="965889" y="1613571"/>
            <a:ext cx="24757" cy="24757"/>
          </a:xfrm>
          <a:prstGeom prst="ellipse">
            <a:avLst/>
          </a:prstGeom>
          <a:solidFill>
            <a:srgbClr val="7D8990">
              <a:alpha val="40000"/>
            </a:srgbClr>
          </a:solidFill>
          <a:ln w="0">
            <a:noFill/>
            <a:prstDash val="solid"/>
          </a:ln>
        </p:spPr>
      </p:sp>
      <p:sp>
        <p:nvSpPr>
          <p:cNvPr id="1114" name="LigandSeek2_vs_LigandSeek1_ellipse_6628">
            <a:extLst>
              <a:ext uri="{FF2B5EF4-FFF2-40B4-BE49-F238E27FC236}">
                <a16:creationId xmlns:a16="http://schemas.microsoft.com/office/drawing/2014/main" id="{B6575BA3-D1E7-4EFA-8597-51161D7C1E9A}"/>
              </a:ext>
            </a:extLst>
          </p:cNvPr>
          <p:cNvSpPr>
            <a:spLocks noGrp="1"/>
          </p:cNvSpPr>
          <p:nvPr/>
        </p:nvSpPr>
        <p:spPr>
          <a:xfrm>
            <a:off x="950977" y="1040446"/>
            <a:ext cx="24757" cy="24757"/>
          </a:xfrm>
          <a:prstGeom prst="ellipse">
            <a:avLst/>
          </a:prstGeom>
          <a:solidFill>
            <a:srgbClr val="7D8990">
              <a:alpha val="40000"/>
            </a:srgbClr>
          </a:solidFill>
          <a:ln w="0">
            <a:noFill/>
            <a:prstDash val="solid"/>
          </a:ln>
        </p:spPr>
      </p:sp>
      <p:sp>
        <p:nvSpPr>
          <p:cNvPr id="1115" name="LigandSeek2_vs_LigandSeek1_ellipse_6629">
            <a:extLst>
              <a:ext uri="{FF2B5EF4-FFF2-40B4-BE49-F238E27FC236}">
                <a16:creationId xmlns:a16="http://schemas.microsoft.com/office/drawing/2014/main" id="{03E81E4F-7568-4431-AA31-17E5EB50816E}"/>
              </a:ext>
            </a:extLst>
          </p:cNvPr>
          <p:cNvSpPr>
            <a:spLocks noGrp="1"/>
          </p:cNvSpPr>
          <p:nvPr/>
        </p:nvSpPr>
        <p:spPr>
          <a:xfrm>
            <a:off x="944995" y="1392282"/>
            <a:ext cx="24757" cy="24757"/>
          </a:xfrm>
          <a:prstGeom prst="ellipse">
            <a:avLst/>
          </a:prstGeom>
          <a:solidFill>
            <a:srgbClr val="7D8990">
              <a:alpha val="40000"/>
            </a:srgbClr>
          </a:solidFill>
          <a:ln w="0">
            <a:noFill/>
            <a:prstDash val="solid"/>
          </a:ln>
        </p:spPr>
      </p:sp>
      <p:sp>
        <p:nvSpPr>
          <p:cNvPr id="1116" name="LigandSeek2_vs_LigandSeek1_ellipse_6630">
            <a:extLst>
              <a:ext uri="{FF2B5EF4-FFF2-40B4-BE49-F238E27FC236}">
                <a16:creationId xmlns:a16="http://schemas.microsoft.com/office/drawing/2014/main" id="{75DAC064-B84E-4EA6-B176-6187D375EFD5}"/>
              </a:ext>
            </a:extLst>
          </p:cNvPr>
          <p:cNvSpPr>
            <a:spLocks noGrp="1"/>
          </p:cNvSpPr>
          <p:nvPr/>
        </p:nvSpPr>
        <p:spPr>
          <a:xfrm>
            <a:off x="908848" y="1040284"/>
            <a:ext cx="24757" cy="24757"/>
          </a:xfrm>
          <a:prstGeom prst="ellipse">
            <a:avLst/>
          </a:prstGeom>
          <a:solidFill>
            <a:srgbClr val="7D8990">
              <a:alpha val="40000"/>
            </a:srgbClr>
          </a:solidFill>
          <a:ln w="0">
            <a:noFill/>
            <a:prstDash val="solid"/>
          </a:ln>
        </p:spPr>
      </p:sp>
      <p:sp>
        <p:nvSpPr>
          <p:cNvPr id="1117" name="LigandSeek2_vs_LigandSeek1_ellipse_6631">
            <a:extLst>
              <a:ext uri="{FF2B5EF4-FFF2-40B4-BE49-F238E27FC236}">
                <a16:creationId xmlns:a16="http://schemas.microsoft.com/office/drawing/2014/main" id="{F99F16F1-5039-4F15-854D-B7477E958DE1}"/>
              </a:ext>
            </a:extLst>
          </p:cNvPr>
          <p:cNvSpPr>
            <a:spLocks noGrp="1"/>
          </p:cNvSpPr>
          <p:nvPr/>
        </p:nvSpPr>
        <p:spPr>
          <a:xfrm>
            <a:off x="979790" y="1085082"/>
            <a:ext cx="24757" cy="24757"/>
          </a:xfrm>
          <a:prstGeom prst="ellipse">
            <a:avLst/>
          </a:prstGeom>
          <a:solidFill>
            <a:srgbClr val="7D8990">
              <a:alpha val="40000"/>
            </a:srgbClr>
          </a:solidFill>
          <a:ln w="0">
            <a:noFill/>
            <a:prstDash val="solid"/>
          </a:ln>
        </p:spPr>
      </p:sp>
      <p:sp>
        <p:nvSpPr>
          <p:cNvPr id="1118" name="LigandSeek2_vs_LigandSeek1_ellipse_6632">
            <a:extLst>
              <a:ext uri="{FF2B5EF4-FFF2-40B4-BE49-F238E27FC236}">
                <a16:creationId xmlns:a16="http://schemas.microsoft.com/office/drawing/2014/main" id="{1123B825-E820-4E5F-B8DA-85FF700ED630}"/>
              </a:ext>
            </a:extLst>
          </p:cNvPr>
          <p:cNvSpPr>
            <a:spLocks noGrp="1"/>
          </p:cNvSpPr>
          <p:nvPr/>
        </p:nvSpPr>
        <p:spPr>
          <a:xfrm>
            <a:off x="987110" y="1632918"/>
            <a:ext cx="24757" cy="24757"/>
          </a:xfrm>
          <a:prstGeom prst="ellipse">
            <a:avLst/>
          </a:prstGeom>
          <a:solidFill>
            <a:srgbClr val="7D8990">
              <a:alpha val="40000"/>
            </a:srgbClr>
          </a:solidFill>
          <a:ln w="0">
            <a:noFill/>
            <a:prstDash val="solid"/>
          </a:ln>
        </p:spPr>
      </p:sp>
      <p:sp>
        <p:nvSpPr>
          <p:cNvPr id="1119" name="LigandSeek2_vs_LigandSeek1_ellipse_6633">
            <a:extLst>
              <a:ext uri="{FF2B5EF4-FFF2-40B4-BE49-F238E27FC236}">
                <a16:creationId xmlns:a16="http://schemas.microsoft.com/office/drawing/2014/main" id="{32E4999C-48C3-4436-9E43-9A3B9E218B52}"/>
              </a:ext>
            </a:extLst>
          </p:cNvPr>
          <p:cNvSpPr>
            <a:spLocks noGrp="1"/>
          </p:cNvSpPr>
          <p:nvPr/>
        </p:nvSpPr>
        <p:spPr>
          <a:xfrm>
            <a:off x="915669" y="1469617"/>
            <a:ext cx="24757" cy="24757"/>
          </a:xfrm>
          <a:prstGeom prst="ellipse">
            <a:avLst/>
          </a:prstGeom>
          <a:solidFill>
            <a:srgbClr val="7D8990">
              <a:alpha val="40000"/>
            </a:srgbClr>
          </a:solidFill>
          <a:ln w="0">
            <a:noFill/>
            <a:prstDash val="solid"/>
          </a:ln>
        </p:spPr>
      </p:sp>
      <p:sp>
        <p:nvSpPr>
          <p:cNvPr id="1120" name="LigandSeek2_vs_LigandSeek1_ellipse_6634">
            <a:extLst>
              <a:ext uri="{FF2B5EF4-FFF2-40B4-BE49-F238E27FC236}">
                <a16:creationId xmlns:a16="http://schemas.microsoft.com/office/drawing/2014/main" id="{208DBCF2-E0B1-4C3F-91DF-36E94E445502}"/>
              </a:ext>
            </a:extLst>
          </p:cNvPr>
          <p:cNvSpPr>
            <a:spLocks noGrp="1"/>
          </p:cNvSpPr>
          <p:nvPr/>
        </p:nvSpPr>
        <p:spPr>
          <a:xfrm>
            <a:off x="904129" y="1052914"/>
            <a:ext cx="24757" cy="24757"/>
          </a:xfrm>
          <a:prstGeom prst="ellipse">
            <a:avLst/>
          </a:prstGeom>
          <a:solidFill>
            <a:srgbClr val="7D8990">
              <a:alpha val="40000"/>
            </a:srgbClr>
          </a:solidFill>
          <a:ln w="0">
            <a:noFill/>
            <a:prstDash val="solid"/>
          </a:ln>
        </p:spPr>
      </p:sp>
      <p:sp>
        <p:nvSpPr>
          <p:cNvPr id="1121" name="LigandSeek2_vs_LigandSeek1_ellipse_6635">
            <a:extLst>
              <a:ext uri="{FF2B5EF4-FFF2-40B4-BE49-F238E27FC236}">
                <a16:creationId xmlns:a16="http://schemas.microsoft.com/office/drawing/2014/main" id="{608EFE5C-556A-4755-8DFF-CA384D1371E3}"/>
              </a:ext>
            </a:extLst>
          </p:cNvPr>
          <p:cNvSpPr>
            <a:spLocks noGrp="1"/>
          </p:cNvSpPr>
          <p:nvPr/>
        </p:nvSpPr>
        <p:spPr>
          <a:xfrm>
            <a:off x="979999" y="1890368"/>
            <a:ext cx="24757" cy="24757"/>
          </a:xfrm>
          <a:prstGeom prst="ellipse">
            <a:avLst/>
          </a:prstGeom>
          <a:solidFill>
            <a:srgbClr val="7D8990">
              <a:alpha val="40000"/>
            </a:srgbClr>
          </a:solidFill>
          <a:ln w="0">
            <a:noFill/>
            <a:prstDash val="solid"/>
          </a:ln>
        </p:spPr>
      </p:sp>
      <p:sp>
        <p:nvSpPr>
          <p:cNvPr id="1122" name="LigandSeek2_vs_LigandSeek1_ellipse_6636">
            <a:extLst>
              <a:ext uri="{FF2B5EF4-FFF2-40B4-BE49-F238E27FC236}">
                <a16:creationId xmlns:a16="http://schemas.microsoft.com/office/drawing/2014/main" id="{754A7237-AD85-45DE-A430-3EE4A366C335}"/>
              </a:ext>
            </a:extLst>
          </p:cNvPr>
          <p:cNvSpPr>
            <a:spLocks noGrp="1"/>
          </p:cNvSpPr>
          <p:nvPr/>
        </p:nvSpPr>
        <p:spPr>
          <a:xfrm>
            <a:off x="924878" y="1411245"/>
            <a:ext cx="24757" cy="24757"/>
          </a:xfrm>
          <a:prstGeom prst="ellipse">
            <a:avLst/>
          </a:prstGeom>
          <a:solidFill>
            <a:srgbClr val="7D8990">
              <a:alpha val="40000"/>
            </a:srgbClr>
          </a:solidFill>
          <a:ln w="0">
            <a:noFill/>
            <a:prstDash val="solid"/>
          </a:ln>
        </p:spPr>
      </p:sp>
      <p:sp>
        <p:nvSpPr>
          <p:cNvPr id="1123" name="LigandSeek2_vs_LigandSeek1_ellipse_6637">
            <a:extLst>
              <a:ext uri="{FF2B5EF4-FFF2-40B4-BE49-F238E27FC236}">
                <a16:creationId xmlns:a16="http://schemas.microsoft.com/office/drawing/2014/main" id="{1317C376-2B43-4FC3-8C57-D8155B0DD20C}"/>
              </a:ext>
            </a:extLst>
          </p:cNvPr>
          <p:cNvSpPr>
            <a:spLocks noGrp="1"/>
          </p:cNvSpPr>
          <p:nvPr/>
        </p:nvSpPr>
        <p:spPr>
          <a:xfrm>
            <a:off x="924258" y="1095598"/>
            <a:ext cx="24757" cy="24757"/>
          </a:xfrm>
          <a:prstGeom prst="ellipse">
            <a:avLst/>
          </a:prstGeom>
          <a:solidFill>
            <a:srgbClr val="7D8990">
              <a:alpha val="40000"/>
            </a:srgbClr>
          </a:solidFill>
          <a:ln w="0">
            <a:noFill/>
            <a:prstDash val="solid"/>
          </a:ln>
        </p:spPr>
      </p:sp>
      <p:sp>
        <p:nvSpPr>
          <p:cNvPr id="1124" name="LigandSeek2_vs_LigandSeek1_ellipse_6638">
            <a:extLst>
              <a:ext uri="{FF2B5EF4-FFF2-40B4-BE49-F238E27FC236}">
                <a16:creationId xmlns:a16="http://schemas.microsoft.com/office/drawing/2014/main" id="{301413B4-1D9C-4CBB-806E-D24109262D99}"/>
              </a:ext>
            </a:extLst>
          </p:cNvPr>
          <p:cNvSpPr>
            <a:spLocks noGrp="1"/>
          </p:cNvSpPr>
          <p:nvPr/>
        </p:nvSpPr>
        <p:spPr>
          <a:xfrm>
            <a:off x="953355" y="1399130"/>
            <a:ext cx="24757" cy="24757"/>
          </a:xfrm>
          <a:prstGeom prst="ellipse">
            <a:avLst/>
          </a:prstGeom>
          <a:solidFill>
            <a:srgbClr val="7D8990">
              <a:alpha val="40000"/>
            </a:srgbClr>
          </a:solidFill>
          <a:ln w="0">
            <a:noFill/>
            <a:prstDash val="solid"/>
          </a:ln>
        </p:spPr>
      </p:sp>
      <p:sp>
        <p:nvSpPr>
          <p:cNvPr id="1125" name="LigandSeek2_vs_LigandSeek1_ellipse_6639">
            <a:extLst>
              <a:ext uri="{FF2B5EF4-FFF2-40B4-BE49-F238E27FC236}">
                <a16:creationId xmlns:a16="http://schemas.microsoft.com/office/drawing/2014/main" id="{A8761EC9-0097-4AAD-B55F-2787873C55CE}"/>
              </a:ext>
            </a:extLst>
          </p:cNvPr>
          <p:cNvSpPr>
            <a:spLocks noGrp="1"/>
          </p:cNvSpPr>
          <p:nvPr/>
        </p:nvSpPr>
        <p:spPr>
          <a:xfrm>
            <a:off x="958697" y="1659266"/>
            <a:ext cx="24757" cy="24757"/>
          </a:xfrm>
          <a:prstGeom prst="ellipse">
            <a:avLst/>
          </a:prstGeom>
          <a:solidFill>
            <a:srgbClr val="7D8990">
              <a:alpha val="40000"/>
            </a:srgbClr>
          </a:solidFill>
          <a:ln w="0">
            <a:noFill/>
            <a:prstDash val="solid"/>
          </a:ln>
        </p:spPr>
      </p:sp>
      <p:sp>
        <p:nvSpPr>
          <p:cNvPr id="1126" name="LigandSeek2_vs_LigandSeek1_ellipse_6640">
            <a:extLst>
              <a:ext uri="{FF2B5EF4-FFF2-40B4-BE49-F238E27FC236}">
                <a16:creationId xmlns:a16="http://schemas.microsoft.com/office/drawing/2014/main" id="{68BD8A3A-C16F-4295-9DD0-9C0075421914}"/>
              </a:ext>
            </a:extLst>
          </p:cNvPr>
          <p:cNvSpPr>
            <a:spLocks noGrp="1"/>
          </p:cNvSpPr>
          <p:nvPr/>
        </p:nvSpPr>
        <p:spPr>
          <a:xfrm>
            <a:off x="988471" y="1134569"/>
            <a:ext cx="24757" cy="24757"/>
          </a:xfrm>
          <a:prstGeom prst="ellipse">
            <a:avLst/>
          </a:prstGeom>
          <a:solidFill>
            <a:srgbClr val="7D8990">
              <a:alpha val="40000"/>
            </a:srgbClr>
          </a:solidFill>
          <a:ln w="0">
            <a:noFill/>
            <a:prstDash val="solid"/>
          </a:ln>
        </p:spPr>
      </p:sp>
      <p:sp>
        <p:nvSpPr>
          <p:cNvPr id="1127" name="LigandSeek2_vs_LigandSeek1_ellipse_6641">
            <a:extLst>
              <a:ext uri="{FF2B5EF4-FFF2-40B4-BE49-F238E27FC236}">
                <a16:creationId xmlns:a16="http://schemas.microsoft.com/office/drawing/2014/main" id="{F6C4ED5D-004E-46F7-B01C-5C29B9E1A387}"/>
              </a:ext>
            </a:extLst>
          </p:cNvPr>
          <p:cNvSpPr>
            <a:spLocks noGrp="1"/>
          </p:cNvSpPr>
          <p:nvPr/>
        </p:nvSpPr>
        <p:spPr>
          <a:xfrm>
            <a:off x="945721" y="1840583"/>
            <a:ext cx="24757" cy="24757"/>
          </a:xfrm>
          <a:prstGeom prst="ellipse">
            <a:avLst/>
          </a:prstGeom>
          <a:solidFill>
            <a:srgbClr val="7D8990">
              <a:alpha val="40000"/>
            </a:srgbClr>
          </a:solidFill>
          <a:ln w="0">
            <a:noFill/>
            <a:prstDash val="solid"/>
          </a:ln>
        </p:spPr>
      </p:sp>
      <p:sp>
        <p:nvSpPr>
          <p:cNvPr id="1128" name="LigandSeek2_vs_LigandSeek1_ellipse_6642">
            <a:extLst>
              <a:ext uri="{FF2B5EF4-FFF2-40B4-BE49-F238E27FC236}">
                <a16:creationId xmlns:a16="http://schemas.microsoft.com/office/drawing/2014/main" id="{4C12F181-E54F-4142-BA17-48C7B7DCCA86}"/>
              </a:ext>
            </a:extLst>
          </p:cNvPr>
          <p:cNvSpPr>
            <a:spLocks noGrp="1"/>
          </p:cNvSpPr>
          <p:nvPr/>
        </p:nvSpPr>
        <p:spPr>
          <a:xfrm>
            <a:off x="955247" y="1023280"/>
            <a:ext cx="24757" cy="24757"/>
          </a:xfrm>
          <a:prstGeom prst="ellipse">
            <a:avLst/>
          </a:prstGeom>
          <a:solidFill>
            <a:srgbClr val="7D8990">
              <a:alpha val="40000"/>
            </a:srgbClr>
          </a:solidFill>
          <a:ln w="0">
            <a:noFill/>
            <a:prstDash val="solid"/>
          </a:ln>
        </p:spPr>
      </p:sp>
      <p:sp>
        <p:nvSpPr>
          <p:cNvPr id="1129" name="LigandSeek2_vs_LigandSeek1_ellipse_6643">
            <a:extLst>
              <a:ext uri="{FF2B5EF4-FFF2-40B4-BE49-F238E27FC236}">
                <a16:creationId xmlns:a16="http://schemas.microsoft.com/office/drawing/2014/main" id="{54CA200D-DDEA-4B98-B839-FF2ADDC1F609}"/>
              </a:ext>
            </a:extLst>
          </p:cNvPr>
          <p:cNvSpPr>
            <a:spLocks noGrp="1"/>
          </p:cNvSpPr>
          <p:nvPr/>
        </p:nvSpPr>
        <p:spPr>
          <a:xfrm>
            <a:off x="939880" y="1801084"/>
            <a:ext cx="24757" cy="24757"/>
          </a:xfrm>
          <a:prstGeom prst="ellipse">
            <a:avLst/>
          </a:prstGeom>
          <a:solidFill>
            <a:srgbClr val="7D8990">
              <a:alpha val="40000"/>
            </a:srgbClr>
          </a:solidFill>
          <a:ln w="0">
            <a:noFill/>
            <a:prstDash val="solid"/>
          </a:ln>
        </p:spPr>
      </p:sp>
      <p:sp>
        <p:nvSpPr>
          <p:cNvPr id="1130" name="LigandSeek2_vs_LigandSeek1_ellipse_6644">
            <a:extLst>
              <a:ext uri="{FF2B5EF4-FFF2-40B4-BE49-F238E27FC236}">
                <a16:creationId xmlns:a16="http://schemas.microsoft.com/office/drawing/2014/main" id="{CDCE8504-C150-40C9-9844-ACC223350FC6}"/>
              </a:ext>
            </a:extLst>
          </p:cNvPr>
          <p:cNvSpPr>
            <a:spLocks noGrp="1"/>
          </p:cNvSpPr>
          <p:nvPr/>
        </p:nvSpPr>
        <p:spPr>
          <a:xfrm>
            <a:off x="911320" y="1664344"/>
            <a:ext cx="24757" cy="24757"/>
          </a:xfrm>
          <a:prstGeom prst="ellipse">
            <a:avLst/>
          </a:prstGeom>
          <a:solidFill>
            <a:srgbClr val="7D8990">
              <a:alpha val="40000"/>
            </a:srgbClr>
          </a:solidFill>
          <a:ln w="0">
            <a:noFill/>
            <a:prstDash val="solid"/>
          </a:ln>
        </p:spPr>
      </p:sp>
      <p:sp>
        <p:nvSpPr>
          <p:cNvPr id="1131" name="LigandSeek2_vs_LigandSeek1_ellipse_6645">
            <a:extLst>
              <a:ext uri="{FF2B5EF4-FFF2-40B4-BE49-F238E27FC236}">
                <a16:creationId xmlns:a16="http://schemas.microsoft.com/office/drawing/2014/main" id="{1F2F5108-7B8A-4F88-831F-7FC5E0F9FA2D}"/>
              </a:ext>
            </a:extLst>
          </p:cNvPr>
          <p:cNvSpPr>
            <a:spLocks noGrp="1"/>
          </p:cNvSpPr>
          <p:nvPr/>
        </p:nvSpPr>
        <p:spPr>
          <a:xfrm>
            <a:off x="911636" y="1512499"/>
            <a:ext cx="24757" cy="24757"/>
          </a:xfrm>
          <a:prstGeom prst="ellipse">
            <a:avLst/>
          </a:prstGeom>
          <a:solidFill>
            <a:srgbClr val="7D8990">
              <a:alpha val="40000"/>
            </a:srgbClr>
          </a:solidFill>
          <a:ln w="0">
            <a:noFill/>
            <a:prstDash val="solid"/>
          </a:ln>
        </p:spPr>
      </p:sp>
      <p:sp>
        <p:nvSpPr>
          <p:cNvPr id="1132" name="LigandSeek2_vs_LigandSeek1_ellipse_6646">
            <a:extLst>
              <a:ext uri="{FF2B5EF4-FFF2-40B4-BE49-F238E27FC236}">
                <a16:creationId xmlns:a16="http://schemas.microsoft.com/office/drawing/2014/main" id="{64469478-C9FB-4779-981C-ED3D9CB25B23}"/>
              </a:ext>
            </a:extLst>
          </p:cNvPr>
          <p:cNvSpPr>
            <a:spLocks noGrp="1"/>
          </p:cNvSpPr>
          <p:nvPr/>
        </p:nvSpPr>
        <p:spPr>
          <a:xfrm>
            <a:off x="931611" y="1769533"/>
            <a:ext cx="24757" cy="24757"/>
          </a:xfrm>
          <a:prstGeom prst="ellipse">
            <a:avLst/>
          </a:prstGeom>
          <a:solidFill>
            <a:srgbClr val="7D8990">
              <a:alpha val="40000"/>
            </a:srgbClr>
          </a:solidFill>
          <a:ln w="0">
            <a:noFill/>
            <a:prstDash val="solid"/>
          </a:ln>
        </p:spPr>
      </p:sp>
      <p:sp>
        <p:nvSpPr>
          <p:cNvPr id="1133" name="LigandSeek2_vs_LigandSeek1_ellipse_6647">
            <a:extLst>
              <a:ext uri="{FF2B5EF4-FFF2-40B4-BE49-F238E27FC236}">
                <a16:creationId xmlns:a16="http://schemas.microsoft.com/office/drawing/2014/main" id="{4770489A-1FF9-4437-A155-A03191C12250}"/>
              </a:ext>
            </a:extLst>
          </p:cNvPr>
          <p:cNvSpPr>
            <a:spLocks noGrp="1"/>
          </p:cNvSpPr>
          <p:nvPr/>
        </p:nvSpPr>
        <p:spPr>
          <a:xfrm>
            <a:off x="909551" y="1076171"/>
            <a:ext cx="24757" cy="24757"/>
          </a:xfrm>
          <a:prstGeom prst="ellipse">
            <a:avLst/>
          </a:prstGeom>
          <a:solidFill>
            <a:srgbClr val="7D8990">
              <a:alpha val="40000"/>
            </a:srgbClr>
          </a:solidFill>
          <a:ln w="0">
            <a:noFill/>
            <a:prstDash val="solid"/>
          </a:ln>
        </p:spPr>
      </p:sp>
      <p:sp>
        <p:nvSpPr>
          <p:cNvPr id="1134" name="LigandSeek2_vs_LigandSeek1_ellipse_6648">
            <a:extLst>
              <a:ext uri="{FF2B5EF4-FFF2-40B4-BE49-F238E27FC236}">
                <a16:creationId xmlns:a16="http://schemas.microsoft.com/office/drawing/2014/main" id="{AAA22D82-A5E5-4FF1-95C8-6B1475325C97}"/>
              </a:ext>
            </a:extLst>
          </p:cNvPr>
          <p:cNvSpPr>
            <a:spLocks noGrp="1"/>
          </p:cNvSpPr>
          <p:nvPr/>
        </p:nvSpPr>
        <p:spPr>
          <a:xfrm>
            <a:off x="922455" y="985669"/>
            <a:ext cx="24757" cy="24757"/>
          </a:xfrm>
          <a:prstGeom prst="ellipse">
            <a:avLst/>
          </a:prstGeom>
          <a:solidFill>
            <a:srgbClr val="7D8990">
              <a:alpha val="40000"/>
            </a:srgbClr>
          </a:solidFill>
          <a:ln w="0">
            <a:noFill/>
            <a:prstDash val="solid"/>
          </a:ln>
        </p:spPr>
      </p:sp>
      <p:sp>
        <p:nvSpPr>
          <p:cNvPr id="1135" name="LigandSeek2_vs_LigandSeek1_ellipse_6649">
            <a:extLst>
              <a:ext uri="{FF2B5EF4-FFF2-40B4-BE49-F238E27FC236}">
                <a16:creationId xmlns:a16="http://schemas.microsoft.com/office/drawing/2014/main" id="{716A0761-6B7B-448A-8602-E992481347A5}"/>
              </a:ext>
            </a:extLst>
          </p:cNvPr>
          <p:cNvSpPr>
            <a:spLocks noGrp="1"/>
          </p:cNvSpPr>
          <p:nvPr/>
        </p:nvSpPr>
        <p:spPr>
          <a:xfrm>
            <a:off x="972944" y="1890368"/>
            <a:ext cx="24757" cy="24757"/>
          </a:xfrm>
          <a:prstGeom prst="ellipse">
            <a:avLst/>
          </a:prstGeom>
          <a:solidFill>
            <a:srgbClr val="7D8990">
              <a:alpha val="40000"/>
            </a:srgbClr>
          </a:solidFill>
          <a:ln w="0">
            <a:noFill/>
            <a:prstDash val="solid"/>
          </a:ln>
        </p:spPr>
      </p:sp>
      <p:sp>
        <p:nvSpPr>
          <p:cNvPr id="1136" name="LigandSeek2_vs_LigandSeek1_ellipse_6650">
            <a:extLst>
              <a:ext uri="{FF2B5EF4-FFF2-40B4-BE49-F238E27FC236}">
                <a16:creationId xmlns:a16="http://schemas.microsoft.com/office/drawing/2014/main" id="{A468348E-E0F7-46D1-898C-661C1CBA01D7}"/>
              </a:ext>
            </a:extLst>
          </p:cNvPr>
          <p:cNvSpPr>
            <a:spLocks noGrp="1"/>
          </p:cNvSpPr>
          <p:nvPr/>
        </p:nvSpPr>
        <p:spPr>
          <a:xfrm>
            <a:off x="942686" y="1305703"/>
            <a:ext cx="24757" cy="24757"/>
          </a:xfrm>
          <a:prstGeom prst="ellipse">
            <a:avLst/>
          </a:prstGeom>
          <a:solidFill>
            <a:srgbClr val="7D8990">
              <a:alpha val="40000"/>
            </a:srgbClr>
          </a:solidFill>
          <a:ln w="0">
            <a:noFill/>
            <a:prstDash val="solid"/>
          </a:ln>
        </p:spPr>
      </p:sp>
      <p:sp>
        <p:nvSpPr>
          <p:cNvPr id="1137" name="LigandSeek2_vs_LigandSeek1_ellipse_6651">
            <a:extLst>
              <a:ext uri="{FF2B5EF4-FFF2-40B4-BE49-F238E27FC236}">
                <a16:creationId xmlns:a16="http://schemas.microsoft.com/office/drawing/2014/main" id="{8F5AFA2E-131D-45E7-8EC9-D63E63B55625}"/>
              </a:ext>
            </a:extLst>
          </p:cNvPr>
          <p:cNvSpPr>
            <a:spLocks noGrp="1"/>
          </p:cNvSpPr>
          <p:nvPr/>
        </p:nvSpPr>
        <p:spPr>
          <a:xfrm>
            <a:off x="953165" y="1525083"/>
            <a:ext cx="24757" cy="24757"/>
          </a:xfrm>
          <a:prstGeom prst="ellipse">
            <a:avLst/>
          </a:prstGeom>
          <a:solidFill>
            <a:srgbClr val="7D8990">
              <a:alpha val="40000"/>
            </a:srgbClr>
          </a:solidFill>
          <a:ln w="0">
            <a:noFill/>
            <a:prstDash val="solid"/>
          </a:ln>
        </p:spPr>
      </p:sp>
      <p:sp>
        <p:nvSpPr>
          <p:cNvPr id="1138" name="LigandSeek2_vs_LigandSeek1_ellipse_6652">
            <a:extLst>
              <a:ext uri="{FF2B5EF4-FFF2-40B4-BE49-F238E27FC236}">
                <a16:creationId xmlns:a16="http://schemas.microsoft.com/office/drawing/2014/main" id="{9463224C-F196-4EA6-A0FB-31AF771953DA}"/>
              </a:ext>
            </a:extLst>
          </p:cNvPr>
          <p:cNvSpPr>
            <a:spLocks noGrp="1"/>
          </p:cNvSpPr>
          <p:nvPr/>
        </p:nvSpPr>
        <p:spPr>
          <a:xfrm>
            <a:off x="968446" y="1728620"/>
            <a:ext cx="24757" cy="24757"/>
          </a:xfrm>
          <a:prstGeom prst="ellipse">
            <a:avLst/>
          </a:prstGeom>
          <a:solidFill>
            <a:srgbClr val="7D8990">
              <a:alpha val="40000"/>
            </a:srgbClr>
          </a:solidFill>
          <a:ln w="0">
            <a:noFill/>
            <a:prstDash val="solid"/>
          </a:ln>
        </p:spPr>
      </p:sp>
      <p:sp>
        <p:nvSpPr>
          <p:cNvPr id="1139" name="LigandSeek2_vs_LigandSeek1_ellipse_6653">
            <a:extLst>
              <a:ext uri="{FF2B5EF4-FFF2-40B4-BE49-F238E27FC236}">
                <a16:creationId xmlns:a16="http://schemas.microsoft.com/office/drawing/2014/main" id="{9EAAD6A5-320F-494B-9224-5AFAC7C62FDD}"/>
              </a:ext>
            </a:extLst>
          </p:cNvPr>
          <p:cNvSpPr>
            <a:spLocks noGrp="1"/>
          </p:cNvSpPr>
          <p:nvPr/>
        </p:nvSpPr>
        <p:spPr>
          <a:xfrm>
            <a:off x="933714" y="1737388"/>
            <a:ext cx="24757" cy="24757"/>
          </a:xfrm>
          <a:prstGeom prst="ellipse">
            <a:avLst/>
          </a:prstGeom>
          <a:solidFill>
            <a:srgbClr val="7D8990">
              <a:alpha val="40000"/>
            </a:srgbClr>
          </a:solidFill>
          <a:ln w="0">
            <a:noFill/>
            <a:prstDash val="solid"/>
          </a:ln>
        </p:spPr>
      </p:sp>
      <p:sp>
        <p:nvSpPr>
          <p:cNvPr id="1140" name="LigandSeek2_vs_LigandSeek1_ellipse_6654">
            <a:extLst>
              <a:ext uri="{FF2B5EF4-FFF2-40B4-BE49-F238E27FC236}">
                <a16:creationId xmlns:a16="http://schemas.microsoft.com/office/drawing/2014/main" id="{A582438C-761A-4774-AE17-9DA82E91EE47}"/>
              </a:ext>
            </a:extLst>
          </p:cNvPr>
          <p:cNvSpPr>
            <a:spLocks noGrp="1"/>
          </p:cNvSpPr>
          <p:nvPr/>
        </p:nvSpPr>
        <p:spPr>
          <a:xfrm>
            <a:off x="961281" y="1890368"/>
            <a:ext cx="24757" cy="24757"/>
          </a:xfrm>
          <a:prstGeom prst="ellipse">
            <a:avLst/>
          </a:prstGeom>
          <a:solidFill>
            <a:srgbClr val="7D8990">
              <a:alpha val="40000"/>
            </a:srgbClr>
          </a:solidFill>
          <a:ln w="0">
            <a:noFill/>
            <a:prstDash val="solid"/>
          </a:ln>
        </p:spPr>
      </p:sp>
      <p:sp>
        <p:nvSpPr>
          <p:cNvPr id="1141" name="LigandSeek2_vs_LigandSeek1_ellipse_6655">
            <a:extLst>
              <a:ext uri="{FF2B5EF4-FFF2-40B4-BE49-F238E27FC236}">
                <a16:creationId xmlns:a16="http://schemas.microsoft.com/office/drawing/2014/main" id="{09562B5F-E47A-4BB1-8A63-731C7A71189E}"/>
              </a:ext>
            </a:extLst>
          </p:cNvPr>
          <p:cNvSpPr>
            <a:spLocks noGrp="1"/>
          </p:cNvSpPr>
          <p:nvPr/>
        </p:nvSpPr>
        <p:spPr>
          <a:xfrm>
            <a:off x="961254" y="1889984"/>
            <a:ext cx="24757" cy="24757"/>
          </a:xfrm>
          <a:prstGeom prst="ellipse">
            <a:avLst/>
          </a:prstGeom>
          <a:solidFill>
            <a:srgbClr val="7D8990">
              <a:alpha val="40000"/>
            </a:srgbClr>
          </a:solidFill>
          <a:ln w="0">
            <a:noFill/>
            <a:prstDash val="solid"/>
          </a:ln>
        </p:spPr>
      </p:sp>
      <p:sp>
        <p:nvSpPr>
          <p:cNvPr id="1142" name="LigandSeek2_vs_LigandSeek1_ellipse_6656">
            <a:extLst>
              <a:ext uri="{FF2B5EF4-FFF2-40B4-BE49-F238E27FC236}">
                <a16:creationId xmlns:a16="http://schemas.microsoft.com/office/drawing/2014/main" id="{6472F7BB-FDAC-4B41-A04F-05A1EDB1BB1C}"/>
              </a:ext>
            </a:extLst>
          </p:cNvPr>
          <p:cNvSpPr>
            <a:spLocks noGrp="1"/>
          </p:cNvSpPr>
          <p:nvPr/>
        </p:nvSpPr>
        <p:spPr>
          <a:xfrm>
            <a:off x="930482" y="1085906"/>
            <a:ext cx="24757" cy="24757"/>
          </a:xfrm>
          <a:prstGeom prst="ellipse">
            <a:avLst/>
          </a:prstGeom>
          <a:solidFill>
            <a:srgbClr val="7D8990">
              <a:alpha val="40000"/>
            </a:srgbClr>
          </a:solidFill>
          <a:ln w="0">
            <a:noFill/>
            <a:prstDash val="solid"/>
          </a:ln>
        </p:spPr>
      </p:sp>
      <p:sp>
        <p:nvSpPr>
          <p:cNvPr id="1143" name="LigandSeek2_vs_LigandSeek1_ellipse_6657">
            <a:extLst>
              <a:ext uri="{FF2B5EF4-FFF2-40B4-BE49-F238E27FC236}">
                <a16:creationId xmlns:a16="http://schemas.microsoft.com/office/drawing/2014/main" id="{1EA69DA1-C58C-4F03-BCFE-6011B78EE375}"/>
              </a:ext>
            </a:extLst>
          </p:cNvPr>
          <p:cNvSpPr>
            <a:spLocks noGrp="1"/>
          </p:cNvSpPr>
          <p:nvPr/>
        </p:nvSpPr>
        <p:spPr>
          <a:xfrm>
            <a:off x="906689" y="1888308"/>
            <a:ext cx="24757" cy="24757"/>
          </a:xfrm>
          <a:prstGeom prst="ellipse">
            <a:avLst/>
          </a:prstGeom>
          <a:solidFill>
            <a:srgbClr val="7D8990">
              <a:alpha val="40000"/>
            </a:srgbClr>
          </a:solidFill>
          <a:ln w="0">
            <a:noFill/>
            <a:prstDash val="solid"/>
          </a:ln>
        </p:spPr>
      </p:sp>
      <p:sp>
        <p:nvSpPr>
          <p:cNvPr id="1144" name="LigandSeek2_vs_LigandSeek1_ellipse_6658">
            <a:extLst>
              <a:ext uri="{FF2B5EF4-FFF2-40B4-BE49-F238E27FC236}">
                <a16:creationId xmlns:a16="http://schemas.microsoft.com/office/drawing/2014/main" id="{0F875027-951A-4F66-8572-C03EEE2DEBB8}"/>
              </a:ext>
            </a:extLst>
          </p:cNvPr>
          <p:cNvSpPr>
            <a:spLocks noGrp="1"/>
          </p:cNvSpPr>
          <p:nvPr/>
        </p:nvSpPr>
        <p:spPr>
          <a:xfrm>
            <a:off x="973885" y="982020"/>
            <a:ext cx="24757" cy="24757"/>
          </a:xfrm>
          <a:prstGeom prst="ellipse">
            <a:avLst/>
          </a:prstGeom>
          <a:solidFill>
            <a:srgbClr val="7D8990">
              <a:alpha val="40000"/>
            </a:srgbClr>
          </a:solidFill>
          <a:ln w="0">
            <a:noFill/>
            <a:prstDash val="solid"/>
          </a:ln>
        </p:spPr>
      </p:sp>
      <p:sp>
        <p:nvSpPr>
          <p:cNvPr id="1145" name="LigandSeek2_vs_LigandSeek1_ellipse_6659">
            <a:extLst>
              <a:ext uri="{FF2B5EF4-FFF2-40B4-BE49-F238E27FC236}">
                <a16:creationId xmlns:a16="http://schemas.microsoft.com/office/drawing/2014/main" id="{C0DC7449-A54B-4976-B0ED-F8FAFBD9868F}"/>
              </a:ext>
            </a:extLst>
          </p:cNvPr>
          <p:cNvSpPr>
            <a:spLocks noGrp="1"/>
          </p:cNvSpPr>
          <p:nvPr/>
        </p:nvSpPr>
        <p:spPr>
          <a:xfrm>
            <a:off x="920474" y="1610624"/>
            <a:ext cx="24757" cy="24757"/>
          </a:xfrm>
          <a:prstGeom prst="ellipse">
            <a:avLst/>
          </a:prstGeom>
          <a:solidFill>
            <a:srgbClr val="7D8990">
              <a:alpha val="40000"/>
            </a:srgbClr>
          </a:solidFill>
          <a:ln w="0">
            <a:noFill/>
            <a:prstDash val="solid"/>
          </a:ln>
        </p:spPr>
      </p:sp>
      <p:sp>
        <p:nvSpPr>
          <p:cNvPr id="1146" name="LigandSeek2_vs_LigandSeek1_ellipse_6660">
            <a:extLst>
              <a:ext uri="{FF2B5EF4-FFF2-40B4-BE49-F238E27FC236}">
                <a16:creationId xmlns:a16="http://schemas.microsoft.com/office/drawing/2014/main" id="{9C7C8EE0-A8A0-42AD-BEAD-DF648418EA20}"/>
              </a:ext>
            </a:extLst>
          </p:cNvPr>
          <p:cNvSpPr>
            <a:spLocks noGrp="1"/>
          </p:cNvSpPr>
          <p:nvPr/>
        </p:nvSpPr>
        <p:spPr>
          <a:xfrm>
            <a:off x="946941" y="1750496"/>
            <a:ext cx="24757" cy="24757"/>
          </a:xfrm>
          <a:prstGeom prst="ellipse">
            <a:avLst/>
          </a:prstGeom>
          <a:solidFill>
            <a:srgbClr val="7D8990">
              <a:alpha val="40000"/>
            </a:srgbClr>
          </a:solidFill>
          <a:ln w="0">
            <a:noFill/>
            <a:prstDash val="solid"/>
          </a:ln>
        </p:spPr>
      </p:sp>
      <p:sp>
        <p:nvSpPr>
          <p:cNvPr id="1147" name="LigandSeek2_vs_LigandSeek1_ellipse_6661">
            <a:extLst>
              <a:ext uri="{FF2B5EF4-FFF2-40B4-BE49-F238E27FC236}">
                <a16:creationId xmlns:a16="http://schemas.microsoft.com/office/drawing/2014/main" id="{4E6CE99D-A9AB-43CF-B9F8-D26E80770C89}"/>
              </a:ext>
            </a:extLst>
          </p:cNvPr>
          <p:cNvSpPr>
            <a:spLocks noGrp="1"/>
          </p:cNvSpPr>
          <p:nvPr/>
        </p:nvSpPr>
        <p:spPr>
          <a:xfrm>
            <a:off x="912856" y="1889227"/>
            <a:ext cx="24757" cy="24757"/>
          </a:xfrm>
          <a:prstGeom prst="ellipse">
            <a:avLst/>
          </a:prstGeom>
          <a:solidFill>
            <a:srgbClr val="7D8990">
              <a:alpha val="40000"/>
            </a:srgbClr>
          </a:solidFill>
          <a:ln w="0">
            <a:noFill/>
            <a:prstDash val="solid"/>
          </a:ln>
        </p:spPr>
      </p:sp>
      <p:sp>
        <p:nvSpPr>
          <p:cNvPr id="1148" name="LigandSeek2_vs_LigandSeek1_ellipse_6662">
            <a:extLst>
              <a:ext uri="{FF2B5EF4-FFF2-40B4-BE49-F238E27FC236}">
                <a16:creationId xmlns:a16="http://schemas.microsoft.com/office/drawing/2014/main" id="{76D88DF6-3F02-4B0A-B59A-19310C742C85}"/>
              </a:ext>
            </a:extLst>
          </p:cNvPr>
          <p:cNvSpPr>
            <a:spLocks noGrp="1"/>
          </p:cNvSpPr>
          <p:nvPr/>
        </p:nvSpPr>
        <p:spPr>
          <a:xfrm>
            <a:off x="916318" y="1513394"/>
            <a:ext cx="24757" cy="24757"/>
          </a:xfrm>
          <a:prstGeom prst="ellipse">
            <a:avLst/>
          </a:prstGeom>
          <a:solidFill>
            <a:srgbClr val="7D8990">
              <a:alpha val="40000"/>
            </a:srgbClr>
          </a:solidFill>
          <a:ln w="0">
            <a:noFill/>
            <a:prstDash val="solid"/>
          </a:ln>
        </p:spPr>
      </p:sp>
      <p:sp>
        <p:nvSpPr>
          <p:cNvPr id="1149" name="LigandSeek2_vs_LigandSeek1_ellipse_6663">
            <a:extLst>
              <a:ext uri="{FF2B5EF4-FFF2-40B4-BE49-F238E27FC236}">
                <a16:creationId xmlns:a16="http://schemas.microsoft.com/office/drawing/2014/main" id="{3D198315-221E-49DE-A100-9B3759606C20}"/>
              </a:ext>
            </a:extLst>
          </p:cNvPr>
          <p:cNvSpPr>
            <a:spLocks noGrp="1"/>
          </p:cNvSpPr>
          <p:nvPr/>
        </p:nvSpPr>
        <p:spPr>
          <a:xfrm>
            <a:off x="921406" y="1890368"/>
            <a:ext cx="24757" cy="24757"/>
          </a:xfrm>
          <a:prstGeom prst="ellipse">
            <a:avLst/>
          </a:prstGeom>
          <a:solidFill>
            <a:srgbClr val="7D8990">
              <a:alpha val="40000"/>
            </a:srgbClr>
          </a:solidFill>
          <a:ln w="0">
            <a:noFill/>
            <a:prstDash val="solid"/>
          </a:ln>
        </p:spPr>
      </p:sp>
      <p:sp>
        <p:nvSpPr>
          <p:cNvPr id="1150" name="LigandSeek2_vs_LigandSeek1_ellipse_6664">
            <a:extLst>
              <a:ext uri="{FF2B5EF4-FFF2-40B4-BE49-F238E27FC236}">
                <a16:creationId xmlns:a16="http://schemas.microsoft.com/office/drawing/2014/main" id="{4D5C401D-410F-4076-9D57-5869E669BF57}"/>
              </a:ext>
            </a:extLst>
          </p:cNvPr>
          <p:cNvSpPr>
            <a:spLocks noGrp="1"/>
          </p:cNvSpPr>
          <p:nvPr/>
        </p:nvSpPr>
        <p:spPr>
          <a:xfrm>
            <a:off x="904785" y="1291618"/>
            <a:ext cx="24757" cy="24757"/>
          </a:xfrm>
          <a:prstGeom prst="ellipse">
            <a:avLst/>
          </a:prstGeom>
          <a:solidFill>
            <a:srgbClr val="7D8990">
              <a:alpha val="40000"/>
            </a:srgbClr>
          </a:solidFill>
          <a:ln w="0">
            <a:noFill/>
            <a:prstDash val="solid"/>
          </a:ln>
        </p:spPr>
      </p:sp>
      <p:sp>
        <p:nvSpPr>
          <p:cNvPr id="1151" name="LigandSeek2_vs_LigandSeek1_ellipse_6665">
            <a:extLst>
              <a:ext uri="{FF2B5EF4-FFF2-40B4-BE49-F238E27FC236}">
                <a16:creationId xmlns:a16="http://schemas.microsoft.com/office/drawing/2014/main" id="{2759B337-2B7A-4DA6-8104-1E3E5D945A2F}"/>
              </a:ext>
            </a:extLst>
          </p:cNvPr>
          <p:cNvSpPr>
            <a:spLocks noGrp="1"/>
          </p:cNvSpPr>
          <p:nvPr/>
        </p:nvSpPr>
        <p:spPr>
          <a:xfrm>
            <a:off x="982136" y="1472224"/>
            <a:ext cx="24757" cy="24757"/>
          </a:xfrm>
          <a:prstGeom prst="ellipse">
            <a:avLst/>
          </a:prstGeom>
          <a:solidFill>
            <a:srgbClr val="7D8990">
              <a:alpha val="40000"/>
            </a:srgbClr>
          </a:solidFill>
          <a:ln w="0">
            <a:noFill/>
            <a:prstDash val="solid"/>
          </a:ln>
        </p:spPr>
      </p:sp>
      <p:sp>
        <p:nvSpPr>
          <p:cNvPr id="1152" name="LigandSeek2_vs_LigandSeek1_ellipse_6666">
            <a:extLst>
              <a:ext uri="{FF2B5EF4-FFF2-40B4-BE49-F238E27FC236}">
                <a16:creationId xmlns:a16="http://schemas.microsoft.com/office/drawing/2014/main" id="{00CD25BA-864D-4C8A-A19D-916DCE2EF3B4}"/>
              </a:ext>
            </a:extLst>
          </p:cNvPr>
          <p:cNvSpPr>
            <a:spLocks noGrp="1"/>
          </p:cNvSpPr>
          <p:nvPr/>
        </p:nvSpPr>
        <p:spPr>
          <a:xfrm>
            <a:off x="909154" y="1083826"/>
            <a:ext cx="24757" cy="24757"/>
          </a:xfrm>
          <a:prstGeom prst="ellipse">
            <a:avLst/>
          </a:prstGeom>
          <a:solidFill>
            <a:srgbClr val="7D8990">
              <a:alpha val="40000"/>
            </a:srgbClr>
          </a:solidFill>
          <a:ln w="0">
            <a:noFill/>
            <a:prstDash val="solid"/>
          </a:ln>
        </p:spPr>
      </p:sp>
      <p:sp>
        <p:nvSpPr>
          <p:cNvPr id="1153" name="LigandSeek2_vs_LigandSeek1_ellipse_6667">
            <a:extLst>
              <a:ext uri="{FF2B5EF4-FFF2-40B4-BE49-F238E27FC236}">
                <a16:creationId xmlns:a16="http://schemas.microsoft.com/office/drawing/2014/main" id="{9D50B541-4830-4D07-A192-4DAF07DCE74F}"/>
              </a:ext>
            </a:extLst>
          </p:cNvPr>
          <p:cNvSpPr>
            <a:spLocks noGrp="1"/>
          </p:cNvSpPr>
          <p:nvPr/>
        </p:nvSpPr>
        <p:spPr>
          <a:xfrm>
            <a:off x="911119" y="1248647"/>
            <a:ext cx="24757" cy="24757"/>
          </a:xfrm>
          <a:prstGeom prst="ellipse">
            <a:avLst/>
          </a:prstGeom>
          <a:solidFill>
            <a:srgbClr val="7D8990">
              <a:alpha val="40000"/>
            </a:srgbClr>
          </a:solidFill>
          <a:ln w="0">
            <a:noFill/>
            <a:prstDash val="solid"/>
          </a:ln>
        </p:spPr>
      </p:sp>
      <p:sp>
        <p:nvSpPr>
          <p:cNvPr id="1154" name="LigandSeek2_vs_LigandSeek1_ellipse_6668">
            <a:extLst>
              <a:ext uri="{FF2B5EF4-FFF2-40B4-BE49-F238E27FC236}">
                <a16:creationId xmlns:a16="http://schemas.microsoft.com/office/drawing/2014/main" id="{32801647-961F-4A91-AF6C-9F878165D81C}"/>
              </a:ext>
            </a:extLst>
          </p:cNvPr>
          <p:cNvSpPr>
            <a:spLocks noGrp="1"/>
          </p:cNvSpPr>
          <p:nvPr/>
        </p:nvSpPr>
        <p:spPr>
          <a:xfrm>
            <a:off x="981122" y="1099010"/>
            <a:ext cx="24757" cy="24757"/>
          </a:xfrm>
          <a:prstGeom prst="ellipse">
            <a:avLst/>
          </a:prstGeom>
          <a:solidFill>
            <a:srgbClr val="7D8990">
              <a:alpha val="40000"/>
            </a:srgbClr>
          </a:solidFill>
          <a:ln w="0">
            <a:noFill/>
            <a:prstDash val="solid"/>
          </a:ln>
        </p:spPr>
      </p:sp>
      <p:sp>
        <p:nvSpPr>
          <p:cNvPr id="1155" name="LigandSeek2_vs_LigandSeek1_ellipse_6669">
            <a:extLst>
              <a:ext uri="{FF2B5EF4-FFF2-40B4-BE49-F238E27FC236}">
                <a16:creationId xmlns:a16="http://schemas.microsoft.com/office/drawing/2014/main" id="{EB3DCEDC-A5B8-4801-B82D-499C5184B330}"/>
              </a:ext>
            </a:extLst>
          </p:cNvPr>
          <p:cNvSpPr>
            <a:spLocks noGrp="1"/>
          </p:cNvSpPr>
          <p:nvPr/>
        </p:nvSpPr>
        <p:spPr>
          <a:xfrm>
            <a:off x="949834" y="1488153"/>
            <a:ext cx="24757" cy="24757"/>
          </a:xfrm>
          <a:prstGeom prst="ellipse">
            <a:avLst/>
          </a:prstGeom>
          <a:solidFill>
            <a:srgbClr val="7D8990">
              <a:alpha val="40000"/>
            </a:srgbClr>
          </a:solidFill>
          <a:ln w="0">
            <a:noFill/>
            <a:prstDash val="solid"/>
          </a:ln>
        </p:spPr>
      </p:sp>
      <p:sp>
        <p:nvSpPr>
          <p:cNvPr id="1156" name="LigandSeek2_vs_LigandSeek1_ellipse_6670">
            <a:extLst>
              <a:ext uri="{FF2B5EF4-FFF2-40B4-BE49-F238E27FC236}">
                <a16:creationId xmlns:a16="http://schemas.microsoft.com/office/drawing/2014/main" id="{2FD3BD67-39C1-46E1-86D0-1DA7DDAE688E}"/>
              </a:ext>
            </a:extLst>
          </p:cNvPr>
          <p:cNvSpPr>
            <a:spLocks noGrp="1"/>
          </p:cNvSpPr>
          <p:nvPr/>
        </p:nvSpPr>
        <p:spPr>
          <a:xfrm>
            <a:off x="954885" y="1890368"/>
            <a:ext cx="24757" cy="24757"/>
          </a:xfrm>
          <a:prstGeom prst="ellipse">
            <a:avLst/>
          </a:prstGeom>
          <a:solidFill>
            <a:srgbClr val="7D8990">
              <a:alpha val="40000"/>
            </a:srgbClr>
          </a:solidFill>
          <a:ln w="0">
            <a:noFill/>
            <a:prstDash val="solid"/>
          </a:ln>
        </p:spPr>
      </p:sp>
      <p:sp>
        <p:nvSpPr>
          <p:cNvPr id="1157" name="LigandSeek2_vs_LigandSeek1_ellipse_6671">
            <a:extLst>
              <a:ext uri="{FF2B5EF4-FFF2-40B4-BE49-F238E27FC236}">
                <a16:creationId xmlns:a16="http://schemas.microsoft.com/office/drawing/2014/main" id="{29824844-A6A0-449A-8388-9887015854DF}"/>
              </a:ext>
            </a:extLst>
          </p:cNvPr>
          <p:cNvSpPr>
            <a:spLocks noGrp="1"/>
          </p:cNvSpPr>
          <p:nvPr/>
        </p:nvSpPr>
        <p:spPr>
          <a:xfrm>
            <a:off x="940174" y="1447367"/>
            <a:ext cx="24757" cy="24757"/>
          </a:xfrm>
          <a:prstGeom prst="ellipse">
            <a:avLst/>
          </a:prstGeom>
          <a:solidFill>
            <a:srgbClr val="7D8990">
              <a:alpha val="40000"/>
            </a:srgbClr>
          </a:solidFill>
          <a:ln w="0">
            <a:noFill/>
            <a:prstDash val="solid"/>
          </a:ln>
        </p:spPr>
      </p:sp>
      <p:sp>
        <p:nvSpPr>
          <p:cNvPr id="1158" name="LigandSeek2_vs_LigandSeek1_ellipse_6672">
            <a:extLst>
              <a:ext uri="{FF2B5EF4-FFF2-40B4-BE49-F238E27FC236}">
                <a16:creationId xmlns:a16="http://schemas.microsoft.com/office/drawing/2014/main" id="{EFFF4A2F-6A20-4C42-AE68-293030637BBD}"/>
              </a:ext>
            </a:extLst>
          </p:cNvPr>
          <p:cNvSpPr>
            <a:spLocks noGrp="1"/>
          </p:cNvSpPr>
          <p:nvPr/>
        </p:nvSpPr>
        <p:spPr>
          <a:xfrm>
            <a:off x="933318" y="1523649"/>
            <a:ext cx="24757" cy="24757"/>
          </a:xfrm>
          <a:prstGeom prst="ellipse">
            <a:avLst/>
          </a:prstGeom>
          <a:solidFill>
            <a:srgbClr val="7D8990">
              <a:alpha val="40000"/>
            </a:srgbClr>
          </a:solidFill>
          <a:ln w="0">
            <a:noFill/>
            <a:prstDash val="solid"/>
          </a:ln>
        </p:spPr>
      </p:sp>
      <p:sp>
        <p:nvSpPr>
          <p:cNvPr id="1159" name="LigandSeek2_vs_LigandSeek1_ellipse_6673">
            <a:extLst>
              <a:ext uri="{FF2B5EF4-FFF2-40B4-BE49-F238E27FC236}">
                <a16:creationId xmlns:a16="http://schemas.microsoft.com/office/drawing/2014/main" id="{2146E383-E9AE-420A-BFAF-D50FC3A7C87D}"/>
              </a:ext>
            </a:extLst>
          </p:cNvPr>
          <p:cNvSpPr>
            <a:spLocks noGrp="1"/>
          </p:cNvSpPr>
          <p:nvPr/>
        </p:nvSpPr>
        <p:spPr>
          <a:xfrm>
            <a:off x="917770" y="1620412"/>
            <a:ext cx="24757" cy="24757"/>
          </a:xfrm>
          <a:prstGeom prst="ellipse">
            <a:avLst/>
          </a:prstGeom>
          <a:solidFill>
            <a:srgbClr val="7D8990">
              <a:alpha val="40000"/>
            </a:srgbClr>
          </a:solidFill>
          <a:ln w="0">
            <a:noFill/>
            <a:prstDash val="solid"/>
          </a:ln>
        </p:spPr>
      </p:sp>
      <p:sp>
        <p:nvSpPr>
          <p:cNvPr id="1160" name="LigandSeek2_vs_LigandSeek1_ellipse_6674">
            <a:extLst>
              <a:ext uri="{FF2B5EF4-FFF2-40B4-BE49-F238E27FC236}">
                <a16:creationId xmlns:a16="http://schemas.microsoft.com/office/drawing/2014/main" id="{D3300E20-8AB8-4538-B659-33B66EC5277F}"/>
              </a:ext>
            </a:extLst>
          </p:cNvPr>
          <p:cNvSpPr>
            <a:spLocks noGrp="1"/>
          </p:cNvSpPr>
          <p:nvPr/>
        </p:nvSpPr>
        <p:spPr>
          <a:xfrm>
            <a:off x="932806" y="1259192"/>
            <a:ext cx="24757" cy="24757"/>
          </a:xfrm>
          <a:prstGeom prst="ellipse">
            <a:avLst/>
          </a:prstGeom>
          <a:solidFill>
            <a:srgbClr val="7D8990">
              <a:alpha val="40000"/>
            </a:srgbClr>
          </a:solidFill>
          <a:ln w="0">
            <a:noFill/>
            <a:prstDash val="solid"/>
          </a:ln>
        </p:spPr>
      </p:sp>
      <p:sp>
        <p:nvSpPr>
          <p:cNvPr id="1161" name="LigandSeek2_vs_LigandSeek1_ellipse_6675">
            <a:extLst>
              <a:ext uri="{FF2B5EF4-FFF2-40B4-BE49-F238E27FC236}">
                <a16:creationId xmlns:a16="http://schemas.microsoft.com/office/drawing/2014/main" id="{C26715D5-C713-432D-A132-58824E7152AD}"/>
              </a:ext>
            </a:extLst>
          </p:cNvPr>
          <p:cNvSpPr>
            <a:spLocks noGrp="1"/>
          </p:cNvSpPr>
          <p:nvPr/>
        </p:nvSpPr>
        <p:spPr>
          <a:xfrm>
            <a:off x="949191" y="1536973"/>
            <a:ext cx="24757" cy="24757"/>
          </a:xfrm>
          <a:prstGeom prst="ellipse">
            <a:avLst/>
          </a:prstGeom>
          <a:solidFill>
            <a:srgbClr val="7D8990">
              <a:alpha val="40000"/>
            </a:srgbClr>
          </a:solidFill>
          <a:ln w="0">
            <a:noFill/>
            <a:prstDash val="solid"/>
          </a:ln>
        </p:spPr>
      </p:sp>
      <p:sp>
        <p:nvSpPr>
          <p:cNvPr id="1162" name="LigandSeek2_vs_LigandSeek1_ellipse_6676">
            <a:extLst>
              <a:ext uri="{FF2B5EF4-FFF2-40B4-BE49-F238E27FC236}">
                <a16:creationId xmlns:a16="http://schemas.microsoft.com/office/drawing/2014/main" id="{3052905B-F2D3-4868-B700-0D0A149DEBC2}"/>
              </a:ext>
            </a:extLst>
          </p:cNvPr>
          <p:cNvSpPr>
            <a:spLocks noGrp="1"/>
          </p:cNvSpPr>
          <p:nvPr/>
        </p:nvSpPr>
        <p:spPr>
          <a:xfrm>
            <a:off x="959141" y="986497"/>
            <a:ext cx="24757" cy="24757"/>
          </a:xfrm>
          <a:prstGeom prst="ellipse">
            <a:avLst/>
          </a:prstGeom>
          <a:solidFill>
            <a:srgbClr val="7D8990">
              <a:alpha val="40000"/>
            </a:srgbClr>
          </a:solidFill>
          <a:ln w="0">
            <a:noFill/>
            <a:prstDash val="solid"/>
          </a:ln>
        </p:spPr>
      </p:sp>
      <p:sp>
        <p:nvSpPr>
          <p:cNvPr id="1163" name="LigandSeek2_vs_LigandSeek1_ellipse_6677">
            <a:extLst>
              <a:ext uri="{FF2B5EF4-FFF2-40B4-BE49-F238E27FC236}">
                <a16:creationId xmlns:a16="http://schemas.microsoft.com/office/drawing/2014/main" id="{35C3DD63-DA7B-4292-A746-8C438EAAD19D}"/>
              </a:ext>
            </a:extLst>
          </p:cNvPr>
          <p:cNvSpPr>
            <a:spLocks noGrp="1"/>
          </p:cNvSpPr>
          <p:nvPr/>
        </p:nvSpPr>
        <p:spPr>
          <a:xfrm>
            <a:off x="915799" y="1283066"/>
            <a:ext cx="24757" cy="24757"/>
          </a:xfrm>
          <a:prstGeom prst="ellipse">
            <a:avLst/>
          </a:prstGeom>
          <a:solidFill>
            <a:srgbClr val="7D8990">
              <a:alpha val="40000"/>
            </a:srgbClr>
          </a:solidFill>
          <a:ln w="0">
            <a:noFill/>
            <a:prstDash val="solid"/>
          </a:ln>
        </p:spPr>
      </p:sp>
      <p:sp>
        <p:nvSpPr>
          <p:cNvPr id="1164" name="LigandSeek2_vs_LigandSeek1_ellipse_6678">
            <a:extLst>
              <a:ext uri="{FF2B5EF4-FFF2-40B4-BE49-F238E27FC236}">
                <a16:creationId xmlns:a16="http://schemas.microsoft.com/office/drawing/2014/main" id="{B0C8EC98-5D38-498F-9242-B3486DF7B754}"/>
              </a:ext>
            </a:extLst>
          </p:cNvPr>
          <p:cNvSpPr>
            <a:spLocks noGrp="1"/>
          </p:cNvSpPr>
          <p:nvPr/>
        </p:nvSpPr>
        <p:spPr>
          <a:xfrm>
            <a:off x="975517" y="1024561"/>
            <a:ext cx="24757" cy="24757"/>
          </a:xfrm>
          <a:prstGeom prst="ellipse">
            <a:avLst/>
          </a:prstGeom>
          <a:solidFill>
            <a:srgbClr val="7D8990">
              <a:alpha val="40000"/>
            </a:srgbClr>
          </a:solidFill>
          <a:ln w="0">
            <a:noFill/>
            <a:prstDash val="solid"/>
          </a:ln>
        </p:spPr>
      </p:sp>
      <p:sp>
        <p:nvSpPr>
          <p:cNvPr id="1165" name="LigandSeek2_vs_LigandSeek1_ellipse_6679">
            <a:extLst>
              <a:ext uri="{FF2B5EF4-FFF2-40B4-BE49-F238E27FC236}">
                <a16:creationId xmlns:a16="http://schemas.microsoft.com/office/drawing/2014/main" id="{410203D6-E4E1-49EF-80E3-5AE503B2A7DF}"/>
              </a:ext>
            </a:extLst>
          </p:cNvPr>
          <p:cNvSpPr>
            <a:spLocks noGrp="1"/>
          </p:cNvSpPr>
          <p:nvPr/>
        </p:nvSpPr>
        <p:spPr>
          <a:xfrm>
            <a:off x="962650" y="1228976"/>
            <a:ext cx="24757" cy="24757"/>
          </a:xfrm>
          <a:prstGeom prst="ellipse">
            <a:avLst/>
          </a:prstGeom>
          <a:solidFill>
            <a:srgbClr val="7D8990">
              <a:alpha val="40000"/>
            </a:srgbClr>
          </a:solidFill>
          <a:ln w="0">
            <a:noFill/>
            <a:prstDash val="solid"/>
          </a:ln>
        </p:spPr>
      </p:sp>
      <p:sp>
        <p:nvSpPr>
          <p:cNvPr id="1166" name="LigandSeek2_vs_LigandSeek1_ellipse_6680">
            <a:extLst>
              <a:ext uri="{FF2B5EF4-FFF2-40B4-BE49-F238E27FC236}">
                <a16:creationId xmlns:a16="http://schemas.microsoft.com/office/drawing/2014/main" id="{9A23C7C0-CE92-453C-AE01-26B3E9FF252C}"/>
              </a:ext>
            </a:extLst>
          </p:cNvPr>
          <p:cNvSpPr>
            <a:spLocks noGrp="1"/>
          </p:cNvSpPr>
          <p:nvPr/>
        </p:nvSpPr>
        <p:spPr>
          <a:xfrm>
            <a:off x="953210" y="1361072"/>
            <a:ext cx="24757" cy="24757"/>
          </a:xfrm>
          <a:prstGeom prst="ellipse">
            <a:avLst/>
          </a:prstGeom>
          <a:solidFill>
            <a:srgbClr val="7D8990">
              <a:alpha val="40000"/>
            </a:srgbClr>
          </a:solidFill>
          <a:ln w="0">
            <a:noFill/>
            <a:prstDash val="solid"/>
          </a:ln>
        </p:spPr>
      </p:sp>
      <p:sp>
        <p:nvSpPr>
          <p:cNvPr id="1167" name="LigandSeek2_vs_LigandSeek1_ellipse_6681">
            <a:extLst>
              <a:ext uri="{FF2B5EF4-FFF2-40B4-BE49-F238E27FC236}">
                <a16:creationId xmlns:a16="http://schemas.microsoft.com/office/drawing/2014/main" id="{BC9D6AE1-F570-4F22-8958-579E70B60C6F}"/>
              </a:ext>
            </a:extLst>
          </p:cNvPr>
          <p:cNvSpPr>
            <a:spLocks noGrp="1"/>
          </p:cNvSpPr>
          <p:nvPr/>
        </p:nvSpPr>
        <p:spPr>
          <a:xfrm>
            <a:off x="938448" y="1846315"/>
            <a:ext cx="24757" cy="24757"/>
          </a:xfrm>
          <a:prstGeom prst="ellipse">
            <a:avLst/>
          </a:prstGeom>
          <a:solidFill>
            <a:srgbClr val="7D8990">
              <a:alpha val="40000"/>
            </a:srgbClr>
          </a:solidFill>
          <a:ln w="0">
            <a:noFill/>
            <a:prstDash val="solid"/>
          </a:ln>
        </p:spPr>
      </p:sp>
      <p:sp>
        <p:nvSpPr>
          <p:cNvPr id="1168" name="LigandSeek2_vs_LigandSeek1_ellipse_6682">
            <a:extLst>
              <a:ext uri="{FF2B5EF4-FFF2-40B4-BE49-F238E27FC236}">
                <a16:creationId xmlns:a16="http://schemas.microsoft.com/office/drawing/2014/main" id="{09FB0A6F-F6FC-4F20-9019-6EF77BA97EDE}"/>
              </a:ext>
            </a:extLst>
          </p:cNvPr>
          <p:cNvSpPr>
            <a:spLocks noGrp="1"/>
          </p:cNvSpPr>
          <p:nvPr/>
        </p:nvSpPr>
        <p:spPr>
          <a:xfrm>
            <a:off x="942807" y="1890368"/>
            <a:ext cx="24757" cy="24757"/>
          </a:xfrm>
          <a:prstGeom prst="ellipse">
            <a:avLst/>
          </a:prstGeom>
          <a:solidFill>
            <a:srgbClr val="7D8990">
              <a:alpha val="40000"/>
            </a:srgbClr>
          </a:solidFill>
          <a:ln w="0">
            <a:noFill/>
            <a:prstDash val="solid"/>
          </a:ln>
        </p:spPr>
      </p:sp>
      <p:sp>
        <p:nvSpPr>
          <p:cNvPr id="1169" name="LigandSeek2_vs_LigandSeek1_ellipse_6683">
            <a:extLst>
              <a:ext uri="{FF2B5EF4-FFF2-40B4-BE49-F238E27FC236}">
                <a16:creationId xmlns:a16="http://schemas.microsoft.com/office/drawing/2014/main" id="{A27BCBD0-D333-4E85-AA20-2690C2B66D6F}"/>
              </a:ext>
            </a:extLst>
          </p:cNvPr>
          <p:cNvSpPr>
            <a:spLocks noGrp="1"/>
          </p:cNvSpPr>
          <p:nvPr/>
        </p:nvSpPr>
        <p:spPr>
          <a:xfrm>
            <a:off x="970788" y="1814831"/>
            <a:ext cx="24757" cy="24757"/>
          </a:xfrm>
          <a:prstGeom prst="ellipse">
            <a:avLst/>
          </a:prstGeom>
          <a:solidFill>
            <a:srgbClr val="7D8990">
              <a:alpha val="40000"/>
            </a:srgbClr>
          </a:solidFill>
          <a:ln w="0">
            <a:noFill/>
            <a:prstDash val="solid"/>
          </a:ln>
        </p:spPr>
      </p:sp>
      <p:sp>
        <p:nvSpPr>
          <p:cNvPr id="1170" name="LigandSeek2_vs_LigandSeek1_ellipse_6684">
            <a:extLst>
              <a:ext uri="{FF2B5EF4-FFF2-40B4-BE49-F238E27FC236}">
                <a16:creationId xmlns:a16="http://schemas.microsoft.com/office/drawing/2014/main" id="{C78D75DE-E458-4251-8C05-1FAB1035E210}"/>
              </a:ext>
            </a:extLst>
          </p:cNvPr>
          <p:cNvSpPr>
            <a:spLocks noGrp="1"/>
          </p:cNvSpPr>
          <p:nvPr/>
        </p:nvSpPr>
        <p:spPr>
          <a:xfrm>
            <a:off x="948451" y="1890368"/>
            <a:ext cx="24757" cy="24757"/>
          </a:xfrm>
          <a:prstGeom prst="ellipse">
            <a:avLst/>
          </a:prstGeom>
          <a:solidFill>
            <a:srgbClr val="7D8990">
              <a:alpha val="40000"/>
            </a:srgbClr>
          </a:solidFill>
          <a:ln w="0">
            <a:noFill/>
            <a:prstDash val="solid"/>
          </a:ln>
        </p:spPr>
      </p:sp>
      <p:sp>
        <p:nvSpPr>
          <p:cNvPr id="1171" name="LigandSeek2_vs_LigandSeek1_ellipse_6685">
            <a:extLst>
              <a:ext uri="{FF2B5EF4-FFF2-40B4-BE49-F238E27FC236}">
                <a16:creationId xmlns:a16="http://schemas.microsoft.com/office/drawing/2014/main" id="{1D274EE1-6E19-4A09-A015-7F3A7E383C7E}"/>
              </a:ext>
            </a:extLst>
          </p:cNvPr>
          <p:cNvSpPr>
            <a:spLocks noGrp="1"/>
          </p:cNvSpPr>
          <p:nvPr/>
        </p:nvSpPr>
        <p:spPr>
          <a:xfrm>
            <a:off x="906683" y="1656887"/>
            <a:ext cx="24757" cy="24757"/>
          </a:xfrm>
          <a:prstGeom prst="ellipse">
            <a:avLst/>
          </a:prstGeom>
          <a:solidFill>
            <a:srgbClr val="7D8990">
              <a:alpha val="40000"/>
            </a:srgbClr>
          </a:solidFill>
          <a:ln w="0">
            <a:noFill/>
            <a:prstDash val="solid"/>
          </a:ln>
        </p:spPr>
      </p:sp>
      <p:sp>
        <p:nvSpPr>
          <p:cNvPr id="1172" name="LigandSeek2_vs_LigandSeek1_ellipse_6686">
            <a:extLst>
              <a:ext uri="{FF2B5EF4-FFF2-40B4-BE49-F238E27FC236}">
                <a16:creationId xmlns:a16="http://schemas.microsoft.com/office/drawing/2014/main" id="{A60F9DD3-25B1-4834-BE32-46249DE62DA9}"/>
              </a:ext>
            </a:extLst>
          </p:cNvPr>
          <p:cNvSpPr>
            <a:spLocks noGrp="1"/>
          </p:cNvSpPr>
          <p:nvPr/>
        </p:nvSpPr>
        <p:spPr>
          <a:xfrm>
            <a:off x="950094" y="1884740"/>
            <a:ext cx="24757" cy="24757"/>
          </a:xfrm>
          <a:prstGeom prst="ellipse">
            <a:avLst/>
          </a:prstGeom>
          <a:solidFill>
            <a:srgbClr val="7D8990">
              <a:alpha val="40000"/>
            </a:srgbClr>
          </a:solidFill>
          <a:ln w="0">
            <a:noFill/>
            <a:prstDash val="solid"/>
          </a:ln>
        </p:spPr>
      </p:sp>
      <p:sp>
        <p:nvSpPr>
          <p:cNvPr id="1173" name="LigandSeek2_vs_LigandSeek1_ellipse_6687">
            <a:extLst>
              <a:ext uri="{FF2B5EF4-FFF2-40B4-BE49-F238E27FC236}">
                <a16:creationId xmlns:a16="http://schemas.microsoft.com/office/drawing/2014/main" id="{4344E056-7CA4-490A-BE5D-982F05C0C9A9}"/>
              </a:ext>
            </a:extLst>
          </p:cNvPr>
          <p:cNvSpPr>
            <a:spLocks noGrp="1"/>
          </p:cNvSpPr>
          <p:nvPr/>
        </p:nvSpPr>
        <p:spPr>
          <a:xfrm>
            <a:off x="975212" y="1548255"/>
            <a:ext cx="24757" cy="24757"/>
          </a:xfrm>
          <a:prstGeom prst="ellipse">
            <a:avLst/>
          </a:prstGeom>
          <a:solidFill>
            <a:srgbClr val="7D8990">
              <a:alpha val="40000"/>
            </a:srgbClr>
          </a:solidFill>
          <a:ln w="0">
            <a:noFill/>
            <a:prstDash val="solid"/>
          </a:ln>
        </p:spPr>
      </p:sp>
      <p:sp>
        <p:nvSpPr>
          <p:cNvPr id="1174" name="LigandSeek2_vs_LigandSeek1_ellipse_6688">
            <a:extLst>
              <a:ext uri="{FF2B5EF4-FFF2-40B4-BE49-F238E27FC236}">
                <a16:creationId xmlns:a16="http://schemas.microsoft.com/office/drawing/2014/main" id="{9313AB7B-6D95-44E5-AE23-4DF41F375C51}"/>
              </a:ext>
            </a:extLst>
          </p:cNvPr>
          <p:cNvSpPr>
            <a:spLocks noGrp="1"/>
          </p:cNvSpPr>
          <p:nvPr/>
        </p:nvSpPr>
        <p:spPr>
          <a:xfrm>
            <a:off x="907960" y="1742352"/>
            <a:ext cx="24757" cy="24757"/>
          </a:xfrm>
          <a:prstGeom prst="ellipse">
            <a:avLst/>
          </a:prstGeom>
          <a:solidFill>
            <a:srgbClr val="7D8990">
              <a:alpha val="40000"/>
            </a:srgbClr>
          </a:solidFill>
          <a:ln w="0">
            <a:noFill/>
            <a:prstDash val="solid"/>
          </a:ln>
        </p:spPr>
      </p:sp>
      <p:sp>
        <p:nvSpPr>
          <p:cNvPr id="1175" name="LigandSeek2_vs_LigandSeek1_ellipse_6689">
            <a:extLst>
              <a:ext uri="{FF2B5EF4-FFF2-40B4-BE49-F238E27FC236}">
                <a16:creationId xmlns:a16="http://schemas.microsoft.com/office/drawing/2014/main" id="{7849F905-377A-4D2F-AED7-2265E7A00EB8}"/>
              </a:ext>
            </a:extLst>
          </p:cNvPr>
          <p:cNvSpPr>
            <a:spLocks noGrp="1"/>
          </p:cNvSpPr>
          <p:nvPr/>
        </p:nvSpPr>
        <p:spPr>
          <a:xfrm>
            <a:off x="960579" y="1009767"/>
            <a:ext cx="24757" cy="24757"/>
          </a:xfrm>
          <a:prstGeom prst="ellipse">
            <a:avLst/>
          </a:prstGeom>
          <a:solidFill>
            <a:srgbClr val="7D8990">
              <a:alpha val="40000"/>
            </a:srgbClr>
          </a:solidFill>
          <a:ln w="0">
            <a:noFill/>
            <a:prstDash val="solid"/>
          </a:ln>
        </p:spPr>
      </p:sp>
      <p:sp>
        <p:nvSpPr>
          <p:cNvPr id="1176" name="LigandSeek2_vs_LigandSeek1_ellipse_6690">
            <a:extLst>
              <a:ext uri="{FF2B5EF4-FFF2-40B4-BE49-F238E27FC236}">
                <a16:creationId xmlns:a16="http://schemas.microsoft.com/office/drawing/2014/main" id="{485B7CB5-444D-4A0D-9191-B1CA041228C2}"/>
              </a:ext>
            </a:extLst>
          </p:cNvPr>
          <p:cNvSpPr>
            <a:spLocks noGrp="1"/>
          </p:cNvSpPr>
          <p:nvPr/>
        </p:nvSpPr>
        <p:spPr>
          <a:xfrm>
            <a:off x="929563" y="1265508"/>
            <a:ext cx="24757" cy="24757"/>
          </a:xfrm>
          <a:prstGeom prst="ellipse">
            <a:avLst/>
          </a:prstGeom>
          <a:solidFill>
            <a:srgbClr val="7D8990">
              <a:alpha val="40000"/>
            </a:srgbClr>
          </a:solidFill>
          <a:ln w="0">
            <a:noFill/>
            <a:prstDash val="solid"/>
          </a:ln>
        </p:spPr>
      </p:sp>
      <p:sp>
        <p:nvSpPr>
          <p:cNvPr id="1177" name="LigandSeek2_vs_LigandSeek1_ellipse_6691">
            <a:extLst>
              <a:ext uri="{FF2B5EF4-FFF2-40B4-BE49-F238E27FC236}">
                <a16:creationId xmlns:a16="http://schemas.microsoft.com/office/drawing/2014/main" id="{F5A019C3-F713-409D-8C14-58326782F2A3}"/>
              </a:ext>
            </a:extLst>
          </p:cNvPr>
          <p:cNvSpPr>
            <a:spLocks noGrp="1"/>
          </p:cNvSpPr>
          <p:nvPr/>
        </p:nvSpPr>
        <p:spPr>
          <a:xfrm>
            <a:off x="969001" y="1505613"/>
            <a:ext cx="24757" cy="24757"/>
          </a:xfrm>
          <a:prstGeom prst="ellipse">
            <a:avLst/>
          </a:prstGeom>
          <a:solidFill>
            <a:srgbClr val="7D8990">
              <a:alpha val="40000"/>
            </a:srgbClr>
          </a:solidFill>
          <a:ln w="0">
            <a:noFill/>
            <a:prstDash val="solid"/>
          </a:ln>
        </p:spPr>
      </p:sp>
      <p:sp>
        <p:nvSpPr>
          <p:cNvPr id="1178" name="LigandSeek2_vs_LigandSeek1_ellipse_6692">
            <a:extLst>
              <a:ext uri="{FF2B5EF4-FFF2-40B4-BE49-F238E27FC236}">
                <a16:creationId xmlns:a16="http://schemas.microsoft.com/office/drawing/2014/main" id="{A9793A62-C43E-43F6-BE7F-5BCB4A72E5F5}"/>
              </a:ext>
            </a:extLst>
          </p:cNvPr>
          <p:cNvSpPr>
            <a:spLocks noGrp="1"/>
          </p:cNvSpPr>
          <p:nvPr/>
        </p:nvSpPr>
        <p:spPr>
          <a:xfrm>
            <a:off x="964124" y="1885594"/>
            <a:ext cx="24757" cy="24757"/>
          </a:xfrm>
          <a:prstGeom prst="ellipse">
            <a:avLst/>
          </a:prstGeom>
          <a:solidFill>
            <a:srgbClr val="7D8990">
              <a:alpha val="40000"/>
            </a:srgbClr>
          </a:solidFill>
          <a:ln w="0">
            <a:noFill/>
            <a:prstDash val="solid"/>
          </a:ln>
        </p:spPr>
      </p:sp>
      <p:sp>
        <p:nvSpPr>
          <p:cNvPr id="1179" name="LigandSeek2_vs_LigandSeek1_ellipse_6693">
            <a:extLst>
              <a:ext uri="{FF2B5EF4-FFF2-40B4-BE49-F238E27FC236}">
                <a16:creationId xmlns:a16="http://schemas.microsoft.com/office/drawing/2014/main" id="{5F124DF7-F371-4444-90A2-44549A008681}"/>
              </a:ext>
            </a:extLst>
          </p:cNvPr>
          <p:cNvSpPr>
            <a:spLocks noGrp="1"/>
          </p:cNvSpPr>
          <p:nvPr/>
        </p:nvSpPr>
        <p:spPr>
          <a:xfrm>
            <a:off x="914804" y="1545750"/>
            <a:ext cx="24757" cy="24757"/>
          </a:xfrm>
          <a:prstGeom prst="ellipse">
            <a:avLst/>
          </a:prstGeom>
          <a:solidFill>
            <a:srgbClr val="7D8990">
              <a:alpha val="40000"/>
            </a:srgbClr>
          </a:solidFill>
          <a:ln w="0">
            <a:noFill/>
            <a:prstDash val="solid"/>
          </a:ln>
        </p:spPr>
      </p:sp>
      <p:sp>
        <p:nvSpPr>
          <p:cNvPr id="1180" name="LigandSeek2_vs_LigandSeek1_ellipse_6694">
            <a:extLst>
              <a:ext uri="{FF2B5EF4-FFF2-40B4-BE49-F238E27FC236}">
                <a16:creationId xmlns:a16="http://schemas.microsoft.com/office/drawing/2014/main" id="{152DBF6B-1B6D-4C1E-8431-9D2AD42147D1}"/>
              </a:ext>
            </a:extLst>
          </p:cNvPr>
          <p:cNvSpPr>
            <a:spLocks noGrp="1"/>
          </p:cNvSpPr>
          <p:nvPr/>
        </p:nvSpPr>
        <p:spPr>
          <a:xfrm>
            <a:off x="964239" y="1151161"/>
            <a:ext cx="24757" cy="24757"/>
          </a:xfrm>
          <a:prstGeom prst="ellipse">
            <a:avLst/>
          </a:prstGeom>
          <a:solidFill>
            <a:srgbClr val="7D8990">
              <a:alpha val="40000"/>
            </a:srgbClr>
          </a:solidFill>
          <a:ln w="0">
            <a:noFill/>
            <a:prstDash val="solid"/>
          </a:ln>
        </p:spPr>
      </p:sp>
      <p:sp>
        <p:nvSpPr>
          <p:cNvPr id="1181" name="LigandSeek2_vs_LigandSeek1_ellipse_6695">
            <a:extLst>
              <a:ext uri="{FF2B5EF4-FFF2-40B4-BE49-F238E27FC236}">
                <a16:creationId xmlns:a16="http://schemas.microsoft.com/office/drawing/2014/main" id="{95F79BC1-CA92-4778-A4DF-0D75A999975B}"/>
              </a:ext>
            </a:extLst>
          </p:cNvPr>
          <p:cNvSpPr>
            <a:spLocks noGrp="1"/>
          </p:cNvSpPr>
          <p:nvPr/>
        </p:nvSpPr>
        <p:spPr>
          <a:xfrm>
            <a:off x="903885" y="1890368"/>
            <a:ext cx="24757" cy="24757"/>
          </a:xfrm>
          <a:prstGeom prst="ellipse">
            <a:avLst/>
          </a:prstGeom>
          <a:solidFill>
            <a:srgbClr val="7D8990">
              <a:alpha val="40000"/>
            </a:srgbClr>
          </a:solidFill>
          <a:ln w="0">
            <a:noFill/>
            <a:prstDash val="solid"/>
          </a:ln>
        </p:spPr>
      </p:sp>
      <p:sp>
        <p:nvSpPr>
          <p:cNvPr id="1182" name="LigandSeek2_vs_LigandSeek1_ellipse_6696">
            <a:extLst>
              <a:ext uri="{FF2B5EF4-FFF2-40B4-BE49-F238E27FC236}">
                <a16:creationId xmlns:a16="http://schemas.microsoft.com/office/drawing/2014/main" id="{6EB68F51-C9DE-4791-A7E9-F82E58456C09}"/>
              </a:ext>
            </a:extLst>
          </p:cNvPr>
          <p:cNvSpPr>
            <a:spLocks noGrp="1"/>
          </p:cNvSpPr>
          <p:nvPr/>
        </p:nvSpPr>
        <p:spPr>
          <a:xfrm>
            <a:off x="922156" y="981012"/>
            <a:ext cx="24757" cy="24757"/>
          </a:xfrm>
          <a:prstGeom prst="ellipse">
            <a:avLst/>
          </a:prstGeom>
          <a:solidFill>
            <a:srgbClr val="7D8990">
              <a:alpha val="40000"/>
            </a:srgbClr>
          </a:solidFill>
          <a:ln w="0">
            <a:noFill/>
            <a:prstDash val="solid"/>
          </a:ln>
        </p:spPr>
      </p:sp>
      <p:sp>
        <p:nvSpPr>
          <p:cNvPr id="1183" name="LigandSeek2_vs_LigandSeek1_ellipse_6697">
            <a:extLst>
              <a:ext uri="{FF2B5EF4-FFF2-40B4-BE49-F238E27FC236}">
                <a16:creationId xmlns:a16="http://schemas.microsoft.com/office/drawing/2014/main" id="{4FE208AF-629C-41AF-8346-4693D8374D09}"/>
              </a:ext>
            </a:extLst>
          </p:cNvPr>
          <p:cNvSpPr>
            <a:spLocks noGrp="1"/>
          </p:cNvSpPr>
          <p:nvPr/>
        </p:nvSpPr>
        <p:spPr>
          <a:xfrm>
            <a:off x="973615" y="1489025"/>
            <a:ext cx="24757" cy="24757"/>
          </a:xfrm>
          <a:prstGeom prst="ellipse">
            <a:avLst/>
          </a:prstGeom>
          <a:solidFill>
            <a:srgbClr val="7D8990">
              <a:alpha val="40000"/>
            </a:srgbClr>
          </a:solidFill>
          <a:ln w="0">
            <a:noFill/>
            <a:prstDash val="solid"/>
          </a:ln>
        </p:spPr>
      </p:sp>
      <p:sp>
        <p:nvSpPr>
          <p:cNvPr id="1184" name="LigandSeek2_vs_LigandSeek1_ellipse_6698">
            <a:extLst>
              <a:ext uri="{FF2B5EF4-FFF2-40B4-BE49-F238E27FC236}">
                <a16:creationId xmlns:a16="http://schemas.microsoft.com/office/drawing/2014/main" id="{BDA1E67D-4A44-4492-89B6-B0B4ABAAE563}"/>
              </a:ext>
            </a:extLst>
          </p:cNvPr>
          <p:cNvSpPr>
            <a:spLocks noGrp="1"/>
          </p:cNvSpPr>
          <p:nvPr/>
        </p:nvSpPr>
        <p:spPr>
          <a:xfrm>
            <a:off x="923852" y="1614813"/>
            <a:ext cx="24757" cy="24757"/>
          </a:xfrm>
          <a:prstGeom prst="ellipse">
            <a:avLst/>
          </a:prstGeom>
          <a:solidFill>
            <a:srgbClr val="7D8990">
              <a:alpha val="40000"/>
            </a:srgbClr>
          </a:solidFill>
          <a:ln w="0">
            <a:noFill/>
            <a:prstDash val="solid"/>
          </a:ln>
        </p:spPr>
      </p:sp>
      <p:sp>
        <p:nvSpPr>
          <p:cNvPr id="1185" name="LigandSeek2_vs_LigandSeek1_ellipse_6699">
            <a:extLst>
              <a:ext uri="{FF2B5EF4-FFF2-40B4-BE49-F238E27FC236}">
                <a16:creationId xmlns:a16="http://schemas.microsoft.com/office/drawing/2014/main" id="{6CFD0A6B-44C5-4F41-8694-FF93ACC72049}"/>
              </a:ext>
            </a:extLst>
          </p:cNvPr>
          <p:cNvSpPr>
            <a:spLocks noGrp="1"/>
          </p:cNvSpPr>
          <p:nvPr/>
        </p:nvSpPr>
        <p:spPr>
          <a:xfrm>
            <a:off x="915961" y="1027970"/>
            <a:ext cx="24757" cy="24757"/>
          </a:xfrm>
          <a:prstGeom prst="ellipse">
            <a:avLst/>
          </a:prstGeom>
          <a:solidFill>
            <a:srgbClr val="7D8990">
              <a:alpha val="40000"/>
            </a:srgbClr>
          </a:solidFill>
          <a:ln w="0">
            <a:noFill/>
            <a:prstDash val="solid"/>
          </a:ln>
        </p:spPr>
      </p:sp>
      <p:sp>
        <p:nvSpPr>
          <p:cNvPr id="1186" name="LigandSeek2_vs_LigandSeek1_ellipse_6700">
            <a:extLst>
              <a:ext uri="{FF2B5EF4-FFF2-40B4-BE49-F238E27FC236}">
                <a16:creationId xmlns:a16="http://schemas.microsoft.com/office/drawing/2014/main" id="{A3918228-E10E-4968-8DE2-E3687C99FB24}"/>
              </a:ext>
            </a:extLst>
          </p:cNvPr>
          <p:cNvSpPr>
            <a:spLocks noGrp="1"/>
          </p:cNvSpPr>
          <p:nvPr/>
        </p:nvSpPr>
        <p:spPr>
          <a:xfrm>
            <a:off x="980736" y="1388448"/>
            <a:ext cx="24757" cy="24757"/>
          </a:xfrm>
          <a:prstGeom prst="ellipse">
            <a:avLst/>
          </a:prstGeom>
          <a:solidFill>
            <a:srgbClr val="7D8990">
              <a:alpha val="40000"/>
            </a:srgbClr>
          </a:solidFill>
          <a:ln w="0">
            <a:noFill/>
            <a:prstDash val="solid"/>
          </a:ln>
        </p:spPr>
      </p:sp>
      <p:sp>
        <p:nvSpPr>
          <p:cNvPr id="1187" name="LigandSeek2_vs_LigandSeek1_ellipse_6701">
            <a:extLst>
              <a:ext uri="{FF2B5EF4-FFF2-40B4-BE49-F238E27FC236}">
                <a16:creationId xmlns:a16="http://schemas.microsoft.com/office/drawing/2014/main" id="{8EDDE9C1-5C71-4BBC-8A7F-566FAF001067}"/>
              </a:ext>
            </a:extLst>
          </p:cNvPr>
          <p:cNvSpPr>
            <a:spLocks noGrp="1"/>
          </p:cNvSpPr>
          <p:nvPr/>
        </p:nvSpPr>
        <p:spPr>
          <a:xfrm>
            <a:off x="973793" y="1108450"/>
            <a:ext cx="24757" cy="24757"/>
          </a:xfrm>
          <a:prstGeom prst="ellipse">
            <a:avLst/>
          </a:prstGeom>
          <a:solidFill>
            <a:srgbClr val="7D8990">
              <a:alpha val="40000"/>
            </a:srgbClr>
          </a:solidFill>
          <a:ln w="0">
            <a:noFill/>
            <a:prstDash val="solid"/>
          </a:ln>
        </p:spPr>
      </p:sp>
      <p:sp>
        <p:nvSpPr>
          <p:cNvPr id="1188" name="LigandSeek2_vs_LigandSeek1_ellipse_6702">
            <a:extLst>
              <a:ext uri="{FF2B5EF4-FFF2-40B4-BE49-F238E27FC236}">
                <a16:creationId xmlns:a16="http://schemas.microsoft.com/office/drawing/2014/main" id="{2FB901A3-C7A1-4776-88CD-A3A2526FEFB4}"/>
              </a:ext>
            </a:extLst>
          </p:cNvPr>
          <p:cNvSpPr>
            <a:spLocks noGrp="1"/>
          </p:cNvSpPr>
          <p:nvPr/>
        </p:nvSpPr>
        <p:spPr>
          <a:xfrm>
            <a:off x="968334" y="1209669"/>
            <a:ext cx="24757" cy="24757"/>
          </a:xfrm>
          <a:prstGeom prst="ellipse">
            <a:avLst/>
          </a:prstGeom>
          <a:solidFill>
            <a:srgbClr val="7D8990">
              <a:alpha val="40000"/>
            </a:srgbClr>
          </a:solidFill>
          <a:ln w="0">
            <a:noFill/>
            <a:prstDash val="solid"/>
          </a:ln>
        </p:spPr>
      </p:sp>
      <p:sp>
        <p:nvSpPr>
          <p:cNvPr id="1189" name="LigandSeek2_vs_LigandSeek1_ellipse_6703">
            <a:extLst>
              <a:ext uri="{FF2B5EF4-FFF2-40B4-BE49-F238E27FC236}">
                <a16:creationId xmlns:a16="http://schemas.microsoft.com/office/drawing/2014/main" id="{68A00C32-2403-4CE5-82AA-F555A81FAAEA}"/>
              </a:ext>
            </a:extLst>
          </p:cNvPr>
          <p:cNvSpPr>
            <a:spLocks noGrp="1"/>
          </p:cNvSpPr>
          <p:nvPr/>
        </p:nvSpPr>
        <p:spPr>
          <a:xfrm>
            <a:off x="925616" y="1184304"/>
            <a:ext cx="24757" cy="24757"/>
          </a:xfrm>
          <a:prstGeom prst="ellipse">
            <a:avLst/>
          </a:prstGeom>
          <a:solidFill>
            <a:srgbClr val="7D8990">
              <a:alpha val="40000"/>
            </a:srgbClr>
          </a:solidFill>
          <a:ln w="0">
            <a:noFill/>
            <a:prstDash val="solid"/>
          </a:ln>
        </p:spPr>
      </p:sp>
      <p:sp>
        <p:nvSpPr>
          <p:cNvPr id="1190" name="LigandSeek2_vs_LigandSeek1_ellipse_6704">
            <a:extLst>
              <a:ext uri="{FF2B5EF4-FFF2-40B4-BE49-F238E27FC236}">
                <a16:creationId xmlns:a16="http://schemas.microsoft.com/office/drawing/2014/main" id="{C03E4A2B-0218-43CD-A43E-97F3E0079CF2}"/>
              </a:ext>
            </a:extLst>
          </p:cNvPr>
          <p:cNvSpPr>
            <a:spLocks noGrp="1"/>
          </p:cNvSpPr>
          <p:nvPr/>
        </p:nvSpPr>
        <p:spPr>
          <a:xfrm>
            <a:off x="915994" y="1653545"/>
            <a:ext cx="24757" cy="24757"/>
          </a:xfrm>
          <a:prstGeom prst="ellipse">
            <a:avLst/>
          </a:prstGeom>
          <a:solidFill>
            <a:srgbClr val="7D8990">
              <a:alpha val="40000"/>
            </a:srgbClr>
          </a:solidFill>
          <a:ln w="0">
            <a:noFill/>
            <a:prstDash val="solid"/>
          </a:ln>
        </p:spPr>
      </p:sp>
      <p:sp>
        <p:nvSpPr>
          <p:cNvPr id="1191" name="LigandSeek2_vs_LigandSeek1_ellipse_6705">
            <a:extLst>
              <a:ext uri="{FF2B5EF4-FFF2-40B4-BE49-F238E27FC236}">
                <a16:creationId xmlns:a16="http://schemas.microsoft.com/office/drawing/2014/main" id="{0430B4A6-CFC1-46E1-AF1A-B9BE813137F7}"/>
              </a:ext>
            </a:extLst>
          </p:cNvPr>
          <p:cNvSpPr>
            <a:spLocks noGrp="1"/>
          </p:cNvSpPr>
          <p:nvPr/>
        </p:nvSpPr>
        <p:spPr>
          <a:xfrm>
            <a:off x="945978" y="1472224"/>
            <a:ext cx="24757" cy="24757"/>
          </a:xfrm>
          <a:prstGeom prst="ellipse">
            <a:avLst/>
          </a:prstGeom>
          <a:solidFill>
            <a:srgbClr val="7D8990">
              <a:alpha val="40000"/>
            </a:srgbClr>
          </a:solidFill>
          <a:ln w="0">
            <a:noFill/>
            <a:prstDash val="solid"/>
          </a:ln>
        </p:spPr>
      </p:sp>
      <p:sp>
        <p:nvSpPr>
          <p:cNvPr id="1192" name="LigandSeek2_vs_LigandSeek1_ellipse_6706">
            <a:extLst>
              <a:ext uri="{FF2B5EF4-FFF2-40B4-BE49-F238E27FC236}">
                <a16:creationId xmlns:a16="http://schemas.microsoft.com/office/drawing/2014/main" id="{307AB47C-4C08-45D2-AACC-69379C7222E9}"/>
              </a:ext>
            </a:extLst>
          </p:cNvPr>
          <p:cNvSpPr>
            <a:spLocks noGrp="1"/>
          </p:cNvSpPr>
          <p:nvPr/>
        </p:nvSpPr>
        <p:spPr>
          <a:xfrm>
            <a:off x="970162" y="1182222"/>
            <a:ext cx="24757" cy="24757"/>
          </a:xfrm>
          <a:prstGeom prst="ellipse">
            <a:avLst/>
          </a:prstGeom>
          <a:solidFill>
            <a:srgbClr val="7D8990">
              <a:alpha val="40000"/>
            </a:srgbClr>
          </a:solidFill>
          <a:ln w="0">
            <a:noFill/>
            <a:prstDash val="solid"/>
          </a:ln>
        </p:spPr>
      </p:sp>
      <p:sp>
        <p:nvSpPr>
          <p:cNvPr id="1193" name="LigandSeek2_vs_LigandSeek1_ellipse_6707">
            <a:extLst>
              <a:ext uri="{FF2B5EF4-FFF2-40B4-BE49-F238E27FC236}">
                <a16:creationId xmlns:a16="http://schemas.microsoft.com/office/drawing/2014/main" id="{7609E9B3-12F6-4F63-8619-B72061294CF7}"/>
              </a:ext>
            </a:extLst>
          </p:cNvPr>
          <p:cNvSpPr>
            <a:spLocks noGrp="1"/>
          </p:cNvSpPr>
          <p:nvPr/>
        </p:nvSpPr>
        <p:spPr>
          <a:xfrm>
            <a:off x="964362" y="1890368"/>
            <a:ext cx="24757" cy="24757"/>
          </a:xfrm>
          <a:prstGeom prst="ellipse">
            <a:avLst/>
          </a:prstGeom>
          <a:solidFill>
            <a:srgbClr val="7D8990">
              <a:alpha val="40000"/>
            </a:srgbClr>
          </a:solidFill>
          <a:ln w="0">
            <a:noFill/>
            <a:prstDash val="solid"/>
          </a:ln>
        </p:spPr>
      </p:sp>
      <p:sp>
        <p:nvSpPr>
          <p:cNvPr id="1194" name="LigandSeek2_vs_LigandSeek1_ellipse_6708">
            <a:extLst>
              <a:ext uri="{FF2B5EF4-FFF2-40B4-BE49-F238E27FC236}">
                <a16:creationId xmlns:a16="http://schemas.microsoft.com/office/drawing/2014/main" id="{3FCB418E-70D3-4E2A-A76D-488B0C46B2EB}"/>
              </a:ext>
            </a:extLst>
          </p:cNvPr>
          <p:cNvSpPr>
            <a:spLocks noGrp="1"/>
          </p:cNvSpPr>
          <p:nvPr/>
        </p:nvSpPr>
        <p:spPr>
          <a:xfrm>
            <a:off x="968594" y="1198990"/>
            <a:ext cx="24757" cy="24757"/>
          </a:xfrm>
          <a:prstGeom prst="ellipse">
            <a:avLst/>
          </a:prstGeom>
          <a:solidFill>
            <a:srgbClr val="7D8990">
              <a:alpha val="40000"/>
            </a:srgbClr>
          </a:solidFill>
          <a:ln w="0">
            <a:noFill/>
            <a:prstDash val="solid"/>
          </a:ln>
        </p:spPr>
      </p:sp>
      <p:sp>
        <p:nvSpPr>
          <p:cNvPr id="1195" name="LigandSeek2_vs_LigandSeek1_ellipse_6709">
            <a:extLst>
              <a:ext uri="{FF2B5EF4-FFF2-40B4-BE49-F238E27FC236}">
                <a16:creationId xmlns:a16="http://schemas.microsoft.com/office/drawing/2014/main" id="{83CF4FB7-3B45-4813-8497-AACACDAB76EA}"/>
              </a:ext>
            </a:extLst>
          </p:cNvPr>
          <p:cNvSpPr>
            <a:spLocks noGrp="1"/>
          </p:cNvSpPr>
          <p:nvPr/>
        </p:nvSpPr>
        <p:spPr>
          <a:xfrm>
            <a:off x="925183" y="1361391"/>
            <a:ext cx="24757" cy="24757"/>
          </a:xfrm>
          <a:prstGeom prst="ellipse">
            <a:avLst/>
          </a:prstGeom>
          <a:solidFill>
            <a:srgbClr val="7D8990">
              <a:alpha val="40000"/>
            </a:srgbClr>
          </a:solidFill>
          <a:ln w="0">
            <a:noFill/>
            <a:prstDash val="solid"/>
          </a:ln>
        </p:spPr>
      </p:sp>
      <p:sp>
        <p:nvSpPr>
          <p:cNvPr id="1196" name="LigandSeek2_vs_LigandSeek1_ellipse_6710">
            <a:extLst>
              <a:ext uri="{FF2B5EF4-FFF2-40B4-BE49-F238E27FC236}">
                <a16:creationId xmlns:a16="http://schemas.microsoft.com/office/drawing/2014/main" id="{89217BD2-FC2B-4D8A-9824-5B0F9FF50C25}"/>
              </a:ext>
            </a:extLst>
          </p:cNvPr>
          <p:cNvSpPr>
            <a:spLocks noGrp="1"/>
          </p:cNvSpPr>
          <p:nvPr/>
        </p:nvSpPr>
        <p:spPr>
          <a:xfrm>
            <a:off x="953508" y="1820444"/>
            <a:ext cx="24757" cy="24757"/>
          </a:xfrm>
          <a:prstGeom prst="ellipse">
            <a:avLst/>
          </a:prstGeom>
          <a:solidFill>
            <a:srgbClr val="7D8990">
              <a:alpha val="40000"/>
            </a:srgbClr>
          </a:solidFill>
          <a:ln w="0">
            <a:noFill/>
            <a:prstDash val="solid"/>
          </a:ln>
        </p:spPr>
      </p:sp>
      <p:sp>
        <p:nvSpPr>
          <p:cNvPr id="1197" name="LigandSeek2_vs_LigandSeek1_ellipse_6711">
            <a:extLst>
              <a:ext uri="{FF2B5EF4-FFF2-40B4-BE49-F238E27FC236}">
                <a16:creationId xmlns:a16="http://schemas.microsoft.com/office/drawing/2014/main" id="{4182DC4C-E06F-428B-BA97-46761D2800A4}"/>
              </a:ext>
            </a:extLst>
          </p:cNvPr>
          <p:cNvSpPr>
            <a:spLocks noGrp="1"/>
          </p:cNvSpPr>
          <p:nvPr/>
        </p:nvSpPr>
        <p:spPr>
          <a:xfrm>
            <a:off x="931684" y="1193462"/>
            <a:ext cx="24757" cy="24757"/>
          </a:xfrm>
          <a:prstGeom prst="ellipse">
            <a:avLst/>
          </a:prstGeom>
          <a:solidFill>
            <a:srgbClr val="7D8990">
              <a:alpha val="40000"/>
            </a:srgbClr>
          </a:solidFill>
          <a:ln w="0">
            <a:noFill/>
            <a:prstDash val="solid"/>
          </a:ln>
        </p:spPr>
      </p:sp>
      <p:sp>
        <p:nvSpPr>
          <p:cNvPr id="1198" name="LigandSeek2_vs_LigandSeek1_ellipse_6712">
            <a:extLst>
              <a:ext uri="{FF2B5EF4-FFF2-40B4-BE49-F238E27FC236}">
                <a16:creationId xmlns:a16="http://schemas.microsoft.com/office/drawing/2014/main" id="{8FC6542A-8207-4029-8380-D5786FF90BC0}"/>
              </a:ext>
            </a:extLst>
          </p:cNvPr>
          <p:cNvSpPr>
            <a:spLocks noGrp="1"/>
          </p:cNvSpPr>
          <p:nvPr/>
        </p:nvSpPr>
        <p:spPr>
          <a:xfrm>
            <a:off x="954794" y="1251612"/>
            <a:ext cx="24757" cy="24757"/>
          </a:xfrm>
          <a:prstGeom prst="ellipse">
            <a:avLst/>
          </a:prstGeom>
          <a:solidFill>
            <a:srgbClr val="7D8990">
              <a:alpha val="40000"/>
            </a:srgbClr>
          </a:solidFill>
          <a:ln w="0">
            <a:noFill/>
            <a:prstDash val="solid"/>
          </a:ln>
        </p:spPr>
      </p:sp>
      <p:sp>
        <p:nvSpPr>
          <p:cNvPr id="1199" name="LigandSeek2_vs_LigandSeek1_ellipse_6713">
            <a:extLst>
              <a:ext uri="{FF2B5EF4-FFF2-40B4-BE49-F238E27FC236}">
                <a16:creationId xmlns:a16="http://schemas.microsoft.com/office/drawing/2014/main" id="{36DF6B6E-0A9B-4E9C-95EB-5E518A59129C}"/>
              </a:ext>
            </a:extLst>
          </p:cNvPr>
          <p:cNvSpPr>
            <a:spLocks noGrp="1"/>
          </p:cNvSpPr>
          <p:nvPr/>
        </p:nvSpPr>
        <p:spPr>
          <a:xfrm>
            <a:off x="932267" y="1747819"/>
            <a:ext cx="24757" cy="24757"/>
          </a:xfrm>
          <a:prstGeom prst="ellipse">
            <a:avLst/>
          </a:prstGeom>
          <a:solidFill>
            <a:srgbClr val="7D8990">
              <a:alpha val="40000"/>
            </a:srgbClr>
          </a:solidFill>
          <a:ln w="0">
            <a:noFill/>
            <a:prstDash val="solid"/>
          </a:ln>
        </p:spPr>
      </p:sp>
      <p:sp>
        <p:nvSpPr>
          <p:cNvPr id="1200" name="LigandSeek2_vs_LigandSeek1_ellipse_6714">
            <a:extLst>
              <a:ext uri="{FF2B5EF4-FFF2-40B4-BE49-F238E27FC236}">
                <a16:creationId xmlns:a16="http://schemas.microsoft.com/office/drawing/2014/main" id="{F8696A5A-3C25-4500-B90C-E510C37215F0}"/>
              </a:ext>
            </a:extLst>
          </p:cNvPr>
          <p:cNvSpPr>
            <a:spLocks noGrp="1"/>
          </p:cNvSpPr>
          <p:nvPr/>
        </p:nvSpPr>
        <p:spPr>
          <a:xfrm>
            <a:off x="947695" y="1890368"/>
            <a:ext cx="24757" cy="24757"/>
          </a:xfrm>
          <a:prstGeom prst="ellipse">
            <a:avLst/>
          </a:prstGeom>
          <a:solidFill>
            <a:srgbClr val="7D8990">
              <a:alpha val="40000"/>
            </a:srgbClr>
          </a:solidFill>
          <a:ln w="0">
            <a:noFill/>
            <a:prstDash val="solid"/>
          </a:ln>
        </p:spPr>
      </p:sp>
      <p:sp>
        <p:nvSpPr>
          <p:cNvPr id="1201" name="LigandSeek2_vs_LigandSeek1_ellipse_6715">
            <a:extLst>
              <a:ext uri="{FF2B5EF4-FFF2-40B4-BE49-F238E27FC236}">
                <a16:creationId xmlns:a16="http://schemas.microsoft.com/office/drawing/2014/main" id="{139E7D65-C2D7-459D-85DF-3C31046913FB}"/>
              </a:ext>
            </a:extLst>
          </p:cNvPr>
          <p:cNvSpPr>
            <a:spLocks noGrp="1"/>
          </p:cNvSpPr>
          <p:nvPr/>
        </p:nvSpPr>
        <p:spPr>
          <a:xfrm>
            <a:off x="941521" y="1886320"/>
            <a:ext cx="24757" cy="24757"/>
          </a:xfrm>
          <a:prstGeom prst="ellipse">
            <a:avLst/>
          </a:prstGeom>
          <a:solidFill>
            <a:srgbClr val="7D8990">
              <a:alpha val="40000"/>
            </a:srgbClr>
          </a:solidFill>
          <a:ln w="0">
            <a:noFill/>
            <a:prstDash val="solid"/>
          </a:ln>
        </p:spPr>
      </p:sp>
      <p:sp>
        <p:nvSpPr>
          <p:cNvPr id="1202" name="LigandSeek2_vs_LigandSeek1_ellipse_6716">
            <a:extLst>
              <a:ext uri="{FF2B5EF4-FFF2-40B4-BE49-F238E27FC236}">
                <a16:creationId xmlns:a16="http://schemas.microsoft.com/office/drawing/2014/main" id="{FC6A217B-6AF4-4F6A-A5BD-BF6C1E1630DD}"/>
              </a:ext>
            </a:extLst>
          </p:cNvPr>
          <p:cNvSpPr>
            <a:spLocks noGrp="1"/>
          </p:cNvSpPr>
          <p:nvPr/>
        </p:nvSpPr>
        <p:spPr>
          <a:xfrm>
            <a:off x="905849" y="1434813"/>
            <a:ext cx="24757" cy="24757"/>
          </a:xfrm>
          <a:prstGeom prst="ellipse">
            <a:avLst/>
          </a:prstGeom>
          <a:solidFill>
            <a:srgbClr val="7D8990">
              <a:alpha val="40000"/>
            </a:srgbClr>
          </a:solidFill>
          <a:ln w="0">
            <a:noFill/>
            <a:prstDash val="solid"/>
          </a:ln>
        </p:spPr>
      </p:sp>
      <p:sp>
        <p:nvSpPr>
          <p:cNvPr id="1203" name="LigandSeek2_vs_LigandSeek1_ellipse_6717">
            <a:extLst>
              <a:ext uri="{FF2B5EF4-FFF2-40B4-BE49-F238E27FC236}">
                <a16:creationId xmlns:a16="http://schemas.microsoft.com/office/drawing/2014/main" id="{61D3690D-A2E4-4BA2-8C6C-DC97D1EC657B}"/>
              </a:ext>
            </a:extLst>
          </p:cNvPr>
          <p:cNvSpPr>
            <a:spLocks noGrp="1"/>
          </p:cNvSpPr>
          <p:nvPr/>
        </p:nvSpPr>
        <p:spPr>
          <a:xfrm>
            <a:off x="974090" y="1661852"/>
            <a:ext cx="24757" cy="24757"/>
          </a:xfrm>
          <a:prstGeom prst="ellipse">
            <a:avLst/>
          </a:prstGeom>
          <a:solidFill>
            <a:srgbClr val="7D8990">
              <a:alpha val="40000"/>
            </a:srgbClr>
          </a:solidFill>
          <a:ln w="0">
            <a:noFill/>
            <a:prstDash val="solid"/>
          </a:ln>
        </p:spPr>
      </p:sp>
      <p:sp>
        <p:nvSpPr>
          <p:cNvPr id="1204" name="LigandSeek2_vs_LigandSeek1_ellipse_6718">
            <a:extLst>
              <a:ext uri="{FF2B5EF4-FFF2-40B4-BE49-F238E27FC236}">
                <a16:creationId xmlns:a16="http://schemas.microsoft.com/office/drawing/2014/main" id="{EED5F928-36BC-42A1-97A6-D0FBD0463B44}"/>
              </a:ext>
            </a:extLst>
          </p:cNvPr>
          <p:cNvSpPr>
            <a:spLocks noGrp="1"/>
          </p:cNvSpPr>
          <p:nvPr/>
        </p:nvSpPr>
        <p:spPr>
          <a:xfrm>
            <a:off x="971091" y="1232986"/>
            <a:ext cx="24757" cy="24757"/>
          </a:xfrm>
          <a:prstGeom prst="ellipse">
            <a:avLst/>
          </a:prstGeom>
          <a:solidFill>
            <a:srgbClr val="7D8990">
              <a:alpha val="40000"/>
            </a:srgbClr>
          </a:solidFill>
          <a:ln w="0">
            <a:noFill/>
            <a:prstDash val="solid"/>
          </a:ln>
        </p:spPr>
      </p:sp>
      <p:sp>
        <p:nvSpPr>
          <p:cNvPr id="1205" name="LigandSeek2_vs_LigandSeek1_ellipse_6719">
            <a:extLst>
              <a:ext uri="{FF2B5EF4-FFF2-40B4-BE49-F238E27FC236}">
                <a16:creationId xmlns:a16="http://schemas.microsoft.com/office/drawing/2014/main" id="{D0E651DA-034F-439B-BB43-84AA7F4E9D8E}"/>
              </a:ext>
            </a:extLst>
          </p:cNvPr>
          <p:cNvSpPr>
            <a:spLocks noGrp="1"/>
          </p:cNvSpPr>
          <p:nvPr/>
        </p:nvSpPr>
        <p:spPr>
          <a:xfrm>
            <a:off x="960422" y="1005678"/>
            <a:ext cx="24757" cy="24757"/>
          </a:xfrm>
          <a:prstGeom prst="ellipse">
            <a:avLst/>
          </a:prstGeom>
          <a:solidFill>
            <a:srgbClr val="7D8990">
              <a:alpha val="40000"/>
            </a:srgbClr>
          </a:solidFill>
          <a:ln w="0">
            <a:noFill/>
            <a:prstDash val="solid"/>
          </a:ln>
        </p:spPr>
      </p:sp>
      <p:sp>
        <p:nvSpPr>
          <p:cNvPr id="1206" name="LigandSeek2_vs_LigandSeek1_ellipse_6720">
            <a:extLst>
              <a:ext uri="{FF2B5EF4-FFF2-40B4-BE49-F238E27FC236}">
                <a16:creationId xmlns:a16="http://schemas.microsoft.com/office/drawing/2014/main" id="{2C627056-4057-4A94-905F-EA8E27EC73BF}"/>
              </a:ext>
            </a:extLst>
          </p:cNvPr>
          <p:cNvSpPr>
            <a:spLocks noGrp="1"/>
          </p:cNvSpPr>
          <p:nvPr/>
        </p:nvSpPr>
        <p:spPr>
          <a:xfrm>
            <a:off x="968038" y="1241195"/>
            <a:ext cx="24757" cy="24757"/>
          </a:xfrm>
          <a:prstGeom prst="ellipse">
            <a:avLst/>
          </a:prstGeom>
          <a:solidFill>
            <a:srgbClr val="7D8990">
              <a:alpha val="40000"/>
            </a:srgbClr>
          </a:solidFill>
          <a:ln w="0">
            <a:noFill/>
            <a:prstDash val="solid"/>
          </a:ln>
        </p:spPr>
      </p:sp>
      <p:sp>
        <p:nvSpPr>
          <p:cNvPr id="1207" name="LigandSeek2_vs_LigandSeek1_ellipse_6721">
            <a:extLst>
              <a:ext uri="{FF2B5EF4-FFF2-40B4-BE49-F238E27FC236}">
                <a16:creationId xmlns:a16="http://schemas.microsoft.com/office/drawing/2014/main" id="{382B177C-1B75-485A-A8AA-5A81B354551E}"/>
              </a:ext>
            </a:extLst>
          </p:cNvPr>
          <p:cNvSpPr>
            <a:spLocks noGrp="1"/>
          </p:cNvSpPr>
          <p:nvPr/>
        </p:nvSpPr>
        <p:spPr>
          <a:xfrm>
            <a:off x="973965" y="1890368"/>
            <a:ext cx="24757" cy="24757"/>
          </a:xfrm>
          <a:prstGeom prst="ellipse">
            <a:avLst/>
          </a:prstGeom>
          <a:solidFill>
            <a:srgbClr val="7D8990">
              <a:alpha val="40000"/>
            </a:srgbClr>
          </a:solidFill>
          <a:ln w="0">
            <a:noFill/>
            <a:prstDash val="solid"/>
          </a:ln>
        </p:spPr>
      </p:sp>
      <p:sp>
        <p:nvSpPr>
          <p:cNvPr id="1208" name="LigandSeek2_vs_LigandSeek1_ellipse_6722">
            <a:extLst>
              <a:ext uri="{FF2B5EF4-FFF2-40B4-BE49-F238E27FC236}">
                <a16:creationId xmlns:a16="http://schemas.microsoft.com/office/drawing/2014/main" id="{58F9E30A-4026-4AF1-8BD2-F1E0B83FE68B}"/>
              </a:ext>
            </a:extLst>
          </p:cNvPr>
          <p:cNvSpPr>
            <a:spLocks noGrp="1"/>
          </p:cNvSpPr>
          <p:nvPr/>
        </p:nvSpPr>
        <p:spPr>
          <a:xfrm>
            <a:off x="915481" y="1228269"/>
            <a:ext cx="24757" cy="24757"/>
          </a:xfrm>
          <a:prstGeom prst="ellipse">
            <a:avLst/>
          </a:prstGeom>
          <a:solidFill>
            <a:srgbClr val="7D8990">
              <a:alpha val="40000"/>
            </a:srgbClr>
          </a:solidFill>
          <a:ln w="0">
            <a:noFill/>
            <a:prstDash val="solid"/>
          </a:ln>
        </p:spPr>
      </p:sp>
      <p:sp>
        <p:nvSpPr>
          <p:cNvPr id="1209" name="LigandSeek2_vs_LigandSeek1_ellipse_6723">
            <a:extLst>
              <a:ext uri="{FF2B5EF4-FFF2-40B4-BE49-F238E27FC236}">
                <a16:creationId xmlns:a16="http://schemas.microsoft.com/office/drawing/2014/main" id="{CAB0D341-A0D1-4EB2-A1A8-A00DF2ABCDB4}"/>
              </a:ext>
            </a:extLst>
          </p:cNvPr>
          <p:cNvSpPr>
            <a:spLocks noGrp="1"/>
          </p:cNvSpPr>
          <p:nvPr/>
        </p:nvSpPr>
        <p:spPr>
          <a:xfrm>
            <a:off x="984647" y="1642290"/>
            <a:ext cx="24757" cy="24757"/>
          </a:xfrm>
          <a:prstGeom prst="ellipse">
            <a:avLst/>
          </a:prstGeom>
          <a:solidFill>
            <a:srgbClr val="7D8990">
              <a:alpha val="40000"/>
            </a:srgbClr>
          </a:solidFill>
          <a:ln w="0">
            <a:noFill/>
            <a:prstDash val="solid"/>
          </a:ln>
        </p:spPr>
      </p:sp>
      <p:sp>
        <p:nvSpPr>
          <p:cNvPr id="1210" name="LigandSeek2_vs_LigandSeek1_ellipse_6724">
            <a:extLst>
              <a:ext uri="{FF2B5EF4-FFF2-40B4-BE49-F238E27FC236}">
                <a16:creationId xmlns:a16="http://schemas.microsoft.com/office/drawing/2014/main" id="{7EAD96D8-B394-4157-AFDE-52093BFF8AC9}"/>
              </a:ext>
            </a:extLst>
          </p:cNvPr>
          <p:cNvSpPr>
            <a:spLocks noGrp="1"/>
          </p:cNvSpPr>
          <p:nvPr/>
        </p:nvSpPr>
        <p:spPr>
          <a:xfrm>
            <a:off x="942575" y="1259208"/>
            <a:ext cx="24757" cy="24757"/>
          </a:xfrm>
          <a:prstGeom prst="ellipse">
            <a:avLst/>
          </a:prstGeom>
          <a:solidFill>
            <a:srgbClr val="7D8990">
              <a:alpha val="40000"/>
            </a:srgbClr>
          </a:solidFill>
          <a:ln w="0">
            <a:noFill/>
            <a:prstDash val="solid"/>
          </a:ln>
        </p:spPr>
      </p:sp>
      <p:sp>
        <p:nvSpPr>
          <p:cNvPr id="1211" name="LigandSeek2_vs_LigandSeek1_ellipse_6725">
            <a:extLst>
              <a:ext uri="{FF2B5EF4-FFF2-40B4-BE49-F238E27FC236}">
                <a16:creationId xmlns:a16="http://schemas.microsoft.com/office/drawing/2014/main" id="{0B1AC47A-A711-48B6-A1A5-B0600DBCC626}"/>
              </a:ext>
            </a:extLst>
          </p:cNvPr>
          <p:cNvSpPr>
            <a:spLocks noGrp="1"/>
          </p:cNvSpPr>
          <p:nvPr/>
        </p:nvSpPr>
        <p:spPr>
          <a:xfrm>
            <a:off x="920332" y="1009026"/>
            <a:ext cx="24757" cy="24757"/>
          </a:xfrm>
          <a:prstGeom prst="ellipse">
            <a:avLst/>
          </a:prstGeom>
          <a:solidFill>
            <a:srgbClr val="7D8990">
              <a:alpha val="40000"/>
            </a:srgbClr>
          </a:solidFill>
          <a:ln w="0">
            <a:noFill/>
            <a:prstDash val="solid"/>
          </a:ln>
        </p:spPr>
      </p:sp>
      <p:sp>
        <p:nvSpPr>
          <p:cNvPr id="1212" name="LigandSeek2_vs_LigandSeek1_ellipse_6726">
            <a:extLst>
              <a:ext uri="{FF2B5EF4-FFF2-40B4-BE49-F238E27FC236}">
                <a16:creationId xmlns:a16="http://schemas.microsoft.com/office/drawing/2014/main" id="{9AE70AFD-22B1-4737-BE3F-2B7C12499C2C}"/>
              </a:ext>
            </a:extLst>
          </p:cNvPr>
          <p:cNvSpPr>
            <a:spLocks noGrp="1"/>
          </p:cNvSpPr>
          <p:nvPr/>
        </p:nvSpPr>
        <p:spPr>
          <a:xfrm>
            <a:off x="923267" y="1144325"/>
            <a:ext cx="24757" cy="24757"/>
          </a:xfrm>
          <a:prstGeom prst="ellipse">
            <a:avLst/>
          </a:prstGeom>
          <a:solidFill>
            <a:srgbClr val="7D8990">
              <a:alpha val="40000"/>
            </a:srgbClr>
          </a:solidFill>
          <a:ln w="0">
            <a:noFill/>
            <a:prstDash val="solid"/>
          </a:ln>
        </p:spPr>
      </p:sp>
      <p:sp>
        <p:nvSpPr>
          <p:cNvPr id="1213" name="LigandSeek2_vs_LigandSeek1_ellipse_6727">
            <a:extLst>
              <a:ext uri="{FF2B5EF4-FFF2-40B4-BE49-F238E27FC236}">
                <a16:creationId xmlns:a16="http://schemas.microsoft.com/office/drawing/2014/main" id="{A15C1A97-48D7-4456-AAE1-353D4203D641}"/>
              </a:ext>
            </a:extLst>
          </p:cNvPr>
          <p:cNvSpPr>
            <a:spLocks noGrp="1"/>
          </p:cNvSpPr>
          <p:nvPr/>
        </p:nvSpPr>
        <p:spPr>
          <a:xfrm>
            <a:off x="969321" y="1612081"/>
            <a:ext cx="24757" cy="24757"/>
          </a:xfrm>
          <a:prstGeom prst="ellipse">
            <a:avLst/>
          </a:prstGeom>
          <a:solidFill>
            <a:srgbClr val="7D8990">
              <a:alpha val="40000"/>
            </a:srgbClr>
          </a:solidFill>
          <a:ln w="0">
            <a:noFill/>
            <a:prstDash val="solid"/>
          </a:ln>
        </p:spPr>
      </p:sp>
      <p:sp>
        <p:nvSpPr>
          <p:cNvPr id="1214" name="LigandSeek2_vs_LigandSeek1_ellipse_6728">
            <a:extLst>
              <a:ext uri="{FF2B5EF4-FFF2-40B4-BE49-F238E27FC236}">
                <a16:creationId xmlns:a16="http://schemas.microsoft.com/office/drawing/2014/main" id="{9660B0BA-CE3D-485E-8A78-394CD9CD2E63}"/>
              </a:ext>
            </a:extLst>
          </p:cNvPr>
          <p:cNvSpPr>
            <a:spLocks noGrp="1"/>
          </p:cNvSpPr>
          <p:nvPr/>
        </p:nvSpPr>
        <p:spPr>
          <a:xfrm>
            <a:off x="976887" y="1612650"/>
            <a:ext cx="24757" cy="24757"/>
          </a:xfrm>
          <a:prstGeom prst="ellipse">
            <a:avLst/>
          </a:prstGeom>
          <a:solidFill>
            <a:srgbClr val="7D8990">
              <a:alpha val="40000"/>
            </a:srgbClr>
          </a:solidFill>
          <a:ln w="0">
            <a:noFill/>
            <a:prstDash val="solid"/>
          </a:ln>
        </p:spPr>
      </p:sp>
      <p:sp>
        <p:nvSpPr>
          <p:cNvPr id="1215" name="LigandSeek2_vs_LigandSeek1_ellipse_6729">
            <a:extLst>
              <a:ext uri="{FF2B5EF4-FFF2-40B4-BE49-F238E27FC236}">
                <a16:creationId xmlns:a16="http://schemas.microsoft.com/office/drawing/2014/main" id="{462E24FC-9417-44E5-81A8-0263D4C199F6}"/>
              </a:ext>
            </a:extLst>
          </p:cNvPr>
          <p:cNvSpPr>
            <a:spLocks noGrp="1"/>
          </p:cNvSpPr>
          <p:nvPr/>
        </p:nvSpPr>
        <p:spPr>
          <a:xfrm>
            <a:off x="915679" y="1487833"/>
            <a:ext cx="24757" cy="24757"/>
          </a:xfrm>
          <a:prstGeom prst="ellipse">
            <a:avLst/>
          </a:prstGeom>
          <a:solidFill>
            <a:srgbClr val="7D8990">
              <a:alpha val="40000"/>
            </a:srgbClr>
          </a:solidFill>
          <a:ln w="0">
            <a:noFill/>
            <a:prstDash val="solid"/>
          </a:ln>
        </p:spPr>
      </p:sp>
      <p:sp>
        <p:nvSpPr>
          <p:cNvPr id="1216" name="LigandSeek2_vs_LigandSeek1_ellipse_6730">
            <a:extLst>
              <a:ext uri="{FF2B5EF4-FFF2-40B4-BE49-F238E27FC236}">
                <a16:creationId xmlns:a16="http://schemas.microsoft.com/office/drawing/2014/main" id="{C12BEE94-6641-451E-8AC9-11C3CB2F3482}"/>
              </a:ext>
            </a:extLst>
          </p:cNvPr>
          <p:cNvSpPr>
            <a:spLocks noGrp="1"/>
          </p:cNvSpPr>
          <p:nvPr/>
        </p:nvSpPr>
        <p:spPr>
          <a:xfrm>
            <a:off x="962243" y="1452193"/>
            <a:ext cx="24757" cy="24757"/>
          </a:xfrm>
          <a:prstGeom prst="ellipse">
            <a:avLst/>
          </a:prstGeom>
          <a:solidFill>
            <a:srgbClr val="7D8990">
              <a:alpha val="40000"/>
            </a:srgbClr>
          </a:solidFill>
          <a:ln w="0">
            <a:noFill/>
            <a:prstDash val="solid"/>
          </a:ln>
        </p:spPr>
      </p:sp>
      <p:sp>
        <p:nvSpPr>
          <p:cNvPr id="1217" name="LigandSeek2_vs_LigandSeek1_ellipse_6731">
            <a:extLst>
              <a:ext uri="{FF2B5EF4-FFF2-40B4-BE49-F238E27FC236}">
                <a16:creationId xmlns:a16="http://schemas.microsoft.com/office/drawing/2014/main" id="{919AA2E9-2699-4C70-A4E1-4134A0E9B856}"/>
              </a:ext>
            </a:extLst>
          </p:cNvPr>
          <p:cNvSpPr>
            <a:spLocks noGrp="1"/>
          </p:cNvSpPr>
          <p:nvPr/>
        </p:nvSpPr>
        <p:spPr>
          <a:xfrm>
            <a:off x="947628" y="1736426"/>
            <a:ext cx="24757" cy="24757"/>
          </a:xfrm>
          <a:prstGeom prst="ellipse">
            <a:avLst/>
          </a:prstGeom>
          <a:solidFill>
            <a:srgbClr val="7D8990">
              <a:alpha val="40000"/>
            </a:srgbClr>
          </a:solidFill>
          <a:ln w="0">
            <a:noFill/>
            <a:prstDash val="solid"/>
          </a:ln>
        </p:spPr>
      </p:sp>
      <p:sp>
        <p:nvSpPr>
          <p:cNvPr id="1218" name="LigandSeek2_vs_LigandSeek1_ellipse_6732">
            <a:extLst>
              <a:ext uri="{FF2B5EF4-FFF2-40B4-BE49-F238E27FC236}">
                <a16:creationId xmlns:a16="http://schemas.microsoft.com/office/drawing/2014/main" id="{7B411AFC-A608-4527-BFEC-97375DD9D635}"/>
              </a:ext>
            </a:extLst>
          </p:cNvPr>
          <p:cNvSpPr>
            <a:spLocks noGrp="1"/>
          </p:cNvSpPr>
          <p:nvPr/>
        </p:nvSpPr>
        <p:spPr>
          <a:xfrm>
            <a:off x="958094" y="1155003"/>
            <a:ext cx="24757" cy="24757"/>
          </a:xfrm>
          <a:prstGeom prst="ellipse">
            <a:avLst/>
          </a:prstGeom>
          <a:solidFill>
            <a:srgbClr val="7D8990">
              <a:alpha val="40000"/>
            </a:srgbClr>
          </a:solidFill>
          <a:ln w="0">
            <a:noFill/>
            <a:prstDash val="solid"/>
          </a:ln>
        </p:spPr>
      </p:sp>
      <p:sp>
        <p:nvSpPr>
          <p:cNvPr id="1219" name="LigandSeek2_vs_LigandSeek1_ellipse_6733">
            <a:extLst>
              <a:ext uri="{FF2B5EF4-FFF2-40B4-BE49-F238E27FC236}">
                <a16:creationId xmlns:a16="http://schemas.microsoft.com/office/drawing/2014/main" id="{2EE7A150-C60B-4488-9CD3-23307ACDD407}"/>
              </a:ext>
            </a:extLst>
          </p:cNvPr>
          <p:cNvSpPr>
            <a:spLocks noGrp="1"/>
          </p:cNvSpPr>
          <p:nvPr/>
        </p:nvSpPr>
        <p:spPr>
          <a:xfrm>
            <a:off x="940601" y="1262010"/>
            <a:ext cx="24757" cy="24757"/>
          </a:xfrm>
          <a:prstGeom prst="ellipse">
            <a:avLst/>
          </a:prstGeom>
          <a:solidFill>
            <a:srgbClr val="7D8990">
              <a:alpha val="40000"/>
            </a:srgbClr>
          </a:solidFill>
          <a:ln w="0">
            <a:noFill/>
            <a:prstDash val="solid"/>
          </a:ln>
        </p:spPr>
      </p:sp>
      <p:sp>
        <p:nvSpPr>
          <p:cNvPr id="1220" name="LigandSeek2_vs_LigandSeek1_ellipse_6734">
            <a:extLst>
              <a:ext uri="{FF2B5EF4-FFF2-40B4-BE49-F238E27FC236}">
                <a16:creationId xmlns:a16="http://schemas.microsoft.com/office/drawing/2014/main" id="{84B51750-EEDF-45FC-9C95-37683BBAFCA5}"/>
              </a:ext>
            </a:extLst>
          </p:cNvPr>
          <p:cNvSpPr>
            <a:spLocks noGrp="1"/>
          </p:cNvSpPr>
          <p:nvPr/>
        </p:nvSpPr>
        <p:spPr>
          <a:xfrm>
            <a:off x="972951" y="1720636"/>
            <a:ext cx="24757" cy="24757"/>
          </a:xfrm>
          <a:prstGeom prst="ellipse">
            <a:avLst/>
          </a:prstGeom>
          <a:solidFill>
            <a:srgbClr val="7D8990">
              <a:alpha val="40000"/>
            </a:srgbClr>
          </a:solidFill>
          <a:ln w="0">
            <a:noFill/>
            <a:prstDash val="solid"/>
          </a:ln>
        </p:spPr>
      </p:sp>
      <p:sp>
        <p:nvSpPr>
          <p:cNvPr id="1221" name="LigandSeek2_vs_LigandSeek1_ellipse_6735">
            <a:extLst>
              <a:ext uri="{FF2B5EF4-FFF2-40B4-BE49-F238E27FC236}">
                <a16:creationId xmlns:a16="http://schemas.microsoft.com/office/drawing/2014/main" id="{18BB2CAE-2E00-4017-A87D-8885DEC398D6}"/>
              </a:ext>
            </a:extLst>
          </p:cNvPr>
          <p:cNvSpPr>
            <a:spLocks noGrp="1"/>
          </p:cNvSpPr>
          <p:nvPr/>
        </p:nvSpPr>
        <p:spPr>
          <a:xfrm>
            <a:off x="953725" y="1727425"/>
            <a:ext cx="24757" cy="24757"/>
          </a:xfrm>
          <a:prstGeom prst="ellipse">
            <a:avLst/>
          </a:prstGeom>
          <a:solidFill>
            <a:srgbClr val="7D8990">
              <a:alpha val="40000"/>
            </a:srgbClr>
          </a:solidFill>
          <a:ln w="0">
            <a:noFill/>
            <a:prstDash val="solid"/>
          </a:ln>
        </p:spPr>
      </p:sp>
      <p:sp>
        <p:nvSpPr>
          <p:cNvPr id="1222" name="LigandSeek2_vs_LigandSeek1_ellipse_6736">
            <a:extLst>
              <a:ext uri="{FF2B5EF4-FFF2-40B4-BE49-F238E27FC236}">
                <a16:creationId xmlns:a16="http://schemas.microsoft.com/office/drawing/2014/main" id="{14C94553-D77D-4C7D-B741-C0AC370C8451}"/>
              </a:ext>
            </a:extLst>
          </p:cNvPr>
          <p:cNvSpPr>
            <a:spLocks noGrp="1"/>
          </p:cNvSpPr>
          <p:nvPr/>
        </p:nvSpPr>
        <p:spPr>
          <a:xfrm>
            <a:off x="949159" y="1136339"/>
            <a:ext cx="24757" cy="24757"/>
          </a:xfrm>
          <a:prstGeom prst="ellipse">
            <a:avLst/>
          </a:prstGeom>
          <a:solidFill>
            <a:srgbClr val="7D8990">
              <a:alpha val="40000"/>
            </a:srgbClr>
          </a:solidFill>
          <a:ln w="0">
            <a:noFill/>
            <a:prstDash val="solid"/>
          </a:ln>
        </p:spPr>
      </p:sp>
      <p:sp>
        <p:nvSpPr>
          <p:cNvPr id="1223" name="LigandSeek2_vs_LigandSeek1_ellipse_6737">
            <a:extLst>
              <a:ext uri="{FF2B5EF4-FFF2-40B4-BE49-F238E27FC236}">
                <a16:creationId xmlns:a16="http://schemas.microsoft.com/office/drawing/2014/main" id="{75D30E78-C2A9-4E11-BD6B-64523864098B}"/>
              </a:ext>
            </a:extLst>
          </p:cNvPr>
          <p:cNvSpPr>
            <a:spLocks noGrp="1"/>
          </p:cNvSpPr>
          <p:nvPr/>
        </p:nvSpPr>
        <p:spPr>
          <a:xfrm>
            <a:off x="975757" y="1890368"/>
            <a:ext cx="24757" cy="24757"/>
          </a:xfrm>
          <a:prstGeom prst="ellipse">
            <a:avLst/>
          </a:prstGeom>
          <a:solidFill>
            <a:srgbClr val="7D8990">
              <a:alpha val="40000"/>
            </a:srgbClr>
          </a:solidFill>
          <a:ln w="0">
            <a:noFill/>
            <a:prstDash val="solid"/>
          </a:ln>
        </p:spPr>
      </p:sp>
      <p:sp>
        <p:nvSpPr>
          <p:cNvPr id="1224" name="LigandSeek2_vs_LigandSeek1_ellipse_6738">
            <a:extLst>
              <a:ext uri="{FF2B5EF4-FFF2-40B4-BE49-F238E27FC236}">
                <a16:creationId xmlns:a16="http://schemas.microsoft.com/office/drawing/2014/main" id="{CAC16A38-8CA3-46F3-80C1-A998A1C5B11E}"/>
              </a:ext>
            </a:extLst>
          </p:cNvPr>
          <p:cNvSpPr>
            <a:spLocks noGrp="1"/>
          </p:cNvSpPr>
          <p:nvPr/>
        </p:nvSpPr>
        <p:spPr>
          <a:xfrm>
            <a:off x="964004" y="1069609"/>
            <a:ext cx="24757" cy="24757"/>
          </a:xfrm>
          <a:prstGeom prst="ellipse">
            <a:avLst/>
          </a:prstGeom>
          <a:solidFill>
            <a:srgbClr val="7D8990">
              <a:alpha val="40000"/>
            </a:srgbClr>
          </a:solidFill>
          <a:ln w="0">
            <a:noFill/>
            <a:prstDash val="solid"/>
          </a:ln>
        </p:spPr>
      </p:sp>
      <p:sp>
        <p:nvSpPr>
          <p:cNvPr id="1225" name="LigandSeek2_vs_LigandSeek1_ellipse_6739">
            <a:extLst>
              <a:ext uri="{FF2B5EF4-FFF2-40B4-BE49-F238E27FC236}">
                <a16:creationId xmlns:a16="http://schemas.microsoft.com/office/drawing/2014/main" id="{BEE47FA5-CD96-425E-B0BC-0D374C875D88}"/>
              </a:ext>
            </a:extLst>
          </p:cNvPr>
          <p:cNvSpPr>
            <a:spLocks noGrp="1"/>
          </p:cNvSpPr>
          <p:nvPr/>
        </p:nvSpPr>
        <p:spPr>
          <a:xfrm>
            <a:off x="915796" y="1890368"/>
            <a:ext cx="24757" cy="24757"/>
          </a:xfrm>
          <a:prstGeom prst="ellipse">
            <a:avLst/>
          </a:prstGeom>
          <a:solidFill>
            <a:srgbClr val="7D8990">
              <a:alpha val="40000"/>
            </a:srgbClr>
          </a:solidFill>
          <a:ln w="0">
            <a:noFill/>
            <a:prstDash val="solid"/>
          </a:ln>
        </p:spPr>
      </p:sp>
      <p:sp>
        <p:nvSpPr>
          <p:cNvPr id="1226" name="LigandSeek2_vs_LigandSeek1_ellipse_6740">
            <a:extLst>
              <a:ext uri="{FF2B5EF4-FFF2-40B4-BE49-F238E27FC236}">
                <a16:creationId xmlns:a16="http://schemas.microsoft.com/office/drawing/2014/main" id="{E54A8508-ED47-49AF-A68E-33EF579C9B7B}"/>
              </a:ext>
            </a:extLst>
          </p:cNvPr>
          <p:cNvSpPr>
            <a:spLocks noGrp="1"/>
          </p:cNvSpPr>
          <p:nvPr/>
        </p:nvSpPr>
        <p:spPr>
          <a:xfrm>
            <a:off x="909250" y="1695195"/>
            <a:ext cx="24757" cy="24757"/>
          </a:xfrm>
          <a:prstGeom prst="ellipse">
            <a:avLst/>
          </a:prstGeom>
          <a:solidFill>
            <a:srgbClr val="7D8990">
              <a:alpha val="40000"/>
            </a:srgbClr>
          </a:solidFill>
          <a:ln w="0">
            <a:noFill/>
            <a:prstDash val="solid"/>
          </a:ln>
        </p:spPr>
      </p:sp>
      <p:sp>
        <p:nvSpPr>
          <p:cNvPr id="1227" name="LigandSeek2_vs_LigandSeek1_ellipse_6741">
            <a:extLst>
              <a:ext uri="{FF2B5EF4-FFF2-40B4-BE49-F238E27FC236}">
                <a16:creationId xmlns:a16="http://schemas.microsoft.com/office/drawing/2014/main" id="{0E7D7DA5-574A-4E02-BF93-84F6B73F19B4}"/>
              </a:ext>
            </a:extLst>
          </p:cNvPr>
          <p:cNvSpPr>
            <a:spLocks noGrp="1"/>
          </p:cNvSpPr>
          <p:nvPr/>
        </p:nvSpPr>
        <p:spPr>
          <a:xfrm>
            <a:off x="927954" y="1489591"/>
            <a:ext cx="24757" cy="24757"/>
          </a:xfrm>
          <a:prstGeom prst="ellipse">
            <a:avLst/>
          </a:prstGeom>
          <a:solidFill>
            <a:srgbClr val="7D8990">
              <a:alpha val="40000"/>
            </a:srgbClr>
          </a:solidFill>
          <a:ln w="0">
            <a:noFill/>
            <a:prstDash val="solid"/>
          </a:ln>
        </p:spPr>
      </p:sp>
      <p:sp>
        <p:nvSpPr>
          <p:cNvPr id="1228" name="LigandSeek2_vs_LigandSeek1_ellipse_6742">
            <a:extLst>
              <a:ext uri="{FF2B5EF4-FFF2-40B4-BE49-F238E27FC236}">
                <a16:creationId xmlns:a16="http://schemas.microsoft.com/office/drawing/2014/main" id="{C3F8027C-54CA-4A45-BA6E-BD4114E7B7FF}"/>
              </a:ext>
            </a:extLst>
          </p:cNvPr>
          <p:cNvSpPr>
            <a:spLocks noGrp="1"/>
          </p:cNvSpPr>
          <p:nvPr/>
        </p:nvSpPr>
        <p:spPr>
          <a:xfrm>
            <a:off x="944672" y="1360273"/>
            <a:ext cx="24757" cy="24757"/>
          </a:xfrm>
          <a:prstGeom prst="ellipse">
            <a:avLst/>
          </a:prstGeom>
          <a:solidFill>
            <a:srgbClr val="7D8990">
              <a:alpha val="40000"/>
            </a:srgbClr>
          </a:solidFill>
          <a:ln w="0">
            <a:noFill/>
            <a:prstDash val="solid"/>
          </a:ln>
        </p:spPr>
      </p:sp>
      <p:sp>
        <p:nvSpPr>
          <p:cNvPr id="1229" name="LigandSeek2_vs_LigandSeek1_ellipse_6743">
            <a:extLst>
              <a:ext uri="{FF2B5EF4-FFF2-40B4-BE49-F238E27FC236}">
                <a16:creationId xmlns:a16="http://schemas.microsoft.com/office/drawing/2014/main" id="{5AF61590-3BAF-433E-AA21-643285938E8E}"/>
              </a:ext>
            </a:extLst>
          </p:cNvPr>
          <p:cNvSpPr>
            <a:spLocks noGrp="1"/>
          </p:cNvSpPr>
          <p:nvPr/>
        </p:nvSpPr>
        <p:spPr>
          <a:xfrm>
            <a:off x="943692" y="1716141"/>
            <a:ext cx="24757" cy="24757"/>
          </a:xfrm>
          <a:prstGeom prst="ellipse">
            <a:avLst/>
          </a:prstGeom>
          <a:solidFill>
            <a:srgbClr val="7D8990">
              <a:alpha val="40000"/>
            </a:srgbClr>
          </a:solidFill>
          <a:ln w="0">
            <a:noFill/>
            <a:prstDash val="solid"/>
          </a:ln>
        </p:spPr>
      </p:sp>
      <p:sp>
        <p:nvSpPr>
          <p:cNvPr id="1230" name="LigandSeek2_vs_LigandSeek1_ellipse_6744">
            <a:extLst>
              <a:ext uri="{FF2B5EF4-FFF2-40B4-BE49-F238E27FC236}">
                <a16:creationId xmlns:a16="http://schemas.microsoft.com/office/drawing/2014/main" id="{72BED37F-A98C-4E73-8588-5F6EE84EEF8F}"/>
              </a:ext>
            </a:extLst>
          </p:cNvPr>
          <p:cNvSpPr>
            <a:spLocks noGrp="1"/>
          </p:cNvSpPr>
          <p:nvPr/>
        </p:nvSpPr>
        <p:spPr>
          <a:xfrm>
            <a:off x="973316" y="1231874"/>
            <a:ext cx="24757" cy="24757"/>
          </a:xfrm>
          <a:prstGeom prst="ellipse">
            <a:avLst/>
          </a:prstGeom>
          <a:solidFill>
            <a:srgbClr val="7D8990">
              <a:alpha val="40000"/>
            </a:srgbClr>
          </a:solidFill>
          <a:ln w="0">
            <a:noFill/>
            <a:prstDash val="solid"/>
          </a:ln>
        </p:spPr>
      </p:sp>
      <p:sp>
        <p:nvSpPr>
          <p:cNvPr id="1231" name="LigandSeek2_vs_LigandSeek1_ellipse_6745">
            <a:extLst>
              <a:ext uri="{FF2B5EF4-FFF2-40B4-BE49-F238E27FC236}">
                <a16:creationId xmlns:a16="http://schemas.microsoft.com/office/drawing/2014/main" id="{9115713C-2AD7-40F1-90F6-2A93452F8FA1}"/>
              </a:ext>
            </a:extLst>
          </p:cNvPr>
          <p:cNvSpPr>
            <a:spLocks noGrp="1"/>
          </p:cNvSpPr>
          <p:nvPr/>
        </p:nvSpPr>
        <p:spPr>
          <a:xfrm>
            <a:off x="969414" y="1350182"/>
            <a:ext cx="24757" cy="24757"/>
          </a:xfrm>
          <a:prstGeom prst="ellipse">
            <a:avLst/>
          </a:prstGeom>
          <a:solidFill>
            <a:srgbClr val="7D8990">
              <a:alpha val="40000"/>
            </a:srgbClr>
          </a:solidFill>
          <a:ln w="0">
            <a:noFill/>
            <a:prstDash val="solid"/>
          </a:ln>
        </p:spPr>
      </p:sp>
      <p:sp>
        <p:nvSpPr>
          <p:cNvPr id="1232" name="LigandSeek2_vs_LigandSeek1_ellipse_6746">
            <a:extLst>
              <a:ext uri="{FF2B5EF4-FFF2-40B4-BE49-F238E27FC236}">
                <a16:creationId xmlns:a16="http://schemas.microsoft.com/office/drawing/2014/main" id="{97F9C9B0-D05B-4DEB-8ED8-8934B6F64251}"/>
              </a:ext>
            </a:extLst>
          </p:cNvPr>
          <p:cNvSpPr>
            <a:spLocks noGrp="1"/>
          </p:cNvSpPr>
          <p:nvPr/>
        </p:nvSpPr>
        <p:spPr>
          <a:xfrm>
            <a:off x="931000" y="1890368"/>
            <a:ext cx="24757" cy="24757"/>
          </a:xfrm>
          <a:prstGeom prst="ellipse">
            <a:avLst/>
          </a:prstGeom>
          <a:solidFill>
            <a:srgbClr val="7D8990">
              <a:alpha val="40000"/>
            </a:srgbClr>
          </a:solidFill>
          <a:ln w="0">
            <a:noFill/>
            <a:prstDash val="solid"/>
          </a:ln>
        </p:spPr>
      </p:sp>
      <p:sp>
        <p:nvSpPr>
          <p:cNvPr id="1233" name="LigandSeek2_vs_LigandSeek1_ellipse_6747">
            <a:extLst>
              <a:ext uri="{FF2B5EF4-FFF2-40B4-BE49-F238E27FC236}">
                <a16:creationId xmlns:a16="http://schemas.microsoft.com/office/drawing/2014/main" id="{F7C4F719-6D77-49A8-A7F0-A0F7DE0D6242}"/>
              </a:ext>
            </a:extLst>
          </p:cNvPr>
          <p:cNvSpPr>
            <a:spLocks noGrp="1"/>
          </p:cNvSpPr>
          <p:nvPr/>
        </p:nvSpPr>
        <p:spPr>
          <a:xfrm>
            <a:off x="945491" y="1007620"/>
            <a:ext cx="24757" cy="24757"/>
          </a:xfrm>
          <a:prstGeom prst="ellipse">
            <a:avLst/>
          </a:prstGeom>
          <a:solidFill>
            <a:srgbClr val="7D8990">
              <a:alpha val="40000"/>
            </a:srgbClr>
          </a:solidFill>
          <a:ln w="0">
            <a:noFill/>
            <a:prstDash val="solid"/>
          </a:ln>
        </p:spPr>
      </p:sp>
      <p:sp>
        <p:nvSpPr>
          <p:cNvPr id="1234" name="LigandSeek2_vs_LigandSeek1_ellipse_6748">
            <a:extLst>
              <a:ext uri="{FF2B5EF4-FFF2-40B4-BE49-F238E27FC236}">
                <a16:creationId xmlns:a16="http://schemas.microsoft.com/office/drawing/2014/main" id="{1057583E-6989-49F5-A0AB-0BB90DF96994}"/>
              </a:ext>
            </a:extLst>
          </p:cNvPr>
          <p:cNvSpPr>
            <a:spLocks noGrp="1"/>
          </p:cNvSpPr>
          <p:nvPr/>
        </p:nvSpPr>
        <p:spPr>
          <a:xfrm>
            <a:off x="904696" y="1051312"/>
            <a:ext cx="24757" cy="24757"/>
          </a:xfrm>
          <a:prstGeom prst="ellipse">
            <a:avLst/>
          </a:prstGeom>
          <a:solidFill>
            <a:srgbClr val="7D8990">
              <a:alpha val="40000"/>
            </a:srgbClr>
          </a:solidFill>
          <a:ln w="0">
            <a:noFill/>
            <a:prstDash val="solid"/>
          </a:ln>
        </p:spPr>
      </p:sp>
      <p:sp>
        <p:nvSpPr>
          <p:cNvPr id="1235" name="LigandSeek2_vs_LigandSeek1_ellipse_6749">
            <a:extLst>
              <a:ext uri="{FF2B5EF4-FFF2-40B4-BE49-F238E27FC236}">
                <a16:creationId xmlns:a16="http://schemas.microsoft.com/office/drawing/2014/main" id="{1501DC36-47E5-46EE-ADD0-8010FB94017F}"/>
              </a:ext>
            </a:extLst>
          </p:cNvPr>
          <p:cNvSpPr>
            <a:spLocks noGrp="1"/>
          </p:cNvSpPr>
          <p:nvPr/>
        </p:nvSpPr>
        <p:spPr>
          <a:xfrm>
            <a:off x="919006" y="1281767"/>
            <a:ext cx="24757" cy="24757"/>
          </a:xfrm>
          <a:prstGeom prst="ellipse">
            <a:avLst/>
          </a:prstGeom>
          <a:solidFill>
            <a:srgbClr val="7D8990">
              <a:alpha val="40000"/>
            </a:srgbClr>
          </a:solidFill>
          <a:ln w="0">
            <a:noFill/>
            <a:prstDash val="solid"/>
          </a:ln>
        </p:spPr>
      </p:sp>
      <p:sp>
        <p:nvSpPr>
          <p:cNvPr id="1236" name="LigandSeek2_vs_LigandSeek1_ellipse_6750">
            <a:extLst>
              <a:ext uri="{FF2B5EF4-FFF2-40B4-BE49-F238E27FC236}">
                <a16:creationId xmlns:a16="http://schemas.microsoft.com/office/drawing/2014/main" id="{F98F9F95-6AF9-4E75-A51F-2C9B659864D0}"/>
              </a:ext>
            </a:extLst>
          </p:cNvPr>
          <p:cNvSpPr>
            <a:spLocks noGrp="1"/>
          </p:cNvSpPr>
          <p:nvPr/>
        </p:nvSpPr>
        <p:spPr>
          <a:xfrm>
            <a:off x="962564" y="1346854"/>
            <a:ext cx="24757" cy="24757"/>
          </a:xfrm>
          <a:prstGeom prst="ellipse">
            <a:avLst/>
          </a:prstGeom>
          <a:solidFill>
            <a:srgbClr val="7D8990">
              <a:alpha val="40000"/>
            </a:srgbClr>
          </a:solidFill>
          <a:ln w="0">
            <a:noFill/>
            <a:prstDash val="solid"/>
          </a:ln>
        </p:spPr>
      </p:sp>
      <p:sp>
        <p:nvSpPr>
          <p:cNvPr id="1237" name="LigandSeek2_vs_LigandSeek1_ellipse_6751">
            <a:extLst>
              <a:ext uri="{FF2B5EF4-FFF2-40B4-BE49-F238E27FC236}">
                <a16:creationId xmlns:a16="http://schemas.microsoft.com/office/drawing/2014/main" id="{EC604778-22FD-49D4-8694-23FDB42E90F7}"/>
              </a:ext>
            </a:extLst>
          </p:cNvPr>
          <p:cNvSpPr>
            <a:spLocks noGrp="1"/>
          </p:cNvSpPr>
          <p:nvPr/>
        </p:nvSpPr>
        <p:spPr>
          <a:xfrm>
            <a:off x="953395" y="1302655"/>
            <a:ext cx="24757" cy="24757"/>
          </a:xfrm>
          <a:prstGeom prst="ellipse">
            <a:avLst/>
          </a:prstGeom>
          <a:solidFill>
            <a:srgbClr val="7D8990">
              <a:alpha val="40000"/>
            </a:srgbClr>
          </a:solidFill>
          <a:ln w="0">
            <a:noFill/>
            <a:prstDash val="solid"/>
          </a:ln>
        </p:spPr>
      </p:sp>
      <p:sp>
        <p:nvSpPr>
          <p:cNvPr id="1238" name="LigandSeek2_vs_LigandSeek1_ellipse_6752">
            <a:extLst>
              <a:ext uri="{FF2B5EF4-FFF2-40B4-BE49-F238E27FC236}">
                <a16:creationId xmlns:a16="http://schemas.microsoft.com/office/drawing/2014/main" id="{6FDA941C-7597-4CD8-AA4D-ACF67C660D97}"/>
              </a:ext>
            </a:extLst>
          </p:cNvPr>
          <p:cNvSpPr>
            <a:spLocks noGrp="1"/>
          </p:cNvSpPr>
          <p:nvPr/>
        </p:nvSpPr>
        <p:spPr>
          <a:xfrm>
            <a:off x="928953" y="1061046"/>
            <a:ext cx="24757" cy="24757"/>
          </a:xfrm>
          <a:prstGeom prst="ellipse">
            <a:avLst/>
          </a:prstGeom>
          <a:solidFill>
            <a:srgbClr val="7D8990">
              <a:alpha val="40000"/>
            </a:srgbClr>
          </a:solidFill>
          <a:ln w="0">
            <a:noFill/>
            <a:prstDash val="solid"/>
          </a:ln>
        </p:spPr>
      </p:sp>
      <p:sp>
        <p:nvSpPr>
          <p:cNvPr id="1239" name="LigandSeek2_vs_LigandSeek1_ellipse_6753">
            <a:extLst>
              <a:ext uri="{FF2B5EF4-FFF2-40B4-BE49-F238E27FC236}">
                <a16:creationId xmlns:a16="http://schemas.microsoft.com/office/drawing/2014/main" id="{27804B91-088F-4474-9474-30C10E741C67}"/>
              </a:ext>
            </a:extLst>
          </p:cNvPr>
          <p:cNvSpPr>
            <a:spLocks noGrp="1"/>
          </p:cNvSpPr>
          <p:nvPr/>
        </p:nvSpPr>
        <p:spPr>
          <a:xfrm>
            <a:off x="938804" y="1351025"/>
            <a:ext cx="24757" cy="24757"/>
          </a:xfrm>
          <a:prstGeom prst="ellipse">
            <a:avLst/>
          </a:prstGeom>
          <a:solidFill>
            <a:srgbClr val="7D8990">
              <a:alpha val="40000"/>
            </a:srgbClr>
          </a:solidFill>
          <a:ln w="0">
            <a:noFill/>
            <a:prstDash val="solid"/>
          </a:ln>
        </p:spPr>
      </p:sp>
      <p:sp>
        <p:nvSpPr>
          <p:cNvPr id="1240" name="LigandSeek2_vs_LigandSeek1_ellipse_6754">
            <a:extLst>
              <a:ext uri="{FF2B5EF4-FFF2-40B4-BE49-F238E27FC236}">
                <a16:creationId xmlns:a16="http://schemas.microsoft.com/office/drawing/2014/main" id="{C8E5CEC2-6C83-4E75-BCB0-CA973937ED00}"/>
              </a:ext>
            </a:extLst>
          </p:cNvPr>
          <p:cNvSpPr>
            <a:spLocks noGrp="1"/>
          </p:cNvSpPr>
          <p:nvPr/>
        </p:nvSpPr>
        <p:spPr>
          <a:xfrm>
            <a:off x="960370" y="1181943"/>
            <a:ext cx="24757" cy="24757"/>
          </a:xfrm>
          <a:prstGeom prst="ellipse">
            <a:avLst/>
          </a:prstGeom>
          <a:solidFill>
            <a:srgbClr val="7D8990">
              <a:alpha val="40000"/>
            </a:srgbClr>
          </a:solidFill>
          <a:ln w="0">
            <a:noFill/>
            <a:prstDash val="solid"/>
          </a:ln>
        </p:spPr>
      </p:sp>
      <p:sp>
        <p:nvSpPr>
          <p:cNvPr id="1241" name="LigandSeek2_vs_LigandSeek1_ellipse_6755">
            <a:extLst>
              <a:ext uri="{FF2B5EF4-FFF2-40B4-BE49-F238E27FC236}">
                <a16:creationId xmlns:a16="http://schemas.microsoft.com/office/drawing/2014/main" id="{9030AE83-8F80-425A-9CCF-DB7B116C67BC}"/>
              </a:ext>
            </a:extLst>
          </p:cNvPr>
          <p:cNvSpPr>
            <a:spLocks noGrp="1"/>
          </p:cNvSpPr>
          <p:nvPr/>
        </p:nvSpPr>
        <p:spPr>
          <a:xfrm>
            <a:off x="915201" y="1453058"/>
            <a:ext cx="24757" cy="24757"/>
          </a:xfrm>
          <a:prstGeom prst="ellipse">
            <a:avLst/>
          </a:prstGeom>
          <a:solidFill>
            <a:srgbClr val="7D8990">
              <a:alpha val="40000"/>
            </a:srgbClr>
          </a:solidFill>
          <a:ln w="0">
            <a:noFill/>
            <a:prstDash val="solid"/>
          </a:ln>
        </p:spPr>
      </p:sp>
      <p:sp>
        <p:nvSpPr>
          <p:cNvPr id="1242" name="LigandSeek2_vs_LigandSeek1_ellipse_6756">
            <a:extLst>
              <a:ext uri="{FF2B5EF4-FFF2-40B4-BE49-F238E27FC236}">
                <a16:creationId xmlns:a16="http://schemas.microsoft.com/office/drawing/2014/main" id="{BB7F430F-C5AF-4CF6-9AAB-BE311769111F}"/>
              </a:ext>
            </a:extLst>
          </p:cNvPr>
          <p:cNvSpPr>
            <a:spLocks noGrp="1"/>
          </p:cNvSpPr>
          <p:nvPr/>
        </p:nvSpPr>
        <p:spPr>
          <a:xfrm>
            <a:off x="957443" y="1401326"/>
            <a:ext cx="24757" cy="24757"/>
          </a:xfrm>
          <a:prstGeom prst="ellipse">
            <a:avLst/>
          </a:prstGeom>
          <a:solidFill>
            <a:srgbClr val="7D8990">
              <a:alpha val="40000"/>
            </a:srgbClr>
          </a:solidFill>
          <a:ln w="0">
            <a:noFill/>
            <a:prstDash val="solid"/>
          </a:ln>
        </p:spPr>
      </p:sp>
      <p:sp>
        <p:nvSpPr>
          <p:cNvPr id="1243" name="LigandSeek2_vs_LigandSeek1_ellipse_6757">
            <a:extLst>
              <a:ext uri="{FF2B5EF4-FFF2-40B4-BE49-F238E27FC236}">
                <a16:creationId xmlns:a16="http://schemas.microsoft.com/office/drawing/2014/main" id="{02E8DF12-2EB6-4B6C-898F-32A9DC5F5246}"/>
              </a:ext>
            </a:extLst>
          </p:cNvPr>
          <p:cNvSpPr>
            <a:spLocks noGrp="1"/>
          </p:cNvSpPr>
          <p:nvPr/>
        </p:nvSpPr>
        <p:spPr>
          <a:xfrm>
            <a:off x="925816" y="1890368"/>
            <a:ext cx="24757" cy="24757"/>
          </a:xfrm>
          <a:prstGeom prst="ellipse">
            <a:avLst/>
          </a:prstGeom>
          <a:solidFill>
            <a:srgbClr val="7D8990">
              <a:alpha val="40000"/>
            </a:srgbClr>
          </a:solidFill>
          <a:ln w="0">
            <a:noFill/>
            <a:prstDash val="solid"/>
          </a:ln>
        </p:spPr>
      </p:sp>
      <p:sp>
        <p:nvSpPr>
          <p:cNvPr id="1244" name="LigandSeek2_vs_LigandSeek1_ellipse_6758">
            <a:extLst>
              <a:ext uri="{FF2B5EF4-FFF2-40B4-BE49-F238E27FC236}">
                <a16:creationId xmlns:a16="http://schemas.microsoft.com/office/drawing/2014/main" id="{A21D25E4-1D8E-4CB0-AB19-00492417738A}"/>
              </a:ext>
            </a:extLst>
          </p:cNvPr>
          <p:cNvSpPr>
            <a:spLocks noGrp="1"/>
          </p:cNvSpPr>
          <p:nvPr/>
        </p:nvSpPr>
        <p:spPr>
          <a:xfrm>
            <a:off x="932397" y="1721079"/>
            <a:ext cx="24757" cy="24757"/>
          </a:xfrm>
          <a:prstGeom prst="ellipse">
            <a:avLst/>
          </a:prstGeom>
          <a:solidFill>
            <a:srgbClr val="7D8990">
              <a:alpha val="40000"/>
            </a:srgbClr>
          </a:solidFill>
          <a:ln w="0">
            <a:noFill/>
            <a:prstDash val="solid"/>
          </a:ln>
        </p:spPr>
      </p:sp>
      <p:sp>
        <p:nvSpPr>
          <p:cNvPr id="1245" name="LigandSeek2_vs_LigandSeek1_ellipse_6759">
            <a:extLst>
              <a:ext uri="{FF2B5EF4-FFF2-40B4-BE49-F238E27FC236}">
                <a16:creationId xmlns:a16="http://schemas.microsoft.com/office/drawing/2014/main" id="{1C683C7C-25CE-4626-8005-E83C1373CDC4}"/>
              </a:ext>
            </a:extLst>
          </p:cNvPr>
          <p:cNvSpPr>
            <a:spLocks noGrp="1"/>
          </p:cNvSpPr>
          <p:nvPr/>
        </p:nvSpPr>
        <p:spPr>
          <a:xfrm>
            <a:off x="953010" y="1085671"/>
            <a:ext cx="24757" cy="24757"/>
          </a:xfrm>
          <a:prstGeom prst="ellipse">
            <a:avLst/>
          </a:prstGeom>
          <a:solidFill>
            <a:srgbClr val="7D8990">
              <a:alpha val="40000"/>
            </a:srgbClr>
          </a:solidFill>
          <a:ln w="0">
            <a:noFill/>
            <a:prstDash val="solid"/>
          </a:ln>
        </p:spPr>
      </p:sp>
      <p:sp>
        <p:nvSpPr>
          <p:cNvPr id="1246" name="LigandSeek2_vs_LigandSeek1_ellipse_6760">
            <a:extLst>
              <a:ext uri="{FF2B5EF4-FFF2-40B4-BE49-F238E27FC236}">
                <a16:creationId xmlns:a16="http://schemas.microsoft.com/office/drawing/2014/main" id="{6346E5F0-97FA-4E92-B6CA-DAB0AD2B8A82}"/>
              </a:ext>
            </a:extLst>
          </p:cNvPr>
          <p:cNvSpPr>
            <a:spLocks noGrp="1"/>
          </p:cNvSpPr>
          <p:nvPr/>
        </p:nvSpPr>
        <p:spPr>
          <a:xfrm>
            <a:off x="928178" y="1890066"/>
            <a:ext cx="24757" cy="24757"/>
          </a:xfrm>
          <a:prstGeom prst="ellipse">
            <a:avLst/>
          </a:prstGeom>
          <a:solidFill>
            <a:srgbClr val="7D8990">
              <a:alpha val="40000"/>
            </a:srgbClr>
          </a:solidFill>
          <a:ln w="0">
            <a:noFill/>
            <a:prstDash val="solid"/>
          </a:ln>
        </p:spPr>
      </p:sp>
      <p:sp>
        <p:nvSpPr>
          <p:cNvPr id="1247" name="LigandSeek2_vs_LigandSeek1_ellipse_6761">
            <a:extLst>
              <a:ext uri="{FF2B5EF4-FFF2-40B4-BE49-F238E27FC236}">
                <a16:creationId xmlns:a16="http://schemas.microsoft.com/office/drawing/2014/main" id="{3845FC76-73E9-4C6B-89B8-5827D17E25BC}"/>
              </a:ext>
            </a:extLst>
          </p:cNvPr>
          <p:cNvSpPr>
            <a:spLocks noGrp="1"/>
          </p:cNvSpPr>
          <p:nvPr/>
        </p:nvSpPr>
        <p:spPr>
          <a:xfrm>
            <a:off x="922493" y="1401906"/>
            <a:ext cx="24757" cy="24757"/>
          </a:xfrm>
          <a:prstGeom prst="ellipse">
            <a:avLst/>
          </a:prstGeom>
          <a:solidFill>
            <a:srgbClr val="7D8990">
              <a:alpha val="40000"/>
            </a:srgbClr>
          </a:solidFill>
          <a:ln w="0">
            <a:noFill/>
            <a:prstDash val="solid"/>
          </a:ln>
        </p:spPr>
      </p:sp>
      <p:sp>
        <p:nvSpPr>
          <p:cNvPr id="1248" name="LigandSeek2_vs_LigandSeek1_ellipse_6762">
            <a:extLst>
              <a:ext uri="{FF2B5EF4-FFF2-40B4-BE49-F238E27FC236}">
                <a16:creationId xmlns:a16="http://schemas.microsoft.com/office/drawing/2014/main" id="{4F57E14D-398A-4CDF-9167-C60DDAED79DD}"/>
              </a:ext>
            </a:extLst>
          </p:cNvPr>
          <p:cNvSpPr>
            <a:spLocks noGrp="1"/>
          </p:cNvSpPr>
          <p:nvPr/>
        </p:nvSpPr>
        <p:spPr>
          <a:xfrm>
            <a:off x="910339" y="1890368"/>
            <a:ext cx="24757" cy="24757"/>
          </a:xfrm>
          <a:prstGeom prst="ellipse">
            <a:avLst/>
          </a:prstGeom>
          <a:solidFill>
            <a:srgbClr val="7D8990">
              <a:alpha val="40000"/>
            </a:srgbClr>
          </a:solidFill>
          <a:ln w="0">
            <a:noFill/>
            <a:prstDash val="solid"/>
          </a:ln>
        </p:spPr>
      </p:sp>
      <p:sp>
        <p:nvSpPr>
          <p:cNvPr id="1249" name="LigandSeek2_vs_LigandSeek1_ellipse_6763">
            <a:extLst>
              <a:ext uri="{FF2B5EF4-FFF2-40B4-BE49-F238E27FC236}">
                <a16:creationId xmlns:a16="http://schemas.microsoft.com/office/drawing/2014/main" id="{153C59CD-C86D-4C8F-8BF1-59D1229DE2BB}"/>
              </a:ext>
            </a:extLst>
          </p:cNvPr>
          <p:cNvSpPr>
            <a:spLocks noGrp="1"/>
          </p:cNvSpPr>
          <p:nvPr/>
        </p:nvSpPr>
        <p:spPr>
          <a:xfrm>
            <a:off x="919904" y="1810279"/>
            <a:ext cx="24757" cy="24757"/>
          </a:xfrm>
          <a:prstGeom prst="ellipse">
            <a:avLst/>
          </a:prstGeom>
          <a:solidFill>
            <a:srgbClr val="7D8990">
              <a:alpha val="40000"/>
            </a:srgbClr>
          </a:solidFill>
          <a:ln w="0">
            <a:noFill/>
            <a:prstDash val="solid"/>
          </a:ln>
        </p:spPr>
      </p:sp>
      <p:sp>
        <p:nvSpPr>
          <p:cNvPr id="1250" name="LigandSeek2_vs_LigandSeek1_ellipse_6764">
            <a:extLst>
              <a:ext uri="{FF2B5EF4-FFF2-40B4-BE49-F238E27FC236}">
                <a16:creationId xmlns:a16="http://schemas.microsoft.com/office/drawing/2014/main" id="{A9E41B02-7489-4DB1-888A-AE89130E2708}"/>
              </a:ext>
            </a:extLst>
          </p:cNvPr>
          <p:cNvSpPr>
            <a:spLocks noGrp="1"/>
          </p:cNvSpPr>
          <p:nvPr/>
        </p:nvSpPr>
        <p:spPr>
          <a:xfrm>
            <a:off x="979059" y="1419071"/>
            <a:ext cx="24757" cy="24757"/>
          </a:xfrm>
          <a:prstGeom prst="ellipse">
            <a:avLst/>
          </a:prstGeom>
          <a:solidFill>
            <a:srgbClr val="7D8990">
              <a:alpha val="40000"/>
            </a:srgbClr>
          </a:solidFill>
          <a:ln w="0">
            <a:noFill/>
            <a:prstDash val="solid"/>
          </a:ln>
        </p:spPr>
      </p:sp>
      <p:sp>
        <p:nvSpPr>
          <p:cNvPr id="1251" name="LigandSeek2_vs_LigandSeek1_ellipse_6765">
            <a:extLst>
              <a:ext uri="{FF2B5EF4-FFF2-40B4-BE49-F238E27FC236}">
                <a16:creationId xmlns:a16="http://schemas.microsoft.com/office/drawing/2014/main" id="{EDBE7731-DCBE-4EA8-97D6-82356653AA56}"/>
              </a:ext>
            </a:extLst>
          </p:cNvPr>
          <p:cNvSpPr>
            <a:spLocks noGrp="1"/>
          </p:cNvSpPr>
          <p:nvPr/>
        </p:nvSpPr>
        <p:spPr>
          <a:xfrm>
            <a:off x="955744" y="1210206"/>
            <a:ext cx="24757" cy="24757"/>
          </a:xfrm>
          <a:prstGeom prst="ellipse">
            <a:avLst/>
          </a:prstGeom>
          <a:solidFill>
            <a:srgbClr val="7D8990">
              <a:alpha val="40000"/>
            </a:srgbClr>
          </a:solidFill>
          <a:ln w="0">
            <a:noFill/>
            <a:prstDash val="solid"/>
          </a:ln>
        </p:spPr>
      </p:sp>
      <p:sp>
        <p:nvSpPr>
          <p:cNvPr id="1252" name="LigandSeek2_vs_LigandSeek1_ellipse_6766">
            <a:extLst>
              <a:ext uri="{FF2B5EF4-FFF2-40B4-BE49-F238E27FC236}">
                <a16:creationId xmlns:a16="http://schemas.microsoft.com/office/drawing/2014/main" id="{B5F2A2CF-E803-4764-8BBD-406F064E4500}"/>
              </a:ext>
            </a:extLst>
          </p:cNvPr>
          <p:cNvSpPr>
            <a:spLocks noGrp="1"/>
          </p:cNvSpPr>
          <p:nvPr/>
        </p:nvSpPr>
        <p:spPr>
          <a:xfrm>
            <a:off x="982690" y="1890368"/>
            <a:ext cx="24757" cy="24757"/>
          </a:xfrm>
          <a:prstGeom prst="ellipse">
            <a:avLst/>
          </a:prstGeom>
          <a:solidFill>
            <a:srgbClr val="7D8990">
              <a:alpha val="40000"/>
            </a:srgbClr>
          </a:solidFill>
          <a:ln w="0">
            <a:noFill/>
            <a:prstDash val="solid"/>
          </a:ln>
        </p:spPr>
      </p:sp>
      <p:sp>
        <p:nvSpPr>
          <p:cNvPr id="1253" name="LigandSeek2_vs_LigandSeek1_ellipse_6767">
            <a:extLst>
              <a:ext uri="{FF2B5EF4-FFF2-40B4-BE49-F238E27FC236}">
                <a16:creationId xmlns:a16="http://schemas.microsoft.com/office/drawing/2014/main" id="{DD5D9501-F7DE-49B3-B29E-4F80CE9F6A21}"/>
              </a:ext>
            </a:extLst>
          </p:cNvPr>
          <p:cNvSpPr>
            <a:spLocks noGrp="1"/>
          </p:cNvSpPr>
          <p:nvPr/>
        </p:nvSpPr>
        <p:spPr>
          <a:xfrm>
            <a:off x="956375" y="1214314"/>
            <a:ext cx="24757" cy="24757"/>
          </a:xfrm>
          <a:prstGeom prst="ellipse">
            <a:avLst/>
          </a:prstGeom>
          <a:solidFill>
            <a:srgbClr val="7D8990">
              <a:alpha val="40000"/>
            </a:srgbClr>
          </a:solidFill>
          <a:ln w="0">
            <a:noFill/>
            <a:prstDash val="solid"/>
          </a:ln>
        </p:spPr>
      </p:sp>
      <p:sp>
        <p:nvSpPr>
          <p:cNvPr id="1254" name="LigandSeek2_vs_LigandSeek1_ellipse_6768">
            <a:extLst>
              <a:ext uri="{FF2B5EF4-FFF2-40B4-BE49-F238E27FC236}">
                <a16:creationId xmlns:a16="http://schemas.microsoft.com/office/drawing/2014/main" id="{B9E47156-17E1-4026-AEBE-6D83D730992E}"/>
              </a:ext>
            </a:extLst>
          </p:cNvPr>
          <p:cNvSpPr>
            <a:spLocks noGrp="1"/>
          </p:cNvSpPr>
          <p:nvPr/>
        </p:nvSpPr>
        <p:spPr>
          <a:xfrm>
            <a:off x="946875" y="1076647"/>
            <a:ext cx="24757" cy="24757"/>
          </a:xfrm>
          <a:prstGeom prst="ellipse">
            <a:avLst/>
          </a:prstGeom>
          <a:solidFill>
            <a:srgbClr val="7D8990">
              <a:alpha val="40000"/>
            </a:srgbClr>
          </a:solidFill>
          <a:ln w="0">
            <a:noFill/>
            <a:prstDash val="solid"/>
          </a:ln>
        </p:spPr>
      </p:sp>
      <p:sp>
        <p:nvSpPr>
          <p:cNvPr id="1255" name="LigandSeek2_vs_LigandSeek1_ellipse_6769">
            <a:extLst>
              <a:ext uri="{FF2B5EF4-FFF2-40B4-BE49-F238E27FC236}">
                <a16:creationId xmlns:a16="http://schemas.microsoft.com/office/drawing/2014/main" id="{E09D7083-16F4-4774-B39D-CA854D008E8F}"/>
              </a:ext>
            </a:extLst>
          </p:cNvPr>
          <p:cNvSpPr>
            <a:spLocks noGrp="1"/>
          </p:cNvSpPr>
          <p:nvPr/>
        </p:nvSpPr>
        <p:spPr>
          <a:xfrm>
            <a:off x="979144" y="1027183"/>
            <a:ext cx="24757" cy="24757"/>
          </a:xfrm>
          <a:prstGeom prst="ellipse">
            <a:avLst/>
          </a:prstGeom>
          <a:solidFill>
            <a:srgbClr val="7D8990">
              <a:alpha val="40000"/>
            </a:srgbClr>
          </a:solidFill>
          <a:ln w="0">
            <a:noFill/>
            <a:prstDash val="solid"/>
          </a:ln>
        </p:spPr>
      </p:sp>
      <p:sp>
        <p:nvSpPr>
          <p:cNvPr id="1256" name="LigandSeek2_vs_LigandSeek1_ellipse_6770">
            <a:extLst>
              <a:ext uri="{FF2B5EF4-FFF2-40B4-BE49-F238E27FC236}">
                <a16:creationId xmlns:a16="http://schemas.microsoft.com/office/drawing/2014/main" id="{BDBC8801-1388-4F8F-A49D-DEA2E10293A4}"/>
              </a:ext>
            </a:extLst>
          </p:cNvPr>
          <p:cNvSpPr>
            <a:spLocks noGrp="1"/>
          </p:cNvSpPr>
          <p:nvPr/>
        </p:nvSpPr>
        <p:spPr>
          <a:xfrm>
            <a:off x="909114" y="1070643"/>
            <a:ext cx="24757" cy="24757"/>
          </a:xfrm>
          <a:prstGeom prst="ellipse">
            <a:avLst/>
          </a:prstGeom>
          <a:solidFill>
            <a:srgbClr val="7D8990">
              <a:alpha val="40000"/>
            </a:srgbClr>
          </a:solidFill>
          <a:ln w="0">
            <a:noFill/>
            <a:prstDash val="solid"/>
          </a:ln>
        </p:spPr>
      </p:sp>
      <p:sp>
        <p:nvSpPr>
          <p:cNvPr id="1257" name="LigandSeek2_vs_LigandSeek1_ellipse_6771">
            <a:extLst>
              <a:ext uri="{FF2B5EF4-FFF2-40B4-BE49-F238E27FC236}">
                <a16:creationId xmlns:a16="http://schemas.microsoft.com/office/drawing/2014/main" id="{5D82A1F7-EB8E-4511-AEF4-6271A479DF98}"/>
              </a:ext>
            </a:extLst>
          </p:cNvPr>
          <p:cNvSpPr>
            <a:spLocks noGrp="1"/>
          </p:cNvSpPr>
          <p:nvPr/>
        </p:nvSpPr>
        <p:spPr>
          <a:xfrm>
            <a:off x="929685" y="1890368"/>
            <a:ext cx="24757" cy="24757"/>
          </a:xfrm>
          <a:prstGeom prst="ellipse">
            <a:avLst/>
          </a:prstGeom>
          <a:solidFill>
            <a:srgbClr val="7D8990">
              <a:alpha val="40000"/>
            </a:srgbClr>
          </a:solidFill>
          <a:ln w="0">
            <a:noFill/>
            <a:prstDash val="solid"/>
          </a:ln>
        </p:spPr>
      </p:sp>
      <p:sp>
        <p:nvSpPr>
          <p:cNvPr id="1258" name="LigandSeek2_vs_LigandSeek1_ellipse_6772">
            <a:extLst>
              <a:ext uri="{FF2B5EF4-FFF2-40B4-BE49-F238E27FC236}">
                <a16:creationId xmlns:a16="http://schemas.microsoft.com/office/drawing/2014/main" id="{B80AE315-3A5B-4BCF-896F-2559C15B1081}"/>
              </a:ext>
            </a:extLst>
          </p:cNvPr>
          <p:cNvSpPr>
            <a:spLocks noGrp="1"/>
          </p:cNvSpPr>
          <p:nvPr/>
        </p:nvSpPr>
        <p:spPr>
          <a:xfrm>
            <a:off x="984721" y="1239382"/>
            <a:ext cx="24757" cy="24757"/>
          </a:xfrm>
          <a:prstGeom prst="ellipse">
            <a:avLst/>
          </a:prstGeom>
          <a:solidFill>
            <a:srgbClr val="7D8990">
              <a:alpha val="40000"/>
            </a:srgbClr>
          </a:solidFill>
          <a:ln w="0">
            <a:noFill/>
            <a:prstDash val="solid"/>
          </a:ln>
        </p:spPr>
      </p:sp>
      <p:sp>
        <p:nvSpPr>
          <p:cNvPr id="1259" name="LigandSeek2_vs_LigandSeek1_ellipse_6773">
            <a:extLst>
              <a:ext uri="{FF2B5EF4-FFF2-40B4-BE49-F238E27FC236}">
                <a16:creationId xmlns:a16="http://schemas.microsoft.com/office/drawing/2014/main" id="{8A2E966C-EFC9-46DF-8664-2291843D890B}"/>
              </a:ext>
            </a:extLst>
          </p:cNvPr>
          <p:cNvSpPr>
            <a:spLocks noGrp="1"/>
          </p:cNvSpPr>
          <p:nvPr/>
        </p:nvSpPr>
        <p:spPr>
          <a:xfrm>
            <a:off x="927398" y="1547903"/>
            <a:ext cx="24757" cy="24757"/>
          </a:xfrm>
          <a:prstGeom prst="ellipse">
            <a:avLst/>
          </a:prstGeom>
          <a:solidFill>
            <a:srgbClr val="7D8990">
              <a:alpha val="40000"/>
            </a:srgbClr>
          </a:solidFill>
          <a:ln w="0">
            <a:noFill/>
            <a:prstDash val="solid"/>
          </a:ln>
        </p:spPr>
      </p:sp>
      <p:sp>
        <p:nvSpPr>
          <p:cNvPr id="1260" name="LigandSeek2_vs_LigandSeek1_ellipse_6774">
            <a:extLst>
              <a:ext uri="{FF2B5EF4-FFF2-40B4-BE49-F238E27FC236}">
                <a16:creationId xmlns:a16="http://schemas.microsoft.com/office/drawing/2014/main" id="{0AA1DD8A-B4C9-4F85-AABC-6D81EAB655BC}"/>
              </a:ext>
            </a:extLst>
          </p:cNvPr>
          <p:cNvSpPr>
            <a:spLocks noGrp="1"/>
          </p:cNvSpPr>
          <p:nvPr/>
        </p:nvSpPr>
        <p:spPr>
          <a:xfrm>
            <a:off x="947984" y="1535082"/>
            <a:ext cx="24757" cy="24757"/>
          </a:xfrm>
          <a:prstGeom prst="ellipse">
            <a:avLst/>
          </a:prstGeom>
          <a:solidFill>
            <a:srgbClr val="7D8990">
              <a:alpha val="40000"/>
            </a:srgbClr>
          </a:solidFill>
          <a:ln w="0">
            <a:noFill/>
            <a:prstDash val="solid"/>
          </a:ln>
        </p:spPr>
      </p:sp>
      <p:sp>
        <p:nvSpPr>
          <p:cNvPr id="1261" name="LigandSeek2_vs_LigandSeek1_ellipse_6775">
            <a:extLst>
              <a:ext uri="{FF2B5EF4-FFF2-40B4-BE49-F238E27FC236}">
                <a16:creationId xmlns:a16="http://schemas.microsoft.com/office/drawing/2014/main" id="{E09E0B69-8B97-408F-BC2F-9814EA0F24E9}"/>
              </a:ext>
            </a:extLst>
          </p:cNvPr>
          <p:cNvSpPr>
            <a:spLocks noGrp="1"/>
          </p:cNvSpPr>
          <p:nvPr/>
        </p:nvSpPr>
        <p:spPr>
          <a:xfrm>
            <a:off x="935199" y="1240167"/>
            <a:ext cx="24757" cy="24757"/>
          </a:xfrm>
          <a:prstGeom prst="ellipse">
            <a:avLst/>
          </a:prstGeom>
          <a:solidFill>
            <a:srgbClr val="7D8990">
              <a:alpha val="40000"/>
            </a:srgbClr>
          </a:solidFill>
          <a:ln w="0">
            <a:noFill/>
            <a:prstDash val="solid"/>
          </a:ln>
        </p:spPr>
      </p:sp>
      <p:sp>
        <p:nvSpPr>
          <p:cNvPr id="1262" name="LigandSeek2_vs_LigandSeek1_ellipse_6776">
            <a:extLst>
              <a:ext uri="{FF2B5EF4-FFF2-40B4-BE49-F238E27FC236}">
                <a16:creationId xmlns:a16="http://schemas.microsoft.com/office/drawing/2014/main" id="{C651F61D-6394-42A3-A701-CD088B4A796F}"/>
              </a:ext>
            </a:extLst>
          </p:cNvPr>
          <p:cNvSpPr>
            <a:spLocks noGrp="1"/>
          </p:cNvSpPr>
          <p:nvPr/>
        </p:nvSpPr>
        <p:spPr>
          <a:xfrm>
            <a:off x="964932" y="1046617"/>
            <a:ext cx="24757" cy="24757"/>
          </a:xfrm>
          <a:prstGeom prst="ellipse">
            <a:avLst/>
          </a:prstGeom>
          <a:solidFill>
            <a:srgbClr val="7D8990">
              <a:alpha val="40000"/>
            </a:srgbClr>
          </a:solidFill>
          <a:ln w="0">
            <a:noFill/>
            <a:prstDash val="solid"/>
          </a:ln>
        </p:spPr>
      </p:sp>
      <p:sp>
        <p:nvSpPr>
          <p:cNvPr id="1263" name="LigandSeek2_vs_LigandSeek1_ellipse_6777">
            <a:extLst>
              <a:ext uri="{FF2B5EF4-FFF2-40B4-BE49-F238E27FC236}">
                <a16:creationId xmlns:a16="http://schemas.microsoft.com/office/drawing/2014/main" id="{4DCFE04D-A0E3-4DA7-9FD0-5EFFD862AA5A}"/>
              </a:ext>
            </a:extLst>
          </p:cNvPr>
          <p:cNvSpPr>
            <a:spLocks noGrp="1"/>
          </p:cNvSpPr>
          <p:nvPr/>
        </p:nvSpPr>
        <p:spPr>
          <a:xfrm>
            <a:off x="931469" y="1667460"/>
            <a:ext cx="24757" cy="24757"/>
          </a:xfrm>
          <a:prstGeom prst="ellipse">
            <a:avLst/>
          </a:prstGeom>
          <a:solidFill>
            <a:srgbClr val="7D8990">
              <a:alpha val="40000"/>
            </a:srgbClr>
          </a:solidFill>
          <a:ln w="0">
            <a:noFill/>
            <a:prstDash val="solid"/>
          </a:ln>
        </p:spPr>
      </p:sp>
      <p:sp>
        <p:nvSpPr>
          <p:cNvPr id="1264" name="LigandSeek2_vs_LigandSeek1_ellipse_6778">
            <a:extLst>
              <a:ext uri="{FF2B5EF4-FFF2-40B4-BE49-F238E27FC236}">
                <a16:creationId xmlns:a16="http://schemas.microsoft.com/office/drawing/2014/main" id="{7FB1728F-D5BD-48A0-9559-A29F577C8BDA}"/>
              </a:ext>
            </a:extLst>
          </p:cNvPr>
          <p:cNvSpPr>
            <a:spLocks noGrp="1"/>
          </p:cNvSpPr>
          <p:nvPr/>
        </p:nvSpPr>
        <p:spPr>
          <a:xfrm>
            <a:off x="964310" y="1076647"/>
            <a:ext cx="24757" cy="24757"/>
          </a:xfrm>
          <a:prstGeom prst="ellipse">
            <a:avLst/>
          </a:prstGeom>
          <a:solidFill>
            <a:srgbClr val="7D8990">
              <a:alpha val="40000"/>
            </a:srgbClr>
          </a:solidFill>
          <a:ln w="0">
            <a:noFill/>
            <a:prstDash val="solid"/>
          </a:ln>
        </p:spPr>
      </p:sp>
      <p:sp>
        <p:nvSpPr>
          <p:cNvPr id="1265" name="LigandSeek2_vs_LigandSeek1_ellipse_6779">
            <a:extLst>
              <a:ext uri="{FF2B5EF4-FFF2-40B4-BE49-F238E27FC236}">
                <a16:creationId xmlns:a16="http://schemas.microsoft.com/office/drawing/2014/main" id="{5DE79C9A-1E7B-44C5-98DB-FC60889F6E1B}"/>
              </a:ext>
            </a:extLst>
          </p:cNvPr>
          <p:cNvSpPr>
            <a:spLocks noGrp="1"/>
          </p:cNvSpPr>
          <p:nvPr/>
        </p:nvSpPr>
        <p:spPr>
          <a:xfrm>
            <a:off x="914618" y="1365884"/>
            <a:ext cx="24757" cy="24757"/>
          </a:xfrm>
          <a:prstGeom prst="ellipse">
            <a:avLst/>
          </a:prstGeom>
          <a:solidFill>
            <a:srgbClr val="7D8990">
              <a:alpha val="40000"/>
            </a:srgbClr>
          </a:solidFill>
          <a:ln w="0">
            <a:noFill/>
            <a:prstDash val="solid"/>
          </a:ln>
        </p:spPr>
      </p:sp>
      <p:sp>
        <p:nvSpPr>
          <p:cNvPr id="1266" name="LigandSeek2_vs_LigandSeek1_ellipse_6780">
            <a:extLst>
              <a:ext uri="{FF2B5EF4-FFF2-40B4-BE49-F238E27FC236}">
                <a16:creationId xmlns:a16="http://schemas.microsoft.com/office/drawing/2014/main" id="{B69C567D-2E65-4597-8D4A-A632E412F6B0}"/>
              </a:ext>
            </a:extLst>
          </p:cNvPr>
          <p:cNvSpPr>
            <a:spLocks noGrp="1"/>
          </p:cNvSpPr>
          <p:nvPr/>
        </p:nvSpPr>
        <p:spPr>
          <a:xfrm>
            <a:off x="902820" y="1454802"/>
            <a:ext cx="24757" cy="24757"/>
          </a:xfrm>
          <a:prstGeom prst="ellipse">
            <a:avLst/>
          </a:prstGeom>
          <a:solidFill>
            <a:srgbClr val="7D8990">
              <a:alpha val="40000"/>
            </a:srgbClr>
          </a:solidFill>
          <a:ln w="0">
            <a:noFill/>
            <a:prstDash val="solid"/>
          </a:ln>
        </p:spPr>
      </p:sp>
      <p:sp>
        <p:nvSpPr>
          <p:cNvPr id="1267" name="LigandSeek2_vs_LigandSeek1_ellipse_6781">
            <a:extLst>
              <a:ext uri="{FF2B5EF4-FFF2-40B4-BE49-F238E27FC236}">
                <a16:creationId xmlns:a16="http://schemas.microsoft.com/office/drawing/2014/main" id="{3FB0CC0F-F0BE-4469-A270-754B43A8AAC9}"/>
              </a:ext>
            </a:extLst>
          </p:cNvPr>
          <p:cNvSpPr>
            <a:spLocks noGrp="1"/>
          </p:cNvSpPr>
          <p:nvPr/>
        </p:nvSpPr>
        <p:spPr>
          <a:xfrm>
            <a:off x="935352" y="1446226"/>
            <a:ext cx="24757" cy="24757"/>
          </a:xfrm>
          <a:prstGeom prst="ellipse">
            <a:avLst/>
          </a:prstGeom>
          <a:solidFill>
            <a:srgbClr val="7D8990">
              <a:alpha val="40000"/>
            </a:srgbClr>
          </a:solidFill>
          <a:ln w="0">
            <a:noFill/>
            <a:prstDash val="solid"/>
          </a:ln>
        </p:spPr>
      </p:sp>
      <p:sp>
        <p:nvSpPr>
          <p:cNvPr id="1268" name="LigandSeek2_vs_LigandSeek1_ellipse_6782">
            <a:extLst>
              <a:ext uri="{FF2B5EF4-FFF2-40B4-BE49-F238E27FC236}">
                <a16:creationId xmlns:a16="http://schemas.microsoft.com/office/drawing/2014/main" id="{F11C0C7F-089A-4A22-BF18-DE512202E00C}"/>
              </a:ext>
            </a:extLst>
          </p:cNvPr>
          <p:cNvSpPr>
            <a:spLocks noGrp="1"/>
          </p:cNvSpPr>
          <p:nvPr/>
        </p:nvSpPr>
        <p:spPr>
          <a:xfrm>
            <a:off x="951868" y="1038594"/>
            <a:ext cx="24757" cy="24757"/>
          </a:xfrm>
          <a:prstGeom prst="ellipse">
            <a:avLst/>
          </a:prstGeom>
          <a:solidFill>
            <a:srgbClr val="7D8990">
              <a:alpha val="40000"/>
            </a:srgbClr>
          </a:solidFill>
          <a:ln w="0">
            <a:noFill/>
            <a:prstDash val="solid"/>
          </a:ln>
        </p:spPr>
      </p:sp>
      <p:sp>
        <p:nvSpPr>
          <p:cNvPr id="1269" name="LigandSeek2_vs_LigandSeek1_ellipse_6783">
            <a:extLst>
              <a:ext uri="{FF2B5EF4-FFF2-40B4-BE49-F238E27FC236}">
                <a16:creationId xmlns:a16="http://schemas.microsoft.com/office/drawing/2014/main" id="{A48BB93A-07F0-4FCD-981F-9B6F4DD68F7D}"/>
              </a:ext>
            </a:extLst>
          </p:cNvPr>
          <p:cNvSpPr>
            <a:spLocks noGrp="1"/>
          </p:cNvSpPr>
          <p:nvPr/>
        </p:nvSpPr>
        <p:spPr>
          <a:xfrm>
            <a:off x="981502" y="1599990"/>
            <a:ext cx="24757" cy="24757"/>
          </a:xfrm>
          <a:prstGeom prst="ellipse">
            <a:avLst/>
          </a:prstGeom>
          <a:solidFill>
            <a:srgbClr val="7D8990">
              <a:alpha val="40000"/>
            </a:srgbClr>
          </a:solidFill>
          <a:ln w="0">
            <a:noFill/>
            <a:prstDash val="solid"/>
          </a:ln>
        </p:spPr>
      </p:sp>
      <p:sp>
        <p:nvSpPr>
          <p:cNvPr id="1270" name="LigandSeek2_vs_LigandSeek1_ellipse_6784">
            <a:extLst>
              <a:ext uri="{FF2B5EF4-FFF2-40B4-BE49-F238E27FC236}">
                <a16:creationId xmlns:a16="http://schemas.microsoft.com/office/drawing/2014/main" id="{5FAAA825-989D-4EB9-8331-A04585C72704}"/>
              </a:ext>
            </a:extLst>
          </p:cNvPr>
          <p:cNvSpPr>
            <a:spLocks noGrp="1"/>
          </p:cNvSpPr>
          <p:nvPr/>
        </p:nvSpPr>
        <p:spPr>
          <a:xfrm>
            <a:off x="983380" y="1170180"/>
            <a:ext cx="24757" cy="24757"/>
          </a:xfrm>
          <a:prstGeom prst="ellipse">
            <a:avLst/>
          </a:prstGeom>
          <a:solidFill>
            <a:srgbClr val="7D8990">
              <a:alpha val="40000"/>
            </a:srgbClr>
          </a:solidFill>
          <a:ln w="0">
            <a:noFill/>
            <a:prstDash val="solid"/>
          </a:ln>
        </p:spPr>
      </p:sp>
      <p:sp>
        <p:nvSpPr>
          <p:cNvPr id="1271" name="LigandSeek2_vs_LigandSeek1_ellipse_6785">
            <a:extLst>
              <a:ext uri="{FF2B5EF4-FFF2-40B4-BE49-F238E27FC236}">
                <a16:creationId xmlns:a16="http://schemas.microsoft.com/office/drawing/2014/main" id="{F4D5FCD4-D1DC-4F30-B6D1-0277B45AD7FE}"/>
              </a:ext>
            </a:extLst>
          </p:cNvPr>
          <p:cNvSpPr>
            <a:spLocks noGrp="1"/>
          </p:cNvSpPr>
          <p:nvPr/>
        </p:nvSpPr>
        <p:spPr>
          <a:xfrm>
            <a:off x="912900" y="1484544"/>
            <a:ext cx="24757" cy="24757"/>
          </a:xfrm>
          <a:prstGeom prst="ellipse">
            <a:avLst/>
          </a:prstGeom>
          <a:solidFill>
            <a:srgbClr val="7D8990">
              <a:alpha val="40000"/>
            </a:srgbClr>
          </a:solidFill>
          <a:ln w="0">
            <a:noFill/>
            <a:prstDash val="solid"/>
          </a:ln>
        </p:spPr>
      </p:sp>
      <p:sp>
        <p:nvSpPr>
          <p:cNvPr id="1272" name="LigandSeek2_vs_LigandSeek1_ellipse_6786">
            <a:extLst>
              <a:ext uri="{FF2B5EF4-FFF2-40B4-BE49-F238E27FC236}">
                <a16:creationId xmlns:a16="http://schemas.microsoft.com/office/drawing/2014/main" id="{0A73A55B-693C-40D2-AA65-FC092363BB8F}"/>
              </a:ext>
            </a:extLst>
          </p:cNvPr>
          <p:cNvSpPr>
            <a:spLocks noGrp="1"/>
          </p:cNvSpPr>
          <p:nvPr/>
        </p:nvSpPr>
        <p:spPr>
          <a:xfrm>
            <a:off x="987968" y="1508688"/>
            <a:ext cx="24757" cy="24757"/>
          </a:xfrm>
          <a:prstGeom prst="ellipse">
            <a:avLst/>
          </a:prstGeom>
          <a:solidFill>
            <a:srgbClr val="7D8990">
              <a:alpha val="40000"/>
            </a:srgbClr>
          </a:solidFill>
          <a:ln w="0">
            <a:noFill/>
            <a:prstDash val="solid"/>
          </a:ln>
        </p:spPr>
      </p:sp>
      <p:sp>
        <p:nvSpPr>
          <p:cNvPr id="1273" name="LigandSeek2_vs_LigandSeek1_ellipse_6787">
            <a:extLst>
              <a:ext uri="{FF2B5EF4-FFF2-40B4-BE49-F238E27FC236}">
                <a16:creationId xmlns:a16="http://schemas.microsoft.com/office/drawing/2014/main" id="{8949D3D9-DD55-4763-B961-369E6096A2FC}"/>
              </a:ext>
            </a:extLst>
          </p:cNvPr>
          <p:cNvSpPr>
            <a:spLocks noGrp="1"/>
          </p:cNvSpPr>
          <p:nvPr/>
        </p:nvSpPr>
        <p:spPr>
          <a:xfrm>
            <a:off x="922131" y="1458844"/>
            <a:ext cx="24757" cy="24757"/>
          </a:xfrm>
          <a:prstGeom prst="ellipse">
            <a:avLst/>
          </a:prstGeom>
          <a:solidFill>
            <a:srgbClr val="7D8990">
              <a:alpha val="40000"/>
            </a:srgbClr>
          </a:solidFill>
          <a:ln w="0">
            <a:noFill/>
            <a:prstDash val="solid"/>
          </a:ln>
        </p:spPr>
      </p:sp>
      <p:sp>
        <p:nvSpPr>
          <p:cNvPr id="1274" name="LigandSeek2_vs_LigandSeek1_ellipse_6788">
            <a:extLst>
              <a:ext uri="{FF2B5EF4-FFF2-40B4-BE49-F238E27FC236}">
                <a16:creationId xmlns:a16="http://schemas.microsoft.com/office/drawing/2014/main" id="{49A25CED-FE32-4F53-9E84-073CD7A1D30D}"/>
              </a:ext>
            </a:extLst>
          </p:cNvPr>
          <p:cNvSpPr>
            <a:spLocks noGrp="1"/>
          </p:cNvSpPr>
          <p:nvPr/>
        </p:nvSpPr>
        <p:spPr>
          <a:xfrm>
            <a:off x="945231" y="1234605"/>
            <a:ext cx="24757" cy="24757"/>
          </a:xfrm>
          <a:prstGeom prst="ellipse">
            <a:avLst/>
          </a:prstGeom>
          <a:solidFill>
            <a:srgbClr val="7D8990">
              <a:alpha val="40000"/>
            </a:srgbClr>
          </a:solidFill>
          <a:ln w="0">
            <a:noFill/>
            <a:prstDash val="solid"/>
          </a:ln>
        </p:spPr>
      </p:sp>
      <p:sp>
        <p:nvSpPr>
          <p:cNvPr id="1275" name="LigandSeek2_vs_LigandSeek1_ellipse_6789">
            <a:extLst>
              <a:ext uri="{FF2B5EF4-FFF2-40B4-BE49-F238E27FC236}">
                <a16:creationId xmlns:a16="http://schemas.microsoft.com/office/drawing/2014/main" id="{53138CBA-B6C4-418B-9713-EA257264634B}"/>
              </a:ext>
            </a:extLst>
          </p:cNvPr>
          <p:cNvSpPr>
            <a:spLocks noGrp="1"/>
          </p:cNvSpPr>
          <p:nvPr/>
        </p:nvSpPr>
        <p:spPr>
          <a:xfrm>
            <a:off x="976759" y="1228258"/>
            <a:ext cx="24757" cy="24757"/>
          </a:xfrm>
          <a:prstGeom prst="ellipse">
            <a:avLst/>
          </a:prstGeom>
          <a:solidFill>
            <a:srgbClr val="7D8990">
              <a:alpha val="40000"/>
            </a:srgbClr>
          </a:solidFill>
          <a:ln w="0">
            <a:noFill/>
            <a:prstDash val="solid"/>
          </a:ln>
        </p:spPr>
      </p:sp>
      <p:sp>
        <p:nvSpPr>
          <p:cNvPr id="1276" name="LigandSeek2_vs_LigandSeek1_ellipse_6790">
            <a:extLst>
              <a:ext uri="{FF2B5EF4-FFF2-40B4-BE49-F238E27FC236}">
                <a16:creationId xmlns:a16="http://schemas.microsoft.com/office/drawing/2014/main" id="{6992F0AF-08DF-4DCA-87F5-0DBDC3753881}"/>
              </a:ext>
            </a:extLst>
          </p:cNvPr>
          <p:cNvSpPr>
            <a:spLocks noGrp="1"/>
          </p:cNvSpPr>
          <p:nvPr/>
        </p:nvSpPr>
        <p:spPr>
          <a:xfrm>
            <a:off x="922428" y="1661033"/>
            <a:ext cx="24757" cy="24757"/>
          </a:xfrm>
          <a:prstGeom prst="ellipse">
            <a:avLst/>
          </a:prstGeom>
          <a:solidFill>
            <a:srgbClr val="7D8990">
              <a:alpha val="40000"/>
            </a:srgbClr>
          </a:solidFill>
          <a:ln w="0">
            <a:noFill/>
            <a:prstDash val="solid"/>
          </a:ln>
        </p:spPr>
      </p:sp>
      <p:sp>
        <p:nvSpPr>
          <p:cNvPr id="1277" name="LigandSeek2_vs_LigandSeek1_ellipse_6791">
            <a:extLst>
              <a:ext uri="{FF2B5EF4-FFF2-40B4-BE49-F238E27FC236}">
                <a16:creationId xmlns:a16="http://schemas.microsoft.com/office/drawing/2014/main" id="{C1ECBE2C-C0A4-4815-A41D-FE19234E23DB}"/>
              </a:ext>
            </a:extLst>
          </p:cNvPr>
          <p:cNvSpPr>
            <a:spLocks noGrp="1"/>
          </p:cNvSpPr>
          <p:nvPr/>
        </p:nvSpPr>
        <p:spPr>
          <a:xfrm>
            <a:off x="936605" y="1849016"/>
            <a:ext cx="24757" cy="24757"/>
          </a:xfrm>
          <a:prstGeom prst="ellipse">
            <a:avLst/>
          </a:prstGeom>
          <a:solidFill>
            <a:srgbClr val="7D8990">
              <a:alpha val="40000"/>
            </a:srgbClr>
          </a:solidFill>
          <a:ln w="0">
            <a:noFill/>
            <a:prstDash val="solid"/>
          </a:ln>
        </p:spPr>
      </p:sp>
      <p:sp>
        <p:nvSpPr>
          <p:cNvPr id="1278" name="LigandSeek2_vs_LigandSeek1_ellipse_6792">
            <a:extLst>
              <a:ext uri="{FF2B5EF4-FFF2-40B4-BE49-F238E27FC236}">
                <a16:creationId xmlns:a16="http://schemas.microsoft.com/office/drawing/2014/main" id="{EDD042B3-3BEC-4C9C-B5C5-C2A42871F6E6}"/>
              </a:ext>
            </a:extLst>
          </p:cNvPr>
          <p:cNvSpPr>
            <a:spLocks noGrp="1"/>
          </p:cNvSpPr>
          <p:nvPr/>
        </p:nvSpPr>
        <p:spPr>
          <a:xfrm>
            <a:off x="925395" y="1406941"/>
            <a:ext cx="24757" cy="24757"/>
          </a:xfrm>
          <a:prstGeom prst="ellipse">
            <a:avLst/>
          </a:prstGeom>
          <a:solidFill>
            <a:srgbClr val="7D8990">
              <a:alpha val="40000"/>
            </a:srgbClr>
          </a:solidFill>
          <a:ln w="0">
            <a:noFill/>
            <a:prstDash val="solid"/>
          </a:ln>
        </p:spPr>
      </p:sp>
      <p:sp>
        <p:nvSpPr>
          <p:cNvPr id="1279" name="LigandSeek2_vs_LigandSeek1_ellipse_6793">
            <a:extLst>
              <a:ext uri="{FF2B5EF4-FFF2-40B4-BE49-F238E27FC236}">
                <a16:creationId xmlns:a16="http://schemas.microsoft.com/office/drawing/2014/main" id="{034D0556-C0AE-418C-8FA5-4C47A91F2D46}"/>
              </a:ext>
            </a:extLst>
          </p:cNvPr>
          <p:cNvSpPr>
            <a:spLocks noGrp="1"/>
          </p:cNvSpPr>
          <p:nvPr/>
        </p:nvSpPr>
        <p:spPr>
          <a:xfrm>
            <a:off x="903615" y="1757518"/>
            <a:ext cx="24757" cy="24757"/>
          </a:xfrm>
          <a:prstGeom prst="ellipse">
            <a:avLst/>
          </a:prstGeom>
          <a:solidFill>
            <a:srgbClr val="7D8990">
              <a:alpha val="40000"/>
            </a:srgbClr>
          </a:solidFill>
          <a:ln w="0">
            <a:noFill/>
            <a:prstDash val="solid"/>
          </a:ln>
        </p:spPr>
      </p:sp>
      <p:sp>
        <p:nvSpPr>
          <p:cNvPr id="1280" name="LigandSeek2_vs_LigandSeek1_ellipse_6794">
            <a:extLst>
              <a:ext uri="{FF2B5EF4-FFF2-40B4-BE49-F238E27FC236}">
                <a16:creationId xmlns:a16="http://schemas.microsoft.com/office/drawing/2014/main" id="{8C08C43D-6F7A-4F88-9E5F-88D29FE3C348}"/>
              </a:ext>
            </a:extLst>
          </p:cNvPr>
          <p:cNvSpPr>
            <a:spLocks noGrp="1"/>
          </p:cNvSpPr>
          <p:nvPr/>
        </p:nvSpPr>
        <p:spPr>
          <a:xfrm>
            <a:off x="981802" y="1495427"/>
            <a:ext cx="24757" cy="24757"/>
          </a:xfrm>
          <a:prstGeom prst="ellipse">
            <a:avLst/>
          </a:prstGeom>
          <a:solidFill>
            <a:srgbClr val="7D8990">
              <a:alpha val="40000"/>
            </a:srgbClr>
          </a:solidFill>
          <a:ln w="0">
            <a:noFill/>
            <a:prstDash val="solid"/>
          </a:ln>
        </p:spPr>
      </p:sp>
      <p:sp>
        <p:nvSpPr>
          <p:cNvPr id="1281" name="LigandSeek2_vs_LigandSeek1_ellipse_6795">
            <a:extLst>
              <a:ext uri="{FF2B5EF4-FFF2-40B4-BE49-F238E27FC236}">
                <a16:creationId xmlns:a16="http://schemas.microsoft.com/office/drawing/2014/main" id="{887EE25B-D7E9-4446-A11A-CE29E1FD7E13}"/>
              </a:ext>
            </a:extLst>
          </p:cNvPr>
          <p:cNvSpPr>
            <a:spLocks noGrp="1"/>
          </p:cNvSpPr>
          <p:nvPr/>
        </p:nvSpPr>
        <p:spPr>
          <a:xfrm>
            <a:off x="932433" y="1867028"/>
            <a:ext cx="24757" cy="24757"/>
          </a:xfrm>
          <a:prstGeom prst="ellipse">
            <a:avLst/>
          </a:prstGeom>
          <a:solidFill>
            <a:srgbClr val="7D8990">
              <a:alpha val="40000"/>
            </a:srgbClr>
          </a:solidFill>
          <a:ln w="0">
            <a:noFill/>
            <a:prstDash val="solid"/>
          </a:ln>
        </p:spPr>
      </p:sp>
      <p:sp>
        <p:nvSpPr>
          <p:cNvPr id="1282" name="LigandSeek2_vs_LigandSeek1_ellipse_6796">
            <a:extLst>
              <a:ext uri="{FF2B5EF4-FFF2-40B4-BE49-F238E27FC236}">
                <a16:creationId xmlns:a16="http://schemas.microsoft.com/office/drawing/2014/main" id="{58374CAA-26A9-40F1-BA43-C952D252ED45}"/>
              </a:ext>
            </a:extLst>
          </p:cNvPr>
          <p:cNvSpPr>
            <a:spLocks noGrp="1"/>
          </p:cNvSpPr>
          <p:nvPr/>
        </p:nvSpPr>
        <p:spPr>
          <a:xfrm>
            <a:off x="953347" y="1890368"/>
            <a:ext cx="24757" cy="24757"/>
          </a:xfrm>
          <a:prstGeom prst="ellipse">
            <a:avLst/>
          </a:prstGeom>
          <a:solidFill>
            <a:srgbClr val="7D8990">
              <a:alpha val="40000"/>
            </a:srgbClr>
          </a:solidFill>
          <a:ln w="0">
            <a:noFill/>
            <a:prstDash val="solid"/>
          </a:ln>
        </p:spPr>
      </p:sp>
      <p:sp>
        <p:nvSpPr>
          <p:cNvPr id="1283" name="LigandSeek2_vs_LigandSeek1_ellipse_6797">
            <a:extLst>
              <a:ext uri="{FF2B5EF4-FFF2-40B4-BE49-F238E27FC236}">
                <a16:creationId xmlns:a16="http://schemas.microsoft.com/office/drawing/2014/main" id="{D6490BB5-E6F8-4950-B4C2-F48FA55D3A34}"/>
              </a:ext>
            </a:extLst>
          </p:cNvPr>
          <p:cNvSpPr>
            <a:spLocks noGrp="1"/>
          </p:cNvSpPr>
          <p:nvPr/>
        </p:nvSpPr>
        <p:spPr>
          <a:xfrm>
            <a:off x="924552" y="1890368"/>
            <a:ext cx="24757" cy="24757"/>
          </a:xfrm>
          <a:prstGeom prst="ellipse">
            <a:avLst/>
          </a:prstGeom>
          <a:solidFill>
            <a:srgbClr val="7D8990">
              <a:alpha val="40000"/>
            </a:srgbClr>
          </a:solidFill>
          <a:ln w="0">
            <a:noFill/>
            <a:prstDash val="solid"/>
          </a:ln>
        </p:spPr>
      </p:sp>
      <p:sp>
        <p:nvSpPr>
          <p:cNvPr id="1284" name="LigandSeek2_vs_LigandSeek1_ellipse_6798">
            <a:extLst>
              <a:ext uri="{FF2B5EF4-FFF2-40B4-BE49-F238E27FC236}">
                <a16:creationId xmlns:a16="http://schemas.microsoft.com/office/drawing/2014/main" id="{18DCB7A8-CFE4-445F-8554-8E3A32A7B57F}"/>
              </a:ext>
            </a:extLst>
          </p:cNvPr>
          <p:cNvSpPr>
            <a:spLocks noGrp="1"/>
          </p:cNvSpPr>
          <p:nvPr/>
        </p:nvSpPr>
        <p:spPr>
          <a:xfrm>
            <a:off x="1550362" y="845009"/>
            <a:ext cx="24757" cy="24757"/>
          </a:xfrm>
          <a:prstGeom prst="ellipse">
            <a:avLst/>
          </a:prstGeom>
          <a:solidFill>
            <a:srgbClr val="7D8990">
              <a:alpha val="40000"/>
            </a:srgbClr>
          </a:solidFill>
          <a:ln w="0">
            <a:noFill/>
            <a:prstDash val="solid"/>
          </a:ln>
        </p:spPr>
      </p:sp>
      <p:sp>
        <p:nvSpPr>
          <p:cNvPr id="1285" name="LigandSeek2_vs_LigandSeek1_ellipse_6799">
            <a:extLst>
              <a:ext uri="{FF2B5EF4-FFF2-40B4-BE49-F238E27FC236}">
                <a16:creationId xmlns:a16="http://schemas.microsoft.com/office/drawing/2014/main" id="{2688AEFB-2D88-4B99-BBD8-70744C50BDA0}"/>
              </a:ext>
            </a:extLst>
          </p:cNvPr>
          <p:cNvSpPr>
            <a:spLocks noGrp="1"/>
          </p:cNvSpPr>
          <p:nvPr/>
        </p:nvSpPr>
        <p:spPr>
          <a:xfrm>
            <a:off x="1531893" y="1890368"/>
            <a:ext cx="24757" cy="24757"/>
          </a:xfrm>
          <a:prstGeom prst="ellipse">
            <a:avLst/>
          </a:prstGeom>
          <a:solidFill>
            <a:srgbClr val="7D8990">
              <a:alpha val="40000"/>
            </a:srgbClr>
          </a:solidFill>
          <a:ln w="0">
            <a:noFill/>
            <a:prstDash val="solid"/>
          </a:ln>
        </p:spPr>
      </p:sp>
      <p:sp>
        <p:nvSpPr>
          <p:cNvPr id="1286" name="LigandSeek2_vs_LigandSeek1_ellipse_6800">
            <a:extLst>
              <a:ext uri="{FF2B5EF4-FFF2-40B4-BE49-F238E27FC236}">
                <a16:creationId xmlns:a16="http://schemas.microsoft.com/office/drawing/2014/main" id="{19A43330-C823-4497-A312-555E39B7CB1D}"/>
              </a:ext>
            </a:extLst>
          </p:cNvPr>
          <p:cNvSpPr>
            <a:spLocks noGrp="1"/>
          </p:cNvSpPr>
          <p:nvPr/>
        </p:nvSpPr>
        <p:spPr>
          <a:xfrm>
            <a:off x="1555571" y="845009"/>
            <a:ext cx="24757" cy="24757"/>
          </a:xfrm>
          <a:prstGeom prst="ellipse">
            <a:avLst/>
          </a:prstGeom>
          <a:solidFill>
            <a:srgbClr val="7D8990">
              <a:alpha val="40000"/>
            </a:srgbClr>
          </a:solidFill>
          <a:ln w="0">
            <a:noFill/>
            <a:prstDash val="solid"/>
          </a:ln>
        </p:spPr>
      </p:sp>
      <p:sp>
        <p:nvSpPr>
          <p:cNvPr id="1287" name="LigandSeek2_vs_LigandSeek1_ellipse_6801">
            <a:extLst>
              <a:ext uri="{FF2B5EF4-FFF2-40B4-BE49-F238E27FC236}">
                <a16:creationId xmlns:a16="http://schemas.microsoft.com/office/drawing/2014/main" id="{2C239CA1-6D59-4678-AEC4-A0B867E56297}"/>
              </a:ext>
            </a:extLst>
          </p:cNvPr>
          <p:cNvSpPr>
            <a:spLocks noGrp="1"/>
          </p:cNvSpPr>
          <p:nvPr/>
        </p:nvSpPr>
        <p:spPr>
          <a:xfrm>
            <a:off x="1594287" y="1890368"/>
            <a:ext cx="24757" cy="24757"/>
          </a:xfrm>
          <a:prstGeom prst="ellipse">
            <a:avLst/>
          </a:prstGeom>
          <a:solidFill>
            <a:srgbClr val="7D8990">
              <a:alpha val="40000"/>
            </a:srgbClr>
          </a:solidFill>
          <a:ln w="0">
            <a:noFill/>
            <a:prstDash val="solid"/>
          </a:ln>
        </p:spPr>
      </p:sp>
      <p:sp>
        <p:nvSpPr>
          <p:cNvPr id="1288" name="LigandSeek2_vs_LigandSeek1_ellipse_6802">
            <a:extLst>
              <a:ext uri="{FF2B5EF4-FFF2-40B4-BE49-F238E27FC236}">
                <a16:creationId xmlns:a16="http://schemas.microsoft.com/office/drawing/2014/main" id="{83353924-7C59-42E8-B277-8B2DDAD56F43}"/>
              </a:ext>
            </a:extLst>
          </p:cNvPr>
          <p:cNvSpPr>
            <a:spLocks noGrp="1"/>
          </p:cNvSpPr>
          <p:nvPr/>
        </p:nvSpPr>
        <p:spPr>
          <a:xfrm>
            <a:off x="1550036" y="1289745"/>
            <a:ext cx="24757" cy="24757"/>
          </a:xfrm>
          <a:prstGeom prst="ellipse">
            <a:avLst/>
          </a:prstGeom>
          <a:solidFill>
            <a:srgbClr val="7D8990">
              <a:alpha val="40000"/>
            </a:srgbClr>
          </a:solidFill>
          <a:ln w="0">
            <a:noFill/>
            <a:prstDash val="solid"/>
          </a:ln>
        </p:spPr>
      </p:sp>
      <p:sp>
        <p:nvSpPr>
          <p:cNvPr id="1289" name="LigandSeek2_vs_LigandSeek1_ellipse_6803">
            <a:extLst>
              <a:ext uri="{FF2B5EF4-FFF2-40B4-BE49-F238E27FC236}">
                <a16:creationId xmlns:a16="http://schemas.microsoft.com/office/drawing/2014/main" id="{73A455BC-10F1-412A-9A75-22D97E6F8D4A}"/>
              </a:ext>
            </a:extLst>
          </p:cNvPr>
          <p:cNvSpPr>
            <a:spLocks noGrp="1"/>
          </p:cNvSpPr>
          <p:nvPr/>
        </p:nvSpPr>
        <p:spPr>
          <a:xfrm>
            <a:off x="1592084" y="845009"/>
            <a:ext cx="24757" cy="24757"/>
          </a:xfrm>
          <a:prstGeom prst="ellipse">
            <a:avLst/>
          </a:prstGeom>
          <a:solidFill>
            <a:srgbClr val="7D8990">
              <a:alpha val="40000"/>
            </a:srgbClr>
          </a:solidFill>
          <a:ln w="0">
            <a:noFill/>
            <a:prstDash val="solid"/>
          </a:ln>
        </p:spPr>
      </p:sp>
      <p:sp>
        <p:nvSpPr>
          <p:cNvPr id="1290" name="LigandSeek2_vs_LigandSeek1_ellipse_6804">
            <a:extLst>
              <a:ext uri="{FF2B5EF4-FFF2-40B4-BE49-F238E27FC236}">
                <a16:creationId xmlns:a16="http://schemas.microsoft.com/office/drawing/2014/main" id="{82D96D45-072E-4F67-B52C-6B17ED478EE0}"/>
              </a:ext>
            </a:extLst>
          </p:cNvPr>
          <p:cNvSpPr>
            <a:spLocks noGrp="1"/>
          </p:cNvSpPr>
          <p:nvPr/>
        </p:nvSpPr>
        <p:spPr>
          <a:xfrm>
            <a:off x="1533630" y="845009"/>
            <a:ext cx="24757" cy="24757"/>
          </a:xfrm>
          <a:prstGeom prst="ellipse">
            <a:avLst/>
          </a:prstGeom>
          <a:solidFill>
            <a:srgbClr val="7D8990">
              <a:alpha val="40000"/>
            </a:srgbClr>
          </a:solidFill>
          <a:ln w="0">
            <a:noFill/>
            <a:prstDash val="solid"/>
          </a:ln>
        </p:spPr>
      </p:sp>
      <p:sp>
        <p:nvSpPr>
          <p:cNvPr id="1291" name="LigandSeek2_vs_LigandSeek1_ellipse_6805">
            <a:extLst>
              <a:ext uri="{FF2B5EF4-FFF2-40B4-BE49-F238E27FC236}">
                <a16:creationId xmlns:a16="http://schemas.microsoft.com/office/drawing/2014/main" id="{B262841E-854F-4983-9E06-E68C7BAFFDC5}"/>
              </a:ext>
            </a:extLst>
          </p:cNvPr>
          <p:cNvSpPr>
            <a:spLocks noGrp="1"/>
          </p:cNvSpPr>
          <p:nvPr/>
        </p:nvSpPr>
        <p:spPr>
          <a:xfrm>
            <a:off x="1539041" y="845009"/>
            <a:ext cx="24757" cy="24757"/>
          </a:xfrm>
          <a:prstGeom prst="ellipse">
            <a:avLst/>
          </a:prstGeom>
          <a:solidFill>
            <a:srgbClr val="7D8990">
              <a:alpha val="40000"/>
            </a:srgbClr>
          </a:solidFill>
          <a:ln w="0">
            <a:noFill/>
            <a:prstDash val="solid"/>
          </a:ln>
        </p:spPr>
      </p:sp>
      <p:sp>
        <p:nvSpPr>
          <p:cNvPr id="1292" name="LigandSeek2_vs_LigandSeek1_ellipse_6806">
            <a:extLst>
              <a:ext uri="{FF2B5EF4-FFF2-40B4-BE49-F238E27FC236}">
                <a16:creationId xmlns:a16="http://schemas.microsoft.com/office/drawing/2014/main" id="{69863FB0-E0D7-4DED-AC84-B8A863E6A1C9}"/>
              </a:ext>
            </a:extLst>
          </p:cNvPr>
          <p:cNvSpPr>
            <a:spLocks noGrp="1"/>
          </p:cNvSpPr>
          <p:nvPr/>
        </p:nvSpPr>
        <p:spPr>
          <a:xfrm>
            <a:off x="1585389" y="1625543"/>
            <a:ext cx="24757" cy="24757"/>
          </a:xfrm>
          <a:prstGeom prst="ellipse">
            <a:avLst/>
          </a:prstGeom>
          <a:solidFill>
            <a:srgbClr val="7D8990">
              <a:alpha val="40000"/>
            </a:srgbClr>
          </a:solidFill>
          <a:ln w="0">
            <a:noFill/>
            <a:prstDash val="solid"/>
          </a:ln>
        </p:spPr>
      </p:sp>
      <p:sp>
        <p:nvSpPr>
          <p:cNvPr id="1293" name="LigandSeek2_vs_LigandSeek1_ellipse_6807">
            <a:extLst>
              <a:ext uri="{FF2B5EF4-FFF2-40B4-BE49-F238E27FC236}">
                <a16:creationId xmlns:a16="http://schemas.microsoft.com/office/drawing/2014/main" id="{D83D3FF1-9B6F-4C5A-9054-F12B4B148F30}"/>
              </a:ext>
            </a:extLst>
          </p:cNvPr>
          <p:cNvSpPr>
            <a:spLocks noGrp="1"/>
          </p:cNvSpPr>
          <p:nvPr/>
        </p:nvSpPr>
        <p:spPr>
          <a:xfrm>
            <a:off x="1573027" y="845009"/>
            <a:ext cx="24757" cy="24757"/>
          </a:xfrm>
          <a:prstGeom prst="ellipse">
            <a:avLst/>
          </a:prstGeom>
          <a:solidFill>
            <a:srgbClr val="7D8990">
              <a:alpha val="40000"/>
            </a:srgbClr>
          </a:solidFill>
          <a:ln w="0">
            <a:noFill/>
            <a:prstDash val="solid"/>
          </a:ln>
        </p:spPr>
      </p:sp>
      <p:sp>
        <p:nvSpPr>
          <p:cNvPr id="1294" name="LigandSeek2_vs_LigandSeek1_ellipse_6808">
            <a:extLst>
              <a:ext uri="{FF2B5EF4-FFF2-40B4-BE49-F238E27FC236}">
                <a16:creationId xmlns:a16="http://schemas.microsoft.com/office/drawing/2014/main" id="{01D4A4DA-F4E6-4964-AC6A-9B024CE1DFD6}"/>
              </a:ext>
            </a:extLst>
          </p:cNvPr>
          <p:cNvSpPr>
            <a:spLocks noGrp="1"/>
          </p:cNvSpPr>
          <p:nvPr/>
        </p:nvSpPr>
        <p:spPr>
          <a:xfrm>
            <a:off x="1564459" y="1159380"/>
            <a:ext cx="24757" cy="24757"/>
          </a:xfrm>
          <a:prstGeom prst="ellipse">
            <a:avLst/>
          </a:prstGeom>
          <a:solidFill>
            <a:srgbClr val="7D8990">
              <a:alpha val="40000"/>
            </a:srgbClr>
          </a:solidFill>
          <a:ln w="0">
            <a:noFill/>
            <a:prstDash val="solid"/>
          </a:ln>
        </p:spPr>
      </p:sp>
      <p:sp>
        <p:nvSpPr>
          <p:cNvPr id="1295" name="LigandSeek2_vs_LigandSeek1_ellipse_6809">
            <a:extLst>
              <a:ext uri="{FF2B5EF4-FFF2-40B4-BE49-F238E27FC236}">
                <a16:creationId xmlns:a16="http://schemas.microsoft.com/office/drawing/2014/main" id="{31B986E2-A123-4981-A926-D5E9B846B81F}"/>
              </a:ext>
            </a:extLst>
          </p:cNvPr>
          <p:cNvSpPr>
            <a:spLocks noGrp="1"/>
          </p:cNvSpPr>
          <p:nvPr/>
        </p:nvSpPr>
        <p:spPr>
          <a:xfrm>
            <a:off x="1553805" y="845009"/>
            <a:ext cx="24757" cy="24757"/>
          </a:xfrm>
          <a:prstGeom prst="ellipse">
            <a:avLst/>
          </a:prstGeom>
          <a:solidFill>
            <a:srgbClr val="7D8990">
              <a:alpha val="40000"/>
            </a:srgbClr>
          </a:solidFill>
          <a:ln w="0">
            <a:noFill/>
            <a:prstDash val="solid"/>
          </a:ln>
        </p:spPr>
      </p:sp>
      <p:sp>
        <p:nvSpPr>
          <p:cNvPr id="1296" name="LigandSeek2_vs_LigandSeek1_ellipse_6810">
            <a:extLst>
              <a:ext uri="{FF2B5EF4-FFF2-40B4-BE49-F238E27FC236}">
                <a16:creationId xmlns:a16="http://schemas.microsoft.com/office/drawing/2014/main" id="{BE7A1957-B4AC-45D8-A747-1B5FFB9F5321}"/>
              </a:ext>
            </a:extLst>
          </p:cNvPr>
          <p:cNvSpPr>
            <a:spLocks noGrp="1"/>
          </p:cNvSpPr>
          <p:nvPr/>
        </p:nvSpPr>
        <p:spPr>
          <a:xfrm>
            <a:off x="1572500" y="845009"/>
            <a:ext cx="24757" cy="24757"/>
          </a:xfrm>
          <a:prstGeom prst="ellipse">
            <a:avLst/>
          </a:prstGeom>
          <a:solidFill>
            <a:srgbClr val="7D8990">
              <a:alpha val="40000"/>
            </a:srgbClr>
          </a:solidFill>
          <a:ln w="0">
            <a:noFill/>
            <a:prstDash val="solid"/>
          </a:ln>
        </p:spPr>
      </p:sp>
      <p:sp>
        <p:nvSpPr>
          <p:cNvPr id="1297" name="LigandSeek2_vs_LigandSeek1_ellipse_6811">
            <a:extLst>
              <a:ext uri="{FF2B5EF4-FFF2-40B4-BE49-F238E27FC236}">
                <a16:creationId xmlns:a16="http://schemas.microsoft.com/office/drawing/2014/main" id="{CD3943F1-3933-4563-9602-9421399962FD}"/>
              </a:ext>
            </a:extLst>
          </p:cNvPr>
          <p:cNvSpPr>
            <a:spLocks noGrp="1"/>
          </p:cNvSpPr>
          <p:nvPr/>
        </p:nvSpPr>
        <p:spPr>
          <a:xfrm>
            <a:off x="1559831" y="1317909"/>
            <a:ext cx="24757" cy="24757"/>
          </a:xfrm>
          <a:prstGeom prst="ellipse">
            <a:avLst/>
          </a:prstGeom>
          <a:solidFill>
            <a:srgbClr val="7D8990">
              <a:alpha val="40000"/>
            </a:srgbClr>
          </a:solidFill>
          <a:ln w="0">
            <a:noFill/>
            <a:prstDash val="solid"/>
          </a:ln>
        </p:spPr>
      </p:sp>
      <p:sp>
        <p:nvSpPr>
          <p:cNvPr id="1298" name="LigandSeek2_vs_LigandSeek1_ellipse_6812">
            <a:extLst>
              <a:ext uri="{FF2B5EF4-FFF2-40B4-BE49-F238E27FC236}">
                <a16:creationId xmlns:a16="http://schemas.microsoft.com/office/drawing/2014/main" id="{F08D4912-7DBA-4771-BDC1-5746D1B10C05}"/>
              </a:ext>
            </a:extLst>
          </p:cNvPr>
          <p:cNvSpPr>
            <a:spLocks noGrp="1"/>
          </p:cNvSpPr>
          <p:nvPr/>
        </p:nvSpPr>
        <p:spPr>
          <a:xfrm>
            <a:off x="1556244" y="1541915"/>
            <a:ext cx="24757" cy="24757"/>
          </a:xfrm>
          <a:prstGeom prst="ellipse">
            <a:avLst/>
          </a:prstGeom>
          <a:solidFill>
            <a:srgbClr val="7D8990">
              <a:alpha val="40000"/>
            </a:srgbClr>
          </a:solidFill>
          <a:ln w="0">
            <a:noFill/>
            <a:prstDash val="solid"/>
          </a:ln>
        </p:spPr>
      </p:sp>
      <p:sp>
        <p:nvSpPr>
          <p:cNvPr id="1299" name="LigandSeek2_vs_LigandSeek1_ellipse_6813">
            <a:extLst>
              <a:ext uri="{FF2B5EF4-FFF2-40B4-BE49-F238E27FC236}">
                <a16:creationId xmlns:a16="http://schemas.microsoft.com/office/drawing/2014/main" id="{CECB0A13-1E5C-4091-811C-EB8A64A4C593}"/>
              </a:ext>
            </a:extLst>
          </p:cNvPr>
          <p:cNvSpPr>
            <a:spLocks noGrp="1"/>
          </p:cNvSpPr>
          <p:nvPr/>
        </p:nvSpPr>
        <p:spPr>
          <a:xfrm>
            <a:off x="1577998" y="1367688"/>
            <a:ext cx="24757" cy="24757"/>
          </a:xfrm>
          <a:prstGeom prst="ellipse">
            <a:avLst/>
          </a:prstGeom>
          <a:solidFill>
            <a:srgbClr val="7D8990">
              <a:alpha val="40000"/>
            </a:srgbClr>
          </a:solidFill>
          <a:ln w="0">
            <a:noFill/>
            <a:prstDash val="solid"/>
          </a:ln>
        </p:spPr>
      </p:sp>
      <p:sp>
        <p:nvSpPr>
          <p:cNvPr id="1300" name="LigandSeek2_vs_LigandSeek1_ellipse_6814">
            <a:extLst>
              <a:ext uri="{FF2B5EF4-FFF2-40B4-BE49-F238E27FC236}">
                <a16:creationId xmlns:a16="http://schemas.microsoft.com/office/drawing/2014/main" id="{DC9C9792-7229-4CB7-AF4A-AAF9BB875E65}"/>
              </a:ext>
            </a:extLst>
          </p:cNvPr>
          <p:cNvSpPr>
            <a:spLocks noGrp="1"/>
          </p:cNvSpPr>
          <p:nvPr/>
        </p:nvSpPr>
        <p:spPr>
          <a:xfrm>
            <a:off x="1558096" y="1890368"/>
            <a:ext cx="24757" cy="24757"/>
          </a:xfrm>
          <a:prstGeom prst="ellipse">
            <a:avLst/>
          </a:prstGeom>
          <a:solidFill>
            <a:srgbClr val="7D8990">
              <a:alpha val="40000"/>
            </a:srgbClr>
          </a:solidFill>
          <a:ln w="0">
            <a:noFill/>
            <a:prstDash val="solid"/>
          </a:ln>
        </p:spPr>
      </p:sp>
      <p:sp>
        <p:nvSpPr>
          <p:cNvPr id="1301" name="LigandSeek2_vs_LigandSeek1_ellipse_6815">
            <a:extLst>
              <a:ext uri="{FF2B5EF4-FFF2-40B4-BE49-F238E27FC236}">
                <a16:creationId xmlns:a16="http://schemas.microsoft.com/office/drawing/2014/main" id="{B3395028-47FA-46A6-94A7-41D00DE9219A}"/>
              </a:ext>
            </a:extLst>
          </p:cNvPr>
          <p:cNvSpPr>
            <a:spLocks noGrp="1"/>
          </p:cNvSpPr>
          <p:nvPr/>
        </p:nvSpPr>
        <p:spPr>
          <a:xfrm>
            <a:off x="1568204" y="845009"/>
            <a:ext cx="24757" cy="24757"/>
          </a:xfrm>
          <a:prstGeom prst="ellipse">
            <a:avLst/>
          </a:prstGeom>
          <a:solidFill>
            <a:srgbClr val="7D8990">
              <a:alpha val="40000"/>
            </a:srgbClr>
          </a:solidFill>
          <a:ln w="0">
            <a:noFill/>
            <a:prstDash val="solid"/>
          </a:ln>
        </p:spPr>
      </p:sp>
      <p:sp>
        <p:nvSpPr>
          <p:cNvPr id="1302" name="LigandSeek2_vs_LigandSeek1_ellipse_6816">
            <a:extLst>
              <a:ext uri="{FF2B5EF4-FFF2-40B4-BE49-F238E27FC236}">
                <a16:creationId xmlns:a16="http://schemas.microsoft.com/office/drawing/2014/main" id="{06DE5C07-30EF-4F0A-BC58-CA9962F83ECC}"/>
              </a:ext>
            </a:extLst>
          </p:cNvPr>
          <p:cNvSpPr>
            <a:spLocks noGrp="1"/>
          </p:cNvSpPr>
          <p:nvPr/>
        </p:nvSpPr>
        <p:spPr>
          <a:xfrm>
            <a:off x="1527625" y="845009"/>
            <a:ext cx="24757" cy="24757"/>
          </a:xfrm>
          <a:prstGeom prst="ellipse">
            <a:avLst/>
          </a:prstGeom>
          <a:solidFill>
            <a:srgbClr val="7D8990">
              <a:alpha val="40000"/>
            </a:srgbClr>
          </a:solidFill>
          <a:ln w="0">
            <a:noFill/>
            <a:prstDash val="solid"/>
          </a:ln>
        </p:spPr>
      </p:sp>
      <p:sp>
        <p:nvSpPr>
          <p:cNvPr id="1303" name="LigandSeek2_vs_LigandSeek1_ellipse_6817">
            <a:extLst>
              <a:ext uri="{FF2B5EF4-FFF2-40B4-BE49-F238E27FC236}">
                <a16:creationId xmlns:a16="http://schemas.microsoft.com/office/drawing/2014/main" id="{031061A5-FC88-4DDF-9BB7-B56B7F361ACE}"/>
              </a:ext>
            </a:extLst>
          </p:cNvPr>
          <p:cNvSpPr>
            <a:spLocks noGrp="1"/>
          </p:cNvSpPr>
          <p:nvPr/>
        </p:nvSpPr>
        <p:spPr>
          <a:xfrm>
            <a:off x="1593600" y="1106349"/>
            <a:ext cx="24757" cy="24757"/>
          </a:xfrm>
          <a:prstGeom prst="ellipse">
            <a:avLst/>
          </a:prstGeom>
          <a:solidFill>
            <a:srgbClr val="7D8990">
              <a:alpha val="40000"/>
            </a:srgbClr>
          </a:solidFill>
          <a:ln w="0">
            <a:noFill/>
            <a:prstDash val="solid"/>
          </a:ln>
        </p:spPr>
      </p:sp>
      <p:sp>
        <p:nvSpPr>
          <p:cNvPr id="1304" name="LigandSeek2_vs_LigandSeek1_ellipse_6818">
            <a:extLst>
              <a:ext uri="{FF2B5EF4-FFF2-40B4-BE49-F238E27FC236}">
                <a16:creationId xmlns:a16="http://schemas.microsoft.com/office/drawing/2014/main" id="{18E9D483-C320-4E9D-8A99-3D786E3458D3}"/>
              </a:ext>
            </a:extLst>
          </p:cNvPr>
          <p:cNvSpPr>
            <a:spLocks noGrp="1"/>
          </p:cNvSpPr>
          <p:nvPr/>
        </p:nvSpPr>
        <p:spPr>
          <a:xfrm>
            <a:off x="1558791" y="1796963"/>
            <a:ext cx="24757" cy="24757"/>
          </a:xfrm>
          <a:prstGeom prst="ellipse">
            <a:avLst/>
          </a:prstGeom>
          <a:solidFill>
            <a:srgbClr val="7D8990">
              <a:alpha val="40000"/>
            </a:srgbClr>
          </a:solidFill>
          <a:ln w="0">
            <a:noFill/>
            <a:prstDash val="solid"/>
          </a:ln>
        </p:spPr>
      </p:sp>
      <p:sp>
        <p:nvSpPr>
          <p:cNvPr id="1305" name="LigandSeek2_vs_LigandSeek1_ellipse_6819">
            <a:extLst>
              <a:ext uri="{FF2B5EF4-FFF2-40B4-BE49-F238E27FC236}">
                <a16:creationId xmlns:a16="http://schemas.microsoft.com/office/drawing/2014/main" id="{D6232CED-77CA-4F11-9E52-1F5AC3769717}"/>
              </a:ext>
            </a:extLst>
          </p:cNvPr>
          <p:cNvSpPr>
            <a:spLocks noGrp="1"/>
          </p:cNvSpPr>
          <p:nvPr/>
        </p:nvSpPr>
        <p:spPr>
          <a:xfrm>
            <a:off x="1571837" y="845009"/>
            <a:ext cx="24757" cy="24757"/>
          </a:xfrm>
          <a:prstGeom prst="ellipse">
            <a:avLst/>
          </a:prstGeom>
          <a:solidFill>
            <a:srgbClr val="7D8990">
              <a:alpha val="40000"/>
            </a:srgbClr>
          </a:solidFill>
          <a:ln w="0">
            <a:noFill/>
            <a:prstDash val="solid"/>
          </a:ln>
        </p:spPr>
      </p:sp>
      <p:sp>
        <p:nvSpPr>
          <p:cNvPr id="1306" name="LigandSeek2_vs_LigandSeek1_ellipse_6820">
            <a:extLst>
              <a:ext uri="{FF2B5EF4-FFF2-40B4-BE49-F238E27FC236}">
                <a16:creationId xmlns:a16="http://schemas.microsoft.com/office/drawing/2014/main" id="{4D6BAA4C-BDAE-46F0-9764-13C4E6E1CBF4}"/>
              </a:ext>
            </a:extLst>
          </p:cNvPr>
          <p:cNvSpPr>
            <a:spLocks noGrp="1"/>
          </p:cNvSpPr>
          <p:nvPr/>
        </p:nvSpPr>
        <p:spPr>
          <a:xfrm>
            <a:off x="1551120" y="1754471"/>
            <a:ext cx="24757" cy="24757"/>
          </a:xfrm>
          <a:prstGeom prst="ellipse">
            <a:avLst/>
          </a:prstGeom>
          <a:solidFill>
            <a:srgbClr val="7D8990">
              <a:alpha val="40000"/>
            </a:srgbClr>
          </a:solidFill>
          <a:ln w="0">
            <a:noFill/>
            <a:prstDash val="solid"/>
          </a:ln>
        </p:spPr>
      </p:sp>
      <p:sp>
        <p:nvSpPr>
          <p:cNvPr id="1307" name="LigandSeek2_vs_LigandSeek1_ellipse_6821">
            <a:extLst>
              <a:ext uri="{FF2B5EF4-FFF2-40B4-BE49-F238E27FC236}">
                <a16:creationId xmlns:a16="http://schemas.microsoft.com/office/drawing/2014/main" id="{F0625FCA-0482-40D6-86A7-B19E220F5FD5}"/>
              </a:ext>
            </a:extLst>
          </p:cNvPr>
          <p:cNvSpPr>
            <a:spLocks noGrp="1"/>
          </p:cNvSpPr>
          <p:nvPr/>
        </p:nvSpPr>
        <p:spPr>
          <a:xfrm>
            <a:off x="1599482" y="1237019"/>
            <a:ext cx="24757" cy="24757"/>
          </a:xfrm>
          <a:prstGeom prst="ellipse">
            <a:avLst/>
          </a:prstGeom>
          <a:solidFill>
            <a:srgbClr val="7D8990">
              <a:alpha val="40000"/>
            </a:srgbClr>
          </a:solidFill>
          <a:ln w="0">
            <a:noFill/>
            <a:prstDash val="solid"/>
          </a:ln>
        </p:spPr>
      </p:sp>
      <p:sp>
        <p:nvSpPr>
          <p:cNvPr id="1308" name="LigandSeek2_vs_LigandSeek1_ellipse_6822">
            <a:extLst>
              <a:ext uri="{FF2B5EF4-FFF2-40B4-BE49-F238E27FC236}">
                <a16:creationId xmlns:a16="http://schemas.microsoft.com/office/drawing/2014/main" id="{5A10D818-5D3A-40DF-8363-A67F50C3D2C5}"/>
              </a:ext>
            </a:extLst>
          </p:cNvPr>
          <p:cNvSpPr>
            <a:spLocks noGrp="1"/>
          </p:cNvSpPr>
          <p:nvPr/>
        </p:nvSpPr>
        <p:spPr>
          <a:xfrm>
            <a:off x="1547496" y="1258797"/>
            <a:ext cx="24757" cy="24757"/>
          </a:xfrm>
          <a:prstGeom prst="ellipse">
            <a:avLst/>
          </a:prstGeom>
          <a:solidFill>
            <a:srgbClr val="7D8990">
              <a:alpha val="40000"/>
            </a:srgbClr>
          </a:solidFill>
          <a:ln w="0">
            <a:noFill/>
            <a:prstDash val="solid"/>
          </a:ln>
        </p:spPr>
      </p:sp>
      <p:sp>
        <p:nvSpPr>
          <p:cNvPr id="1309" name="LigandSeek2_vs_LigandSeek1_ellipse_6823">
            <a:extLst>
              <a:ext uri="{FF2B5EF4-FFF2-40B4-BE49-F238E27FC236}">
                <a16:creationId xmlns:a16="http://schemas.microsoft.com/office/drawing/2014/main" id="{C2019662-0BA6-4611-9ACF-52823FDC810E}"/>
              </a:ext>
            </a:extLst>
          </p:cNvPr>
          <p:cNvSpPr>
            <a:spLocks noGrp="1"/>
          </p:cNvSpPr>
          <p:nvPr/>
        </p:nvSpPr>
        <p:spPr>
          <a:xfrm>
            <a:off x="1524951" y="1367688"/>
            <a:ext cx="24757" cy="24757"/>
          </a:xfrm>
          <a:prstGeom prst="ellipse">
            <a:avLst/>
          </a:prstGeom>
          <a:solidFill>
            <a:srgbClr val="7D8990">
              <a:alpha val="40000"/>
            </a:srgbClr>
          </a:solidFill>
          <a:ln w="0">
            <a:noFill/>
            <a:prstDash val="solid"/>
          </a:ln>
        </p:spPr>
      </p:sp>
      <p:sp>
        <p:nvSpPr>
          <p:cNvPr id="1310" name="LigandSeek2_vs_LigandSeek1_ellipse_6824">
            <a:extLst>
              <a:ext uri="{FF2B5EF4-FFF2-40B4-BE49-F238E27FC236}">
                <a16:creationId xmlns:a16="http://schemas.microsoft.com/office/drawing/2014/main" id="{298EEA8B-E6BB-4C68-BEDF-C009ED12CA79}"/>
              </a:ext>
            </a:extLst>
          </p:cNvPr>
          <p:cNvSpPr>
            <a:spLocks noGrp="1"/>
          </p:cNvSpPr>
          <p:nvPr/>
        </p:nvSpPr>
        <p:spPr>
          <a:xfrm>
            <a:off x="1529544" y="1454802"/>
            <a:ext cx="24757" cy="24757"/>
          </a:xfrm>
          <a:prstGeom prst="ellipse">
            <a:avLst/>
          </a:prstGeom>
          <a:solidFill>
            <a:srgbClr val="7D8990">
              <a:alpha val="40000"/>
            </a:srgbClr>
          </a:solidFill>
          <a:ln w="0">
            <a:noFill/>
            <a:prstDash val="solid"/>
          </a:ln>
        </p:spPr>
      </p:sp>
      <p:sp>
        <p:nvSpPr>
          <p:cNvPr id="1311" name="LigandSeek2_vs_LigandSeek1_ellipse_6825">
            <a:extLst>
              <a:ext uri="{FF2B5EF4-FFF2-40B4-BE49-F238E27FC236}">
                <a16:creationId xmlns:a16="http://schemas.microsoft.com/office/drawing/2014/main" id="{E5B673E9-31C8-419B-8B47-0FE8D17711A0}"/>
              </a:ext>
            </a:extLst>
          </p:cNvPr>
          <p:cNvSpPr>
            <a:spLocks noGrp="1"/>
          </p:cNvSpPr>
          <p:nvPr/>
        </p:nvSpPr>
        <p:spPr>
          <a:xfrm>
            <a:off x="1571052" y="1737584"/>
            <a:ext cx="24757" cy="24757"/>
          </a:xfrm>
          <a:prstGeom prst="ellipse">
            <a:avLst/>
          </a:prstGeom>
          <a:solidFill>
            <a:srgbClr val="7D8990">
              <a:alpha val="40000"/>
            </a:srgbClr>
          </a:solidFill>
          <a:ln w="0">
            <a:noFill/>
            <a:prstDash val="solid"/>
          </a:ln>
        </p:spPr>
      </p:sp>
      <p:sp>
        <p:nvSpPr>
          <p:cNvPr id="1312" name="LigandSeek2_vs_LigandSeek1_ellipse_6826">
            <a:extLst>
              <a:ext uri="{FF2B5EF4-FFF2-40B4-BE49-F238E27FC236}">
                <a16:creationId xmlns:a16="http://schemas.microsoft.com/office/drawing/2014/main" id="{04544068-0878-46D5-9A9A-93AB044BBF08}"/>
              </a:ext>
            </a:extLst>
          </p:cNvPr>
          <p:cNvSpPr>
            <a:spLocks noGrp="1"/>
          </p:cNvSpPr>
          <p:nvPr/>
        </p:nvSpPr>
        <p:spPr>
          <a:xfrm>
            <a:off x="1597086" y="1591694"/>
            <a:ext cx="24757" cy="24757"/>
          </a:xfrm>
          <a:prstGeom prst="ellipse">
            <a:avLst/>
          </a:prstGeom>
          <a:solidFill>
            <a:srgbClr val="7D8990">
              <a:alpha val="40000"/>
            </a:srgbClr>
          </a:solidFill>
          <a:ln w="0">
            <a:noFill/>
            <a:prstDash val="solid"/>
          </a:ln>
        </p:spPr>
      </p:sp>
      <p:sp>
        <p:nvSpPr>
          <p:cNvPr id="1313" name="LigandSeek2_vs_LigandSeek1_ellipse_6827">
            <a:extLst>
              <a:ext uri="{FF2B5EF4-FFF2-40B4-BE49-F238E27FC236}">
                <a16:creationId xmlns:a16="http://schemas.microsoft.com/office/drawing/2014/main" id="{A4B310F9-A76C-434C-9125-D494B890995D}"/>
              </a:ext>
            </a:extLst>
          </p:cNvPr>
          <p:cNvSpPr>
            <a:spLocks noGrp="1"/>
          </p:cNvSpPr>
          <p:nvPr/>
        </p:nvSpPr>
        <p:spPr>
          <a:xfrm>
            <a:off x="1540131" y="845009"/>
            <a:ext cx="24757" cy="24757"/>
          </a:xfrm>
          <a:prstGeom prst="ellipse">
            <a:avLst/>
          </a:prstGeom>
          <a:solidFill>
            <a:srgbClr val="7D8990">
              <a:alpha val="40000"/>
            </a:srgbClr>
          </a:solidFill>
          <a:ln w="0">
            <a:noFill/>
            <a:prstDash val="solid"/>
          </a:ln>
        </p:spPr>
      </p:sp>
      <p:sp>
        <p:nvSpPr>
          <p:cNvPr id="1314" name="LigandSeek2_vs_LigandSeek1_ellipse_6828">
            <a:extLst>
              <a:ext uri="{FF2B5EF4-FFF2-40B4-BE49-F238E27FC236}">
                <a16:creationId xmlns:a16="http://schemas.microsoft.com/office/drawing/2014/main" id="{6963CB98-9EEF-4F90-9662-8336EDC88EAE}"/>
              </a:ext>
            </a:extLst>
          </p:cNvPr>
          <p:cNvSpPr>
            <a:spLocks noGrp="1"/>
          </p:cNvSpPr>
          <p:nvPr/>
        </p:nvSpPr>
        <p:spPr>
          <a:xfrm>
            <a:off x="1562395" y="1890368"/>
            <a:ext cx="24757" cy="24757"/>
          </a:xfrm>
          <a:prstGeom prst="ellipse">
            <a:avLst/>
          </a:prstGeom>
          <a:solidFill>
            <a:srgbClr val="7D8990">
              <a:alpha val="40000"/>
            </a:srgbClr>
          </a:solidFill>
          <a:ln w="0">
            <a:noFill/>
            <a:prstDash val="solid"/>
          </a:ln>
        </p:spPr>
      </p:sp>
      <p:sp>
        <p:nvSpPr>
          <p:cNvPr id="1315" name="LigandSeek2_vs_LigandSeek1_ellipse_6829">
            <a:extLst>
              <a:ext uri="{FF2B5EF4-FFF2-40B4-BE49-F238E27FC236}">
                <a16:creationId xmlns:a16="http://schemas.microsoft.com/office/drawing/2014/main" id="{62EA5DFD-091D-4F35-983A-55BD1D0AEB58}"/>
              </a:ext>
            </a:extLst>
          </p:cNvPr>
          <p:cNvSpPr>
            <a:spLocks noGrp="1"/>
          </p:cNvSpPr>
          <p:nvPr/>
        </p:nvSpPr>
        <p:spPr>
          <a:xfrm>
            <a:off x="1535855" y="1526021"/>
            <a:ext cx="24757" cy="24757"/>
          </a:xfrm>
          <a:prstGeom prst="ellipse">
            <a:avLst/>
          </a:prstGeom>
          <a:solidFill>
            <a:srgbClr val="7D8990">
              <a:alpha val="40000"/>
            </a:srgbClr>
          </a:solidFill>
          <a:ln w="0">
            <a:noFill/>
            <a:prstDash val="solid"/>
          </a:ln>
        </p:spPr>
      </p:sp>
      <p:sp>
        <p:nvSpPr>
          <p:cNvPr id="1316" name="LigandSeek2_vs_LigandSeek1_ellipse_6830">
            <a:extLst>
              <a:ext uri="{FF2B5EF4-FFF2-40B4-BE49-F238E27FC236}">
                <a16:creationId xmlns:a16="http://schemas.microsoft.com/office/drawing/2014/main" id="{45D90968-4653-4A7D-8A44-65C71CC19D70}"/>
              </a:ext>
            </a:extLst>
          </p:cNvPr>
          <p:cNvSpPr>
            <a:spLocks noGrp="1"/>
          </p:cNvSpPr>
          <p:nvPr/>
        </p:nvSpPr>
        <p:spPr>
          <a:xfrm>
            <a:off x="1557587" y="845009"/>
            <a:ext cx="24757" cy="24757"/>
          </a:xfrm>
          <a:prstGeom prst="ellipse">
            <a:avLst/>
          </a:prstGeom>
          <a:solidFill>
            <a:srgbClr val="7D8990">
              <a:alpha val="40000"/>
            </a:srgbClr>
          </a:solidFill>
          <a:ln w="0">
            <a:noFill/>
            <a:prstDash val="solid"/>
          </a:ln>
        </p:spPr>
      </p:sp>
      <p:sp>
        <p:nvSpPr>
          <p:cNvPr id="1317" name="LigandSeek2_vs_LigandSeek1_ellipse_6831">
            <a:extLst>
              <a:ext uri="{FF2B5EF4-FFF2-40B4-BE49-F238E27FC236}">
                <a16:creationId xmlns:a16="http://schemas.microsoft.com/office/drawing/2014/main" id="{61604EB2-A15F-4346-9B98-E4C95E7D6C5B}"/>
              </a:ext>
            </a:extLst>
          </p:cNvPr>
          <p:cNvSpPr>
            <a:spLocks noGrp="1"/>
          </p:cNvSpPr>
          <p:nvPr/>
        </p:nvSpPr>
        <p:spPr>
          <a:xfrm>
            <a:off x="1588876" y="1716141"/>
            <a:ext cx="24757" cy="24757"/>
          </a:xfrm>
          <a:prstGeom prst="ellipse">
            <a:avLst/>
          </a:prstGeom>
          <a:solidFill>
            <a:srgbClr val="7D8990">
              <a:alpha val="40000"/>
            </a:srgbClr>
          </a:solidFill>
          <a:ln w="0">
            <a:noFill/>
            <a:prstDash val="solid"/>
          </a:ln>
        </p:spPr>
      </p:sp>
      <p:sp>
        <p:nvSpPr>
          <p:cNvPr id="1318" name="LigandSeek2_vs_LigandSeek1_ellipse_6832">
            <a:extLst>
              <a:ext uri="{FF2B5EF4-FFF2-40B4-BE49-F238E27FC236}">
                <a16:creationId xmlns:a16="http://schemas.microsoft.com/office/drawing/2014/main" id="{14C09B0B-3D9B-437D-B030-1FE7E8E8EC7D}"/>
              </a:ext>
            </a:extLst>
          </p:cNvPr>
          <p:cNvSpPr>
            <a:spLocks noGrp="1"/>
          </p:cNvSpPr>
          <p:nvPr/>
        </p:nvSpPr>
        <p:spPr>
          <a:xfrm>
            <a:off x="1542975" y="1498358"/>
            <a:ext cx="24757" cy="24757"/>
          </a:xfrm>
          <a:prstGeom prst="ellipse">
            <a:avLst/>
          </a:prstGeom>
          <a:solidFill>
            <a:srgbClr val="7D8990">
              <a:alpha val="40000"/>
            </a:srgbClr>
          </a:solidFill>
          <a:ln w="0">
            <a:noFill/>
            <a:prstDash val="solid"/>
          </a:ln>
        </p:spPr>
      </p:sp>
      <p:sp>
        <p:nvSpPr>
          <p:cNvPr id="1319" name="LigandSeek2_vs_LigandSeek1_ellipse_6833">
            <a:extLst>
              <a:ext uri="{FF2B5EF4-FFF2-40B4-BE49-F238E27FC236}">
                <a16:creationId xmlns:a16="http://schemas.microsoft.com/office/drawing/2014/main" id="{2C5E60C0-DFE9-413A-BE7C-0D40233BC02C}"/>
              </a:ext>
            </a:extLst>
          </p:cNvPr>
          <p:cNvSpPr>
            <a:spLocks noGrp="1"/>
          </p:cNvSpPr>
          <p:nvPr/>
        </p:nvSpPr>
        <p:spPr>
          <a:xfrm>
            <a:off x="1604155" y="1890368"/>
            <a:ext cx="24757" cy="24757"/>
          </a:xfrm>
          <a:prstGeom prst="ellipse">
            <a:avLst/>
          </a:prstGeom>
          <a:solidFill>
            <a:srgbClr val="7D8990">
              <a:alpha val="40000"/>
            </a:srgbClr>
          </a:solidFill>
          <a:ln w="0">
            <a:noFill/>
            <a:prstDash val="solid"/>
          </a:ln>
        </p:spPr>
      </p:sp>
      <p:sp>
        <p:nvSpPr>
          <p:cNvPr id="1320" name="LigandSeek2_vs_LigandSeek1_ellipse_6834">
            <a:extLst>
              <a:ext uri="{FF2B5EF4-FFF2-40B4-BE49-F238E27FC236}">
                <a16:creationId xmlns:a16="http://schemas.microsoft.com/office/drawing/2014/main" id="{59AE55D1-BD30-4033-81D5-A17E52B5DD62}"/>
              </a:ext>
            </a:extLst>
          </p:cNvPr>
          <p:cNvSpPr>
            <a:spLocks noGrp="1"/>
          </p:cNvSpPr>
          <p:nvPr/>
        </p:nvSpPr>
        <p:spPr>
          <a:xfrm>
            <a:off x="1559298" y="1367688"/>
            <a:ext cx="24757" cy="24757"/>
          </a:xfrm>
          <a:prstGeom prst="ellipse">
            <a:avLst/>
          </a:prstGeom>
          <a:solidFill>
            <a:srgbClr val="7D8990">
              <a:alpha val="40000"/>
            </a:srgbClr>
          </a:solidFill>
          <a:ln w="0">
            <a:noFill/>
            <a:prstDash val="solid"/>
          </a:ln>
        </p:spPr>
      </p:sp>
      <p:sp>
        <p:nvSpPr>
          <p:cNvPr id="1321" name="LigandSeek2_vs_LigandSeek1_ellipse_6835">
            <a:extLst>
              <a:ext uri="{FF2B5EF4-FFF2-40B4-BE49-F238E27FC236}">
                <a16:creationId xmlns:a16="http://schemas.microsoft.com/office/drawing/2014/main" id="{39500DD2-AF84-4F3C-98EF-F6EBAACA5C74}"/>
              </a:ext>
            </a:extLst>
          </p:cNvPr>
          <p:cNvSpPr>
            <a:spLocks noGrp="1"/>
          </p:cNvSpPr>
          <p:nvPr/>
        </p:nvSpPr>
        <p:spPr>
          <a:xfrm>
            <a:off x="1538112" y="845009"/>
            <a:ext cx="24757" cy="24757"/>
          </a:xfrm>
          <a:prstGeom prst="ellipse">
            <a:avLst/>
          </a:prstGeom>
          <a:solidFill>
            <a:srgbClr val="7D8990">
              <a:alpha val="40000"/>
            </a:srgbClr>
          </a:solidFill>
          <a:ln w="0">
            <a:noFill/>
            <a:prstDash val="solid"/>
          </a:ln>
        </p:spPr>
      </p:sp>
      <p:sp>
        <p:nvSpPr>
          <p:cNvPr id="1322" name="LigandSeek2_vs_LigandSeek1_ellipse_6836">
            <a:extLst>
              <a:ext uri="{FF2B5EF4-FFF2-40B4-BE49-F238E27FC236}">
                <a16:creationId xmlns:a16="http://schemas.microsoft.com/office/drawing/2014/main" id="{CD92FBB0-7B4F-41B7-B2B6-2972034CC7AE}"/>
              </a:ext>
            </a:extLst>
          </p:cNvPr>
          <p:cNvSpPr>
            <a:spLocks noGrp="1"/>
          </p:cNvSpPr>
          <p:nvPr/>
        </p:nvSpPr>
        <p:spPr>
          <a:xfrm>
            <a:off x="1566939" y="1193462"/>
            <a:ext cx="24757" cy="24757"/>
          </a:xfrm>
          <a:prstGeom prst="ellipse">
            <a:avLst/>
          </a:prstGeom>
          <a:solidFill>
            <a:srgbClr val="7D8990">
              <a:alpha val="40000"/>
            </a:srgbClr>
          </a:solidFill>
          <a:ln w="0">
            <a:noFill/>
            <a:prstDash val="solid"/>
          </a:ln>
        </p:spPr>
      </p:sp>
      <p:sp>
        <p:nvSpPr>
          <p:cNvPr id="1323" name="LigandSeek2_vs_LigandSeek1_ellipse_6837">
            <a:extLst>
              <a:ext uri="{FF2B5EF4-FFF2-40B4-BE49-F238E27FC236}">
                <a16:creationId xmlns:a16="http://schemas.microsoft.com/office/drawing/2014/main" id="{C116C6C7-A11F-4A3E-BDB8-74C17DC82151}"/>
              </a:ext>
            </a:extLst>
          </p:cNvPr>
          <p:cNvSpPr>
            <a:spLocks noGrp="1"/>
          </p:cNvSpPr>
          <p:nvPr/>
        </p:nvSpPr>
        <p:spPr>
          <a:xfrm>
            <a:off x="1528365" y="975679"/>
            <a:ext cx="24757" cy="24757"/>
          </a:xfrm>
          <a:prstGeom prst="ellipse">
            <a:avLst/>
          </a:prstGeom>
          <a:solidFill>
            <a:srgbClr val="7D8990">
              <a:alpha val="40000"/>
            </a:srgbClr>
          </a:solidFill>
          <a:ln w="0">
            <a:noFill/>
            <a:prstDash val="solid"/>
          </a:ln>
        </p:spPr>
      </p:sp>
      <p:sp>
        <p:nvSpPr>
          <p:cNvPr id="1324" name="LigandSeek2_vs_LigandSeek1_ellipse_6838">
            <a:extLst>
              <a:ext uri="{FF2B5EF4-FFF2-40B4-BE49-F238E27FC236}">
                <a16:creationId xmlns:a16="http://schemas.microsoft.com/office/drawing/2014/main" id="{7D385B61-5B9A-4F18-8610-3832EECE87B7}"/>
              </a:ext>
            </a:extLst>
          </p:cNvPr>
          <p:cNvSpPr>
            <a:spLocks noGrp="1"/>
          </p:cNvSpPr>
          <p:nvPr/>
        </p:nvSpPr>
        <p:spPr>
          <a:xfrm>
            <a:off x="1521991" y="1541915"/>
            <a:ext cx="24757" cy="24757"/>
          </a:xfrm>
          <a:prstGeom prst="ellipse">
            <a:avLst/>
          </a:prstGeom>
          <a:solidFill>
            <a:srgbClr val="7D8990">
              <a:alpha val="40000"/>
            </a:srgbClr>
          </a:solidFill>
          <a:ln w="0">
            <a:noFill/>
            <a:prstDash val="solid"/>
          </a:ln>
        </p:spPr>
      </p:sp>
      <p:sp>
        <p:nvSpPr>
          <p:cNvPr id="1325" name="LigandSeek2_vs_LigandSeek1_ellipse_6839">
            <a:extLst>
              <a:ext uri="{FF2B5EF4-FFF2-40B4-BE49-F238E27FC236}">
                <a16:creationId xmlns:a16="http://schemas.microsoft.com/office/drawing/2014/main" id="{94AFAE9E-A9C7-4326-A85F-ABE018BFF3BB}"/>
              </a:ext>
            </a:extLst>
          </p:cNvPr>
          <p:cNvSpPr>
            <a:spLocks noGrp="1"/>
          </p:cNvSpPr>
          <p:nvPr/>
        </p:nvSpPr>
        <p:spPr>
          <a:xfrm>
            <a:off x="1544992" y="1719823"/>
            <a:ext cx="24757" cy="24757"/>
          </a:xfrm>
          <a:prstGeom prst="ellipse">
            <a:avLst/>
          </a:prstGeom>
          <a:solidFill>
            <a:srgbClr val="7D8990">
              <a:alpha val="40000"/>
            </a:srgbClr>
          </a:solidFill>
          <a:ln w="0">
            <a:noFill/>
            <a:prstDash val="solid"/>
          </a:ln>
        </p:spPr>
      </p:sp>
      <p:sp>
        <p:nvSpPr>
          <p:cNvPr id="1326" name="LigandSeek2_vs_LigandSeek1_ellipse_6840">
            <a:extLst>
              <a:ext uri="{FF2B5EF4-FFF2-40B4-BE49-F238E27FC236}">
                <a16:creationId xmlns:a16="http://schemas.microsoft.com/office/drawing/2014/main" id="{255A114F-3EBB-4A1F-AE28-5A05E1D62E8F}"/>
              </a:ext>
            </a:extLst>
          </p:cNvPr>
          <p:cNvSpPr>
            <a:spLocks noGrp="1"/>
          </p:cNvSpPr>
          <p:nvPr/>
        </p:nvSpPr>
        <p:spPr>
          <a:xfrm>
            <a:off x="1551509" y="845009"/>
            <a:ext cx="24757" cy="24757"/>
          </a:xfrm>
          <a:prstGeom prst="ellipse">
            <a:avLst/>
          </a:prstGeom>
          <a:solidFill>
            <a:srgbClr val="7D8990">
              <a:alpha val="40000"/>
            </a:srgbClr>
          </a:solidFill>
          <a:ln w="0">
            <a:noFill/>
            <a:prstDash val="solid"/>
          </a:ln>
        </p:spPr>
      </p:sp>
      <p:sp>
        <p:nvSpPr>
          <p:cNvPr id="1327" name="LigandSeek2_vs_LigandSeek1_ellipse_6841">
            <a:extLst>
              <a:ext uri="{FF2B5EF4-FFF2-40B4-BE49-F238E27FC236}">
                <a16:creationId xmlns:a16="http://schemas.microsoft.com/office/drawing/2014/main" id="{29FEF3F5-661E-406C-8F61-6361EEF9D467}"/>
              </a:ext>
            </a:extLst>
          </p:cNvPr>
          <p:cNvSpPr>
            <a:spLocks noGrp="1"/>
          </p:cNvSpPr>
          <p:nvPr/>
        </p:nvSpPr>
        <p:spPr>
          <a:xfrm>
            <a:off x="1538342" y="1193462"/>
            <a:ext cx="24757" cy="24757"/>
          </a:xfrm>
          <a:prstGeom prst="ellipse">
            <a:avLst/>
          </a:prstGeom>
          <a:solidFill>
            <a:srgbClr val="7D8990">
              <a:alpha val="40000"/>
            </a:srgbClr>
          </a:solidFill>
          <a:ln w="0">
            <a:noFill/>
            <a:prstDash val="solid"/>
          </a:ln>
        </p:spPr>
      </p:sp>
      <p:sp>
        <p:nvSpPr>
          <p:cNvPr id="1328" name="LigandSeek2_vs_LigandSeek1_ellipse_6842">
            <a:extLst>
              <a:ext uri="{FF2B5EF4-FFF2-40B4-BE49-F238E27FC236}">
                <a16:creationId xmlns:a16="http://schemas.microsoft.com/office/drawing/2014/main" id="{5C1B722A-442F-4825-8555-18E8D17E941A}"/>
              </a:ext>
            </a:extLst>
          </p:cNvPr>
          <p:cNvSpPr>
            <a:spLocks noGrp="1"/>
          </p:cNvSpPr>
          <p:nvPr/>
        </p:nvSpPr>
        <p:spPr>
          <a:xfrm>
            <a:off x="1580279" y="1890368"/>
            <a:ext cx="24757" cy="24757"/>
          </a:xfrm>
          <a:prstGeom prst="ellipse">
            <a:avLst/>
          </a:prstGeom>
          <a:solidFill>
            <a:srgbClr val="7D8990">
              <a:alpha val="40000"/>
            </a:srgbClr>
          </a:solidFill>
          <a:ln w="0">
            <a:noFill/>
            <a:prstDash val="solid"/>
          </a:ln>
        </p:spPr>
      </p:sp>
      <p:sp>
        <p:nvSpPr>
          <p:cNvPr id="1329" name="LigandSeek2_vs_LigandSeek1_ellipse_6843">
            <a:extLst>
              <a:ext uri="{FF2B5EF4-FFF2-40B4-BE49-F238E27FC236}">
                <a16:creationId xmlns:a16="http://schemas.microsoft.com/office/drawing/2014/main" id="{8F4BC7E4-4DE1-425B-BC0D-C10AC7400591}"/>
              </a:ext>
            </a:extLst>
          </p:cNvPr>
          <p:cNvSpPr>
            <a:spLocks noGrp="1"/>
          </p:cNvSpPr>
          <p:nvPr/>
        </p:nvSpPr>
        <p:spPr>
          <a:xfrm>
            <a:off x="1577130" y="845009"/>
            <a:ext cx="24757" cy="24757"/>
          </a:xfrm>
          <a:prstGeom prst="ellipse">
            <a:avLst/>
          </a:prstGeom>
          <a:solidFill>
            <a:srgbClr val="7D8990">
              <a:alpha val="40000"/>
            </a:srgbClr>
          </a:solidFill>
          <a:ln w="0">
            <a:noFill/>
            <a:prstDash val="solid"/>
          </a:ln>
        </p:spPr>
      </p:sp>
      <p:sp>
        <p:nvSpPr>
          <p:cNvPr id="1330" name="LigandSeek2_vs_LigandSeek1_ellipse_6844">
            <a:extLst>
              <a:ext uri="{FF2B5EF4-FFF2-40B4-BE49-F238E27FC236}">
                <a16:creationId xmlns:a16="http://schemas.microsoft.com/office/drawing/2014/main" id="{F9226EEB-03E2-4616-BCB3-778D78D03FFA}"/>
              </a:ext>
            </a:extLst>
          </p:cNvPr>
          <p:cNvSpPr>
            <a:spLocks noGrp="1"/>
          </p:cNvSpPr>
          <p:nvPr/>
        </p:nvSpPr>
        <p:spPr>
          <a:xfrm>
            <a:off x="1575390" y="1698719"/>
            <a:ext cx="24757" cy="24757"/>
          </a:xfrm>
          <a:prstGeom prst="ellipse">
            <a:avLst/>
          </a:prstGeom>
          <a:solidFill>
            <a:srgbClr val="7D8990">
              <a:alpha val="40000"/>
            </a:srgbClr>
          </a:solidFill>
          <a:ln w="0">
            <a:noFill/>
            <a:prstDash val="solid"/>
          </a:ln>
        </p:spPr>
      </p:sp>
      <p:sp>
        <p:nvSpPr>
          <p:cNvPr id="1331" name="LigandSeek2_vs_LigandSeek1_ellipse_6845">
            <a:extLst>
              <a:ext uri="{FF2B5EF4-FFF2-40B4-BE49-F238E27FC236}">
                <a16:creationId xmlns:a16="http://schemas.microsoft.com/office/drawing/2014/main" id="{127740D4-3C55-4C8F-8E7F-041778F56FB1}"/>
              </a:ext>
            </a:extLst>
          </p:cNvPr>
          <p:cNvSpPr>
            <a:spLocks noGrp="1"/>
          </p:cNvSpPr>
          <p:nvPr/>
        </p:nvSpPr>
        <p:spPr>
          <a:xfrm>
            <a:off x="1599028" y="845009"/>
            <a:ext cx="24757" cy="24757"/>
          </a:xfrm>
          <a:prstGeom prst="ellipse">
            <a:avLst/>
          </a:prstGeom>
          <a:solidFill>
            <a:srgbClr val="7D8990">
              <a:alpha val="40000"/>
            </a:srgbClr>
          </a:solidFill>
          <a:ln w="0">
            <a:noFill/>
            <a:prstDash val="solid"/>
          </a:ln>
        </p:spPr>
      </p:sp>
      <p:sp>
        <p:nvSpPr>
          <p:cNvPr id="1332" name="LigandSeek2_vs_LigandSeek1_ellipse_6846">
            <a:extLst>
              <a:ext uri="{FF2B5EF4-FFF2-40B4-BE49-F238E27FC236}">
                <a16:creationId xmlns:a16="http://schemas.microsoft.com/office/drawing/2014/main" id="{F4DE6B95-0373-4923-96BD-495F885B35C7}"/>
              </a:ext>
            </a:extLst>
          </p:cNvPr>
          <p:cNvSpPr>
            <a:spLocks noGrp="1"/>
          </p:cNvSpPr>
          <p:nvPr/>
        </p:nvSpPr>
        <p:spPr>
          <a:xfrm>
            <a:off x="1594626" y="845009"/>
            <a:ext cx="24757" cy="24757"/>
          </a:xfrm>
          <a:prstGeom prst="ellipse">
            <a:avLst/>
          </a:prstGeom>
          <a:solidFill>
            <a:srgbClr val="7D8990">
              <a:alpha val="40000"/>
            </a:srgbClr>
          </a:solidFill>
          <a:ln w="0">
            <a:noFill/>
            <a:prstDash val="solid"/>
          </a:ln>
        </p:spPr>
      </p:sp>
      <p:sp>
        <p:nvSpPr>
          <p:cNvPr id="1333" name="LigandSeek2_vs_LigandSeek1_ellipse_6847">
            <a:extLst>
              <a:ext uri="{FF2B5EF4-FFF2-40B4-BE49-F238E27FC236}">
                <a16:creationId xmlns:a16="http://schemas.microsoft.com/office/drawing/2014/main" id="{A4B98C70-4605-40D3-813F-B353E489E72D}"/>
              </a:ext>
            </a:extLst>
          </p:cNvPr>
          <p:cNvSpPr>
            <a:spLocks noGrp="1"/>
          </p:cNvSpPr>
          <p:nvPr/>
        </p:nvSpPr>
        <p:spPr>
          <a:xfrm>
            <a:off x="1530952" y="1106349"/>
            <a:ext cx="24757" cy="24757"/>
          </a:xfrm>
          <a:prstGeom prst="ellipse">
            <a:avLst/>
          </a:prstGeom>
          <a:solidFill>
            <a:srgbClr val="7D8990">
              <a:alpha val="40000"/>
            </a:srgbClr>
          </a:solidFill>
          <a:ln w="0">
            <a:noFill/>
            <a:prstDash val="solid"/>
          </a:ln>
        </p:spPr>
      </p:sp>
      <p:sp>
        <p:nvSpPr>
          <p:cNvPr id="1334" name="LigandSeek2_vs_LigandSeek1_ellipse_6848">
            <a:extLst>
              <a:ext uri="{FF2B5EF4-FFF2-40B4-BE49-F238E27FC236}">
                <a16:creationId xmlns:a16="http://schemas.microsoft.com/office/drawing/2014/main" id="{95FF0414-1E46-4183-8A72-40ACCE6A835C}"/>
              </a:ext>
            </a:extLst>
          </p:cNvPr>
          <p:cNvSpPr>
            <a:spLocks noGrp="1"/>
          </p:cNvSpPr>
          <p:nvPr/>
        </p:nvSpPr>
        <p:spPr>
          <a:xfrm>
            <a:off x="1575631" y="1507692"/>
            <a:ext cx="24757" cy="24757"/>
          </a:xfrm>
          <a:prstGeom prst="ellipse">
            <a:avLst/>
          </a:prstGeom>
          <a:solidFill>
            <a:srgbClr val="7D8990">
              <a:alpha val="40000"/>
            </a:srgbClr>
          </a:solidFill>
          <a:ln w="0">
            <a:noFill/>
            <a:prstDash val="solid"/>
          </a:ln>
        </p:spPr>
      </p:sp>
      <p:sp>
        <p:nvSpPr>
          <p:cNvPr id="1335" name="LigandSeek2_vs_LigandSeek1_ellipse_6849">
            <a:extLst>
              <a:ext uri="{FF2B5EF4-FFF2-40B4-BE49-F238E27FC236}">
                <a16:creationId xmlns:a16="http://schemas.microsoft.com/office/drawing/2014/main" id="{2CF89622-34EE-4C9C-9B7F-4B8DCAC271CE}"/>
              </a:ext>
            </a:extLst>
          </p:cNvPr>
          <p:cNvSpPr>
            <a:spLocks noGrp="1"/>
          </p:cNvSpPr>
          <p:nvPr/>
        </p:nvSpPr>
        <p:spPr>
          <a:xfrm>
            <a:off x="1534313" y="1890368"/>
            <a:ext cx="24757" cy="24757"/>
          </a:xfrm>
          <a:prstGeom prst="ellipse">
            <a:avLst/>
          </a:prstGeom>
          <a:solidFill>
            <a:srgbClr val="7D8990">
              <a:alpha val="40000"/>
            </a:srgbClr>
          </a:solidFill>
          <a:ln w="0">
            <a:noFill/>
            <a:prstDash val="solid"/>
          </a:ln>
        </p:spPr>
      </p:sp>
      <p:sp>
        <p:nvSpPr>
          <p:cNvPr id="1336" name="LigandSeek2_vs_LigandSeek1_ellipse_6850">
            <a:extLst>
              <a:ext uri="{FF2B5EF4-FFF2-40B4-BE49-F238E27FC236}">
                <a16:creationId xmlns:a16="http://schemas.microsoft.com/office/drawing/2014/main" id="{19ADF363-AF4C-4AD7-A63C-ED61DABB5497}"/>
              </a:ext>
            </a:extLst>
          </p:cNvPr>
          <p:cNvSpPr>
            <a:spLocks noGrp="1"/>
          </p:cNvSpPr>
          <p:nvPr/>
        </p:nvSpPr>
        <p:spPr>
          <a:xfrm>
            <a:off x="1541160" y="1529842"/>
            <a:ext cx="24757" cy="24757"/>
          </a:xfrm>
          <a:prstGeom prst="ellipse">
            <a:avLst/>
          </a:prstGeom>
          <a:solidFill>
            <a:srgbClr val="7D8990">
              <a:alpha val="40000"/>
            </a:srgbClr>
          </a:solidFill>
          <a:ln w="0">
            <a:noFill/>
            <a:prstDash val="solid"/>
          </a:ln>
        </p:spPr>
      </p:sp>
      <p:sp>
        <p:nvSpPr>
          <p:cNvPr id="1337" name="LigandSeek2_vs_LigandSeek1_ellipse_6851">
            <a:extLst>
              <a:ext uri="{FF2B5EF4-FFF2-40B4-BE49-F238E27FC236}">
                <a16:creationId xmlns:a16="http://schemas.microsoft.com/office/drawing/2014/main" id="{53DD1308-C72A-4592-8017-B9EF209BF0F6}"/>
              </a:ext>
            </a:extLst>
          </p:cNvPr>
          <p:cNvSpPr>
            <a:spLocks noGrp="1"/>
          </p:cNvSpPr>
          <p:nvPr/>
        </p:nvSpPr>
        <p:spPr>
          <a:xfrm>
            <a:off x="1585752" y="1670857"/>
            <a:ext cx="24757" cy="24757"/>
          </a:xfrm>
          <a:prstGeom prst="ellipse">
            <a:avLst/>
          </a:prstGeom>
          <a:solidFill>
            <a:srgbClr val="7D8990">
              <a:alpha val="40000"/>
            </a:srgbClr>
          </a:solidFill>
          <a:ln w="0">
            <a:noFill/>
            <a:prstDash val="solid"/>
          </a:ln>
        </p:spPr>
      </p:sp>
      <p:sp>
        <p:nvSpPr>
          <p:cNvPr id="1338" name="LigandSeek2_vs_LigandSeek1_ellipse_6852">
            <a:extLst>
              <a:ext uri="{FF2B5EF4-FFF2-40B4-BE49-F238E27FC236}">
                <a16:creationId xmlns:a16="http://schemas.microsoft.com/office/drawing/2014/main" id="{2B2A70C3-CA5B-4FAE-94FA-D89DDF205347}"/>
              </a:ext>
            </a:extLst>
          </p:cNvPr>
          <p:cNvSpPr>
            <a:spLocks noGrp="1"/>
          </p:cNvSpPr>
          <p:nvPr/>
        </p:nvSpPr>
        <p:spPr>
          <a:xfrm>
            <a:off x="1560008" y="1541915"/>
            <a:ext cx="24757" cy="24757"/>
          </a:xfrm>
          <a:prstGeom prst="ellipse">
            <a:avLst/>
          </a:prstGeom>
          <a:solidFill>
            <a:srgbClr val="7D8990">
              <a:alpha val="40000"/>
            </a:srgbClr>
          </a:solidFill>
          <a:ln w="0">
            <a:noFill/>
            <a:prstDash val="solid"/>
          </a:ln>
        </p:spPr>
      </p:sp>
      <p:sp>
        <p:nvSpPr>
          <p:cNvPr id="1339" name="LigandSeek2_vs_LigandSeek1_ellipse_6853">
            <a:extLst>
              <a:ext uri="{FF2B5EF4-FFF2-40B4-BE49-F238E27FC236}">
                <a16:creationId xmlns:a16="http://schemas.microsoft.com/office/drawing/2014/main" id="{B511CF25-06D9-44CD-BB0B-D3A29F526CAE}"/>
              </a:ext>
            </a:extLst>
          </p:cNvPr>
          <p:cNvSpPr>
            <a:spLocks noGrp="1"/>
          </p:cNvSpPr>
          <p:nvPr/>
        </p:nvSpPr>
        <p:spPr>
          <a:xfrm>
            <a:off x="1550966" y="1269375"/>
            <a:ext cx="24757" cy="24757"/>
          </a:xfrm>
          <a:prstGeom prst="ellipse">
            <a:avLst/>
          </a:prstGeom>
          <a:solidFill>
            <a:srgbClr val="7D8990">
              <a:alpha val="40000"/>
            </a:srgbClr>
          </a:solidFill>
          <a:ln w="0">
            <a:noFill/>
            <a:prstDash val="solid"/>
          </a:ln>
        </p:spPr>
      </p:sp>
      <p:sp>
        <p:nvSpPr>
          <p:cNvPr id="1340" name="LigandSeek2_vs_LigandSeek1_ellipse_6854">
            <a:extLst>
              <a:ext uri="{FF2B5EF4-FFF2-40B4-BE49-F238E27FC236}">
                <a16:creationId xmlns:a16="http://schemas.microsoft.com/office/drawing/2014/main" id="{073B738F-A372-4715-8BE3-F4C32DD544AB}"/>
              </a:ext>
            </a:extLst>
          </p:cNvPr>
          <p:cNvSpPr>
            <a:spLocks noGrp="1"/>
          </p:cNvSpPr>
          <p:nvPr/>
        </p:nvSpPr>
        <p:spPr>
          <a:xfrm>
            <a:off x="1569233" y="1591694"/>
            <a:ext cx="24757" cy="24757"/>
          </a:xfrm>
          <a:prstGeom prst="ellipse">
            <a:avLst/>
          </a:prstGeom>
          <a:solidFill>
            <a:srgbClr val="7D8990">
              <a:alpha val="40000"/>
            </a:srgbClr>
          </a:solidFill>
          <a:ln w="0">
            <a:noFill/>
            <a:prstDash val="solid"/>
          </a:ln>
        </p:spPr>
      </p:sp>
      <p:sp>
        <p:nvSpPr>
          <p:cNvPr id="1341" name="LigandSeek2_vs_LigandSeek1_ellipse_6855">
            <a:extLst>
              <a:ext uri="{FF2B5EF4-FFF2-40B4-BE49-F238E27FC236}">
                <a16:creationId xmlns:a16="http://schemas.microsoft.com/office/drawing/2014/main" id="{66ECC369-5B17-4813-B837-7FBCC0B3B282}"/>
              </a:ext>
            </a:extLst>
          </p:cNvPr>
          <p:cNvSpPr>
            <a:spLocks noGrp="1"/>
          </p:cNvSpPr>
          <p:nvPr/>
        </p:nvSpPr>
        <p:spPr>
          <a:xfrm>
            <a:off x="1576329" y="1106349"/>
            <a:ext cx="24757" cy="24757"/>
          </a:xfrm>
          <a:prstGeom prst="ellipse">
            <a:avLst/>
          </a:prstGeom>
          <a:solidFill>
            <a:srgbClr val="7D8990">
              <a:alpha val="40000"/>
            </a:srgbClr>
          </a:solidFill>
          <a:ln w="0">
            <a:noFill/>
            <a:prstDash val="solid"/>
          </a:ln>
        </p:spPr>
      </p:sp>
      <p:sp>
        <p:nvSpPr>
          <p:cNvPr id="1342" name="LigandSeek2_vs_LigandSeek1_ellipse_6856">
            <a:extLst>
              <a:ext uri="{FF2B5EF4-FFF2-40B4-BE49-F238E27FC236}">
                <a16:creationId xmlns:a16="http://schemas.microsoft.com/office/drawing/2014/main" id="{9A3BC73A-0CBB-4BD1-B8F7-7DD0AADF2ECB}"/>
              </a:ext>
            </a:extLst>
          </p:cNvPr>
          <p:cNvSpPr>
            <a:spLocks noGrp="1"/>
          </p:cNvSpPr>
          <p:nvPr/>
        </p:nvSpPr>
        <p:spPr>
          <a:xfrm>
            <a:off x="1545719" y="1817443"/>
            <a:ext cx="24757" cy="24757"/>
          </a:xfrm>
          <a:prstGeom prst="ellipse">
            <a:avLst/>
          </a:prstGeom>
          <a:solidFill>
            <a:srgbClr val="7D8990">
              <a:alpha val="40000"/>
            </a:srgbClr>
          </a:solidFill>
          <a:ln w="0">
            <a:noFill/>
            <a:prstDash val="solid"/>
          </a:ln>
        </p:spPr>
      </p:sp>
      <p:sp>
        <p:nvSpPr>
          <p:cNvPr id="1343" name="LigandSeek2_vs_LigandSeek1_ellipse_6857">
            <a:extLst>
              <a:ext uri="{FF2B5EF4-FFF2-40B4-BE49-F238E27FC236}">
                <a16:creationId xmlns:a16="http://schemas.microsoft.com/office/drawing/2014/main" id="{3D5EFCEB-AD30-4C99-BF19-431CF51E3C8C}"/>
              </a:ext>
            </a:extLst>
          </p:cNvPr>
          <p:cNvSpPr>
            <a:spLocks noGrp="1"/>
          </p:cNvSpPr>
          <p:nvPr/>
        </p:nvSpPr>
        <p:spPr>
          <a:xfrm>
            <a:off x="1522174" y="1193462"/>
            <a:ext cx="24757" cy="24757"/>
          </a:xfrm>
          <a:prstGeom prst="ellipse">
            <a:avLst/>
          </a:prstGeom>
          <a:solidFill>
            <a:srgbClr val="7D8990">
              <a:alpha val="40000"/>
            </a:srgbClr>
          </a:solidFill>
          <a:ln w="0">
            <a:noFill/>
            <a:prstDash val="solid"/>
          </a:ln>
        </p:spPr>
      </p:sp>
      <p:sp>
        <p:nvSpPr>
          <p:cNvPr id="1344" name="LigandSeek2_vs_LigandSeek1_ellipse_6858">
            <a:extLst>
              <a:ext uri="{FF2B5EF4-FFF2-40B4-BE49-F238E27FC236}">
                <a16:creationId xmlns:a16="http://schemas.microsoft.com/office/drawing/2014/main" id="{D32E8F8B-864D-475A-BDBD-78644CAA5B60}"/>
              </a:ext>
            </a:extLst>
          </p:cNvPr>
          <p:cNvSpPr>
            <a:spLocks noGrp="1"/>
          </p:cNvSpPr>
          <p:nvPr/>
        </p:nvSpPr>
        <p:spPr>
          <a:xfrm>
            <a:off x="1579266" y="845009"/>
            <a:ext cx="24757" cy="24757"/>
          </a:xfrm>
          <a:prstGeom prst="ellipse">
            <a:avLst/>
          </a:prstGeom>
          <a:solidFill>
            <a:srgbClr val="7D8990">
              <a:alpha val="40000"/>
            </a:srgbClr>
          </a:solidFill>
          <a:ln w="0">
            <a:noFill/>
            <a:prstDash val="solid"/>
          </a:ln>
        </p:spPr>
      </p:sp>
      <p:sp>
        <p:nvSpPr>
          <p:cNvPr id="1345" name="LigandSeek2_vs_LigandSeek1_ellipse_6859">
            <a:extLst>
              <a:ext uri="{FF2B5EF4-FFF2-40B4-BE49-F238E27FC236}">
                <a16:creationId xmlns:a16="http://schemas.microsoft.com/office/drawing/2014/main" id="{F69269D6-1C80-4F2D-A9B3-86B35F37430A}"/>
              </a:ext>
            </a:extLst>
          </p:cNvPr>
          <p:cNvSpPr>
            <a:spLocks noGrp="1"/>
          </p:cNvSpPr>
          <p:nvPr/>
        </p:nvSpPr>
        <p:spPr>
          <a:xfrm>
            <a:off x="1543271" y="845009"/>
            <a:ext cx="24757" cy="24757"/>
          </a:xfrm>
          <a:prstGeom prst="ellipse">
            <a:avLst/>
          </a:prstGeom>
          <a:solidFill>
            <a:srgbClr val="7D8990">
              <a:alpha val="40000"/>
            </a:srgbClr>
          </a:solidFill>
          <a:ln w="0">
            <a:noFill/>
            <a:prstDash val="solid"/>
          </a:ln>
        </p:spPr>
      </p:sp>
      <p:sp>
        <p:nvSpPr>
          <p:cNvPr id="1346" name="LigandSeek2_vs_LigandSeek1_ellipse_6860">
            <a:extLst>
              <a:ext uri="{FF2B5EF4-FFF2-40B4-BE49-F238E27FC236}">
                <a16:creationId xmlns:a16="http://schemas.microsoft.com/office/drawing/2014/main" id="{5F2EE902-9124-4475-A427-8F0F215EEEB1}"/>
              </a:ext>
            </a:extLst>
          </p:cNvPr>
          <p:cNvSpPr>
            <a:spLocks noGrp="1"/>
          </p:cNvSpPr>
          <p:nvPr/>
        </p:nvSpPr>
        <p:spPr>
          <a:xfrm>
            <a:off x="1519598" y="1193462"/>
            <a:ext cx="24757" cy="24757"/>
          </a:xfrm>
          <a:prstGeom prst="ellipse">
            <a:avLst/>
          </a:prstGeom>
          <a:solidFill>
            <a:srgbClr val="7D8990">
              <a:alpha val="40000"/>
            </a:srgbClr>
          </a:solidFill>
          <a:ln w="0">
            <a:noFill/>
            <a:prstDash val="solid"/>
          </a:ln>
        </p:spPr>
      </p:sp>
      <p:sp>
        <p:nvSpPr>
          <p:cNvPr id="1347" name="LigandSeek2_vs_LigandSeek1_ellipse_6861">
            <a:extLst>
              <a:ext uri="{FF2B5EF4-FFF2-40B4-BE49-F238E27FC236}">
                <a16:creationId xmlns:a16="http://schemas.microsoft.com/office/drawing/2014/main" id="{6A122529-2437-4A1B-930D-7E8B89D8FDC1}"/>
              </a:ext>
            </a:extLst>
          </p:cNvPr>
          <p:cNvSpPr>
            <a:spLocks noGrp="1"/>
          </p:cNvSpPr>
          <p:nvPr/>
        </p:nvSpPr>
        <p:spPr>
          <a:xfrm>
            <a:off x="1555456" y="1890368"/>
            <a:ext cx="24757" cy="24757"/>
          </a:xfrm>
          <a:prstGeom prst="ellipse">
            <a:avLst/>
          </a:prstGeom>
          <a:solidFill>
            <a:srgbClr val="7D8990">
              <a:alpha val="40000"/>
            </a:srgbClr>
          </a:solidFill>
          <a:ln w="0">
            <a:noFill/>
            <a:prstDash val="solid"/>
          </a:ln>
        </p:spPr>
      </p:sp>
      <p:sp>
        <p:nvSpPr>
          <p:cNvPr id="1348" name="LigandSeek2_vs_LigandSeek1_ellipse_6862">
            <a:extLst>
              <a:ext uri="{FF2B5EF4-FFF2-40B4-BE49-F238E27FC236}">
                <a16:creationId xmlns:a16="http://schemas.microsoft.com/office/drawing/2014/main" id="{086393E2-F44D-49DF-9FAE-B99DA0D6F4DA}"/>
              </a:ext>
            </a:extLst>
          </p:cNvPr>
          <p:cNvSpPr>
            <a:spLocks noGrp="1"/>
          </p:cNvSpPr>
          <p:nvPr/>
        </p:nvSpPr>
        <p:spPr>
          <a:xfrm>
            <a:off x="1538058" y="845009"/>
            <a:ext cx="24757" cy="24757"/>
          </a:xfrm>
          <a:prstGeom prst="ellipse">
            <a:avLst/>
          </a:prstGeom>
          <a:solidFill>
            <a:srgbClr val="7D8990">
              <a:alpha val="40000"/>
            </a:srgbClr>
          </a:solidFill>
          <a:ln w="0">
            <a:noFill/>
            <a:prstDash val="solid"/>
          </a:ln>
        </p:spPr>
      </p:sp>
      <p:sp>
        <p:nvSpPr>
          <p:cNvPr id="1349" name="LigandSeek2_vs_LigandSeek1_ellipse_6863">
            <a:extLst>
              <a:ext uri="{FF2B5EF4-FFF2-40B4-BE49-F238E27FC236}">
                <a16:creationId xmlns:a16="http://schemas.microsoft.com/office/drawing/2014/main" id="{E766C06E-7F24-484A-AFB2-5FC2461AF01D}"/>
              </a:ext>
            </a:extLst>
          </p:cNvPr>
          <p:cNvSpPr>
            <a:spLocks noGrp="1"/>
          </p:cNvSpPr>
          <p:nvPr/>
        </p:nvSpPr>
        <p:spPr>
          <a:xfrm>
            <a:off x="1540048" y="1890368"/>
            <a:ext cx="24757" cy="24757"/>
          </a:xfrm>
          <a:prstGeom prst="ellipse">
            <a:avLst/>
          </a:prstGeom>
          <a:solidFill>
            <a:srgbClr val="7D8990">
              <a:alpha val="40000"/>
            </a:srgbClr>
          </a:solidFill>
          <a:ln w="0">
            <a:noFill/>
            <a:prstDash val="solid"/>
          </a:ln>
        </p:spPr>
      </p:sp>
      <p:sp>
        <p:nvSpPr>
          <p:cNvPr id="1350" name="LigandSeek2_vs_LigandSeek1_ellipse_6864">
            <a:extLst>
              <a:ext uri="{FF2B5EF4-FFF2-40B4-BE49-F238E27FC236}">
                <a16:creationId xmlns:a16="http://schemas.microsoft.com/office/drawing/2014/main" id="{E5D9828E-66F0-4783-8B8F-1FA3A9A63D63}"/>
              </a:ext>
            </a:extLst>
          </p:cNvPr>
          <p:cNvSpPr>
            <a:spLocks noGrp="1"/>
          </p:cNvSpPr>
          <p:nvPr/>
        </p:nvSpPr>
        <p:spPr>
          <a:xfrm>
            <a:off x="1543250" y="1477202"/>
            <a:ext cx="24757" cy="24757"/>
          </a:xfrm>
          <a:prstGeom prst="ellipse">
            <a:avLst/>
          </a:prstGeom>
          <a:solidFill>
            <a:srgbClr val="7D8990">
              <a:alpha val="40000"/>
            </a:srgbClr>
          </a:solidFill>
          <a:ln w="0">
            <a:noFill/>
            <a:prstDash val="solid"/>
          </a:ln>
        </p:spPr>
      </p:sp>
      <p:sp>
        <p:nvSpPr>
          <p:cNvPr id="1351" name="LigandSeek2_vs_LigandSeek1_ellipse_6865">
            <a:extLst>
              <a:ext uri="{FF2B5EF4-FFF2-40B4-BE49-F238E27FC236}">
                <a16:creationId xmlns:a16="http://schemas.microsoft.com/office/drawing/2014/main" id="{F607E32B-0E23-4DB7-9FA4-39640B9A9357}"/>
              </a:ext>
            </a:extLst>
          </p:cNvPr>
          <p:cNvSpPr>
            <a:spLocks noGrp="1"/>
          </p:cNvSpPr>
          <p:nvPr/>
        </p:nvSpPr>
        <p:spPr>
          <a:xfrm>
            <a:off x="1530199" y="1890368"/>
            <a:ext cx="24757" cy="24757"/>
          </a:xfrm>
          <a:prstGeom prst="ellipse">
            <a:avLst/>
          </a:prstGeom>
          <a:solidFill>
            <a:srgbClr val="7D8990">
              <a:alpha val="40000"/>
            </a:srgbClr>
          </a:solidFill>
          <a:ln w="0">
            <a:noFill/>
            <a:prstDash val="solid"/>
          </a:ln>
        </p:spPr>
      </p:sp>
      <p:sp>
        <p:nvSpPr>
          <p:cNvPr id="1352" name="LigandSeek2_vs_LigandSeek1_ellipse_6866">
            <a:extLst>
              <a:ext uri="{FF2B5EF4-FFF2-40B4-BE49-F238E27FC236}">
                <a16:creationId xmlns:a16="http://schemas.microsoft.com/office/drawing/2014/main" id="{E2732C25-D616-4C25-B2D6-A758490266D3}"/>
              </a:ext>
            </a:extLst>
          </p:cNvPr>
          <p:cNvSpPr>
            <a:spLocks noGrp="1"/>
          </p:cNvSpPr>
          <p:nvPr/>
        </p:nvSpPr>
        <p:spPr>
          <a:xfrm>
            <a:off x="1564555" y="919678"/>
            <a:ext cx="24757" cy="24757"/>
          </a:xfrm>
          <a:prstGeom prst="ellipse">
            <a:avLst/>
          </a:prstGeom>
          <a:solidFill>
            <a:srgbClr val="7D8990">
              <a:alpha val="40000"/>
            </a:srgbClr>
          </a:solidFill>
          <a:ln w="0">
            <a:noFill/>
            <a:prstDash val="solid"/>
          </a:ln>
        </p:spPr>
      </p:sp>
      <p:sp>
        <p:nvSpPr>
          <p:cNvPr id="1353" name="LigandSeek2_vs_LigandSeek1_ellipse_6867">
            <a:extLst>
              <a:ext uri="{FF2B5EF4-FFF2-40B4-BE49-F238E27FC236}">
                <a16:creationId xmlns:a16="http://schemas.microsoft.com/office/drawing/2014/main" id="{2D030237-F241-4576-AF0C-B660599FC263}"/>
              </a:ext>
            </a:extLst>
          </p:cNvPr>
          <p:cNvSpPr>
            <a:spLocks noGrp="1"/>
          </p:cNvSpPr>
          <p:nvPr/>
        </p:nvSpPr>
        <p:spPr>
          <a:xfrm>
            <a:off x="1563593" y="1599990"/>
            <a:ext cx="24757" cy="24757"/>
          </a:xfrm>
          <a:prstGeom prst="ellipse">
            <a:avLst/>
          </a:prstGeom>
          <a:solidFill>
            <a:srgbClr val="7D8990">
              <a:alpha val="40000"/>
            </a:srgbClr>
          </a:solidFill>
          <a:ln w="0">
            <a:noFill/>
            <a:prstDash val="solid"/>
          </a:ln>
        </p:spPr>
      </p:sp>
      <p:sp>
        <p:nvSpPr>
          <p:cNvPr id="1354" name="LigandSeek2_vs_LigandSeek1_ellipse_6868">
            <a:extLst>
              <a:ext uri="{FF2B5EF4-FFF2-40B4-BE49-F238E27FC236}">
                <a16:creationId xmlns:a16="http://schemas.microsoft.com/office/drawing/2014/main" id="{436BAEE7-0B2B-4D28-9FC1-928AC7FCB599}"/>
              </a:ext>
            </a:extLst>
          </p:cNvPr>
          <p:cNvSpPr>
            <a:spLocks noGrp="1"/>
          </p:cNvSpPr>
          <p:nvPr/>
        </p:nvSpPr>
        <p:spPr>
          <a:xfrm>
            <a:off x="1571548" y="1367688"/>
            <a:ext cx="24757" cy="24757"/>
          </a:xfrm>
          <a:prstGeom prst="ellipse">
            <a:avLst/>
          </a:prstGeom>
          <a:solidFill>
            <a:srgbClr val="7D8990">
              <a:alpha val="40000"/>
            </a:srgbClr>
          </a:solidFill>
          <a:ln w="0">
            <a:noFill/>
            <a:prstDash val="solid"/>
          </a:ln>
        </p:spPr>
      </p:sp>
      <p:sp>
        <p:nvSpPr>
          <p:cNvPr id="1355" name="LigandSeek2_vs_LigandSeek1_ellipse_6869">
            <a:extLst>
              <a:ext uri="{FF2B5EF4-FFF2-40B4-BE49-F238E27FC236}">
                <a16:creationId xmlns:a16="http://schemas.microsoft.com/office/drawing/2014/main" id="{1F1AEC5E-F433-4D73-9E61-8AF9A75A7475}"/>
              </a:ext>
            </a:extLst>
          </p:cNvPr>
          <p:cNvSpPr>
            <a:spLocks noGrp="1"/>
          </p:cNvSpPr>
          <p:nvPr/>
        </p:nvSpPr>
        <p:spPr>
          <a:xfrm>
            <a:off x="1521315" y="1049725"/>
            <a:ext cx="24757" cy="24757"/>
          </a:xfrm>
          <a:prstGeom prst="ellipse">
            <a:avLst/>
          </a:prstGeom>
          <a:solidFill>
            <a:srgbClr val="7D8990">
              <a:alpha val="40000"/>
            </a:srgbClr>
          </a:solidFill>
          <a:ln w="0">
            <a:noFill/>
            <a:prstDash val="solid"/>
          </a:ln>
        </p:spPr>
      </p:sp>
      <p:sp>
        <p:nvSpPr>
          <p:cNvPr id="1356" name="LigandSeek2_vs_LigandSeek1_ellipse_6870">
            <a:extLst>
              <a:ext uri="{FF2B5EF4-FFF2-40B4-BE49-F238E27FC236}">
                <a16:creationId xmlns:a16="http://schemas.microsoft.com/office/drawing/2014/main" id="{0AE0513E-32D3-46F6-B763-B2EDE04B9A65}"/>
              </a:ext>
            </a:extLst>
          </p:cNvPr>
          <p:cNvSpPr>
            <a:spLocks noGrp="1"/>
          </p:cNvSpPr>
          <p:nvPr/>
        </p:nvSpPr>
        <p:spPr>
          <a:xfrm>
            <a:off x="1597599" y="1541915"/>
            <a:ext cx="24757" cy="24757"/>
          </a:xfrm>
          <a:prstGeom prst="ellipse">
            <a:avLst/>
          </a:prstGeom>
          <a:solidFill>
            <a:srgbClr val="7D8990">
              <a:alpha val="40000"/>
            </a:srgbClr>
          </a:solidFill>
          <a:ln w="0">
            <a:noFill/>
            <a:prstDash val="solid"/>
          </a:ln>
        </p:spPr>
      </p:sp>
      <p:sp>
        <p:nvSpPr>
          <p:cNvPr id="1357" name="LigandSeek2_vs_LigandSeek1_ellipse_6871">
            <a:extLst>
              <a:ext uri="{FF2B5EF4-FFF2-40B4-BE49-F238E27FC236}">
                <a16:creationId xmlns:a16="http://schemas.microsoft.com/office/drawing/2014/main" id="{D2145462-1D37-407B-8621-4178438B0659}"/>
              </a:ext>
            </a:extLst>
          </p:cNvPr>
          <p:cNvSpPr>
            <a:spLocks noGrp="1"/>
          </p:cNvSpPr>
          <p:nvPr/>
        </p:nvSpPr>
        <p:spPr>
          <a:xfrm>
            <a:off x="1572071" y="1620459"/>
            <a:ext cx="24757" cy="24757"/>
          </a:xfrm>
          <a:prstGeom prst="ellipse">
            <a:avLst/>
          </a:prstGeom>
          <a:solidFill>
            <a:srgbClr val="7D8990">
              <a:alpha val="40000"/>
            </a:srgbClr>
          </a:solidFill>
          <a:ln w="0">
            <a:noFill/>
            <a:prstDash val="solid"/>
          </a:ln>
        </p:spPr>
      </p:sp>
      <p:sp>
        <p:nvSpPr>
          <p:cNvPr id="1358" name="LigandSeek2_vs_LigandSeek1_ellipse_6872">
            <a:extLst>
              <a:ext uri="{FF2B5EF4-FFF2-40B4-BE49-F238E27FC236}">
                <a16:creationId xmlns:a16="http://schemas.microsoft.com/office/drawing/2014/main" id="{5F745320-5BE1-4D95-ADEC-1DFEAA1F9416}"/>
              </a:ext>
            </a:extLst>
          </p:cNvPr>
          <p:cNvSpPr>
            <a:spLocks noGrp="1"/>
          </p:cNvSpPr>
          <p:nvPr/>
        </p:nvSpPr>
        <p:spPr>
          <a:xfrm>
            <a:off x="1529370" y="1612767"/>
            <a:ext cx="24757" cy="24757"/>
          </a:xfrm>
          <a:prstGeom prst="ellipse">
            <a:avLst/>
          </a:prstGeom>
          <a:solidFill>
            <a:srgbClr val="7D8990">
              <a:alpha val="40000"/>
            </a:srgbClr>
          </a:solidFill>
          <a:ln w="0">
            <a:noFill/>
            <a:prstDash val="solid"/>
          </a:ln>
        </p:spPr>
      </p:sp>
      <p:sp>
        <p:nvSpPr>
          <p:cNvPr id="1359" name="LigandSeek2_vs_LigandSeek1_ellipse_6873">
            <a:extLst>
              <a:ext uri="{FF2B5EF4-FFF2-40B4-BE49-F238E27FC236}">
                <a16:creationId xmlns:a16="http://schemas.microsoft.com/office/drawing/2014/main" id="{E21450AF-6990-4A03-BA07-23602C153D70}"/>
              </a:ext>
            </a:extLst>
          </p:cNvPr>
          <p:cNvSpPr>
            <a:spLocks noGrp="1"/>
          </p:cNvSpPr>
          <p:nvPr/>
        </p:nvSpPr>
        <p:spPr>
          <a:xfrm>
            <a:off x="1532454" y="869899"/>
            <a:ext cx="24757" cy="24757"/>
          </a:xfrm>
          <a:prstGeom prst="ellipse">
            <a:avLst/>
          </a:prstGeom>
          <a:solidFill>
            <a:srgbClr val="7D8990">
              <a:alpha val="40000"/>
            </a:srgbClr>
          </a:solidFill>
          <a:ln w="0">
            <a:noFill/>
            <a:prstDash val="solid"/>
          </a:ln>
        </p:spPr>
      </p:sp>
      <p:sp>
        <p:nvSpPr>
          <p:cNvPr id="1360" name="LigandSeek2_vs_LigandSeek1_ellipse_6874">
            <a:extLst>
              <a:ext uri="{FF2B5EF4-FFF2-40B4-BE49-F238E27FC236}">
                <a16:creationId xmlns:a16="http://schemas.microsoft.com/office/drawing/2014/main" id="{03550FE7-4D6D-4A6A-A8B9-AA534A6CC5BF}"/>
              </a:ext>
            </a:extLst>
          </p:cNvPr>
          <p:cNvSpPr>
            <a:spLocks noGrp="1"/>
          </p:cNvSpPr>
          <p:nvPr/>
        </p:nvSpPr>
        <p:spPr>
          <a:xfrm>
            <a:off x="1604545" y="1890368"/>
            <a:ext cx="24757" cy="24757"/>
          </a:xfrm>
          <a:prstGeom prst="ellipse">
            <a:avLst/>
          </a:prstGeom>
          <a:solidFill>
            <a:srgbClr val="7D8990">
              <a:alpha val="40000"/>
            </a:srgbClr>
          </a:solidFill>
          <a:ln w="0">
            <a:noFill/>
            <a:prstDash val="solid"/>
          </a:ln>
        </p:spPr>
      </p:sp>
      <p:sp>
        <p:nvSpPr>
          <p:cNvPr id="1361" name="LigandSeek2_vs_LigandSeek1_ellipse_6875">
            <a:extLst>
              <a:ext uri="{FF2B5EF4-FFF2-40B4-BE49-F238E27FC236}">
                <a16:creationId xmlns:a16="http://schemas.microsoft.com/office/drawing/2014/main" id="{4D9847FF-903C-4145-B041-1DBB965CB138}"/>
              </a:ext>
            </a:extLst>
          </p:cNvPr>
          <p:cNvSpPr>
            <a:spLocks noGrp="1"/>
          </p:cNvSpPr>
          <p:nvPr/>
        </p:nvSpPr>
        <p:spPr>
          <a:xfrm>
            <a:off x="1550624" y="1541915"/>
            <a:ext cx="24757" cy="24757"/>
          </a:xfrm>
          <a:prstGeom prst="ellipse">
            <a:avLst/>
          </a:prstGeom>
          <a:solidFill>
            <a:srgbClr val="7D8990">
              <a:alpha val="40000"/>
            </a:srgbClr>
          </a:solidFill>
          <a:ln w="0">
            <a:noFill/>
            <a:prstDash val="solid"/>
          </a:ln>
        </p:spPr>
      </p:sp>
      <p:sp>
        <p:nvSpPr>
          <p:cNvPr id="1362" name="LigandSeek2_vs_LigandSeek1_ellipse_6876">
            <a:extLst>
              <a:ext uri="{FF2B5EF4-FFF2-40B4-BE49-F238E27FC236}">
                <a16:creationId xmlns:a16="http://schemas.microsoft.com/office/drawing/2014/main" id="{1523CFAB-62D7-4D72-8C54-84BACC067EAC}"/>
              </a:ext>
            </a:extLst>
          </p:cNvPr>
          <p:cNvSpPr>
            <a:spLocks noGrp="1"/>
          </p:cNvSpPr>
          <p:nvPr/>
        </p:nvSpPr>
        <p:spPr>
          <a:xfrm>
            <a:off x="1564298" y="1193462"/>
            <a:ext cx="24757" cy="24757"/>
          </a:xfrm>
          <a:prstGeom prst="ellipse">
            <a:avLst/>
          </a:prstGeom>
          <a:solidFill>
            <a:srgbClr val="7D8990">
              <a:alpha val="40000"/>
            </a:srgbClr>
          </a:solidFill>
          <a:ln w="0">
            <a:noFill/>
            <a:prstDash val="solid"/>
          </a:ln>
        </p:spPr>
      </p:sp>
      <p:sp>
        <p:nvSpPr>
          <p:cNvPr id="1363" name="LigandSeek2_vs_LigandSeek1_ellipse_6877">
            <a:extLst>
              <a:ext uri="{FF2B5EF4-FFF2-40B4-BE49-F238E27FC236}">
                <a16:creationId xmlns:a16="http://schemas.microsoft.com/office/drawing/2014/main" id="{5C1DDA94-0D57-4183-82CB-33DA93B8495E}"/>
              </a:ext>
            </a:extLst>
          </p:cNvPr>
          <p:cNvSpPr>
            <a:spLocks noGrp="1"/>
          </p:cNvSpPr>
          <p:nvPr/>
        </p:nvSpPr>
        <p:spPr>
          <a:xfrm>
            <a:off x="1555252" y="1483839"/>
            <a:ext cx="24757" cy="24757"/>
          </a:xfrm>
          <a:prstGeom prst="ellipse">
            <a:avLst/>
          </a:prstGeom>
          <a:solidFill>
            <a:srgbClr val="7D8990">
              <a:alpha val="40000"/>
            </a:srgbClr>
          </a:solidFill>
          <a:ln w="0">
            <a:noFill/>
            <a:prstDash val="solid"/>
          </a:ln>
        </p:spPr>
      </p:sp>
      <p:sp>
        <p:nvSpPr>
          <p:cNvPr id="1364" name="LigandSeek2_vs_LigandSeek1_ellipse_6878">
            <a:extLst>
              <a:ext uri="{FF2B5EF4-FFF2-40B4-BE49-F238E27FC236}">
                <a16:creationId xmlns:a16="http://schemas.microsoft.com/office/drawing/2014/main" id="{8D9AF13A-3044-492F-B46C-A249FF5C755A}"/>
              </a:ext>
            </a:extLst>
          </p:cNvPr>
          <p:cNvSpPr>
            <a:spLocks noGrp="1"/>
          </p:cNvSpPr>
          <p:nvPr/>
        </p:nvSpPr>
        <p:spPr>
          <a:xfrm>
            <a:off x="1523383" y="1367688"/>
            <a:ext cx="24757" cy="24757"/>
          </a:xfrm>
          <a:prstGeom prst="ellipse">
            <a:avLst/>
          </a:prstGeom>
          <a:solidFill>
            <a:srgbClr val="7D8990">
              <a:alpha val="40000"/>
            </a:srgbClr>
          </a:solidFill>
          <a:ln w="0">
            <a:noFill/>
            <a:prstDash val="solid"/>
          </a:ln>
        </p:spPr>
      </p:sp>
      <p:sp>
        <p:nvSpPr>
          <p:cNvPr id="1365" name="LigandSeek2_vs_LigandSeek1_ellipse_6879">
            <a:extLst>
              <a:ext uri="{FF2B5EF4-FFF2-40B4-BE49-F238E27FC236}">
                <a16:creationId xmlns:a16="http://schemas.microsoft.com/office/drawing/2014/main" id="{A9F72789-FB39-4BFA-B32A-03E53B6F6A5D}"/>
              </a:ext>
            </a:extLst>
          </p:cNvPr>
          <p:cNvSpPr>
            <a:spLocks noGrp="1"/>
          </p:cNvSpPr>
          <p:nvPr/>
        </p:nvSpPr>
        <p:spPr>
          <a:xfrm>
            <a:off x="1533051" y="1629028"/>
            <a:ext cx="24757" cy="24757"/>
          </a:xfrm>
          <a:prstGeom prst="ellipse">
            <a:avLst/>
          </a:prstGeom>
          <a:solidFill>
            <a:srgbClr val="7D8990">
              <a:alpha val="40000"/>
            </a:srgbClr>
          </a:solidFill>
          <a:ln w="0">
            <a:noFill/>
            <a:prstDash val="solid"/>
          </a:ln>
        </p:spPr>
      </p:sp>
      <p:sp>
        <p:nvSpPr>
          <p:cNvPr id="1366" name="LigandSeek2_vs_LigandSeek1_ellipse_6880">
            <a:extLst>
              <a:ext uri="{FF2B5EF4-FFF2-40B4-BE49-F238E27FC236}">
                <a16:creationId xmlns:a16="http://schemas.microsoft.com/office/drawing/2014/main" id="{F103BD76-8871-4699-8BA9-CE0A9120639E}"/>
              </a:ext>
            </a:extLst>
          </p:cNvPr>
          <p:cNvSpPr>
            <a:spLocks noGrp="1"/>
          </p:cNvSpPr>
          <p:nvPr/>
        </p:nvSpPr>
        <p:spPr>
          <a:xfrm>
            <a:off x="1558590" y="994346"/>
            <a:ext cx="24757" cy="24757"/>
          </a:xfrm>
          <a:prstGeom prst="ellipse">
            <a:avLst/>
          </a:prstGeom>
          <a:solidFill>
            <a:srgbClr val="7D8990">
              <a:alpha val="40000"/>
            </a:srgbClr>
          </a:solidFill>
          <a:ln w="0">
            <a:noFill/>
            <a:prstDash val="solid"/>
          </a:ln>
        </p:spPr>
      </p:sp>
      <p:sp>
        <p:nvSpPr>
          <p:cNvPr id="1367" name="LigandSeek2_vs_LigandSeek1_ellipse_6881">
            <a:extLst>
              <a:ext uri="{FF2B5EF4-FFF2-40B4-BE49-F238E27FC236}">
                <a16:creationId xmlns:a16="http://schemas.microsoft.com/office/drawing/2014/main" id="{4F4BDDDC-314E-4554-A9A9-03950642F2AE}"/>
              </a:ext>
            </a:extLst>
          </p:cNvPr>
          <p:cNvSpPr>
            <a:spLocks noGrp="1"/>
          </p:cNvSpPr>
          <p:nvPr/>
        </p:nvSpPr>
        <p:spPr>
          <a:xfrm>
            <a:off x="1525690" y="845009"/>
            <a:ext cx="24757" cy="24757"/>
          </a:xfrm>
          <a:prstGeom prst="ellipse">
            <a:avLst/>
          </a:prstGeom>
          <a:solidFill>
            <a:srgbClr val="7D8990">
              <a:alpha val="40000"/>
            </a:srgbClr>
          </a:solidFill>
          <a:ln w="0">
            <a:noFill/>
            <a:prstDash val="solid"/>
          </a:ln>
        </p:spPr>
      </p:sp>
      <p:sp>
        <p:nvSpPr>
          <p:cNvPr id="1368" name="LigandSeek2_vs_LigandSeek1_ellipse_6882">
            <a:extLst>
              <a:ext uri="{FF2B5EF4-FFF2-40B4-BE49-F238E27FC236}">
                <a16:creationId xmlns:a16="http://schemas.microsoft.com/office/drawing/2014/main" id="{D503083F-1203-42F7-93CB-9EFB06CE7630}"/>
              </a:ext>
            </a:extLst>
          </p:cNvPr>
          <p:cNvSpPr>
            <a:spLocks noGrp="1"/>
          </p:cNvSpPr>
          <p:nvPr/>
        </p:nvSpPr>
        <p:spPr>
          <a:xfrm>
            <a:off x="1528158" y="845009"/>
            <a:ext cx="24757" cy="24757"/>
          </a:xfrm>
          <a:prstGeom prst="ellipse">
            <a:avLst/>
          </a:prstGeom>
          <a:solidFill>
            <a:srgbClr val="7D8990">
              <a:alpha val="40000"/>
            </a:srgbClr>
          </a:solidFill>
          <a:ln w="0">
            <a:noFill/>
            <a:prstDash val="solid"/>
          </a:ln>
        </p:spPr>
      </p:sp>
      <p:sp>
        <p:nvSpPr>
          <p:cNvPr id="1369" name="LigandSeek2_vs_LigandSeek1_ellipse_6883">
            <a:extLst>
              <a:ext uri="{FF2B5EF4-FFF2-40B4-BE49-F238E27FC236}">
                <a16:creationId xmlns:a16="http://schemas.microsoft.com/office/drawing/2014/main" id="{DBE35C9D-99D4-4DFE-A029-F0B9B9F5C775}"/>
              </a:ext>
            </a:extLst>
          </p:cNvPr>
          <p:cNvSpPr>
            <a:spLocks noGrp="1"/>
          </p:cNvSpPr>
          <p:nvPr/>
        </p:nvSpPr>
        <p:spPr>
          <a:xfrm>
            <a:off x="1551166" y="1856863"/>
            <a:ext cx="24757" cy="24757"/>
          </a:xfrm>
          <a:prstGeom prst="ellipse">
            <a:avLst/>
          </a:prstGeom>
          <a:solidFill>
            <a:srgbClr val="7D8990">
              <a:alpha val="40000"/>
            </a:srgbClr>
          </a:solidFill>
          <a:ln w="0">
            <a:noFill/>
            <a:prstDash val="solid"/>
          </a:ln>
        </p:spPr>
      </p:sp>
      <p:sp>
        <p:nvSpPr>
          <p:cNvPr id="1370" name="LigandSeek2_vs_LigandSeek1_ellipse_6884">
            <a:extLst>
              <a:ext uri="{FF2B5EF4-FFF2-40B4-BE49-F238E27FC236}">
                <a16:creationId xmlns:a16="http://schemas.microsoft.com/office/drawing/2014/main" id="{A1CF9682-FA29-4B6B-A9DD-C3AED2E3F526}"/>
              </a:ext>
            </a:extLst>
          </p:cNvPr>
          <p:cNvSpPr>
            <a:spLocks noGrp="1"/>
          </p:cNvSpPr>
          <p:nvPr/>
        </p:nvSpPr>
        <p:spPr>
          <a:xfrm>
            <a:off x="1538453" y="1541915"/>
            <a:ext cx="24757" cy="24757"/>
          </a:xfrm>
          <a:prstGeom prst="ellipse">
            <a:avLst/>
          </a:prstGeom>
          <a:solidFill>
            <a:srgbClr val="7D8990">
              <a:alpha val="40000"/>
            </a:srgbClr>
          </a:solidFill>
          <a:ln w="0">
            <a:noFill/>
            <a:prstDash val="solid"/>
          </a:ln>
        </p:spPr>
      </p:sp>
      <p:sp>
        <p:nvSpPr>
          <p:cNvPr id="1371" name="LigandSeek2_vs_LigandSeek1_ellipse_6885">
            <a:extLst>
              <a:ext uri="{FF2B5EF4-FFF2-40B4-BE49-F238E27FC236}">
                <a16:creationId xmlns:a16="http://schemas.microsoft.com/office/drawing/2014/main" id="{945507AF-72DB-4751-9843-CA85F52CB090}"/>
              </a:ext>
            </a:extLst>
          </p:cNvPr>
          <p:cNvSpPr>
            <a:spLocks noGrp="1"/>
          </p:cNvSpPr>
          <p:nvPr/>
        </p:nvSpPr>
        <p:spPr>
          <a:xfrm>
            <a:off x="1603622" y="845009"/>
            <a:ext cx="24757" cy="24757"/>
          </a:xfrm>
          <a:prstGeom prst="ellipse">
            <a:avLst/>
          </a:prstGeom>
          <a:solidFill>
            <a:srgbClr val="7D8990">
              <a:alpha val="40000"/>
            </a:srgbClr>
          </a:solidFill>
          <a:ln w="0">
            <a:noFill/>
            <a:prstDash val="solid"/>
          </a:ln>
        </p:spPr>
      </p:sp>
      <p:sp>
        <p:nvSpPr>
          <p:cNvPr id="1372" name="LigandSeek2_vs_LigandSeek1_ellipse_6886">
            <a:extLst>
              <a:ext uri="{FF2B5EF4-FFF2-40B4-BE49-F238E27FC236}">
                <a16:creationId xmlns:a16="http://schemas.microsoft.com/office/drawing/2014/main" id="{645738DB-1C58-4EF0-BA5C-E28C926CFAE5}"/>
              </a:ext>
            </a:extLst>
          </p:cNvPr>
          <p:cNvSpPr>
            <a:spLocks noGrp="1"/>
          </p:cNvSpPr>
          <p:nvPr/>
        </p:nvSpPr>
        <p:spPr>
          <a:xfrm>
            <a:off x="1592499" y="1890368"/>
            <a:ext cx="24757" cy="24757"/>
          </a:xfrm>
          <a:prstGeom prst="ellipse">
            <a:avLst/>
          </a:prstGeom>
          <a:solidFill>
            <a:srgbClr val="7D8990">
              <a:alpha val="40000"/>
            </a:srgbClr>
          </a:solidFill>
          <a:ln w="0">
            <a:noFill/>
            <a:prstDash val="solid"/>
          </a:ln>
        </p:spPr>
      </p:sp>
      <p:sp>
        <p:nvSpPr>
          <p:cNvPr id="1373" name="LigandSeek2_vs_LigandSeek1_ellipse_6887">
            <a:extLst>
              <a:ext uri="{FF2B5EF4-FFF2-40B4-BE49-F238E27FC236}">
                <a16:creationId xmlns:a16="http://schemas.microsoft.com/office/drawing/2014/main" id="{E10182E0-9F11-4726-9EE2-204E5F7FA921}"/>
              </a:ext>
            </a:extLst>
          </p:cNvPr>
          <p:cNvSpPr>
            <a:spLocks noGrp="1"/>
          </p:cNvSpPr>
          <p:nvPr/>
        </p:nvSpPr>
        <p:spPr>
          <a:xfrm>
            <a:off x="1526470" y="1108662"/>
            <a:ext cx="24757" cy="24757"/>
          </a:xfrm>
          <a:prstGeom prst="ellipse">
            <a:avLst/>
          </a:prstGeom>
          <a:solidFill>
            <a:srgbClr val="7D8990">
              <a:alpha val="40000"/>
            </a:srgbClr>
          </a:solidFill>
          <a:ln w="0">
            <a:noFill/>
            <a:prstDash val="solid"/>
          </a:ln>
        </p:spPr>
      </p:sp>
      <p:sp>
        <p:nvSpPr>
          <p:cNvPr id="1374" name="LigandSeek2_vs_LigandSeek1_ellipse_6888">
            <a:extLst>
              <a:ext uri="{FF2B5EF4-FFF2-40B4-BE49-F238E27FC236}">
                <a16:creationId xmlns:a16="http://schemas.microsoft.com/office/drawing/2014/main" id="{BFD1FB49-6610-4E75-B6EF-AF0A3DD3C381}"/>
              </a:ext>
            </a:extLst>
          </p:cNvPr>
          <p:cNvSpPr>
            <a:spLocks noGrp="1"/>
          </p:cNvSpPr>
          <p:nvPr/>
        </p:nvSpPr>
        <p:spPr>
          <a:xfrm>
            <a:off x="1600040" y="1367688"/>
            <a:ext cx="24757" cy="24757"/>
          </a:xfrm>
          <a:prstGeom prst="ellipse">
            <a:avLst/>
          </a:prstGeom>
          <a:solidFill>
            <a:srgbClr val="7D8990">
              <a:alpha val="40000"/>
            </a:srgbClr>
          </a:solidFill>
          <a:ln w="0">
            <a:noFill/>
            <a:prstDash val="solid"/>
          </a:ln>
        </p:spPr>
      </p:sp>
      <p:sp>
        <p:nvSpPr>
          <p:cNvPr id="1375" name="LigandSeek2_vs_LigandSeek1_ellipse_6889">
            <a:extLst>
              <a:ext uri="{FF2B5EF4-FFF2-40B4-BE49-F238E27FC236}">
                <a16:creationId xmlns:a16="http://schemas.microsoft.com/office/drawing/2014/main" id="{96D70485-6397-44AA-8CAA-5891CA6BA5C6}"/>
              </a:ext>
            </a:extLst>
          </p:cNvPr>
          <p:cNvSpPr>
            <a:spLocks noGrp="1"/>
          </p:cNvSpPr>
          <p:nvPr/>
        </p:nvSpPr>
        <p:spPr>
          <a:xfrm>
            <a:off x="1523452" y="1697663"/>
            <a:ext cx="24757" cy="24757"/>
          </a:xfrm>
          <a:prstGeom prst="ellipse">
            <a:avLst/>
          </a:prstGeom>
          <a:solidFill>
            <a:srgbClr val="7D8990">
              <a:alpha val="40000"/>
            </a:srgbClr>
          </a:solidFill>
          <a:ln w="0">
            <a:noFill/>
            <a:prstDash val="solid"/>
          </a:ln>
        </p:spPr>
      </p:sp>
      <p:sp>
        <p:nvSpPr>
          <p:cNvPr id="1376" name="LigandSeek2_vs_LigandSeek1_ellipse_6890">
            <a:extLst>
              <a:ext uri="{FF2B5EF4-FFF2-40B4-BE49-F238E27FC236}">
                <a16:creationId xmlns:a16="http://schemas.microsoft.com/office/drawing/2014/main" id="{28814123-4EB5-4AB6-9855-BB63D469CE96}"/>
              </a:ext>
            </a:extLst>
          </p:cNvPr>
          <p:cNvSpPr>
            <a:spLocks noGrp="1"/>
          </p:cNvSpPr>
          <p:nvPr/>
        </p:nvSpPr>
        <p:spPr>
          <a:xfrm>
            <a:off x="1577270" y="845009"/>
            <a:ext cx="24757" cy="24757"/>
          </a:xfrm>
          <a:prstGeom prst="ellipse">
            <a:avLst/>
          </a:prstGeom>
          <a:solidFill>
            <a:srgbClr val="7D8990">
              <a:alpha val="40000"/>
            </a:srgbClr>
          </a:solidFill>
          <a:ln w="0">
            <a:noFill/>
            <a:prstDash val="solid"/>
          </a:ln>
        </p:spPr>
      </p:sp>
      <p:sp>
        <p:nvSpPr>
          <p:cNvPr id="1377" name="LigandSeek2_vs_LigandSeek1_ellipse_6891">
            <a:extLst>
              <a:ext uri="{FF2B5EF4-FFF2-40B4-BE49-F238E27FC236}">
                <a16:creationId xmlns:a16="http://schemas.microsoft.com/office/drawing/2014/main" id="{D010B291-F0E1-443A-9A77-6892E2470960}"/>
              </a:ext>
            </a:extLst>
          </p:cNvPr>
          <p:cNvSpPr>
            <a:spLocks noGrp="1"/>
          </p:cNvSpPr>
          <p:nvPr/>
        </p:nvSpPr>
        <p:spPr>
          <a:xfrm>
            <a:off x="1520569" y="845009"/>
            <a:ext cx="24757" cy="24757"/>
          </a:xfrm>
          <a:prstGeom prst="ellipse">
            <a:avLst/>
          </a:prstGeom>
          <a:solidFill>
            <a:srgbClr val="7D8990">
              <a:alpha val="40000"/>
            </a:srgbClr>
          </a:solidFill>
          <a:ln w="0">
            <a:noFill/>
            <a:prstDash val="solid"/>
          </a:ln>
        </p:spPr>
      </p:sp>
      <p:sp>
        <p:nvSpPr>
          <p:cNvPr id="1378" name="LigandSeek2_vs_LigandSeek1_ellipse_6892">
            <a:extLst>
              <a:ext uri="{FF2B5EF4-FFF2-40B4-BE49-F238E27FC236}">
                <a16:creationId xmlns:a16="http://schemas.microsoft.com/office/drawing/2014/main" id="{B23ABF5E-BE73-4F81-B8D3-607886737F60}"/>
              </a:ext>
            </a:extLst>
          </p:cNvPr>
          <p:cNvSpPr>
            <a:spLocks noGrp="1"/>
          </p:cNvSpPr>
          <p:nvPr/>
        </p:nvSpPr>
        <p:spPr>
          <a:xfrm>
            <a:off x="1547293" y="1890368"/>
            <a:ext cx="24757" cy="24757"/>
          </a:xfrm>
          <a:prstGeom prst="ellipse">
            <a:avLst/>
          </a:prstGeom>
          <a:solidFill>
            <a:srgbClr val="7D8990">
              <a:alpha val="40000"/>
            </a:srgbClr>
          </a:solidFill>
          <a:ln w="0">
            <a:noFill/>
            <a:prstDash val="solid"/>
          </a:ln>
        </p:spPr>
      </p:sp>
      <p:sp>
        <p:nvSpPr>
          <p:cNvPr id="1379" name="LigandSeek2_vs_LigandSeek1_ellipse_6893">
            <a:extLst>
              <a:ext uri="{FF2B5EF4-FFF2-40B4-BE49-F238E27FC236}">
                <a16:creationId xmlns:a16="http://schemas.microsoft.com/office/drawing/2014/main" id="{A8FBBCE5-73ED-49B4-BBB5-DDDAC60ACA75}"/>
              </a:ext>
            </a:extLst>
          </p:cNvPr>
          <p:cNvSpPr>
            <a:spLocks noGrp="1"/>
          </p:cNvSpPr>
          <p:nvPr/>
        </p:nvSpPr>
        <p:spPr>
          <a:xfrm>
            <a:off x="1580666" y="1890368"/>
            <a:ext cx="24757" cy="24757"/>
          </a:xfrm>
          <a:prstGeom prst="ellipse">
            <a:avLst/>
          </a:prstGeom>
          <a:solidFill>
            <a:srgbClr val="7D8990">
              <a:alpha val="40000"/>
            </a:srgbClr>
          </a:solidFill>
          <a:ln w="0">
            <a:noFill/>
            <a:prstDash val="solid"/>
          </a:ln>
        </p:spPr>
      </p:sp>
      <p:sp>
        <p:nvSpPr>
          <p:cNvPr id="1380" name="LigandSeek2_vs_LigandSeek1_ellipse_6894">
            <a:extLst>
              <a:ext uri="{FF2B5EF4-FFF2-40B4-BE49-F238E27FC236}">
                <a16:creationId xmlns:a16="http://schemas.microsoft.com/office/drawing/2014/main" id="{F7FD40BE-E4F8-4C25-8CDF-F2EBD138FF9C}"/>
              </a:ext>
            </a:extLst>
          </p:cNvPr>
          <p:cNvSpPr>
            <a:spLocks noGrp="1"/>
          </p:cNvSpPr>
          <p:nvPr/>
        </p:nvSpPr>
        <p:spPr>
          <a:xfrm>
            <a:off x="1529090" y="1629028"/>
            <a:ext cx="24757" cy="24757"/>
          </a:xfrm>
          <a:prstGeom prst="ellipse">
            <a:avLst/>
          </a:prstGeom>
          <a:solidFill>
            <a:srgbClr val="7D8990">
              <a:alpha val="40000"/>
            </a:srgbClr>
          </a:solidFill>
          <a:ln w="0">
            <a:noFill/>
            <a:prstDash val="solid"/>
          </a:ln>
        </p:spPr>
      </p:sp>
      <p:sp>
        <p:nvSpPr>
          <p:cNvPr id="1381" name="LigandSeek2_vs_LigandSeek1_ellipse_6895">
            <a:extLst>
              <a:ext uri="{FF2B5EF4-FFF2-40B4-BE49-F238E27FC236}">
                <a16:creationId xmlns:a16="http://schemas.microsoft.com/office/drawing/2014/main" id="{1ABC7F2D-357A-4F8A-81C2-D4C0C5E82EB6}"/>
              </a:ext>
            </a:extLst>
          </p:cNvPr>
          <p:cNvSpPr>
            <a:spLocks noGrp="1"/>
          </p:cNvSpPr>
          <p:nvPr/>
        </p:nvSpPr>
        <p:spPr>
          <a:xfrm>
            <a:off x="1581848" y="1629028"/>
            <a:ext cx="24757" cy="24757"/>
          </a:xfrm>
          <a:prstGeom prst="ellipse">
            <a:avLst/>
          </a:prstGeom>
          <a:solidFill>
            <a:srgbClr val="7D8990">
              <a:alpha val="40000"/>
            </a:srgbClr>
          </a:solidFill>
          <a:ln w="0">
            <a:noFill/>
            <a:prstDash val="solid"/>
          </a:ln>
        </p:spPr>
      </p:sp>
      <p:sp>
        <p:nvSpPr>
          <p:cNvPr id="1382" name="LigandSeek2_vs_LigandSeek1_ellipse_6896">
            <a:extLst>
              <a:ext uri="{FF2B5EF4-FFF2-40B4-BE49-F238E27FC236}">
                <a16:creationId xmlns:a16="http://schemas.microsoft.com/office/drawing/2014/main" id="{0C71CD77-B36E-4E48-A13C-ED31601A56B8}"/>
              </a:ext>
            </a:extLst>
          </p:cNvPr>
          <p:cNvSpPr>
            <a:spLocks noGrp="1"/>
          </p:cNvSpPr>
          <p:nvPr/>
        </p:nvSpPr>
        <p:spPr>
          <a:xfrm>
            <a:off x="1553611" y="1741031"/>
            <a:ext cx="24757" cy="24757"/>
          </a:xfrm>
          <a:prstGeom prst="ellipse">
            <a:avLst/>
          </a:prstGeom>
          <a:solidFill>
            <a:srgbClr val="7D8990">
              <a:alpha val="40000"/>
            </a:srgbClr>
          </a:solidFill>
          <a:ln w="0">
            <a:noFill/>
            <a:prstDash val="solid"/>
          </a:ln>
        </p:spPr>
      </p:sp>
      <p:sp>
        <p:nvSpPr>
          <p:cNvPr id="1383" name="LigandSeek2_vs_LigandSeek1_ellipse_6897">
            <a:extLst>
              <a:ext uri="{FF2B5EF4-FFF2-40B4-BE49-F238E27FC236}">
                <a16:creationId xmlns:a16="http://schemas.microsoft.com/office/drawing/2014/main" id="{25DADDF5-BBDB-405A-AD81-6E0C2AD82E10}"/>
              </a:ext>
            </a:extLst>
          </p:cNvPr>
          <p:cNvSpPr>
            <a:spLocks noGrp="1"/>
          </p:cNvSpPr>
          <p:nvPr/>
        </p:nvSpPr>
        <p:spPr>
          <a:xfrm>
            <a:off x="1521954" y="1142281"/>
            <a:ext cx="24757" cy="24757"/>
          </a:xfrm>
          <a:prstGeom prst="ellipse">
            <a:avLst/>
          </a:prstGeom>
          <a:solidFill>
            <a:srgbClr val="7D8990">
              <a:alpha val="40000"/>
            </a:srgbClr>
          </a:solidFill>
          <a:ln w="0">
            <a:noFill/>
            <a:prstDash val="solid"/>
          </a:ln>
        </p:spPr>
      </p:sp>
      <p:sp>
        <p:nvSpPr>
          <p:cNvPr id="1384" name="LigandSeek2_vs_LigandSeek1_ellipse_6898">
            <a:extLst>
              <a:ext uri="{FF2B5EF4-FFF2-40B4-BE49-F238E27FC236}">
                <a16:creationId xmlns:a16="http://schemas.microsoft.com/office/drawing/2014/main" id="{B9DF16E4-C604-4B48-8FFF-F06EC6CD4EDB}"/>
              </a:ext>
            </a:extLst>
          </p:cNvPr>
          <p:cNvSpPr>
            <a:spLocks noGrp="1"/>
          </p:cNvSpPr>
          <p:nvPr/>
        </p:nvSpPr>
        <p:spPr>
          <a:xfrm>
            <a:off x="1553955" y="1193462"/>
            <a:ext cx="24757" cy="24757"/>
          </a:xfrm>
          <a:prstGeom prst="ellipse">
            <a:avLst/>
          </a:prstGeom>
          <a:solidFill>
            <a:srgbClr val="7D8990">
              <a:alpha val="40000"/>
            </a:srgbClr>
          </a:solidFill>
          <a:ln w="0">
            <a:noFill/>
            <a:prstDash val="solid"/>
          </a:ln>
        </p:spPr>
      </p:sp>
      <p:sp>
        <p:nvSpPr>
          <p:cNvPr id="1385" name="LigandSeek2_vs_LigandSeek1_ellipse_6899">
            <a:extLst>
              <a:ext uri="{FF2B5EF4-FFF2-40B4-BE49-F238E27FC236}">
                <a16:creationId xmlns:a16="http://schemas.microsoft.com/office/drawing/2014/main" id="{626DA145-39A1-4137-B78A-6103EFE2616D}"/>
              </a:ext>
            </a:extLst>
          </p:cNvPr>
          <p:cNvSpPr>
            <a:spLocks noGrp="1"/>
          </p:cNvSpPr>
          <p:nvPr/>
        </p:nvSpPr>
        <p:spPr>
          <a:xfrm>
            <a:off x="1549663" y="845009"/>
            <a:ext cx="24757" cy="24757"/>
          </a:xfrm>
          <a:prstGeom prst="ellipse">
            <a:avLst/>
          </a:prstGeom>
          <a:solidFill>
            <a:srgbClr val="7D8990">
              <a:alpha val="40000"/>
            </a:srgbClr>
          </a:solidFill>
          <a:ln w="0">
            <a:noFill/>
            <a:prstDash val="solid"/>
          </a:ln>
        </p:spPr>
      </p:sp>
      <p:sp>
        <p:nvSpPr>
          <p:cNvPr id="1386" name="LigandSeek2_vs_LigandSeek1_ellipse_6900">
            <a:extLst>
              <a:ext uri="{FF2B5EF4-FFF2-40B4-BE49-F238E27FC236}">
                <a16:creationId xmlns:a16="http://schemas.microsoft.com/office/drawing/2014/main" id="{AB49EDC5-F85B-4041-A055-B4D85EA92136}"/>
              </a:ext>
            </a:extLst>
          </p:cNvPr>
          <p:cNvSpPr>
            <a:spLocks noGrp="1"/>
          </p:cNvSpPr>
          <p:nvPr/>
        </p:nvSpPr>
        <p:spPr>
          <a:xfrm>
            <a:off x="1546350" y="1890368"/>
            <a:ext cx="24757" cy="24757"/>
          </a:xfrm>
          <a:prstGeom prst="ellipse">
            <a:avLst/>
          </a:prstGeom>
          <a:solidFill>
            <a:srgbClr val="7D8990">
              <a:alpha val="40000"/>
            </a:srgbClr>
          </a:solidFill>
          <a:ln w="0">
            <a:noFill/>
            <a:prstDash val="solid"/>
          </a:ln>
        </p:spPr>
      </p:sp>
      <p:sp>
        <p:nvSpPr>
          <p:cNvPr id="1387" name="LigandSeek2_vs_LigandSeek1_ellipse_6901">
            <a:extLst>
              <a:ext uri="{FF2B5EF4-FFF2-40B4-BE49-F238E27FC236}">
                <a16:creationId xmlns:a16="http://schemas.microsoft.com/office/drawing/2014/main" id="{9611CB81-55A1-4DB2-A80B-350191A42DBD}"/>
              </a:ext>
            </a:extLst>
          </p:cNvPr>
          <p:cNvSpPr>
            <a:spLocks noGrp="1"/>
          </p:cNvSpPr>
          <p:nvPr/>
        </p:nvSpPr>
        <p:spPr>
          <a:xfrm>
            <a:off x="1520540" y="1019236"/>
            <a:ext cx="24757" cy="24757"/>
          </a:xfrm>
          <a:prstGeom prst="ellipse">
            <a:avLst/>
          </a:prstGeom>
          <a:solidFill>
            <a:srgbClr val="7D8990">
              <a:alpha val="40000"/>
            </a:srgbClr>
          </a:solidFill>
          <a:ln w="0">
            <a:noFill/>
            <a:prstDash val="solid"/>
          </a:ln>
        </p:spPr>
      </p:sp>
      <p:sp>
        <p:nvSpPr>
          <p:cNvPr id="1388" name="LigandSeek2_vs_LigandSeek1_ellipse_6902">
            <a:extLst>
              <a:ext uri="{FF2B5EF4-FFF2-40B4-BE49-F238E27FC236}">
                <a16:creationId xmlns:a16="http://schemas.microsoft.com/office/drawing/2014/main" id="{20A62DE9-467E-4631-8129-5C2A71408FC1}"/>
              </a:ext>
            </a:extLst>
          </p:cNvPr>
          <p:cNvSpPr>
            <a:spLocks noGrp="1"/>
          </p:cNvSpPr>
          <p:nvPr/>
        </p:nvSpPr>
        <p:spPr>
          <a:xfrm>
            <a:off x="1537400" y="949130"/>
            <a:ext cx="24757" cy="24757"/>
          </a:xfrm>
          <a:prstGeom prst="ellipse">
            <a:avLst/>
          </a:prstGeom>
          <a:solidFill>
            <a:srgbClr val="7D8990">
              <a:alpha val="40000"/>
            </a:srgbClr>
          </a:solidFill>
          <a:ln w="0">
            <a:noFill/>
            <a:prstDash val="solid"/>
          </a:ln>
        </p:spPr>
      </p:sp>
      <p:sp>
        <p:nvSpPr>
          <p:cNvPr id="1389" name="LigandSeek2_vs_LigandSeek1_ellipse_6903">
            <a:extLst>
              <a:ext uri="{FF2B5EF4-FFF2-40B4-BE49-F238E27FC236}">
                <a16:creationId xmlns:a16="http://schemas.microsoft.com/office/drawing/2014/main" id="{0645D8ED-5253-4025-97D7-7CAC1558A95D}"/>
              </a:ext>
            </a:extLst>
          </p:cNvPr>
          <p:cNvSpPr>
            <a:spLocks noGrp="1"/>
          </p:cNvSpPr>
          <p:nvPr/>
        </p:nvSpPr>
        <p:spPr>
          <a:xfrm>
            <a:off x="1518978" y="845009"/>
            <a:ext cx="24757" cy="24757"/>
          </a:xfrm>
          <a:prstGeom prst="ellipse">
            <a:avLst/>
          </a:prstGeom>
          <a:solidFill>
            <a:srgbClr val="7D8990">
              <a:alpha val="40000"/>
            </a:srgbClr>
          </a:solidFill>
          <a:ln w="0">
            <a:noFill/>
            <a:prstDash val="solid"/>
          </a:ln>
        </p:spPr>
      </p:sp>
      <p:sp>
        <p:nvSpPr>
          <p:cNvPr id="1390" name="LigandSeek2_vs_LigandSeek1_ellipse_6904">
            <a:extLst>
              <a:ext uri="{FF2B5EF4-FFF2-40B4-BE49-F238E27FC236}">
                <a16:creationId xmlns:a16="http://schemas.microsoft.com/office/drawing/2014/main" id="{46AEBE8B-E123-4C25-B547-09093078FF5B}"/>
              </a:ext>
            </a:extLst>
          </p:cNvPr>
          <p:cNvSpPr>
            <a:spLocks noGrp="1"/>
          </p:cNvSpPr>
          <p:nvPr/>
        </p:nvSpPr>
        <p:spPr>
          <a:xfrm>
            <a:off x="1597943" y="1106349"/>
            <a:ext cx="24757" cy="24757"/>
          </a:xfrm>
          <a:prstGeom prst="ellipse">
            <a:avLst/>
          </a:prstGeom>
          <a:solidFill>
            <a:srgbClr val="7D8990">
              <a:alpha val="40000"/>
            </a:srgbClr>
          </a:solidFill>
          <a:ln w="0">
            <a:noFill/>
            <a:prstDash val="solid"/>
          </a:ln>
        </p:spPr>
      </p:sp>
      <p:sp>
        <p:nvSpPr>
          <p:cNvPr id="1391" name="LigandSeek2_vs_LigandSeek1_ellipse_6905">
            <a:extLst>
              <a:ext uri="{FF2B5EF4-FFF2-40B4-BE49-F238E27FC236}">
                <a16:creationId xmlns:a16="http://schemas.microsoft.com/office/drawing/2014/main" id="{546FE965-A6A0-4B9C-A9A9-0D7EB5FF7929}"/>
              </a:ext>
            </a:extLst>
          </p:cNvPr>
          <p:cNvSpPr>
            <a:spLocks noGrp="1"/>
          </p:cNvSpPr>
          <p:nvPr/>
        </p:nvSpPr>
        <p:spPr>
          <a:xfrm>
            <a:off x="1554118" y="1621774"/>
            <a:ext cx="24757" cy="24757"/>
          </a:xfrm>
          <a:prstGeom prst="ellipse">
            <a:avLst/>
          </a:prstGeom>
          <a:solidFill>
            <a:srgbClr val="7D8990">
              <a:alpha val="40000"/>
            </a:srgbClr>
          </a:solidFill>
          <a:ln w="0">
            <a:noFill/>
            <a:prstDash val="solid"/>
          </a:ln>
        </p:spPr>
      </p:sp>
      <p:sp>
        <p:nvSpPr>
          <p:cNvPr id="1392" name="LigandSeek2_vs_LigandSeek1_ellipse_6906">
            <a:extLst>
              <a:ext uri="{FF2B5EF4-FFF2-40B4-BE49-F238E27FC236}">
                <a16:creationId xmlns:a16="http://schemas.microsoft.com/office/drawing/2014/main" id="{6F6D6945-14E1-4E1F-B5C9-E7D5EB2B31B1}"/>
              </a:ext>
            </a:extLst>
          </p:cNvPr>
          <p:cNvSpPr>
            <a:spLocks noGrp="1"/>
          </p:cNvSpPr>
          <p:nvPr/>
        </p:nvSpPr>
        <p:spPr>
          <a:xfrm>
            <a:off x="1529771" y="845009"/>
            <a:ext cx="24757" cy="24757"/>
          </a:xfrm>
          <a:prstGeom prst="ellipse">
            <a:avLst/>
          </a:prstGeom>
          <a:solidFill>
            <a:srgbClr val="7D8990">
              <a:alpha val="40000"/>
            </a:srgbClr>
          </a:solidFill>
          <a:ln w="0">
            <a:noFill/>
            <a:prstDash val="solid"/>
          </a:ln>
        </p:spPr>
      </p:sp>
      <p:sp>
        <p:nvSpPr>
          <p:cNvPr id="1393" name="LigandSeek2_vs_LigandSeek1_ellipse_6907">
            <a:extLst>
              <a:ext uri="{FF2B5EF4-FFF2-40B4-BE49-F238E27FC236}">
                <a16:creationId xmlns:a16="http://schemas.microsoft.com/office/drawing/2014/main" id="{F324722E-DA14-4F5A-A70B-1F9A6B90F893}"/>
              </a:ext>
            </a:extLst>
          </p:cNvPr>
          <p:cNvSpPr>
            <a:spLocks noGrp="1"/>
          </p:cNvSpPr>
          <p:nvPr/>
        </p:nvSpPr>
        <p:spPr>
          <a:xfrm>
            <a:off x="1567390" y="1367688"/>
            <a:ext cx="24757" cy="24757"/>
          </a:xfrm>
          <a:prstGeom prst="ellipse">
            <a:avLst/>
          </a:prstGeom>
          <a:solidFill>
            <a:srgbClr val="7D8990">
              <a:alpha val="40000"/>
            </a:srgbClr>
          </a:solidFill>
          <a:ln w="0">
            <a:noFill/>
            <a:prstDash val="solid"/>
          </a:ln>
        </p:spPr>
      </p:sp>
      <p:sp>
        <p:nvSpPr>
          <p:cNvPr id="1394" name="LigandSeek2_vs_LigandSeek1_ellipse_6908">
            <a:extLst>
              <a:ext uri="{FF2B5EF4-FFF2-40B4-BE49-F238E27FC236}">
                <a16:creationId xmlns:a16="http://schemas.microsoft.com/office/drawing/2014/main" id="{1DEB4BDF-039B-4E33-9022-BBFB3D071AE9}"/>
              </a:ext>
            </a:extLst>
          </p:cNvPr>
          <p:cNvSpPr>
            <a:spLocks noGrp="1"/>
          </p:cNvSpPr>
          <p:nvPr/>
        </p:nvSpPr>
        <p:spPr>
          <a:xfrm>
            <a:off x="1595705" y="1629028"/>
            <a:ext cx="24757" cy="24757"/>
          </a:xfrm>
          <a:prstGeom prst="ellipse">
            <a:avLst/>
          </a:prstGeom>
          <a:solidFill>
            <a:srgbClr val="7D8990">
              <a:alpha val="40000"/>
            </a:srgbClr>
          </a:solidFill>
          <a:ln w="0">
            <a:noFill/>
            <a:prstDash val="solid"/>
          </a:ln>
        </p:spPr>
      </p:sp>
      <p:sp>
        <p:nvSpPr>
          <p:cNvPr id="1395" name="LigandSeek2_vs_LigandSeek1_ellipse_6909">
            <a:extLst>
              <a:ext uri="{FF2B5EF4-FFF2-40B4-BE49-F238E27FC236}">
                <a16:creationId xmlns:a16="http://schemas.microsoft.com/office/drawing/2014/main" id="{6A341812-0FB3-4477-AD3A-167C4043F871}"/>
              </a:ext>
            </a:extLst>
          </p:cNvPr>
          <p:cNvSpPr>
            <a:spLocks noGrp="1"/>
          </p:cNvSpPr>
          <p:nvPr/>
        </p:nvSpPr>
        <p:spPr>
          <a:xfrm>
            <a:off x="1518875" y="845009"/>
            <a:ext cx="24757" cy="24757"/>
          </a:xfrm>
          <a:prstGeom prst="ellipse">
            <a:avLst/>
          </a:prstGeom>
          <a:solidFill>
            <a:srgbClr val="7D8990">
              <a:alpha val="40000"/>
            </a:srgbClr>
          </a:solidFill>
          <a:ln w="0">
            <a:noFill/>
            <a:prstDash val="solid"/>
          </a:ln>
        </p:spPr>
      </p:sp>
      <p:sp>
        <p:nvSpPr>
          <p:cNvPr id="1396" name="LigandSeek2_vs_LigandSeek1_ellipse_6910">
            <a:extLst>
              <a:ext uri="{FF2B5EF4-FFF2-40B4-BE49-F238E27FC236}">
                <a16:creationId xmlns:a16="http://schemas.microsoft.com/office/drawing/2014/main" id="{2FF771DD-A6CA-4115-BC62-386672051A34}"/>
              </a:ext>
            </a:extLst>
          </p:cNvPr>
          <p:cNvSpPr>
            <a:spLocks noGrp="1"/>
          </p:cNvSpPr>
          <p:nvPr/>
        </p:nvSpPr>
        <p:spPr>
          <a:xfrm>
            <a:off x="1519885" y="1836759"/>
            <a:ext cx="24757" cy="24757"/>
          </a:xfrm>
          <a:prstGeom prst="ellipse">
            <a:avLst/>
          </a:prstGeom>
          <a:solidFill>
            <a:srgbClr val="7D8990">
              <a:alpha val="40000"/>
            </a:srgbClr>
          </a:solidFill>
          <a:ln w="0">
            <a:noFill/>
            <a:prstDash val="solid"/>
          </a:ln>
        </p:spPr>
      </p:sp>
      <p:sp>
        <p:nvSpPr>
          <p:cNvPr id="1397" name="LigandSeek2_vs_LigandSeek1_ellipse_6911">
            <a:extLst>
              <a:ext uri="{FF2B5EF4-FFF2-40B4-BE49-F238E27FC236}">
                <a16:creationId xmlns:a16="http://schemas.microsoft.com/office/drawing/2014/main" id="{879DDF7B-DFC7-4239-B668-89CF58B3CEC9}"/>
              </a:ext>
            </a:extLst>
          </p:cNvPr>
          <p:cNvSpPr>
            <a:spLocks noGrp="1"/>
          </p:cNvSpPr>
          <p:nvPr/>
        </p:nvSpPr>
        <p:spPr>
          <a:xfrm>
            <a:off x="1520383" y="1019236"/>
            <a:ext cx="24757" cy="24757"/>
          </a:xfrm>
          <a:prstGeom prst="ellipse">
            <a:avLst/>
          </a:prstGeom>
          <a:solidFill>
            <a:srgbClr val="7D8990">
              <a:alpha val="40000"/>
            </a:srgbClr>
          </a:solidFill>
          <a:ln w="0">
            <a:noFill/>
            <a:prstDash val="solid"/>
          </a:ln>
        </p:spPr>
      </p:sp>
      <p:sp>
        <p:nvSpPr>
          <p:cNvPr id="1398" name="LigandSeek2_vs_LigandSeek1_ellipse_6912">
            <a:extLst>
              <a:ext uri="{FF2B5EF4-FFF2-40B4-BE49-F238E27FC236}">
                <a16:creationId xmlns:a16="http://schemas.microsoft.com/office/drawing/2014/main" id="{0768FBDC-FF87-4848-8337-1560A6D3ACE8}"/>
              </a:ext>
            </a:extLst>
          </p:cNvPr>
          <p:cNvSpPr>
            <a:spLocks noGrp="1"/>
          </p:cNvSpPr>
          <p:nvPr/>
        </p:nvSpPr>
        <p:spPr>
          <a:xfrm>
            <a:off x="1554316" y="845009"/>
            <a:ext cx="24757" cy="24757"/>
          </a:xfrm>
          <a:prstGeom prst="ellipse">
            <a:avLst/>
          </a:prstGeom>
          <a:solidFill>
            <a:srgbClr val="7D8990">
              <a:alpha val="40000"/>
            </a:srgbClr>
          </a:solidFill>
          <a:ln w="0">
            <a:noFill/>
            <a:prstDash val="solid"/>
          </a:ln>
        </p:spPr>
      </p:sp>
      <p:sp>
        <p:nvSpPr>
          <p:cNvPr id="1399" name="LigandSeek2_vs_LigandSeek1_ellipse_6913">
            <a:extLst>
              <a:ext uri="{FF2B5EF4-FFF2-40B4-BE49-F238E27FC236}">
                <a16:creationId xmlns:a16="http://schemas.microsoft.com/office/drawing/2014/main" id="{296AA18F-9EBE-41BF-B93C-3F4F99253828}"/>
              </a:ext>
            </a:extLst>
          </p:cNvPr>
          <p:cNvSpPr>
            <a:spLocks noGrp="1"/>
          </p:cNvSpPr>
          <p:nvPr/>
        </p:nvSpPr>
        <p:spPr>
          <a:xfrm>
            <a:off x="1519233" y="1629028"/>
            <a:ext cx="24757" cy="24757"/>
          </a:xfrm>
          <a:prstGeom prst="ellipse">
            <a:avLst/>
          </a:prstGeom>
          <a:solidFill>
            <a:srgbClr val="7D8990">
              <a:alpha val="40000"/>
            </a:srgbClr>
          </a:solidFill>
          <a:ln w="0">
            <a:noFill/>
            <a:prstDash val="solid"/>
          </a:ln>
        </p:spPr>
      </p:sp>
      <p:sp>
        <p:nvSpPr>
          <p:cNvPr id="1400" name="LigandSeek2_vs_LigandSeek1_ellipse_6914">
            <a:extLst>
              <a:ext uri="{FF2B5EF4-FFF2-40B4-BE49-F238E27FC236}">
                <a16:creationId xmlns:a16="http://schemas.microsoft.com/office/drawing/2014/main" id="{B6D35482-9AA9-4BC2-A933-2559DFA37123}"/>
              </a:ext>
            </a:extLst>
          </p:cNvPr>
          <p:cNvSpPr>
            <a:spLocks noGrp="1"/>
          </p:cNvSpPr>
          <p:nvPr/>
        </p:nvSpPr>
        <p:spPr>
          <a:xfrm>
            <a:off x="1599146" y="1395791"/>
            <a:ext cx="24757" cy="24757"/>
          </a:xfrm>
          <a:prstGeom prst="ellipse">
            <a:avLst/>
          </a:prstGeom>
          <a:solidFill>
            <a:srgbClr val="7D8990">
              <a:alpha val="40000"/>
            </a:srgbClr>
          </a:solidFill>
          <a:ln w="0">
            <a:noFill/>
            <a:prstDash val="solid"/>
          </a:ln>
        </p:spPr>
      </p:sp>
      <p:sp>
        <p:nvSpPr>
          <p:cNvPr id="1401" name="LigandSeek2_vs_LigandSeek1_ellipse_6915">
            <a:extLst>
              <a:ext uri="{FF2B5EF4-FFF2-40B4-BE49-F238E27FC236}">
                <a16:creationId xmlns:a16="http://schemas.microsoft.com/office/drawing/2014/main" id="{C72523C3-D130-4D95-9C06-AAC4B03D3FCD}"/>
              </a:ext>
            </a:extLst>
          </p:cNvPr>
          <p:cNvSpPr>
            <a:spLocks noGrp="1"/>
          </p:cNvSpPr>
          <p:nvPr/>
        </p:nvSpPr>
        <p:spPr>
          <a:xfrm>
            <a:off x="1586504" y="845009"/>
            <a:ext cx="24757" cy="24757"/>
          </a:xfrm>
          <a:prstGeom prst="ellipse">
            <a:avLst/>
          </a:prstGeom>
          <a:solidFill>
            <a:srgbClr val="7D8990">
              <a:alpha val="40000"/>
            </a:srgbClr>
          </a:solidFill>
          <a:ln w="0">
            <a:noFill/>
            <a:prstDash val="solid"/>
          </a:ln>
        </p:spPr>
      </p:sp>
      <p:sp>
        <p:nvSpPr>
          <p:cNvPr id="1402" name="LigandSeek2_vs_LigandSeek1_ellipse_6916">
            <a:extLst>
              <a:ext uri="{FF2B5EF4-FFF2-40B4-BE49-F238E27FC236}">
                <a16:creationId xmlns:a16="http://schemas.microsoft.com/office/drawing/2014/main" id="{EFD3B7F7-432B-40C7-8888-BE83006A777A}"/>
              </a:ext>
            </a:extLst>
          </p:cNvPr>
          <p:cNvSpPr>
            <a:spLocks noGrp="1"/>
          </p:cNvSpPr>
          <p:nvPr/>
        </p:nvSpPr>
        <p:spPr>
          <a:xfrm>
            <a:off x="1532726" y="1890368"/>
            <a:ext cx="24757" cy="24757"/>
          </a:xfrm>
          <a:prstGeom prst="ellipse">
            <a:avLst/>
          </a:prstGeom>
          <a:solidFill>
            <a:srgbClr val="7D8990">
              <a:alpha val="40000"/>
            </a:srgbClr>
          </a:solidFill>
          <a:ln w="0">
            <a:noFill/>
            <a:prstDash val="solid"/>
          </a:ln>
        </p:spPr>
      </p:sp>
      <p:sp>
        <p:nvSpPr>
          <p:cNvPr id="1403" name="LigandSeek2_vs_LigandSeek1_ellipse_6917">
            <a:extLst>
              <a:ext uri="{FF2B5EF4-FFF2-40B4-BE49-F238E27FC236}">
                <a16:creationId xmlns:a16="http://schemas.microsoft.com/office/drawing/2014/main" id="{56C4F3E2-31CE-4D79-9DCB-0A93F444BBDB}"/>
              </a:ext>
            </a:extLst>
          </p:cNvPr>
          <p:cNvSpPr>
            <a:spLocks noGrp="1"/>
          </p:cNvSpPr>
          <p:nvPr/>
        </p:nvSpPr>
        <p:spPr>
          <a:xfrm>
            <a:off x="1579644" y="1367688"/>
            <a:ext cx="24757" cy="24757"/>
          </a:xfrm>
          <a:prstGeom prst="ellipse">
            <a:avLst/>
          </a:prstGeom>
          <a:solidFill>
            <a:srgbClr val="7D8990">
              <a:alpha val="40000"/>
            </a:srgbClr>
          </a:solidFill>
          <a:ln w="0">
            <a:noFill/>
            <a:prstDash val="solid"/>
          </a:ln>
        </p:spPr>
      </p:sp>
      <p:sp>
        <p:nvSpPr>
          <p:cNvPr id="1404" name="LigandSeek2_vs_LigandSeek1_ellipse_6918">
            <a:extLst>
              <a:ext uri="{FF2B5EF4-FFF2-40B4-BE49-F238E27FC236}">
                <a16:creationId xmlns:a16="http://schemas.microsoft.com/office/drawing/2014/main" id="{B552D7D4-3400-4BB1-8D41-FC5CCD1B3201}"/>
              </a:ext>
            </a:extLst>
          </p:cNvPr>
          <p:cNvSpPr>
            <a:spLocks noGrp="1"/>
          </p:cNvSpPr>
          <p:nvPr/>
        </p:nvSpPr>
        <p:spPr>
          <a:xfrm>
            <a:off x="1549073" y="1890368"/>
            <a:ext cx="24757" cy="24757"/>
          </a:xfrm>
          <a:prstGeom prst="ellipse">
            <a:avLst/>
          </a:prstGeom>
          <a:solidFill>
            <a:srgbClr val="7D8990">
              <a:alpha val="40000"/>
            </a:srgbClr>
          </a:solidFill>
          <a:ln w="0">
            <a:noFill/>
            <a:prstDash val="solid"/>
          </a:ln>
        </p:spPr>
      </p:sp>
      <p:sp>
        <p:nvSpPr>
          <p:cNvPr id="1405" name="LigandSeek2_vs_LigandSeek1_ellipse_6919">
            <a:extLst>
              <a:ext uri="{FF2B5EF4-FFF2-40B4-BE49-F238E27FC236}">
                <a16:creationId xmlns:a16="http://schemas.microsoft.com/office/drawing/2014/main" id="{FB770AF8-8E16-45BE-8DFF-0EDFB436BF13}"/>
              </a:ext>
            </a:extLst>
          </p:cNvPr>
          <p:cNvSpPr>
            <a:spLocks noGrp="1"/>
          </p:cNvSpPr>
          <p:nvPr/>
        </p:nvSpPr>
        <p:spPr>
          <a:xfrm>
            <a:off x="1548083" y="1488839"/>
            <a:ext cx="24757" cy="24757"/>
          </a:xfrm>
          <a:prstGeom prst="ellipse">
            <a:avLst/>
          </a:prstGeom>
          <a:solidFill>
            <a:srgbClr val="7D8990">
              <a:alpha val="40000"/>
            </a:srgbClr>
          </a:solidFill>
          <a:ln w="0">
            <a:noFill/>
            <a:prstDash val="solid"/>
          </a:ln>
        </p:spPr>
      </p:sp>
      <p:sp>
        <p:nvSpPr>
          <p:cNvPr id="1406" name="LigandSeek2_vs_LigandSeek1_ellipse_6920">
            <a:extLst>
              <a:ext uri="{FF2B5EF4-FFF2-40B4-BE49-F238E27FC236}">
                <a16:creationId xmlns:a16="http://schemas.microsoft.com/office/drawing/2014/main" id="{60A4D004-EFAD-47DE-BB61-1BA4D86D60F9}"/>
              </a:ext>
            </a:extLst>
          </p:cNvPr>
          <p:cNvSpPr>
            <a:spLocks noGrp="1"/>
          </p:cNvSpPr>
          <p:nvPr/>
        </p:nvSpPr>
        <p:spPr>
          <a:xfrm>
            <a:off x="1521692" y="845009"/>
            <a:ext cx="24757" cy="24757"/>
          </a:xfrm>
          <a:prstGeom prst="ellipse">
            <a:avLst/>
          </a:prstGeom>
          <a:solidFill>
            <a:srgbClr val="7D8990">
              <a:alpha val="40000"/>
            </a:srgbClr>
          </a:solidFill>
          <a:ln w="0">
            <a:noFill/>
            <a:prstDash val="solid"/>
          </a:ln>
        </p:spPr>
      </p:sp>
      <p:sp>
        <p:nvSpPr>
          <p:cNvPr id="1407" name="LigandSeek2_vs_LigandSeek1_ellipse_6921">
            <a:extLst>
              <a:ext uri="{FF2B5EF4-FFF2-40B4-BE49-F238E27FC236}">
                <a16:creationId xmlns:a16="http://schemas.microsoft.com/office/drawing/2014/main" id="{1574F867-8E4D-4EA1-9722-7672844F9126}"/>
              </a:ext>
            </a:extLst>
          </p:cNvPr>
          <p:cNvSpPr>
            <a:spLocks noGrp="1"/>
          </p:cNvSpPr>
          <p:nvPr/>
        </p:nvSpPr>
        <p:spPr>
          <a:xfrm>
            <a:off x="1546596" y="1545259"/>
            <a:ext cx="24757" cy="24757"/>
          </a:xfrm>
          <a:prstGeom prst="ellipse">
            <a:avLst/>
          </a:prstGeom>
          <a:solidFill>
            <a:srgbClr val="7D8990">
              <a:alpha val="40000"/>
            </a:srgbClr>
          </a:solidFill>
          <a:ln w="0">
            <a:noFill/>
            <a:prstDash val="solid"/>
          </a:ln>
        </p:spPr>
      </p:sp>
      <p:sp>
        <p:nvSpPr>
          <p:cNvPr id="1408" name="LigandSeek2_vs_LigandSeek1_ellipse_6922">
            <a:extLst>
              <a:ext uri="{FF2B5EF4-FFF2-40B4-BE49-F238E27FC236}">
                <a16:creationId xmlns:a16="http://schemas.microsoft.com/office/drawing/2014/main" id="{B886BAAF-7886-46F7-82B3-1FF47A2E08E9}"/>
              </a:ext>
            </a:extLst>
          </p:cNvPr>
          <p:cNvSpPr>
            <a:spLocks noGrp="1"/>
          </p:cNvSpPr>
          <p:nvPr/>
        </p:nvSpPr>
        <p:spPr>
          <a:xfrm>
            <a:off x="1521519" y="1890368"/>
            <a:ext cx="24757" cy="24757"/>
          </a:xfrm>
          <a:prstGeom prst="ellipse">
            <a:avLst/>
          </a:prstGeom>
          <a:solidFill>
            <a:srgbClr val="7D8990">
              <a:alpha val="40000"/>
            </a:srgbClr>
          </a:solidFill>
          <a:ln w="0">
            <a:noFill/>
            <a:prstDash val="solid"/>
          </a:ln>
        </p:spPr>
      </p:sp>
      <p:sp>
        <p:nvSpPr>
          <p:cNvPr id="1409" name="LigandSeek2_vs_LigandSeek1_ellipse_6923">
            <a:extLst>
              <a:ext uri="{FF2B5EF4-FFF2-40B4-BE49-F238E27FC236}">
                <a16:creationId xmlns:a16="http://schemas.microsoft.com/office/drawing/2014/main" id="{F95851DB-F7B4-4FAA-8251-2BE6DB4D37CB}"/>
              </a:ext>
            </a:extLst>
          </p:cNvPr>
          <p:cNvSpPr>
            <a:spLocks noGrp="1"/>
          </p:cNvSpPr>
          <p:nvPr/>
        </p:nvSpPr>
        <p:spPr>
          <a:xfrm>
            <a:off x="1589842" y="845009"/>
            <a:ext cx="24757" cy="24757"/>
          </a:xfrm>
          <a:prstGeom prst="ellipse">
            <a:avLst/>
          </a:prstGeom>
          <a:solidFill>
            <a:srgbClr val="7D8990">
              <a:alpha val="40000"/>
            </a:srgbClr>
          </a:solidFill>
          <a:ln w="0">
            <a:noFill/>
            <a:prstDash val="solid"/>
          </a:ln>
        </p:spPr>
      </p:sp>
      <p:sp>
        <p:nvSpPr>
          <p:cNvPr id="1410" name="LigandSeek2_vs_LigandSeek1_ellipse_6924">
            <a:extLst>
              <a:ext uri="{FF2B5EF4-FFF2-40B4-BE49-F238E27FC236}">
                <a16:creationId xmlns:a16="http://schemas.microsoft.com/office/drawing/2014/main" id="{800C540A-B2C8-4FB8-AC40-195DE9474787}"/>
              </a:ext>
            </a:extLst>
          </p:cNvPr>
          <p:cNvSpPr>
            <a:spLocks noGrp="1"/>
          </p:cNvSpPr>
          <p:nvPr/>
        </p:nvSpPr>
        <p:spPr>
          <a:xfrm>
            <a:off x="1560804" y="1271864"/>
            <a:ext cx="24757" cy="24757"/>
          </a:xfrm>
          <a:prstGeom prst="ellipse">
            <a:avLst/>
          </a:prstGeom>
          <a:solidFill>
            <a:srgbClr val="7D8990">
              <a:alpha val="40000"/>
            </a:srgbClr>
          </a:solidFill>
          <a:ln w="0">
            <a:noFill/>
            <a:prstDash val="solid"/>
          </a:ln>
        </p:spPr>
      </p:sp>
      <p:sp>
        <p:nvSpPr>
          <p:cNvPr id="1411" name="LigandSeek2_vs_LigandSeek1_ellipse_6925">
            <a:extLst>
              <a:ext uri="{FF2B5EF4-FFF2-40B4-BE49-F238E27FC236}">
                <a16:creationId xmlns:a16="http://schemas.microsoft.com/office/drawing/2014/main" id="{B02D2252-35C0-4B0A-9AA2-0E58D6FEFCAE}"/>
              </a:ext>
            </a:extLst>
          </p:cNvPr>
          <p:cNvSpPr>
            <a:spLocks noGrp="1"/>
          </p:cNvSpPr>
          <p:nvPr/>
        </p:nvSpPr>
        <p:spPr>
          <a:xfrm>
            <a:off x="1522405" y="1890368"/>
            <a:ext cx="24757" cy="24757"/>
          </a:xfrm>
          <a:prstGeom prst="ellipse">
            <a:avLst/>
          </a:prstGeom>
          <a:solidFill>
            <a:srgbClr val="7D8990">
              <a:alpha val="40000"/>
            </a:srgbClr>
          </a:solidFill>
          <a:ln w="0">
            <a:noFill/>
            <a:prstDash val="solid"/>
          </a:ln>
        </p:spPr>
      </p:sp>
      <p:sp>
        <p:nvSpPr>
          <p:cNvPr id="1412" name="LigandSeek2_vs_LigandSeek1_ellipse_6926">
            <a:extLst>
              <a:ext uri="{FF2B5EF4-FFF2-40B4-BE49-F238E27FC236}">
                <a16:creationId xmlns:a16="http://schemas.microsoft.com/office/drawing/2014/main" id="{DB85DFB2-F4A1-4E17-837B-CC9B9A07BEDD}"/>
              </a:ext>
            </a:extLst>
          </p:cNvPr>
          <p:cNvSpPr>
            <a:spLocks noGrp="1"/>
          </p:cNvSpPr>
          <p:nvPr/>
        </p:nvSpPr>
        <p:spPr>
          <a:xfrm>
            <a:off x="1556535" y="845009"/>
            <a:ext cx="24757" cy="24757"/>
          </a:xfrm>
          <a:prstGeom prst="ellipse">
            <a:avLst/>
          </a:prstGeom>
          <a:solidFill>
            <a:srgbClr val="7D8990">
              <a:alpha val="40000"/>
            </a:srgbClr>
          </a:solidFill>
          <a:ln w="0">
            <a:noFill/>
            <a:prstDash val="solid"/>
          </a:ln>
        </p:spPr>
      </p:sp>
      <p:sp>
        <p:nvSpPr>
          <p:cNvPr id="1413" name="LigandSeek2_vs_LigandSeek1_ellipse_6927">
            <a:extLst>
              <a:ext uri="{FF2B5EF4-FFF2-40B4-BE49-F238E27FC236}">
                <a16:creationId xmlns:a16="http://schemas.microsoft.com/office/drawing/2014/main" id="{32438BC7-32AA-474B-ABB5-389A5D8EBB9E}"/>
              </a:ext>
            </a:extLst>
          </p:cNvPr>
          <p:cNvSpPr>
            <a:spLocks noGrp="1"/>
          </p:cNvSpPr>
          <p:nvPr/>
        </p:nvSpPr>
        <p:spPr>
          <a:xfrm>
            <a:off x="1538013" y="1367688"/>
            <a:ext cx="24757" cy="24757"/>
          </a:xfrm>
          <a:prstGeom prst="ellipse">
            <a:avLst/>
          </a:prstGeom>
          <a:solidFill>
            <a:srgbClr val="7D8990">
              <a:alpha val="40000"/>
            </a:srgbClr>
          </a:solidFill>
          <a:ln w="0">
            <a:noFill/>
            <a:prstDash val="solid"/>
          </a:ln>
        </p:spPr>
      </p:sp>
      <p:sp>
        <p:nvSpPr>
          <p:cNvPr id="1414" name="LigandSeek2_vs_LigandSeek1_ellipse_6928">
            <a:extLst>
              <a:ext uri="{FF2B5EF4-FFF2-40B4-BE49-F238E27FC236}">
                <a16:creationId xmlns:a16="http://schemas.microsoft.com/office/drawing/2014/main" id="{51E9236A-7E5C-43E4-915D-B3586E73CBD3}"/>
              </a:ext>
            </a:extLst>
          </p:cNvPr>
          <p:cNvSpPr>
            <a:spLocks noGrp="1"/>
          </p:cNvSpPr>
          <p:nvPr/>
        </p:nvSpPr>
        <p:spPr>
          <a:xfrm>
            <a:off x="1559180" y="1686363"/>
            <a:ext cx="24757" cy="24757"/>
          </a:xfrm>
          <a:prstGeom prst="ellipse">
            <a:avLst/>
          </a:prstGeom>
          <a:solidFill>
            <a:srgbClr val="7D8990">
              <a:alpha val="40000"/>
            </a:srgbClr>
          </a:solidFill>
          <a:ln w="0">
            <a:noFill/>
            <a:prstDash val="solid"/>
          </a:ln>
        </p:spPr>
      </p:sp>
      <p:sp>
        <p:nvSpPr>
          <p:cNvPr id="1415" name="LigandSeek2_vs_LigandSeek1_ellipse_6929">
            <a:extLst>
              <a:ext uri="{FF2B5EF4-FFF2-40B4-BE49-F238E27FC236}">
                <a16:creationId xmlns:a16="http://schemas.microsoft.com/office/drawing/2014/main" id="{F3F329A4-434D-4D37-B9B2-1426EEFCC0DC}"/>
              </a:ext>
            </a:extLst>
          </p:cNvPr>
          <p:cNvSpPr>
            <a:spLocks noGrp="1"/>
          </p:cNvSpPr>
          <p:nvPr/>
        </p:nvSpPr>
        <p:spPr>
          <a:xfrm>
            <a:off x="1532556" y="1367688"/>
            <a:ext cx="24757" cy="24757"/>
          </a:xfrm>
          <a:prstGeom prst="ellipse">
            <a:avLst/>
          </a:prstGeom>
          <a:solidFill>
            <a:srgbClr val="7D8990">
              <a:alpha val="40000"/>
            </a:srgbClr>
          </a:solidFill>
          <a:ln w="0">
            <a:noFill/>
            <a:prstDash val="solid"/>
          </a:ln>
        </p:spPr>
      </p:sp>
      <p:sp>
        <p:nvSpPr>
          <p:cNvPr id="1416" name="LigandSeek2_vs_LigandSeek1_ellipse_6930">
            <a:extLst>
              <a:ext uri="{FF2B5EF4-FFF2-40B4-BE49-F238E27FC236}">
                <a16:creationId xmlns:a16="http://schemas.microsoft.com/office/drawing/2014/main" id="{76E303DD-94ED-4ADE-910C-AB388BA059DA}"/>
              </a:ext>
            </a:extLst>
          </p:cNvPr>
          <p:cNvSpPr>
            <a:spLocks noGrp="1"/>
          </p:cNvSpPr>
          <p:nvPr/>
        </p:nvSpPr>
        <p:spPr>
          <a:xfrm>
            <a:off x="1547973" y="845009"/>
            <a:ext cx="24757" cy="24757"/>
          </a:xfrm>
          <a:prstGeom prst="ellipse">
            <a:avLst/>
          </a:prstGeom>
          <a:solidFill>
            <a:srgbClr val="7D8990">
              <a:alpha val="40000"/>
            </a:srgbClr>
          </a:solidFill>
          <a:ln w="0">
            <a:noFill/>
            <a:prstDash val="solid"/>
          </a:ln>
        </p:spPr>
      </p:sp>
      <p:sp>
        <p:nvSpPr>
          <p:cNvPr id="1417" name="LigandSeek2_vs_LigandSeek1_ellipse_6931">
            <a:extLst>
              <a:ext uri="{FF2B5EF4-FFF2-40B4-BE49-F238E27FC236}">
                <a16:creationId xmlns:a16="http://schemas.microsoft.com/office/drawing/2014/main" id="{2F9CD9E5-2485-4A52-8135-47746FDCC274}"/>
              </a:ext>
            </a:extLst>
          </p:cNvPr>
          <p:cNvSpPr>
            <a:spLocks noGrp="1"/>
          </p:cNvSpPr>
          <p:nvPr/>
        </p:nvSpPr>
        <p:spPr>
          <a:xfrm>
            <a:off x="1552937" y="1367688"/>
            <a:ext cx="24757" cy="24757"/>
          </a:xfrm>
          <a:prstGeom prst="ellipse">
            <a:avLst/>
          </a:prstGeom>
          <a:solidFill>
            <a:srgbClr val="7D8990">
              <a:alpha val="40000"/>
            </a:srgbClr>
          </a:solidFill>
          <a:ln w="0">
            <a:noFill/>
            <a:prstDash val="solid"/>
          </a:ln>
        </p:spPr>
      </p:sp>
      <p:sp>
        <p:nvSpPr>
          <p:cNvPr id="1418" name="LigandSeek2_vs_LigandSeek1_ellipse_6932">
            <a:extLst>
              <a:ext uri="{FF2B5EF4-FFF2-40B4-BE49-F238E27FC236}">
                <a16:creationId xmlns:a16="http://schemas.microsoft.com/office/drawing/2014/main" id="{553B1363-A0EE-4EF8-8084-B07D7F2F0910}"/>
              </a:ext>
            </a:extLst>
          </p:cNvPr>
          <p:cNvSpPr>
            <a:spLocks noGrp="1"/>
          </p:cNvSpPr>
          <p:nvPr/>
        </p:nvSpPr>
        <p:spPr>
          <a:xfrm>
            <a:off x="1554561" y="1603205"/>
            <a:ext cx="24757" cy="24757"/>
          </a:xfrm>
          <a:prstGeom prst="ellipse">
            <a:avLst/>
          </a:prstGeom>
          <a:solidFill>
            <a:srgbClr val="7D8990">
              <a:alpha val="40000"/>
            </a:srgbClr>
          </a:solidFill>
          <a:ln w="0">
            <a:noFill/>
            <a:prstDash val="solid"/>
          </a:ln>
        </p:spPr>
      </p:sp>
      <p:sp>
        <p:nvSpPr>
          <p:cNvPr id="1419" name="LigandSeek2_vs_LigandSeek1_ellipse_6933">
            <a:extLst>
              <a:ext uri="{FF2B5EF4-FFF2-40B4-BE49-F238E27FC236}">
                <a16:creationId xmlns:a16="http://schemas.microsoft.com/office/drawing/2014/main" id="{10236C33-C3F0-4552-8448-61B58DDD3051}"/>
              </a:ext>
            </a:extLst>
          </p:cNvPr>
          <p:cNvSpPr>
            <a:spLocks noGrp="1"/>
          </p:cNvSpPr>
          <p:nvPr/>
        </p:nvSpPr>
        <p:spPr>
          <a:xfrm>
            <a:off x="1587026" y="845009"/>
            <a:ext cx="24757" cy="24757"/>
          </a:xfrm>
          <a:prstGeom prst="ellipse">
            <a:avLst/>
          </a:prstGeom>
          <a:solidFill>
            <a:srgbClr val="7D8990">
              <a:alpha val="40000"/>
            </a:srgbClr>
          </a:solidFill>
          <a:ln w="0">
            <a:noFill/>
            <a:prstDash val="solid"/>
          </a:ln>
        </p:spPr>
      </p:sp>
      <p:sp>
        <p:nvSpPr>
          <p:cNvPr id="1420" name="LigandSeek2_vs_LigandSeek1_ellipse_6934">
            <a:extLst>
              <a:ext uri="{FF2B5EF4-FFF2-40B4-BE49-F238E27FC236}">
                <a16:creationId xmlns:a16="http://schemas.microsoft.com/office/drawing/2014/main" id="{AAE7457A-7D26-431E-A2CA-90D63F052122}"/>
              </a:ext>
            </a:extLst>
          </p:cNvPr>
          <p:cNvSpPr>
            <a:spLocks noGrp="1"/>
          </p:cNvSpPr>
          <p:nvPr/>
        </p:nvSpPr>
        <p:spPr>
          <a:xfrm>
            <a:off x="1600353" y="1411245"/>
            <a:ext cx="24757" cy="24757"/>
          </a:xfrm>
          <a:prstGeom prst="ellipse">
            <a:avLst/>
          </a:prstGeom>
          <a:solidFill>
            <a:srgbClr val="7D8990">
              <a:alpha val="40000"/>
            </a:srgbClr>
          </a:solidFill>
          <a:ln w="0">
            <a:noFill/>
            <a:prstDash val="solid"/>
          </a:ln>
        </p:spPr>
      </p:sp>
      <p:sp>
        <p:nvSpPr>
          <p:cNvPr id="1421" name="LigandSeek2_vs_LigandSeek1_ellipse_6935">
            <a:extLst>
              <a:ext uri="{FF2B5EF4-FFF2-40B4-BE49-F238E27FC236}">
                <a16:creationId xmlns:a16="http://schemas.microsoft.com/office/drawing/2014/main" id="{8F657832-42D1-41BC-B62A-773EE2E2BF45}"/>
              </a:ext>
            </a:extLst>
          </p:cNvPr>
          <p:cNvSpPr>
            <a:spLocks noGrp="1"/>
          </p:cNvSpPr>
          <p:nvPr/>
        </p:nvSpPr>
        <p:spPr>
          <a:xfrm>
            <a:off x="1570121" y="1193462"/>
            <a:ext cx="24757" cy="24757"/>
          </a:xfrm>
          <a:prstGeom prst="ellipse">
            <a:avLst/>
          </a:prstGeom>
          <a:solidFill>
            <a:srgbClr val="7D8990">
              <a:alpha val="40000"/>
            </a:srgbClr>
          </a:solidFill>
          <a:ln w="0">
            <a:noFill/>
            <a:prstDash val="solid"/>
          </a:ln>
        </p:spPr>
      </p:sp>
      <p:sp>
        <p:nvSpPr>
          <p:cNvPr id="1422" name="LigandSeek2_vs_LigandSeek1_ellipse_6936">
            <a:extLst>
              <a:ext uri="{FF2B5EF4-FFF2-40B4-BE49-F238E27FC236}">
                <a16:creationId xmlns:a16="http://schemas.microsoft.com/office/drawing/2014/main" id="{4A27367D-0E36-412B-8F38-3E44E3C27B95}"/>
              </a:ext>
            </a:extLst>
          </p:cNvPr>
          <p:cNvSpPr>
            <a:spLocks noGrp="1"/>
          </p:cNvSpPr>
          <p:nvPr/>
        </p:nvSpPr>
        <p:spPr>
          <a:xfrm>
            <a:off x="1565802" y="1890368"/>
            <a:ext cx="24757" cy="24757"/>
          </a:xfrm>
          <a:prstGeom prst="ellipse">
            <a:avLst/>
          </a:prstGeom>
          <a:solidFill>
            <a:srgbClr val="7D8990">
              <a:alpha val="40000"/>
            </a:srgbClr>
          </a:solidFill>
          <a:ln w="0">
            <a:noFill/>
            <a:prstDash val="solid"/>
          </a:ln>
        </p:spPr>
      </p:sp>
      <p:sp>
        <p:nvSpPr>
          <p:cNvPr id="1423" name="LigandSeek2_vs_LigandSeek1_ellipse_6937">
            <a:extLst>
              <a:ext uri="{FF2B5EF4-FFF2-40B4-BE49-F238E27FC236}">
                <a16:creationId xmlns:a16="http://schemas.microsoft.com/office/drawing/2014/main" id="{00BA4174-FF6E-4817-B275-DC500BF0CF46}"/>
              </a:ext>
            </a:extLst>
          </p:cNvPr>
          <p:cNvSpPr>
            <a:spLocks noGrp="1"/>
          </p:cNvSpPr>
          <p:nvPr/>
        </p:nvSpPr>
        <p:spPr>
          <a:xfrm>
            <a:off x="1588802" y="845009"/>
            <a:ext cx="24757" cy="24757"/>
          </a:xfrm>
          <a:prstGeom prst="ellipse">
            <a:avLst/>
          </a:prstGeom>
          <a:solidFill>
            <a:srgbClr val="7D8990">
              <a:alpha val="40000"/>
            </a:srgbClr>
          </a:solidFill>
          <a:ln w="0">
            <a:noFill/>
            <a:prstDash val="solid"/>
          </a:ln>
        </p:spPr>
      </p:sp>
      <p:sp>
        <p:nvSpPr>
          <p:cNvPr id="1424" name="LigandSeek2_vs_LigandSeek1_ellipse_6938">
            <a:extLst>
              <a:ext uri="{FF2B5EF4-FFF2-40B4-BE49-F238E27FC236}">
                <a16:creationId xmlns:a16="http://schemas.microsoft.com/office/drawing/2014/main" id="{BF73AC8E-D0E5-45AB-8A58-895E3220C8EF}"/>
              </a:ext>
            </a:extLst>
          </p:cNvPr>
          <p:cNvSpPr>
            <a:spLocks noGrp="1"/>
          </p:cNvSpPr>
          <p:nvPr/>
        </p:nvSpPr>
        <p:spPr>
          <a:xfrm>
            <a:off x="1582651" y="1193462"/>
            <a:ext cx="24757" cy="24757"/>
          </a:xfrm>
          <a:prstGeom prst="ellipse">
            <a:avLst/>
          </a:prstGeom>
          <a:solidFill>
            <a:srgbClr val="7D8990">
              <a:alpha val="40000"/>
            </a:srgbClr>
          </a:solidFill>
          <a:ln w="0">
            <a:noFill/>
            <a:prstDash val="solid"/>
          </a:ln>
        </p:spPr>
      </p:sp>
      <p:sp>
        <p:nvSpPr>
          <p:cNvPr id="1425" name="LigandSeek2_vs_LigandSeek1_ellipse_6939">
            <a:extLst>
              <a:ext uri="{FF2B5EF4-FFF2-40B4-BE49-F238E27FC236}">
                <a16:creationId xmlns:a16="http://schemas.microsoft.com/office/drawing/2014/main" id="{08A030BD-071B-448F-A567-9FA5E0C272D8}"/>
              </a:ext>
            </a:extLst>
          </p:cNvPr>
          <p:cNvSpPr>
            <a:spLocks noGrp="1"/>
          </p:cNvSpPr>
          <p:nvPr/>
        </p:nvSpPr>
        <p:spPr>
          <a:xfrm>
            <a:off x="1524057" y="1541915"/>
            <a:ext cx="24757" cy="24757"/>
          </a:xfrm>
          <a:prstGeom prst="ellipse">
            <a:avLst/>
          </a:prstGeom>
          <a:solidFill>
            <a:srgbClr val="7D8990">
              <a:alpha val="40000"/>
            </a:srgbClr>
          </a:solidFill>
          <a:ln w="0">
            <a:noFill/>
            <a:prstDash val="solid"/>
          </a:ln>
        </p:spPr>
      </p:sp>
      <p:sp>
        <p:nvSpPr>
          <p:cNvPr id="1426" name="LigandSeek2_vs_LigandSeek1_ellipse_6940">
            <a:extLst>
              <a:ext uri="{FF2B5EF4-FFF2-40B4-BE49-F238E27FC236}">
                <a16:creationId xmlns:a16="http://schemas.microsoft.com/office/drawing/2014/main" id="{B9BB2158-E5CF-4D62-8583-70644D626EB6}"/>
              </a:ext>
            </a:extLst>
          </p:cNvPr>
          <p:cNvSpPr>
            <a:spLocks noGrp="1"/>
          </p:cNvSpPr>
          <p:nvPr/>
        </p:nvSpPr>
        <p:spPr>
          <a:xfrm>
            <a:off x="1556108" y="1667041"/>
            <a:ext cx="24757" cy="24757"/>
          </a:xfrm>
          <a:prstGeom prst="ellipse">
            <a:avLst/>
          </a:prstGeom>
          <a:solidFill>
            <a:srgbClr val="7D8990">
              <a:alpha val="40000"/>
            </a:srgbClr>
          </a:solidFill>
          <a:ln w="0">
            <a:noFill/>
            <a:prstDash val="solid"/>
          </a:ln>
        </p:spPr>
      </p:sp>
      <p:sp>
        <p:nvSpPr>
          <p:cNvPr id="1427" name="LigandSeek2_vs_LigandSeek1_ellipse_6941">
            <a:extLst>
              <a:ext uri="{FF2B5EF4-FFF2-40B4-BE49-F238E27FC236}">
                <a16:creationId xmlns:a16="http://schemas.microsoft.com/office/drawing/2014/main" id="{CD811032-B193-4D53-8C67-D0FD8E57961C}"/>
              </a:ext>
            </a:extLst>
          </p:cNvPr>
          <p:cNvSpPr>
            <a:spLocks noGrp="1"/>
          </p:cNvSpPr>
          <p:nvPr/>
        </p:nvSpPr>
        <p:spPr>
          <a:xfrm>
            <a:off x="1594186" y="1890368"/>
            <a:ext cx="24757" cy="24757"/>
          </a:xfrm>
          <a:prstGeom prst="ellipse">
            <a:avLst/>
          </a:prstGeom>
          <a:solidFill>
            <a:srgbClr val="7D8990">
              <a:alpha val="40000"/>
            </a:srgbClr>
          </a:solidFill>
          <a:ln w="0">
            <a:noFill/>
            <a:prstDash val="solid"/>
          </a:ln>
        </p:spPr>
      </p:sp>
      <p:sp>
        <p:nvSpPr>
          <p:cNvPr id="1428" name="LigandSeek2_vs_LigandSeek1_ellipse_6942">
            <a:extLst>
              <a:ext uri="{FF2B5EF4-FFF2-40B4-BE49-F238E27FC236}">
                <a16:creationId xmlns:a16="http://schemas.microsoft.com/office/drawing/2014/main" id="{EA5B44DA-5A11-4E10-9CA9-EC43ACE1E207}"/>
              </a:ext>
            </a:extLst>
          </p:cNvPr>
          <p:cNvSpPr>
            <a:spLocks noGrp="1"/>
          </p:cNvSpPr>
          <p:nvPr/>
        </p:nvSpPr>
        <p:spPr>
          <a:xfrm>
            <a:off x="1587576" y="1838100"/>
            <a:ext cx="24757" cy="24757"/>
          </a:xfrm>
          <a:prstGeom prst="ellipse">
            <a:avLst/>
          </a:prstGeom>
          <a:solidFill>
            <a:srgbClr val="7D8990">
              <a:alpha val="40000"/>
            </a:srgbClr>
          </a:solidFill>
          <a:ln w="0">
            <a:noFill/>
            <a:prstDash val="solid"/>
          </a:ln>
        </p:spPr>
      </p:sp>
      <p:sp>
        <p:nvSpPr>
          <p:cNvPr id="1429" name="LigandSeek2_vs_LigandSeek1_ellipse_6943">
            <a:extLst>
              <a:ext uri="{FF2B5EF4-FFF2-40B4-BE49-F238E27FC236}">
                <a16:creationId xmlns:a16="http://schemas.microsoft.com/office/drawing/2014/main" id="{564E1FA5-BC3D-4BEA-8881-5D157BB4D07E}"/>
              </a:ext>
            </a:extLst>
          </p:cNvPr>
          <p:cNvSpPr>
            <a:spLocks noGrp="1"/>
          </p:cNvSpPr>
          <p:nvPr/>
        </p:nvSpPr>
        <p:spPr>
          <a:xfrm>
            <a:off x="1532194" y="1507070"/>
            <a:ext cx="24757" cy="24757"/>
          </a:xfrm>
          <a:prstGeom prst="ellipse">
            <a:avLst/>
          </a:prstGeom>
          <a:solidFill>
            <a:srgbClr val="7D8990">
              <a:alpha val="40000"/>
            </a:srgbClr>
          </a:solidFill>
          <a:ln w="0">
            <a:noFill/>
            <a:prstDash val="solid"/>
          </a:ln>
        </p:spPr>
      </p:sp>
      <p:sp>
        <p:nvSpPr>
          <p:cNvPr id="1430" name="LigandSeek2_vs_LigandSeek1_ellipse_6944">
            <a:extLst>
              <a:ext uri="{FF2B5EF4-FFF2-40B4-BE49-F238E27FC236}">
                <a16:creationId xmlns:a16="http://schemas.microsoft.com/office/drawing/2014/main" id="{F7B62A3B-6893-455A-92FB-90A92200A7B1}"/>
              </a:ext>
            </a:extLst>
          </p:cNvPr>
          <p:cNvSpPr>
            <a:spLocks noGrp="1"/>
          </p:cNvSpPr>
          <p:nvPr/>
        </p:nvSpPr>
        <p:spPr>
          <a:xfrm>
            <a:off x="1529742" y="1115391"/>
            <a:ext cx="24757" cy="24757"/>
          </a:xfrm>
          <a:prstGeom prst="ellipse">
            <a:avLst/>
          </a:prstGeom>
          <a:solidFill>
            <a:srgbClr val="7D8990">
              <a:alpha val="40000"/>
            </a:srgbClr>
          </a:solidFill>
          <a:ln w="0">
            <a:noFill/>
            <a:prstDash val="solid"/>
          </a:ln>
        </p:spPr>
      </p:sp>
      <p:sp>
        <p:nvSpPr>
          <p:cNvPr id="1431" name="LigandSeek2_vs_LigandSeek1_ellipse_6945">
            <a:extLst>
              <a:ext uri="{FF2B5EF4-FFF2-40B4-BE49-F238E27FC236}">
                <a16:creationId xmlns:a16="http://schemas.microsoft.com/office/drawing/2014/main" id="{7299B4C0-3162-4029-9795-E53F717A9562}"/>
              </a:ext>
            </a:extLst>
          </p:cNvPr>
          <p:cNvSpPr>
            <a:spLocks noGrp="1"/>
          </p:cNvSpPr>
          <p:nvPr/>
        </p:nvSpPr>
        <p:spPr>
          <a:xfrm>
            <a:off x="1560138" y="1890368"/>
            <a:ext cx="24757" cy="24757"/>
          </a:xfrm>
          <a:prstGeom prst="ellipse">
            <a:avLst/>
          </a:prstGeom>
          <a:solidFill>
            <a:srgbClr val="7D8990">
              <a:alpha val="40000"/>
            </a:srgbClr>
          </a:solidFill>
          <a:ln w="0">
            <a:noFill/>
            <a:prstDash val="solid"/>
          </a:ln>
        </p:spPr>
      </p:sp>
      <p:sp>
        <p:nvSpPr>
          <p:cNvPr id="1432" name="LigandSeek2_vs_LigandSeek1_ellipse_6946">
            <a:extLst>
              <a:ext uri="{FF2B5EF4-FFF2-40B4-BE49-F238E27FC236}">
                <a16:creationId xmlns:a16="http://schemas.microsoft.com/office/drawing/2014/main" id="{AEB09F37-1304-48AF-867F-3584FFE61C2A}"/>
              </a:ext>
            </a:extLst>
          </p:cNvPr>
          <p:cNvSpPr>
            <a:spLocks noGrp="1"/>
          </p:cNvSpPr>
          <p:nvPr/>
        </p:nvSpPr>
        <p:spPr>
          <a:xfrm>
            <a:off x="1576096" y="866889"/>
            <a:ext cx="24757" cy="24757"/>
          </a:xfrm>
          <a:prstGeom prst="ellipse">
            <a:avLst/>
          </a:prstGeom>
          <a:solidFill>
            <a:srgbClr val="7D8990">
              <a:alpha val="40000"/>
            </a:srgbClr>
          </a:solidFill>
          <a:ln w="0">
            <a:noFill/>
            <a:prstDash val="solid"/>
          </a:ln>
        </p:spPr>
      </p:sp>
      <p:sp>
        <p:nvSpPr>
          <p:cNvPr id="1433" name="LigandSeek2_vs_LigandSeek1_ellipse_6947">
            <a:extLst>
              <a:ext uri="{FF2B5EF4-FFF2-40B4-BE49-F238E27FC236}">
                <a16:creationId xmlns:a16="http://schemas.microsoft.com/office/drawing/2014/main" id="{60DFDBE4-C814-49AE-9F3D-682983915D1F}"/>
              </a:ext>
            </a:extLst>
          </p:cNvPr>
          <p:cNvSpPr>
            <a:spLocks noGrp="1"/>
          </p:cNvSpPr>
          <p:nvPr/>
        </p:nvSpPr>
        <p:spPr>
          <a:xfrm>
            <a:off x="1529586" y="889838"/>
            <a:ext cx="24757" cy="24757"/>
          </a:xfrm>
          <a:prstGeom prst="ellipse">
            <a:avLst/>
          </a:prstGeom>
          <a:solidFill>
            <a:srgbClr val="7D8990">
              <a:alpha val="40000"/>
            </a:srgbClr>
          </a:solidFill>
          <a:ln w="0">
            <a:noFill/>
            <a:prstDash val="solid"/>
          </a:ln>
        </p:spPr>
      </p:sp>
      <p:sp>
        <p:nvSpPr>
          <p:cNvPr id="1434" name="LigandSeek2_vs_LigandSeek1_ellipse_6948">
            <a:extLst>
              <a:ext uri="{FF2B5EF4-FFF2-40B4-BE49-F238E27FC236}">
                <a16:creationId xmlns:a16="http://schemas.microsoft.com/office/drawing/2014/main" id="{424CC8B4-23BB-4114-8CED-E34ADAC2A888}"/>
              </a:ext>
            </a:extLst>
          </p:cNvPr>
          <p:cNvSpPr>
            <a:spLocks noGrp="1"/>
          </p:cNvSpPr>
          <p:nvPr/>
        </p:nvSpPr>
        <p:spPr>
          <a:xfrm>
            <a:off x="1543117" y="1193462"/>
            <a:ext cx="24757" cy="24757"/>
          </a:xfrm>
          <a:prstGeom prst="ellipse">
            <a:avLst/>
          </a:prstGeom>
          <a:solidFill>
            <a:srgbClr val="7D8990">
              <a:alpha val="40000"/>
            </a:srgbClr>
          </a:solidFill>
          <a:ln w="0">
            <a:noFill/>
            <a:prstDash val="solid"/>
          </a:ln>
        </p:spPr>
      </p:sp>
      <p:sp>
        <p:nvSpPr>
          <p:cNvPr id="1435" name="LigandSeek2_vs_LigandSeek1_ellipse_6949">
            <a:extLst>
              <a:ext uri="{FF2B5EF4-FFF2-40B4-BE49-F238E27FC236}">
                <a16:creationId xmlns:a16="http://schemas.microsoft.com/office/drawing/2014/main" id="{FABEC43F-5996-44A0-8E35-53FB37CA0360}"/>
              </a:ext>
            </a:extLst>
          </p:cNvPr>
          <p:cNvSpPr>
            <a:spLocks noGrp="1"/>
          </p:cNvSpPr>
          <p:nvPr/>
        </p:nvSpPr>
        <p:spPr>
          <a:xfrm>
            <a:off x="1577109" y="845009"/>
            <a:ext cx="24757" cy="24757"/>
          </a:xfrm>
          <a:prstGeom prst="ellipse">
            <a:avLst/>
          </a:prstGeom>
          <a:solidFill>
            <a:srgbClr val="7D8990">
              <a:alpha val="40000"/>
            </a:srgbClr>
          </a:solidFill>
          <a:ln w="0">
            <a:noFill/>
            <a:prstDash val="solid"/>
          </a:ln>
        </p:spPr>
      </p:sp>
      <p:sp>
        <p:nvSpPr>
          <p:cNvPr id="1436" name="LigandSeek2_vs_LigandSeek1_ellipse_6950">
            <a:extLst>
              <a:ext uri="{FF2B5EF4-FFF2-40B4-BE49-F238E27FC236}">
                <a16:creationId xmlns:a16="http://schemas.microsoft.com/office/drawing/2014/main" id="{A9C4A772-0F57-40B9-971F-1EF70F608F36}"/>
              </a:ext>
            </a:extLst>
          </p:cNvPr>
          <p:cNvSpPr>
            <a:spLocks noGrp="1"/>
          </p:cNvSpPr>
          <p:nvPr/>
        </p:nvSpPr>
        <p:spPr>
          <a:xfrm>
            <a:off x="1527273" y="1890368"/>
            <a:ext cx="24757" cy="24757"/>
          </a:xfrm>
          <a:prstGeom prst="ellipse">
            <a:avLst/>
          </a:prstGeom>
          <a:solidFill>
            <a:srgbClr val="7D8990">
              <a:alpha val="40000"/>
            </a:srgbClr>
          </a:solidFill>
          <a:ln w="0">
            <a:noFill/>
            <a:prstDash val="solid"/>
          </a:ln>
        </p:spPr>
      </p:sp>
      <p:sp>
        <p:nvSpPr>
          <p:cNvPr id="1437" name="LigandSeek2_vs_LigandSeek1_ellipse_6951">
            <a:extLst>
              <a:ext uri="{FF2B5EF4-FFF2-40B4-BE49-F238E27FC236}">
                <a16:creationId xmlns:a16="http://schemas.microsoft.com/office/drawing/2014/main" id="{0EB22A50-FBDE-4E01-B158-882B1A3F1A80}"/>
              </a:ext>
            </a:extLst>
          </p:cNvPr>
          <p:cNvSpPr>
            <a:spLocks noGrp="1"/>
          </p:cNvSpPr>
          <p:nvPr/>
        </p:nvSpPr>
        <p:spPr>
          <a:xfrm>
            <a:off x="1523728" y="1154572"/>
            <a:ext cx="24757" cy="24757"/>
          </a:xfrm>
          <a:prstGeom prst="ellipse">
            <a:avLst/>
          </a:prstGeom>
          <a:solidFill>
            <a:srgbClr val="7D8990">
              <a:alpha val="40000"/>
            </a:srgbClr>
          </a:solidFill>
          <a:ln w="0">
            <a:noFill/>
            <a:prstDash val="solid"/>
          </a:ln>
        </p:spPr>
      </p:sp>
      <p:sp>
        <p:nvSpPr>
          <p:cNvPr id="1438" name="LigandSeek2_vs_LigandSeek1_ellipse_6952">
            <a:extLst>
              <a:ext uri="{FF2B5EF4-FFF2-40B4-BE49-F238E27FC236}">
                <a16:creationId xmlns:a16="http://schemas.microsoft.com/office/drawing/2014/main" id="{52EFA119-BE0C-4C83-8AD6-1A41874AADAD}"/>
              </a:ext>
            </a:extLst>
          </p:cNvPr>
          <p:cNvSpPr>
            <a:spLocks noGrp="1"/>
          </p:cNvSpPr>
          <p:nvPr/>
        </p:nvSpPr>
        <p:spPr>
          <a:xfrm>
            <a:off x="1569532" y="1703558"/>
            <a:ext cx="24757" cy="24757"/>
          </a:xfrm>
          <a:prstGeom prst="ellipse">
            <a:avLst/>
          </a:prstGeom>
          <a:solidFill>
            <a:srgbClr val="7D8990">
              <a:alpha val="40000"/>
            </a:srgbClr>
          </a:solidFill>
          <a:ln w="0">
            <a:noFill/>
            <a:prstDash val="solid"/>
          </a:ln>
        </p:spPr>
      </p:sp>
      <p:sp>
        <p:nvSpPr>
          <p:cNvPr id="1439" name="LigandSeek2_vs_LigandSeek1_ellipse_6953">
            <a:extLst>
              <a:ext uri="{FF2B5EF4-FFF2-40B4-BE49-F238E27FC236}">
                <a16:creationId xmlns:a16="http://schemas.microsoft.com/office/drawing/2014/main" id="{96F6BB8C-A1F0-4445-B2C3-5CD9B4460F96}"/>
              </a:ext>
            </a:extLst>
          </p:cNvPr>
          <p:cNvSpPr>
            <a:spLocks noGrp="1"/>
          </p:cNvSpPr>
          <p:nvPr/>
        </p:nvSpPr>
        <p:spPr>
          <a:xfrm>
            <a:off x="1573716" y="1524492"/>
            <a:ext cx="24757" cy="24757"/>
          </a:xfrm>
          <a:prstGeom prst="ellipse">
            <a:avLst/>
          </a:prstGeom>
          <a:solidFill>
            <a:srgbClr val="7D8990">
              <a:alpha val="40000"/>
            </a:srgbClr>
          </a:solidFill>
          <a:ln w="0">
            <a:noFill/>
            <a:prstDash val="solid"/>
          </a:ln>
        </p:spPr>
      </p:sp>
      <p:sp>
        <p:nvSpPr>
          <p:cNvPr id="1440" name="LigandSeek2_vs_LigandSeek1_ellipse_6954">
            <a:extLst>
              <a:ext uri="{FF2B5EF4-FFF2-40B4-BE49-F238E27FC236}">
                <a16:creationId xmlns:a16="http://schemas.microsoft.com/office/drawing/2014/main" id="{E0AD0899-5C73-4C2A-9F35-CF8E30AB9F6A}"/>
              </a:ext>
            </a:extLst>
          </p:cNvPr>
          <p:cNvSpPr>
            <a:spLocks noGrp="1"/>
          </p:cNvSpPr>
          <p:nvPr/>
        </p:nvSpPr>
        <p:spPr>
          <a:xfrm>
            <a:off x="1542473" y="1280575"/>
            <a:ext cx="24757" cy="24757"/>
          </a:xfrm>
          <a:prstGeom prst="ellipse">
            <a:avLst/>
          </a:prstGeom>
          <a:solidFill>
            <a:srgbClr val="7D8990">
              <a:alpha val="40000"/>
            </a:srgbClr>
          </a:solidFill>
          <a:ln w="0">
            <a:noFill/>
            <a:prstDash val="solid"/>
          </a:ln>
        </p:spPr>
      </p:sp>
      <p:sp>
        <p:nvSpPr>
          <p:cNvPr id="1441" name="LigandSeek2_vs_LigandSeek1_ellipse_6955">
            <a:extLst>
              <a:ext uri="{FF2B5EF4-FFF2-40B4-BE49-F238E27FC236}">
                <a16:creationId xmlns:a16="http://schemas.microsoft.com/office/drawing/2014/main" id="{9D6A88EC-25BC-4B4F-B511-6E8B21A954E8}"/>
              </a:ext>
            </a:extLst>
          </p:cNvPr>
          <p:cNvSpPr>
            <a:spLocks noGrp="1"/>
          </p:cNvSpPr>
          <p:nvPr/>
        </p:nvSpPr>
        <p:spPr>
          <a:xfrm>
            <a:off x="1593149" y="1367688"/>
            <a:ext cx="24757" cy="24757"/>
          </a:xfrm>
          <a:prstGeom prst="ellipse">
            <a:avLst/>
          </a:prstGeom>
          <a:solidFill>
            <a:srgbClr val="7D8990">
              <a:alpha val="40000"/>
            </a:srgbClr>
          </a:solidFill>
          <a:ln w="0">
            <a:noFill/>
            <a:prstDash val="solid"/>
          </a:ln>
        </p:spPr>
      </p:sp>
      <p:sp>
        <p:nvSpPr>
          <p:cNvPr id="1442" name="LigandSeek2_vs_LigandSeek1_ellipse_6956">
            <a:extLst>
              <a:ext uri="{FF2B5EF4-FFF2-40B4-BE49-F238E27FC236}">
                <a16:creationId xmlns:a16="http://schemas.microsoft.com/office/drawing/2014/main" id="{76C303A9-A008-435A-9FC3-AA2B8ACAFA8F}"/>
              </a:ext>
            </a:extLst>
          </p:cNvPr>
          <p:cNvSpPr>
            <a:spLocks noGrp="1"/>
          </p:cNvSpPr>
          <p:nvPr/>
        </p:nvSpPr>
        <p:spPr>
          <a:xfrm>
            <a:off x="1601153" y="1716141"/>
            <a:ext cx="24757" cy="24757"/>
          </a:xfrm>
          <a:prstGeom prst="ellipse">
            <a:avLst/>
          </a:prstGeom>
          <a:solidFill>
            <a:srgbClr val="7D8990">
              <a:alpha val="40000"/>
            </a:srgbClr>
          </a:solidFill>
          <a:ln w="0">
            <a:noFill/>
            <a:prstDash val="solid"/>
          </a:ln>
        </p:spPr>
      </p:sp>
      <p:sp>
        <p:nvSpPr>
          <p:cNvPr id="1443" name="LigandSeek2_vs_LigandSeek1_ellipse_6957">
            <a:extLst>
              <a:ext uri="{FF2B5EF4-FFF2-40B4-BE49-F238E27FC236}">
                <a16:creationId xmlns:a16="http://schemas.microsoft.com/office/drawing/2014/main" id="{178A17DC-0ED0-4EB2-AD7B-E9B91476F390}"/>
              </a:ext>
            </a:extLst>
          </p:cNvPr>
          <p:cNvSpPr>
            <a:spLocks noGrp="1"/>
          </p:cNvSpPr>
          <p:nvPr/>
        </p:nvSpPr>
        <p:spPr>
          <a:xfrm>
            <a:off x="1577296" y="1054081"/>
            <a:ext cx="24757" cy="24757"/>
          </a:xfrm>
          <a:prstGeom prst="ellipse">
            <a:avLst/>
          </a:prstGeom>
          <a:solidFill>
            <a:srgbClr val="7D8990">
              <a:alpha val="40000"/>
            </a:srgbClr>
          </a:solidFill>
          <a:ln w="0">
            <a:noFill/>
            <a:prstDash val="solid"/>
          </a:ln>
        </p:spPr>
      </p:sp>
      <p:sp>
        <p:nvSpPr>
          <p:cNvPr id="1444" name="LigandSeek2_vs_LigandSeek1_ellipse_6958">
            <a:extLst>
              <a:ext uri="{FF2B5EF4-FFF2-40B4-BE49-F238E27FC236}">
                <a16:creationId xmlns:a16="http://schemas.microsoft.com/office/drawing/2014/main" id="{3E2D5298-8C16-49FE-BDA0-408DD3836EED}"/>
              </a:ext>
            </a:extLst>
          </p:cNvPr>
          <p:cNvSpPr>
            <a:spLocks noGrp="1"/>
          </p:cNvSpPr>
          <p:nvPr/>
        </p:nvSpPr>
        <p:spPr>
          <a:xfrm>
            <a:off x="1587277" y="845009"/>
            <a:ext cx="24757" cy="24757"/>
          </a:xfrm>
          <a:prstGeom prst="ellipse">
            <a:avLst/>
          </a:prstGeom>
          <a:solidFill>
            <a:srgbClr val="7D8990">
              <a:alpha val="40000"/>
            </a:srgbClr>
          </a:solidFill>
          <a:ln w="0">
            <a:noFill/>
            <a:prstDash val="solid"/>
          </a:ln>
        </p:spPr>
      </p:sp>
      <p:sp>
        <p:nvSpPr>
          <p:cNvPr id="1445" name="LigandSeek2_vs_LigandSeek1_ellipse_6959">
            <a:extLst>
              <a:ext uri="{FF2B5EF4-FFF2-40B4-BE49-F238E27FC236}">
                <a16:creationId xmlns:a16="http://schemas.microsoft.com/office/drawing/2014/main" id="{7BD0ECEC-49DE-47E0-B96C-F30E2A082E97}"/>
              </a:ext>
            </a:extLst>
          </p:cNvPr>
          <p:cNvSpPr>
            <a:spLocks noGrp="1"/>
          </p:cNvSpPr>
          <p:nvPr/>
        </p:nvSpPr>
        <p:spPr>
          <a:xfrm>
            <a:off x="1586955" y="1263153"/>
            <a:ext cx="24757" cy="24757"/>
          </a:xfrm>
          <a:prstGeom prst="ellipse">
            <a:avLst/>
          </a:prstGeom>
          <a:solidFill>
            <a:srgbClr val="7D8990">
              <a:alpha val="40000"/>
            </a:srgbClr>
          </a:solidFill>
          <a:ln w="0">
            <a:noFill/>
            <a:prstDash val="solid"/>
          </a:ln>
        </p:spPr>
      </p:sp>
      <p:sp>
        <p:nvSpPr>
          <p:cNvPr id="1446" name="LigandSeek2_vs_LigandSeek1_ellipse_6960">
            <a:extLst>
              <a:ext uri="{FF2B5EF4-FFF2-40B4-BE49-F238E27FC236}">
                <a16:creationId xmlns:a16="http://schemas.microsoft.com/office/drawing/2014/main" id="{437EE368-24FE-40C0-ADBA-B1798EFD0703}"/>
              </a:ext>
            </a:extLst>
          </p:cNvPr>
          <p:cNvSpPr>
            <a:spLocks noGrp="1"/>
          </p:cNvSpPr>
          <p:nvPr/>
        </p:nvSpPr>
        <p:spPr>
          <a:xfrm>
            <a:off x="1556564" y="1193462"/>
            <a:ext cx="24757" cy="24757"/>
          </a:xfrm>
          <a:prstGeom prst="ellipse">
            <a:avLst/>
          </a:prstGeom>
          <a:solidFill>
            <a:srgbClr val="7D8990">
              <a:alpha val="40000"/>
            </a:srgbClr>
          </a:solidFill>
          <a:ln w="0">
            <a:noFill/>
            <a:prstDash val="solid"/>
          </a:ln>
        </p:spPr>
      </p:sp>
      <p:sp>
        <p:nvSpPr>
          <p:cNvPr id="1447" name="LigandSeek2_vs_LigandSeek1_ellipse_6961">
            <a:extLst>
              <a:ext uri="{FF2B5EF4-FFF2-40B4-BE49-F238E27FC236}">
                <a16:creationId xmlns:a16="http://schemas.microsoft.com/office/drawing/2014/main" id="{76C76A1D-2850-4C11-B6B1-D2A7B4BA3A9F}"/>
              </a:ext>
            </a:extLst>
          </p:cNvPr>
          <p:cNvSpPr>
            <a:spLocks noGrp="1"/>
          </p:cNvSpPr>
          <p:nvPr/>
        </p:nvSpPr>
        <p:spPr>
          <a:xfrm>
            <a:off x="1576948" y="845009"/>
            <a:ext cx="24757" cy="24757"/>
          </a:xfrm>
          <a:prstGeom prst="ellipse">
            <a:avLst/>
          </a:prstGeom>
          <a:solidFill>
            <a:srgbClr val="7D8990">
              <a:alpha val="40000"/>
            </a:srgbClr>
          </a:solidFill>
          <a:ln w="0">
            <a:noFill/>
            <a:prstDash val="solid"/>
          </a:ln>
        </p:spPr>
      </p:sp>
      <p:sp>
        <p:nvSpPr>
          <p:cNvPr id="1448" name="LigandSeek2_vs_LigandSeek1_ellipse_6962">
            <a:extLst>
              <a:ext uri="{FF2B5EF4-FFF2-40B4-BE49-F238E27FC236}">
                <a16:creationId xmlns:a16="http://schemas.microsoft.com/office/drawing/2014/main" id="{B34481B5-E7E6-465F-BE01-8718BF858BF9}"/>
              </a:ext>
            </a:extLst>
          </p:cNvPr>
          <p:cNvSpPr>
            <a:spLocks noGrp="1"/>
          </p:cNvSpPr>
          <p:nvPr/>
        </p:nvSpPr>
        <p:spPr>
          <a:xfrm>
            <a:off x="1521429" y="1367688"/>
            <a:ext cx="24757" cy="24757"/>
          </a:xfrm>
          <a:prstGeom prst="ellipse">
            <a:avLst/>
          </a:prstGeom>
          <a:solidFill>
            <a:srgbClr val="7D8990">
              <a:alpha val="40000"/>
            </a:srgbClr>
          </a:solidFill>
          <a:ln w="0">
            <a:noFill/>
            <a:prstDash val="solid"/>
          </a:ln>
        </p:spPr>
      </p:sp>
      <p:sp>
        <p:nvSpPr>
          <p:cNvPr id="1449" name="LigandSeek2_vs_LigandSeek1_ellipse_6963">
            <a:extLst>
              <a:ext uri="{FF2B5EF4-FFF2-40B4-BE49-F238E27FC236}">
                <a16:creationId xmlns:a16="http://schemas.microsoft.com/office/drawing/2014/main" id="{8D839A81-143B-47FF-9090-64FC1D91055D}"/>
              </a:ext>
            </a:extLst>
          </p:cNvPr>
          <p:cNvSpPr>
            <a:spLocks noGrp="1"/>
          </p:cNvSpPr>
          <p:nvPr/>
        </p:nvSpPr>
        <p:spPr>
          <a:xfrm>
            <a:off x="1548370" y="1442357"/>
            <a:ext cx="24757" cy="24757"/>
          </a:xfrm>
          <a:prstGeom prst="ellipse">
            <a:avLst/>
          </a:prstGeom>
          <a:solidFill>
            <a:srgbClr val="7D8990">
              <a:alpha val="40000"/>
            </a:srgbClr>
          </a:solidFill>
          <a:ln w="0">
            <a:noFill/>
            <a:prstDash val="solid"/>
          </a:ln>
        </p:spPr>
      </p:sp>
      <p:sp>
        <p:nvSpPr>
          <p:cNvPr id="1450" name="LigandSeek2_vs_LigandSeek1_ellipse_6964">
            <a:extLst>
              <a:ext uri="{FF2B5EF4-FFF2-40B4-BE49-F238E27FC236}">
                <a16:creationId xmlns:a16="http://schemas.microsoft.com/office/drawing/2014/main" id="{EEB17E3F-B619-4CD5-9C03-50EBE0E9061C}"/>
              </a:ext>
            </a:extLst>
          </p:cNvPr>
          <p:cNvSpPr>
            <a:spLocks noGrp="1"/>
          </p:cNvSpPr>
          <p:nvPr/>
        </p:nvSpPr>
        <p:spPr>
          <a:xfrm>
            <a:off x="1558251" y="1625860"/>
            <a:ext cx="24757" cy="24757"/>
          </a:xfrm>
          <a:prstGeom prst="ellipse">
            <a:avLst/>
          </a:prstGeom>
          <a:solidFill>
            <a:srgbClr val="7D8990">
              <a:alpha val="40000"/>
            </a:srgbClr>
          </a:solidFill>
          <a:ln w="0">
            <a:noFill/>
            <a:prstDash val="solid"/>
          </a:ln>
        </p:spPr>
      </p:sp>
      <p:sp>
        <p:nvSpPr>
          <p:cNvPr id="1451" name="LigandSeek2_vs_LigandSeek1_ellipse_6965">
            <a:extLst>
              <a:ext uri="{FF2B5EF4-FFF2-40B4-BE49-F238E27FC236}">
                <a16:creationId xmlns:a16="http://schemas.microsoft.com/office/drawing/2014/main" id="{640B4BA3-0B06-4071-A962-967D88EE454D}"/>
              </a:ext>
            </a:extLst>
          </p:cNvPr>
          <p:cNvSpPr>
            <a:spLocks noGrp="1"/>
          </p:cNvSpPr>
          <p:nvPr/>
        </p:nvSpPr>
        <p:spPr>
          <a:xfrm>
            <a:off x="1602769" y="1890368"/>
            <a:ext cx="24757" cy="24757"/>
          </a:xfrm>
          <a:prstGeom prst="ellipse">
            <a:avLst/>
          </a:prstGeom>
          <a:solidFill>
            <a:srgbClr val="7D8990">
              <a:alpha val="40000"/>
            </a:srgbClr>
          </a:solidFill>
          <a:ln w="0">
            <a:noFill/>
            <a:prstDash val="solid"/>
          </a:ln>
        </p:spPr>
      </p:sp>
      <p:sp>
        <p:nvSpPr>
          <p:cNvPr id="1452" name="LigandSeek2_vs_LigandSeek1_ellipse_6966">
            <a:extLst>
              <a:ext uri="{FF2B5EF4-FFF2-40B4-BE49-F238E27FC236}">
                <a16:creationId xmlns:a16="http://schemas.microsoft.com/office/drawing/2014/main" id="{8E305D2D-E024-4406-98F0-F0B81B321A7A}"/>
              </a:ext>
            </a:extLst>
          </p:cNvPr>
          <p:cNvSpPr>
            <a:spLocks noGrp="1"/>
          </p:cNvSpPr>
          <p:nvPr/>
        </p:nvSpPr>
        <p:spPr>
          <a:xfrm>
            <a:off x="1520971" y="1378768"/>
            <a:ext cx="24757" cy="24757"/>
          </a:xfrm>
          <a:prstGeom prst="ellipse">
            <a:avLst/>
          </a:prstGeom>
          <a:solidFill>
            <a:srgbClr val="7D8990">
              <a:alpha val="40000"/>
            </a:srgbClr>
          </a:solidFill>
          <a:ln w="0">
            <a:noFill/>
            <a:prstDash val="solid"/>
          </a:ln>
        </p:spPr>
      </p:sp>
      <p:sp>
        <p:nvSpPr>
          <p:cNvPr id="1453" name="LigandSeek2_vs_LigandSeek1_ellipse_6967">
            <a:extLst>
              <a:ext uri="{FF2B5EF4-FFF2-40B4-BE49-F238E27FC236}">
                <a16:creationId xmlns:a16="http://schemas.microsoft.com/office/drawing/2014/main" id="{1F694448-12BF-496F-8791-53FB5835CF70}"/>
              </a:ext>
            </a:extLst>
          </p:cNvPr>
          <p:cNvSpPr>
            <a:spLocks noGrp="1"/>
          </p:cNvSpPr>
          <p:nvPr/>
        </p:nvSpPr>
        <p:spPr>
          <a:xfrm>
            <a:off x="1586795" y="1263153"/>
            <a:ext cx="24757" cy="24757"/>
          </a:xfrm>
          <a:prstGeom prst="ellipse">
            <a:avLst/>
          </a:prstGeom>
          <a:solidFill>
            <a:srgbClr val="7D8990">
              <a:alpha val="40000"/>
            </a:srgbClr>
          </a:solidFill>
          <a:ln w="0">
            <a:noFill/>
            <a:prstDash val="solid"/>
          </a:ln>
        </p:spPr>
      </p:sp>
      <p:sp>
        <p:nvSpPr>
          <p:cNvPr id="1454" name="LigandSeek2_vs_LigandSeek1_ellipse_6968">
            <a:extLst>
              <a:ext uri="{FF2B5EF4-FFF2-40B4-BE49-F238E27FC236}">
                <a16:creationId xmlns:a16="http://schemas.microsoft.com/office/drawing/2014/main" id="{D5A8A0B1-F24E-4961-88B5-BD6A923F0991}"/>
              </a:ext>
            </a:extLst>
          </p:cNvPr>
          <p:cNvSpPr>
            <a:spLocks noGrp="1"/>
          </p:cNvSpPr>
          <p:nvPr/>
        </p:nvSpPr>
        <p:spPr>
          <a:xfrm>
            <a:off x="1581046" y="845009"/>
            <a:ext cx="24757" cy="24757"/>
          </a:xfrm>
          <a:prstGeom prst="ellipse">
            <a:avLst/>
          </a:prstGeom>
          <a:solidFill>
            <a:srgbClr val="7D8990">
              <a:alpha val="40000"/>
            </a:srgbClr>
          </a:solidFill>
          <a:ln w="0">
            <a:noFill/>
            <a:prstDash val="solid"/>
          </a:ln>
        </p:spPr>
      </p:sp>
      <p:sp>
        <p:nvSpPr>
          <p:cNvPr id="1455" name="LigandSeek2_vs_LigandSeek1_ellipse_6969">
            <a:extLst>
              <a:ext uri="{FF2B5EF4-FFF2-40B4-BE49-F238E27FC236}">
                <a16:creationId xmlns:a16="http://schemas.microsoft.com/office/drawing/2014/main" id="{44A4428E-C051-4A51-8861-6DC2B4BE3762}"/>
              </a:ext>
            </a:extLst>
          </p:cNvPr>
          <p:cNvSpPr>
            <a:spLocks noGrp="1"/>
          </p:cNvSpPr>
          <p:nvPr/>
        </p:nvSpPr>
        <p:spPr>
          <a:xfrm>
            <a:off x="1601275" y="1769191"/>
            <a:ext cx="24757" cy="24757"/>
          </a:xfrm>
          <a:prstGeom prst="ellipse">
            <a:avLst/>
          </a:prstGeom>
          <a:solidFill>
            <a:srgbClr val="7D8990">
              <a:alpha val="40000"/>
            </a:srgbClr>
          </a:solidFill>
          <a:ln w="0">
            <a:noFill/>
            <a:prstDash val="solid"/>
          </a:ln>
        </p:spPr>
      </p:sp>
      <p:sp>
        <p:nvSpPr>
          <p:cNvPr id="1456" name="LigandSeek2_vs_LigandSeek1_ellipse_6970">
            <a:extLst>
              <a:ext uri="{FF2B5EF4-FFF2-40B4-BE49-F238E27FC236}">
                <a16:creationId xmlns:a16="http://schemas.microsoft.com/office/drawing/2014/main" id="{A4AA6F5F-6034-4191-BE72-6EB80F7A8172}"/>
              </a:ext>
            </a:extLst>
          </p:cNvPr>
          <p:cNvSpPr>
            <a:spLocks noGrp="1"/>
          </p:cNvSpPr>
          <p:nvPr/>
        </p:nvSpPr>
        <p:spPr>
          <a:xfrm>
            <a:off x="1582925" y="1777120"/>
            <a:ext cx="24757" cy="24757"/>
          </a:xfrm>
          <a:prstGeom prst="ellipse">
            <a:avLst/>
          </a:prstGeom>
          <a:solidFill>
            <a:srgbClr val="7D8990">
              <a:alpha val="40000"/>
            </a:srgbClr>
          </a:solidFill>
          <a:ln w="0">
            <a:noFill/>
            <a:prstDash val="solid"/>
          </a:ln>
        </p:spPr>
      </p:sp>
      <p:sp>
        <p:nvSpPr>
          <p:cNvPr id="1457" name="LigandSeek2_vs_LigandSeek1_ellipse_6971">
            <a:extLst>
              <a:ext uri="{FF2B5EF4-FFF2-40B4-BE49-F238E27FC236}">
                <a16:creationId xmlns:a16="http://schemas.microsoft.com/office/drawing/2014/main" id="{59B2E186-54FF-4A87-91DA-A8E783217EEE}"/>
              </a:ext>
            </a:extLst>
          </p:cNvPr>
          <p:cNvSpPr>
            <a:spLocks noGrp="1"/>
          </p:cNvSpPr>
          <p:nvPr/>
        </p:nvSpPr>
        <p:spPr>
          <a:xfrm>
            <a:off x="1556051" y="1126675"/>
            <a:ext cx="24757" cy="24757"/>
          </a:xfrm>
          <a:prstGeom prst="ellipse">
            <a:avLst/>
          </a:prstGeom>
          <a:solidFill>
            <a:srgbClr val="7D8990">
              <a:alpha val="40000"/>
            </a:srgbClr>
          </a:solidFill>
          <a:ln w="0">
            <a:noFill/>
            <a:prstDash val="solid"/>
          </a:ln>
        </p:spPr>
      </p:sp>
      <p:sp>
        <p:nvSpPr>
          <p:cNvPr id="1458" name="LigandSeek2_vs_LigandSeek1_ellipse_6972">
            <a:extLst>
              <a:ext uri="{FF2B5EF4-FFF2-40B4-BE49-F238E27FC236}">
                <a16:creationId xmlns:a16="http://schemas.microsoft.com/office/drawing/2014/main" id="{0B740218-DA6B-476E-92D9-CDB1916E8F44}"/>
              </a:ext>
            </a:extLst>
          </p:cNvPr>
          <p:cNvSpPr>
            <a:spLocks noGrp="1"/>
          </p:cNvSpPr>
          <p:nvPr/>
        </p:nvSpPr>
        <p:spPr>
          <a:xfrm>
            <a:off x="1572056" y="1890368"/>
            <a:ext cx="24757" cy="24757"/>
          </a:xfrm>
          <a:prstGeom prst="ellipse">
            <a:avLst/>
          </a:prstGeom>
          <a:solidFill>
            <a:srgbClr val="7D8990">
              <a:alpha val="40000"/>
            </a:srgbClr>
          </a:solidFill>
          <a:ln w="0">
            <a:noFill/>
            <a:prstDash val="solid"/>
          </a:ln>
        </p:spPr>
      </p:sp>
      <p:sp>
        <p:nvSpPr>
          <p:cNvPr id="1459" name="LigandSeek2_vs_LigandSeek1_ellipse_6973">
            <a:extLst>
              <a:ext uri="{FF2B5EF4-FFF2-40B4-BE49-F238E27FC236}">
                <a16:creationId xmlns:a16="http://schemas.microsoft.com/office/drawing/2014/main" id="{DDACE5AB-0C9D-4A9D-A99F-B01B6F7F5C1C}"/>
              </a:ext>
            </a:extLst>
          </p:cNvPr>
          <p:cNvSpPr>
            <a:spLocks noGrp="1"/>
          </p:cNvSpPr>
          <p:nvPr/>
        </p:nvSpPr>
        <p:spPr>
          <a:xfrm>
            <a:off x="1552849" y="1367688"/>
            <a:ext cx="24757" cy="24757"/>
          </a:xfrm>
          <a:prstGeom prst="ellipse">
            <a:avLst/>
          </a:prstGeom>
          <a:solidFill>
            <a:srgbClr val="7D8990">
              <a:alpha val="40000"/>
            </a:srgbClr>
          </a:solidFill>
          <a:ln w="0">
            <a:noFill/>
            <a:prstDash val="solid"/>
          </a:ln>
        </p:spPr>
      </p:sp>
      <p:sp>
        <p:nvSpPr>
          <p:cNvPr id="1460" name="LigandSeek2_vs_LigandSeek1_ellipse_6974">
            <a:extLst>
              <a:ext uri="{FF2B5EF4-FFF2-40B4-BE49-F238E27FC236}">
                <a16:creationId xmlns:a16="http://schemas.microsoft.com/office/drawing/2014/main" id="{4216BAC5-40E3-44EF-B519-43849203C6F2}"/>
              </a:ext>
            </a:extLst>
          </p:cNvPr>
          <p:cNvSpPr>
            <a:spLocks noGrp="1"/>
          </p:cNvSpPr>
          <p:nvPr/>
        </p:nvSpPr>
        <p:spPr>
          <a:xfrm>
            <a:off x="1555865" y="1889174"/>
            <a:ext cx="24757" cy="24757"/>
          </a:xfrm>
          <a:prstGeom prst="ellipse">
            <a:avLst/>
          </a:prstGeom>
          <a:solidFill>
            <a:srgbClr val="7D8990">
              <a:alpha val="40000"/>
            </a:srgbClr>
          </a:solidFill>
          <a:ln w="0">
            <a:noFill/>
            <a:prstDash val="solid"/>
          </a:ln>
        </p:spPr>
      </p:sp>
      <p:sp>
        <p:nvSpPr>
          <p:cNvPr id="1461" name="LigandSeek2_vs_LigandSeek1_ellipse_6975">
            <a:extLst>
              <a:ext uri="{FF2B5EF4-FFF2-40B4-BE49-F238E27FC236}">
                <a16:creationId xmlns:a16="http://schemas.microsoft.com/office/drawing/2014/main" id="{D740DC7D-7106-410B-B76B-319C32B2C91B}"/>
              </a:ext>
            </a:extLst>
          </p:cNvPr>
          <p:cNvSpPr>
            <a:spLocks noGrp="1"/>
          </p:cNvSpPr>
          <p:nvPr/>
        </p:nvSpPr>
        <p:spPr>
          <a:xfrm>
            <a:off x="1564845" y="1890368"/>
            <a:ext cx="24757" cy="24757"/>
          </a:xfrm>
          <a:prstGeom prst="ellipse">
            <a:avLst/>
          </a:prstGeom>
          <a:solidFill>
            <a:srgbClr val="7D8990">
              <a:alpha val="40000"/>
            </a:srgbClr>
          </a:solidFill>
          <a:ln w="0">
            <a:noFill/>
            <a:prstDash val="solid"/>
          </a:ln>
        </p:spPr>
      </p:sp>
      <p:sp>
        <p:nvSpPr>
          <p:cNvPr id="1462" name="LigandSeek2_vs_LigandSeek1_ellipse_6976">
            <a:extLst>
              <a:ext uri="{FF2B5EF4-FFF2-40B4-BE49-F238E27FC236}">
                <a16:creationId xmlns:a16="http://schemas.microsoft.com/office/drawing/2014/main" id="{A51F4297-79CD-4BFB-98E1-EF4752C87D75}"/>
              </a:ext>
            </a:extLst>
          </p:cNvPr>
          <p:cNvSpPr>
            <a:spLocks noGrp="1"/>
          </p:cNvSpPr>
          <p:nvPr/>
        </p:nvSpPr>
        <p:spPr>
          <a:xfrm>
            <a:off x="1599051" y="1890368"/>
            <a:ext cx="24757" cy="24757"/>
          </a:xfrm>
          <a:prstGeom prst="ellipse">
            <a:avLst/>
          </a:prstGeom>
          <a:solidFill>
            <a:srgbClr val="7D8990">
              <a:alpha val="40000"/>
            </a:srgbClr>
          </a:solidFill>
          <a:ln w="0">
            <a:noFill/>
            <a:prstDash val="solid"/>
          </a:ln>
        </p:spPr>
      </p:sp>
      <p:sp>
        <p:nvSpPr>
          <p:cNvPr id="1463" name="LigandSeek2_vs_LigandSeek1_ellipse_6977">
            <a:extLst>
              <a:ext uri="{FF2B5EF4-FFF2-40B4-BE49-F238E27FC236}">
                <a16:creationId xmlns:a16="http://schemas.microsoft.com/office/drawing/2014/main" id="{D8649ACD-1E5B-4C73-B955-036E7F882974}"/>
              </a:ext>
            </a:extLst>
          </p:cNvPr>
          <p:cNvSpPr>
            <a:spLocks noGrp="1"/>
          </p:cNvSpPr>
          <p:nvPr/>
        </p:nvSpPr>
        <p:spPr>
          <a:xfrm>
            <a:off x="2191595" y="1367688"/>
            <a:ext cx="24757" cy="24757"/>
          </a:xfrm>
          <a:prstGeom prst="ellipse">
            <a:avLst/>
          </a:prstGeom>
          <a:solidFill>
            <a:srgbClr val="7D8990">
              <a:alpha val="40000"/>
            </a:srgbClr>
          </a:solidFill>
          <a:ln w="0">
            <a:noFill/>
            <a:prstDash val="solid"/>
          </a:ln>
        </p:spPr>
      </p:sp>
      <p:sp>
        <p:nvSpPr>
          <p:cNvPr id="1464" name="LigandSeek2_vs_LigandSeek1_ellipse_6978">
            <a:extLst>
              <a:ext uri="{FF2B5EF4-FFF2-40B4-BE49-F238E27FC236}">
                <a16:creationId xmlns:a16="http://schemas.microsoft.com/office/drawing/2014/main" id="{48A4D8C7-6802-4D7D-8690-702D8EFD7FDE}"/>
              </a:ext>
            </a:extLst>
          </p:cNvPr>
          <p:cNvSpPr>
            <a:spLocks noGrp="1"/>
          </p:cNvSpPr>
          <p:nvPr/>
        </p:nvSpPr>
        <p:spPr>
          <a:xfrm>
            <a:off x="2185895" y="1890368"/>
            <a:ext cx="24757" cy="24757"/>
          </a:xfrm>
          <a:prstGeom prst="ellipse">
            <a:avLst/>
          </a:prstGeom>
          <a:solidFill>
            <a:srgbClr val="7D8990">
              <a:alpha val="40000"/>
            </a:srgbClr>
          </a:solidFill>
          <a:ln w="0">
            <a:noFill/>
            <a:prstDash val="solid"/>
          </a:ln>
        </p:spPr>
      </p:sp>
      <p:sp>
        <p:nvSpPr>
          <p:cNvPr id="1465" name="LigandSeek2_vs_LigandSeek1_ellipse_6979">
            <a:extLst>
              <a:ext uri="{FF2B5EF4-FFF2-40B4-BE49-F238E27FC236}">
                <a16:creationId xmlns:a16="http://schemas.microsoft.com/office/drawing/2014/main" id="{CCEA2BBD-81F6-4942-B8DC-96EC04BB96D2}"/>
              </a:ext>
            </a:extLst>
          </p:cNvPr>
          <p:cNvSpPr>
            <a:spLocks noGrp="1"/>
          </p:cNvSpPr>
          <p:nvPr/>
        </p:nvSpPr>
        <p:spPr>
          <a:xfrm>
            <a:off x="2205819" y="845009"/>
            <a:ext cx="24757" cy="24757"/>
          </a:xfrm>
          <a:prstGeom prst="ellipse">
            <a:avLst/>
          </a:prstGeom>
          <a:solidFill>
            <a:srgbClr val="7D8990">
              <a:alpha val="40000"/>
            </a:srgbClr>
          </a:solidFill>
          <a:ln w="0">
            <a:noFill/>
            <a:prstDash val="solid"/>
          </a:ln>
        </p:spPr>
      </p:sp>
      <p:sp>
        <p:nvSpPr>
          <p:cNvPr id="1466" name="LigandSeek2_vs_LigandSeek1_ellipse_6980">
            <a:extLst>
              <a:ext uri="{FF2B5EF4-FFF2-40B4-BE49-F238E27FC236}">
                <a16:creationId xmlns:a16="http://schemas.microsoft.com/office/drawing/2014/main" id="{DBDCF10E-CCEA-4A44-92AA-7BDC32672B9C}"/>
              </a:ext>
            </a:extLst>
          </p:cNvPr>
          <p:cNvSpPr>
            <a:spLocks noGrp="1"/>
          </p:cNvSpPr>
          <p:nvPr/>
        </p:nvSpPr>
        <p:spPr>
          <a:xfrm>
            <a:off x="2217812" y="1890368"/>
            <a:ext cx="24757" cy="24757"/>
          </a:xfrm>
          <a:prstGeom prst="ellipse">
            <a:avLst/>
          </a:prstGeom>
          <a:solidFill>
            <a:srgbClr val="7D8990">
              <a:alpha val="40000"/>
            </a:srgbClr>
          </a:solidFill>
          <a:ln w="0">
            <a:noFill/>
            <a:prstDash val="solid"/>
          </a:ln>
        </p:spPr>
      </p:sp>
      <p:sp>
        <p:nvSpPr>
          <p:cNvPr id="1467" name="LigandSeek2_vs_LigandSeek1_ellipse_6981">
            <a:extLst>
              <a:ext uri="{FF2B5EF4-FFF2-40B4-BE49-F238E27FC236}">
                <a16:creationId xmlns:a16="http://schemas.microsoft.com/office/drawing/2014/main" id="{B16B35AB-0952-46A0-906E-A2325D29687E}"/>
              </a:ext>
            </a:extLst>
          </p:cNvPr>
          <p:cNvSpPr>
            <a:spLocks noGrp="1"/>
          </p:cNvSpPr>
          <p:nvPr/>
        </p:nvSpPr>
        <p:spPr>
          <a:xfrm>
            <a:off x="2141217" y="1289745"/>
            <a:ext cx="24757" cy="24757"/>
          </a:xfrm>
          <a:prstGeom prst="ellipse">
            <a:avLst/>
          </a:prstGeom>
          <a:solidFill>
            <a:srgbClr val="7D8990">
              <a:alpha val="40000"/>
            </a:srgbClr>
          </a:solidFill>
          <a:ln w="0">
            <a:noFill/>
            <a:prstDash val="solid"/>
          </a:ln>
        </p:spPr>
      </p:sp>
      <p:sp>
        <p:nvSpPr>
          <p:cNvPr id="1468" name="LigandSeek2_vs_LigandSeek1_ellipse_6982">
            <a:extLst>
              <a:ext uri="{FF2B5EF4-FFF2-40B4-BE49-F238E27FC236}">
                <a16:creationId xmlns:a16="http://schemas.microsoft.com/office/drawing/2014/main" id="{833C782D-8E92-4FCD-BD1E-42D1CE2F05B1}"/>
              </a:ext>
            </a:extLst>
          </p:cNvPr>
          <p:cNvSpPr>
            <a:spLocks noGrp="1"/>
          </p:cNvSpPr>
          <p:nvPr/>
        </p:nvSpPr>
        <p:spPr>
          <a:xfrm>
            <a:off x="2144044" y="845009"/>
            <a:ext cx="24757" cy="24757"/>
          </a:xfrm>
          <a:prstGeom prst="ellipse">
            <a:avLst/>
          </a:prstGeom>
          <a:solidFill>
            <a:srgbClr val="7D8990">
              <a:alpha val="40000"/>
            </a:srgbClr>
          </a:solidFill>
          <a:ln w="0">
            <a:noFill/>
            <a:prstDash val="solid"/>
          </a:ln>
        </p:spPr>
      </p:sp>
      <p:sp>
        <p:nvSpPr>
          <p:cNvPr id="1469" name="LigandSeek2_vs_LigandSeek1_ellipse_6983">
            <a:extLst>
              <a:ext uri="{FF2B5EF4-FFF2-40B4-BE49-F238E27FC236}">
                <a16:creationId xmlns:a16="http://schemas.microsoft.com/office/drawing/2014/main" id="{AD815129-0C82-4419-98BD-61AEBB0CAB3D}"/>
              </a:ext>
            </a:extLst>
          </p:cNvPr>
          <p:cNvSpPr>
            <a:spLocks noGrp="1"/>
          </p:cNvSpPr>
          <p:nvPr/>
        </p:nvSpPr>
        <p:spPr>
          <a:xfrm>
            <a:off x="2206570" y="1629028"/>
            <a:ext cx="24757" cy="24757"/>
          </a:xfrm>
          <a:prstGeom prst="ellipse">
            <a:avLst/>
          </a:prstGeom>
          <a:solidFill>
            <a:srgbClr val="7D8990">
              <a:alpha val="40000"/>
            </a:srgbClr>
          </a:solidFill>
          <a:ln w="0">
            <a:noFill/>
            <a:prstDash val="solid"/>
          </a:ln>
        </p:spPr>
      </p:sp>
      <p:sp>
        <p:nvSpPr>
          <p:cNvPr id="1470" name="LigandSeek2_vs_LigandSeek1_ellipse_6984">
            <a:extLst>
              <a:ext uri="{FF2B5EF4-FFF2-40B4-BE49-F238E27FC236}">
                <a16:creationId xmlns:a16="http://schemas.microsoft.com/office/drawing/2014/main" id="{950E5CA7-98D8-4748-B49C-DC6FD015F5EF}"/>
              </a:ext>
            </a:extLst>
          </p:cNvPr>
          <p:cNvSpPr>
            <a:spLocks noGrp="1"/>
          </p:cNvSpPr>
          <p:nvPr/>
        </p:nvSpPr>
        <p:spPr>
          <a:xfrm>
            <a:off x="2219273" y="845009"/>
            <a:ext cx="24757" cy="24757"/>
          </a:xfrm>
          <a:prstGeom prst="ellipse">
            <a:avLst/>
          </a:prstGeom>
          <a:solidFill>
            <a:srgbClr val="7D8990">
              <a:alpha val="40000"/>
            </a:srgbClr>
          </a:solidFill>
          <a:ln w="0">
            <a:noFill/>
            <a:prstDash val="solid"/>
          </a:ln>
        </p:spPr>
      </p:sp>
      <p:sp>
        <p:nvSpPr>
          <p:cNvPr id="1471" name="LigandSeek2_vs_LigandSeek1_ellipse_6985">
            <a:extLst>
              <a:ext uri="{FF2B5EF4-FFF2-40B4-BE49-F238E27FC236}">
                <a16:creationId xmlns:a16="http://schemas.microsoft.com/office/drawing/2014/main" id="{9CCC295B-99BC-46E3-8922-4FBD5755F813}"/>
              </a:ext>
            </a:extLst>
          </p:cNvPr>
          <p:cNvSpPr>
            <a:spLocks noGrp="1"/>
          </p:cNvSpPr>
          <p:nvPr/>
        </p:nvSpPr>
        <p:spPr>
          <a:xfrm>
            <a:off x="2196536" y="1890368"/>
            <a:ext cx="24757" cy="24757"/>
          </a:xfrm>
          <a:prstGeom prst="ellipse">
            <a:avLst/>
          </a:prstGeom>
          <a:solidFill>
            <a:srgbClr val="7D8990">
              <a:alpha val="40000"/>
            </a:srgbClr>
          </a:solidFill>
          <a:ln w="0">
            <a:noFill/>
            <a:prstDash val="solid"/>
          </a:ln>
        </p:spPr>
      </p:sp>
      <p:sp>
        <p:nvSpPr>
          <p:cNvPr id="1472" name="LigandSeek2_vs_LigandSeek1_ellipse_6986">
            <a:extLst>
              <a:ext uri="{FF2B5EF4-FFF2-40B4-BE49-F238E27FC236}">
                <a16:creationId xmlns:a16="http://schemas.microsoft.com/office/drawing/2014/main" id="{CEDDB62B-BD10-4D74-B8F8-12D69DD695DF}"/>
              </a:ext>
            </a:extLst>
          </p:cNvPr>
          <p:cNvSpPr>
            <a:spLocks noGrp="1"/>
          </p:cNvSpPr>
          <p:nvPr/>
        </p:nvSpPr>
        <p:spPr>
          <a:xfrm>
            <a:off x="2212772" y="845009"/>
            <a:ext cx="24757" cy="24757"/>
          </a:xfrm>
          <a:prstGeom prst="ellipse">
            <a:avLst/>
          </a:prstGeom>
          <a:solidFill>
            <a:srgbClr val="7D8990">
              <a:alpha val="40000"/>
            </a:srgbClr>
          </a:solidFill>
          <a:ln w="0">
            <a:noFill/>
            <a:prstDash val="solid"/>
          </a:ln>
        </p:spPr>
      </p:sp>
      <p:sp>
        <p:nvSpPr>
          <p:cNvPr id="1473" name="LigandSeek2_vs_LigandSeek1_ellipse_6987">
            <a:extLst>
              <a:ext uri="{FF2B5EF4-FFF2-40B4-BE49-F238E27FC236}">
                <a16:creationId xmlns:a16="http://schemas.microsoft.com/office/drawing/2014/main" id="{E6D2A880-4F11-4C03-8317-EA7855D4B3A6}"/>
              </a:ext>
            </a:extLst>
          </p:cNvPr>
          <p:cNvSpPr>
            <a:spLocks noGrp="1"/>
          </p:cNvSpPr>
          <p:nvPr/>
        </p:nvSpPr>
        <p:spPr>
          <a:xfrm>
            <a:off x="2210645" y="1890368"/>
            <a:ext cx="24757" cy="24757"/>
          </a:xfrm>
          <a:prstGeom prst="ellipse">
            <a:avLst/>
          </a:prstGeom>
          <a:solidFill>
            <a:srgbClr val="7D8990">
              <a:alpha val="40000"/>
            </a:srgbClr>
          </a:solidFill>
          <a:ln w="0">
            <a:noFill/>
            <a:prstDash val="solid"/>
          </a:ln>
        </p:spPr>
      </p:sp>
      <p:sp>
        <p:nvSpPr>
          <p:cNvPr id="1474" name="LigandSeek2_vs_LigandSeek1_ellipse_6988">
            <a:extLst>
              <a:ext uri="{FF2B5EF4-FFF2-40B4-BE49-F238E27FC236}">
                <a16:creationId xmlns:a16="http://schemas.microsoft.com/office/drawing/2014/main" id="{B09145BE-F550-4CAE-9A43-F4E4B443744E}"/>
              </a:ext>
            </a:extLst>
          </p:cNvPr>
          <p:cNvSpPr>
            <a:spLocks noGrp="1"/>
          </p:cNvSpPr>
          <p:nvPr/>
        </p:nvSpPr>
        <p:spPr>
          <a:xfrm>
            <a:off x="2195422" y="845009"/>
            <a:ext cx="24757" cy="24757"/>
          </a:xfrm>
          <a:prstGeom prst="ellipse">
            <a:avLst/>
          </a:prstGeom>
          <a:solidFill>
            <a:srgbClr val="7D8990">
              <a:alpha val="40000"/>
            </a:srgbClr>
          </a:solidFill>
          <a:ln w="0">
            <a:noFill/>
            <a:prstDash val="solid"/>
          </a:ln>
        </p:spPr>
      </p:sp>
      <p:sp>
        <p:nvSpPr>
          <p:cNvPr id="1475" name="LigandSeek2_vs_LigandSeek1_ellipse_6989">
            <a:extLst>
              <a:ext uri="{FF2B5EF4-FFF2-40B4-BE49-F238E27FC236}">
                <a16:creationId xmlns:a16="http://schemas.microsoft.com/office/drawing/2014/main" id="{FD9A2039-2120-483B-971A-DCBE62FD79E7}"/>
              </a:ext>
            </a:extLst>
          </p:cNvPr>
          <p:cNvSpPr>
            <a:spLocks noGrp="1"/>
          </p:cNvSpPr>
          <p:nvPr/>
        </p:nvSpPr>
        <p:spPr>
          <a:xfrm>
            <a:off x="2202716" y="845009"/>
            <a:ext cx="24757" cy="24757"/>
          </a:xfrm>
          <a:prstGeom prst="ellipse">
            <a:avLst/>
          </a:prstGeom>
          <a:solidFill>
            <a:srgbClr val="7D8990">
              <a:alpha val="40000"/>
            </a:srgbClr>
          </a:solidFill>
          <a:ln w="0">
            <a:noFill/>
            <a:prstDash val="solid"/>
          </a:ln>
        </p:spPr>
      </p:sp>
      <p:sp>
        <p:nvSpPr>
          <p:cNvPr id="1476" name="LigandSeek2_vs_LigandSeek1_ellipse_6990">
            <a:extLst>
              <a:ext uri="{FF2B5EF4-FFF2-40B4-BE49-F238E27FC236}">
                <a16:creationId xmlns:a16="http://schemas.microsoft.com/office/drawing/2014/main" id="{0FCB3940-62E7-4F48-B451-539F160D9EDB}"/>
              </a:ext>
            </a:extLst>
          </p:cNvPr>
          <p:cNvSpPr>
            <a:spLocks noGrp="1"/>
          </p:cNvSpPr>
          <p:nvPr/>
        </p:nvSpPr>
        <p:spPr>
          <a:xfrm>
            <a:off x="2190982" y="1498358"/>
            <a:ext cx="24757" cy="24757"/>
          </a:xfrm>
          <a:prstGeom prst="ellipse">
            <a:avLst/>
          </a:prstGeom>
          <a:solidFill>
            <a:srgbClr val="7D8990">
              <a:alpha val="40000"/>
            </a:srgbClr>
          </a:solidFill>
          <a:ln w="0">
            <a:noFill/>
            <a:prstDash val="solid"/>
          </a:ln>
        </p:spPr>
      </p:sp>
      <p:sp>
        <p:nvSpPr>
          <p:cNvPr id="1477" name="LigandSeek2_vs_LigandSeek1_ellipse_6991">
            <a:extLst>
              <a:ext uri="{FF2B5EF4-FFF2-40B4-BE49-F238E27FC236}">
                <a16:creationId xmlns:a16="http://schemas.microsoft.com/office/drawing/2014/main" id="{2A157DA6-BF35-42FB-B590-6458E75FF8B5}"/>
              </a:ext>
            </a:extLst>
          </p:cNvPr>
          <p:cNvSpPr>
            <a:spLocks noGrp="1"/>
          </p:cNvSpPr>
          <p:nvPr/>
        </p:nvSpPr>
        <p:spPr>
          <a:xfrm>
            <a:off x="2174010" y="1803254"/>
            <a:ext cx="24757" cy="24757"/>
          </a:xfrm>
          <a:prstGeom prst="ellipse">
            <a:avLst/>
          </a:prstGeom>
          <a:solidFill>
            <a:srgbClr val="7D8990">
              <a:alpha val="40000"/>
            </a:srgbClr>
          </a:solidFill>
          <a:ln w="0">
            <a:noFill/>
            <a:prstDash val="solid"/>
          </a:ln>
        </p:spPr>
      </p:sp>
      <p:sp>
        <p:nvSpPr>
          <p:cNvPr id="1478" name="LigandSeek2_vs_LigandSeek1_ellipse_6992">
            <a:extLst>
              <a:ext uri="{FF2B5EF4-FFF2-40B4-BE49-F238E27FC236}">
                <a16:creationId xmlns:a16="http://schemas.microsoft.com/office/drawing/2014/main" id="{BEE032C4-48DB-48DC-BEAF-9A683C7AE6BD}"/>
              </a:ext>
            </a:extLst>
          </p:cNvPr>
          <p:cNvSpPr>
            <a:spLocks noGrp="1"/>
          </p:cNvSpPr>
          <p:nvPr/>
        </p:nvSpPr>
        <p:spPr>
          <a:xfrm>
            <a:off x="2219877" y="1367688"/>
            <a:ext cx="24757" cy="24757"/>
          </a:xfrm>
          <a:prstGeom prst="ellipse">
            <a:avLst/>
          </a:prstGeom>
          <a:solidFill>
            <a:srgbClr val="7D8990">
              <a:alpha val="40000"/>
            </a:srgbClr>
          </a:solidFill>
          <a:ln w="0">
            <a:noFill/>
            <a:prstDash val="solid"/>
          </a:ln>
        </p:spPr>
      </p:sp>
      <p:sp>
        <p:nvSpPr>
          <p:cNvPr id="1479" name="LigandSeek2_vs_LigandSeek1_ellipse_6993">
            <a:extLst>
              <a:ext uri="{FF2B5EF4-FFF2-40B4-BE49-F238E27FC236}">
                <a16:creationId xmlns:a16="http://schemas.microsoft.com/office/drawing/2014/main" id="{EB2240FD-6D6B-44F9-B2AB-3E78D405269F}"/>
              </a:ext>
            </a:extLst>
          </p:cNvPr>
          <p:cNvSpPr>
            <a:spLocks noGrp="1"/>
          </p:cNvSpPr>
          <p:nvPr/>
        </p:nvSpPr>
        <p:spPr>
          <a:xfrm>
            <a:off x="2187504" y="1890368"/>
            <a:ext cx="24757" cy="24757"/>
          </a:xfrm>
          <a:prstGeom prst="ellipse">
            <a:avLst/>
          </a:prstGeom>
          <a:solidFill>
            <a:srgbClr val="7D8990">
              <a:alpha val="40000"/>
            </a:srgbClr>
          </a:solidFill>
          <a:ln w="0">
            <a:noFill/>
            <a:prstDash val="solid"/>
          </a:ln>
        </p:spPr>
      </p:sp>
      <p:sp>
        <p:nvSpPr>
          <p:cNvPr id="1480" name="LigandSeek2_vs_LigandSeek1_ellipse_6994">
            <a:extLst>
              <a:ext uri="{FF2B5EF4-FFF2-40B4-BE49-F238E27FC236}">
                <a16:creationId xmlns:a16="http://schemas.microsoft.com/office/drawing/2014/main" id="{CA5DBE13-F4CA-455D-9074-3596473E2E7A}"/>
              </a:ext>
            </a:extLst>
          </p:cNvPr>
          <p:cNvSpPr>
            <a:spLocks noGrp="1"/>
          </p:cNvSpPr>
          <p:nvPr/>
        </p:nvSpPr>
        <p:spPr>
          <a:xfrm>
            <a:off x="2152990" y="845009"/>
            <a:ext cx="24757" cy="24757"/>
          </a:xfrm>
          <a:prstGeom prst="ellipse">
            <a:avLst/>
          </a:prstGeom>
          <a:solidFill>
            <a:srgbClr val="7D8990">
              <a:alpha val="40000"/>
            </a:srgbClr>
          </a:solidFill>
          <a:ln w="0">
            <a:noFill/>
            <a:prstDash val="solid"/>
          </a:ln>
        </p:spPr>
      </p:sp>
      <p:sp>
        <p:nvSpPr>
          <p:cNvPr id="1481" name="LigandSeek2_vs_LigandSeek1_ellipse_6995">
            <a:extLst>
              <a:ext uri="{FF2B5EF4-FFF2-40B4-BE49-F238E27FC236}">
                <a16:creationId xmlns:a16="http://schemas.microsoft.com/office/drawing/2014/main" id="{ACAEBF0A-DECC-4AF3-935F-F5CD28D47539}"/>
              </a:ext>
            </a:extLst>
          </p:cNvPr>
          <p:cNvSpPr>
            <a:spLocks noGrp="1"/>
          </p:cNvSpPr>
          <p:nvPr/>
        </p:nvSpPr>
        <p:spPr>
          <a:xfrm>
            <a:off x="2169596" y="845009"/>
            <a:ext cx="24757" cy="24757"/>
          </a:xfrm>
          <a:prstGeom prst="ellipse">
            <a:avLst/>
          </a:prstGeom>
          <a:solidFill>
            <a:srgbClr val="7D8990">
              <a:alpha val="40000"/>
            </a:srgbClr>
          </a:solidFill>
          <a:ln w="0">
            <a:noFill/>
            <a:prstDash val="solid"/>
          </a:ln>
        </p:spPr>
      </p:sp>
      <p:sp>
        <p:nvSpPr>
          <p:cNvPr id="1482" name="LigandSeek2_vs_LigandSeek1_ellipse_6996">
            <a:extLst>
              <a:ext uri="{FF2B5EF4-FFF2-40B4-BE49-F238E27FC236}">
                <a16:creationId xmlns:a16="http://schemas.microsoft.com/office/drawing/2014/main" id="{D403E1E1-78BC-4DC2-8F33-FF986B08503C}"/>
              </a:ext>
            </a:extLst>
          </p:cNvPr>
          <p:cNvSpPr>
            <a:spLocks noGrp="1"/>
          </p:cNvSpPr>
          <p:nvPr/>
        </p:nvSpPr>
        <p:spPr>
          <a:xfrm>
            <a:off x="2190002" y="1574582"/>
            <a:ext cx="24757" cy="24757"/>
          </a:xfrm>
          <a:prstGeom prst="ellipse">
            <a:avLst/>
          </a:prstGeom>
          <a:solidFill>
            <a:srgbClr val="7D8990">
              <a:alpha val="40000"/>
            </a:srgbClr>
          </a:solidFill>
          <a:ln w="0">
            <a:noFill/>
            <a:prstDash val="solid"/>
          </a:ln>
        </p:spPr>
      </p:sp>
      <p:sp>
        <p:nvSpPr>
          <p:cNvPr id="1483" name="LigandSeek2_vs_LigandSeek1_ellipse_6997">
            <a:extLst>
              <a:ext uri="{FF2B5EF4-FFF2-40B4-BE49-F238E27FC236}">
                <a16:creationId xmlns:a16="http://schemas.microsoft.com/office/drawing/2014/main" id="{9677C21F-65DA-4E4C-B716-D782EC7A14A4}"/>
              </a:ext>
            </a:extLst>
          </p:cNvPr>
          <p:cNvSpPr>
            <a:spLocks noGrp="1"/>
          </p:cNvSpPr>
          <p:nvPr/>
        </p:nvSpPr>
        <p:spPr>
          <a:xfrm>
            <a:off x="2201351" y="1890368"/>
            <a:ext cx="24757" cy="24757"/>
          </a:xfrm>
          <a:prstGeom prst="ellipse">
            <a:avLst/>
          </a:prstGeom>
          <a:solidFill>
            <a:srgbClr val="7D8990">
              <a:alpha val="40000"/>
            </a:srgbClr>
          </a:solidFill>
          <a:ln w="0">
            <a:noFill/>
            <a:prstDash val="solid"/>
          </a:ln>
        </p:spPr>
      </p:sp>
      <p:sp>
        <p:nvSpPr>
          <p:cNvPr id="1484" name="LigandSeek2_vs_LigandSeek1_ellipse_6998">
            <a:extLst>
              <a:ext uri="{FF2B5EF4-FFF2-40B4-BE49-F238E27FC236}">
                <a16:creationId xmlns:a16="http://schemas.microsoft.com/office/drawing/2014/main" id="{FD161D58-DE28-465D-BC1D-A9FBBCE3A8A7}"/>
              </a:ext>
            </a:extLst>
          </p:cNvPr>
          <p:cNvSpPr>
            <a:spLocks noGrp="1"/>
          </p:cNvSpPr>
          <p:nvPr/>
        </p:nvSpPr>
        <p:spPr>
          <a:xfrm>
            <a:off x="2135520" y="845009"/>
            <a:ext cx="24757" cy="24757"/>
          </a:xfrm>
          <a:prstGeom prst="ellipse">
            <a:avLst/>
          </a:prstGeom>
          <a:solidFill>
            <a:srgbClr val="7D8990">
              <a:alpha val="40000"/>
            </a:srgbClr>
          </a:solidFill>
          <a:ln w="0">
            <a:noFill/>
            <a:prstDash val="solid"/>
          </a:ln>
        </p:spPr>
      </p:sp>
      <p:sp>
        <p:nvSpPr>
          <p:cNvPr id="1485" name="LigandSeek2_vs_LigandSeek1_ellipse_6999">
            <a:extLst>
              <a:ext uri="{FF2B5EF4-FFF2-40B4-BE49-F238E27FC236}">
                <a16:creationId xmlns:a16="http://schemas.microsoft.com/office/drawing/2014/main" id="{EE5DFDAA-B4FA-4462-BFF0-078730996CF9}"/>
              </a:ext>
            </a:extLst>
          </p:cNvPr>
          <p:cNvSpPr>
            <a:spLocks noGrp="1"/>
          </p:cNvSpPr>
          <p:nvPr/>
        </p:nvSpPr>
        <p:spPr>
          <a:xfrm>
            <a:off x="2161366" y="1754471"/>
            <a:ext cx="24757" cy="24757"/>
          </a:xfrm>
          <a:prstGeom prst="ellipse">
            <a:avLst/>
          </a:prstGeom>
          <a:solidFill>
            <a:srgbClr val="7D8990">
              <a:alpha val="40000"/>
            </a:srgbClr>
          </a:solidFill>
          <a:ln w="0">
            <a:noFill/>
            <a:prstDash val="solid"/>
          </a:ln>
        </p:spPr>
      </p:sp>
      <p:sp>
        <p:nvSpPr>
          <p:cNvPr id="1486" name="LigandSeek2_vs_LigandSeek1_ellipse_7000">
            <a:extLst>
              <a:ext uri="{FF2B5EF4-FFF2-40B4-BE49-F238E27FC236}">
                <a16:creationId xmlns:a16="http://schemas.microsoft.com/office/drawing/2014/main" id="{A54EBD1B-57B2-4B9E-B68F-BD1ED4AB8E1E}"/>
              </a:ext>
            </a:extLst>
          </p:cNvPr>
          <p:cNvSpPr>
            <a:spLocks noGrp="1"/>
          </p:cNvSpPr>
          <p:nvPr/>
        </p:nvSpPr>
        <p:spPr>
          <a:xfrm>
            <a:off x="2146699" y="1237019"/>
            <a:ext cx="24757" cy="24757"/>
          </a:xfrm>
          <a:prstGeom prst="ellipse">
            <a:avLst/>
          </a:prstGeom>
          <a:solidFill>
            <a:srgbClr val="7D8990">
              <a:alpha val="40000"/>
            </a:srgbClr>
          </a:solidFill>
          <a:ln w="0">
            <a:noFill/>
            <a:prstDash val="solid"/>
          </a:ln>
        </p:spPr>
      </p:sp>
      <p:sp>
        <p:nvSpPr>
          <p:cNvPr id="1487" name="LigandSeek2_vs_LigandSeek1_ellipse_7001">
            <a:extLst>
              <a:ext uri="{FF2B5EF4-FFF2-40B4-BE49-F238E27FC236}">
                <a16:creationId xmlns:a16="http://schemas.microsoft.com/office/drawing/2014/main" id="{365F7F1A-0A4B-4B6A-8A58-651663533425}"/>
              </a:ext>
            </a:extLst>
          </p:cNvPr>
          <p:cNvSpPr>
            <a:spLocks noGrp="1"/>
          </p:cNvSpPr>
          <p:nvPr/>
        </p:nvSpPr>
        <p:spPr>
          <a:xfrm>
            <a:off x="2184814" y="1498358"/>
            <a:ext cx="24757" cy="24757"/>
          </a:xfrm>
          <a:prstGeom prst="ellipse">
            <a:avLst/>
          </a:prstGeom>
          <a:solidFill>
            <a:srgbClr val="7D8990">
              <a:alpha val="40000"/>
            </a:srgbClr>
          </a:solidFill>
          <a:ln w="0">
            <a:noFill/>
            <a:prstDash val="solid"/>
          </a:ln>
        </p:spPr>
      </p:sp>
      <p:sp>
        <p:nvSpPr>
          <p:cNvPr id="1488" name="LigandSeek2_vs_LigandSeek1_ellipse_7002">
            <a:extLst>
              <a:ext uri="{FF2B5EF4-FFF2-40B4-BE49-F238E27FC236}">
                <a16:creationId xmlns:a16="http://schemas.microsoft.com/office/drawing/2014/main" id="{AB6D9558-3A24-4DFF-8268-A4038A7C3238}"/>
              </a:ext>
            </a:extLst>
          </p:cNvPr>
          <p:cNvSpPr>
            <a:spLocks noGrp="1"/>
          </p:cNvSpPr>
          <p:nvPr/>
        </p:nvSpPr>
        <p:spPr>
          <a:xfrm>
            <a:off x="2212035" y="1890368"/>
            <a:ext cx="24757" cy="24757"/>
          </a:xfrm>
          <a:prstGeom prst="ellipse">
            <a:avLst/>
          </a:prstGeom>
          <a:solidFill>
            <a:srgbClr val="7D8990">
              <a:alpha val="40000"/>
            </a:srgbClr>
          </a:solidFill>
          <a:ln w="0">
            <a:noFill/>
            <a:prstDash val="solid"/>
          </a:ln>
        </p:spPr>
      </p:sp>
      <p:sp>
        <p:nvSpPr>
          <p:cNvPr id="1489" name="LigandSeek2_vs_LigandSeek1_ellipse_7003">
            <a:extLst>
              <a:ext uri="{FF2B5EF4-FFF2-40B4-BE49-F238E27FC236}">
                <a16:creationId xmlns:a16="http://schemas.microsoft.com/office/drawing/2014/main" id="{D51F943F-CB84-4420-83A8-FEED8B729435}"/>
              </a:ext>
            </a:extLst>
          </p:cNvPr>
          <p:cNvSpPr>
            <a:spLocks noGrp="1"/>
          </p:cNvSpPr>
          <p:nvPr/>
        </p:nvSpPr>
        <p:spPr>
          <a:xfrm>
            <a:off x="2217850" y="1803254"/>
            <a:ext cx="24757" cy="24757"/>
          </a:xfrm>
          <a:prstGeom prst="ellipse">
            <a:avLst/>
          </a:prstGeom>
          <a:solidFill>
            <a:srgbClr val="7D8990">
              <a:alpha val="40000"/>
            </a:srgbClr>
          </a:solidFill>
          <a:ln w="0">
            <a:noFill/>
            <a:prstDash val="solid"/>
          </a:ln>
        </p:spPr>
      </p:sp>
      <p:sp>
        <p:nvSpPr>
          <p:cNvPr id="1490" name="LigandSeek2_vs_LigandSeek1_ellipse_7004">
            <a:extLst>
              <a:ext uri="{FF2B5EF4-FFF2-40B4-BE49-F238E27FC236}">
                <a16:creationId xmlns:a16="http://schemas.microsoft.com/office/drawing/2014/main" id="{200772EB-4DF2-4A4B-8642-AEB0910BD52E}"/>
              </a:ext>
            </a:extLst>
          </p:cNvPr>
          <p:cNvSpPr>
            <a:spLocks noGrp="1"/>
          </p:cNvSpPr>
          <p:nvPr/>
        </p:nvSpPr>
        <p:spPr>
          <a:xfrm>
            <a:off x="2201050" y="1882326"/>
            <a:ext cx="24757" cy="24757"/>
          </a:xfrm>
          <a:prstGeom prst="ellipse">
            <a:avLst/>
          </a:prstGeom>
          <a:solidFill>
            <a:srgbClr val="7D8990">
              <a:alpha val="40000"/>
            </a:srgbClr>
          </a:solidFill>
          <a:ln w="0">
            <a:noFill/>
            <a:prstDash val="solid"/>
          </a:ln>
        </p:spPr>
      </p:sp>
      <p:sp>
        <p:nvSpPr>
          <p:cNvPr id="1491" name="LigandSeek2_vs_LigandSeek1_ellipse_7005">
            <a:extLst>
              <a:ext uri="{FF2B5EF4-FFF2-40B4-BE49-F238E27FC236}">
                <a16:creationId xmlns:a16="http://schemas.microsoft.com/office/drawing/2014/main" id="{07871BCA-6660-47D3-961B-BDB122DCCB21}"/>
              </a:ext>
            </a:extLst>
          </p:cNvPr>
          <p:cNvSpPr>
            <a:spLocks noGrp="1"/>
          </p:cNvSpPr>
          <p:nvPr/>
        </p:nvSpPr>
        <p:spPr>
          <a:xfrm>
            <a:off x="2205563" y="1741031"/>
            <a:ext cx="24757" cy="24757"/>
          </a:xfrm>
          <a:prstGeom prst="ellipse">
            <a:avLst/>
          </a:prstGeom>
          <a:solidFill>
            <a:srgbClr val="7D8990">
              <a:alpha val="40000"/>
            </a:srgbClr>
          </a:solidFill>
          <a:ln w="0">
            <a:noFill/>
            <a:prstDash val="solid"/>
          </a:ln>
        </p:spPr>
      </p:sp>
      <p:sp>
        <p:nvSpPr>
          <p:cNvPr id="1492" name="LigandSeek2_vs_LigandSeek1_ellipse_7006">
            <a:extLst>
              <a:ext uri="{FF2B5EF4-FFF2-40B4-BE49-F238E27FC236}">
                <a16:creationId xmlns:a16="http://schemas.microsoft.com/office/drawing/2014/main" id="{33E6F3FE-E907-4FE5-A7C3-04BD34D44143}"/>
              </a:ext>
            </a:extLst>
          </p:cNvPr>
          <p:cNvSpPr>
            <a:spLocks noGrp="1"/>
          </p:cNvSpPr>
          <p:nvPr/>
        </p:nvSpPr>
        <p:spPr>
          <a:xfrm>
            <a:off x="2189255" y="845009"/>
            <a:ext cx="24757" cy="24757"/>
          </a:xfrm>
          <a:prstGeom prst="ellipse">
            <a:avLst/>
          </a:prstGeom>
          <a:solidFill>
            <a:srgbClr val="7D8990">
              <a:alpha val="40000"/>
            </a:srgbClr>
          </a:solidFill>
          <a:ln w="0">
            <a:noFill/>
            <a:prstDash val="solid"/>
          </a:ln>
        </p:spPr>
      </p:sp>
      <p:sp>
        <p:nvSpPr>
          <p:cNvPr id="1493" name="LigandSeek2_vs_LigandSeek1_ellipse_7007">
            <a:extLst>
              <a:ext uri="{FF2B5EF4-FFF2-40B4-BE49-F238E27FC236}">
                <a16:creationId xmlns:a16="http://schemas.microsoft.com/office/drawing/2014/main" id="{13FEC5FC-8807-4DB0-B48D-C8967284D8FD}"/>
              </a:ext>
            </a:extLst>
          </p:cNvPr>
          <p:cNvSpPr>
            <a:spLocks noGrp="1"/>
          </p:cNvSpPr>
          <p:nvPr/>
        </p:nvSpPr>
        <p:spPr>
          <a:xfrm>
            <a:off x="2213300" y="1890368"/>
            <a:ext cx="24757" cy="24757"/>
          </a:xfrm>
          <a:prstGeom prst="ellipse">
            <a:avLst/>
          </a:prstGeom>
          <a:solidFill>
            <a:srgbClr val="7D8990">
              <a:alpha val="40000"/>
            </a:srgbClr>
          </a:solidFill>
          <a:ln w="0">
            <a:noFill/>
            <a:prstDash val="solid"/>
          </a:ln>
        </p:spPr>
      </p:sp>
      <p:sp>
        <p:nvSpPr>
          <p:cNvPr id="1494" name="LigandSeek2_vs_LigandSeek1_ellipse_7008">
            <a:extLst>
              <a:ext uri="{FF2B5EF4-FFF2-40B4-BE49-F238E27FC236}">
                <a16:creationId xmlns:a16="http://schemas.microsoft.com/office/drawing/2014/main" id="{6AD700C1-2239-4015-AA9F-C0DEBC2473DD}"/>
              </a:ext>
            </a:extLst>
          </p:cNvPr>
          <p:cNvSpPr>
            <a:spLocks noGrp="1"/>
          </p:cNvSpPr>
          <p:nvPr/>
        </p:nvSpPr>
        <p:spPr>
          <a:xfrm>
            <a:off x="2200995" y="1828577"/>
            <a:ext cx="24757" cy="24757"/>
          </a:xfrm>
          <a:prstGeom prst="ellipse">
            <a:avLst/>
          </a:prstGeom>
          <a:solidFill>
            <a:srgbClr val="7D8990">
              <a:alpha val="40000"/>
            </a:srgbClr>
          </a:solidFill>
          <a:ln w="0">
            <a:noFill/>
            <a:prstDash val="solid"/>
          </a:ln>
        </p:spPr>
      </p:sp>
      <p:sp>
        <p:nvSpPr>
          <p:cNvPr id="1495" name="LigandSeek2_vs_LigandSeek1_ellipse_7009">
            <a:extLst>
              <a:ext uri="{FF2B5EF4-FFF2-40B4-BE49-F238E27FC236}">
                <a16:creationId xmlns:a16="http://schemas.microsoft.com/office/drawing/2014/main" id="{CF4DCA98-18C0-4318-B25F-D8686107A8FD}"/>
              </a:ext>
            </a:extLst>
          </p:cNvPr>
          <p:cNvSpPr>
            <a:spLocks noGrp="1"/>
          </p:cNvSpPr>
          <p:nvPr/>
        </p:nvSpPr>
        <p:spPr>
          <a:xfrm>
            <a:off x="2147129" y="845009"/>
            <a:ext cx="24757" cy="24757"/>
          </a:xfrm>
          <a:prstGeom prst="ellipse">
            <a:avLst/>
          </a:prstGeom>
          <a:solidFill>
            <a:srgbClr val="7D8990">
              <a:alpha val="40000"/>
            </a:srgbClr>
          </a:solidFill>
          <a:ln w="0">
            <a:noFill/>
            <a:prstDash val="solid"/>
          </a:ln>
        </p:spPr>
      </p:sp>
      <p:sp>
        <p:nvSpPr>
          <p:cNvPr id="1496" name="LigandSeek2_vs_LigandSeek1_ellipse_7010">
            <a:extLst>
              <a:ext uri="{FF2B5EF4-FFF2-40B4-BE49-F238E27FC236}">
                <a16:creationId xmlns:a16="http://schemas.microsoft.com/office/drawing/2014/main" id="{8D92EFD8-BCE9-4DAA-8B7A-F57BB3BAE8A5}"/>
              </a:ext>
            </a:extLst>
          </p:cNvPr>
          <p:cNvSpPr>
            <a:spLocks noGrp="1"/>
          </p:cNvSpPr>
          <p:nvPr/>
        </p:nvSpPr>
        <p:spPr>
          <a:xfrm>
            <a:off x="2160230" y="1716141"/>
            <a:ext cx="24757" cy="24757"/>
          </a:xfrm>
          <a:prstGeom prst="ellipse">
            <a:avLst/>
          </a:prstGeom>
          <a:solidFill>
            <a:srgbClr val="7D8990">
              <a:alpha val="40000"/>
            </a:srgbClr>
          </a:solidFill>
          <a:ln w="0">
            <a:noFill/>
            <a:prstDash val="solid"/>
          </a:ln>
        </p:spPr>
      </p:sp>
      <p:sp>
        <p:nvSpPr>
          <p:cNvPr id="1497" name="LigandSeek2_vs_LigandSeek1_ellipse_7011">
            <a:extLst>
              <a:ext uri="{FF2B5EF4-FFF2-40B4-BE49-F238E27FC236}">
                <a16:creationId xmlns:a16="http://schemas.microsoft.com/office/drawing/2014/main" id="{C58D3866-647A-4820-9E06-4DD4BDBC1C81}"/>
              </a:ext>
            </a:extLst>
          </p:cNvPr>
          <p:cNvSpPr>
            <a:spLocks noGrp="1"/>
          </p:cNvSpPr>
          <p:nvPr/>
        </p:nvSpPr>
        <p:spPr>
          <a:xfrm>
            <a:off x="2201529" y="1890368"/>
            <a:ext cx="24757" cy="24757"/>
          </a:xfrm>
          <a:prstGeom prst="ellipse">
            <a:avLst/>
          </a:prstGeom>
          <a:solidFill>
            <a:srgbClr val="7D8990">
              <a:alpha val="40000"/>
            </a:srgbClr>
          </a:solidFill>
          <a:ln w="0">
            <a:noFill/>
            <a:prstDash val="solid"/>
          </a:ln>
        </p:spPr>
      </p:sp>
      <p:sp>
        <p:nvSpPr>
          <p:cNvPr id="1498" name="LigandSeek2_vs_LigandSeek1_ellipse_7012">
            <a:extLst>
              <a:ext uri="{FF2B5EF4-FFF2-40B4-BE49-F238E27FC236}">
                <a16:creationId xmlns:a16="http://schemas.microsoft.com/office/drawing/2014/main" id="{D9A6BCE0-91E8-4E2A-AF54-193EEE0E9824}"/>
              </a:ext>
            </a:extLst>
          </p:cNvPr>
          <p:cNvSpPr>
            <a:spLocks noGrp="1"/>
          </p:cNvSpPr>
          <p:nvPr/>
        </p:nvSpPr>
        <p:spPr>
          <a:xfrm>
            <a:off x="2141192" y="1890368"/>
            <a:ext cx="24757" cy="24757"/>
          </a:xfrm>
          <a:prstGeom prst="ellipse">
            <a:avLst/>
          </a:prstGeom>
          <a:solidFill>
            <a:srgbClr val="7D8990">
              <a:alpha val="40000"/>
            </a:srgbClr>
          </a:solidFill>
          <a:ln w="0">
            <a:noFill/>
            <a:prstDash val="solid"/>
          </a:ln>
        </p:spPr>
      </p:sp>
      <p:sp>
        <p:nvSpPr>
          <p:cNvPr id="1499" name="LigandSeek2_vs_LigandSeek1_ellipse_7013">
            <a:extLst>
              <a:ext uri="{FF2B5EF4-FFF2-40B4-BE49-F238E27FC236}">
                <a16:creationId xmlns:a16="http://schemas.microsoft.com/office/drawing/2014/main" id="{85DEFFB3-13E7-4C4C-B279-ABC5DFC84BE8}"/>
              </a:ext>
            </a:extLst>
          </p:cNvPr>
          <p:cNvSpPr>
            <a:spLocks noGrp="1"/>
          </p:cNvSpPr>
          <p:nvPr/>
        </p:nvSpPr>
        <p:spPr>
          <a:xfrm>
            <a:off x="2152257" y="1890368"/>
            <a:ext cx="24757" cy="24757"/>
          </a:xfrm>
          <a:prstGeom prst="ellipse">
            <a:avLst/>
          </a:prstGeom>
          <a:solidFill>
            <a:srgbClr val="7D8990">
              <a:alpha val="40000"/>
            </a:srgbClr>
          </a:solidFill>
          <a:ln w="0">
            <a:noFill/>
            <a:prstDash val="solid"/>
          </a:ln>
        </p:spPr>
      </p:sp>
      <p:sp>
        <p:nvSpPr>
          <p:cNvPr id="1500" name="LigandSeek2_vs_LigandSeek1_ellipse_7014">
            <a:extLst>
              <a:ext uri="{FF2B5EF4-FFF2-40B4-BE49-F238E27FC236}">
                <a16:creationId xmlns:a16="http://schemas.microsoft.com/office/drawing/2014/main" id="{4227F738-01FF-4AE4-B2C0-1A38A1B90F7C}"/>
              </a:ext>
            </a:extLst>
          </p:cNvPr>
          <p:cNvSpPr>
            <a:spLocks noGrp="1"/>
          </p:cNvSpPr>
          <p:nvPr/>
        </p:nvSpPr>
        <p:spPr>
          <a:xfrm>
            <a:off x="2138605" y="845009"/>
            <a:ext cx="24757" cy="24757"/>
          </a:xfrm>
          <a:prstGeom prst="ellipse">
            <a:avLst/>
          </a:prstGeom>
          <a:solidFill>
            <a:srgbClr val="7D8990">
              <a:alpha val="40000"/>
            </a:srgbClr>
          </a:solidFill>
          <a:ln w="0">
            <a:noFill/>
            <a:prstDash val="solid"/>
          </a:ln>
        </p:spPr>
      </p:sp>
      <p:sp>
        <p:nvSpPr>
          <p:cNvPr id="1501" name="LigandSeek2_vs_LigandSeek1_ellipse_7015">
            <a:extLst>
              <a:ext uri="{FF2B5EF4-FFF2-40B4-BE49-F238E27FC236}">
                <a16:creationId xmlns:a16="http://schemas.microsoft.com/office/drawing/2014/main" id="{2954B94B-FE88-430C-8962-504FC9DC28CF}"/>
              </a:ext>
            </a:extLst>
          </p:cNvPr>
          <p:cNvSpPr>
            <a:spLocks noGrp="1"/>
          </p:cNvSpPr>
          <p:nvPr/>
        </p:nvSpPr>
        <p:spPr>
          <a:xfrm>
            <a:off x="2189210" y="1367688"/>
            <a:ext cx="24757" cy="24757"/>
          </a:xfrm>
          <a:prstGeom prst="ellipse">
            <a:avLst/>
          </a:prstGeom>
          <a:solidFill>
            <a:srgbClr val="7D8990">
              <a:alpha val="40000"/>
            </a:srgbClr>
          </a:solidFill>
          <a:ln w="0">
            <a:noFill/>
            <a:prstDash val="solid"/>
          </a:ln>
        </p:spPr>
      </p:sp>
      <p:sp>
        <p:nvSpPr>
          <p:cNvPr id="1502" name="LigandSeek2_vs_LigandSeek1_ellipse_7016">
            <a:extLst>
              <a:ext uri="{FF2B5EF4-FFF2-40B4-BE49-F238E27FC236}">
                <a16:creationId xmlns:a16="http://schemas.microsoft.com/office/drawing/2014/main" id="{949C091B-CB41-4FD7-8027-97FF600970D5}"/>
              </a:ext>
            </a:extLst>
          </p:cNvPr>
          <p:cNvSpPr>
            <a:spLocks noGrp="1"/>
          </p:cNvSpPr>
          <p:nvPr/>
        </p:nvSpPr>
        <p:spPr>
          <a:xfrm>
            <a:off x="2141514" y="975679"/>
            <a:ext cx="24757" cy="24757"/>
          </a:xfrm>
          <a:prstGeom prst="ellipse">
            <a:avLst/>
          </a:prstGeom>
          <a:solidFill>
            <a:srgbClr val="7D8990">
              <a:alpha val="40000"/>
            </a:srgbClr>
          </a:solidFill>
          <a:ln w="0">
            <a:noFill/>
            <a:prstDash val="solid"/>
          </a:ln>
        </p:spPr>
      </p:sp>
      <p:sp>
        <p:nvSpPr>
          <p:cNvPr id="1503" name="LigandSeek2_vs_LigandSeek1_ellipse_7017">
            <a:extLst>
              <a:ext uri="{FF2B5EF4-FFF2-40B4-BE49-F238E27FC236}">
                <a16:creationId xmlns:a16="http://schemas.microsoft.com/office/drawing/2014/main" id="{16E56D65-D040-4F71-A69D-404DFC133FAE}"/>
              </a:ext>
            </a:extLst>
          </p:cNvPr>
          <p:cNvSpPr>
            <a:spLocks noGrp="1"/>
          </p:cNvSpPr>
          <p:nvPr/>
        </p:nvSpPr>
        <p:spPr>
          <a:xfrm>
            <a:off x="2157043" y="1890368"/>
            <a:ext cx="24757" cy="24757"/>
          </a:xfrm>
          <a:prstGeom prst="ellipse">
            <a:avLst/>
          </a:prstGeom>
          <a:solidFill>
            <a:srgbClr val="7D8990">
              <a:alpha val="40000"/>
            </a:srgbClr>
          </a:solidFill>
          <a:ln w="0">
            <a:noFill/>
            <a:prstDash val="solid"/>
          </a:ln>
        </p:spPr>
      </p:sp>
      <p:sp>
        <p:nvSpPr>
          <p:cNvPr id="1504" name="LigandSeek2_vs_LigandSeek1_ellipse_7018">
            <a:extLst>
              <a:ext uri="{FF2B5EF4-FFF2-40B4-BE49-F238E27FC236}">
                <a16:creationId xmlns:a16="http://schemas.microsoft.com/office/drawing/2014/main" id="{37AC584F-D8D3-4764-9BEE-DD6D92EE2892}"/>
              </a:ext>
            </a:extLst>
          </p:cNvPr>
          <p:cNvSpPr>
            <a:spLocks noGrp="1"/>
          </p:cNvSpPr>
          <p:nvPr/>
        </p:nvSpPr>
        <p:spPr>
          <a:xfrm>
            <a:off x="2167991" y="1719823"/>
            <a:ext cx="24757" cy="24757"/>
          </a:xfrm>
          <a:prstGeom prst="ellipse">
            <a:avLst/>
          </a:prstGeom>
          <a:solidFill>
            <a:srgbClr val="7D8990">
              <a:alpha val="40000"/>
            </a:srgbClr>
          </a:solidFill>
          <a:ln w="0">
            <a:noFill/>
            <a:prstDash val="solid"/>
          </a:ln>
        </p:spPr>
      </p:sp>
      <p:sp>
        <p:nvSpPr>
          <p:cNvPr id="1505" name="LigandSeek2_vs_LigandSeek1_ellipse_7019">
            <a:extLst>
              <a:ext uri="{FF2B5EF4-FFF2-40B4-BE49-F238E27FC236}">
                <a16:creationId xmlns:a16="http://schemas.microsoft.com/office/drawing/2014/main" id="{10225A6C-241D-4C14-B0CC-FEC176F53A7C}"/>
              </a:ext>
            </a:extLst>
          </p:cNvPr>
          <p:cNvSpPr>
            <a:spLocks noGrp="1"/>
          </p:cNvSpPr>
          <p:nvPr/>
        </p:nvSpPr>
        <p:spPr>
          <a:xfrm>
            <a:off x="2161843" y="845009"/>
            <a:ext cx="24757" cy="24757"/>
          </a:xfrm>
          <a:prstGeom prst="ellipse">
            <a:avLst/>
          </a:prstGeom>
          <a:solidFill>
            <a:srgbClr val="7D8990">
              <a:alpha val="40000"/>
            </a:srgbClr>
          </a:solidFill>
          <a:ln w="0">
            <a:noFill/>
            <a:prstDash val="solid"/>
          </a:ln>
        </p:spPr>
      </p:sp>
      <p:sp>
        <p:nvSpPr>
          <p:cNvPr id="1506" name="LigandSeek2_vs_LigandSeek1_ellipse_7020">
            <a:extLst>
              <a:ext uri="{FF2B5EF4-FFF2-40B4-BE49-F238E27FC236}">
                <a16:creationId xmlns:a16="http://schemas.microsoft.com/office/drawing/2014/main" id="{D3D85E9C-8E2B-47AF-BA64-728198B9EC16}"/>
              </a:ext>
            </a:extLst>
          </p:cNvPr>
          <p:cNvSpPr>
            <a:spLocks noGrp="1"/>
          </p:cNvSpPr>
          <p:nvPr/>
        </p:nvSpPr>
        <p:spPr>
          <a:xfrm>
            <a:off x="2152524" y="1890368"/>
            <a:ext cx="24757" cy="24757"/>
          </a:xfrm>
          <a:prstGeom prst="ellipse">
            <a:avLst/>
          </a:prstGeom>
          <a:solidFill>
            <a:srgbClr val="7D8990">
              <a:alpha val="40000"/>
            </a:srgbClr>
          </a:solidFill>
          <a:ln w="0">
            <a:noFill/>
            <a:prstDash val="solid"/>
          </a:ln>
        </p:spPr>
      </p:sp>
      <p:sp>
        <p:nvSpPr>
          <p:cNvPr id="1507" name="LigandSeek2_vs_LigandSeek1_ellipse_7021">
            <a:extLst>
              <a:ext uri="{FF2B5EF4-FFF2-40B4-BE49-F238E27FC236}">
                <a16:creationId xmlns:a16="http://schemas.microsoft.com/office/drawing/2014/main" id="{8F340AB7-3020-4E16-B224-B418CD17E8A1}"/>
              </a:ext>
            </a:extLst>
          </p:cNvPr>
          <p:cNvSpPr>
            <a:spLocks noGrp="1"/>
          </p:cNvSpPr>
          <p:nvPr/>
        </p:nvSpPr>
        <p:spPr>
          <a:xfrm>
            <a:off x="2174531" y="1890368"/>
            <a:ext cx="24757" cy="24757"/>
          </a:xfrm>
          <a:prstGeom prst="ellipse">
            <a:avLst/>
          </a:prstGeom>
          <a:solidFill>
            <a:srgbClr val="7D8990">
              <a:alpha val="40000"/>
            </a:srgbClr>
          </a:solidFill>
          <a:ln w="0">
            <a:noFill/>
            <a:prstDash val="solid"/>
          </a:ln>
        </p:spPr>
      </p:sp>
      <p:sp>
        <p:nvSpPr>
          <p:cNvPr id="1508" name="LigandSeek2_vs_LigandSeek1_ellipse_7022">
            <a:extLst>
              <a:ext uri="{FF2B5EF4-FFF2-40B4-BE49-F238E27FC236}">
                <a16:creationId xmlns:a16="http://schemas.microsoft.com/office/drawing/2014/main" id="{E2CD8616-6501-4531-A2C2-03648061D5BD}"/>
              </a:ext>
            </a:extLst>
          </p:cNvPr>
          <p:cNvSpPr>
            <a:spLocks noGrp="1"/>
          </p:cNvSpPr>
          <p:nvPr/>
        </p:nvSpPr>
        <p:spPr>
          <a:xfrm>
            <a:off x="2206138" y="1774217"/>
            <a:ext cx="24757" cy="24757"/>
          </a:xfrm>
          <a:prstGeom prst="ellipse">
            <a:avLst/>
          </a:prstGeom>
          <a:solidFill>
            <a:srgbClr val="7D8990">
              <a:alpha val="40000"/>
            </a:srgbClr>
          </a:solidFill>
          <a:ln w="0">
            <a:noFill/>
            <a:prstDash val="solid"/>
          </a:ln>
        </p:spPr>
      </p:sp>
      <p:sp>
        <p:nvSpPr>
          <p:cNvPr id="1509" name="LigandSeek2_vs_LigandSeek1_ellipse_7023">
            <a:extLst>
              <a:ext uri="{FF2B5EF4-FFF2-40B4-BE49-F238E27FC236}">
                <a16:creationId xmlns:a16="http://schemas.microsoft.com/office/drawing/2014/main" id="{E7998FE5-4249-4E64-A176-B1D2D713704B}"/>
              </a:ext>
            </a:extLst>
          </p:cNvPr>
          <p:cNvSpPr>
            <a:spLocks noGrp="1"/>
          </p:cNvSpPr>
          <p:nvPr/>
        </p:nvSpPr>
        <p:spPr>
          <a:xfrm>
            <a:off x="2204061" y="1698719"/>
            <a:ext cx="24757" cy="24757"/>
          </a:xfrm>
          <a:prstGeom prst="ellipse">
            <a:avLst/>
          </a:prstGeom>
          <a:solidFill>
            <a:srgbClr val="7D8990">
              <a:alpha val="40000"/>
            </a:srgbClr>
          </a:solidFill>
          <a:ln w="0">
            <a:noFill/>
            <a:prstDash val="solid"/>
          </a:ln>
        </p:spPr>
      </p:sp>
      <p:sp>
        <p:nvSpPr>
          <p:cNvPr id="1510" name="LigandSeek2_vs_LigandSeek1_ellipse_7024">
            <a:extLst>
              <a:ext uri="{FF2B5EF4-FFF2-40B4-BE49-F238E27FC236}">
                <a16:creationId xmlns:a16="http://schemas.microsoft.com/office/drawing/2014/main" id="{7F8012E3-8A8D-4987-90AA-F70B22218EB4}"/>
              </a:ext>
            </a:extLst>
          </p:cNvPr>
          <p:cNvSpPr>
            <a:spLocks noGrp="1"/>
          </p:cNvSpPr>
          <p:nvPr/>
        </p:nvSpPr>
        <p:spPr>
          <a:xfrm>
            <a:off x="2195106" y="845009"/>
            <a:ext cx="24757" cy="24757"/>
          </a:xfrm>
          <a:prstGeom prst="ellipse">
            <a:avLst/>
          </a:prstGeom>
          <a:solidFill>
            <a:srgbClr val="7D8990">
              <a:alpha val="40000"/>
            </a:srgbClr>
          </a:solidFill>
          <a:ln w="0">
            <a:noFill/>
            <a:prstDash val="solid"/>
          </a:ln>
        </p:spPr>
      </p:sp>
      <p:sp>
        <p:nvSpPr>
          <p:cNvPr id="1511" name="LigandSeek2_vs_LigandSeek1_ellipse_7025">
            <a:extLst>
              <a:ext uri="{FF2B5EF4-FFF2-40B4-BE49-F238E27FC236}">
                <a16:creationId xmlns:a16="http://schemas.microsoft.com/office/drawing/2014/main" id="{9074A770-79CB-4804-8AF0-BAA7D217F99B}"/>
              </a:ext>
            </a:extLst>
          </p:cNvPr>
          <p:cNvSpPr>
            <a:spLocks noGrp="1"/>
          </p:cNvSpPr>
          <p:nvPr/>
        </p:nvSpPr>
        <p:spPr>
          <a:xfrm>
            <a:off x="2212258" y="845009"/>
            <a:ext cx="24757" cy="24757"/>
          </a:xfrm>
          <a:prstGeom prst="ellipse">
            <a:avLst/>
          </a:prstGeom>
          <a:solidFill>
            <a:srgbClr val="7D8990">
              <a:alpha val="40000"/>
            </a:srgbClr>
          </a:solidFill>
          <a:ln w="0">
            <a:noFill/>
            <a:prstDash val="solid"/>
          </a:ln>
        </p:spPr>
      </p:sp>
      <p:sp>
        <p:nvSpPr>
          <p:cNvPr id="1512" name="LigandSeek2_vs_LigandSeek1_ellipse_7026">
            <a:extLst>
              <a:ext uri="{FF2B5EF4-FFF2-40B4-BE49-F238E27FC236}">
                <a16:creationId xmlns:a16="http://schemas.microsoft.com/office/drawing/2014/main" id="{575AE567-4894-4AEA-AFFD-19D4B86BD6B3}"/>
              </a:ext>
            </a:extLst>
          </p:cNvPr>
          <p:cNvSpPr>
            <a:spLocks noGrp="1"/>
          </p:cNvSpPr>
          <p:nvPr/>
        </p:nvSpPr>
        <p:spPr>
          <a:xfrm>
            <a:off x="2141247" y="1426490"/>
            <a:ext cx="24757" cy="24757"/>
          </a:xfrm>
          <a:prstGeom prst="ellipse">
            <a:avLst/>
          </a:prstGeom>
          <a:solidFill>
            <a:srgbClr val="7D8990">
              <a:alpha val="40000"/>
            </a:srgbClr>
          </a:solidFill>
          <a:ln w="0">
            <a:noFill/>
            <a:prstDash val="solid"/>
          </a:ln>
        </p:spPr>
      </p:sp>
      <p:sp>
        <p:nvSpPr>
          <p:cNvPr id="1513" name="LigandSeek2_vs_LigandSeek1_ellipse_7027">
            <a:extLst>
              <a:ext uri="{FF2B5EF4-FFF2-40B4-BE49-F238E27FC236}">
                <a16:creationId xmlns:a16="http://schemas.microsoft.com/office/drawing/2014/main" id="{77477ECF-687A-40D5-A168-7427FA5E4DFC}"/>
              </a:ext>
            </a:extLst>
          </p:cNvPr>
          <p:cNvSpPr>
            <a:spLocks noGrp="1"/>
          </p:cNvSpPr>
          <p:nvPr/>
        </p:nvSpPr>
        <p:spPr>
          <a:xfrm>
            <a:off x="2178889" y="1629028"/>
            <a:ext cx="24757" cy="24757"/>
          </a:xfrm>
          <a:prstGeom prst="ellipse">
            <a:avLst/>
          </a:prstGeom>
          <a:solidFill>
            <a:srgbClr val="7D8990">
              <a:alpha val="40000"/>
            </a:srgbClr>
          </a:solidFill>
          <a:ln w="0">
            <a:noFill/>
            <a:prstDash val="solid"/>
          </a:ln>
        </p:spPr>
      </p:sp>
      <p:sp>
        <p:nvSpPr>
          <p:cNvPr id="1514" name="LigandSeek2_vs_LigandSeek1_ellipse_7028">
            <a:extLst>
              <a:ext uri="{FF2B5EF4-FFF2-40B4-BE49-F238E27FC236}">
                <a16:creationId xmlns:a16="http://schemas.microsoft.com/office/drawing/2014/main" id="{587AA128-28D5-4B7B-8933-935003080DD8}"/>
              </a:ext>
            </a:extLst>
          </p:cNvPr>
          <p:cNvSpPr>
            <a:spLocks noGrp="1"/>
          </p:cNvSpPr>
          <p:nvPr/>
        </p:nvSpPr>
        <p:spPr>
          <a:xfrm>
            <a:off x="2172297" y="1890368"/>
            <a:ext cx="24757" cy="24757"/>
          </a:xfrm>
          <a:prstGeom prst="ellipse">
            <a:avLst/>
          </a:prstGeom>
          <a:solidFill>
            <a:srgbClr val="7D8990">
              <a:alpha val="40000"/>
            </a:srgbClr>
          </a:solidFill>
          <a:ln w="0">
            <a:noFill/>
            <a:prstDash val="solid"/>
          </a:ln>
        </p:spPr>
      </p:sp>
      <p:sp>
        <p:nvSpPr>
          <p:cNvPr id="1515" name="LigandSeek2_vs_LigandSeek1_ellipse_7029">
            <a:extLst>
              <a:ext uri="{FF2B5EF4-FFF2-40B4-BE49-F238E27FC236}">
                <a16:creationId xmlns:a16="http://schemas.microsoft.com/office/drawing/2014/main" id="{CDE98B76-1B5F-4E8B-800C-4266476655A4}"/>
              </a:ext>
            </a:extLst>
          </p:cNvPr>
          <p:cNvSpPr>
            <a:spLocks noGrp="1"/>
          </p:cNvSpPr>
          <p:nvPr/>
        </p:nvSpPr>
        <p:spPr>
          <a:xfrm>
            <a:off x="2213593" y="1864682"/>
            <a:ext cx="24757" cy="24757"/>
          </a:xfrm>
          <a:prstGeom prst="ellipse">
            <a:avLst/>
          </a:prstGeom>
          <a:solidFill>
            <a:srgbClr val="7D8990">
              <a:alpha val="40000"/>
            </a:srgbClr>
          </a:solidFill>
          <a:ln w="0">
            <a:noFill/>
            <a:prstDash val="solid"/>
          </a:ln>
        </p:spPr>
      </p:sp>
      <p:sp>
        <p:nvSpPr>
          <p:cNvPr id="1516" name="LigandSeek2_vs_LigandSeek1_ellipse_7030">
            <a:extLst>
              <a:ext uri="{FF2B5EF4-FFF2-40B4-BE49-F238E27FC236}">
                <a16:creationId xmlns:a16="http://schemas.microsoft.com/office/drawing/2014/main" id="{080C720F-C409-4826-B9BF-DC8CC084424C}"/>
              </a:ext>
            </a:extLst>
          </p:cNvPr>
          <p:cNvSpPr>
            <a:spLocks noGrp="1"/>
          </p:cNvSpPr>
          <p:nvPr/>
        </p:nvSpPr>
        <p:spPr>
          <a:xfrm>
            <a:off x="2135941" y="1817939"/>
            <a:ext cx="24757" cy="24757"/>
          </a:xfrm>
          <a:prstGeom prst="ellipse">
            <a:avLst/>
          </a:prstGeom>
          <a:solidFill>
            <a:srgbClr val="7D8990">
              <a:alpha val="40000"/>
            </a:srgbClr>
          </a:solidFill>
          <a:ln w="0">
            <a:noFill/>
            <a:prstDash val="solid"/>
          </a:ln>
        </p:spPr>
      </p:sp>
      <p:sp>
        <p:nvSpPr>
          <p:cNvPr id="1517" name="LigandSeek2_vs_LigandSeek1_ellipse_7031">
            <a:extLst>
              <a:ext uri="{FF2B5EF4-FFF2-40B4-BE49-F238E27FC236}">
                <a16:creationId xmlns:a16="http://schemas.microsoft.com/office/drawing/2014/main" id="{882050FA-D681-4599-ACA3-935B51814030}"/>
              </a:ext>
            </a:extLst>
          </p:cNvPr>
          <p:cNvSpPr>
            <a:spLocks noGrp="1"/>
          </p:cNvSpPr>
          <p:nvPr/>
        </p:nvSpPr>
        <p:spPr>
          <a:xfrm>
            <a:off x="2183369" y="1890368"/>
            <a:ext cx="24757" cy="24757"/>
          </a:xfrm>
          <a:prstGeom prst="ellipse">
            <a:avLst/>
          </a:prstGeom>
          <a:solidFill>
            <a:srgbClr val="7D8990">
              <a:alpha val="40000"/>
            </a:srgbClr>
          </a:solidFill>
          <a:ln w="0">
            <a:noFill/>
            <a:prstDash val="solid"/>
          </a:ln>
        </p:spPr>
      </p:sp>
      <p:sp>
        <p:nvSpPr>
          <p:cNvPr id="1518" name="LigandSeek2_vs_LigandSeek1_ellipse_7032">
            <a:extLst>
              <a:ext uri="{FF2B5EF4-FFF2-40B4-BE49-F238E27FC236}">
                <a16:creationId xmlns:a16="http://schemas.microsoft.com/office/drawing/2014/main" id="{152DAE7E-4A0D-4F32-91BF-C80D4AFCF46E}"/>
              </a:ext>
            </a:extLst>
          </p:cNvPr>
          <p:cNvSpPr>
            <a:spLocks noGrp="1"/>
          </p:cNvSpPr>
          <p:nvPr/>
        </p:nvSpPr>
        <p:spPr>
          <a:xfrm>
            <a:off x="2179682" y="1821922"/>
            <a:ext cx="24757" cy="24757"/>
          </a:xfrm>
          <a:prstGeom prst="ellipse">
            <a:avLst/>
          </a:prstGeom>
          <a:solidFill>
            <a:srgbClr val="7D8990">
              <a:alpha val="40000"/>
            </a:srgbClr>
          </a:solidFill>
          <a:ln w="0">
            <a:noFill/>
            <a:prstDash val="solid"/>
          </a:ln>
        </p:spPr>
      </p:sp>
      <p:sp>
        <p:nvSpPr>
          <p:cNvPr id="1519" name="LigandSeek2_vs_LigandSeek1_ellipse_7033">
            <a:extLst>
              <a:ext uri="{FF2B5EF4-FFF2-40B4-BE49-F238E27FC236}">
                <a16:creationId xmlns:a16="http://schemas.microsoft.com/office/drawing/2014/main" id="{3BB3C4B0-C648-486F-BF2D-F7CEAF5203E3}"/>
              </a:ext>
            </a:extLst>
          </p:cNvPr>
          <p:cNvSpPr>
            <a:spLocks noGrp="1"/>
          </p:cNvSpPr>
          <p:nvPr/>
        </p:nvSpPr>
        <p:spPr>
          <a:xfrm>
            <a:off x="2176930" y="1591694"/>
            <a:ext cx="24757" cy="24757"/>
          </a:xfrm>
          <a:prstGeom prst="ellipse">
            <a:avLst/>
          </a:prstGeom>
          <a:solidFill>
            <a:srgbClr val="7D8990">
              <a:alpha val="40000"/>
            </a:srgbClr>
          </a:solidFill>
          <a:ln w="0">
            <a:noFill/>
            <a:prstDash val="solid"/>
          </a:ln>
        </p:spPr>
      </p:sp>
      <p:sp>
        <p:nvSpPr>
          <p:cNvPr id="1520" name="LigandSeek2_vs_LigandSeek1_ellipse_7034">
            <a:extLst>
              <a:ext uri="{FF2B5EF4-FFF2-40B4-BE49-F238E27FC236}">
                <a16:creationId xmlns:a16="http://schemas.microsoft.com/office/drawing/2014/main" id="{2482BE4F-2AA7-47D7-86AB-B92A71DBADDF}"/>
              </a:ext>
            </a:extLst>
          </p:cNvPr>
          <p:cNvSpPr>
            <a:spLocks noGrp="1"/>
          </p:cNvSpPr>
          <p:nvPr/>
        </p:nvSpPr>
        <p:spPr>
          <a:xfrm>
            <a:off x="2180599" y="1106349"/>
            <a:ext cx="24757" cy="24757"/>
          </a:xfrm>
          <a:prstGeom prst="ellipse">
            <a:avLst/>
          </a:prstGeom>
          <a:solidFill>
            <a:srgbClr val="7D8990">
              <a:alpha val="40000"/>
            </a:srgbClr>
          </a:solidFill>
          <a:ln w="0">
            <a:noFill/>
            <a:prstDash val="solid"/>
          </a:ln>
        </p:spPr>
      </p:sp>
      <p:sp>
        <p:nvSpPr>
          <p:cNvPr id="1521" name="LigandSeek2_vs_LigandSeek1_ellipse_7035">
            <a:extLst>
              <a:ext uri="{FF2B5EF4-FFF2-40B4-BE49-F238E27FC236}">
                <a16:creationId xmlns:a16="http://schemas.microsoft.com/office/drawing/2014/main" id="{9C8C109E-C15F-43BB-8577-4F5C2EA54C7E}"/>
              </a:ext>
            </a:extLst>
          </p:cNvPr>
          <p:cNvSpPr>
            <a:spLocks noGrp="1"/>
          </p:cNvSpPr>
          <p:nvPr/>
        </p:nvSpPr>
        <p:spPr>
          <a:xfrm>
            <a:off x="2202614" y="1840452"/>
            <a:ext cx="24757" cy="24757"/>
          </a:xfrm>
          <a:prstGeom prst="ellipse">
            <a:avLst/>
          </a:prstGeom>
          <a:solidFill>
            <a:srgbClr val="7D8990">
              <a:alpha val="40000"/>
            </a:srgbClr>
          </a:solidFill>
          <a:ln w="0">
            <a:noFill/>
            <a:prstDash val="solid"/>
          </a:ln>
        </p:spPr>
      </p:sp>
      <p:sp>
        <p:nvSpPr>
          <p:cNvPr id="1522" name="LigandSeek2_vs_LigandSeek1_ellipse_7036">
            <a:extLst>
              <a:ext uri="{FF2B5EF4-FFF2-40B4-BE49-F238E27FC236}">
                <a16:creationId xmlns:a16="http://schemas.microsoft.com/office/drawing/2014/main" id="{99823A01-0981-4B6D-9196-46468C5A193A}"/>
              </a:ext>
            </a:extLst>
          </p:cNvPr>
          <p:cNvSpPr>
            <a:spLocks noGrp="1"/>
          </p:cNvSpPr>
          <p:nvPr/>
        </p:nvSpPr>
        <p:spPr>
          <a:xfrm>
            <a:off x="2195253" y="1193462"/>
            <a:ext cx="24757" cy="24757"/>
          </a:xfrm>
          <a:prstGeom prst="ellipse">
            <a:avLst/>
          </a:prstGeom>
          <a:solidFill>
            <a:srgbClr val="7D8990">
              <a:alpha val="40000"/>
            </a:srgbClr>
          </a:solidFill>
          <a:ln w="0">
            <a:noFill/>
            <a:prstDash val="solid"/>
          </a:ln>
        </p:spPr>
      </p:sp>
      <p:sp>
        <p:nvSpPr>
          <p:cNvPr id="1523" name="LigandSeek2_vs_LigandSeek1_ellipse_7037">
            <a:extLst>
              <a:ext uri="{FF2B5EF4-FFF2-40B4-BE49-F238E27FC236}">
                <a16:creationId xmlns:a16="http://schemas.microsoft.com/office/drawing/2014/main" id="{2DE6A4E7-1868-4E14-8192-A8D3860D7571}"/>
              </a:ext>
            </a:extLst>
          </p:cNvPr>
          <p:cNvSpPr>
            <a:spLocks noGrp="1"/>
          </p:cNvSpPr>
          <p:nvPr/>
        </p:nvSpPr>
        <p:spPr>
          <a:xfrm>
            <a:off x="2151423" y="845009"/>
            <a:ext cx="24757" cy="24757"/>
          </a:xfrm>
          <a:prstGeom prst="ellipse">
            <a:avLst/>
          </a:prstGeom>
          <a:solidFill>
            <a:srgbClr val="7D8990">
              <a:alpha val="40000"/>
            </a:srgbClr>
          </a:solidFill>
          <a:ln w="0">
            <a:noFill/>
            <a:prstDash val="solid"/>
          </a:ln>
        </p:spPr>
      </p:sp>
      <p:sp>
        <p:nvSpPr>
          <p:cNvPr id="1524" name="LigandSeek2_vs_LigandSeek1_ellipse_7038">
            <a:extLst>
              <a:ext uri="{FF2B5EF4-FFF2-40B4-BE49-F238E27FC236}">
                <a16:creationId xmlns:a16="http://schemas.microsoft.com/office/drawing/2014/main" id="{E669AEDC-B499-48C2-8C56-6E27EC057751}"/>
              </a:ext>
            </a:extLst>
          </p:cNvPr>
          <p:cNvSpPr>
            <a:spLocks noGrp="1"/>
          </p:cNvSpPr>
          <p:nvPr/>
        </p:nvSpPr>
        <p:spPr>
          <a:xfrm>
            <a:off x="2197254" y="1890368"/>
            <a:ext cx="24757" cy="24757"/>
          </a:xfrm>
          <a:prstGeom prst="ellipse">
            <a:avLst/>
          </a:prstGeom>
          <a:solidFill>
            <a:srgbClr val="7D8990">
              <a:alpha val="40000"/>
            </a:srgbClr>
          </a:solidFill>
          <a:ln w="0">
            <a:noFill/>
            <a:prstDash val="solid"/>
          </a:ln>
        </p:spPr>
      </p:sp>
      <p:sp>
        <p:nvSpPr>
          <p:cNvPr id="1525" name="LigandSeek2_vs_LigandSeek1_ellipse_7039">
            <a:extLst>
              <a:ext uri="{FF2B5EF4-FFF2-40B4-BE49-F238E27FC236}">
                <a16:creationId xmlns:a16="http://schemas.microsoft.com/office/drawing/2014/main" id="{8AF1E645-B904-4D8D-B8A7-259B552DB354}"/>
              </a:ext>
            </a:extLst>
          </p:cNvPr>
          <p:cNvSpPr>
            <a:spLocks noGrp="1"/>
          </p:cNvSpPr>
          <p:nvPr/>
        </p:nvSpPr>
        <p:spPr>
          <a:xfrm>
            <a:off x="2174860" y="1890368"/>
            <a:ext cx="24757" cy="24757"/>
          </a:xfrm>
          <a:prstGeom prst="ellipse">
            <a:avLst/>
          </a:prstGeom>
          <a:solidFill>
            <a:srgbClr val="7D8990">
              <a:alpha val="40000"/>
            </a:srgbClr>
          </a:solidFill>
          <a:ln w="0">
            <a:noFill/>
            <a:prstDash val="solid"/>
          </a:ln>
        </p:spPr>
      </p:sp>
      <p:sp>
        <p:nvSpPr>
          <p:cNvPr id="1526" name="LigandSeek2_vs_LigandSeek1_ellipse_7040">
            <a:extLst>
              <a:ext uri="{FF2B5EF4-FFF2-40B4-BE49-F238E27FC236}">
                <a16:creationId xmlns:a16="http://schemas.microsoft.com/office/drawing/2014/main" id="{A5706E8E-DF62-4DC0-87B3-E8536890EC37}"/>
              </a:ext>
            </a:extLst>
          </p:cNvPr>
          <p:cNvSpPr>
            <a:spLocks noGrp="1"/>
          </p:cNvSpPr>
          <p:nvPr/>
        </p:nvSpPr>
        <p:spPr>
          <a:xfrm>
            <a:off x="2160917" y="1890368"/>
            <a:ext cx="24757" cy="24757"/>
          </a:xfrm>
          <a:prstGeom prst="ellipse">
            <a:avLst/>
          </a:prstGeom>
          <a:solidFill>
            <a:srgbClr val="7D8990">
              <a:alpha val="40000"/>
            </a:srgbClr>
          </a:solidFill>
          <a:ln w="0">
            <a:noFill/>
            <a:prstDash val="solid"/>
          </a:ln>
        </p:spPr>
      </p:sp>
      <p:sp>
        <p:nvSpPr>
          <p:cNvPr id="1527" name="LigandSeek2_vs_LigandSeek1_ellipse_7041">
            <a:extLst>
              <a:ext uri="{FF2B5EF4-FFF2-40B4-BE49-F238E27FC236}">
                <a16:creationId xmlns:a16="http://schemas.microsoft.com/office/drawing/2014/main" id="{212C4B62-F14E-4E48-BAB2-04A727673671}"/>
              </a:ext>
            </a:extLst>
          </p:cNvPr>
          <p:cNvSpPr>
            <a:spLocks noGrp="1"/>
          </p:cNvSpPr>
          <p:nvPr/>
        </p:nvSpPr>
        <p:spPr>
          <a:xfrm>
            <a:off x="2180060" y="845009"/>
            <a:ext cx="24757" cy="24757"/>
          </a:xfrm>
          <a:prstGeom prst="ellipse">
            <a:avLst/>
          </a:prstGeom>
          <a:solidFill>
            <a:srgbClr val="7D8990">
              <a:alpha val="40000"/>
            </a:srgbClr>
          </a:solidFill>
          <a:ln w="0">
            <a:noFill/>
            <a:prstDash val="solid"/>
          </a:ln>
        </p:spPr>
      </p:sp>
      <p:sp>
        <p:nvSpPr>
          <p:cNvPr id="1528" name="LigandSeek2_vs_LigandSeek1_ellipse_7042">
            <a:extLst>
              <a:ext uri="{FF2B5EF4-FFF2-40B4-BE49-F238E27FC236}">
                <a16:creationId xmlns:a16="http://schemas.microsoft.com/office/drawing/2014/main" id="{F81A04E3-AEA4-4C3D-8C83-DE8921164A7D}"/>
              </a:ext>
            </a:extLst>
          </p:cNvPr>
          <p:cNvSpPr>
            <a:spLocks noGrp="1"/>
          </p:cNvSpPr>
          <p:nvPr/>
        </p:nvSpPr>
        <p:spPr>
          <a:xfrm>
            <a:off x="2151812" y="1890368"/>
            <a:ext cx="24757" cy="24757"/>
          </a:xfrm>
          <a:prstGeom prst="ellipse">
            <a:avLst/>
          </a:prstGeom>
          <a:solidFill>
            <a:srgbClr val="7D8990">
              <a:alpha val="40000"/>
            </a:srgbClr>
          </a:solidFill>
          <a:ln w="0">
            <a:noFill/>
            <a:prstDash val="solid"/>
          </a:ln>
        </p:spPr>
      </p:sp>
      <p:sp>
        <p:nvSpPr>
          <p:cNvPr id="1529" name="LigandSeek2_vs_LigandSeek1_ellipse_7043">
            <a:extLst>
              <a:ext uri="{FF2B5EF4-FFF2-40B4-BE49-F238E27FC236}">
                <a16:creationId xmlns:a16="http://schemas.microsoft.com/office/drawing/2014/main" id="{9DF212C0-A560-4E25-A35E-6C6665CC136D}"/>
              </a:ext>
            </a:extLst>
          </p:cNvPr>
          <p:cNvSpPr>
            <a:spLocks noGrp="1"/>
          </p:cNvSpPr>
          <p:nvPr/>
        </p:nvSpPr>
        <p:spPr>
          <a:xfrm>
            <a:off x="2158848" y="1890368"/>
            <a:ext cx="24757" cy="24757"/>
          </a:xfrm>
          <a:prstGeom prst="ellipse">
            <a:avLst/>
          </a:prstGeom>
          <a:solidFill>
            <a:srgbClr val="7D8990">
              <a:alpha val="40000"/>
            </a:srgbClr>
          </a:solidFill>
          <a:ln w="0">
            <a:noFill/>
            <a:prstDash val="solid"/>
          </a:ln>
        </p:spPr>
      </p:sp>
      <p:sp>
        <p:nvSpPr>
          <p:cNvPr id="1530" name="LigandSeek2_vs_LigandSeek1_ellipse_7044">
            <a:extLst>
              <a:ext uri="{FF2B5EF4-FFF2-40B4-BE49-F238E27FC236}">
                <a16:creationId xmlns:a16="http://schemas.microsoft.com/office/drawing/2014/main" id="{4B5BFF0D-74F0-4280-B07F-141B24F9807E}"/>
              </a:ext>
            </a:extLst>
          </p:cNvPr>
          <p:cNvSpPr>
            <a:spLocks noGrp="1"/>
          </p:cNvSpPr>
          <p:nvPr/>
        </p:nvSpPr>
        <p:spPr>
          <a:xfrm>
            <a:off x="2216476" y="1890368"/>
            <a:ext cx="24757" cy="24757"/>
          </a:xfrm>
          <a:prstGeom prst="ellipse">
            <a:avLst/>
          </a:prstGeom>
          <a:solidFill>
            <a:srgbClr val="7D8990">
              <a:alpha val="40000"/>
            </a:srgbClr>
          </a:solidFill>
          <a:ln w="0">
            <a:noFill/>
            <a:prstDash val="solid"/>
          </a:ln>
        </p:spPr>
      </p:sp>
      <p:sp>
        <p:nvSpPr>
          <p:cNvPr id="1531" name="LigandSeek2_vs_LigandSeek1_ellipse_7045">
            <a:extLst>
              <a:ext uri="{FF2B5EF4-FFF2-40B4-BE49-F238E27FC236}">
                <a16:creationId xmlns:a16="http://schemas.microsoft.com/office/drawing/2014/main" id="{6669F32E-6B96-4FCD-8B70-EAD0EF25BDC2}"/>
              </a:ext>
            </a:extLst>
          </p:cNvPr>
          <p:cNvSpPr>
            <a:spLocks noGrp="1"/>
          </p:cNvSpPr>
          <p:nvPr/>
        </p:nvSpPr>
        <p:spPr>
          <a:xfrm>
            <a:off x="2170992" y="1856767"/>
            <a:ext cx="24757" cy="24757"/>
          </a:xfrm>
          <a:prstGeom prst="ellipse">
            <a:avLst/>
          </a:prstGeom>
          <a:solidFill>
            <a:srgbClr val="7D8990">
              <a:alpha val="40000"/>
            </a:srgbClr>
          </a:solidFill>
          <a:ln w="0">
            <a:noFill/>
            <a:prstDash val="solid"/>
          </a:ln>
        </p:spPr>
      </p:sp>
      <p:sp>
        <p:nvSpPr>
          <p:cNvPr id="1532" name="LigandSeek2_vs_LigandSeek1_ellipse_7046">
            <a:extLst>
              <a:ext uri="{FF2B5EF4-FFF2-40B4-BE49-F238E27FC236}">
                <a16:creationId xmlns:a16="http://schemas.microsoft.com/office/drawing/2014/main" id="{D561ED5F-EA95-4EC3-A743-30F4A37A75E6}"/>
              </a:ext>
            </a:extLst>
          </p:cNvPr>
          <p:cNvSpPr>
            <a:spLocks noGrp="1"/>
          </p:cNvSpPr>
          <p:nvPr/>
        </p:nvSpPr>
        <p:spPr>
          <a:xfrm>
            <a:off x="2167843" y="1890368"/>
            <a:ext cx="24757" cy="24757"/>
          </a:xfrm>
          <a:prstGeom prst="ellipse">
            <a:avLst/>
          </a:prstGeom>
          <a:solidFill>
            <a:srgbClr val="7D8990">
              <a:alpha val="40000"/>
            </a:srgbClr>
          </a:solidFill>
          <a:ln w="0">
            <a:noFill/>
            <a:prstDash val="solid"/>
          </a:ln>
        </p:spPr>
      </p:sp>
      <p:sp>
        <p:nvSpPr>
          <p:cNvPr id="1533" name="LigandSeek2_vs_LigandSeek1_ellipse_7047">
            <a:extLst>
              <a:ext uri="{FF2B5EF4-FFF2-40B4-BE49-F238E27FC236}">
                <a16:creationId xmlns:a16="http://schemas.microsoft.com/office/drawing/2014/main" id="{DB9274BC-0073-4A4D-ADA7-B3D5C855F6B3}"/>
              </a:ext>
            </a:extLst>
          </p:cNvPr>
          <p:cNvSpPr>
            <a:spLocks noGrp="1"/>
          </p:cNvSpPr>
          <p:nvPr/>
        </p:nvSpPr>
        <p:spPr>
          <a:xfrm>
            <a:off x="2138464" y="1367688"/>
            <a:ext cx="24757" cy="24757"/>
          </a:xfrm>
          <a:prstGeom prst="ellipse">
            <a:avLst/>
          </a:prstGeom>
          <a:solidFill>
            <a:srgbClr val="7D8990">
              <a:alpha val="40000"/>
            </a:srgbClr>
          </a:solidFill>
          <a:ln w="0">
            <a:noFill/>
            <a:prstDash val="solid"/>
          </a:ln>
        </p:spPr>
      </p:sp>
      <p:sp>
        <p:nvSpPr>
          <p:cNvPr id="1534" name="LigandSeek2_vs_LigandSeek1_ellipse_7048">
            <a:extLst>
              <a:ext uri="{FF2B5EF4-FFF2-40B4-BE49-F238E27FC236}">
                <a16:creationId xmlns:a16="http://schemas.microsoft.com/office/drawing/2014/main" id="{01D02855-FCB0-4BAD-954F-1D863E03BB9A}"/>
              </a:ext>
            </a:extLst>
          </p:cNvPr>
          <p:cNvSpPr>
            <a:spLocks noGrp="1"/>
          </p:cNvSpPr>
          <p:nvPr/>
        </p:nvSpPr>
        <p:spPr>
          <a:xfrm>
            <a:off x="2218188" y="1258797"/>
            <a:ext cx="24757" cy="24757"/>
          </a:xfrm>
          <a:prstGeom prst="ellipse">
            <a:avLst/>
          </a:prstGeom>
          <a:solidFill>
            <a:srgbClr val="7D8990">
              <a:alpha val="40000"/>
            </a:srgbClr>
          </a:solidFill>
          <a:ln w="0">
            <a:noFill/>
            <a:prstDash val="solid"/>
          </a:ln>
        </p:spPr>
      </p:sp>
      <p:sp>
        <p:nvSpPr>
          <p:cNvPr id="1535" name="LigandSeek2_vs_LigandSeek1_ellipse_7049">
            <a:extLst>
              <a:ext uri="{FF2B5EF4-FFF2-40B4-BE49-F238E27FC236}">
                <a16:creationId xmlns:a16="http://schemas.microsoft.com/office/drawing/2014/main" id="{7E320C01-4094-4C45-B36A-919772463170}"/>
              </a:ext>
            </a:extLst>
          </p:cNvPr>
          <p:cNvSpPr>
            <a:spLocks noGrp="1"/>
          </p:cNvSpPr>
          <p:nvPr/>
        </p:nvSpPr>
        <p:spPr>
          <a:xfrm>
            <a:off x="2203912" y="1541915"/>
            <a:ext cx="24757" cy="24757"/>
          </a:xfrm>
          <a:prstGeom prst="ellipse">
            <a:avLst/>
          </a:prstGeom>
          <a:solidFill>
            <a:srgbClr val="7D8990">
              <a:alpha val="40000"/>
            </a:srgbClr>
          </a:solidFill>
          <a:ln w="0">
            <a:noFill/>
            <a:prstDash val="solid"/>
          </a:ln>
        </p:spPr>
      </p:sp>
      <p:sp>
        <p:nvSpPr>
          <p:cNvPr id="1536" name="LigandSeek2_vs_LigandSeek1_ellipse_7050">
            <a:extLst>
              <a:ext uri="{FF2B5EF4-FFF2-40B4-BE49-F238E27FC236}">
                <a16:creationId xmlns:a16="http://schemas.microsoft.com/office/drawing/2014/main" id="{391B6129-AE25-4E56-BEBF-B460719B42CF}"/>
              </a:ext>
            </a:extLst>
          </p:cNvPr>
          <p:cNvSpPr>
            <a:spLocks noGrp="1"/>
          </p:cNvSpPr>
          <p:nvPr/>
        </p:nvSpPr>
        <p:spPr>
          <a:xfrm>
            <a:off x="2219374" y="1620459"/>
            <a:ext cx="24757" cy="24757"/>
          </a:xfrm>
          <a:prstGeom prst="ellipse">
            <a:avLst/>
          </a:prstGeom>
          <a:solidFill>
            <a:srgbClr val="7D8990">
              <a:alpha val="40000"/>
            </a:srgbClr>
          </a:solidFill>
          <a:ln w="0">
            <a:noFill/>
            <a:prstDash val="solid"/>
          </a:ln>
        </p:spPr>
      </p:sp>
      <p:sp>
        <p:nvSpPr>
          <p:cNvPr id="1537" name="LigandSeek2_vs_LigandSeek1_ellipse_7051">
            <a:extLst>
              <a:ext uri="{FF2B5EF4-FFF2-40B4-BE49-F238E27FC236}">
                <a16:creationId xmlns:a16="http://schemas.microsoft.com/office/drawing/2014/main" id="{40657D0A-4903-485B-9A28-36CAE9C2649E}"/>
              </a:ext>
            </a:extLst>
          </p:cNvPr>
          <p:cNvSpPr>
            <a:spLocks noGrp="1"/>
          </p:cNvSpPr>
          <p:nvPr/>
        </p:nvSpPr>
        <p:spPr>
          <a:xfrm>
            <a:off x="2200867" y="1890368"/>
            <a:ext cx="24757" cy="24757"/>
          </a:xfrm>
          <a:prstGeom prst="ellipse">
            <a:avLst/>
          </a:prstGeom>
          <a:solidFill>
            <a:srgbClr val="7D8990">
              <a:alpha val="40000"/>
            </a:srgbClr>
          </a:solidFill>
          <a:ln w="0">
            <a:noFill/>
            <a:prstDash val="solid"/>
          </a:ln>
        </p:spPr>
      </p:sp>
      <p:sp>
        <p:nvSpPr>
          <p:cNvPr id="1538" name="LigandSeek2_vs_LigandSeek1_ellipse_7052">
            <a:extLst>
              <a:ext uri="{FF2B5EF4-FFF2-40B4-BE49-F238E27FC236}">
                <a16:creationId xmlns:a16="http://schemas.microsoft.com/office/drawing/2014/main" id="{BE5478CD-49AC-4D9D-ACAD-151F33AED9BD}"/>
              </a:ext>
            </a:extLst>
          </p:cNvPr>
          <p:cNvSpPr>
            <a:spLocks noGrp="1"/>
          </p:cNvSpPr>
          <p:nvPr/>
        </p:nvSpPr>
        <p:spPr>
          <a:xfrm>
            <a:off x="2139878" y="869899"/>
            <a:ext cx="24757" cy="24757"/>
          </a:xfrm>
          <a:prstGeom prst="ellipse">
            <a:avLst/>
          </a:prstGeom>
          <a:solidFill>
            <a:srgbClr val="7D8990">
              <a:alpha val="40000"/>
            </a:srgbClr>
          </a:solidFill>
          <a:ln w="0">
            <a:noFill/>
            <a:prstDash val="solid"/>
          </a:ln>
        </p:spPr>
      </p:sp>
      <p:sp>
        <p:nvSpPr>
          <p:cNvPr id="1539" name="LigandSeek2_vs_LigandSeek1_ellipse_7053">
            <a:extLst>
              <a:ext uri="{FF2B5EF4-FFF2-40B4-BE49-F238E27FC236}">
                <a16:creationId xmlns:a16="http://schemas.microsoft.com/office/drawing/2014/main" id="{1F077DE0-FE66-4319-AB05-EA4AC4A73CC1}"/>
              </a:ext>
            </a:extLst>
          </p:cNvPr>
          <p:cNvSpPr>
            <a:spLocks noGrp="1"/>
          </p:cNvSpPr>
          <p:nvPr/>
        </p:nvSpPr>
        <p:spPr>
          <a:xfrm>
            <a:off x="2163799" y="1890368"/>
            <a:ext cx="24757" cy="24757"/>
          </a:xfrm>
          <a:prstGeom prst="ellipse">
            <a:avLst/>
          </a:prstGeom>
          <a:solidFill>
            <a:srgbClr val="7D8990">
              <a:alpha val="40000"/>
            </a:srgbClr>
          </a:solidFill>
          <a:ln w="0">
            <a:noFill/>
            <a:prstDash val="solid"/>
          </a:ln>
        </p:spPr>
      </p:sp>
      <p:sp>
        <p:nvSpPr>
          <p:cNvPr id="1540" name="LigandSeek2_vs_LigandSeek1_ellipse_7054">
            <a:extLst>
              <a:ext uri="{FF2B5EF4-FFF2-40B4-BE49-F238E27FC236}">
                <a16:creationId xmlns:a16="http://schemas.microsoft.com/office/drawing/2014/main" id="{CE525FDF-355E-4DDA-B3D2-D4D034BE7686}"/>
              </a:ext>
            </a:extLst>
          </p:cNvPr>
          <p:cNvSpPr>
            <a:spLocks noGrp="1"/>
          </p:cNvSpPr>
          <p:nvPr/>
        </p:nvSpPr>
        <p:spPr>
          <a:xfrm>
            <a:off x="2154661" y="1541915"/>
            <a:ext cx="24757" cy="24757"/>
          </a:xfrm>
          <a:prstGeom prst="ellipse">
            <a:avLst/>
          </a:prstGeom>
          <a:solidFill>
            <a:srgbClr val="7D8990">
              <a:alpha val="40000"/>
            </a:srgbClr>
          </a:solidFill>
          <a:ln w="0">
            <a:noFill/>
            <a:prstDash val="solid"/>
          </a:ln>
        </p:spPr>
      </p:sp>
      <p:sp>
        <p:nvSpPr>
          <p:cNvPr id="1541" name="LigandSeek2_vs_LigandSeek1_ellipse_7055">
            <a:extLst>
              <a:ext uri="{FF2B5EF4-FFF2-40B4-BE49-F238E27FC236}">
                <a16:creationId xmlns:a16="http://schemas.microsoft.com/office/drawing/2014/main" id="{9EA7936F-B8FA-409D-9BAB-8911E8908D6B}"/>
              </a:ext>
            </a:extLst>
          </p:cNvPr>
          <p:cNvSpPr>
            <a:spLocks noGrp="1"/>
          </p:cNvSpPr>
          <p:nvPr/>
        </p:nvSpPr>
        <p:spPr>
          <a:xfrm>
            <a:off x="2176809" y="1890368"/>
            <a:ext cx="24757" cy="24757"/>
          </a:xfrm>
          <a:prstGeom prst="ellipse">
            <a:avLst/>
          </a:prstGeom>
          <a:solidFill>
            <a:srgbClr val="7D8990">
              <a:alpha val="40000"/>
            </a:srgbClr>
          </a:solidFill>
          <a:ln w="0">
            <a:noFill/>
            <a:prstDash val="solid"/>
          </a:ln>
        </p:spPr>
      </p:sp>
      <p:sp>
        <p:nvSpPr>
          <p:cNvPr id="1542" name="LigandSeek2_vs_LigandSeek1_ellipse_7056">
            <a:extLst>
              <a:ext uri="{FF2B5EF4-FFF2-40B4-BE49-F238E27FC236}">
                <a16:creationId xmlns:a16="http://schemas.microsoft.com/office/drawing/2014/main" id="{3A08D904-532D-4FCB-A04D-5CA4487DC900}"/>
              </a:ext>
            </a:extLst>
          </p:cNvPr>
          <p:cNvSpPr>
            <a:spLocks noGrp="1"/>
          </p:cNvSpPr>
          <p:nvPr/>
        </p:nvSpPr>
        <p:spPr>
          <a:xfrm>
            <a:off x="2193592" y="1890368"/>
            <a:ext cx="24757" cy="24757"/>
          </a:xfrm>
          <a:prstGeom prst="ellipse">
            <a:avLst/>
          </a:prstGeom>
          <a:solidFill>
            <a:srgbClr val="7D8990">
              <a:alpha val="40000"/>
            </a:srgbClr>
          </a:solidFill>
          <a:ln w="0">
            <a:noFill/>
            <a:prstDash val="solid"/>
          </a:ln>
        </p:spPr>
      </p:sp>
      <p:sp>
        <p:nvSpPr>
          <p:cNvPr id="1543" name="LigandSeek2_vs_LigandSeek1_ellipse_7057">
            <a:extLst>
              <a:ext uri="{FF2B5EF4-FFF2-40B4-BE49-F238E27FC236}">
                <a16:creationId xmlns:a16="http://schemas.microsoft.com/office/drawing/2014/main" id="{CB66C1DB-019B-4131-8D13-96D4EA29758F}"/>
              </a:ext>
            </a:extLst>
          </p:cNvPr>
          <p:cNvSpPr>
            <a:spLocks noGrp="1"/>
          </p:cNvSpPr>
          <p:nvPr/>
        </p:nvSpPr>
        <p:spPr>
          <a:xfrm>
            <a:off x="2213252" y="1367688"/>
            <a:ext cx="24757" cy="24757"/>
          </a:xfrm>
          <a:prstGeom prst="ellipse">
            <a:avLst/>
          </a:prstGeom>
          <a:solidFill>
            <a:srgbClr val="7D8990">
              <a:alpha val="40000"/>
            </a:srgbClr>
          </a:solidFill>
          <a:ln w="0">
            <a:noFill/>
            <a:prstDash val="solid"/>
          </a:ln>
        </p:spPr>
      </p:sp>
      <p:sp>
        <p:nvSpPr>
          <p:cNvPr id="1544" name="LigandSeek2_vs_LigandSeek1_ellipse_7058">
            <a:extLst>
              <a:ext uri="{FF2B5EF4-FFF2-40B4-BE49-F238E27FC236}">
                <a16:creationId xmlns:a16="http://schemas.microsoft.com/office/drawing/2014/main" id="{A169ABCC-6E72-4BCC-A4BE-FF5BE04EC437}"/>
              </a:ext>
            </a:extLst>
          </p:cNvPr>
          <p:cNvSpPr>
            <a:spLocks noGrp="1"/>
          </p:cNvSpPr>
          <p:nvPr/>
        </p:nvSpPr>
        <p:spPr>
          <a:xfrm>
            <a:off x="2194547" y="1629028"/>
            <a:ext cx="24757" cy="24757"/>
          </a:xfrm>
          <a:prstGeom prst="ellipse">
            <a:avLst/>
          </a:prstGeom>
          <a:solidFill>
            <a:srgbClr val="7D8990">
              <a:alpha val="40000"/>
            </a:srgbClr>
          </a:solidFill>
          <a:ln w="0">
            <a:noFill/>
            <a:prstDash val="solid"/>
          </a:ln>
        </p:spPr>
      </p:sp>
      <p:sp>
        <p:nvSpPr>
          <p:cNvPr id="1545" name="LigandSeek2_vs_LigandSeek1_ellipse_7059">
            <a:extLst>
              <a:ext uri="{FF2B5EF4-FFF2-40B4-BE49-F238E27FC236}">
                <a16:creationId xmlns:a16="http://schemas.microsoft.com/office/drawing/2014/main" id="{D9445715-B596-4706-9D7F-A1459AEE5FDC}"/>
              </a:ext>
            </a:extLst>
          </p:cNvPr>
          <p:cNvSpPr>
            <a:spLocks noGrp="1"/>
          </p:cNvSpPr>
          <p:nvPr/>
        </p:nvSpPr>
        <p:spPr>
          <a:xfrm>
            <a:off x="2206966" y="1526981"/>
            <a:ext cx="24757" cy="24757"/>
          </a:xfrm>
          <a:prstGeom prst="ellipse">
            <a:avLst/>
          </a:prstGeom>
          <a:solidFill>
            <a:srgbClr val="7D8990">
              <a:alpha val="40000"/>
            </a:srgbClr>
          </a:solidFill>
          <a:ln w="0">
            <a:noFill/>
            <a:prstDash val="solid"/>
          </a:ln>
        </p:spPr>
      </p:sp>
      <p:sp>
        <p:nvSpPr>
          <p:cNvPr id="1546" name="LigandSeek2_vs_LigandSeek1_ellipse_7060">
            <a:extLst>
              <a:ext uri="{FF2B5EF4-FFF2-40B4-BE49-F238E27FC236}">
                <a16:creationId xmlns:a16="http://schemas.microsoft.com/office/drawing/2014/main" id="{6B69ED3B-16CD-419C-8D99-93546F811F73}"/>
              </a:ext>
            </a:extLst>
          </p:cNvPr>
          <p:cNvSpPr>
            <a:spLocks noGrp="1"/>
          </p:cNvSpPr>
          <p:nvPr/>
        </p:nvSpPr>
        <p:spPr>
          <a:xfrm>
            <a:off x="2153886" y="1629028"/>
            <a:ext cx="24757" cy="24757"/>
          </a:xfrm>
          <a:prstGeom prst="ellipse">
            <a:avLst/>
          </a:prstGeom>
          <a:solidFill>
            <a:srgbClr val="7D8990">
              <a:alpha val="40000"/>
            </a:srgbClr>
          </a:solidFill>
          <a:ln w="0">
            <a:noFill/>
            <a:prstDash val="solid"/>
          </a:ln>
        </p:spPr>
      </p:sp>
      <p:sp>
        <p:nvSpPr>
          <p:cNvPr id="1547" name="LigandSeek2_vs_LigandSeek1_ellipse_7061">
            <a:extLst>
              <a:ext uri="{FF2B5EF4-FFF2-40B4-BE49-F238E27FC236}">
                <a16:creationId xmlns:a16="http://schemas.microsoft.com/office/drawing/2014/main" id="{12E8EF40-C08F-4DDB-A8A1-0C561C42AA49}"/>
              </a:ext>
            </a:extLst>
          </p:cNvPr>
          <p:cNvSpPr>
            <a:spLocks noGrp="1"/>
          </p:cNvSpPr>
          <p:nvPr/>
        </p:nvSpPr>
        <p:spPr>
          <a:xfrm>
            <a:off x="2215042" y="845009"/>
            <a:ext cx="24757" cy="24757"/>
          </a:xfrm>
          <a:prstGeom prst="ellipse">
            <a:avLst/>
          </a:prstGeom>
          <a:solidFill>
            <a:srgbClr val="7D8990">
              <a:alpha val="40000"/>
            </a:srgbClr>
          </a:solidFill>
          <a:ln w="0">
            <a:noFill/>
            <a:prstDash val="solid"/>
          </a:ln>
        </p:spPr>
      </p:sp>
      <p:sp>
        <p:nvSpPr>
          <p:cNvPr id="1548" name="LigandSeek2_vs_LigandSeek1_ellipse_7062">
            <a:extLst>
              <a:ext uri="{FF2B5EF4-FFF2-40B4-BE49-F238E27FC236}">
                <a16:creationId xmlns:a16="http://schemas.microsoft.com/office/drawing/2014/main" id="{9BC64765-B47D-40AA-815F-F156D74B79B7}"/>
              </a:ext>
            </a:extLst>
          </p:cNvPr>
          <p:cNvSpPr>
            <a:spLocks noGrp="1"/>
          </p:cNvSpPr>
          <p:nvPr/>
        </p:nvSpPr>
        <p:spPr>
          <a:xfrm>
            <a:off x="2168252" y="1856863"/>
            <a:ext cx="24757" cy="24757"/>
          </a:xfrm>
          <a:prstGeom prst="ellipse">
            <a:avLst/>
          </a:prstGeom>
          <a:solidFill>
            <a:srgbClr val="7D8990">
              <a:alpha val="40000"/>
            </a:srgbClr>
          </a:solidFill>
          <a:ln w="0">
            <a:noFill/>
            <a:prstDash val="solid"/>
          </a:ln>
        </p:spPr>
      </p:sp>
      <p:sp>
        <p:nvSpPr>
          <p:cNvPr id="1549" name="LigandSeek2_vs_LigandSeek1_ellipse_7063">
            <a:extLst>
              <a:ext uri="{FF2B5EF4-FFF2-40B4-BE49-F238E27FC236}">
                <a16:creationId xmlns:a16="http://schemas.microsoft.com/office/drawing/2014/main" id="{ADD0F180-06EF-4E38-AFD2-AF56F479164E}"/>
              </a:ext>
            </a:extLst>
          </p:cNvPr>
          <p:cNvSpPr>
            <a:spLocks noGrp="1"/>
          </p:cNvSpPr>
          <p:nvPr/>
        </p:nvSpPr>
        <p:spPr>
          <a:xfrm>
            <a:off x="2158916" y="1541915"/>
            <a:ext cx="24757" cy="24757"/>
          </a:xfrm>
          <a:prstGeom prst="ellipse">
            <a:avLst/>
          </a:prstGeom>
          <a:solidFill>
            <a:srgbClr val="7D8990">
              <a:alpha val="40000"/>
            </a:srgbClr>
          </a:solidFill>
          <a:ln w="0">
            <a:noFill/>
            <a:prstDash val="solid"/>
          </a:ln>
        </p:spPr>
      </p:sp>
      <p:sp>
        <p:nvSpPr>
          <p:cNvPr id="1550" name="LigandSeek2_vs_LigandSeek1_ellipse_7064">
            <a:extLst>
              <a:ext uri="{FF2B5EF4-FFF2-40B4-BE49-F238E27FC236}">
                <a16:creationId xmlns:a16="http://schemas.microsoft.com/office/drawing/2014/main" id="{C3904981-06EE-4BF3-AD72-54BA89133F22}"/>
              </a:ext>
            </a:extLst>
          </p:cNvPr>
          <p:cNvSpPr>
            <a:spLocks noGrp="1"/>
          </p:cNvSpPr>
          <p:nvPr/>
        </p:nvSpPr>
        <p:spPr>
          <a:xfrm>
            <a:off x="2188850" y="845009"/>
            <a:ext cx="24757" cy="24757"/>
          </a:xfrm>
          <a:prstGeom prst="ellipse">
            <a:avLst/>
          </a:prstGeom>
          <a:solidFill>
            <a:srgbClr val="7D8990">
              <a:alpha val="40000"/>
            </a:srgbClr>
          </a:solidFill>
          <a:ln w="0">
            <a:noFill/>
            <a:prstDash val="solid"/>
          </a:ln>
        </p:spPr>
      </p:sp>
      <p:sp>
        <p:nvSpPr>
          <p:cNvPr id="1551" name="LigandSeek2_vs_LigandSeek1_ellipse_7065">
            <a:extLst>
              <a:ext uri="{FF2B5EF4-FFF2-40B4-BE49-F238E27FC236}">
                <a16:creationId xmlns:a16="http://schemas.microsoft.com/office/drawing/2014/main" id="{84755FEF-D8C9-4850-8E0C-F53EF2BBBC13}"/>
              </a:ext>
            </a:extLst>
          </p:cNvPr>
          <p:cNvSpPr>
            <a:spLocks noGrp="1"/>
          </p:cNvSpPr>
          <p:nvPr/>
        </p:nvSpPr>
        <p:spPr>
          <a:xfrm>
            <a:off x="2188902" y="1890368"/>
            <a:ext cx="24757" cy="24757"/>
          </a:xfrm>
          <a:prstGeom prst="ellipse">
            <a:avLst/>
          </a:prstGeom>
          <a:solidFill>
            <a:srgbClr val="7D8990">
              <a:alpha val="40000"/>
            </a:srgbClr>
          </a:solidFill>
          <a:ln w="0">
            <a:noFill/>
            <a:prstDash val="solid"/>
          </a:ln>
        </p:spPr>
      </p:sp>
      <p:sp>
        <p:nvSpPr>
          <p:cNvPr id="1552" name="LigandSeek2_vs_LigandSeek1_ellipse_7066">
            <a:extLst>
              <a:ext uri="{FF2B5EF4-FFF2-40B4-BE49-F238E27FC236}">
                <a16:creationId xmlns:a16="http://schemas.microsoft.com/office/drawing/2014/main" id="{8FDC20C2-9A46-487E-B77E-C7B93CE5BF95}"/>
              </a:ext>
            </a:extLst>
          </p:cNvPr>
          <p:cNvSpPr>
            <a:spLocks noGrp="1"/>
          </p:cNvSpPr>
          <p:nvPr/>
        </p:nvSpPr>
        <p:spPr>
          <a:xfrm>
            <a:off x="2178047" y="1108662"/>
            <a:ext cx="24757" cy="24757"/>
          </a:xfrm>
          <a:prstGeom prst="ellipse">
            <a:avLst/>
          </a:prstGeom>
          <a:solidFill>
            <a:srgbClr val="7D8990">
              <a:alpha val="40000"/>
            </a:srgbClr>
          </a:solidFill>
          <a:ln w="0">
            <a:noFill/>
            <a:prstDash val="solid"/>
          </a:ln>
        </p:spPr>
      </p:sp>
      <p:sp>
        <p:nvSpPr>
          <p:cNvPr id="1553" name="LigandSeek2_vs_LigandSeek1_ellipse_7067">
            <a:extLst>
              <a:ext uri="{FF2B5EF4-FFF2-40B4-BE49-F238E27FC236}">
                <a16:creationId xmlns:a16="http://schemas.microsoft.com/office/drawing/2014/main" id="{4B228C92-6E01-45F5-AADE-223CCBD5B3B2}"/>
              </a:ext>
            </a:extLst>
          </p:cNvPr>
          <p:cNvSpPr>
            <a:spLocks noGrp="1"/>
          </p:cNvSpPr>
          <p:nvPr/>
        </p:nvSpPr>
        <p:spPr>
          <a:xfrm>
            <a:off x="2139168" y="1469320"/>
            <a:ext cx="24757" cy="24757"/>
          </a:xfrm>
          <a:prstGeom prst="ellipse">
            <a:avLst/>
          </a:prstGeom>
          <a:solidFill>
            <a:srgbClr val="7D8990">
              <a:alpha val="40000"/>
            </a:srgbClr>
          </a:solidFill>
          <a:ln w="0">
            <a:noFill/>
            <a:prstDash val="solid"/>
          </a:ln>
        </p:spPr>
      </p:sp>
      <p:sp>
        <p:nvSpPr>
          <p:cNvPr id="1554" name="LigandSeek2_vs_LigandSeek1_ellipse_7068">
            <a:extLst>
              <a:ext uri="{FF2B5EF4-FFF2-40B4-BE49-F238E27FC236}">
                <a16:creationId xmlns:a16="http://schemas.microsoft.com/office/drawing/2014/main" id="{4F4F4E9A-4D8D-40F8-9534-E2C41B78901F}"/>
              </a:ext>
            </a:extLst>
          </p:cNvPr>
          <p:cNvSpPr>
            <a:spLocks noGrp="1"/>
          </p:cNvSpPr>
          <p:nvPr/>
        </p:nvSpPr>
        <p:spPr>
          <a:xfrm>
            <a:off x="2193013" y="1810030"/>
            <a:ext cx="24757" cy="24757"/>
          </a:xfrm>
          <a:prstGeom prst="ellipse">
            <a:avLst/>
          </a:prstGeom>
          <a:solidFill>
            <a:srgbClr val="7D8990">
              <a:alpha val="40000"/>
            </a:srgbClr>
          </a:solidFill>
          <a:ln w="0">
            <a:noFill/>
            <a:prstDash val="solid"/>
          </a:ln>
        </p:spPr>
      </p:sp>
      <p:sp>
        <p:nvSpPr>
          <p:cNvPr id="1555" name="LigandSeek2_vs_LigandSeek1_ellipse_7069">
            <a:extLst>
              <a:ext uri="{FF2B5EF4-FFF2-40B4-BE49-F238E27FC236}">
                <a16:creationId xmlns:a16="http://schemas.microsoft.com/office/drawing/2014/main" id="{3C29375F-790A-4172-B594-F41A0AD559DB}"/>
              </a:ext>
            </a:extLst>
          </p:cNvPr>
          <p:cNvSpPr>
            <a:spLocks noGrp="1"/>
          </p:cNvSpPr>
          <p:nvPr/>
        </p:nvSpPr>
        <p:spPr>
          <a:xfrm>
            <a:off x="2173389" y="845009"/>
            <a:ext cx="24757" cy="24757"/>
          </a:xfrm>
          <a:prstGeom prst="ellipse">
            <a:avLst/>
          </a:prstGeom>
          <a:solidFill>
            <a:srgbClr val="7D8990">
              <a:alpha val="40000"/>
            </a:srgbClr>
          </a:solidFill>
          <a:ln w="0">
            <a:noFill/>
            <a:prstDash val="solid"/>
          </a:ln>
        </p:spPr>
      </p:sp>
      <p:sp>
        <p:nvSpPr>
          <p:cNvPr id="1556" name="LigandSeek2_vs_LigandSeek1_ellipse_7070">
            <a:extLst>
              <a:ext uri="{FF2B5EF4-FFF2-40B4-BE49-F238E27FC236}">
                <a16:creationId xmlns:a16="http://schemas.microsoft.com/office/drawing/2014/main" id="{87BBDBAB-B2C9-4FD8-8FD5-B7667E3FF5DB}"/>
              </a:ext>
            </a:extLst>
          </p:cNvPr>
          <p:cNvSpPr>
            <a:spLocks noGrp="1"/>
          </p:cNvSpPr>
          <p:nvPr/>
        </p:nvSpPr>
        <p:spPr>
          <a:xfrm>
            <a:off x="2167277" y="1861330"/>
            <a:ext cx="24757" cy="24757"/>
          </a:xfrm>
          <a:prstGeom prst="ellipse">
            <a:avLst/>
          </a:prstGeom>
          <a:solidFill>
            <a:srgbClr val="7D8990">
              <a:alpha val="40000"/>
            </a:srgbClr>
          </a:solidFill>
          <a:ln w="0">
            <a:noFill/>
            <a:prstDash val="solid"/>
          </a:ln>
        </p:spPr>
      </p:sp>
      <p:sp>
        <p:nvSpPr>
          <p:cNvPr id="1557" name="LigandSeek2_vs_LigandSeek1_ellipse_7071">
            <a:extLst>
              <a:ext uri="{FF2B5EF4-FFF2-40B4-BE49-F238E27FC236}">
                <a16:creationId xmlns:a16="http://schemas.microsoft.com/office/drawing/2014/main" id="{7DD29284-2149-414F-958D-60C1E0775483}"/>
              </a:ext>
            </a:extLst>
          </p:cNvPr>
          <p:cNvSpPr>
            <a:spLocks noGrp="1"/>
          </p:cNvSpPr>
          <p:nvPr/>
        </p:nvSpPr>
        <p:spPr>
          <a:xfrm>
            <a:off x="2176587" y="1890368"/>
            <a:ext cx="24757" cy="24757"/>
          </a:xfrm>
          <a:prstGeom prst="ellipse">
            <a:avLst/>
          </a:prstGeom>
          <a:solidFill>
            <a:srgbClr val="7D8990">
              <a:alpha val="40000"/>
            </a:srgbClr>
          </a:solidFill>
          <a:ln w="0">
            <a:noFill/>
            <a:prstDash val="solid"/>
          </a:ln>
        </p:spPr>
      </p:sp>
      <p:sp>
        <p:nvSpPr>
          <p:cNvPr id="1558" name="LigandSeek2_vs_LigandSeek1_ellipse_7072">
            <a:extLst>
              <a:ext uri="{FF2B5EF4-FFF2-40B4-BE49-F238E27FC236}">
                <a16:creationId xmlns:a16="http://schemas.microsoft.com/office/drawing/2014/main" id="{77EBA946-977E-4526-824F-DAE0B53DB130}"/>
              </a:ext>
            </a:extLst>
          </p:cNvPr>
          <p:cNvSpPr>
            <a:spLocks noGrp="1"/>
          </p:cNvSpPr>
          <p:nvPr/>
        </p:nvSpPr>
        <p:spPr>
          <a:xfrm>
            <a:off x="2146252" y="1890368"/>
            <a:ext cx="24757" cy="24757"/>
          </a:xfrm>
          <a:prstGeom prst="ellipse">
            <a:avLst/>
          </a:prstGeom>
          <a:solidFill>
            <a:srgbClr val="7D8990">
              <a:alpha val="40000"/>
            </a:srgbClr>
          </a:solidFill>
          <a:ln w="0">
            <a:noFill/>
            <a:prstDash val="solid"/>
          </a:ln>
        </p:spPr>
      </p:sp>
      <p:sp>
        <p:nvSpPr>
          <p:cNvPr id="1559" name="LigandSeek2_vs_LigandSeek1_ellipse_7073">
            <a:extLst>
              <a:ext uri="{FF2B5EF4-FFF2-40B4-BE49-F238E27FC236}">
                <a16:creationId xmlns:a16="http://schemas.microsoft.com/office/drawing/2014/main" id="{8380DB54-B056-459E-85B6-9232C8FFB376}"/>
              </a:ext>
            </a:extLst>
          </p:cNvPr>
          <p:cNvSpPr>
            <a:spLocks noGrp="1"/>
          </p:cNvSpPr>
          <p:nvPr/>
        </p:nvSpPr>
        <p:spPr>
          <a:xfrm>
            <a:off x="2200568" y="1629028"/>
            <a:ext cx="24757" cy="24757"/>
          </a:xfrm>
          <a:prstGeom prst="ellipse">
            <a:avLst/>
          </a:prstGeom>
          <a:solidFill>
            <a:srgbClr val="7D8990">
              <a:alpha val="40000"/>
            </a:srgbClr>
          </a:solidFill>
          <a:ln w="0">
            <a:noFill/>
            <a:prstDash val="solid"/>
          </a:ln>
        </p:spPr>
      </p:sp>
      <p:sp>
        <p:nvSpPr>
          <p:cNvPr id="1560" name="LigandSeek2_vs_LigandSeek1_ellipse_7074">
            <a:extLst>
              <a:ext uri="{FF2B5EF4-FFF2-40B4-BE49-F238E27FC236}">
                <a16:creationId xmlns:a16="http://schemas.microsoft.com/office/drawing/2014/main" id="{16C7A648-7952-4854-9472-35820EF34A94}"/>
              </a:ext>
            </a:extLst>
          </p:cNvPr>
          <p:cNvSpPr>
            <a:spLocks noGrp="1"/>
          </p:cNvSpPr>
          <p:nvPr/>
        </p:nvSpPr>
        <p:spPr>
          <a:xfrm>
            <a:off x="2178617" y="1629028"/>
            <a:ext cx="24757" cy="24757"/>
          </a:xfrm>
          <a:prstGeom prst="ellipse">
            <a:avLst/>
          </a:prstGeom>
          <a:solidFill>
            <a:srgbClr val="7D8990">
              <a:alpha val="40000"/>
            </a:srgbClr>
          </a:solidFill>
          <a:ln w="0">
            <a:noFill/>
            <a:prstDash val="solid"/>
          </a:ln>
        </p:spPr>
      </p:sp>
      <p:sp>
        <p:nvSpPr>
          <p:cNvPr id="1561" name="LigandSeek2_vs_LigandSeek1_ellipse_7075">
            <a:extLst>
              <a:ext uri="{FF2B5EF4-FFF2-40B4-BE49-F238E27FC236}">
                <a16:creationId xmlns:a16="http://schemas.microsoft.com/office/drawing/2014/main" id="{5FA3335D-C833-4A1B-9BE7-724A26B9FACD}"/>
              </a:ext>
            </a:extLst>
          </p:cNvPr>
          <p:cNvSpPr>
            <a:spLocks noGrp="1"/>
          </p:cNvSpPr>
          <p:nvPr/>
        </p:nvSpPr>
        <p:spPr>
          <a:xfrm>
            <a:off x="2212014" y="1741031"/>
            <a:ext cx="24757" cy="24757"/>
          </a:xfrm>
          <a:prstGeom prst="ellipse">
            <a:avLst/>
          </a:prstGeom>
          <a:solidFill>
            <a:srgbClr val="7D8990">
              <a:alpha val="40000"/>
            </a:srgbClr>
          </a:solidFill>
          <a:ln w="0">
            <a:noFill/>
            <a:prstDash val="solid"/>
          </a:ln>
        </p:spPr>
      </p:sp>
      <p:sp>
        <p:nvSpPr>
          <p:cNvPr id="1562" name="LigandSeek2_vs_LigandSeek1_ellipse_7076">
            <a:extLst>
              <a:ext uri="{FF2B5EF4-FFF2-40B4-BE49-F238E27FC236}">
                <a16:creationId xmlns:a16="http://schemas.microsoft.com/office/drawing/2014/main" id="{1F136CFF-E64A-4837-8577-F27E7D7A7F23}"/>
              </a:ext>
            </a:extLst>
          </p:cNvPr>
          <p:cNvSpPr>
            <a:spLocks noGrp="1"/>
          </p:cNvSpPr>
          <p:nvPr/>
        </p:nvSpPr>
        <p:spPr>
          <a:xfrm>
            <a:off x="2218742" y="1640558"/>
            <a:ext cx="24757" cy="24757"/>
          </a:xfrm>
          <a:prstGeom prst="ellipse">
            <a:avLst/>
          </a:prstGeom>
          <a:solidFill>
            <a:srgbClr val="7D8990">
              <a:alpha val="40000"/>
            </a:srgbClr>
          </a:solidFill>
          <a:ln w="0">
            <a:noFill/>
            <a:prstDash val="solid"/>
          </a:ln>
        </p:spPr>
      </p:sp>
      <p:sp>
        <p:nvSpPr>
          <p:cNvPr id="1563" name="LigandSeek2_vs_LigandSeek1_ellipse_7077">
            <a:extLst>
              <a:ext uri="{FF2B5EF4-FFF2-40B4-BE49-F238E27FC236}">
                <a16:creationId xmlns:a16="http://schemas.microsoft.com/office/drawing/2014/main" id="{3334709E-4B95-42CA-BF3F-62484FA09F5D}"/>
              </a:ext>
            </a:extLst>
          </p:cNvPr>
          <p:cNvSpPr>
            <a:spLocks noGrp="1"/>
          </p:cNvSpPr>
          <p:nvPr/>
        </p:nvSpPr>
        <p:spPr>
          <a:xfrm>
            <a:off x="2181602" y="1381239"/>
            <a:ext cx="24757" cy="24757"/>
          </a:xfrm>
          <a:prstGeom prst="ellipse">
            <a:avLst/>
          </a:prstGeom>
          <a:solidFill>
            <a:srgbClr val="7D8990">
              <a:alpha val="40000"/>
            </a:srgbClr>
          </a:solidFill>
          <a:ln w="0">
            <a:noFill/>
            <a:prstDash val="solid"/>
          </a:ln>
        </p:spPr>
      </p:sp>
      <p:sp>
        <p:nvSpPr>
          <p:cNvPr id="1564" name="LigandSeek2_vs_LigandSeek1_ellipse_7078">
            <a:extLst>
              <a:ext uri="{FF2B5EF4-FFF2-40B4-BE49-F238E27FC236}">
                <a16:creationId xmlns:a16="http://schemas.microsoft.com/office/drawing/2014/main" id="{281C5C97-F4A9-4825-8660-F9E452FF3529}"/>
              </a:ext>
            </a:extLst>
          </p:cNvPr>
          <p:cNvSpPr>
            <a:spLocks noGrp="1"/>
          </p:cNvSpPr>
          <p:nvPr/>
        </p:nvSpPr>
        <p:spPr>
          <a:xfrm>
            <a:off x="2186613" y="1716141"/>
            <a:ext cx="24757" cy="24757"/>
          </a:xfrm>
          <a:prstGeom prst="ellipse">
            <a:avLst/>
          </a:prstGeom>
          <a:solidFill>
            <a:srgbClr val="7D8990">
              <a:alpha val="40000"/>
            </a:srgbClr>
          </a:solidFill>
          <a:ln w="0">
            <a:noFill/>
            <a:prstDash val="solid"/>
          </a:ln>
        </p:spPr>
      </p:sp>
      <p:sp>
        <p:nvSpPr>
          <p:cNvPr id="1565" name="LigandSeek2_vs_LigandSeek1_ellipse_7079">
            <a:extLst>
              <a:ext uri="{FF2B5EF4-FFF2-40B4-BE49-F238E27FC236}">
                <a16:creationId xmlns:a16="http://schemas.microsoft.com/office/drawing/2014/main" id="{1DD433F4-4F38-4301-A246-2650B665303D}"/>
              </a:ext>
            </a:extLst>
          </p:cNvPr>
          <p:cNvSpPr>
            <a:spLocks noGrp="1"/>
          </p:cNvSpPr>
          <p:nvPr/>
        </p:nvSpPr>
        <p:spPr>
          <a:xfrm>
            <a:off x="2140508" y="1890368"/>
            <a:ext cx="24757" cy="24757"/>
          </a:xfrm>
          <a:prstGeom prst="ellipse">
            <a:avLst/>
          </a:prstGeom>
          <a:solidFill>
            <a:srgbClr val="7D8990">
              <a:alpha val="40000"/>
            </a:srgbClr>
          </a:solidFill>
          <a:ln w="0">
            <a:noFill/>
            <a:prstDash val="solid"/>
          </a:ln>
        </p:spPr>
      </p:sp>
      <p:sp>
        <p:nvSpPr>
          <p:cNvPr id="1566" name="LigandSeek2_vs_LigandSeek1_ellipse_7080">
            <a:extLst>
              <a:ext uri="{FF2B5EF4-FFF2-40B4-BE49-F238E27FC236}">
                <a16:creationId xmlns:a16="http://schemas.microsoft.com/office/drawing/2014/main" id="{1A8BD1A6-4344-40A2-9575-C155073867E4}"/>
              </a:ext>
            </a:extLst>
          </p:cNvPr>
          <p:cNvSpPr>
            <a:spLocks noGrp="1"/>
          </p:cNvSpPr>
          <p:nvPr/>
        </p:nvSpPr>
        <p:spPr>
          <a:xfrm>
            <a:off x="2211657" y="1716141"/>
            <a:ext cx="24757" cy="24757"/>
          </a:xfrm>
          <a:prstGeom prst="ellipse">
            <a:avLst/>
          </a:prstGeom>
          <a:solidFill>
            <a:srgbClr val="7D8990">
              <a:alpha val="40000"/>
            </a:srgbClr>
          </a:solidFill>
          <a:ln w="0">
            <a:noFill/>
            <a:prstDash val="solid"/>
          </a:ln>
        </p:spPr>
      </p:sp>
      <p:sp>
        <p:nvSpPr>
          <p:cNvPr id="1567" name="LigandSeek2_vs_LigandSeek1_ellipse_7081">
            <a:extLst>
              <a:ext uri="{FF2B5EF4-FFF2-40B4-BE49-F238E27FC236}">
                <a16:creationId xmlns:a16="http://schemas.microsoft.com/office/drawing/2014/main" id="{B87CD78E-0115-45E8-9E92-9AF30702A9D9}"/>
              </a:ext>
            </a:extLst>
          </p:cNvPr>
          <p:cNvSpPr>
            <a:spLocks noGrp="1"/>
          </p:cNvSpPr>
          <p:nvPr/>
        </p:nvSpPr>
        <p:spPr>
          <a:xfrm>
            <a:off x="2164175" y="1643800"/>
            <a:ext cx="24757" cy="24757"/>
          </a:xfrm>
          <a:prstGeom prst="ellipse">
            <a:avLst/>
          </a:prstGeom>
          <a:solidFill>
            <a:srgbClr val="7D8990">
              <a:alpha val="40000"/>
            </a:srgbClr>
          </a:solidFill>
          <a:ln w="0">
            <a:noFill/>
            <a:prstDash val="solid"/>
          </a:ln>
        </p:spPr>
      </p:sp>
      <p:sp>
        <p:nvSpPr>
          <p:cNvPr id="1568" name="LigandSeek2_vs_LigandSeek1_ellipse_7082">
            <a:extLst>
              <a:ext uri="{FF2B5EF4-FFF2-40B4-BE49-F238E27FC236}">
                <a16:creationId xmlns:a16="http://schemas.microsoft.com/office/drawing/2014/main" id="{A9307313-076E-4AE0-9807-1E088B9DCA21}"/>
              </a:ext>
            </a:extLst>
          </p:cNvPr>
          <p:cNvSpPr>
            <a:spLocks noGrp="1"/>
          </p:cNvSpPr>
          <p:nvPr/>
        </p:nvSpPr>
        <p:spPr>
          <a:xfrm>
            <a:off x="2202048" y="845009"/>
            <a:ext cx="24757" cy="24757"/>
          </a:xfrm>
          <a:prstGeom prst="ellipse">
            <a:avLst/>
          </a:prstGeom>
          <a:solidFill>
            <a:srgbClr val="7D8990">
              <a:alpha val="40000"/>
            </a:srgbClr>
          </a:solidFill>
          <a:ln w="0">
            <a:noFill/>
            <a:prstDash val="solid"/>
          </a:ln>
        </p:spPr>
      </p:sp>
      <p:sp>
        <p:nvSpPr>
          <p:cNvPr id="1569" name="LigandSeek2_vs_LigandSeek1_ellipse_7083">
            <a:extLst>
              <a:ext uri="{FF2B5EF4-FFF2-40B4-BE49-F238E27FC236}">
                <a16:creationId xmlns:a16="http://schemas.microsoft.com/office/drawing/2014/main" id="{E954B243-D95A-4CB6-BE31-83A79A96BA39}"/>
              </a:ext>
            </a:extLst>
          </p:cNvPr>
          <p:cNvSpPr>
            <a:spLocks noGrp="1"/>
          </p:cNvSpPr>
          <p:nvPr/>
        </p:nvSpPr>
        <p:spPr>
          <a:xfrm>
            <a:off x="2144050" y="1458823"/>
            <a:ext cx="24757" cy="24757"/>
          </a:xfrm>
          <a:prstGeom prst="ellipse">
            <a:avLst/>
          </a:prstGeom>
          <a:solidFill>
            <a:srgbClr val="7D8990">
              <a:alpha val="40000"/>
            </a:srgbClr>
          </a:solidFill>
          <a:ln w="0">
            <a:noFill/>
            <a:prstDash val="solid"/>
          </a:ln>
        </p:spPr>
      </p:sp>
      <p:sp>
        <p:nvSpPr>
          <p:cNvPr id="1570" name="LigandSeek2_vs_LigandSeek1_ellipse_7084">
            <a:extLst>
              <a:ext uri="{FF2B5EF4-FFF2-40B4-BE49-F238E27FC236}">
                <a16:creationId xmlns:a16="http://schemas.microsoft.com/office/drawing/2014/main" id="{824AA47C-0CB6-4CEE-AF03-200144151162}"/>
              </a:ext>
            </a:extLst>
          </p:cNvPr>
          <p:cNvSpPr>
            <a:spLocks noGrp="1"/>
          </p:cNvSpPr>
          <p:nvPr/>
        </p:nvSpPr>
        <p:spPr>
          <a:xfrm>
            <a:off x="2149190" y="1713328"/>
            <a:ext cx="24757" cy="24757"/>
          </a:xfrm>
          <a:prstGeom prst="ellipse">
            <a:avLst/>
          </a:prstGeom>
          <a:solidFill>
            <a:srgbClr val="7D8990">
              <a:alpha val="40000"/>
            </a:srgbClr>
          </a:solidFill>
          <a:ln w="0">
            <a:noFill/>
            <a:prstDash val="solid"/>
          </a:ln>
        </p:spPr>
      </p:sp>
      <p:sp>
        <p:nvSpPr>
          <p:cNvPr id="1571" name="LigandSeek2_vs_LigandSeek1_ellipse_7085">
            <a:extLst>
              <a:ext uri="{FF2B5EF4-FFF2-40B4-BE49-F238E27FC236}">
                <a16:creationId xmlns:a16="http://schemas.microsoft.com/office/drawing/2014/main" id="{99E26179-008A-4CD6-A556-1EBDA5F9C99D}"/>
              </a:ext>
            </a:extLst>
          </p:cNvPr>
          <p:cNvSpPr>
            <a:spLocks noGrp="1"/>
          </p:cNvSpPr>
          <p:nvPr/>
        </p:nvSpPr>
        <p:spPr>
          <a:xfrm>
            <a:off x="2187756" y="1890368"/>
            <a:ext cx="24757" cy="24757"/>
          </a:xfrm>
          <a:prstGeom prst="ellipse">
            <a:avLst/>
          </a:prstGeom>
          <a:solidFill>
            <a:srgbClr val="7D8990">
              <a:alpha val="40000"/>
            </a:srgbClr>
          </a:solidFill>
          <a:ln w="0">
            <a:noFill/>
            <a:prstDash val="solid"/>
          </a:ln>
        </p:spPr>
      </p:sp>
      <p:sp>
        <p:nvSpPr>
          <p:cNvPr id="1572" name="LigandSeek2_vs_LigandSeek1_ellipse_7086">
            <a:extLst>
              <a:ext uri="{FF2B5EF4-FFF2-40B4-BE49-F238E27FC236}">
                <a16:creationId xmlns:a16="http://schemas.microsoft.com/office/drawing/2014/main" id="{73CA6768-A4D0-4190-BEF9-074466D70B86}"/>
              </a:ext>
            </a:extLst>
          </p:cNvPr>
          <p:cNvSpPr>
            <a:spLocks noGrp="1"/>
          </p:cNvSpPr>
          <p:nvPr/>
        </p:nvSpPr>
        <p:spPr>
          <a:xfrm>
            <a:off x="2215655" y="1890368"/>
            <a:ext cx="24757" cy="24757"/>
          </a:xfrm>
          <a:prstGeom prst="ellipse">
            <a:avLst/>
          </a:prstGeom>
          <a:solidFill>
            <a:srgbClr val="7D8990">
              <a:alpha val="40000"/>
            </a:srgbClr>
          </a:solidFill>
          <a:ln w="0">
            <a:noFill/>
            <a:prstDash val="solid"/>
          </a:ln>
        </p:spPr>
      </p:sp>
      <p:sp>
        <p:nvSpPr>
          <p:cNvPr id="1573" name="LigandSeek2_vs_LigandSeek1_ellipse_7087">
            <a:extLst>
              <a:ext uri="{FF2B5EF4-FFF2-40B4-BE49-F238E27FC236}">
                <a16:creationId xmlns:a16="http://schemas.microsoft.com/office/drawing/2014/main" id="{A3EA2E7C-01CD-49C2-8389-11850E9D34B5}"/>
              </a:ext>
            </a:extLst>
          </p:cNvPr>
          <p:cNvSpPr>
            <a:spLocks noGrp="1"/>
          </p:cNvSpPr>
          <p:nvPr/>
        </p:nvSpPr>
        <p:spPr>
          <a:xfrm>
            <a:off x="2141603" y="1890368"/>
            <a:ext cx="24757" cy="24757"/>
          </a:xfrm>
          <a:prstGeom prst="ellipse">
            <a:avLst/>
          </a:prstGeom>
          <a:solidFill>
            <a:srgbClr val="7D8990">
              <a:alpha val="40000"/>
            </a:srgbClr>
          </a:solidFill>
          <a:ln w="0">
            <a:noFill/>
            <a:prstDash val="solid"/>
          </a:ln>
        </p:spPr>
      </p:sp>
      <p:sp>
        <p:nvSpPr>
          <p:cNvPr id="1574" name="LigandSeek2_vs_LigandSeek1_ellipse_7088">
            <a:extLst>
              <a:ext uri="{FF2B5EF4-FFF2-40B4-BE49-F238E27FC236}">
                <a16:creationId xmlns:a16="http://schemas.microsoft.com/office/drawing/2014/main" id="{9E22A854-AFCC-4ADE-9504-1B3102F96C38}"/>
              </a:ext>
            </a:extLst>
          </p:cNvPr>
          <p:cNvSpPr>
            <a:spLocks noGrp="1"/>
          </p:cNvSpPr>
          <p:nvPr/>
        </p:nvSpPr>
        <p:spPr>
          <a:xfrm>
            <a:off x="2219594" y="1890368"/>
            <a:ext cx="24757" cy="24757"/>
          </a:xfrm>
          <a:prstGeom prst="ellipse">
            <a:avLst/>
          </a:prstGeom>
          <a:solidFill>
            <a:srgbClr val="7D8990">
              <a:alpha val="40000"/>
            </a:srgbClr>
          </a:solidFill>
          <a:ln w="0">
            <a:noFill/>
            <a:prstDash val="solid"/>
          </a:ln>
        </p:spPr>
      </p:sp>
      <p:sp>
        <p:nvSpPr>
          <p:cNvPr id="1575" name="LigandSeek2_vs_LigandSeek1_ellipse_7089">
            <a:extLst>
              <a:ext uri="{FF2B5EF4-FFF2-40B4-BE49-F238E27FC236}">
                <a16:creationId xmlns:a16="http://schemas.microsoft.com/office/drawing/2014/main" id="{C9DAFF76-A524-4915-AEAC-8B0D449E7ADF}"/>
              </a:ext>
            </a:extLst>
          </p:cNvPr>
          <p:cNvSpPr>
            <a:spLocks noGrp="1"/>
          </p:cNvSpPr>
          <p:nvPr/>
        </p:nvSpPr>
        <p:spPr>
          <a:xfrm>
            <a:off x="2164552" y="1890368"/>
            <a:ext cx="24757" cy="24757"/>
          </a:xfrm>
          <a:prstGeom prst="ellipse">
            <a:avLst/>
          </a:prstGeom>
          <a:solidFill>
            <a:srgbClr val="7D8990">
              <a:alpha val="40000"/>
            </a:srgbClr>
          </a:solidFill>
          <a:ln w="0">
            <a:noFill/>
            <a:prstDash val="solid"/>
          </a:ln>
        </p:spPr>
      </p:sp>
      <p:sp>
        <p:nvSpPr>
          <p:cNvPr id="1576" name="LigandSeek2_vs_LigandSeek1_ellipse_7090">
            <a:extLst>
              <a:ext uri="{FF2B5EF4-FFF2-40B4-BE49-F238E27FC236}">
                <a16:creationId xmlns:a16="http://schemas.microsoft.com/office/drawing/2014/main" id="{20DAF5DF-DA57-43C6-A449-68BA88A1FB96}"/>
              </a:ext>
            </a:extLst>
          </p:cNvPr>
          <p:cNvSpPr>
            <a:spLocks noGrp="1"/>
          </p:cNvSpPr>
          <p:nvPr/>
        </p:nvSpPr>
        <p:spPr>
          <a:xfrm>
            <a:off x="2166910" y="1611605"/>
            <a:ext cx="24757" cy="24757"/>
          </a:xfrm>
          <a:prstGeom prst="ellipse">
            <a:avLst/>
          </a:prstGeom>
          <a:solidFill>
            <a:srgbClr val="7D8990">
              <a:alpha val="40000"/>
            </a:srgbClr>
          </a:solidFill>
          <a:ln w="0">
            <a:noFill/>
            <a:prstDash val="solid"/>
          </a:ln>
        </p:spPr>
      </p:sp>
      <p:sp>
        <p:nvSpPr>
          <p:cNvPr id="1577" name="LigandSeek2_vs_LigandSeek1_ellipse_7091">
            <a:extLst>
              <a:ext uri="{FF2B5EF4-FFF2-40B4-BE49-F238E27FC236}">
                <a16:creationId xmlns:a16="http://schemas.microsoft.com/office/drawing/2014/main" id="{9B83AF7C-A339-4CB4-9207-ECEA62797C40}"/>
              </a:ext>
            </a:extLst>
          </p:cNvPr>
          <p:cNvSpPr>
            <a:spLocks noGrp="1"/>
          </p:cNvSpPr>
          <p:nvPr/>
        </p:nvSpPr>
        <p:spPr>
          <a:xfrm>
            <a:off x="2215635" y="1541915"/>
            <a:ext cx="24757" cy="24757"/>
          </a:xfrm>
          <a:prstGeom prst="ellipse">
            <a:avLst/>
          </a:prstGeom>
          <a:solidFill>
            <a:srgbClr val="7D8990">
              <a:alpha val="40000"/>
            </a:srgbClr>
          </a:solidFill>
          <a:ln w="0">
            <a:noFill/>
            <a:prstDash val="solid"/>
          </a:ln>
        </p:spPr>
      </p:sp>
      <p:sp>
        <p:nvSpPr>
          <p:cNvPr id="1578" name="LigandSeek2_vs_LigandSeek1_ellipse_7092">
            <a:extLst>
              <a:ext uri="{FF2B5EF4-FFF2-40B4-BE49-F238E27FC236}">
                <a16:creationId xmlns:a16="http://schemas.microsoft.com/office/drawing/2014/main" id="{9E5135E4-EB78-4C80-AF12-682993DC8A82}"/>
              </a:ext>
            </a:extLst>
          </p:cNvPr>
          <p:cNvSpPr>
            <a:spLocks noGrp="1"/>
          </p:cNvSpPr>
          <p:nvPr/>
        </p:nvSpPr>
        <p:spPr>
          <a:xfrm>
            <a:off x="2138224" y="1825033"/>
            <a:ext cx="24757" cy="24757"/>
          </a:xfrm>
          <a:prstGeom prst="ellipse">
            <a:avLst/>
          </a:prstGeom>
          <a:solidFill>
            <a:srgbClr val="7D8990">
              <a:alpha val="40000"/>
            </a:srgbClr>
          </a:solidFill>
          <a:ln w="0">
            <a:noFill/>
            <a:prstDash val="solid"/>
          </a:ln>
        </p:spPr>
      </p:sp>
      <p:sp>
        <p:nvSpPr>
          <p:cNvPr id="1579" name="LigandSeek2_vs_LigandSeek1_ellipse_7093">
            <a:extLst>
              <a:ext uri="{FF2B5EF4-FFF2-40B4-BE49-F238E27FC236}">
                <a16:creationId xmlns:a16="http://schemas.microsoft.com/office/drawing/2014/main" id="{0243EB0F-9CEE-4E1E-9CEF-4FA5D446ABE8}"/>
              </a:ext>
            </a:extLst>
          </p:cNvPr>
          <p:cNvSpPr>
            <a:spLocks noGrp="1"/>
          </p:cNvSpPr>
          <p:nvPr/>
        </p:nvSpPr>
        <p:spPr>
          <a:xfrm>
            <a:off x="2215137" y="1775487"/>
            <a:ext cx="24757" cy="24757"/>
          </a:xfrm>
          <a:prstGeom prst="ellipse">
            <a:avLst/>
          </a:prstGeom>
          <a:solidFill>
            <a:srgbClr val="7D8990">
              <a:alpha val="40000"/>
            </a:srgbClr>
          </a:solidFill>
          <a:ln w="0">
            <a:noFill/>
            <a:prstDash val="solid"/>
          </a:ln>
        </p:spPr>
      </p:sp>
      <p:sp>
        <p:nvSpPr>
          <p:cNvPr id="1580" name="LigandSeek2_vs_LigandSeek1_ellipse_7094">
            <a:extLst>
              <a:ext uri="{FF2B5EF4-FFF2-40B4-BE49-F238E27FC236}">
                <a16:creationId xmlns:a16="http://schemas.microsoft.com/office/drawing/2014/main" id="{F3781560-AFA5-4E96-B40A-EBC98C20C937}"/>
              </a:ext>
            </a:extLst>
          </p:cNvPr>
          <p:cNvSpPr>
            <a:spLocks noGrp="1"/>
          </p:cNvSpPr>
          <p:nvPr/>
        </p:nvSpPr>
        <p:spPr>
          <a:xfrm>
            <a:off x="2163728" y="845009"/>
            <a:ext cx="24757" cy="24757"/>
          </a:xfrm>
          <a:prstGeom prst="ellipse">
            <a:avLst/>
          </a:prstGeom>
          <a:solidFill>
            <a:srgbClr val="7D8990">
              <a:alpha val="40000"/>
            </a:srgbClr>
          </a:solidFill>
          <a:ln w="0">
            <a:noFill/>
            <a:prstDash val="solid"/>
          </a:ln>
        </p:spPr>
      </p:sp>
      <p:sp>
        <p:nvSpPr>
          <p:cNvPr id="1581" name="LigandSeek2_vs_LigandSeek1_ellipse_7095">
            <a:extLst>
              <a:ext uri="{FF2B5EF4-FFF2-40B4-BE49-F238E27FC236}">
                <a16:creationId xmlns:a16="http://schemas.microsoft.com/office/drawing/2014/main" id="{C0B0C641-728D-4EAA-A514-7EB6644E38DB}"/>
              </a:ext>
            </a:extLst>
          </p:cNvPr>
          <p:cNvSpPr>
            <a:spLocks noGrp="1"/>
          </p:cNvSpPr>
          <p:nvPr/>
        </p:nvSpPr>
        <p:spPr>
          <a:xfrm>
            <a:off x="2152293" y="1890368"/>
            <a:ext cx="24757" cy="24757"/>
          </a:xfrm>
          <a:prstGeom prst="ellipse">
            <a:avLst/>
          </a:prstGeom>
          <a:solidFill>
            <a:srgbClr val="7D8990">
              <a:alpha val="40000"/>
            </a:srgbClr>
          </a:solidFill>
          <a:ln w="0">
            <a:noFill/>
            <a:prstDash val="solid"/>
          </a:ln>
        </p:spPr>
      </p:sp>
      <p:sp>
        <p:nvSpPr>
          <p:cNvPr id="1582" name="LigandSeek2_vs_LigandSeek1_ellipse_7096">
            <a:extLst>
              <a:ext uri="{FF2B5EF4-FFF2-40B4-BE49-F238E27FC236}">
                <a16:creationId xmlns:a16="http://schemas.microsoft.com/office/drawing/2014/main" id="{76347C46-BDAF-42DE-A3FA-73864F35EEDB}"/>
              </a:ext>
            </a:extLst>
          </p:cNvPr>
          <p:cNvSpPr>
            <a:spLocks noGrp="1"/>
          </p:cNvSpPr>
          <p:nvPr/>
        </p:nvSpPr>
        <p:spPr>
          <a:xfrm>
            <a:off x="2167744" y="1367688"/>
            <a:ext cx="24757" cy="24757"/>
          </a:xfrm>
          <a:prstGeom prst="ellipse">
            <a:avLst/>
          </a:prstGeom>
          <a:solidFill>
            <a:srgbClr val="7D8990">
              <a:alpha val="40000"/>
            </a:srgbClr>
          </a:solidFill>
          <a:ln w="0">
            <a:noFill/>
            <a:prstDash val="solid"/>
          </a:ln>
        </p:spPr>
      </p:sp>
      <p:sp>
        <p:nvSpPr>
          <p:cNvPr id="1583" name="LigandSeek2_vs_LigandSeek1_ellipse_7097">
            <a:extLst>
              <a:ext uri="{FF2B5EF4-FFF2-40B4-BE49-F238E27FC236}">
                <a16:creationId xmlns:a16="http://schemas.microsoft.com/office/drawing/2014/main" id="{6EACDB11-1021-459E-B0BE-9A18332436DE}"/>
              </a:ext>
            </a:extLst>
          </p:cNvPr>
          <p:cNvSpPr>
            <a:spLocks noGrp="1"/>
          </p:cNvSpPr>
          <p:nvPr/>
        </p:nvSpPr>
        <p:spPr>
          <a:xfrm>
            <a:off x="2165189" y="1890368"/>
            <a:ext cx="24757" cy="24757"/>
          </a:xfrm>
          <a:prstGeom prst="ellipse">
            <a:avLst/>
          </a:prstGeom>
          <a:solidFill>
            <a:srgbClr val="7D8990">
              <a:alpha val="40000"/>
            </a:srgbClr>
          </a:solidFill>
          <a:ln w="0">
            <a:noFill/>
            <a:prstDash val="solid"/>
          </a:ln>
        </p:spPr>
      </p:sp>
      <p:sp>
        <p:nvSpPr>
          <p:cNvPr id="1584" name="LigandSeek2_vs_LigandSeek1_ellipse_7098">
            <a:extLst>
              <a:ext uri="{FF2B5EF4-FFF2-40B4-BE49-F238E27FC236}">
                <a16:creationId xmlns:a16="http://schemas.microsoft.com/office/drawing/2014/main" id="{15A32E58-93E6-4E08-8125-8C84A0C0C60A}"/>
              </a:ext>
            </a:extLst>
          </p:cNvPr>
          <p:cNvSpPr>
            <a:spLocks noGrp="1"/>
          </p:cNvSpPr>
          <p:nvPr/>
        </p:nvSpPr>
        <p:spPr>
          <a:xfrm>
            <a:off x="2207804" y="1889188"/>
            <a:ext cx="24757" cy="24757"/>
          </a:xfrm>
          <a:prstGeom prst="ellipse">
            <a:avLst/>
          </a:prstGeom>
          <a:solidFill>
            <a:srgbClr val="7D8990">
              <a:alpha val="40000"/>
            </a:srgbClr>
          </a:solidFill>
          <a:ln w="0">
            <a:noFill/>
            <a:prstDash val="solid"/>
          </a:ln>
        </p:spPr>
      </p:sp>
      <p:sp>
        <p:nvSpPr>
          <p:cNvPr id="1585" name="LigandSeek2_vs_LigandSeek1_ellipse_7099">
            <a:extLst>
              <a:ext uri="{FF2B5EF4-FFF2-40B4-BE49-F238E27FC236}">
                <a16:creationId xmlns:a16="http://schemas.microsoft.com/office/drawing/2014/main" id="{41728E2C-E09E-449C-87F9-AE45FA867D6F}"/>
              </a:ext>
            </a:extLst>
          </p:cNvPr>
          <p:cNvSpPr>
            <a:spLocks noGrp="1"/>
          </p:cNvSpPr>
          <p:nvPr/>
        </p:nvSpPr>
        <p:spPr>
          <a:xfrm>
            <a:off x="2196681" y="1890368"/>
            <a:ext cx="24757" cy="24757"/>
          </a:xfrm>
          <a:prstGeom prst="ellipse">
            <a:avLst/>
          </a:prstGeom>
          <a:solidFill>
            <a:srgbClr val="7D8990">
              <a:alpha val="40000"/>
            </a:srgbClr>
          </a:solidFill>
          <a:ln w="0">
            <a:noFill/>
            <a:prstDash val="solid"/>
          </a:ln>
        </p:spPr>
      </p:sp>
      <p:sp>
        <p:nvSpPr>
          <p:cNvPr id="1586" name="LigandSeek2_vs_LigandSeek1_ellipse_7100">
            <a:extLst>
              <a:ext uri="{FF2B5EF4-FFF2-40B4-BE49-F238E27FC236}">
                <a16:creationId xmlns:a16="http://schemas.microsoft.com/office/drawing/2014/main" id="{C0FA8E10-EBF6-4AB4-B557-5A8FA99A2907}"/>
              </a:ext>
            </a:extLst>
          </p:cNvPr>
          <p:cNvSpPr>
            <a:spLocks noGrp="1"/>
          </p:cNvSpPr>
          <p:nvPr/>
        </p:nvSpPr>
        <p:spPr>
          <a:xfrm>
            <a:off x="2184464" y="1712874"/>
            <a:ext cx="24757" cy="24757"/>
          </a:xfrm>
          <a:prstGeom prst="ellipse">
            <a:avLst/>
          </a:prstGeom>
          <a:solidFill>
            <a:srgbClr val="7D8990">
              <a:alpha val="40000"/>
            </a:srgbClr>
          </a:solidFill>
          <a:ln w="0">
            <a:noFill/>
            <a:prstDash val="solid"/>
          </a:ln>
        </p:spPr>
      </p:sp>
      <p:sp>
        <p:nvSpPr>
          <p:cNvPr id="1587" name="LigandSeek2_vs_LigandSeek1_ellipse_7101">
            <a:extLst>
              <a:ext uri="{FF2B5EF4-FFF2-40B4-BE49-F238E27FC236}">
                <a16:creationId xmlns:a16="http://schemas.microsoft.com/office/drawing/2014/main" id="{5D681F87-69B1-4EF4-8175-9B87F079D9A8}"/>
              </a:ext>
            </a:extLst>
          </p:cNvPr>
          <p:cNvSpPr>
            <a:spLocks noGrp="1"/>
          </p:cNvSpPr>
          <p:nvPr/>
        </p:nvSpPr>
        <p:spPr>
          <a:xfrm>
            <a:off x="2191404" y="1890368"/>
            <a:ext cx="24757" cy="24757"/>
          </a:xfrm>
          <a:prstGeom prst="ellipse">
            <a:avLst/>
          </a:prstGeom>
          <a:solidFill>
            <a:srgbClr val="7D8990">
              <a:alpha val="40000"/>
            </a:srgbClr>
          </a:solidFill>
          <a:ln w="0">
            <a:noFill/>
            <a:prstDash val="solid"/>
          </a:ln>
        </p:spPr>
      </p:sp>
      <p:sp>
        <p:nvSpPr>
          <p:cNvPr id="1588" name="LigandSeek2_vs_LigandSeek1_ellipse_7102">
            <a:extLst>
              <a:ext uri="{FF2B5EF4-FFF2-40B4-BE49-F238E27FC236}">
                <a16:creationId xmlns:a16="http://schemas.microsoft.com/office/drawing/2014/main" id="{D6D2FB7B-3440-456D-BD58-B640B62C10B9}"/>
              </a:ext>
            </a:extLst>
          </p:cNvPr>
          <p:cNvSpPr>
            <a:spLocks noGrp="1"/>
          </p:cNvSpPr>
          <p:nvPr/>
        </p:nvSpPr>
        <p:spPr>
          <a:xfrm>
            <a:off x="2148921" y="1890368"/>
            <a:ext cx="24757" cy="24757"/>
          </a:xfrm>
          <a:prstGeom prst="ellipse">
            <a:avLst/>
          </a:prstGeom>
          <a:solidFill>
            <a:srgbClr val="7D8990">
              <a:alpha val="40000"/>
            </a:srgbClr>
          </a:solidFill>
          <a:ln w="0">
            <a:noFill/>
            <a:prstDash val="solid"/>
          </a:ln>
        </p:spPr>
      </p:sp>
      <p:sp>
        <p:nvSpPr>
          <p:cNvPr id="1589" name="LigandSeek2_vs_LigandSeek1_ellipse_7103">
            <a:extLst>
              <a:ext uri="{FF2B5EF4-FFF2-40B4-BE49-F238E27FC236}">
                <a16:creationId xmlns:a16="http://schemas.microsoft.com/office/drawing/2014/main" id="{10D4DF63-CDB7-49F6-BF04-5B435369DB97}"/>
              </a:ext>
            </a:extLst>
          </p:cNvPr>
          <p:cNvSpPr>
            <a:spLocks noGrp="1"/>
          </p:cNvSpPr>
          <p:nvPr/>
        </p:nvSpPr>
        <p:spPr>
          <a:xfrm>
            <a:off x="2174416" y="1890368"/>
            <a:ext cx="24757" cy="24757"/>
          </a:xfrm>
          <a:prstGeom prst="ellipse">
            <a:avLst/>
          </a:prstGeom>
          <a:solidFill>
            <a:srgbClr val="7D8990">
              <a:alpha val="40000"/>
            </a:srgbClr>
          </a:solidFill>
          <a:ln w="0">
            <a:noFill/>
            <a:prstDash val="solid"/>
          </a:ln>
        </p:spPr>
      </p:sp>
      <p:sp>
        <p:nvSpPr>
          <p:cNvPr id="1590" name="LigandSeek2_vs_LigandSeek1_ellipse_7104">
            <a:extLst>
              <a:ext uri="{FF2B5EF4-FFF2-40B4-BE49-F238E27FC236}">
                <a16:creationId xmlns:a16="http://schemas.microsoft.com/office/drawing/2014/main" id="{C6EFFBCC-84FB-4075-8A9F-1CFDF49119E2}"/>
              </a:ext>
            </a:extLst>
          </p:cNvPr>
          <p:cNvSpPr>
            <a:spLocks noGrp="1"/>
          </p:cNvSpPr>
          <p:nvPr/>
        </p:nvSpPr>
        <p:spPr>
          <a:xfrm>
            <a:off x="2211847" y="1890368"/>
            <a:ext cx="24757" cy="24757"/>
          </a:xfrm>
          <a:prstGeom prst="ellipse">
            <a:avLst/>
          </a:prstGeom>
          <a:solidFill>
            <a:srgbClr val="7D8990">
              <a:alpha val="40000"/>
            </a:srgbClr>
          </a:solidFill>
          <a:ln w="0">
            <a:noFill/>
            <a:prstDash val="solid"/>
          </a:ln>
        </p:spPr>
      </p:sp>
      <p:sp>
        <p:nvSpPr>
          <p:cNvPr id="1591" name="LigandSeek2_vs_LigandSeek1_ellipse_7105">
            <a:extLst>
              <a:ext uri="{FF2B5EF4-FFF2-40B4-BE49-F238E27FC236}">
                <a16:creationId xmlns:a16="http://schemas.microsoft.com/office/drawing/2014/main" id="{0F04750B-095A-4B8F-B177-3FB4AEB1EF4E}"/>
              </a:ext>
            </a:extLst>
          </p:cNvPr>
          <p:cNvSpPr>
            <a:spLocks noGrp="1"/>
          </p:cNvSpPr>
          <p:nvPr/>
        </p:nvSpPr>
        <p:spPr>
          <a:xfrm>
            <a:off x="2168199" y="845009"/>
            <a:ext cx="24757" cy="24757"/>
          </a:xfrm>
          <a:prstGeom prst="ellipse">
            <a:avLst/>
          </a:prstGeom>
          <a:solidFill>
            <a:srgbClr val="7D8990">
              <a:alpha val="40000"/>
            </a:srgbClr>
          </a:solidFill>
          <a:ln w="0">
            <a:noFill/>
            <a:prstDash val="solid"/>
          </a:ln>
        </p:spPr>
      </p:sp>
      <p:sp>
        <p:nvSpPr>
          <p:cNvPr id="1592" name="LigandSeek2_vs_LigandSeek1_ellipse_7106">
            <a:extLst>
              <a:ext uri="{FF2B5EF4-FFF2-40B4-BE49-F238E27FC236}">
                <a16:creationId xmlns:a16="http://schemas.microsoft.com/office/drawing/2014/main" id="{71D959F8-8D45-47F3-9398-B193EE0A07AB}"/>
              </a:ext>
            </a:extLst>
          </p:cNvPr>
          <p:cNvSpPr>
            <a:spLocks noGrp="1"/>
          </p:cNvSpPr>
          <p:nvPr/>
        </p:nvSpPr>
        <p:spPr>
          <a:xfrm>
            <a:off x="2207422" y="1367688"/>
            <a:ext cx="24757" cy="24757"/>
          </a:xfrm>
          <a:prstGeom prst="ellipse">
            <a:avLst/>
          </a:prstGeom>
          <a:solidFill>
            <a:srgbClr val="7D8990">
              <a:alpha val="40000"/>
            </a:srgbClr>
          </a:solidFill>
          <a:ln w="0">
            <a:noFill/>
            <a:prstDash val="solid"/>
          </a:ln>
        </p:spPr>
      </p:sp>
      <p:sp>
        <p:nvSpPr>
          <p:cNvPr id="1593" name="LigandSeek2_vs_LigandSeek1_ellipse_7107">
            <a:extLst>
              <a:ext uri="{FF2B5EF4-FFF2-40B4-BE49-F238E27FC236}">
                <a16:creationId xmlns:a16="http://schemas.microsoft.com/office/drawing/2014/main" id="{E9227C8B-5650-4F56-9854-C8823903EE8D}"/>
              </a:ext>
            </a:extLst>
          </p:cNvPr>
          <p:cNvSpPr>
            <a:spLocks noGrp="1"/>
          </p:cNvSpPr>
          <p:nvPr/>
        </p:nvSpPr>
        <p:spPr>
          <a:xfrm>
            <a:off x="2138930" y="1766365"/>
            <a:ext cx="24757" cy="24757"/>
          </a:xfrm>
          <a:prstGeom prst="ellipse">
            <a:avLst/>
          </a:prstGeom>
          <a:solidFill>
            <a:srgbClr val="7D8990">
              <a:alpha val="40000"/>
            </a:srgbClr>
          </a:solidFill>
          <a:ln w="0">
            <a:noFill/>
            <a:prstDash val="solid"/>
          </a:ln>
        </p:spPr>
      </p:sp>
      <p:sp>
        <p:nvSpPr>
          <p:cNvPr id="1594" name="LigandSeek2_vs_LigandSeek1_ellipse_7108">
            <a:extLst>
              <a:ext uri="{FF2B5EF4-FFF2-40B4-BE49-F238E27FC236}">
                <a16:creationId xmlns:a16="http://schemas.microsoft.com/office/drawing/2014/main" id="{1EA91CC2-4397-4A18-8C37-BD1C005BB190}"/>
              </a:ext>
            </a:extLst>
          </p:cNvPr>
          <p:cNvSpPr>
            <a:spLocks noGrp="1"/>
          </p:cNvSpPr>
          <p:nvPr/>
        </p:nvSpPr>
        <p:spPr>
          <a:xfrm>
            <a:off x="2137307" y="1367688"/>
            <a:ext cx="24757" cy="24757"/>
          </a:xfrm>
          <a:prstGeom prst="ellipse">
            <a:avLst/>
          </a:prstGeom>
          <a:solidFill>
            <a:srgbClr val="7D8990">
              <a:alpha val="40000"/>
            </a:srgbClr>
          </a:solidFill>
          <a:ln w="0">
            <a:noFill/>
            <a:prstDash val="solid"/>
          </a:ln>
        </p:spPr>
      </p:sp>
      <p:sp>
        <p:nvSpPr>
          <p:cNvPr id="1595" name="LigandSeek2_vs_LigandSeek1_ellipse_7109">
            <a:extLst>
              <a:ext uri="{FF2B5EF4-FFF2-40B4-BE49-F238E27FC236}">
                <a16:creationId xmlns:a16="http://schemas.microsoft.com/office/drawing/2014/main" id="{E2493CF6-9D1B-410D-9BED-B5E300E65802}"/>
              </a:ext>
            </a:extLst>
          </p:cNvPr>
          <p:cNvSpPr>
            <a:spLocks noGrp="1"/>
          </p:cNvSpPr>
          <p:nvPr/>
        </p:nvSpPr>
        <p:spPr>
          <a:xfrm>
            <a:off x="2188372" y="1890368"/>
            <a:ext cx="24757" cy="24757"/>
          </a:xfrm>
          <a:prstGeom prst="ellipse">
            <a:avLst/>
          </a:prstGeom>
          <a:solidFill>
            <a:srgbClr val="7D8990">
              <a:alpha val="40000"/>
            </a:srgbClr>
          </a:solidFill>
          <a:ln w="0">
            <a:noFill/>
            <a:prstDash val="solid"/>
          </a:ln>
        </p:spPr>
      </p:sp>
      <p:sp>
        <p:nvSpPr>
          <p:cNvPr id="1596" name="LigandSeek2_vs_LigandSeek1_ellipse_7110">
            <a:extLst>
              <a:ext uri="{FF2B5EF4-FFF2-40B4-BE49-F238E27FC236}">
                <a16:creationId xmlns:a16="http://schemas.microsoft.com/office/drawing/2014/main" id="{5359496F-0665-4D64-987C-2D4B24F4AE01}"/>
              </a:ext>
            </a:extLst>
          </p:cNvPr>
          <p:cNvSpPr>
            <a:spLocks noGrp="1"/>
          </p:cNvSpPr>
          <p:nvPr/>
        </p:nvSpPr>
        <p:spPr>
          <a:xfrm>
            <a:off x="2190094" y="1367688"/>
            <a:ext cx="24757" cy="24757"/>
          </a:xfrm>
          <a:prstGeom prst="ellipse">
            <a:avLst/>
          </a:prstGeom>
          <a:solidFill>
            <a:srgbClr val="7D8990">
              <a:alpha val="40000"/>
            </a:srgbClr>
          </a:solidFill>
          <a:ln w="0">
            <a:noFill/>
            <a:prstDash val="solid"/>
          </a:ln>
        </p:spPr>
      </p:sp>
      <p:sp>
        <p:nvSpPr>
          <p:cNvPr id="1597" name="LigandSeek2_vs_LigandSeek1_ellipse_7111">
            <a:extLst>
              <a:ext uri="{FF2B5EF4-FFF2-40B4-BE49-F238E27FC236}">
                <a16:creationId xmlns:a16="http://schemas.microsoft.com/office/drawing/2014/main" id="{992EC66B-A7DA-458C-B18F-83E7FACD70A0}"/>
              </a:ext>
            </a:extLst>
          </p:cNvPr>
          <p:cNvSpPr>
            <a:spLocks noGrp="1"/>
          </p:cNvSpPr>
          <p:nvPr/>
        </p:nvSpPr>
        <p:spPr>
          <a:xfrm>
            <a:off x="2155263" y="1817566"/>
            <a:ext cx="24757" cy="24757"/>
          </a:xfrm>
          <a:prstGeom prst="ellipse">
            <a:avLst/>
          </a:prstGeom>
          <a:solidFill>
            <a:srgbClr val="7D8990">
              <a:alpha val="40000"/>
            </a:srgbClr>
          </a:solidFill>
          <a:ln w="0">
            <a:noFill/>
            <a:prstDash val="solid"/>
          </a:ln>
        </p:spPr>
      </p:sp>
      <p:sp>
        <p:nvSpPr>
          <p:cNvPr id="1598" name="LigandSeek2_vs_LigandSeek1_ellipse_7112">
            <a:extLst>
              <a:ext uri="{FF2B5EF4-FFF2-40B4-BE49-F238E27FC236}">
                <a16:creationId xmlns:a16="http://schemas.microsoft.com/office/drawing/2014/main" id="{DE20061F-E61C-45DD-9C89-E352021166C0}"/>
              </a:ext>
            </a:extLst>
          </p:cNvPr>
          <p:cNvSpPr>
            <a:spLocks noGrp="1"/>
          </p:cNvSpPr>
          <p:nvPr/>
        </p:nvSpPr>
        <p:spPr>
          <a:xfrm>
            <a:off x="2176525" y="845009"/>
            <a:ext cx="24757" cy="24757"/>
          </a:xfrm>
          <a:prstGeom prst="ellipse">
            <a:avLst/>
          </a:prstGeom>
          <a:solidFill>
            <a:srgbClr val="7D8990">
              <a:alpha val="40000"/>
            </a:srgbClr>
          </a:solidFill>
          <a:ln w="0">
            <a:noFill/>
            <a:prstDash val="solid"/>
          </a:ln>
        </p:spPr>
      </p:sp>
      <p:sp>
        <p:nvSpPr>
          <p:cNvPr id="1599" name="LigandSeek2_vs_LigandSeek1_ellipse_7113">
            <a:extLst>
              <a:ext uri="{FF2B5EF4-FFF2-40B4-BE49-F238E27FC236}">
                <a16:creationId xmlns:a16="http://schemas.microsoft.com/office/drawing/2014/main" id="{01163257-AB00-4587-8DD1-D35DFDA96C0A}"/>
              </a:ext>
            </a:extLst>
          </p:cNvPr>
          <p:cNvSpPr>
            <a:spLocks noGrp="1"/>
          </p:cNvSpPr>
          <p:nvPr/>
        </p:nvSpPr>
        <p:spPr>
          <a:xfrm>
            <a:off x="2170057" y="1411245"/>
            <a:ext cx="24757" cy="24757"/>
          </a:xfrm>
          <a:prstGeom prst="ellipse">
            <a:avLst/>
          </a:prstGeom>
          <a:solidFill>
            <a:srgbClr val="7D8990">
              <a:alpha val="40000"/>
            </a:srgbClr>
          </a:solidFill>
          <a:ln w="0">
            <a:noFill/>
            <a:prstDash val="solid"/>
          </a:ln>
        </p:spPr>
      </p:sp>
      <p:sp>
        <p:nvSpPr>
          <p:cNvPr id="1600" name="LigandSeek2_vs_LigandSeek1_ellipse_7114">
            <a:extLst>
              <a:ext uri="{FF2B5EF4-FFF2-40B4-BE49-F238E27FC236}">
                <a16:creationId xmlns:a16="http://schemas.microsoft.com/office/drawing/2014/main" id="{25C90AC7-552D-45B6-94B1-B13A4B5D5451}"/>
              </a:ext>
            </a:extLst>
          </p:cNvPr>
          <p:cNvSpPr>
            <a:spLocks noGrp="1"/>
          </p:cNvSpPr>
          <p:nvPr/>
        </p:nvSpPr>
        <p:spPr>
          <a:xfrm>
            <a:off x="2178351" y="1541915"/>
            <a:ext cx="24757" cy="24757"/>
          </a:xfrm>
          <a:prstGeom prst="ellipse">
            <a:avLst/>
          </a:prstGeom>
          <a:solidFill>
            <a:srgbClr val="7D8990">
              <a:alpha val="40000"/>
            </a:srgbClr>
          </a:solidFill>
          <a:ln w="0">
            <a:noFill/>
            <a:prstDash val="solid"/>
          </a:ln>
        </p:spPr>
      </p:sp>
      <p:sp>
        <p:nvSpPr>
          <p:cNvPr id="1601" name="LigandSeek2_vs_LigandSeek1_ellipse_7115">
            <a:extLst>
              <a:ext uri="{FF2B5EF4-FFF2-40B4-BE49-F238E27FC236}">
                <a16:creationId xmlns:a16="http://schemas.microsoft.com/office/drawing/2014/main" id="{6D3D1FCC-4B02-4888-BE35-39E51E4C8A04}"/>
              </a:ext>
            </a:extLst>
          </p:cNvPr>
          <p:cNvSpPr>
            <a:spLocks noGrp="1"/>
          </p:cNvSpPr>
          <p:nvPr/>
        </p:nvSpPr>
        <p:spPr>
          <a:xfrm>
            <a:off x="2176320" y="1890368"/>
            <a:ext cx="24757" cy="24757"/>
          </a:xfrm>
          <a:prstGeom prst="ellipse">
            <a:avLst/>
          </a:prstGeom>
          <a:solidFill>
            <a:srgbClr val="7D8990">
              <a:alpha val="40000"/>
            </a:srgbClr>
          </a:solidFill>
          <a:ln w="0">
            <a:noFill/>
            <a:prstDash val="solid"/>
          </a:ln>
        </p:spPr>
      </p:sp>
      <p:sp>
        <p:nvSpPr>
          <p:cNvPr id="1602" name="LigandSeek2_vs_LigandSeek1_ellipse_7116">
            <a:extLst>
              <a:ext uri="{FF2B5EF4-FFF2-40B4-BE49-F238E27FC236}">
                <a16:creationId xmlns:a16="http://schemas.microsoft.com/office/drawing/2014/main" id="{257BB289-AD9B-4D72-84C3-A35A280DC817}"/>
              </a:ext>
            </a:extLst>
          </p:cNvPr>
          <p:cNvSpPr>
            <a:spLocks noGrp="1"/>
          </p:cNvSpPr>
          <p:nvPr/>
        </p:nvSpPr>
        <p:spPr>
          <a:xfrm>
            <a:off x="2148322" y="1890368"/>
            <a:ext cx="24757" cy="24757"/>
          </a:xfrm>
          <a:prstGeom prst="ellipse">
            <a:avLst/>
          </a:prstGeom>
          <a:solidFill>
            <a:srgbClr val="7D8990">
              <a:alpha val="40000"/>
            </a:srgbClr>
          </a:solidFill>
          <a:ln w="0">
            <a:noFill/>
            <a:prstDash val="solid"/>
          </a:ln>
        </p:spPr>
      </p:sp>
      <p:sp>
        <p:nvSpPr>
          <p:cNvPr id="1603" name="LigandSeek2_vs_LigandSeek1_ellipse_7117">
            <a:extLst>
              <a:ext uri="{FF2B5EF4-FFF2-40B4-BE49-F238E27FC236}">
                <a16:creationId xmlns:a16="http://schemas.microsoft.com/office/drawing/2014/main" id="{8549B1DA-D651-48AF-A64B-0FF75E022333}"/>
              </a:ext>
            </a:extLst>
          </p:cNvPr>
          <p:cNvSpPr>
            <a:spLocks noGrp="1"/>
          </p:cNvSpPr>
          <p:nvPr/>
        </p:nvSpPr>
        <p:spPr>
          <a:xfrm>
            <a:off x="2175201" y="1646451"/>
            <a:ext cx="24757" cy="24757"/>
          </a:xfrm>
          <a:prstGeom prst="ellipse">
            <a:avLst/>
          </a:prstGeom>
          <a:solidFill>
            <a:srgbClr val="7D8990">
              <a:alpha val="40000"/>
            </a:srgbClr>
          </a:solidFill>
          <a:ln w="0">
            <a:noFill/>
            <a:prstDash val="solid"/>
          </a:ln>
        </p:spPr>
      </p:sp>
      <p:sp>
        <p:nvSpPr>
          <p:cNvPr id="1604" name="LigandSeek2_vs_LigandSeek1_ellipse_7118">
            <a:extLst>
              <a:ext uri="{FF2B5EF4-FFF2-40B4-BE49-F238E27FC236}">
                <a16:creationId xmlns:a16="http://schemas.microsoft.com/office/drawing/2014/main" id="{BD40E677-06EF-4FA3-B25A-8DEF03BFF168}"/>
              </a:ext>
            </a:extLst>
          </p:cNvPr>
          <p:cNvSpPr>
            <a:spLocks noGrp="1"/>
          </p:cNvSpPr>
          <p:nvPr/>
        </p:nvSpPr>
        <p:spPr>
          <a:xfrm>
            <a:off x="2183524" y="1541915"/>
            <a:ext cx="24757" cy="24757"/>
          </a:xfrm>
          <a:prstGeom prst="ellipse">
            <a:avLst/>
          </a:prstGeom>
          <a:solidFill>
            <a:srgbClr val="7D8990">
              <a:alpha val="40000"/>
            </a:srgbClr>
          </a:solidFill>
          <a:ln w="0">
            <a:noFill/>
            <a:prstDash val="solid"/>
          </a:ln>
        </p:spPr>
      </p:sp>
      <p:sp>
        <p:nvSpPr>
          <p:cNvPr id="1605" name="LigandSeek2_vs_LigandSeek1_ellipse_7119">
            <a:extLst>
              <a:ext uri="{FF2B5EF4-FFF2-40B4-BE49-F238E27FC236}">
                <a16:creationId xmlns:a16="http://schemas.microsoft.com/office/drawing/2014/main" id="{C3047B91-48FB-445A-9649-0FA4F2E6C96A}"/>
              </a:ext>
            </a:extLst>
          </p:cNvPr>
          <p:cNvSpPr>
            <a:spLocks noGrp="1"/>
          </p:cNvSpPr>
          <p:nvPr/>
        </p:nvSpPr>
        <p:spPr>
          <a:xfrm>
            <a:off x="2150042" y="1696079"/>
            <a:ext cx="24757" cy="24757"/>
          </a:xfrm>
          <a:prstGeom prst="ellipse">
            <a:avLst/>
          </a:prstGeom>
          <a:solidFill>
            <a:srgbClr val="7D8990">
              <a:alpha val="40000"/>
            </a:srgbClr>
          </a:solidFill>
          <a:ln w="0">
            <a:noFill/>
            <a:prstDash val="solid"/>
          </a:ln>
        </p:spPr>
      </p:sp>
      <p:sp>
        <p:nvSpPr>
          <p:cNvPr id="1606" name="LigandSeek2_vs_LigandSeek1_ellipse_7120">
            <a:extLst>
              <a:ext uri="{FF2B5EF4-FFF2-40B4-BE49-F238E27FC236}">
                <a16:creationId xmlns:a16="http://schemas.microsoft.com/office/drawing/2014/main" id="{6E5F33E6-01B8-48CF-916E-B81EE8CF0527}"/>
              </a:ext>
            </a:extLst>
          </p:cNvPr>
          <p:cNvSpPr>
            <a:spLocks noGrp="1"/>
          </p:cNvSpPr>
          <p:nvPr/>
        </p:nvSpPr>
        <p:spPr>
          <a:xfrm>
            <a:off x="2210904" y="1890368"/>
            <a:ext cx="24757" cy="24757"/>
          </a:xfrm>
          <a:prstGeom prst="ellipse">
            <a:avLst/>
          </a:prstGeom>
          <a:solidFill>
            <a:srgbClr val="7D8990">
              <a:alpha val="40000"/>
            </a:srgbClr>
          </a:solidFill>
          <a:ln w="0">
            <a:noFill/>
            <a:prstDash val="solid"/>
          </a:ln>
        </p:spPr>
      </p:sp>
      <p:sp>
        <p:nvSpPr>
          <p:cNvPr id="1607" name="LigandSeek2_vs_LigandSeek1_ellipse_7121">
            <a:extLst>
              <a:ext uri="{FF2B5EF4-FFF2-40B4-BE49-F238E27FC236}">
                <a16:creationId xmlns:a16="http://schemas.microsoft.com/office/drawing/2014/main" id="{F1A8F754-472C-40F2-B3D6-082310019C0B}"/>
              </a:ext>
            </a:extLst>
          </p:cNvPr>
          <p:cNvSpPr>
            <a:spLocks noGrp="1"/>
          </p:cNvSpPr>
          <p:nvPr/>
        </p:nvSpPr>
        <p:spPr>
          <a:xfrm>
            <a:off x="2173798" y="1838100"/>
            <a:ext cx="24757" cy="24757"/>
          </a:xfrm>
          <a:prstGeom prst="ellipse">
            <a:avLst/>
          </a:prstGeom>
          <a:solidFill>
            <a:srgbClr val="7D8990">
              <a:alpha val="40000"/>
            </a:srgbClr>
          </a:solidFill>
          <a:ln w="0">
            <a:noFill/>
            <a:prstDash val="solid"/>
          </a:ln>
        </p:spPr>
      </p:sp>
      <p:sp>
        <p:nvSpPr>
          <p:cNvPr id="1608" name="LigandSeek2_vs_LigandSeek1_ellipse_7122">
            <a:extLst>
              <a:ext uri="{FF2B5EF4-FFF2-40B4-BE49-F238E27FC236}">
                <a16:creationId xmlns:a16="http://schemas.microsoft.com/office/drawing/2014/main" id="{59318222-F5CE-4B1E-999D-38EE52B0B443}"/>
              </a:ext>
            </a:extLst>
          </p:cNvPr>
          <p:cNvSpPr>
            <a:spLocks noGrp="1"/>
          </p:cNvSpPr>
          <p:nvPr/>
        </p:nvSpPr>
        <p:spPr>
          <a:xfrm>
            <a:off x="2164299" y="1723807"/>
            <a:ext cx="24757" cy="24757"/>
          </a:xfrm>
          <a:prstGeom prst="ellipse">
            <a:avLst/>
          </a:prstGeom>
          <a:solidFill>
            <a:srgbClr val="7D8990">
              <a:alpha val="40000"/>
            </a:srgbClr>
          </a:solidFill>
          <a:ln w="0">
            <a:noFill/>
            <a:prstDash val="solid"/>
          </a:ln>
        </p:spPr>
      </p:sp>
      <p:sp>
        <p:nvSpPr>
          <p:cNvPr id="1609" name="LigandSeek2_vs_LigandSeek1_ellipse_7123">
            <a:extLst>
              <a:ext uri="{FF2B5EF4-FFF2-40B4-BE49-F238E27FC236}">
                <a16:creationId xmlns:a16="http://schemas.microsoft.com/office/drawing/2014/main" id="{FA50C713-34A2-4FE6-9190-8C1789FB6B48}"/>
              </a:ext>
            </a:extLst>
          </p:cNvPr>
          <p:cNvSpPr>
            <a:spLocks noGrp="1"/>
          </p:cNvSpPr>
          <p:nvPr/>
        </p:nvSpPr>
        <p:spPr>
          <a:xfrm>
            <a:off x="2160648" y="1285780"/>
            <a:ext cx="24757" cy="24757"/>
          </a:xfrm>
          <a:prstGeom prst="ellipse">
            <a:avLst/>
          </a:prstGeom>
          <a:solidFill>
            <a:srgbClr val="7D8990">
              <a:alpha val="40000"/>
            </a:srgbClr>
          </a:solidFill>
          <a:ln w="0">
            <a:noFill/>
            <a:prstDash val="solid"/>
          </a:ln>
        </p:spPr>
      </p:sp>
      <p:sp>
        <p:nvSpPr>
          <p:cNvPr id="1610" name="LigandSeek2_vs_LigandSeek1_ellipse_7124">
            <a:extLst>
              <a:ext uri="{FF2B5EF4-FFF2-40B4-BE49-F238E27FC236}">
                <a16:creationId xmlns:a16="http://schemas.microsoft.com/office/drawing/2014/main" id="{58B8E54F-56E1-4734-B3B2-9DBB486FD1C5}"/>
              </a:ext>
            </a:extLst>
          </p:cNvPr>
          <p:cNvSpPr>
            <a:spLocks noGrp="1"/>
          </p:cNvSpPr>
          <p:nvPr/>
        </p:nvSpPr>
        <p:spPr>
          <a:xfrm>
            <a:off x="2217093" y="1890368"/>
            <a:ext cx="24757" cy="24757"/>
          </a:xfrm>
          <a:prstGeom prst="ellipse">
            <a:avLst/>
          </a:prstGeom>
          <a:solidFill>
            <a:srgbClr val="7D8990">
              <a:alpha val="40000"/>
            </a:srgbClr>
          </a:solidFill>
          <a:ln w="0">
            <a:noFill/>
            <a:prstDash val="solid"/>
          </a:ln>
        </p:spPr>
      </p:sp>
      <p:sp>
        <p:nvSpPr>
          <p:cNvPr id="1611" name="LigandSeek2_vs_LigandSeek1_ellipse_7125">
            <a:extLst>
              <a:ext uri="{FF2B5EF4-FFF2-40B4-BE49-F238E27FC236}">
                <a16:creationId xmlns:a16="http://schemas.microsoft.com/office/drawing/2014/main" id="{A0E4CE80-AA23-4B37-AC88-BE625095492F}"/>
              </a:ext>
            </a:extLst>
          </p:cNvPr>
          <p:cNvSpPr>
            <a:spLocks noGrp="1"/>
          </p:cNvSpPr>
          <p:nvPr/>
        </p:nvSpPr>
        <p:spPr>
          <a:xfrm>
            <a:off x="2153087" y="1091653"/>
            <a:ext cx="24757" cy="24757"/>
          </a:xfrm>
          <a:prstGeom prst="ellipse">
            <a:avLst/>
          </a:prstGeom>
          <a:solidFill>
            <a:srgbClr val="7D8990">
              <a:alpha val="40000"/>
            </a:srgbClr>
          </a:solidFill>
          <a:ln w="0">
            <a:noFill/>
            <a:prstDash val="solid"/>
          </a:ln>
        </p:spPr>
      </p:sp>
      <p:sp>
        <p:nvSpPr>
          <p:cNvPr id="1612" name="LigandSeek2_vs_LigandSeek1_ellipse_7126">
            <a:extLst>
              <a:ext uri="{FF2B5EF4-FFF2-40B4-BE49-F238E27FC236}">
                <a16:creationId xmlns:a16="http://schemas.microsoft.com/office/drawing/2014/main" id="{19AF0F45-5C39-4F88-B8D2-9E47795735CD}"/>
              </a:ext>
            </a:extLst>
          </p:cNvPr>
          <p:cNvSpPr>
            <a:spLocks noGrp="1"/>
          </p:cNvSpPr>
          <p:nvPr/>
        </p:nvSpPr>
        <p:spPr>
          <a:xfrm>
            <a:off x="2197233" y="889838"/>
            <a:ext cx="24757" cy="24757"/>
          </a:xfrm>
          <a:prstGeom prst="ellipse">
            <a:avLst/>
          </a:prstGeom>
          <a:solidFill>
            <a:srgbClr val="7D8990">
              <a:alpha val="40000"/>
            </a:srgbClr>
          </a:solidFill>
          <a:ln w="0">
            <a:noFill/>
            <a:prstDash val="solid"/>
          </a:ln>
        </p:spPr>
      </p:sp>
      <p:sp>
        <p:nvSpPr>
          <p:cNvPr id="1613" name="LigandSeek2_vs_LigandSeek1_ellipse_7127">
            <a:extLst>
              <a:ext uri="{FF2B5EF4-FFF2-40B4-BE49-F238E27FC236}">
                <a16:creationId xmlns:a16="http://schemas.microsoft.com/office/drawing/2014/main" id="{06B91A05-B1BA-4C3E-8B02-71B3678CFC06}"/>
              </a:ext>
            </a:extLst>
          </p:cNvPr>
          <p:cNvSpPr>
            <a:spLocks noGrp="1"/>
          </p:cNvSpPr>
          <p:nvPr/>
        </p:nvSpPr>
        <p:spPr>
          <a:xfrm>
            <a:off x="2193761" y="1193462"/>
            <a:ext cx="24757" cy="24757"/>
          </a:xfrm>
          <a:prstGeom prst="ellipse">
            <a:avLst/>
          </a:prstGeom>
          <a:solidFill>
            <a:srgbClr val="7D8990">
              <a:alpha val="40000"/>
            </a:srgbClr>
          </a:solidFill>
          <a:ln w="0">
            <a:noFill/>
            <a:prstDash val="solid"/>
          </a:ln>
        </p:spPr>
      </p:sp>
      <p:sp>
        <p:nvSpPr>
          <p:cNvPr id="1614" name="LigandSeek2_vs_LigandSeek1_ellipse_7128">
            <a:extLst>
              <a:ext uri="{FF2B5EF4-FFF2-40B4-BE49-F238E27FC236}">
                <a16:creationId xmlns:a16="http://schemas.microsoft.com/office/drawing/2014/main" id="{ABB08335-539E-4BA5-A8B7-D40DC3DB05F8}"/>
              </a:ext>
            </a:extLst>
          </p:cNvPr>
          <p:cNvSpPr>
            <a:spLocks noGrp="1"/>
          </p:cNvSpPr>
          <p:nvPr/>
        </p:nvSpPr>
        <p:spPr>
          <a:xfrm>
            <a:off x="2138086" y="845009"/>
            <a:ext cx="24757" cy="24757"/>
          </a:xfrm>
          <a:prstGeom prst="ellipse">
            <a:avLst/>
          </a:prstGeom>
          <a:solidFill>
            <a:srgbClr val="7D8990">
              <a:alpha val="40000"/>
            </a:srgbClr>
          </a:solidFill>
          <a:ln w="0">
            <a:noFill/>
            <a:prstDash val="solid"/>
          </a:ln>
        </p:spPr>
      </p:sp>
      <p:sp>
        <p:nvSpPr>
          <p:cNvPr id="1615" name="LigandSeek2_vs_LigandSeek1_ellipse_7129">
            <a:extLst>
              <a:ext uri="{FF2B5EF4-FFF2-40B4-BE49-F238E27FC236}">
                <a16:creationId xmlns:a16="http://schemas.microsoft.com/office/drawing/2014/main" id="{A332FC15-BD42-419A-81F0-DC43711FDAAB}"/>
              </a:ext>
            </a:extLst>
          </p:cNvPr>
          <p:cNvSpPr>
            <a:spLocks noGrp="1"/>
          </p:cNvSpPr>
          <p:nvPr/>
        </p:nvSpPr>
        <p:spPr>
          <a:xfrm>
            <a:off x="2210032" y="1890368"/>
            <a:ext cx="24757" cy="24757"/>
          </a:xfrm>
          <a:prstGeom prst="ellipse">
            <a:avLst/>
          </a:prstGeom>
          <a:solidFill>
            <a:srgbClr val="7D8990">
              <a:alpha val="40000"/>
            </a:srgbClr>
          </a:solidFill>
          <a:ln w="0">
            <a:noFill/>
            <a:prstDash val="solid"/>
          </a:ln>
        </p:spPr>
      </p:sp>
      <p:sp>
        <p:nvSpPr>
          <p:cNvPr id="1616" name="LigandSeek2_vs_LigandSeek1_ellipse_7130">
            <a:extLst>
              <a:ext uri="{FF2B5EF4-FFF2-40B4-BE49-F238E27FC236}">
                <a16:creationId xmlns:a16="http://schemas.microsoft.com/office/drawing/2014/main" id="{1C532D7C-3CF0-4AF8-B0A9-0690DF682BD5}"/>
              </a:ext>
            </a:extLst>
          </p:cNvPr>
          <p:cNvSpPr>
            <a:spLocks noGrp="1"/>
          </p:cNvSpPr>
          <p:nvPr/>
        </p:nvSpPr>
        <p:spPr>
          <a:xfrm>
            <a:off x="2166153" y="1498358"/>
            <a:ext cx="24757" cy="24757"/>
          </a:xfrm>
          <a:prstGeom prst="ellipse">
            <a:avLst/>
          </a:prstGeom>
          <a:solidFill>
            <a:srgbClr val="7D8990">
              <a:alpha val="40000"/>
            </a:srgbClr>
          </a:solidFill>
          <a:ln w="0">
            <a:noFill/>
            <a:prstDash val="solid"/>
          </a:ln>
        </p:spPr>
      </p:sp>
      <p:sp>
        <p:nvSpPr>
          <p:cNvPr id="1617" name="LigandSeek2_vs_LigandSeek1_ellipse_7131">
            <a:extLst>
              <a:ext uri="{FF2B5EF4-FFF2-40B4-BE49-F238E27FC236}">
                <a16:creationId xmlns:a16="http://schemas.microsoft.com/office/drawing/2014/main" id="{B6809D79-FD87-490F-943C-0C9989E77EDA}"/>
              </a:ext>
            </a:extLst>
          </p:cNvPr>
          <p:cNvSpPr>
            <a:spLocks noGrp="1"/>
          </p:cNvSpPr>
          <p:nvPr/>
        </p:nvSpPr>
        <p:spPr>
          <a:xfrm>
            <a:off x="2174943" y="1841971"/>
            <a:ext cx="24757" cy="24757"/>
          </a:xfrm>
          <a:prstGeom prst="ellipse">
            <a:avLst/>
          </a:prstGeom>
          <a:solidFill>
            <a:srgbClr val="7D8990">
              <a:alpha val="40000"/>
            </a:srgbClr>
          </a:solidFill>
          <a:ln w="0">
            <a:noFill/>
            <a:prstDash val="solid"/>
          </a:ln>
        </p:spPr>
      </p:sp>
      <p:sp>
        <p:nvSpPr>
          <p:cNvPr id="1618" name="LigandSeek2_vs_LigandSeek1_ellipse_7132">
            <a:extLst>
              <a:ext uri="{FF2B5EF4-FFF2-40B4-BE49-F238E27FC236}">
                <a16:creationId xmlns:a16="http://schemas.microsoft.com/office/drawing/2014/main" id="{9F62BD40-F8A6-485C-87CF-131992F1AF8E}"/>
              </a:ext>
            </a:extLst>
          </p:cNvPr>
          <p:cNvSpPr>
            <a:spLocks noGrp="1"/>
          </p:cNvSpPr>
          <p:nvPr/>
        </p:nvSpPr>
        <p:spPr>
          <a:xfrm>
            <a:off x="2175519" y="1890368"/>
            <a:ext cx="24757" cy="24757"/>
          </a:xfrm>
          <a:prstGeom prst="ellipse">
            <a:avLst/>
          </a:prstGeom>
          <a:solidFill>
            <a:srgbClr val="7D8990">
              <a:alpha val="40000"/>
            </a:srgbClr>
          </a:solidFill>
          <a:ln w="0">
            <a:noFill/>
            <a:prstDash val="solid"/>
          </a:ln>
        </p:spPr>
      </p:sp>
      <p:sp>
        <p:nvSpPr>
          <p:cNvPr id="1619" name="LigandSeek2_vs_LigandSeek1_ellipse_7133">
            <a:extLst>
              <a:ext uri="{FF2B5EF4-FFF2-40B4-BE49-F238E27FC236}">
                <a16:creationId xmlns:a16="http://schemas.microsoft.com/office/drawing/2014/main" id="{A3B09EEC-D233-4A8B-90F5-52D5A8088577}"/>
              </a:ext>
            </a:extLst>
          </p:cNvPr>
          <p:cNvSpPr>
            <a:spLocks noGrp="1"/>
          </p:cNvSpPr>
          <p:nvPr/>
        </p:nvSpPr>
        <p:spPr>
          <a:xfrm>
            <a:off x="2210916" y="1280575"/>
            <a:ext cx="24757" cy="24757"/>
          </a:xfrm>
          <a:prstGeom prst="ellipse">
            <a:avLst/>
          </a:prstGeom>
          <a:solidFill>
            <a:srgbClr val="7D8990">
              <a:alpha val="40000"/>
            </a:srgbClr>
          </a:solidFill>
          <a:ln w="0">
            <a:noFill/>
            <a:prstDash val="solid"/>
          </a:ln>
        </p:spPr>
      </p:sp>
      <p:sp>
        <p:nvSpPr>
          <p:cNvPr id="1620" name="LigandSeek2_vs_LigandSeek1_ellipse_7134">
            <a:extLst>
              <a:ext uri="{FF2B5EF4-FFF2-40B4-BE49-F238E27FC236}">
                <a16:creationId xmlns:a16="http://schemas.microsoft.com/office/drawing/2014/main" id="{5081FB9D-8215-4B21-A4EA-B4C5B523DE15}"/>
              </a:ext>
            </a:extLst>
          </p:cNvPr>
          <p:cNvSpPr>
            <a:spLocks noGrp="1"/>
          </p:cNvSpPr>
          <p:nvPr/>
        </p:nvSpPr>
        <p:spPr>
          <a:xfrm>
            <a:off x="2163324" y="1759698"/>
            <a:ext cx="24757" cy="24757"/>
          </a:xfrm>
          <a:prstGeom prst="ellipse">
            <a:avLst/>
          </a:prstGeom>
          <a:solidFill>
            <a:srgbClr val="7D8990">
              <a:alpha val="40000"/>
            </a:srgbClr>
          </a:solidFill>
          <a:ln w="0">
            <a:noFill/>
            <a:prstDash val="solid"/>
          </a:ln>
        </p:spPr>
      </p:sp>
      <p:sp>
        <p:nvSpPr>
          <p:cNvPr id="1621" name="LigandSeek2_vs_LigandSeek1_ellipse_7135">
            <a:extLst>
              <a:ext uri="{FF2B5EF4-FFF2-40B4-BE49-F238E27FC236}">
                <a16:creationId xmlns:a16="http://schemas.microsoft.com/office/drawing/2014/main" id="{00950EA1-4E6F-4C85-BFD0-8926B11E34C3}"/>
              </a:ext>
            </a:extLst>
          </p:cNvPr>
          <p:cNvSpPr>
            <a:spLocks noGrp="1"/>
          </p:cNvSpPr>
          <p:nvPr/>
        </p:nvSpPr>
        <p:spPr>
          <a:xfrm>
            <a:off x="2214728" y="1890368"/>
            <a:ext cx="24757" cy="24757"/>
          </a:xfrm>
          <a:prstGeom prst="ellipse">
            <a:avLst/>
          </a:prstGeom>
          <a:solidFill>
            <a:srgbClr val="7D8990">
              <a:alpha val="40000"/>
            </a:srgbClr>
          </a:solidFill>
          <a:ln w="0">
            <a:noFill/>
            <a:prstDash val="solid"/>
          </a:ln>
        </p:spPr>
      </p:sp>
      <p:sp>
        <p:nvSpPr>
          <p:cNvPr id="1622" name="LigandSeek2_vs_LigandSeek1_ellipse_7136">
            <a:extLst>
              <a:ext uri="{FF2B5EF4-FFF2-40B4-BE49-F238E27FC236}">
                <a16:creationId xmlns:a16="http://schemas.microsoft.com/office/drawing/2014/main" id="{CBDAC987-50D1-46D9-9FF9-1A22C2B0A02E}"/>
              </a:ext>
            </a:extLst>
          </p:cNvPr>
          <p:cNvSpPr>
            <a:spLocks noGrp="1"/>
          </p:cNvSpPr>
          <p:nvPr/>
        </p:nvSpPr>
        <p:spPr>
          <a:xfrm>
            <a:off x="2191448" y="1263153"/>
            <a:ext cx="24757" cy="24757"/>
          </a:xfrm>
          <a:prstGeom prst="ellipse">
            <a:avLst/>
          </a:prstGeom>
          <a:solidFill>
            <a:srgbClr val="7D8990">
              <a:alpha val="40000"/>
            </a:srgbClr>
          </a:solidFill>
          <a:ln w="0">
            <a:noFill/>
            <a:prstDash val="solid"/>
          </a:ln>
        </p:spPr>
      </p:sp>
      <p:sp>
        <p:nvSpPr>
          <p:cNvPr id="1623" name="LigandSeek2_vs_LigandSeek1_ellipse_7137">
            <a:extLst>
              <a:ext uri="{FF2B5EF4-FFF2-40B4-BE49-F238E27FC236}">
                <a16:creationId xmlns:a16="http://schemas.microsoft.com/office/drawing/2014/main" id="{05CC006C-7FC4-46FD-9E48-EB41FDD8EB6F}"/>
              </a:ext>
            </a:extLst>
          </p:cNvPr>
          <p:cNvSpPr>
            <a:spLocks noGrp="1"/>
          </p:cNvSpPr>
          <p:nvPr/>
        </p:nvSpPr>
        <p:spPr>
          <a:xfrm>
            <a:off x="2182398" y="845009"/>
            <a:ext cx="24757" cy="24757"/>
          </a:xfrm>
          <a:prstGeom prst="ellipse">
            <a:avLst/>
          </a:prstGeom>
          <a:solidFill>
            <a:srgbClr val="7D8990">
              <a:alpha val="40000"/>
            </a:srgbClr>
          </a:solidFill>
          <a:ln w="0">
            <a:noFill/>
            <a:prstDash val="solid"/>
          </a:ln>
        </p:spPr>
      </p:sp>
      <p:sp>
        <p:nvSpPr>
          <p:cNvPr id="1624" name="LigandSeek2_vs_LigandSeek1_ellipse_7138">
            <a:extLst>
              <a:ext uri="{FF2B5EF4-FFF2-40B4-BE49-F238E27FC236}">
                <a16:creationId xmlns:a16="http://schemas.microsoft.com/office/drawing/2014/main" id="{11BC1481-4125-43A3-B372-769BB3512C5F}"/>
              </a:ext>
            </a:extLst>
          </p:cNvPr>
          <p:cNvSpPr>
            <a:spLocks noGrp="1"/>
          </p:cNvSpPr>
          <p:nvPr/>
        </p:nvSpPr>
        <p:spPr>
          <a:xfrm>
            <a:off x="2138018" y="1541915"/>
            <a:ext cx="24757" cy="24757"/>
          </a:xfrm>
          <a:prstGeom prst="ellipse">
            <a:avLst/>
          </a:prstGeom>
          <a:solidFill>
            <a:srgbClr val="7D8990">
              <a:alpha val="40000"/>
            </a:srgbClr>
          </a:solidFill>
          <a:ln w="0">
            <a:noFill/>
            <a:prstDash val="solid"/>
          </a:ln>
        </p:spPr>
      </p:sp>
      <p:sp>
        <p:nvSpPr>
          <p:cNvPr id="1625" name="LigandSeek2_vs_LigandSeek1_ellipse_7139">
            <a:extLst>
              <a:ext uri="{FF2B5EF4-FFF2-40B4-BE49-F238E27FC236}">
                <a16:creationId xmlns:a16="http://schemas.microsoft.com/office/drawing/2014/main" id="{BDFAEF56-17DC-462C-A213-D381FF2A5364}"/>
              </a:ext>
            </a:extLst>
          </p:cNvPr>
          <p:cNvSpPr>
            <a:spLocks noGrp="1"/>
          </p:cNvSpPr>
          <p:nvPr/>
        </p:nvSpPr>
        <p:spPr>
          <a:xfrm>
            <a:off x="2207761" y="1890368"/>
            <a:ext cx="24757" cy="24757"/>
          </a:xfrm>
          <a:prstGeom prst="ellipse">
            <a:avLst/>
          </a:prstGeom>
          <a:solidFill>
            <a:srgbClr val="7D8990">
              <a:alpha val="40000"/>
            </a:srgbClr>
          </a:solidFill>
          <a:ln w="0">
            <a:noFill/>
            <a:prstDash val="solid"/>
          </a:ln>
        </p:spPr>
      </p:sp>
      <p:sp>
        <p:nvSpPr>
          <p:cNvPr id="1626" name="LigandSeek2_vs_LigandSeek1_ellipse_7140">
            <a:extLst>
              <a:ext uri="{FF2B5EF4-FFF2-40B4-BE49-F238E27FC236}">
                <a16:creationId xmlns:a16="http://schemas.microsoft.com/office/drawing/2014/main" id="{7FDF14AB-952A-44D6-AF90-B2F773810157}"/>
              </a:ext>
            </a:extLst>
          </p:cNvPr>
          <p:cNvSpPr>
            <a:spLocks noGrp="1"/>
          </p:cNvSpPr>
          <p:nvPr/>
        </p:nvSpPr>
        <p:spPr>
          <a:xfrm>
            <a:off x="2160728" y="845009"/>
            <a:ext cx="24757" cy="24757"/>
          </a:xfrm>
          <a:prstGeom prst="ellipse">
            <a:avLst/>
          </a:prstGeom>
          <a:solidFill>
            <a:srgbClr val="7D8990">
              <a:alpha val="40000"/>
            </a:srgbClr>
          </a:solidFill>
          <a:ln w="0">
            <a:noFill/>
            <a:prstDash val="solid"/>
          </a:ln>
        </p:spPr>
      </p:sp>
      <p:sp>
        <p:nvSpPr>
          <p:cNvPr id="1627" name="LigandSeek2_vs_LigandSeek1_ellipse_7141">
            <a:extLst>
              <a:ext uri="{FF2B5EF4-FFF2-40B4-BE49-F238E27FC236}">
                <a16:creationId xmlns:a16="http://schemas.microsoft.com/office/drawing/2014/main" id="{8C574501-3668-4F8C-A6AC-C3C7E8443C90}"/>
              </a:ext>
            </a:extLst>
          </p:cNvPr>
          <p:cNvSpPr>
            <a:spLocks noGrp="1"/>
          </p:cNvSpPr>
          <p:nvPr/>
        </p:nvSpPr>
        <p:spPr>
          <a:xfrm>
            <a:off x="2177197" y="1890368"/>
            <a:ext cx="24757" cy="24757"/>
          </a:xfrm>
          <a:prstGeom prst="ellipse">
            <a:avLst/>
          </a:prstGeom>
          <a:solidFill>
            <a:srgbClr val="7D8990">
              <a:alpha val="40000"/>
            </a:srgbClr>
          </a:solidFill>
          <a:ln w="0">
            <a:noFill/>
            <a:prstDash val="solid"/>
          </a:ln>
        </p:spPr>
      </p:sp>
      <p:sp>
        <p:nvSpPr>
          <p:cNvPr id="1628" name="LigandSeek2_vs_LigandSeek1_ellipse_7142">
            <a:extLst>
              <a:ext uri="{FF2B5EF4-FFF2-40B4-BE49-F238E27FC236}">
                <a16:creationId xmlns:a16="http://schemas.microsoft.com/office/drawing/2014/main" id="{B5D05F80-3DAF-4959-B243-4E327190A90B}"/>
              </a:ext>
            </a:extLst>
          </p:cNvPr>
          <p:cNvSpPr>
            <a:spLocks noGrp="1"/>
          </p:cNvSpPr>
          <p:nvPr/>
        </p:nvSpPr>
        <p:spPr>
          <a:xfrm>
            <a:off x="2207016" y="1442357"/>
            <a:ext cx="24757" cy="24757"/>
          </a:xfrm>
          <a:prstGeom prst="ellipse">
            <a:avLst/>
          </a:prstGeom>
          <a:solidFill>
            <a:srgbClr val="7D8990">
              <a:alpha val="40000"/>
            </a:srgbClr>
          </a:solidFill>
          <a:ln w="0">
            <a:noFill/>
            <a:prstDash val="solid"/>
          </a:ln>
        </p:spPr>
      </p:sp>
      <p:sp>
        <p:nvSpPr>
          <p:cNvPr id="1629" name="LigandSeek2_vs_LigandSeek1_ellipse_7143">
            <a:extLst>
              <a:ext uri="{FF2B5EF4-FFF2-40B4-BE49-F238E27FC236}">
                <a16:creationId xmlns:a16="http://schemas.microsoft.com/office/drawing/2014/main" id="{49F8D5F5-52B9-481B-BAFB-A74AC82D4B6B}"/>
              </a:ext>
            </a:extLst>
          </p:cNvPr>
          <p:cNvSpPr>
            <a:spLocks noGrp="1"/>
          </p:cNvSpPr>
          <p:nvPr/>
        </p:nvSpPr>
        <p:spPr>
          <a:xfrm>
            <a:off x="2214843" y="1825881"/>
            <a:ext cx="24757" cy="24757"/>
          </a:xfrm>
          <a:prstGeom prst="ellipse">
            <a:avLst/>
          </a:prstGeom>
          <a:solidFill>
            <a:srgbClr val="7D8990">
              <a:alpha val="40000"/>
            </a:srgbClr>
          </a:solidFill>
          <a:ln w="0">
            <a:noFill/>
            <a:prstDash val="solid"/>
          </a:ln>
        </p:spPr>
      </p:sp>
      <p:sp>
        <p:nvSpPr>
          <p:cNvPr id="1630" name="LigandSeek2_vs_LigandSeek1_ellipse_7144">
            <a:extLst>
              <a:ext uri="{FF2B5EF4-FFF2-40B4-BE49-F238E27FC236}">
                <a16:creationId xmlns:a16="http://schemas.microsoft.com/office/drawing/2014/main" id="{6E7957BD-BF8F-48D2-A101-6014A426E815}"/>
              </a:ext>
            </a:extLst>
          </p:cNvPr>
          <p:cNvSpPr>
            <a:spLocks noGrp="1"/>
          </p:cNvSpPr>
          <p:nvPr/>
        </p:nvSpPr>
        <p:spPr>
          <a:xfrm>
            <a:off x="2194091" y="1890368"/>
            <a:ext cx="24757" cy="24757"/>
          </a:xfrm>
          <a:prstGeom prst="ellipse">
            <a:avLst/>
          </a:prstGeom>
          <a:solidFill>
            <a:srgbClr val="7D8990">
              <a:alpha val="40000"/>
            </a:srgbClr>
          </a:solidFill>
          <a:ln w="0">
            <a:noFill/>
            <a:prstDash val="solid"/>
          </a:ln>
        </p:spPr>
      </p:sp>
      <p:sp>
        <p:nvSpPr>
          <p:cNvPr id="1631" name="LigandSeek2_vs_LigandSeek1_ellipse_7145">
            <a:extLst>
              <a:ext uri="{FF2B5EF4-FFF2-40B4-BE49-F238E27FC236}">
                <a16:creationId xmlns:a16="http://schemas.microsoft.com/office/drawing/2014/main" id="{0BD48861-5E99-471A-B274-18A2A43AEB18}"/>
              </a:ext>
            </a:extLst>
          </p:cNvPr>
          <p:cNvSpPr>
            <a:spLocks noGrp="1"/>
          </p:cNvSpPr>
          <p:nvPr/>
        </p:nvSpPr>
        <p:spPr>
          <a:xfrm>
            <a:off x="2156387" y="1488443"/>
            <a:ext cx="24757" cy="24757"/>
          </a:xfrm>
          <a:prstGeom prst="ellipse">
            <a:avLst/>
          </a:prstGeom>
          <a:solidFill>
            <a:srgbClr val="7D8990">
              <a:alpha val="40000"/>
            </a:srgbClr>
          </a:solidFill>
          <a:ln w="0">
            <a:noFill/>
            <a:prstDash val="solid"/>
          </a:ln>
        </p:spPr>
      </p:sp>
      <p:sp>
        <p:nvSpPr>
          <p:cNvPr id="1632" name="LigandSeek2_vs_LigandSeek1_ellipse_7146">
            <a:extLst>
              <a:ext uri="{FF2B5EF4-FFF2-40B4-BE49-F238E27FC236}">
                <a16:creationId xmlns:a16="http://schemas.microsoft.com/office/drawing/2014/main" id="{193752F5-9AC6-449C-BA9A-3413E2961E0C}"/>
              </a:ext>
            </a:extLst>
          </p:cNvPr>
          <p:cNvSpPr>
            <a:spLocks noGrp="1"/>
          </p:cNvSpPr>
          <p:nvPr/>
        </p:nvSpPr>
        <p:spPr>
          <a:xfrm>
            <a:off x="2165827" y="1681296"/>
            <a:ext cx="24757" cy="24757"/>
          </a:xfrm>
          <a:prstGeom prst="ellipse">
            <a:avLst/>
          </a:prstGeom>
          <a:solidFill>
            <a:srgbClr val="7D8990">
              <a:alpha val="40000"/>
            </a:srgbClr>
          </a:solidFill>
          <a:ln w="0">
            <a:noFill/>
            <a:prstDash val="solid"/>
          </a:ln>
        </p:spPr>
      </p:sp>
      <p:sp>
        <p:nvSpPr>
          <p:cNvPr id="1633" name="LigandSeek2_vs_LigandSeek1_ellipse_7147">
            <a:extLst>
              <a:ext uri="{FF2B5EF4-FFF2-40B4-BE49-F238E27FC236}">
                <a16:creationId xmlns:a16="http://schemas.microsoft.com/office/drawing/2014/main" id="{F9FDA202-424D-42D0-84D2-3949AC5A871A}"/>
              </a:ext>
            </a:extLst>
          </p:cNvPr>
          <p:cNvSpPr>
            <a:spLocks noGrp="1"/>
          </p:cNvSpPr>
          <p:nvPr/>
        </p:nvSpPr>
        <p:spPr>
          <a:xfrm>
            <a:off x="2205762" y="845009"/>
            <a:ext cx="24757" cy="24757"/>
          </a:xfrm>
          <a:prstGeom prst="ellipse">
            <a:avLst/>
          </a:prstGeom>
          <a:solidFill>
            <a:srgbClr val="7D8990">
              <a:alpha val="40000"/>
            </a:srgbClr>
          </a:solidFill>
          <a:ln w="0">
            <a:noFill/>
            <a:prstDash val="solid"/>
          </a:ln>
        </p:spPr>
      </p:sp>
      <p:sp>
        <p:nvSpPr>
          <p:cNvPr id="1634" name="LigandSeek2_vs_LigandSeek1_ellipse_7148">
            <a:extLst>
              <a:ext uri="{FF2B5EF4-FFF2-40B4-BE49-F238E27FC236}">
                <a16:creationId xmlns:a16="http://schemas.microsoft.com/office/drawing/2014/main" id="{6B78EF34-45A3-426E-99E1-999A4F13D800}"/>
              </a:ext>
            </a:extLst>
          </p:cNvPr>
          <p:cNvSpPr>
            <a:spLocks noGrp="1"/>
          </p:cNvSpPr>
          <p:nvPr/>
        </p:nvSpPr>
        <p:spPr>
          <a:xfrm>
            <a:off x="2140930" y="1826736"/>
            <a:ext cx="24757" cy="24757"/>
          </a:xfrm>
          <a:prstGeom prst="ellipse">
            <a:avLst/>
          </a:prstGeom>
          <a:solidFill>
            <a:srgbClr val="7D8990">
              <a:alpha val="40000"/>
            </a:srgbClr>
          </a:solidFill>
          <a:ln w="0">
            <a:noFill/>
            <a:prstDash val="solid"/>
          </a:ln>
        </p:spPr>
      </p:sp>
      <p:sp>
        <p:nvSpPr>
          <p:cNvPr id="1635" name="LigandSeek2_vs_LigandSeek1_ellipse_7149">
            <a:extLst>
              <a:ext uri="{FF2B5EF4-FFF2-40B4-BE49-F238E27FC236}">
                <a16:creationId xmlns:a16="http://schemas.microsoft.com/office/drawing/2014/main" id="{98E65B20-6815-46AB-980E-EA6218DDF62B}"/>
              </a:ext>
            </a:extLst>
          </p:cNvPr>
          <p:cNvSpPr>
            <a:spLocks noGrp="1"/>
          </p:cNvSpPr>
          <p:nvPr/>
        </p:nvSpPr>
        <p:spPr>
          <a:xfrm>
            <a:off x="2173770" y="1777120"/>
            <a:ext cx="24757" cy="24757"/>
          </a:xfrm>
          <a:prstGeom prst="ellipse">
            <a:avLst/>
          </a:prstGeom>
          <a:solidFill>
            <a:srgbClr val="7D8990">
              <a:alpha val="40000"/>
            </a:srgbClr>
          </a:solidFill>
          <a:ln w="0">
            <a:noFill/>
            <a:prstDash val="solid"/>
          </a:ln>
        </p:spPr>
      </p:sp>
      <p:sp>
        <p:nvSpPr>
          <p:cNvPr id="1636" name="LigandSeek2_vs_LigandSeek1_ellipse_7150">
            <a:extLst>
              <a:ext uri="{FF2B5EF4-FFF2-40B4-BE49-F238E27FC236}">
                <a16:creationId xmlns:a16="http://schemas.microsoft.com/office/drawing/2014/main" id="{A6E385D6-C5D9-45C5-842B-367DA70CC41D}"/>
              </a:ext>
            </a:extLst>
          </p:cNvPr>
          <p:cNvSpPr>
            <a:spLocks noGrp="1"/>
          </p:cNvSpPr>
          <p:nvPr/>
        </p:nvSpPr>
        <p:spPr>
          <a:xfrm>
            <a:off x="2148778" y="1716141"/>
            <a:ext cx="24757" cy="24757"/>
          </a:xfrm>
          <a:prstGeom prst="ellipse">
            <a:avLst/>
          </a:prstGeom>
          <a:solidFill>
            <a:srgbClr val="7D8990">
              <a:alpha val="40000"/>
            </a:srgbClr>
          </a:solidFill>
          <a:ln w="0">
            <a:noFill/>
            <a:prstDash val="solid"/>
          </a:ln>
        </p:spPr>
      </p:sp>
      <p:sp>
        <p:nvSpPr>
          <p:cNvPr id="1637" name="LigandSeek2_vs_LigandSeek1_ellipse_7151">
            <a:extLst>
              <a:ext uri="{FF2B5EF4-FFF2-40B4-BE49-F238E27FC236}">
                <a16:creationId xmlns:a16="http://schemas.microsoft.com/office/drawing/2014/main" id="{1403B507-9976-4037-9EA6-362659AED93B}"/>
              </a:ext>
            </a:extLst>
          </p:cNvPr>
          <p:cNvSpPr>
            <a:spLocks noGrp="1"/>
          </p:cNvSpPr>
          <p:nvPr/>
        </p:nvSpPr>
        <p:spPr>
          <a:xfrm>
            <a:off x="2167898" y="1890368"/>
            <a:ext cx="24757" cy="24757"/>
          </a:xfrm>
          <a:prstGeom prst="ellipse">
            <a:avLst/>
          </a:prstGeom>
          <a:solidFill>
            <a:srgbClr val="7D8990">
              <a:alpha val="40000"/>
            </a:srgbClr>
          </a:solidFill>
          <a:ln w="0">
            <a:noFill/>
            <a:prstDash val="solid"/>
          </a:ln>
        </p:spPr>
      </p:sp>
      <p:sp>
        <p:nvSpPr>
          <p:cNvPr id="1638" name="LigandSeek2_vs_LigandSeek1_ellipse_7152">
            <a:extLst>
              <a:ext uri="{FF2B5EF4-FFF2-40B4-BE49-F238E27FC236}">
                <a16:creationId xmlns:a16="http://schemas.microsoft.com/office/drawing/2014/main" id="{B4892B02-BEA0-40FE-B496-F499D620C7F0}"/>
              </a:ext>
            </a:extLst>
          </p:cNvPr>
          <p:cNvSpPr>
            <a:spLocks noGrp="1"/>
          </p:cNvSpPr>
          <p:nvPr/>
        </p:nvSpPr>
        <p:spPr>
          <a:xfrm>
            <a:off x="2154151" y="1890368"/>
            <a:ext cx="24757" cy="24757"/>
          </a:xfrm>
          <a:prstGeom prst="ellipse">
            <a:avLst/>
          </a:prstGeom>
          <a:solidFill>
            <a:srgbClr val="7D8990">
              <a:alpha val="40000"/>
            </a:srgbClr>
          </a:solidFill>
          <a:ln w="0">
            <a:noFill/>
            <a:prstDash val="solid"/>
          </a:ln>
        </p:spPr>
      </p:sp>
      <p:sp>
        <p:nvSpPr>
          <p:cNvPr id="1639" name="LigandSeek2_vs_LigandSeek1_ellipse_7153">
            <a:extLst>
              <a:ext uri="{FF2B5EF4-FFF2-40B4-BE49-F238E27FC236}">
                <a16:creationId xmlns:a16="http://schemas.microsoft.com/office/drawing/2014/main" id="{035736A9-CF68-475D-83BE-84E460B08FEE}"/>
              </a:ext>
            </a:extLst>
          </p:cNvPr>
          <p:cNvSpPr>
            <a:spLocks noGrp="1"/>
          </p:cNvSpPr>
          <p:nvPr/>
        </p:nvSpPr>
        <p:spPr>
          <a:xfrm>
            <a:off x="2179772" y="1890273"/>
            <a:ext cx="24757" cy="24757"/>
          </a:xfrm>
          <a:prstGeom prst="ellipse">
            <a:avLst/>
          </a:prstGeom>
          <a:solidFill>
            <a:srgbClr val="7D8990">
              <a:alpha val="40000"/>
            </a:srgbClr>
          </a:solidFill>
          <a:ln w="0">
            <a:noFill/>
            <a:prstDash val="solid"/>
          </a:ln>
        </p:spPr>
      </p:sp>
      <p:sp>
        <p:nvSpPr>
          <p:cNvPr id="1640" name="LigandSeek2_vs_LigandSeek1_ellipse_7154">
            <a:extLst>
              <a:ext uri="{FF2B5EF4-FFF2-40B4-BE49-F238E27FC236}">
                <a16:creationId xmlns:a16="http://schemas.microsoft.com/office/drawing/2014/main" id="{746CB464-FBB8-4BC7-9DC6-7AA740ED59B8}"/>
              </a:ext>
            </a:extLst>
          </p:cNvPr>
          <p:cNvSpPr>
            <a:spLocks noGrp="1"/>
          </p:cNvSpPr>
          <p:nvPr/>
        </p:nvSpPr>
        <p:spPr>
          <a:xfrm>
            <a:off x="2207448" y="1890368"/>
            <a:ext cx="24757" cy="24757"/>
          </a:xfrm>
          <a:prstGeom prst="ellipse">
            <a:avLst/>
          </a:prstGeom>
          <a:solidFill>
            <a:srgbClr val="7D8990">
              <a:alpha val="40000"/>
            </a:srgbClr>
          </a:solidFill>
          <a:ln w="0">
            <a:noFill/>
            <a:prstDash val="solid"/>
          </a:ln>
        </p:spPr>
      </p:sp>
      <p:sp>
        <p:nvSpPr>
          <p:cNvPr id="1641" name="LigandSeek2_vs_LigandSeek1_ellipse_7155">
            <a:extLst>
              <a:ext uri="{FF2B5EF4-FFF2-40B4-BE49-F238E27FC236}">
                <a16:creationId xmlns:a16="http://schemas.microsoft.com/office/drawing/2014/main" id="{6E50B739-2620-4F15-AD2C-03A89E5E2E2E}"/>
              </a:ext>
            </a:extLst>
          </p:cNvPr>
          <p:cNvSpPr>
            <a:spLocks noGrp="1"/>
          </p:cNvSpPr>
          <p:nvPr/>
        </p:nvSpPr>
        <p:spPr>
          <a:xfrm>
            <a:off x="2180669" y="1890368"/>
            <a:ext cx="24757" cy="24757"/>
          </a:xfrm>
          <a:prstGeom prst="ellipse">
            <a:avLst/>
          </a:prstGeom>
          <a:solidFill>
            <a:srgbClr val="7D8990">
              <a:alpha val="40000"/>
            </a:srgbClr>
          </a:solidFill>
          <a:ln w="0">
            <a:noFill/>
            <a:prstDash val="solid"/>
          </a:ln>
        </p:spPr>
      </p:sp>
      <p:sp>
        <p:nvSpPr>
          <p:cNvPr id="1642" name="LigandSeek2_vs_LigandSeek1_ellipse_7156">
            <a:extLst>
              <a:ext uri="{FF2B5EF4-FFF2-40B4-BE49-F238E27FC236}">
                <a16:creationId xmlns:a16="http://schemas.microsoft.com/office/drawing/2014/main" id="{54F03E5A-FAB4-4D14-A365-826C13AA5E0E}"/>
              </a:ext>
            </a:extLst>
          </p:cNvPr>
          <p:cNvSpPr>
            <a:spLocks noGrp="1"/>
          </p:cNvSpPr>
          <p:nvPr/>
        </p:nvSpPr>
        <p:spPr>
          <a:xfrm>
            <a:off x="1111301" y="1256298"/>
            <a:ext cx="24757" cy="24757"/>
          </a:xfrm>
          <a:prstGeom prst="ellipse">
            <a:avLst/>
          </a:prstGeom>
          <a:solidFill>
            <a:srgbClr val="B08A60">
              <a:alpha val="40000"/>
            </a:srgbClr>
          </a:solidFill>
          <a:ln w="0">
            <a:noFill/>
            <a:prstDash val="solid"/>
          </a:ln>
        </p:spPr>
      </p:sp>
      <p:sp>
        <p:nvSpPr>
          <p:cNvPr id="1643" name="LigandSeek2_vs_LigandSeek1_ellipse_7157">
            <a:extLst>
              <a:ext uri="{FF2B5EF4-FFF2-40B4-BE49-F238E27FC236}">
                <a16:creationId xmlns:a16="http://schemas.microsoft.com/office/drawing/2014/main" id="{7963912A-61FE-4549-AC92-22D06C9410FE}"/>
              </a:ext>
            </a:extLst>
          </p:cNvPr>
          <p:cNvSpPr>
            <a:spLocks noGrp="1"/>
          </p:cNvSpPr>
          <p:nvPr/>
        </p:nvSpPr>
        <p:spPr>
          <a:xfrm>
            <a:off x="1043322" y="1835681"/>
            <a:ext cx="24757" cy="24757"/>
          </a:xfrm>
          <a:prstGeom prst="ellipse">
            <a:avLst/>
          </a:prstGeom>
          <a:solidFill>
            <a:srgbClr val="B08A60">
              <a:alpha val="40000"/>
            </a:srgbClr>
          </a:solidFill>
          <a:ln w="0">
            <a:noFill/>
            <a:prstDash val="solid"/>
          </a:ln>
        </p:spPr>
      </p:sp>
      <p:sp>
        <p:nvSpPr>
          <p:cNvPr id="1644" name="LigandSeek2_vs_LigandSeek1_ellipse_7158">
            <a:extLst>
              <a:ext uri="{FF2B5EF4-FFF2-40B4-BE49-F238E27FC236}">
                <a16:creationId xmlns:a16="http://schemas.microsoft.com/office/drawing/2014/main" id="{C0A7045E-8230-4AFA-87FD-89287C9CE5A9}"/>
              </a:ext>
            </a:extLst>
          </p:cNvPr>
          <p:cNvSpPr>
            <a:spLocks noGrp="1"/>
          </p:cNvSpPr>
          <p:nvPr/>
        </p:nvSpPr>
        <p:spPr>
          <a:xfrm>
            <a:off x="1087555" y="1071698"/>
            <a:ext cx="24757" cy="24757"/>
          </a:xfrm>
          <a:prstGeom prst="ellipse">
            <a:avLst/>
          </a:prstGeom>
          <a:solidFill>
            <a:srgbClr val="B08A60">
              <a:alpha val="40000"/>
            </a:srgbClr>
          </a:solidFill>
          <a:ln w="0">
            <a:noFill/>
            <a:prstDash val="solid"/>
          </a:ln>
        </p:spPr>
      </p:sp>
      <p:sp>
        <p:nvSpPr>
          <p:cNvPr id="1645" name="LigandSeek2_vs_LigandSeek1_ellipse_7159">
            <a:extLst>
              <a:ext uri="{FF2B5EF4-FFF2-40B4-BE49-F238E27FC236}">
                <a16:creationId xmlns:a16="http://schemas.microsoft.com/office/drawing/2014/main" id="{5F9A3DB9-A70B-449C-82A0-D37CC0D2CCA1}"/>
              </a:ext>
            </a:extLst>
          </p:cNvPr>
          <p:cNvSpPr>
            <a:spLocks noGrp="1"/>
          </p:cNvSpPr>
          <p:nvPr/>
        </p:nvSpPr>
        <p:spPr>
          <a:xfrm>
            <a:off x="1041427" y="1890368"/>
            <a:ext cx="24757" cy="24757"/>
          </a:xfrm>
          <a:prstGeom prst="ellipse">
            <a:avLst/>
          </a:prstGeom>
          <a:solidFill>
            <a:srgbClr val="B08A60">
              <a:alpha val="40000"/>
            </a:srgbClr>
          </a:solidFill>
          <a:ln w="0">
            <a:noFill/>
            <a:prstDash val="solid"/>
          </a:ln>
        </p:spPr>
      </p:sp>
      <p:sp>
        <p:nvSpPr>
          <p:cNvPr id="1646" name="LigandSeek2_vs_LigandSeek1_ellipse_7160">
            <a:extLst>
              <a:ext uri="{FF2B5EF4-FFF2-40B4-BE49-F238E27FC236}">
                <a16:creationId xmlns:a16="http://schemas.microsoft.com/office/drawing/2014/main" id="{16300222-93BD-4859-B625-FD5E55432AF2}"/>
              </a:ext>
            </a:extLst>
          </p:cNvPr>
          <p:cNvSpPr>
            <a:spLocks noGrp="1"/>
          </p:cNvSpPr>
          <p:nvPr/>
        </p:nvSpPr>
        <p:spPr>
          <a:xfrm>
            <a:off x="1055687" y="1090746"/>
            <a:ext cx="24757" cy="24757"/>
          </a:xfrm>
          <a:prstGeom prst="ellipse">
            <a:avLst/>
          </a:prstGeom>
          <a:solidFill>
            <a:srgbClr val="B08A60">
              <a:alpha val="40000"/>
            </a:srgbClr>
          </a:solidFill>
          <a:ln w="0">
            <a:noFill/>
            <a:prstDash val="solid"/>
          </a:ln>
        </p:spPr>
      </p:sp>
      <p:sp>
        <p:nvSpPr>
          <p:cNvPr id="1647" name="LigandSeek2_vs_LigandSeek1_ellipse_7161">
            <a:extLst>
              <a:ext uri="{FF2B5EF4-FFF2-40B4-BE49-F238E27FC236}">
                <a16:creationId xmlns:a16="http://schemas.microsoft.com/office/drawing/2014/main" id="{AB3A781C-A0D2-49CD-88A0-9DA75F51BDC2}"/>
              </a:ext>
            </a:extLst>
          </p:cNvPr>
          <p:cNvSpPr>
            <a:spLocks noGrp="1"/>
          </p:cNvSpPr>
          <p:nvPr/>
        </p:nvSpPr>
        <p:spPr>
          <a:xfrm>
            <a:off x="1100110" y="1890368"/>
            <a:ext cx="24757" cy="24757"/>
          </a:xfrm>
          <a:prstGeom prst="ellipse">
            <a:avLst/>
          </a:prstGeom>
          <a:solidFill>
            <a:srgbClr val="B08A60">
              <a:alpha val="40000"/>
            </a:srgbClr>
          </a:solidFill>
          <a:ln w="0">
            <a:noFill/>
            <a:prstDash val="solid"/>
          </a:ln>
        </p:spPr>
      </p:sp>
      <p:sp>
        <p:nvSpPr>
          <p:cNvPr id="1648" name="LigandSeek2_vs_LigandSeek1_ellipse_7162">
            <a:extLst>
              <a:ext uri="{FF2B5EF4-FFF2-40B4-BE49-F238E27FC236}">
                <a16:creationId xmlns:a16="http://schemas.microsoft.com/office/drawing/2014/main" id="{5F6017C2-4CB5-46BB-ADEF-68B7A58C4F2D}"/>
              </a:ext>
            </a:extLst>
          </p:cNvPr>
          <p:cNvSpPr>
            <a:spLocks noGrp="1"/>
          </p:cNvSpPr>
          <p:nvPr/>
        </p:nvSpPr>
        <p:spPr>
          <a:xfrm>
            <a:off x="1105898" y="1042105"/>
            <a:ext cx="24757" cy="24757"/>
          </a:xfrm>
          <a:prstGeom prst="ellipse">
            <a:avLst/>
          </a:prstGeom>
          <a:solidFill>
            <a:srgbClr val="B08A60">
              <a:alpha val="40000"/>
            </a:srgbClr>
          </a:solidFill>
          <a:ln w="0">
            <a:noFill/>
            <a:prstDash val="solid"/>
          </a:ln>
        </p:spPr>
      </p:sp>
      <p:sp>
        <p:nvSpPr>
          <p:cNvPr id="1649" name="LigandSeek2_vs_LigandSeek1_ellipse_7163">
            <a:extLst>
              <a:ext uri="{FF2B5EF4-FFF2-40B4-BE49-F238E27FC236}">
                <a16:creationId xmlns:a16="http://schemas.microsoft.com/office/drawing/2014/main" id="{3ADCAFFA-2D66-4599-A3BD-1A2D2E14F33E}"/>
              </a:ext>
            </a:extLst>
          </p:cNvPr>
          <p:cNvSpPr>
            <a:spLocks noGrp="1"/>
          </p:cNvSpPr>
          <p:nvPr/>
        </p:nvSpPr>
        <p:spPr>
          <a:xfrm>
            <a:off x="1044165" y="1043582"/>
            <a:ext cx="24757" cy="24757"/>
          </a:xfrm>
          <a:prstGeom prst="ellipse">
            <a:avLst/>
          </a:prstGeom>
          <a:solidFill>
            <a:srgbClr val="B08A60">
              <a:alpha val="40000"/>
            </a:srgbClr>
          </a:solidFill>
          <a:ln w="0">
            <a:noFill/>
            <a:prstDash val="solid"/>
          </a:ln>
        </p:spPr>
      </p:sp>
      <p:sp>
        <p:nvSpPr>
          <p:cNvPr id="1650" name="LigandSeek2_vs_LigandSeek1_ellipse_7164">
            <a:extLst>
              <a:ext uri="{FF2B5EF4-FFF2-40B4-BE49-F238E27FC236}">
                <a16:creationId xmlns:a16="http://schemas.microsoft.com/office/drawing/2014/main" id="{7E5B7772-7429-46F9-A4B7-E527A2F4BCAA}"/>
              </a:ext>
            </a:extLst>
          </p:cNvPr>
          <p:cNvSpPr>
            <a:spLocks noGrp="1"/>
          </p:cNvSpPr>
          <p:nvPr/>
        </p:nvSpPr>
        <p:spPr>
          <a:xfrm>
            <a:off x="1029902" y="1629483"/>
            <a:ext cx="24757" cy="24757"/>
          </a:xfrm>
          <a:prstGeom prst="ellipse">
            <a:avLst/>
          </a:prstGeom>
          <a:solidFill>
            <a:srgbClr val="B08A60">
              <a:alpha val="40000"/>
            </a:srgbClr>
          </a:solidFill>
          <a:ln w="0">
            <a:noFill/>
            <a:prstDash val="solid"/>
          </a:ln>
        </p:spPr>
      </p:sp>
      <p:sp>
        <p:nvSpPr>
          <p:cNvPr id="1651" name="LigandSeek2_vs_LigandSeek1_ellipse_7165">
            <a:extLst>
              <a:ext uri="{FF2B5EF4-FFF2-40B4-BE49-F238E27FC236}">
                <a16:creationId xmlns:a16="http://schemas.microsoft.com/office/drawing/2014/main" id="{8E6EDCE1-0990-420F-8AE1-F76931BCF52E}"/>
              </a:ext>
            </a:extLst>
          </p:cNvPr>
          <p:cNvSpPr>
            <a:spLocks noGrp="1"/>
          </p:cNvSpPr>
          <p:nvPr/>
        </p:nvSpPr>
        <p:spPr>
          <a:xfrm>
            <a:off x="1110646" y="1034437"/>
            <a:ext cx="24757" cy="24757"/>
          </a:xfrm>
          <a:prstGeom prst="ellipse">
            <a:avLst/>
          </a:prstGeom>
          <a:solidFill>
            <a:srgbClr val="B08A60">
              <a:alpha val="40000"/>
            </a:srgbClr>
          </a:solidFill>
          <a:ln w="0">
            <a:noFill/>
            <a:prstDash val="solid"/>
          </a:ln>
        </p:spPr>
      </p:sp>
      <p:sp>
        <p:nvSpPr>
          <p:cNvPr id="1652" name="LigandSeek2_vs_LigandSeek1_ellipse_7166">
            <a:extLst>
              <a:ext uri="{FF2B5EF4-FFF2-40B4-BE49-F238E27FC236}">
                <a16:creationId xmlns:a16="http://schemas.microsoft.com/office/drawing/2014/main" id="{AA059616-923A-4601-9FE4-BC6D33C76117}"/>
              </a:ext>
            </a:extLst>
          </p:cNvPr>
          <p:cNvSpPr>
            <a:spLocks noGrp="1"/>
          </p:cNvSpPr>
          <p:nvPr/>
        </p:nvSpPr>
        <p:spPr>
          <a:xfrm>
            <a:off x="1030936" y="1409565"/>
            <a:ext cx="24757" cy="24757"/>
          </a:xfrm>
          <a:prstGeom prst="ellipse">
            <a:avLst/>
          </a:prstGeom>
          <a:solidFill>
            <a:srgbClr val="B08A60">
              <a:alpha val="40000"/>
            </a:srgbClr>
          </a:solidFill>
          <a:ln w="0">
            <a:noFill/>
            <a:prstDash val="solid"/>
          </a:ln>
        </p:spPr>
      </p:sp>
      <p:sp>
        <p:nvSpPr>
          <p:cNvPr id="1653" name="LigandSeek2_vs_LigandSeek1_ellipse_7167">
            <a:extLst>
              <a:ext uri="{FF2B5EF4-FFF2-40B4-BE49-F238E27FC236}">
                <a16:creationId xmlns:a16="http://schemas.microsoft.com/office/drawing/2014/main" id="{5D2D1681-E7DF-4599-829A-F26B9F7C0E48}"/>
              </a:ext>
            </a:extLst>
          </p:cNvPr>
          <p:cNvSpPr>
            <a:spLocks noGrp="1"/>
          </p:cNvSpPr>
          <p:nvPr/>
        </p:nvSpPr>
        <p:spPr>
          <a:xfrm>
            <a:off x="1114629" y="1299977"/>
            <a:ext cx="24757" cy="24757"/>
          </a:xfrm>
          <a:prstGeom prst="ellipse">
            <a:avLst/>
          </a:prstGeom>
          <a:solidFill>
            <a:srgbClr val="B08A60">
              <a:alpha val="40000"/>
            </a:srgbClr>
          </a:solidFill>
          <a:ln w="0">
            <a:noFill/>
            <a:prstDash val="solid"/>
          </a:ln>
        </p:spPr>
      </p:sp>
      <p:sp>
        <p:nvSpPr>
          <p:cNvPr id="1654" name="LigandSeek2_vs_LigandSeek1_ellipse_7168">
            <a:extLst>
              <a:ext uri="{FF2B5EF4-FFF2-40B4-BE49-F238E27FC236}">
                <a16:creationId xmlns:a16="http://schemas.microsoft.com/office/drawing/2014/main" id="{4B1DE225-997C-49F5-8A49-D2C91326FC2C}"/>
              </a:ext>
            </a:extLst>
          </p:cNvPr>
          <p:cNvSpPr>
            <a:spLocks noGrp="1"/>
          </p:cNvSpPr>
          <p:nvPr/>
        </p:nvSpPr>
        <p:spPr>
          <a:xfrm>
            <a:off x="1046366" y="1411738"/>
            <a:ext cx="24757" cy="24757"/>
          </a:xfrm>
          <a:prstGeom prst="ellipse">
            <a:avLst/>
          </a:prstGeom>
          <a:solidFill>
            <a:srgbClr val="B08A60">
              <a:alpha val="40000"/>
            </a:srgbClr>
          </a:solidFill>
          <a:ln w="0">
            <a:noFill/>
            <a:prstDash val="solid"/>
          </a:ln>
        </p:spPr>
      </p:sp>
      <p:sp>
        <p:nvSpPr>
          <p:cNvPr id="1655" name="LigandSeek2_vs_LigandSeek1_ellipse_7169">
            <a:extLst>
              <a:ext uri="{FF2B5EF4-FFF2-40B4-BE49-F238E27FC236}">
                <a16:creationId xmlns:a16="http://schemas.microsoft.com/office/drawing/2014/main" id="{9C814C8B-2F22-45CC-8656-0DD2A66E71A1}"/>
              </a:ext>
            </a:extLst>
          </p:cNvPr>
          <p:cNvSpPr>
            <a:spLocks noGrp="1"/>
          </p:cNvSpPr>
          <p:nvPr/>
        </p:nvSpPr>
        <p:spPr>
          <a:xfrm>
            <a:off x="1037358" y="1549392"/>
            <a:ext cx="24757" cy="24757"/>
          </a:xfrm>
          <a:prstGeom prst="ellipse">
            <a:avLst/>
          </a:prstGeom>
          <a:solidFill>
            <a:srgbClr val="B08A60">
              <a:alpha val="40000"/>
            </a:srgbClr>
          </a:solidFill>
          <a:ln w="0">
            <a:noFill/>
            <a:prstDash val="solid"/>
          </a:ln>
        </p:spPr>
      </p:sp>
      <p:sp>
        <p:nvSpPr>
          <p:cNvPr id="1656" name="LigandSeek2_vs_LigandSeek1_ellipse_7170">
            <a:extLst>
              <a:ext uri="{FF2B5EF4-FFF2-40B4-BE49-F238E27FC236}">
                <a16:creationId xmlns:a16="http://schemas.microsoft.com/office/drawing/2014/main" id="{FCAE6811-F10A-4ABD-8EE0-A0806E4B5392}"/>
              </a:ext>
            </a:extLst>
          </p:cNvPr>
          <p:cNvSpPr>
            <a:spLocks noGrp="1"/>
          </p:cNvSpPr>
          <p:nvPr/>
        </p:nvSpPr>
        <p:spPr>
          <a:xfrm>
            <a:off x="1087917" y="1461333"/>
            <a:ext cx="24757" cy="24757"/>
          </a:xfrm>
          <a:prstGeom prst="ellipse">
            <a:avLst/>
          </a:prstGeom>
          <a:solidFill>
            <a:srgbClr val="B08A60">
              <a:alpha val="40000"/>
            </a:srgbClr>
          </a:solidFill>
          <a:ln w="0">
            <a:noFill/>
            <a:prstDash val="solid"/>
          </a:ln>
        </p:spPr>
      </p:sp>
      <p:sp>
        <p:nvSpPr>
          <p:cNvPr id="1657" name="LigandSeek2_vs_LigandSeek1_ellipse_7171">
            <a:extLst>
              <a:ext uri="{FF2B5EF4-FFF2-40B4-BE49-F238E27FC236}">
                <a16:creationId xmlns:a16="http://schemas.microsoft.com/office/drawing/2014/main" id="{F6AC7B97-13E3-466F-8648-38196423D677}"/>
              </a:ext>
            </a:extLst>
          </p:cNvPr>
          <p:cNvSpPr>
            <a:spLocks noGrp="1"/>
          </p:cNvSpPr>
          <p:nvPr/>
        </p:nvSpPr>
        <p:spPr>
          <a:xfrm>
            <a:off x="1104968" y="1329822"/>
            <a:ext cx="24757" cy="24757"/>
          </a:xfrm>
          <a:prstGeom prst="ellipse">
            <a:avLst/>
          </a:prstGeom>
          <a:solidFill>
            <a:srgbClr val="B08A60">
              <a:alpha val="40000"/>
            </a:srgbClr>
          </a:solidFill>
          <a:ln w="0">
            <a:noFill/>
            <a:prstDash val="solid"/>
          </a:ln>
        </p:spPr>
      </p:sp>
      <p:sp>
        <p:nvSpPr>
          <p:cNvPr id="1658" name="LigandSeek2_vs_LigandSeek1_ellipse_7172">
            <a:extLst>
              <a:ext uri="{FF2B5EF4-FFF2-40B4-BE49-F238E27FC236}">
                <a16:creationId xmlns:a16="http://schemas.microsoft.com/office/drawing/2014/main" id="{0DE82459-FD33-4D2C-A523-221187F7D0E6}"/>
              </a:ext>
            </a:extLst>
          </p:cNvPr>
          <p:cNvSpPr>
            <a:spLocks noGrp="1"/>
          </p:cNvSpPr>
          <p:nvPr/>
        </p:nvSpPr>
        <p:spPr>
          <a:xfrm>
            <a:off x="1053035" y="1890368"/>
            <a:ext cx="24757" cy="24757"/>
          </a:xfrm>
          <a:prstGeom prst="ellipse">
            <a:avLst/>
          </a:prstGeom>
          <a:solidFill>
            <a:srgbClr val="B08A60">
              <a:alpha val="40000"/>
            </a:srgbClr>
          </a:solidFill>
          <a:ln w="0">
            <a:noFill/>
            <a:prstDash val="solid"/>
          </a:ln>
        </p:spPr>
      </p:sp>
      <p:sp>
        <p:nvSpPr>
          <p:cNvPr id="1659" name="LigandSeek2_vs_LigandSeek1_ellipse_7173">
            <a:extLst>
              <a:ext uri="{FF2B5EF4-FFF2-40B4-BE49-F238E27FC236}">
                <a16:creationId xmlns:a16="http://schemas.microsoft.com/office/drawing/2014/main" id="{7556CE7D-17C8-43CA-AA39-2A7DA5EFDEA3}"/>
              </a:ext>
            </a:extLst>
          </p:cNvPr>
          <p:cNvSpPr>
            <a:spLocks noGrp="1"/>
          </p:cNvSpPr>
          <p:nvPr/>
        </p:nvSpPr>
        <p:spPr>
          <a:xfrm>
            <a:off x="1033565" y="1447875"/>
            <a:ext cx="24757" cy="24757"/>
          </a:xfrm>
          <a:prstGeom prst="ellipse">
            <a:avLst/>
          </a:prstGeom>
          <a:solidFill>
            <a:srgbClr val="B08A60">
              <a:alpha val="40000"/>
            </a:srgbClr>
          </a:solidFill>
          <a:ln w="0">
            <a:noFill/>
            <a:prstDash val="solid"/>
          </a:ln>
        </p:spPr>
      </p:sp>
      <p:sp>
        <p:nvSpPr>
          <p:cNvPr id="1660" name="LigandSeek2_vs_LigandSeek1_ellipse_7174">
            <a:extLst>
              <a:ext uri="{FF2B5EF4-FFF2-40B4-BE49-F238E27FC236}">
                <a16:creationId xmlns:a16="http://schemas.microsoft.com/office/drawing/2014/main" id="{EB40176F-57CB-4486-A790-0BB4306B1D05}"/>
              </a:ext>
            </a:extLst>
          </p:cNvPr>
          <p:cNvSpPr>
            <a:spLocks noGrp="1"/>
          </p:cNvSpPr>
          <p:nvPr/>
        </p:nvSpPr>
        <p:spPr>
          <a:xfrm>
            <a:off x="1044879" y="1306107"/>
            <a:ext cx="24757" cy="24757"/>
          </a:xfrm>
          <a:prstGeom prst="ellipse">
            <a:avLst/>
          </a:prstGeom>
          <a:solidFill>
            <a:srgbClr val="B08A60">
              <a:alpha val="40000"/>
            </a:srgbClr>
          </a:solidFill>
          <a:ln w="0">
            <a:noFill/>
            <a:prstDash val="solid"/>
          </a:ln>
        </p:spPr>
      </p:sp>
      <p:sp>
        <p:nvSpPr>
          <p:cNvPr id="1661" name="LigandSeek2_vs_LigandSeek1_ellipse_7175">
            <a:extLst>
              <a:ext uri="{FF2B5EF4-FFF2-40B4-BE49-F238E27FC236}">
                <a16:creationId xmlns:a16="http://schemas.microsoft.com/office/drawing/2014/main" id="{422630A2-F7EF-482D-AC64-7D263652D48D}"/>
              </a:ext>
            </a:extLst>
          </p:cNvPr>
          <p:cNvSpPr>
            <a:spLocks noGrp="1"/>
          </p:cNvSpPr>
          <p:nvPr/>
        </p:nvSpPr>
        <p:spPr>
          <a:xfrm>
            <a:off x="1075479" y="1420377"/>
            <a:ext cx="24757" cy="24757"/>
          </a:xfrm>
          <a:prstGeom prst="ellipse">
            <a:avLst/>
          </a:prstGeom>
          <a:solidFill>
            <a:srgbClr val="B08A60">
              <a:alpha val="40000"/>
            </a:srgbClr>
          </a:solidFill>
          <a:ln w="0">
            <a:noFill/>
            <a:prstDash val="solid"/>
          </a:ln>
        </p:spPr>
      </p:sp>
      <p:sp>
        <p:nvSpPr>
          <p:cNvPr id="1662" name="LigandSeek2_vs_LigandSeek1_ellipse_7176">
            <a:extLst>
              <a:ext uri="{FF2B5EF4-FFF2-40B4-BE49-F238E27FC236}">
                <a16:creationId xmlns:a16="http://schemas.microsoft.com/office/drawing/2014/main" id="{F6117279-1EBE-47A7-9AE6-69D9553390D9}"/>
              </a:ext>
            </a:extLst>
          </p:cNvPr>
          <p:cNvSpPr>
            <a:spLocks noGrp="1"/>
          </p:cNvSpPr>
          <p:nvPr/>
        </p:nvSpPr>
        <p:spPr>
          <a:xfrm>
            <a:off x="1101096" y="1653270"/>
            <a:ext cx="24757" cy="24757"/>
          </a:xfrm>
          <a:prstGeom prst="ellipse">
            <a:avLst/>
          </a:prstGeom>
          <a:solidFill>
            <a:srgbClr val="B08A60">
              <a:alpha val="40000"/>
            </a:srgbClr>
          </a:solidFill>
          <a:ln w="0">
            <a:noFill/>
            <a:prstDash val="solid"/>
          </a:ln>
        </p:spPr>
      </p:sp>
      <p:sp>
        <p:nvSpPr>
          <p:cNvPr id="1663" name="LigandSeek2_vs_LigandSeek1_ellipse_7177">
            <a:extLst>
              <a:ext uri="{FF2B5EF4-FFF2-40B4-BE49-F238E27FC236}">
                <a16:creationId xmlns:a16="http://schemas.microsoft.com/office/drawing/2014/main" id="{72434C41-83D4-44C6-96F3-68498C80FD50}"/>
              </a:ext>
            </a:extLst>
          </p:cNvPr>
          <p:cNvSpPr>
            <a:spLocks noGrp="1"/>
          </p:cNvSpPr>
          <p:nvPr/>
        </p:nvSpPr>
        <p:spPr>
          <a:xfrm>
            <a:off x="1073853" y="1346656"/>
            <a:ext cx="24757" cy="24757"/>
          </a:xfrm>
          <a:prstGeom prst="ellipse">
            <a:avLst/>
          </a:prstGeom>
          <a:solidFill>
            <a:srgbClr val="B08A60">
              <a:alpha val="40000"/>
            </a:srgbClr>
          </a:solidFill>
          <a:ln w="0">
            <a:noFill/>
            <a:prstDash val="solid"/>
          </a:ln>
        </p:spPr>
      </p:sp>
      <p:sp>
        <p:nvSpPr>
          <p:cNvPr id="1664" name="LigandSeek2_vs_LigandSeek1_ellipse_7178">
            <a:extLst>
              <a:ext uri="{FF2B5EF4-FFF2-40B4-BE49-F238E27FC236}">
                <a16:creationId xmlns:a16="http://schemas.microsoft.com/office/drawing/2014/main" id="{790957B7-19F9-472B-B300-A8BBAF6A3F2E}"/>
              </a:ext>
            </a:extLst>
          </p:cNvPr>
          <p:cNvSpPr>
            <a:spLocks noGrp="1"/>
          </p:cNvSpPr>
          <p:nvPr/>
        </p:nvSpPr>
        <p:spPr>
          <a:xfrm>
            <a:off x="1065031" y="1865006"/>
            <a:ext cx="24757" cy="24757"/>
          </a:xfrm>
          <a:prstGeom prst="ellipse">
            <a:avLst/>
          </a:prstGeom>
          <a:solidFill>
            <a:srgbClr val="B08A60">
              <a:alpha val="40000"/>
            </a:srgbClr>
          </a:solidFill>
          <a:ln w="0">
            <a:noFill/>
            <a:prstDash val="solid"/>
          </a:ln>
        </p:spPr>
      </p:sp>
      <p:sp>
        <p:nvSpPr>
          <p:cNvPr id="1665" name="LigandSeek2_vs_LigandSeek1_ellipse_7179">
            <a:extLst>
              <a:ext uri="{FF2B5EF4-FFF2-40B4-BE49-F238E27FC236}">
                <a16:creationId xmlns:a16="http://schemas.microsoft.com/office/drawing/2014/main" id="{5933E9F8-AB52-40E3-846E-A3A2FF0E4BD6}"/>
              </a:ext>
            </a:extLst>
          </p:cNvPr>
          <p:cNvSpPr>
            <a:spLocks noGrp="1"/>
          </p:cNvSpPr>
          <p:nvPr/>
        </p:nvSpPr>
        <p:spPr>
          <a:xfrm>
            <a:off x="1076202" y="1026415"/>
            <a:ext cx="24757" cy="24757"/>
          </a:xfrm>
          <a:prstGeom prst="ellipse">
            <a:avLst/>
          </a:prstGeom>
          <a:solidFill>
            <a:srgbClr val="B08A60">
              <a:alpha val="40000"/>
            </a:srgbClr>
          </a:solidFill>
          <a:ln w="0">
            <a:noFill/>
            <a:prstDash val="solid"/>
          </a:ln>
        </p:spPr>
      </p:sp>
      <p:sp>
        <p:nvSpPr>
          <p:cNvPr id="1666" name="LigandSeek2_vs_LigandSeek1_ellipse_7180">
            <a:extLst>
              <a:ext uri="{FF2B5EF4-FFF2-40B4-BE49-F238E27FC236}">
                <a16:creationId xmlns:a16="http://schemas.microsoft.com/office/drawing/2014/main" id="{E1BFB416-729D-44A5-BD42-3A11BB0E596A}"/>
              </a:ext>
            </a:extLst>
          </p:cNvPr>
          <p:cNvSpPr>
            <a:spLocks noGrp="1"/>
          </p:cNvSpPr>
          <p:nvPr/>
        </p:nvSpPr>
        <p:spPr>
          <a:xfrm>
            <a:off x="1083410" y="1890368"/>
            <a:ext cx="24757" cy="24757"/>
          </a:xfrm>
          <a:prstGeom prst="ellipse">
            <a:avLst/>
          </a:prstGeom>
          <a:solidFill>
            <a:srgbClr val="B08A60">
              <a:alpha val="40000"/>
            </a:srgbClr>
          </a:solidFill>
          <a:ln w="0">
            <a:noFill/>
            <a:prstDash val="solid"/>
          </a:ln>
        </p:spPr>
      </p:sp>
      <p:sp>
        <p:nvSpPr>
          <p:cNvPr id="1667" name="LigandSeek2_vs_LigandSeek1_ellipse_7181">
            <a:extLst>
              <a:ext uri="{FF2B5EF4-FFF2-40B4-BE49-F238E27FC236}">
                <a16:creationId xmlns:a16="http://schemas.microsoft.com/office/drawing/2014/main" id="{40A535F5-5885-49AC-9F6E-6BE3571B34DA}"/>
              </a:ext>
            </a:extLst>
          </p:cNvPr>
          <p:cNvSpPr>
            <a:spLocks noGrp="1"/>
          </p:cNvSpPr>
          <p:nvPr/>
        </p:nvSpPr>
        <p:spPr>
          <a:xfrm>
            <a:off x="1063389" y="1747819"/>
            <a:ext cx="24757" cy="24757"/>
          </a:xfrm>
          <a:prstGeom prst="ellipse">
            <a:avLst/>
          </a:prstGeom>
          <a:solidFill>
            <a:srgbClr val="B08A60">
              <a:alpha val="40000"/>
            </a:srgbClr>
          </a:solidFill>
          <a:ln w="0">
            <a:noFill/>
            <a:prstDash val="solid"/>
          </a:ln>
        </p:spPr>
      </p:sp>
      <p:sp>
        <p:nvSpPr>
          <p:cNvPr id="1668" name="LigandSeek2_vs_LigandSeek1_ellipse_7182">
            <a:extLst>
              <a:ext uri="{FF2B5EF4-FFF2-40B4-BE49-F238E27FC236}">
                <a16:creationId xmlns:a16="http://schemas.microsoft.com/office/drawing/2014/main" id="{D58E9E05-5ACC-4792-84B7-26A65BE4137B}"/>
              </a:ext>
            </a:extLst>
          </p:cNvPr>
          <p:cNvSpPr>
            <a:spLocks noGrp="1"/>
          </p:cNvSpPr>
          <p:nvPr/>
        </p:nvSpPr>
        <p:spPr>
          <a:xfrm>
            <a:off x="1099277" y="1534164"/>
            <a:ext cx="24757" cy="24757"/>
          </a:xfrm>
          <a:prstGeom prst="ellipse">
            <a:avLst/>
          </a:prstGeom>
          <a:solidFill>
            <a:srgbClr val="B08A60">
              <a:alpha val="40000"/>
            </a:srgbClr>
          </a:solidFill>
          <a:ln w="0">
            <a:noFill/>
            <a:prstDash val="solid"/>
          </a:ln>
        </p:spPr>
      </p:sp>
      <p:sp>
        <p:nvSpPr>
          <p:cNvPr id="1669" name="LigandSeek2_vs_LigandSeek1_ellipse_7183">
            <a:extLst>
              <a:ext uri="{FF2B5EF4-FFF2-40B4-BE49-F238E27FC236}">
                <a16:creationId xmlns:a16="http://schemas.microsoft.com/office/drawing/2014/main" id="{82141490-38A2-4C4A-B181-D06F2FC699D8}"/>
              </a:ext>
            </a:extLst>
          </p:cNvPr>
          <p:cNvSpPr>
            <a:spLocks noGrp="1"/>
          </p:cNvSpPr>
          <p:nvPr/>
        </p:nvSpPr>
        <p:spPr>
          <a:xfrm>
            <a:off x="1113019" y="1777933"/>
            <a:ext cx="24757" cy="24757"/>
          </a:xfrm>
          <a:prstGeom prst="ellipse">
            <a:avLst/>
          </a:prstGeom>
          <a:solidFill>
            <a:srgbClr val="B08A60">
              <a:alpha val="40000"/>
            </a:srgbClr>
          </a:solidFill>
          <a:ln w="0">
            <a:noFill/>
            <a:prstDash val="solid"/>
          </a:ln>
        </p:spPr>
      </p:sp>
      <p:sp>
        <p:nvSpPr>
          <p:cNvPr id="1670" name="LigandSeek2_vs_LigandSeek1_ellipse_7184">
            <a:extLst>
              <a:ext uri="{FF2B5EF4-FFF2-40B4-BE49-F238E27FC236}">
                <a16:creationId xmlns:a16="http://schemas.microsoft.com/office/drawing/2014/main" id="{DBEEEE3D-BF00-4641-84F9-F817D450A06E}"/>
              </a:ext>
            </a:extLst>
          </p:cNvPr>
          <p:cNvSpPr>
            <a:spLocks noGrp="1"/>
          </p:cNvSpPr>
          <p:nvPr/>
        </p:nvSpPr>
        <p:spPr>
          <a:xfrm>
            <a:off x="1076802" y="1085045"/>
            <a:ext cx="24757" cy="24757"/>
          </a:xfrm>
          <a:prstGeom prst="ellipse">
            <a:avLst/>
          </a:prstGeom>
          <a:solidFill>
            <a:srgbClr val="B08A60">
              <a:alpha val="40000"/>
            </a:srgbClr>
          </a:solidFill>
          <a:ln w="0">
            <a:noFill/>
            <a:prstDash val="solid"/>
          </a:ln>
        </p:spPr>
      </p:sp>
      <p:sp>
        <p:nvSpPr>
          <p:cNvPr id="1671" name="LigandSeek2_vs_LigandSeek1_ellipse_7185">
            <a:extLst>
              <a:ext uri="{FF2B5EF4-FFF2-40B4-BE49-F238E27FC236}">
                <a16:creationId xmlns:a16="http://schemas.microsoft.com/office/drawing/2014/main" id="{9EFBF9F8-A629-4F1D-9C54-DDFCD7C912CB}"/>
              </a:ext>
            </a:extLst>
          </p:cNvPr>
          <p:cNvSpPr>
            <a:spLocks noGrp="1"/>
          </p:cNvSpPr>
          <p:nvPr/>
        </p:nvSpPr>
        <p:spPr>
          <a:xfrm>
            <a:off x="1090545" y="989726"/>
            <a:ext cx="24757" cy="24757"/>
          </a:xfrm>
          <a:prstGeom prst="ellipse">
            <a:avLst/>
          </a:prstGeom>
          <a:solidFill>
            <a:srgbClr val="B08A60">
              <a:alpha val="40000"/>
            </a:srgbClr>
          </a:solidFill>
          <a:ln w="0">
            <a:noFill/>
            <a:prstDash val="solid"/>
          </a:ln>
        </p:spPr>
      </p:sp>
      <p:sp>
        <p:nvSpPr>
          <p:cNvPr id="1672" name="LigandSeek2_vs_LigandSeek1_ellipse_7186">
            <a:extLst>
              <a:ext uri="{FF2B5EF4-FFF2-40B4-BE49-F238E27FC236}">
                <a16:creationId xmlns:a16="http://schemas.microsoft.com/office/drawing/2014/main" id="{AEF72466-D248-4E2B-9665-5CCFC139AFDD}"/>
              </a:ext>
            </a:extLst>
          </p:cNvPr>
          <p:cNvSpPr>
            <a:spLocks noGrp="1"/>
          </p:cNvSpPr>
          <p:nvPr/>
        </p:nvSpPr>
        <p:spPr>
          <a:xfrm>
            <a:off x="1099768" y="1890368"/>
            <a:ext cx="24757" cy="24757"/>
          </a:xfrm>
          <a:prstGeom prst="ellipse">
            <a:avLst/>
          </a:prstGeom>
          <a:solidFill>
            <a:srgbClr val="B08A60">
              <a:alpha val="40000"/>
            </a:srgbClr>
          </a:solidFill>
          <a:ln w="0">
            <a:noFill/>
            <a:prstDash val="solid"/>
          </a:ln>
        </p:spPr>
      </p:sp>
      <p:sp>
        <p:nvSpPr>
          <p:cNvPr id="1673" name="LigandSeek2_vs_LigandSeek1_ellipse_7187">
            <a:extLst>
              <a:ext uri="{FF2B5EF4-FFF2-40B4-BE49-F238E27FC236}">
                <a16:creationId xmlns:a16="http://schemas.microsoft.com/office/drawing/2014/main" id="{888F6058-F9E7-41E5-990D-265F15A8E651}"/>
              </a:ext>
            </a:extLst>
          </p:cNvPr>
          <p:cNvSpPr>
            <a:spLocks noGrp="1"/>
          </p:cNvSpPr>
          <p:nvPr/>
        </p:nvSpPr>
        <p:spPr>
          <a:xfrm>
            <a:off x="1092431" y="1340645"/>
            <a:ext cx="24757" cy="24757"/>
          </a:xfrm>
          <a:prstGeom prst="ellipse">
            <a:avLst/>
          </a:prstGeom>
          <a:solidFill>
            <a:srgbClr val="B08A60">
              <a:alpha val="40000"/>
            </a:srgbClr>
          </a:solidFill>
          <a:ln w="0">
            <a:noFill/>
            <a:prstDash val="solid"/>
          </a:ln>
        </p:spPr>
      </p:sp>
      <p:sp>
        <p:nvSpPr>
          <p:cNvPr id="1674" name="LigandSeek2_vs_LigandSeek1_ellipse_7188">
            <a:extLst>
              <a:ext uri="{FF2B5EF4-FFF2-40B4-BE49-F238E27FC236}">
                <a16:creationId xmlns:a16="http://schemas.microsoft.com/office/drawing/2014/main" id="{202093E6-24AB-4746-A539-15BD3226DD59}"/>
              </a:ext>
            </a:extLst>
          </p:cNvPr>
          <p:cNvSpPr>
            <a:spLocks noGrp="1"/>
          </p:cNvSpPr>
          <p:nvPr/>
        </p:nvSpPr>
        <p:spPr>
          <a:xfrm>
            <a:off x="1065694" y="1890368"/>
            <a:ext cx="24757" cy="24757"/>
          </a:xfrm>
          <a:prstGeom prst="ellipse">
            <a:avLst/>
          </a:prstGeom>
          <a:solidFill>
            <a:srgbClr val="B08A60">
              <a:alpha val="40000"/>
            </a:srgbClr>
          </a:solidFill>
          <a:ln w="0">
            <a:noFill/>
            <a:prstDash val="solid"/>
          </a:ln>
        </p:spPr>
      </p:sp>
      <p:sp>
        <p:nvSpPr>
          <p:cNvPr id="1675" name="LigandSeek2_vs_LigandSeek1_ellipse_7189">
            <a:extLst>
              <a:ext uri="{FF2B5EF4-FFF2-40B4-BE49-F238E27FC236}">
                <a16:creationId xmlns:a16="http://schemas.microsoft.com/office/drawing/2014/main" id="{165BEAAF-2BC2-4EA3-8D76-E482513E88B9}"/>
              </a:ext>
            </a:extLst>
          </p:cNvPr>
          <p:cNvSpPr>
            <a:spLocks noGrp="1"/>
          </p:cNvSpPr>
          <p:nvPr/>
        </p:nvSpPr>
        <p:spPr>
          <a:xfrm>
            <a:off x="1060384" y="1658295"/>
            <a:ext cx="24757" cy="24757"/>
          </a:xfrm>
          <a:prstGeom prst="ellipse">
            <a:avLst/>
          </a:prstGeom>
          <a:solidFill>
            <a:srgbClr val="B08A60">
              <a:alpha val="40000"/>
            </a:srgbClr>
          </a:solidFill>
          <a:ln w="0">
            <a:noFill/>
            <a:prstDash val="solid"/>
          </a:ln>
        </p:spPr>
      </p:sp>
      <p:sp>
        <p:nvSpPr>
          <p:cNvPr id="1676" name="LigandSeek2_vs_LigandSeek1_ellipse_7190">
            <a:extLst>
              <a:ext uri="{FF2B5EF4-FFF2-40B4-BE49-F238E27FC236}">
                <a16:creationId xmlns:a16="http://schemas.microsoft.com/office/drawing/2014/main" id="{22EC3887-9F7D-4342-B5CD-4F277EC8E96E}"/>
              </a:ext>
            </a:extLst>
          </p:cNvPr>
          <p:cNvSpPr>
            <a:spLocks noGrp="1"/>
          </p:cNvSpPr>
          <p:nvPr/>
        </p:nvSpPr>
        <p:spPr>
          <a:xfrm>
            <a:off x="1112156" y="1753719"/>
            <a:ext cx="24757" cy="24757"/>
          </a:xfrm>
          <a:prstGeom prst="ellipse">
            <a:avLst/>
          </a:prstGeom>
          <a:solidFill>
            <a:srgbClr val="B08A60">
              <a:alpha val="40000"/>
            </a:srgbClr>
          </a:solidFill>
          <a:ln w="0">
            <a:noFill/>
            <a:prstDash val="solid"/>
          </a:ln>
        </p:spPr>
      </p:sp>
      <p:sp>
        <p:nvSpPr>
          <p:cNvPr id="1677" name="LigandSeek2_vs_LigandSeek1_ellipse_7191">
            <a:extLst>
              <a:ext uri="{FF2B5EF4-FFF2-40B4-BE49-F238E27FC236}">
                <a16:creationId xmlns:a16="http://schemas.microsoft.com/office/drawing/2014/main" id="{A711ACA3-6148-4648-97A1-69E63AA2FFB0}"/>
              </a:ext>
            </a:extLst>
          </p:cNvPr>
          <p:cNvSpPr>
            <a:spLocks noGrp="1"/>
          </p:cNvSpPr>
          <p:nvPr/>
        </p:nvSpPr>
        <p:spPr>
          <a:xfrm>
            <a:off x="1049830" y="1890368"/>
            <a:ext cx="24757" cy="24757"/>
          </a:xfrm>
          <a:prstGeom prst="ellipse">
            <a:avLst/>
          </a:prstGeom>
          <a:solidFill>
            <a:srgbClr val="B08A60">
              <a:alpha val="40000"/>
            </a:srgbClr>
          </a:solidFill>
          <a:ln w="0">
            <a:noFill/>
            <a:prstDash val="solid"/>
          </a:ln>
        </p:spPr>
      </p:sp>
      <p:sp>
        <p:nvSpPr>
          <p:cNvPr id="1678" name="LigandSeek2_vs_LigandSeek1_ellipse_7192">
            <a:extLst>
              <a:ext uri="{FF2B5EF4-FFF2-40B4-BE49-F238E27FC236}">
                <a16:creationId xmlns:a16="http://schemas.microsoft.com/office/drawing/2014/main" id="{63599A07-EBF3-48F3-A47B-87EE35BAF58D}"/>
              </a:ext>
            </a:extLst>
          </p:cNvPr>
          <p:cNvSpPr>
            <a:spLocks noGrp="1"/>
          </p:cNvSpPr>
          <p:nvPr/>
        </p:nvSpPr>
        <p:spPr>
          <a:xfrm>
            <a:off x="1075083" y="1890368"/>
            <a:ext cx="24757" cy="24757"/>
          </a:xfrm>
          <a:prstGeom prst="ellipse">
            <a:avLst/>
          </a:prstGeom>
          <a:solidFill>
            <a:srgbClr val="B08A60">
              <a:alpha val="40000"/>
            </a:srgbClr>
          </a:solidFill>
          <a:ln w="0">
            <a:noFill/>
            <a:prstDash val="solid"/>
          </a:ln>
        </p:spPr>
      </p:sp>
      <p:sp>
        <p:nvSpPr>
          <p:cNvPr id="1679" name="LigandSeek2_vs_LigandSeek1_ellipse_7193">
            <a:extLst>
              <a:ext uri="{FF2B5EF4-FFF2-40B4-BE49-F238E27FC236}">
                <a16:creationId xmlns:a16="http://schemas.microsoft.com/office/drawing/2014/main" id="{100E31E5-818A-459E-859A-6852D54F8039}"/>
              </a:ext>
            </a:extLst>
          </p:cNvPr>
          <p:cNvSpPr>
            <a:spLocks noGrp="1"/>
          </p:cNvSpPr>
          <p:nvPr/>
        </p:nvSpPr>
        <p:spPr>
          <a:xfrm>
            <a:off x="1029074" y="1725359"/>
            <a:ext cx="24757" cy="24757"/>
          </a:xfrm>
          <a:prstGeom prst="ellipse">
            <a:avLst/>
          </a:prstGeom>
          <a:solidFill>
            <a:srgbClr val="B08A60">
              <a:alpha val="40000"/>
            </a:srgbClr>
          </a:solidFill>
          <a:ln w="0">
            <a:noFill/>
            <a:prstDash val="solid"/>
          </a:ln>
        </p:spPr>
      </p:sp>
      <p:sp>
        <p:nvSpPr>
          <p:cNvPr id="1680" name="LigandSeek2_vs_LigandSeek1_ellipse_7194">
            <a:extLst>
              <a:ext uri="{FF2B5EF4-FFF2-40B4-BE49-F238E27FC236}">
                <a16:creationId xmlns:a16="http://schemas.microsoft.com/office/drawing/2014/main" id="{7B2B6D67-D33D-4D67-8FFF-04656814A536}"/>
              </a:ext>
            </a:extLst>
          </p:cNvPr>
          <p:cNvSpPr>
            <a:spLocks noGrp="1"/>
          </p:cNvSpPr>
          <p:nvPr/>
        </p:nvSpPr>
        <p:spPr>
          <a:xfrm>
            <a:off x="1058297" y="1888078"/>
            <a:ext cx="24757" cy="24757"/>
          </a:xfrm>
          <a:prstGeom prst="ellipse">
            <a:avLst/>
          </a:prstGeom>
          <a:solidFill>
            <a:srgbClr val="B08A60">
              <a:alpha val="40000"/>
            </a:srgbClr>
          </a:solidFill>
          <a:ln w="0">
            <a:noFill/>
            <a:prstDash val="solid"/>
          </a:ln>
        </p:spPr>
      </p:sp>
      <p:sp>
        <p:nvSpPr>
          <p:cNvPr id="1681" name="LigandSeek2_vs_LigandSeek1_ellipse_7195">
            <a:extLst>
              <a:ext uri="{FF2B5EF4-FFF2-40B4-BE49-F238E27FC236}">
                <a16:creationId xmlns:a16="http://schemas.microsoft.com/office/drawing/2014/main" id="{46A402D6-3884-40B1-BCEE-36C601EA9D34}"/>
              </a:ext>
            </a:extLst>
          </p:cNvPr>
          <p:cNvSpPr>
            <a:spLocks noGrp="1"/>
          </p:cNvSpPr>
          <p:nvPr/>
        </p:nvSpPr>
        <p:spPr>
          <a:xfrm>
            <a:off x="1082691" y="984210"/>
            <a:ext cx="24757" cy="24757"/>
          </a:xfrm>
          <a:prstGeom prst="ellipse">
            <a:avLst/>
          </a:prstGeom>
          <a:solidFill>
            <a:srgbClr val="B08A60">
              <a:alpha val="40000"/>
            </a:srgbClr>
          </a:solidFill>
          <a:ln w="0">
            <a:noFill/>
            <a:prstDash val="solid"/>
          </a:ln>
        </p:spPr>
      </p:sp>
      <p:sp>
        <p:nvSpPr>
          <p:cNvPr id="1682" name="LigandSeek2_vs_LigandSeek1_ellipse_7196">
            <a:extLst>
              <a:ext uri="{FF2B5EF4-FFF2-40B4-BE49-F238E27FC236}">
                <a16:creationId xmlns:a16="http://schemas.microsoft.com/office/drawing/2014/main" id="{C33D9267-32A6-40D5-970E-9C86DFB1E855}"/>
              </a:ext>
            </a:extLst>
          </p:cNvPr>
          <p:cNvSpPr>
            <a:spLocks noGrp="1"/>
          </p:cNvSpPr>
          <p:nvPr/>
        </p:nvSpPr>
        <p:spPr>
          <a:xfrm>
            <a:off x="1079885" y="1771125"/>
            <a:ext cx="24757" cy="24757"/>
          </a:xfrm>
          <a:prstGeom prst="ellipse">
            <a:avLst/>
          </a:prstGeom>
          <a:solidFill>
            <a:srgbClr val="B08A60">
              <a:alpha val="40000"/>
            </a:srgbClr>
          </a:solidFill>
          <a:ln w="0">
            <a:noFill/>
            <a:prstDash val="solid"/>
          </a:ln>
        </p:spPr>
      </p:sp>
      <p:sp>
        <p:nvSpPr>
          <p:cNvPr id="1683" name="LigandSeek2_vs_LigandSeek1_ellipse_7197">
            <a:extLst>
              <a:ext uri="{FF2B5EF4-FFF2-40B4-BE49-F238E27FC236}">
                <a16:creationId xmlns:a16="http://schemas.microsoft.com/office/drawing/2014/main" id="{AA2191B6-81C8-4EA6-856B-BFFF5880F3D6}"/>
              </a:ext>
            </a:extLst>
          </p:cNvPr>
          <p:cNvSpPr>
            <a:spLocks noGrp="1"/>
          </p:cNvSpPr>
          <p:nvPr/>
        </p:nvSpPr>
        <p:spPr>
          <a:xfrm>
            <a:off x="1046517" y="1746041"/>
            <a:ext cx="24757" cy="24757"/>
          </a:xfrm>
          <a:prstGeom prst="ellipse">
            <a:avLst/>
          </a:prstGeom>
          <a:solidFill>
            <a:srgbClr val="B08A60">
              <a:alpha val="40000"/>
            </a:srgbClr>
          </a:solidFill>
          <a:ln w="0">
            <a:noFill/>
            <a:prstDash val="solid"/>
          </a:ln>
        </p:spPr>
      </p:sp>
      <p:sp>
        <p:nvSpPr>
          <p:cNvPr id="1684" name="LigandSeek2_vs_LigandSeek1_ellipse_7198">
            <a:extLst>
              <a:ext uri="{FF2B5EF4-FFF2-40B4-BE49-F238E27FC236}">
                <a16:creationId xmlns:a16="http://schemas.microsoft.com/office/drawing/2014/main" id="{56550BEB-7B98-4171-B26E-C15F39959D59}"/>
              </a:ext>
            </a:extLst>
          </p:cNvPr>
          <p:cNvSpPr>
            <a:spLocks noGrp="1"/>
          </p:cNvSpPr>
          <p:nvPr/>
        </p:nvSpPr>
        <p:spPr>
          <a:xfrm>
            <a:off x="1055885" y="1889260"/>
            <a:ext cx="24757" cy="24757"/>
          </a:xfrm>
          <a:prstGeom prst="ellipse">
            <a:avLst/>
          </a:prstGeom>
          <a:solidFill>
            <a:srgbClr val="B08A60">
              <a:alpha val="40000"/>
            </a:srgbClr>
          </a:solidFill>
          <a:ln w="0">
            <a:noFill/>
            <a:prstDash val="solid"/>
          </a:ln>
        </p:spPr>
      </p:sp>
      <p:sp>
        <p:nvSpPr>
          <p:cNvPr id="1685" name="LigandSeek2_vs_LigandSeek1_ellipse_7199">
            <a:extLst>
              <a:ext uri="{FF2B5EF4-FFF2-40B4-BE49-F238E27FC236}">
                <a16:creationId xmlns:a16="http://schemas.microsoft.com/office/drawing/2014/main" id="{A9BDF9C2-00DF-472D-9A4E-F6969012F17F}"/>
              </a:ext>
            </a:extLst>
          </p:cNvPr>
          <p:cNvSpPr>
            <a:spLocks noGrp="1"/>
          </p:cNvSpPr>
          <p:nvPr/>
        </p:nvSpPr>
        <p:spPr>
          <a:xfrm>
            <a:off x="1084566" y="1654650"/>
            <a:ext cx="24757" cy="24757"/>
          </a:xfrm>
          <a:prstGeom prst="ellipse">
            <a:avLst/>
          </a:prstGeom>
          <a:solidFill>
            <a:srgbClr val="B08A60">
              <a:alpha val="40000"/>
            </a:srgbClr>
          </a:solidFill>
          <a:ln w="0">
            <a:noFill/>
            <a:prstDash val="solid"/>
          </a:ln>
        </p:spPr>
      </p:sp>
      <p:sp>
        <p:nvSpPr>
          <p:cNvPr id="1686" name="LigandSeek2_vs_LigandSeek1_ellipse_7200">
            <a:extLst>
              <a:ext uri="{FF2B5EF4-FFF2-40B4-BE49-F238E27FC236}">
                <a16:creationId xmlns:a16="http://schemas.microsoft.com/office/drawing/2014/main" id="{11DEFCB2-5F4F-4DC2-97DC-CBE09B18F262}"/>
              </a:ext>
            </a:extLst>
          </p:cNvPr>
          <p:cNvSpPr>
            <a:spLocks noGrp="1"/>
          </p:cNvSpPr>
          <p:nvPr/>
        </p:nvSpPr>
        <p:spPr>
          <a:xfrm>
            <a:off x="1055530" y="1890368"/>
            <a:ext cx="24757" cy="24757"/>
          </a:xfrm>
          <a:prstGeom prst="ellipse">
            <a:avLst/>
          </a:prstGeom>
          <a:solidFill>
            <a:srgbClr val="B08A60">
              <a:alpha val="40000"/>
            </a:srgbClr>
          </a:solidFill>
          <a:ln w="0">
            <a:noFill/>
            <a:prstDash val="solid"/>
          </a:ln>
        </p:spPr>
      </p:sp>
      <p:sp>
        <p:nvSpPr>
          <p:cNvPr id="1687" name="LigandSeek2_vs_LigandSeek1_ellipse_7201">
            <a:extLst>
              <a:ext uri="{FF2B5EF4-FFF2-40B4-BE49-F238E27FC236}">
                <a16:creationId xmlns:a16="http://schemas.microsoft.com/office/drawing/2014/main" id="{8217EE60-3A46-4F5E-808F-20259796AD27}"/>
              </a:ext>
            </a:extLst>
          </p:cNvPr>
          <p:cNvSpPr>
            <a:spLocks noGrp="1"/>
          </p:cNvSpPr>
          <p:nvPr/>
        </p:nvSpPr>
        <p:spPr>
          <a:xfrm>
            <a:off x="1096626" y="1586631"/>
            <a:ext cx="24757" cy="24757"/>
          </a:xfrm>
          <a:prstGeom prst="ellipse">
            <a:avLst/>
          </a:prstGeom>
          <a:solidFill>
            <a:srgbClr val="B08A60">
              <a:alpha val="40000"/>
            </a:srgbClr>
          </a:solidFill>
          <a:ln w="0">
            <a:noFill/>
            <a:prstDash val="solid"/>
          </a:ln>
        </p:spPr>
      </p:sp>
      <p:sp>
        <p:nvSpPr>
          <p:cNvPr id="1688" name="LigandSeek2_vs_LigandSeek1_ellipse_7202">
            <a:extLst>
              <a:ext uri="{FF2B5EF4-FFF2-40B4-BE49-F238E27FC236}">
                <a16:creationId xmlns:a16="http://schemas.microsoft.com/office/drawing/2014/main" id="{59EA0762-8635-4C12-AA99-68AC6082C5A4}"/>
              </a:ext>
            </a:extLst>
          </p:cNvPr>
          <p:cNvSpPr>
            <a:spLocks noGrp="1"/>
          </p:cNvSpPr>
          <p:nvPr/>
        </p:nvSpPr>
        <p:spPr>
          <a:xfrm>
            <a:off x="1039863" y="1392788"/>
            <a:ext cx="24757" cy="24757"/>
          </a:xfrm>
          <a:prstGeom prst="ellipse">
            <a:avLst/>
          </a:prstGeom>
          <a:solidFill>
            <a:srgbClr val="B08A60">
              <a:alpha val="40000"/>
            </a:srgbClr>
          </a:solidFill>
          <a:ln w="0">
            <a:noFill/>
            <a:prstDash val="solid"/>
          </a:ln>
        </p:spPr>
      </p:sp>
      <p:sp>
        <p:nvSpPr>
          <p:cNvPr id="1689" name="LigandSeek2_vs_LigandSeek1_ellipse_7203">
            <a:extLst>
              <a:ext uri="{FF2B5EF4-FFF2-40B4-BE49-F238E27FC236}">
                <a16:creationId xmlns:a16="http://schemas.microsoft.com/office/drawing/2014/main" id="{A224DAB8-26E3-46B9-80A6-597F79815CB1}"/>
              </a:ext>
            </a:extLst>
          </p:cNvPr>
          <p:cNvSpPr>
            <a:spLocks noGrp="1"/>
          </p:cNvSpPr>
          <p:nvPr/>
        </p:nvSpPr>
        <p:spPr>
          <a:xfrm>
            <a:off x="1093257" y="1890368"/>
            <a:ext cx="24757" cy="24757"/>
          </a:xfrm>
          <a:prstGeom prst="ellipse">
            <a:avLst/>
          </a:prstGeom>
          <a:solidFill>
            <a:srgbClr val="B08A60">
              <a:alpha val="40000"/>
            </a:srgbClr>
          </a:solidFill>
          <a:ln w="0">
            <a:noFill/>
            <a:prstDash val="solid"/>
          </a:ln>
        </p:spPr>
      </p:sp>
      <p:sp>
        <p:nvSpPr>
          <p:cNvPr id="1690" name="LigandSeek2_vs_LigandSeek1_ellipse_7204">
            <a:extLst>
              <a:ext uri="{FF2B5EF4-FFF2-40B4-BE49-F238E27FC236}">
                <a16:creationId xmlns:a16="http://schemas.microsoft.com/office/drawing/2014/main" id="{91141545-44D5-47D7-8C49-5D98F4441E4C}"/>
              </a:ext>
            </a:extLst>
          </p:cNvPr>
          <p:cNvSpPr>
            <a:spLocks noGrp="1"/>
          </p:cNvSpPr>
          <p:nvPr/>
        </p:nvSpPr>
        <p:spPr>
          <a:xfrm>
            <a:off x="1052819" y="1444993"/>
            <a:ext cx="24757" cy="24757"/>
          </a:xfrm>
          <a:prstGeom prst="ellipse">
            <a:avLst/>
          </a:prstGeom>
          <a:solidFill>
            <a:srgbClr val="B08A60">
              <a:alpha val="40000"/>
            </a:srgbClr>
          </a:solidFill>
          <a:ln w="0">
            <a:noFill/>
            <a:prstDash val="solid"/>
          </a:ln>
        </p:spPr>
      </p:sp>
      <p:sp>
        <p:nvSpPr>
          <p:cNvPr id="1691" name="LigandSeek2_vs_LigandSeek1_ellipse_7205">
            <a:extLst>
              <a:ext uri="{FF2B5EF4-FFF2-40B4-BE49-F238E27FC236}">
                <a16:creationId xmlns:a16="http://schemas.microsoft.com/office/drawing/2014/main" id="{F47E1EAC-465E-4EB4-A0E2-46A8CF399B8A}"/>
              </a:ext>
            </a:extLst>
          </p:cNvPr>
          <p:cNvSpPr>
            <a:spLocks noGrp="1"/>
          </p:cNvSpPr>
          <p:nvPr/>
        </p:nvSpPr>
        <p:spPr>
          <a:xfrm>
            <a:off x="1065177" y="1109134"/>
            <a:ext cx="24757" cy="24757"/>
          </a:xfrm>
          <a:prstGeom prst="ellipse">
            <a:avLst/>
          </a:prstGeom>
          <a:solidFill>
            <a:srgbClr val="B08A60">
              <a:alpha val="40000"/>
            </a:srgbClr>
          </a:solidFill>
          <a:ln w="0">
            <a:noFill/>
            <a:prstDash val="solid"/>
          </a:ln>
        </p:spPr>
      </p:sp>
      <p:sp>
        <p:nvSpPr>
          <p:cNvPr id="1692" name="LigandSeek2_vs_LigandSeek1_ellipse_7206">
            <a:extLst>
              <a:ext uri="{FF2B5EF4-FFF2-40B4-BE49-F238E27FC236}">
                <a16:creationId xmlns:a16="http://schemas.microsoft.com/office/drawing/2014/main" id="{6752F840-10AF-4D0F-A53E-9C34012EF0AB}"/>
              </a:ext>
            </a:extLst>
          </p:cNvPr>
          <p:cNvSpPr>
            <a:spLocks noGrp="1"/>
          </p:cNvSpPr>
          <p:nvPr/>
        </p:nvSpPr>
        <p:spPr>
          <a:xfrm>
            <a:off x="1033237" y="1454350"/>
            <a:ext cx="24757" cy="24757"/>
          </a:xfrm>
          <a:prstGeom prst="ellipse">
            <a:avLst/>
          </a:prstGeom>
          <a:solidFill>
            <a:srgbClr val="B08A60">
              <a:alpha val="40000"/>
            </a:srgbClr>
          </a:solidFill>
          <a:ln w="0">
            <a:noFill/>
            <a:prstDash val="solid"/>
          </a:ln>
        </p:spPr>
      </p:sp>
      <p:sp>
        <p:nvSpPr>
          <p:cNvPr id="1693" name="LigandSeek2_vs_LigandSeek1_ellipse_7207">
            <a:extLst>
              <a:ext uri="{FF2B5EF4-FFF2-40B4-BE49-F238E27FC236}">
                <a16:creationId xmlns:a16="http://schemas.microsoft.com/office/drawing/2014/main" id="{B86C0138-B30F-4078-9B34-AEC7F073DA06}"/>
              </a:ext>
            </a:extLst>
          </p:cNvPr>
          <p:cNvSpPr>
            <a:spLocks noGrp="1"/>
          </p:cNvSpPr>
          <p:nvPr/>
        </p:nvSpPr>
        <p:spPr>
          <a:xfrm>
            <a:off x="1067464" y="1890368"/>
            <a:ext cx="24757" cy="24757"/>
          </a:xfrm>
          <a:prstGeom prst="ellipse">
            <a:avLst/>
          </a:prstGeom>
          <a:solidFill>
            <a:srgbClr val="B08A60">
              <a:alpha val="40000"/>
            </a:srgbClr>
          </a:solidFill>
          <a:ln w="0">
            <a:noFill/>
            <a:prstDash val="solid"/>
          </a:ln>
        </p:spPr>
      </p:sp>
      <p:sp>
        <p:nvSpPr>
          <p:cNvPr id="1694" name="LigandSeek2_vs_LigandSeek1_ellipse_7208">
            <a:extLst>
              <a:ext uri="{FF2B5EF4-FFF2-40B4-BE49-F238E27FC236}">
                <a16:creationId xmlns:a16="http://schemas.microsoft.com/office/drawing/2014/main" id="{6E2127A4-DE64-4960-B117-422D540EA031}"/>
              </a:ext>
            </a:extLst>
          </p:cNvPr>
          <p:cNvSpPr>
            <a:spLocks noGrp="1"/>
          </p:cNvSpPr>
          <p:nvPr/>
        </p:nvSpPr>
        <p:spPr>
          <a:xfrm>
            <a:off x="1050884" y="1509810"/>
            <a:ext cx="24757" cy="24757"/>
          </a:xfrm>
          <a:prstGeom prst="ellipse">
            <a:avLst/>
          </a:prstGeom>
          <a:solidFill>
            <a:srgbClr val="B08A60">
              <a:alpha val="40000"/>
            </a:srgbClr>
          </a:solidFill>
          <a:ln w="0">
            <a:noFill/>
            <a:prstDash val="solid"/>
          </a:ln>
        </p:spPr>
      </p:sp>
      <p:sp>
        <p:nvSpPr>
          <p:cNvPr id="1695" name="LigandSeek2_vs_LigandSeek1_ellipse_7209">
            <a:extLst>
              <a:ext uri="{FF2B5EF4-FFF2-40B4-BE49-F238E27FC236}">
                <a16:creationId xmlns:a16="http://schemas.microsoft.com/office/drawing/2014/main" id="{6A30CE41-9146-42E6-8CFE-46D31C07A331}"/>
              </a:ext>
            </a:extLst>
          </p:cNvPr>
          <p:cNvSpPr>
            <a:spLocks noGrp="1"/>
          </p:cNvSpPr>
          <p:nvPr/>
        </p:nvSpPr>
        <p:spPr>
          <a:xfrm>
            <a:off x="1065092" y="1534232"/>
            <a:ext cx="24757" cy="24757"/>
          </a:xfrm>
          <a:prstGeom prst="ellipse">
            <a:avLst/>
          </a:prstGeom>
          <a:solidFill>
            <a:srgbClr val="B08A60">
              <a:alpha val="40000"/>
            </a:srgbClr>
          </a:solidFill>
          <a:ln w="0">
            <a:noFill/>
            <a:prstDash val="solid"/>
          </a:ln>
        </p:spPr>
      </p:sp>
      <p:sp>
        <p:nvSpPr>
          <p:cNvPr id="1696" name="LigandSeek2_vs_LigandSeek1_ellipse_7210">
            <a:extLst>
              <a:ext uri="{FF2B5EF4-FFF2-40B4-BE49-F238E27FC236}">
                <a16:creationId xmlns:a16="http://schemas.microsoft.com/office/drawing/2014/main" id="{AFF091A1-F69B-4AAD-B4FE-592DDC0C0CD9}"/>
              </a:ext>
            </a:extLst>
          </p:cNvPr>
          <p:cNvSpPr>
            <a:spLocks noGrp="1"/>
          </p:cNvSpPr>
          <p:nvPr/>
        </p:nvSpPr>
        <p:spPr>
          <a:xfrm>
            <a:off x="1072050" y="1777680"/>
            <a:ext cx="24757" cy="24757"/>
          </a:xfrm>
          <a:prstGeom prst="ellipse">
            <a:avLst/>
          </a:prstGeom>
          <a:solidFill>
            <a:srgbClr val="B08A60">
              <a:alpha val="40000"/>
            </a:srgbClr>
          </a:solidFill>
          <a:ln w="0">
            <a:noFill/>
            <a:prstDash val="solid"/>
          </a:ln>
        </p:spPr>
      </p:sp>
      <p:sp>
        <p:nvSpPr>
          <p:cNvPr id="1697" name="LigandSeek2_vs_LigandSeek1_ellipse_7211">
            <a:extLst>
              <a:ext uri="{FF2B5EF4-FFF2-40B4-BE49-F238E27FC236}">
                <a16:creationId xmlns:a16="http://schemas.microsoft.com/office/drawing/2014/main" id="{981C141E-2372-422E-8A7E-0CB2D5A3DD1C}"/>
              </a:ext>
            </a:extLst>
          </p:cNvPr>
          <p:cNvSpPr>
            <a:spLocks noGrp="1"/>
          </p:cNvSpPr>
          <p:nvPr/>
        </p:nvSpPr>
        <p:spPr>
          <a:xfrm>
            <a:off x="1098813" y="1262565"/>
            <a:ext cx="24757" cy="24757"/>
          </a:xfrm>
          <a:prstGeom prst="ellipse">
            <a:avLst/>
          </a:prstGeom>
          <a:solidFill>
            <a:srgbClr val="B08A60">
              <a:alpha val="40000"/>
            </a:srgbClr>
          </a:solidFill>
          <a:ln w="0">
            <a:noFill/>
            <a:prstDash val="solid"/>
          </a:ln>
        </p:spPr>
      </p:sp>
      <p:sp>
        <p:nvSpPr>
          <p:cNvPr id="1698" name="LigandSeek2_vs_LigandSeek1_ellipse_7212">
            <a:extLst>
              <a:ext uri="{FF2B5EF4-FFF2-40B4-BE49-F238E27FC236}">
                <a16:creationId xmlns:a16="http://schemas.microsoft.com/office/drawing/2014/main" id="{5FAB3E03-D269-4121-9A21-DEFEE553A0DD}"/>
              </a:ext>
            </a:extLst>
          </p:cNvPr>
          <p:cNvSpPr>
            <a:spLocks noGrp="1"/>
          </p:cNvSpPr>
          <p:nvPr/>
        </p:nvSpPr>
        <p:spPr>
          <a:xfrm>
            <a:off x="1057467" y="1570553"/>
            <a:ext cx="24757" cy="24757"/>
          </a:xfrm>
          <a:prstGeom prst="ellipse">
            <a:avLst/>
          </a:prstGeom>
          <a:solidFill>
            <a:srgbClr val="B08A60">
              <a:alpha val="40000"/>
            </a:srgbClr>
          </a:solidFill>
          <a:ln w="0">
            <a:noFill/>
            <a:prstDash val="solid"/>
          </a:ln>
        </p:spPr>
      </p:sp>
      <p:sp>
        <p:nvSpPr>
          <p:cNvPr id="1699" name="LigandSeek2_vs_LigandSeek1_ellipse_7213">
            <a:extLst>
              <a:ext uri="{FF2B5EF4-FFF2-40B4-BE49-F238E27FC236}">
                <a16:creationId xmlns:a16="http://schemas.microsoft.com/office/drawing/2014/main" id="{1F8A1263-BB1C-4281-818D-67FF2CCE3C8F}"/>
              </a:ext>
            </a:extLst>
          </p:cNvPr>
          <p:cNvSpPr>
            <a:spLocks noGrp="1"/>
          </p:cNvSpPr>
          <p:nvPr/>
        </p:nvSpPr>
        <p:spPr>
          <a:xfrm>
            <a:off x="1114318" y="984371"/>
            <a:ext cx="24757" cy="24757"/>
          </a:xfrm>
          <a:prstGeom prst="ellipse">
            <a:avLst/>
          </a:prstGeom>
          <a:solidFill>
            <a:srgbClr val="B08A60">
              <a:alpha val="40000"/>
            </a:srgbClr>
          </a:solidFill>
          <a:ln w="0">
            <a:noFill/>
            <a:prstDash val="solid"/>
          </a:ln>
        </p:spPr>
      </p:sp>
      <p:sp>
        <p:nvSpPr>
          <p:cNvPr id="1700" name="LigandSeek2_vs_LigandSeek1_ellipse_7214">
            <a:extLst>
              <a:ext uri="{FF2B5EF4-FFF2-40B4-BE49-F238E27FC236}">
                <a16:creationId xmlns:a16="http://schemas.microsoft.com/office/drawing/2014/main" id="{26587033-D709-4339-B0FC-4C46AA4C2866}"/>
              </a:ext>
            </a:extLst>
          </p:cNvPr>
          <p:cNvSpPr>
            <a:spLocks noGrp="1"/>
          </p:cNvSpPr>
          <p:nvPr/>
        </p:nvSpPr>
        <p:spPr>
          <a:xfrm>
            <a:off x="1050796" y="1305391"/>
            <a:ext cx="24757" cy="24757"/>
          </a:xfrm>
          <a:prstGeom prst="ellipse">
            <a:avLst/>
          </a:prstGeom>
          <a:solidFill>
            <a:srgbClr val="B08A60">
              <a:alpha val="40000"/>
            </a:srgbClr>
          </a:solidFill>
          <a:ln w="0">
            <a:noFill/>
            <a:prstDash val="solid"/>
          </a:ln>
        </p:spPr>
      </p:sp>
      <p:sp>
        <p:nvSpPr>
          <p:cNvPr id="1701" name="LigandSeek2_vs_LigandSeek1_ellipse_7215">
            <a:extLst>
              <a:ext uri="{FF2B5EF4-FFF2-40B4-BE49-F238E27FC236}">
                <a16:creationId xmlns:a16="http://schemas.microsoft.com/office/drawing/2014/main" id="{65928FAA-E12E-415A-BD5C-EE578B0C702C}"/>
              </a:ext>
            </a:extLst>
          </p:cNvPr>
          <p:cNvSpPr>
            <a:spLocks noGrp="1"/>
          </p:cNvSpPr>
          <p:nvPr/>
        </p:nvSpPr>
        <p:spPr>
          <a:xfrm>
            <a:off x="1029589" y="1145292"/>
            <a:ext cx="24757" cy="24757"/>
          </a:xfrm>
          <a:prstGeom prst="ellipse">
            <a:avLst/>
          </a:prstGeom>
          <a:solidFill>
            <a:srgbClr val="B08A60">
              <a:alpha val="40000"/>
            </a:srgbClr>
          </a:solidFill>
          <a:ln w="0">
            <a:noFill/>
            <a:prstDash val="solid"/>
          </a:ln>
        </p:spPr>
      </p:sp>
      <p:sp>
        <p:nvSpPr>
          <p:cNvPr id="1702" name="LigandSeek2_vs_LigandSeek1_ellipse_7216">
            <a:extLst>
              <a:ext uri="{FF2B5EF4-FFF2-40B4-BE49-F238E27FC236}">
                <a16:creationId xmlns:a16="http://schemas.microsoft.com/office/drawing/2014/main" id="{F915E5C2-FF2B-4136-9365-38CE4366D7CE}"/>
              </a:ext>
            </a:extLst>
          </p:cNvPr>
          <p:cNvSpPr>
            <a:spLocks noGrp="1"/>
          </p:cNvSpPr>
          <p:nvPr/>
        </p:nvSpPr>
        <p:spPr>
          <a:xfrm>
            <a:off x="1053894" y="1167275"/>
            <a:ext cx="24757" cy="24757"/>
          </a:xfrm>
          <a:prstGeom prst="ellipse">
            <a:avLst/>
          </a:prstGeom>
          <a:solidFill>
            <a:srgbClr val="B08A60">
              <a:alpha val="40000"/>
            </a:srgbClr>
          </a:solidFill>
          <a:ln w="0">
            <a:noFill/>
            <a:prstDash val="solid"/>
          </a:ln>
        </p:spPr>
      </p:sp>
      <p:sp>
        <p:nvSpPr>
          <p:cNvPr id="1703" name="LigandSeek2_vs_LigandSeek1_ellipse_7217">
            <a:extLst>
              <a:ext uri="{FF2B5EF4-FFF2-40B4-BE49-F238E27FC236}">
                <a16:creationId xmlns:a16="http://schemas.microsoft.com/office/drawing/2014/main" id="{735CE650-1D0A-47F7-843E-825BE3ABFB35}"/>
              </a:ext>
            </a:extLst>
          </p:cNvPr>
          <p:cNvSpPr>
            <a:spLocks noGrp="1"/>
          </p:cNvSpPr>
          <p:nvPr/>
        </p:nvSpPr>
        <p:spPr>
          <a:xfrm>
            <a:off x="1039786" y="1785130"/>
            <a:ext cx="24757" cy="24757"/>
          </a:xfrm>
          <a:prstGeom prst="ellipse">
            <a:avLst/>
          </a:prstGeom>
          <a:solidFill>
            <a:srgbClr val="B08A60">
              <a:alpha val="40000"/>
            </a:srgbClr>
          </a:solidFill>
          <a:ln w="0">
            <a:noFill/>
            <a:prstDash val="solid"/>
          </a:ln>
        </p:spPr>
      </p:sp>
      <p:sp>
        <p:nvSpPr>
          <p:cNvPr id="1704" name="LigandSeek2_vs_LigandSeek1_ellipse_7218">
            <a:extLst>
              <a:ext uri="{FF2B5EF4-FFF2-40B4-BE49-F238E27FC236}">
                <a16:creationId xmlns:a16="http://schemas.microsoft.com/office/drawing/2014/main" id="{A6CC9C3C-E466-4290-AF51-45551D005B29}"/>
              </a:ext>
            </a:extLst>
          </p:cNvPr>
          <p:cNvSpPr>
            <a:spLocks noGrp="1"/>
          </p:cNvSpPr>
          <p:nvPr/>
        </p:nvSpPr>
        <p:spPr>
          <a:xfrm>
            <a:off x="1084242" y="1827703"/>
            <a:ext cx="24757" cy="24757"/>
          </a:xfrm>
          <a:prstGeom prst="ellipse">
            <a:avLst/>
          </a:prstGeom>
          <a:solidFill>
            <a:srgbClr val="B08A60">
              <a:alpha val="40000"/>
            </a:srgbClr>
          </a:solidFill>
          <a:ln w="0">
            <a:noFill/>
            <a:prstDash val="solid"/>
          </a:ln>
        </p:spPr>
      </p:sp>
      <p:sp>
        <p:nvSpPr>
          <p:cNvPr id="1705" name="LigandSeek2_vs_LigandSeek1_ellipse_7219">
            <a:extLst>
              <a:ext uri="{FF2B5EF4-FFF2-40B4-BE49-F238E27FC236}">
                <a16:creationId xmlns:a16="http://schemas.microsoft.com/office/drawing/2014/main" id="{6B6B4368-613B-4EF0-97A1-CCD13688505A}"/>
              </a:ext>
            </a:extLst>
          </p:cNvPr>
          <p:cNvSpPr>
            <a:spLocks noGrp="1"/>
          </p:cNvSpPr>
          <p:nvPr/>
        </p:nvSpPr>
        <p:spPr>
          <a:xfrm>
            <a:off x="1076071" y="1890368"/>
            <a:ext cx="24757" cy="24757"/>
          </a:xfrm>
          <a:prstGeom prst="ellipse">
            <a:avLst/>
          </a:prstGeom>
          <a:solidFill>
            <a:srgbClr val="B08A60">
              <a:alpha val="40000"/>
            </a:srgbClr>
          </a:solidFill>
          <a:ln w="0">
            <a:noFill/>
            <a:prstDash val="solid"/>
          </a:ln>
        </p:spPr>
      </p:sp>
      <p:sp>
        <p:nvSpPr>
          <p:cNvPr id="1706" name="LigandSeek2_vs_LigandSeek1_ellipse_7220">
            <a:extLst>
              <a:ext uri="{FF2B5EF4-FFF2-40B4-BE49-F238E27FC236}">
                <a16:creationId xmlns:a16="http://schemas.microsoft.com/office/drawing/2014/main" id="{AB35AEB0-9081-448B-8191-53021DA99436}"/>
              </a:ext>
            </a:extLst>
          </p:cNvPr>
          <p:cNvSpPr>
            <a:spLocks noGrp="1"/>
          </p:cNvSpPr>
          <p:nvPr/>
        </p:nvSpPr>
        <p:spPr>
          <a:xfrm>
            <a:off x="1065013" y="1875399"/>
            <a:ext cx="24757" cy="24757"/>
          </a:xfrm>
          <a:prstGeom prst="ellipse">
            <a:avLst/>
          </a:prstGeom>
          <a:solidFill>
            <a:srgbClr val="B08A60">
              <a:alpha val="40000"/>
            </a:srgbClr>
          </a:solidFill>
          <a:ln w="0">
            <a:noFill/>
            <a:prstDash val="solid"/>
          </a:ln>
        </p:spPr>
      </p:sp>
      <p:sp>
        <p:nvSpPr>
          <p:cNvPr id="1707" name="LigandSeek2_vs_LigandSeek1_ellipse_7221">
            <a:extLst>
              <a:ext uri="{FF2B5EF4-FFF2-40B4-BE49-F238E27FC236}">
                <a16:creationId xmlns:a16="http://schemas.microsoft.com/office/drawing/2014/main" id="{E336640C-4678-41ED-B680-A9A853FF6F11}"/>
              </a:ext>
            </a:extLst>
          </p:cNvPr>
          <p:cNvSpPr>
            <a:spLocks noGrp="1"/>
          </p:cNvSpPr>
          <p:nvPr/>
        </p:nvSpPr>
        <p:spPr>
          <a:xfrm>
            <a:off x="1082721" y="1890368"/>
            <a:ext cx="24757" cy="24757"/>
          </a:xfrm>
          <a:prstGeom prst="ellipse">
            <a:avLst/>
          </a:prstGeom>
          <a:solidFill>
            <a:srgbClr val="B08A60">
              <a:alpha val="40000"/>
            </a:srgbClr>
          </a:solidFill>
          <a:ln w="0">
            <a:noFill/>
            <a:prstDash val="solid"/>
          </a:ln>
        </p:spPr>
      </p:sp>
      <p:sp>
        <p:nvSpPr>
          <p:cNvPr id="1708" name="LigandSeek2_vs_LigandSeek1_ellipse_7222">
            <a:extLst>
              <a:ext uri="{FF2B5EF4-FFF2-40B4-BE49-F238E27FC236}">
                <a16:creationId xmlns:a16="http://schemas.microsoft.com/office/drawing/2014/main" id="{4F62C5C9-0675-401A-8DAD-917D613EEBEE}"/>
              </a:ext>
            </a:extLst>
          </p:cNvPr>
          <p:cNvSpPr>
            <a:spLocks noGrp="1"/>
          </p:cNvSpPr>
          <p:nvPr/>
        </p:nvSpPr>
        <p:spPr>
          <a:xfrm>
            <a:off x="1068244" y="1733084"/>
            <a:ext cx="24757" cy="24757"/>
          </a:xfrm>
          <a:prstGeom prst="ellipse">
            <a:avLst/>
          </a:prstGeom>
          <a:solidFill>
            <a:srgbClr val="B08A60">
              <a:alpha val="40000"/>
            </a:srgbClr>
          </a:solidFill>
          <a:ln w="0">
            <a:noFill/>
            <a:prstDash val="solid"/>
          </a:ln>
        </p:spPr>
      </p:sp>
      <p:sp>
        <p:nvSpPr>
          <p:cNvPr id="1709" name="LigandSeek2_vs_LigandSeek1_ellipse_7223">
            <a:extLst>
              <a:ext uri="{FF2B5EF4-FFF2-40B4-BE49-F238E27FC236}">
                <a16:creationId xmlns:a16="http://schemas.microsoft.com/office/drawing/2014/main" id="{BFEEC121-CDFA-4F12-AE2B-0B73398F6779}"/>
              </a:ext>
            </a:extLst>
          </p:cNvPr>
          <p:cNvSpPr>
            <a:spLocks noGrp="1"/>
          </p:cNvSpPr>
          <p:nvPr/>
        </p:nvSpPr>
        <p:spPr>
          <a:xfrm>
            <a:off x="1062673" y="1890368"/>
            <a:ext cx="24757" cy="24757"/>
          </a:xfrm>
          <a:prstGeom prst="ellipse">
            <a:avLst/>
          </a:prstGeom>
          <a:solidFill>
            <a:srgbClr val="B08A60">
              <a:alpha val="40000"/>
            </a:srgbClr>
          </a:solidFill>
          <a:ln w="0">
            <a:noFill/>
            <a:prstDash val="solid"/>
          </a:ln>
        </p:spPr>
      </p:sp>
      <p:sp>
        <p:nvSpPr>
          <p:cNvPr id="1710" name="LigandSeek2_vs_LigandSeek1_ellipse_7224">
            <a:extLst>
              <a:ext uri="{FF2B5EF4-FFF2-40B4-BE49-F238E27FC236}">
                <a16:creationId xmlns:a16="http://schemas.microsoft.com/office/drawing/2014/main" id="{7B74A24F-498E-4DDC-9BDE-8D6E41C613FB}"/>
              </a:ext>
            </a:extLst>
          </p:cNvPr>
          <p:cNvSpPr>
            <a:spLocks noGrp="1"/>
          </p:cNvSpPr>
          <p:nvPr/>
        </p:nvSpPr>
        <p:spPr>
          <a:xfrm>
            <a:off x="1041772" y="1301570"/>
            <a:ext cx="24757" cy="24757"/>
          </a:xfrm>
          <a:prstGeom prst="ellipse">
            <a:avLst/>
          </a:prstGeom>
          <a:solidFill>
            <a:srgbClr val="B08A60">
              <a:alpha val="40000"/>
            </a:srgbClr>
          </a:solidFill>
          <a:ln w="0">
            <a:noFill/>
            <a:prstDash val="solid"/>
          </a:ln>
        </p:spPr>
      </p:sp>
      <p:sp>
        <p:nvSpPr>
          <p:cNvPr id="1711" name="LigandSeek2_vs_LigandSeek1_ellipse_7225">
            <a:extLst>
              <a:ext uri="{FF2B5EF4-FFF2-40B4-BE49-F238E27FC236}">
                <a16:creationId xmlns:a16="http://schemas.microsoft.com/office/drawing/2014/main" id="{9FC41588-5D1D-4D2C-81B0-899D16AE57DF}"/>
              </a:ext>
            </a:extLst>
          </p:cNvPr>
          <p:cNvSpPr>
            <a:spLocks noGrp="1"/>
          </p:cNvSpPr>
          <p:nvPr/>
        </p:nvSpPr>
        <p:spPr>
          <a:xfrm>
            <a:off x="1055488" y="1689087"/>
            <a:ext cx="24757" cy="24757"/>
          </a:xfrm>
          <a:prstGeom prst="ellipse">
            <a:avLst/>
          </a:prstGeom>
          <a:solidFill>
            <a:srgbClr val="B08A60">
              <a:alpha val="40000"/>
            </a:srgbClr>
          </a:solidFill>
          <a:ln w="0">
            <a:noFill/>
            <a:prstDash val="solid"/>
          </a:ln>
        </p:spPr>
      </p:sp>
      <p:sp>
        <p:nvSpPr>
          <p:cNvPr id="1712" name="LigandSeek2_vs_LigandSeek1_ellipse_7226">
            <a:extLst>
              <a:ext uri="{FF2B5EF4-FFF2-40B4-BE49-F238E27FC236}">
                <a16:creationId xmlns:a16="http://schemas.microsoft.com/office/drawing/2014/main" id="{456C8B12-E9FB-4F81-9FE7-9D4875D61DF8}"/>
              </a:ext>
            </a:extLst>
          </p:cNvPr>
          <p:cNvSpPr>
            <a:spLocks noGrp="1"/>
          </p:cNvSpPr>
          <p:nvPr/>
        </p:nvSpPr>
        <p:spPr>
          <a:xfrm>
            <a:off x="1046182" y="1008481"/>
            <a:ext cx="24757" cy="24757"/>
          </a:xfrm>
          <a:prstGeom prst="ellipse">
            <a:avLst/>
          </a:prstGeom>
          <a:solidFill>
            <a:srgbClr val="B08A60">
              <a:alpha val="40000"/>
            </a:srgbClr>
          </a:solidFill>
          <a:ln w="0">
            <a:noFill/>
            <a:prstDash val="solid"/>
          </a:ln>
        </p:spPr>
      </p:sp>
      <p:sp>
        <p:nvSpPr>
          <p:cNvPr id="1713" name="LigandSeek2_vs_LigandSeek1_ellipse_7227">
            <a:extLst>
              <a:ext uri="{FF2B5EF4-FFF2-40B4-BE49-F238E27FC236}">
                <a16:creationId xmlns:a16="http://schemas.microsoft.com/office/drawing/2014/main" id="{588734EC-292D-4C7E-A9B2-6594CCCB9A51}"/>
              </a:ext>
            </a:extLst>
          </p:cNvPr>
          <p:cNvSpPr>
            <a:spLocks noGrp="1"/>
          </p:cNvSpPr>
          <p:nvPr/>
        </p:nvSpPr>
        <p:spPr>
          <a:xfrm>
            <a:off x="1065975" y="1282081"/>
            <a:ext cx="24757" cy="24757"/>
          </a:xfrm>
          <a:prstGeom prst="ellipse">
            <a:avLst/>
          </a:prstGeom>
          <a:solidFill>
            <a:srgbClr val="B08A60">
              <a:alpha val="40000"/>
            </a:srgbClr>
          </a:solidFill>
          <a:ln w="0">
            <a:noFill/>
            <a:prstDash val="solid"/>
          </a:ln>
        </p:spPr>
      </p:sp>
      <p:sp>
        <p:nvSpPr>
          <p:cNvPr id="1714" name="LigandSeek2_vs_LigandSeek1_ellipse_7228">
            <a:extLst>
              <a:ext uri="{FF2B5EF4-FFF2-40B4-BE49-F238E27FC236}">
                <a16:creationId xmlns:a16="http://schemas.microsoft.com/office/drawing/2014/main" id="{CA4EE57D-F0F7-4F1B-B077-20582CA837C1}"/>
              </a:ext>
            </a:extLst>
          </p:cNvPr>
          <p:cNvSpPr>
            <a:spLocks noGrp="1"/>
          </p:cNvSpPr>
          <p:nvPr/>
        </p:nvSpPr>
        <p:spPr>
          <a:xfrm>
            <a:off x="1081552" y="1634889"/>
            <a:ext cx="24757" cy="24757"/>
          </a:xfrm>
          <a:prstGeom prst="ellipse">
            <a:avLst/>
          </a:prstGeom>
          <a:solidFill>
            <a:srgbClr val="B08A60">
              <a:alpha val="40000"/>
            </a:srgbClr>
          </a:solidFill>
          <a:ln w="0">
            <a:noFill/>
            <a:prstDash val="solid"/>
          </a:ln>
        </p:spPr>
      </p:sp>
      <p:sp>
        <p:nvSpPr>
          <p:cNvPr id="1715" name="LigandSeek2_vs_LigandSeek1_ellipse_7229">
            <a:extLst>
              <a:ext uri="{FF2B5EF4-FFF2-40B4-BE49-F238E27FC236}">
                <a16:creationId xmlns:a16="http://schemas.microsoft.com/office/drawing/2014/main" id="{AFBFC30B-6AC6-4B73-9500-6054BB65CADA}"/>
              </a:ext>
            </a:extLst>
          </p:cNvPr>
          <p:cNvSpPr>
            <a:spLocks noGrp="1"/>
          </p:cNvSpPr>
          <p:nvPr/>
        </p:nvSpPr>
        <p:spPr>
          <a:xfrm>
            <a:off x="1050473" y="1889364"/>
            <a:ext cx="24757" cy="24757"/>
          </a:xfrm>
          <a:prstGeom prst="ellipse">
            <a:avLst/>
          </a:prstGeom>
          <a:solidFill>
            <a:srgbClr val="B08A60">
              <a:alpha val="40000"/>
            </a:srgbClr>
          </a:solidFill>
          <a:ln w="0">
            <a:noFill/>
            <a:prstDash val="solid"/>
          </a:ln>
        </p:spPr>
      </p:sp>
      <p:sp>
        <p:nvSpPr>
          <p:cNvPr id="1716" name="LigandSeek2_vs_LigandSeek1_ellipse_7230">
            <a:extLst>
              <a:ext uri="{FF2B5EF4-FFF2-40B4-BE49-F238E27FC236}">
                <a16:creationId xmlns:a16="http://schemas.microsoft.com/office/drawing/2014/main" id="{4A2CDC33-BF18-44EF-AB5E-852CF7E582A4}"/>
              </a:ext>
            </a:extLst>
          </p:cNvPr>
          <p:cNvSpPr>
            <a:spLocks noGrp="1"/>
          </p:cNvSpPr>
          <p:nvPr/>
        </p:nvSpPr>
        <p:spPr>
          <a:xfrm>
            <a:off x="1108187" y="1668221"/>
            <a:ext cx="24757" cy="24757"/>
          </a:xfrm>
          <a:prstGeom prst="ellipse">
            <a:avLst/>
          </a:prstGeom>
          <a:solidFill>
            <a:srgbClr val="B08A60">
              <a:alpha val="40000"/>
            </a:srgbClr>
          </a:solidFill>
          <a:ln w="0">
            <a:noFill/>
            <a:prstDash val="solid"/>
          </a:ln>
        </p:spPr>
      </p:sp>
      <p:sp>
        <p:nvSpPr>
          <p:cNvPr id="1717" name="LigandSeek2_vs_LigandSeek1_ellipse_7231">
            <a:extLst>
              <a:ext uri="{FF2B5EF4-FFF2-40B4-BE49-F238E27FC236}">
                <a16:creationId xmlns:a16="http://schemas.microsoft.com/office/drawing/2014/main" id="{AA0C8BA5-9BF2-4143-80AE-2144D7B62C6C}"/>
              </a:ext>
            </a:extLst>
          </p:cNvPr>
          <p:cNvSpPr>
            <a:spLocks noGrp="1"/>
          </p:cNvSpPr>
          <p:nvPr/>
        </p:nvSpPr>
        <p:spPr>
          <a:xfrm>
            <a:off x="1040123" y="1576760"/>
            <a:ext cx="24757" cy="24757"/>
          </a:xfrm>
          <a:prstGeom prst="ellipse">
            <a:avLst/>
          </a:prstGeom>
          <a:solidFill>
            <a:srgbClr val="B08A60">
              <a:alpha val="40000"/>
            </a:srgbClr>
          </a:solidFill>
          <a:ln w="0">
            <a:noFill/>
            <a:prstDash val="solid"/>
          </a:ln>
        </p:spPr>
      </p:sp>
      <p:sp>
        <p:nvSpPr>
          <p:cNvPr id="1718" name="LigandSeek2_vs_LigandSeek1_ellipse_7232">
            <a:extLst>
              <a:ext uri="{FF2B5EF4-FFF2-40B4-BE49-F238E27FC236}">
                <a16:creationId xmlns:a16="http://schemas.microsoft.com/office/drawing/2014/main" id="{7F46EFEC-B9B8-4723-AC24-5E45AAA36930}"/>
              </a:ext>
            </a:extLst>
          </p:cNvPr>
          <p:cNvSpPr>
            <a:spLocks noGrp="1"/>
          </p:cNvSpPr>
          <p:nvPr/>
        </p:nvSpPr>
        <p:spPr>
          <a:xfrm>
            <a:off x="1113533" y="1890368"/>
            <a:ext cx="24757" cy="24757"/>
          </a:xfrm>
          <a:prstGeom prst="ellipse">
            <a:avLst/>
          </a:prstGeom>
          <a:solidFill>
            <a:srgbClr val="B08A60">
              <a:alpha val="40000"/>
            </a:srgbClr>
          </a:solidFill>
          <a:ln w="0">
            <a:noFill/>
            <a:prstDash val="solid"/>
          </a:ln>
        </p:spPr>
      </p:sp>
      <p:sp>
        <p:nvSpPr>
          <p:cNvPr id="1719" name="LigandSeek2_vs_LigandSeek1_ellipse_7233">
            <a:extLst>
              <a:ext uri="{FF2B5EF4-FFF2-40B4-BE49-F238E27FC236}">
                <a16:creationId xmlns:a16="http://schemas.microsoft.com/office/drawing/2014/main" id="{8C9389FC-1BC9-4D90-B57B-F605C7378BE9}"/>
              </a:ext>
            </a:extLst>
          </p:cNvPr>
          <p:cNvSpPr>
            <a:spLocks noGrp="1"/>
          </p:cNvSpPr>
          <p:nvPr/>
        </p:nvSpPr>
        <p:spPr>
          <a:xfrm>
            <a:off x="1047048" y="1005532"/>
            <a:ext cx="24757" cy="24757"/>
          </a:xfrm>
          <a:prstGeom prst="ellipse">
            <a:avLst/>
          </a:prstGeom>
          <a:solidFill>
            <a:srgbClr val="B08A60">
              <a:alpha val="40000"/>
            </a:srgbClr>
          </a:solidFill>
          <a:ln w="0">
            <a:noFill/>
            <a:prstDash val="solid"/>
          </a:ln>
        </p:spPr>
      </p:sp>
      <p:sp>
        <p:nvSpPr>
          <p:cNvPr id="1720" name="LigandSeek2_vs_LigandSeek1_ellipse_7234">
            <a:extLst>
              <a:ext uri="{FF2B5EF4-FFF2-40B4-BE49-F238E27FC236}">
                <a16:creationId xmlns:a16="http://schemas.microsoft.com/office/drawing/2014/main" id="{3616E972-D0DD-4528-AF36-EE630B56A388}"/>
              </a:ext>
            </a:extLst>
          </p:cNvPr>
          <p:cNvSpPr>
            <a:spLocks noGrp="1"/>
          </p:cNvSpPr>
          <p:nvPr/>
        </p:nvSpPr>
        <p:spPr>
          <a:xfrm>
            <a:off x="1103615" y="1511957"/>
            <a:ext cx="24757" cy="24757"/>
          </a:xfrm>
          <a:prstGeom prst="ellipse">
            <a:avLst/>
          </a:prstGeom>
          <a:solidFill>
            <a:srgbClr val="B08A60">
              <a:alpha val="40000"/>
            </a:srgbClr>
          </a:solidFill>
          <a:ln w="0">
            <a:noFill/>
            <a:prstDash val="solid"/>
          </a:ln>
        </p:spPr>
      </p:sp>
      <p:sp>
        <p:nvSpPr>
          <p:cNvPr id="1721" name="LigandSeek2_vs_LigandSeek1_ellipse_7235">
            <a:extLst>
              <a:ext uri="{FF2B5EF4-FFF2-40B4-BE49-F238E27FC236}">
                <a16:creationId xmlns:a16="http://schemas.microsoft.com/office/drawing/2014/main" id="{8BC1A9EF-D5EB-4904-BBB8-A5A3152415F4}"/>
              </a:ext>
            </a:extLst>
          </p:cNvPr>
          <p:cNvSpPr>
            <a:spLocks noGrp="1"/>
          </p:cNvSpPr>
          <p:nvPr/>
        </p:nvSpPr>
        <p:spPr>
          <a:xfrm>
            <a:off x="1065688" y="1626512"/>
            <a:ext cx="24757" cy="24757"/>
          </a:xfrm>
          <a:prstGeom prst="ellipse">
            <a:avLst/>
          </a:prstGeom>
          <a:solidFill>
            <a:srgbClr val="B08A60">
              <a:alpha val="40000"/>
            </a:srgbClr>
          </a:solidFill>
          <a:ln w="0">
            <a:noFill/>
            <a:prstDash val="solid"/>
          </a:ln>
        </p:spPr>
      </p:sp>
      <p:sp>
        <p:nvSpPr>
          <p:cNvPr id="1722" name="LigandSeek2_vs_LigandSeek1_ellipse_7236">
            <a:extLst>
              <a:ext uri="{FF2B5EF4-FFF2-40B4-BE49-F238E27FC236}">
                <a16:creationId xmlns:a16="http://schemas.microsoft.com/office/drawing/2014/main" id="{CDBA7D81-6ED3-444B-B849-A0B054834C3D}"/>
              </a:ext>
            </a:extLst>
          </p:cNvPr>
          <p:cNvSpPr>
            <a:spLocks noGrp="1"/>
          </p:cNvSpPr>
          <p:nvPr/>
        </p:nvSpPr>
        <p:spPr>
          <a:xfrm>
            <a:off x="1077047" y="1030441"/>
            <a:ext cx="24757" cy="24757"/>
          </a:xfrm>
          <a:prstGeom prst="ellipse">
            <a:avLst/>
          </a:prstGeom>
          <a:solidFill>
            <a:srgbClr val="B08A60">
              <a:alpha val="40000"/>
            </a:srgbClr>
          </a:solidFill>
          <a:ln w="0">
            <a:noFill/>
            <a:prstDash val="solid"/>
          </a:ln>
        </p:spPr>
      </p:sp>
      <p:sp>
        <p:nvSpPr>
          <p:cNvPr id="1723" name="LigandSeek2_vs_LigandSeek1_ellipse_7237">
            <a:extLst>
              <a:ext uri="{FF2B5EF4-FFF2-40B4-BE49-F238E27FC236}">
                <a16:creationId xmlns:a16="http://schemas.microsoft.com/office/drawing/2014/main" id="{D978683B-5BE1-4200-B97C-F8B9E5BBA7C2}"/>
              </a:ext>
            </a:extLst>
          </p:cNvPr>
          <p:cNvSpPr>
            <a:spLocks noGrp="1"/>
          </p:cNvSpPr>
          <p:nvPr/>
        </p:nvSpPr>
        <p:spPr>
          <a:xfrm>
            <a:off x="1031503" y="1294300"/>
            <a:ext cx="24757" cy="24757"/>
          </a:xfrm>
          <a:prstGeom prst="ellipse">
            <a:avLst/>
          </a:prstGeom>
          <a:solidFill>
            <a:srgbClr val="B08A60">
              <a:alpha val="40000"/>
            </a:srgbClr>
          </a:solidFill>
          <a:ln w="0">
            <a:noFill/>
            <a:prstDash val="solid"/>
          </a:ln>
        </p:spPr>
      </p:sp>
      <p:sp>
        <p:nvSpPr>
          <p:cNvPr id="1724" name="LigandSeek2_vs_LigandSeek1_ellipse_7238">
            <a:extLst>
              <a:ext uri="{FF2B5EF4-FFF2-40B4-BE49-F238E27FC236}">
                <a16:creationId xmlns:a16="http://schemas.microsoft.com/office/drawing/2014/main" id="{8AFB38F1-7A37-43A2-A675-09F17724BEDB}"/>
              </a:ext>
            </a:extLst>
          </p:cNvPr>
          <p:cNvSpPr>
            <a:spLocks noGrp="1"/>
          </p:cNvSpPr>
          <p:nvPr/>
        </p:nvSpPr>
        <p:spPr>
          <a:xfrm>
            <a:off x="1103608" y="1130328"/>
            <a:ext cx="24757" cy="24757"/>
          </a:xfrm>
          <a:prstGeom prst="ellipse">
            <a:avLst/>
          </a:prstGeom>
          <a:solidFill>
            <a:srgbClr val="B08A60">
              <a:alpha val="40000"/>
            </a:srgbClr>
          </a:solidFill>
          <a:ln w="0">
            <a:noFill/>
            <a:prstDash val="solid"/>
          </a:ln>
        </p:spPr>
      </p:sp>
      <p:sp>
        <p:nvSpPr>
          <p:cNvPr id="1725" name="LigandSeek2_vs_LigandSeek1_ellipse_7239">
            <a:extLst>
              <a:ext uri="{FF2B5EF4-FFF2-40B4-BE49-F238E27FC236}">
                <a16:creationId xmlns:a16="http://schemas.microsoft.com/office/drawing/2014/main" id="{C9E33A2A-17FF-4DD3-9E16-D6EC64E4DCA3}"/>
              </a:ext>
            </a:extLst>
          </p:cNvPr>
          <p:cNvSpPr>
            <a:spLocks noGrp="1"/>
          </p:cNvSpPr>
          <p:nvPr/>
        </p:nvSpPr>
        <p:spPr>
          <a:xfrm>
            <a:off x="1039459" y="1196587"/>
            <a:ext cx="24757" cy="24757"/>
          </a:xfrm>
          <a:prstGeom prst="ellipse">
            <a:avLst/>
          </a:prstGeom>
          <a:solidFill>
            <a:srgbClr val="B08A60">
              <a:alpha val="40000"/>
            </a:srgbClr>
          </a:solidFill>
          <a:ln w="0">
            <a:noFill/>
            <a:prstDash val="solid"/>
          </a:ln>
        </p:spPr>
      </p:sp>
      <p:sp>
        <p:nvSpPr>
          <p:cNvPr id="1726" name="LigandSeek2_vs_LigandSeek1_ellipse_7240">
            <a:extLst>
              <a:ext uri="{FF2B5EF4-FFF2-40B4-BE49-F238E27FC236}">
                <a16:creationId xmlns:a16="http://schemas.microsoft.com/office/drawing/2014/main" id="{7931B015-52B2-4C0A-8659-1B8964DFC853}"/>
              </a:ext>
            </a:extLst>
          </p:cNvPr>
          <p:cNvSpPr>
            <a:spLocks noGrp="1"/>
          </p:cNvSpPr>
          <p:nvPr/>
        </p:nvSpPr>
        <p:spPr>
          <a:xfrm>
            <a:off x="1057903" y="967568"/>
            <a:ext cx="24757" cy="24757"/>
          </a:xfrm>
          <a:prstGeom prst="ellipse">
            <a:avLst/>
          </a:prstGeom>
          <a:solidFill>
            <a:srgbClr val="B08A60">
              <a:alpha val="40000"/>
            </a:srgbClr>
          </a:solidFill>
          <a:ln w="0">
            <a:noFill/>
            <a:prstDash val="solid"/>
          </a:ln>
        </p:spPr>
      </p:sp>
      <p:sp>
        <p:nvSpPr>
          <p:cNvPr id="1727" name="LigandSeek2_vs_LigandSeek1_ellipse_7241">
            <a:extLst>
              <a:ext uri="{FF2B5EF4-FFF2-40B4-BE49-F238E27FC236}">
                <a16:creationId xmlns:a16="http://schemas.microsoft.com/office/drawing/2014/main" id="{0705633A-3090-42E7-A4D1-01B1BC492FF5}"/>
              </a:ext>
            </a:extLst>
          </p:cNvPr>
          <p:cNvSpPr>
            <a:spLocks noGrp="1"/>
          </p:cNvSpPr>
          <p:nvPr/>
        </p:nvSpPr>
        <p:spPr>
          <a:xfrm>
            <a:off x="1038933" y="1650615"/>
            <a:ext cx="24757" cy="24757"/>
          </a:xfrm>
          <a:prstGeom prst="ellipse">
            <a:avLst/>
          </a:prstGeom>
          <a:solidFill>
            <a:srgbClr val="B08A60">
              <a:alpha val="40000"/>
            </a:srgbClr>
          </a:solidFill>
          <a:ln w="0">
            <a:noFill/>
            <a:prstDash val="solid"/>
          </a:ln>
        </p:spPr>
      </p:sp>
      <p:sp>
        <p:nvSpPr>
          <p:cNvPr id="1728" name="LigandSeek2_vs_LigandSeek1_ellipse_7242">
            <a:extLst>
              <a:ext uri="{FF2B5EF4-FFF2-40B4-BE49-F238E27FC236}">
                <a16:creationId xmlns:a16="http://schemas.microsoft.com/office/drawing/2014/main" id="{AA9D836A-E5AD-464B-94B5-B76BA7A941B4}"/>
              </a:ext>
            </a:extLst>
          </p:cNvPr>
          <p:cNvSpPr>
            <a:spLocks noGrp="1"/>
          </p:cNvSpPr>
          <p:nvPr/>
        </p:nvSpPr>
        <p:spPr>
          <a:xfrm>
            <a:off x="1111758" y="1890368"/>
            <a:ext cx="24757" cy="24757"/>
          </a:xfrm>
          <a:prstGeom prst="ellipse">
            <a:avLst/>
          </a:prstGeom>
          <a:solidFill>
            <a:srgbClr val="B08A60">
              <a:alpha val="40000"/>
            </a:srgbClr>
          </a:solidFill>
          <a:ln w="0">
            <a:noFill/>
            <a:prstDash val="solid"/>
          </a:ln>
        </p:spPr>
      </p:sp>
      <p:sp>
        <p:nvSpPr>
          <p:cNvPr id="1729" name="LigandSeek2_vs_LigandSeek1_ellipse_7243">
            <a:extLst>
              <a:ext uri="{FF2B5EF4-FFF2-40B4-BE49-F238E27FC236}">
                <a16:creationId xmlns:a16="http://schemas.microsoft.com/office/drawing/2014/main" id="{76E558A7-F8E6-4E0D-8C0D-5F296B338D2E}"/>
              </a:ext>
            </a:extLst>
          </p:cNvPr>
          <p:cNvSpPr>
            <a:spLocks noGrp="1"/>
          </p:cNvSpPr>
          <p:nvPr/>
        </p:nvSpPr>
        <p:spPr>
          <a:xfrm>
            <a:off x="1066189" y="1139016"/>
            <a:ext cx="24757" cy="24757"/>
          </a:xfrm>
          <a:prstGeom prst="ellipse">
            <a:avLst/>
          </a:prstGeom>
          <a:solidFill>
            <a:srgbClr val="B08A60">
              <a:alpha val="40000"/>
            </a:srgbClr>
          </a:solidFill>
          <a:ln w="0">
            <a:noFill/>
            <a:prstDash val="solid"/>
          </a:ln>
        </p:spPr>
      </p:sp>
      <p:sp>
        <p:nvSpPr>
          <p:cNvPr id="1730" name="LigandSeek2_vs_LigandSeek1_ellipse_7244">
            <a:extLst>
              <a:ext uri="{FF2B5EF4-FFF2-40B4-BE49-F238E27FC236}">
                <a16:creationId xmlns:a16="http://schemas.microsoft.com/office/drawing/2014/main" id="{135147A3-02BA-4171-A28E-C4425E001286}"/>
              </a:ext>
            </a:extLst>
          </p:cNvPr>
          <p:cNvSpPr>
            <a:spLocks noGrp="1"/>
          </p:cNvSpPr>
          <p:nvPr/>
        </p:nvSpPr>
        <p:spPr>
          <a:xfrm>
            <a:off x="1079022" y="1890368"/>
            <a:ext cx="24757" cy="24757"/>
          </a:xfrm>
          <a:prstGeom prst="ellipse">
            <a:avLst/>
          </a:prstGeom>
          <a:solidFill>
            <a:srgbClr val="B08A60">
              <a:alpha val="40000"/>
            </a:srgbClr>
          </a:solidFill>
          <a:ln w="0">
            <a:noFill/>
            <a:prstDash val="solid"/>
          </a:ln>
        </p:spPr>
      </p:sp>
      <p:sp>
        <p:nvSpPr>
          <p:cNvPr id="1731" name="LigandSeek2_vs_LigandSeek1_ellipse_7245">
            <a:extLst>
              <a:ext uri="{FF2B5EF4-FFF2-40B4-BE49-F238E27FC236}">
                <a16:creationId xmlns:a16="http://schemas.microsoft.com/office/drawing/2014/main" id="{8E987A1D-7D13-494E-B00A-47E44AA10EE6}"/>
              </a:ext>
            </a:extLst>
          </p:cNvPr>
          <p:cNvSpPr>
            <a:spLocks noGrp="1"/>
          </p:cNvSpPr>
          <p:nvPr/>
        </p:nvSpPr>
        <p:spPr>
          <a:xfrm>
            <a:off x="1031180" y="1200224"/>
            <a:ext cx="24757" cy="24757"/>
          </a:xfrm>
          <a:prstGeom prst="ellipse">
            <a:avLst/>
          </a:prstGeom>
          <a:solidFill>
            <a:srgbClr val="B08A60">
              <a:alpha val="40000"/>
            </a:srgbClr>
          </a:solidFill>
          <a:ln w="0">
            <a:noFill/>
            <a:prstDash val="solid"/>
          </a:ln>
        </p:spPr>
      </p:sp>
      <p:sp>
        <p:nvSpPr>
          <p:cNvPr id="1732" name="LigandSeek2_vs_LigandSeek1_ellipse_7246">
            <a:extLst>
              <a:ext uri="{FF2B5EF4-FFF2-40B4-BE49-F238E27FC236}">
                <a16:creationId xmlns:a16="http://schemas.microsoft.com/office/drawing/2014/main" id="{F6061E7D-7DA4-4515-AC6B-7BA177F4EDB5}"/>
              </a:ext>
            </a:extLst>
          </p:cNvPr>
          <p:cNvSpPr>
            <a:spLocks noGrp="1"/>
          </p:cNvSpPr>
          <p:nvPr/>
        </p:nvSpPr>
        <p:spPr>
          <a:xfrm>
            <a:off x="1103014" y="1386889"/>
            <a:ext cx="24757" cy="24757"/>
          </a:xfrm>
          <a:prstGeom prst="ellipse">
            <a:avLst/>
          </a:prstGeom>
          <a:solidFill>
            <a:srgbClr val="B08A60">
              <a:alpha val="40000"/>
            </a:srgbClr>
          </a:solidFill>
          <a:ln w="0">
            <a:noFill/>
            <a:prstDash val="solid"/>
          </a:ln>
        </p:spPr>
      </p:sp>
      <p:sp>
        <p:nvSpPr>
          <p:cNvPr id="1733" name="LigandSeek2_vs_LigandSeek1_ellipse_7247">
            <a:extLst>
              <a:ext uri="{FF2B5EF4-FFF2-40B4-BE49-F238E27FC236}">
                <a16:creationId xmlns:a16="http://schemas.microsoft.com/office/drawing/2014/main" id="{BC4F810C-0A00-4958-87B4-910583FD77F7}"/>
              </a:ext>
            </a:extLst>
          </p:cNvPr>
          <p:cNvSpPr>
            <a:spLocks noGrp="1"/>
          </p:cNvSpPr>
          <p:nvPr/>
        </p:nvSpPr>
        <p:spPr>
          <a:xfrm>
            <a:off x="1071382" y="1846389"/>
            <a:ext cx="24757" cy="24757"/>
          </a:xfrm>
          <a:prstGeom prst="ellipse">
            <a:avLst/>
          </a:prstGeom>
          <a:solidFill>
            <a:srgbClr val="B08A60">
              <a:alpha val="40000"/>
            </a:srgbClr>
          </a:solidFill>
          <a:ln w="0">
            <a:noFill/>
            <a:prstDash val="solid"/>
          </a:ln>
        </p:spPr>
      </p:sp>
      <p:sp>
        <p:nvSpPr>
          <p:cNvPr id="1734" name="LigandSeek2_vs_LigandSeek1_ellipse_7248">
            <a:extLst>
              <a:ext uri="{FF2B5EF4-FFF2-40B4-BE49-F238E27FC236}">
                <a16:creationId xmlns:a16="http://schemas.microsoft.com/office/drawing/2014/main" id="{210DB962-B138-4291-84A7-1E6CC6390296}"/>
              </a:ext>
            </a:extLst>
          </p:cNvPr>
          <p:cNvSpPr>
            <a:spLocks noGrp="1"/>
          </p:cNvSpPr>
          <p:nvPr/>
        </p:nvSpPr>
        <p:spPr>
          <a:xfrm>
            <a:off x="1111782" y="1193462"/>
            <a:ext cx="24757" cy="24757"/>
          </a:xfrm>
          <a:prstGeom prst="ellipse">
            <a:avLst/>
          </a:prstGeom>
          <a:solidFill>
            <a:srgbClr val="B08A60">
              <a:alpha val="40000"/>
            </a:srgbClr>
          </a:solidFill>
          <a:ln w="0">
            <a:noFill/>
            <a:prstDash val="solid"/>
          </a:ln>
        </p:spPr>
      </p:sp>
      <p:sp>
        <p:nvSpPr>
          <p:cNvPr id="1735" name="LigandSeek2_vs_LigandSeek1_ellipse_7249">
            <a:extLst>
              <a:ext uri="{FF2B5EF4-FFF2-40B4-BE49-F238E27FC236}">
                <a16:creationId xmlns:a16="http://schemas.microsoft.com/office/drawing/2014/main" id="{0D861A2A-A016-4C68-9BEA-C8C55C8BCE14}"/>
              </a:ext>
            </a:extLst>
          </p:cNvPr>
          <p:cNvSpPr>
            <a:spLocks noGrp="1"/>
          </p:cNvSpPr>
          <p:nvPr/>
        </p:nvSpPr>
        <p:spPr>
          <a:xfrm>
            <a:off x="1044386" y="1584093"/>
            <a:ext cx="24757" cy="24757"/>
          </a:xfrm>
          <a:prstGeom prst="ellipse">
            <a:avLst/>
          </a:prstGeom>
          <a:solidFill>
            <a:srgbClr val="B08A60">
              <a:alpha val="40000"/>
            </a:srgbClr>
          </a:solidFill>
          <a:ln w="0">
            <a:noFill/>
            <a:prstDash val="solid"/>
          </a:ln>
        </p:spPr>
      </p:sp>
      <p:sp>
        <p:nvSpPr>
          <p:cNvPr id="1736" name="LigandSeek2_vs_LigandSeek1_ellipse_7250">
            <a:extLst>
              <a:ext uri="{FF2B5EF4-FFF2-40B4-BE49-F238E27FC236}">
                <a16:creationId xmlns:a16="http://schemas.microsoft.com/office/drawing/2014/main" id="{18BBA733-622C-4921-BDE2-840F1C8DD731}"/>
              </a:ext>
            </a:extLst>
          </p:cNvPr>
          <p:cNvSpPr>
            <a:spLocks noGrp="1"/>
          </p:cNvSpPr>
          <p:nvPr/>
        </p:nvSpPr>
        <p:spPr>
          <a:xfrm>
            <a:off x="1061368" y="1890368"/>
            <a:ext cx="24757" cy="24757"/>
          </a:xfrm>
          <a:prstGeom prst="ellipse">
            <a:avLst/>
          </a:prstGeom>
          <a:solidFill>
            <a:srgbClr val="B08A60">
              <a:alpha val="40000"/>
            </a:srgbClr>
          </a:solidFill>
          <a:ln w="0">
            <a:noFill/>
            <a:prstDash val="solid"/>
          </a:ln>
        </p:spPr>
      </p:sp>
      <p:sp>
        <p:nvSpPr>
          <p:cNvPr id="1737" name="LigandSeek2_vs_LigandSeek1_ellipse_7251">
            <a:extLst>
              <a:ext uri="{FF2B5EF4-FFF2-40B4-BE49-F238E27FC236}">
                <a16:creationId xmlns:a16="http://schemas.microsoft.com/office/drawing/2014/main" id="{749962CA-6AEC-4E73-BD9B-49D62A0D52D5}"/>
              </a:ext>
            </a:extLst>
          </p:cNvPr>
          <p:cNvSpPr>
            <a:spLocks noGrp="1"/>
          </p:cNvSpPr>
          <p:nvPr/>
        </p:nvSpPr>
        <p:spPr>
          <a:xfrm>
            <a:off x="1053991" y="1890368"/>
            <a:ext cx="24757" cy="24757"/>
          </a:xfrm>
          <a:prstGeom prst="ellipse">
            <a:avLst/>
          </a:prstGeom>
          <a:solidFill>
            <a:srgbClr val="B08A60">
              <a:alpha val="40000"/>
            </a:srgbClr>
          </a:solidFill>
          <a:ln w="0">
            <a:noFill/>
            <a:prstDash val="solid"/>
          </a:ln>
        </p:spPr>
      </p:sp>
      <p:sp>
        <p:nvSpPr>
          <p:cNvPr id="1738" name="LigandSeek2_vs_LigandSeek1_ellipse_7252">
            <a:extLst>
              <a:ext uri="{FF2B5EF4-FFF2-40B4-BE49-F238E27FC236}">
                <a16:creationId xmlns:a16="http://schemas.microsoft.com/office/drawing/2014/main" id="{E73906D0-AB82-48DC-8B39-981A35F6D1FB}"/>
              </a:ext>
            </a:extLst>
          </p:cNvPr>
          <p:cNvSpPr>
            <a:spLocks noGrp="1"/>
          </p:cNvSpPr>
          <p:nvPr/>
        </p:nvSpPr>
        <p:spPr>
          <a:xfrm>
            <a:off x="1114414" y="1886683"/>
            <a:ext cx="24757" cy="24757"/>
          </a:xfrm>
          <a:prstGeom prst="ellipse">
            <a:avLst/>
          </a:prstGeom>
          <a:solidFill>
            <a:srgbClr val="B08A60">
              <a:alpha val="40000"/>
            </a:srgbClr>
          </a:solidFill>
          <a:ln w="0">
            <a:noFill/>
            <a:prstDash val="solid"/>
          </a:ln>
        </p:spPr>
      </p:sp>
      <p:sp>
        <p:nvSpPr>
          <p:cNvPr id="1739" name="LigandSeek2_vs_LigandSeek1_ellipse_7253">
            <a:extLst>
              <a:ext uri="{FF2B5EF4-FFF2-40B4-BE49-F238E27FC236}">
                <a16:creationId xmlns:a16="http://schemas.microsoft.com/office/drawing/2014/main" id="{3D4C2D30-0C2B-4E1B-A8A5-73126AADABBC}"/>
              </a:ext>
            </a:extLst>
          </p:cNvPr>
          <p:cNvSpPr>
            <a:spLocks noGrp="1"/>
          </p:cNvSpPr>
          <p:nvPr/>
        </p:nvSpPr>
        <p:spPr>
          <a:xfrm>
            <a:off x="1068604" y="1637577"/>
            <a:ext cx="24757" cy="24757"/>
          </a:xfrm>
          <a:prstGeom prst="ellipse">
            <a:avLst/>
          </a:prstGeom>
          <a:solidFill>
            <a:srgbClr val="B08A60">
              <a:alpha val="40000"/>
            </a:srgbClr>
          </a:solidFill>
          <a:ln w="0">
            <a:noFill/>
            <a:prstDash val="solid"/>
          </a:ln>
        </p:spPr>
      </p:sp>
      <p:sp>
        <p:nvSpPr>
          <p:cNvPr id="1740" name="LigandSeek2_vs_LigandSeek1_ellipse_7254">
            <a:extLst>
              <a:ext uri="{FF2B5EF4-FFF2-40B4-BE49-F238E27FC236}">
                <a16:creationId xmlns:a16="http://schemas.microsoft.com/office/drawing/2014/main" id="{0D98071B-CB80-45B8-899B-2932724CF15B}"/>
              </a:ext>
            </a:extLst>
          </p:cNvPr>
          <p:cNvSpPr>
            <a:spLocks noGrp="1"/>
          </p:cNvSpPr>
          <p:nvPr/>
        </p:nvSpPr>
        <p:spPr>
          <a:xfrm>
            <a:off x="1081549" y="1715542"/>
            <a:ext cx="24757" cy="24757"/>
          </a:xfrm>
          <a:prstGeom prst="ellipse">
            <a:avLst/>
          </a:prstGeom>
          <a:solidFill>
            <a:srgbClr val="B08A60">
              <a:alpha val="40000"/>
            </a:srgbClr>
          </a:solidFill>
          <a:ln w="0">
            <a:noFill/>
            <a:prstDash val="solid"/>
          </a:ln>
        </p:spPr>
      </p:sp>
      <p:sp>
        <p:nvSpPr>
          <p:cNvPr id="1741" name="LigandSeek2_vs_LigandSeek1_ellipse_7255">
            <a:extLst>
              <a:ext uri="{FF2B5EF4-FFF2-40B4-BE49-F238E27FC236}">
                <a16:creationId xmlns:a16="http://schemas.microsoft.com/office/drawing/2014/main" id="{1DFAAAA5-795A-4B3A-BB50-699E49019F03}"/>
              </a:ext>
            </a:extLst>
          </p:cNvPr>
          <p:cNvSpPr>
            <a:spLocks noGrp="1"/>
          </p:cNvSpPr>
          <p:nvPr/>
        </p:nvSpPr>
        <p:spPr>
          <a:xfrm>
            <a:off x="1055319" y="1410291"/>
            <a:ext cx="24757" cy="24757"/>
          </a:xfrm>
          <a:prstGeom prst="ellipse">
            <a:avLst/>
          </a:prstGeom>
          <a:solidFill>
            <a:srgbClr val="B08A60">
              <a:alpha val="40000"/>
            </a:srgbClr>
          </a:solidFill>
          <a:ln w="0">
            <a:noFill/>
            <a:prstDash val="solid"/>
          </a:ln>
        </p:spPr>
      </p:sp>
      <p:sp>
        <p:nvSpPr>
          <p:cNvPr id="1742" name="LigandSeek2_vs_LigandSeek1_ellipse_7256">
            <a:extLst>
              <a:ext uri="{FF2B5EF4-FFF2-40B4-BE49-F238E27FC236}">
                <a16:creationId xmlns:a16="http://schemas.microsoft.com/office/drawing/2014/main" id="{E82E7903-7592-4373-BA1D-81B84B31FCD5}"/>
              </a:ext>
            </a:extLst>
          </p:cNvPr>
          <p:cNvSpPr>
            <a:spLocks noGrp="1"/>
          </p:cNvSpPr>
          <p:nvPr/>
        </p:nvSpPr>
        <p:spPr>
          <a:xfrm>
            <a:off x="1071766" y="1015496"/>
            <a:ext cx="24757" cy="24757"/>
          </a:xfrm>
          <a:prstGeom prst="ellipse">
            <a:avLst/>
          </a:prstGeom>
          <a:solidFill>
            <a:srgbClr val="B08A60">
              <a:alpha val="40000"/>
            </a:srgbClr>
          </a:solidFill>
          <a:ln w="0">
            <a:noFill/>
            <a:prstDash val="solid"/>
          </a:ln>
        </p:spPr>
      </p:sp>
      <p:sp>
        <p:nvSpPr>
          <p:cNvPr id="1743" name="LigandSeek2_vs_LigandSeek1_ellipse_7257">
            <a:extLst>
              <a:ext uri="{FF2B5EF4-FFF2-40B4-BE49-F238E27FC236}">
                <a16:creationId xmlns:a16="http://schemas.microsoft.com/office/drawing/2014/main" id="{519C6C9F-5F28-435C-9797-10BD67C5D75C}"/>
              </a:ext>
            </a:extLst>
          </p:cNvPr>
          <p:cNvSpPr>
            <a:spLocks noGrp="1"/>
          </p:cNvSpPr>
          <p:nvPr/>
        </p:nvSpPr>
        <p:spPr>
          <a:xfrm>
            <a:off x="1064932" y="1770089"/>
            <a:ext cx="24757" cy="24757"/>
          </a:xfrm>
          <a:prstGeom prst="ellipse">
            <a:avLst/>
          </a:prstGeom>
          <a:solidFill>
            <a:srgbClr val="B08A60">
              <a:alpha val="40000"/>
            </a:srgbClr>
          </a:solidFill>
          <a:ln w="0">
            <a:noFill/>
            <a:prstDash val="solid"/>
          </a:ln>
        </p:spPr>
      </p:sp>
      <p:sp>
        <p:nvSpPr>
          <p:cNvPr id="1744" name="LigandSeek2_vs_LigandSeek1_ellipse_7258">
            <a:extLst>
              <a:ext uri="{FF2B5EF4-FFF2-40B4-BE49-F238E27FC236}">
                <a16:creationId xmlns:a16="http://schemas.microsoft.com/office/drawing/2014/main" id="{2BA879C7-7006-4992-B8A0-12703A8CEBC2}"/>
              </a:ext>
            </a:extLst>
          </p:cNvPr>
          <p:cNvSpPr>
            <a:spLocks noGrp="1"/>
          </p:cNvSpPr>
          <p:nvPr/>
        </p:nvSpPr>
        <p:spPr>
          <a:xfrm>
            <a:off x="1052486" y="1890368"/>
            <a:ext cx="24757" cy="24757"/>
          </a:xfrm>
          <a:prstGeom prst="ellipse">
            <a:avLst/>
          </a:prstGeom>
          <a:solidFill>
            <a:srgbClr val="B08A60">
              <a:alpha val="40000"/>
            </a:srgbClr>
          </a:solidFill>
          <a:ln w="0">
            <a:noFill/>
            <a:prstDash val="solid"/>
          </a:ln>
        </p:spPr>
      </p:sp>
      <p:sp>
        <p:nvSpPr>
          <p:cNvPr id="1745" name="LigandSeek2_vs_LigandSeek1_ellipse_7259">
            <a:extLst>
              <a:ext uri="{FF2B5EF4-FFF2-40B4-BE49-F238E27FC236}">
                <a16:creationId xmlns:a16="http://schemas.microsoft.com/office/drawing/2014/main" id="{36C15D10-58C5-4829-A85F-083E5FE7E528}"/>
              </a:ext>
            </a:extLst>
          </p:cNvPr>
          <p:cNvSpPr>
            <a:spLocks noGrp="1"/>
          </p:cNvSpPr>
          <p:nvPr/>
        </p:nvSpPr>
        <p:spPr>
          <a:xfrm>
            <a:off x="1043359" y="1519451"/>
            <a:ext cx="24757" cy="24757"/>
          </a:xfrm>
          <a:prstGeom prst="ellipse">
            <a:avLst/>
          </a:prstGeom>
          <a:solidFill>
            <a:srgbClr val="B08A60">
              <a:alpha val="40000"/>
            </a:srgbClr>
          </a:solidFill>
          <a:ln w="0">
            <a:noFill/>
            <a:prstDash val="solid"/>
          </a:ln>
        </p:spPr>
      </p:sp>
      <p:sp>
        <p:nvSpPr>
          <p:cNvPr id="1746" name="LigandSeek2_vs_LigandSeek1_ellipse_7260">
            <a:extLst>
              <a:ext uri="{FF2B5EF4-FFF2-40B4-BE49-F238E27FC236}">
                <a16:creationId xmlns:a16="http://schemas.microsoft.com/office/drawing/2014/main" id="{1ABDC7C9-6FAF-44A6-B089-E33FB1DC26ED}"/>
              </a:ext>
            </a:extLst>
          </p:cNvPr>
          <p:cNvSpPr>
            <a:spLocks noGrp="1"/>
          </p:cNvSpPr>
          <p:nvPr/>
        </p:nvSpPr>
        <p:spPr>
          <a:xfrm>
            <a:off x="1104615" y="1514588"/>
            <a:ext cx="24757" cy="24757"/>
          </a:xfrm>
          <a:prstGeom prst="ellipse">
            <a:avLst/>
          </a:prstGeom>
          <a:solidFill>
            <a:srgbClr val="B08A60">
              <a:alpha val="40000"/>
            </a:srgbClr>
          </a:solidFill>
          <a:ln w="0">
            <a:noFill/>
            <a:prstDash val="solid"/>
          </a:ln>
        </p:spPr>
      </p:sp>
      <p:sp>
        <p:nvSpPr>
          <p:cNvPr id="1747" name="LigandSeek2_vs_LigandSeek1_ellipse_7261">
            <a:extLst>
              <a:ext uri="{FF2B5EF4-FFF2-40B4-BE49-F238E27FC236}">
                <a16:creationId xmlns:a16="http://schemas.microsoft.com/office/drawing/2014/main" id="{ABE46EEA-427A-4BA1-8C5A-14069430BEA7}"/>
              </a:ext>
            </a:extLst>
          </p:cNvPr>
          <p:cNvSpPr>
            <a:spLocks noGrp="1"/>
          </p:cNvSpPr>
          <p:nvPr/>
        </p:nvSpPr>
        <p:spPr>
          <a:xfrm>
            <a:off x="1092281" y="1251645"/>
            <a:ext cx="24757" cy="24757"/>
          </a:xfrm>
          <a:prstGeom prst="ellipse">
            <a:avLst/>
          </a:prstGeom>
          <a:solidFill>
            <a:srgbClr val="B08A60">
              <a:alpha val="40000"/>
            </a:srgbClr>
          </a:solidFill>
          <a:ln w="0">
            <a:noFill/>
            <a:prstDash val="solid"/>
          </a:ln>
        </p:spPr>
      </p:sp>
      <p:sp>
        <p:nvSpPr>
          <p:cNvPr id="1748" name="LigandSeek2_vs_LigandSeek1_ellipse_7262">
            <a:extLst>
              <a:ext uri="{FF2B5EF4-FFF2-40B4-BE49-F238E27FC236}">
                <a16:creationId xmlns:a16="http://schemas.microsoft.com/office/drawing/2014/main" id="{C909D433-C572-4EC0-902E-C21878B6FFD4}"/>
              </a:ext>
            </a:extLst>
          </p:cNvPr>
          <p:cNvSpPr>
            <a:spLocks noGrp="1"/>
          </p:cNvSpPr>
          <p:nvPr/>
        </p:nvSpPr>
        <p:spPr>
          <a:xfrm>
            <a:off x="1104875" y="1006674"/>
            <a:ext cx="24757" cy="24757"/>
          </a:xfrm>
          <a:prstGeom prst="ellipse">
            <a:avLst/>
          </a:prstGeom>
          <a:solidFill>
            <a:srgbClr val="B08A60">
              <a:alpha val="40000"/>
            </a:srgbClr>
          </a:solidFill>
          <a:ln w="0">
            <a:noFill/>
            <a:prstDash val="solid"/>
          </a:ln>
        </p:spPr>
      </p:sp>
      <p:sp>
        <p:nvSpPr>
          <p:cNvPr id="1749" name="LigandSeek2_vs_LigandSeek1_ellipse_7263">
            <a:extLst>
              <a:ext uri="{FF2B5EF4-FFF2-40B4-BE49-F238E27FC236}">
                <a16:creationId xmlns:a16="http://schemas.microsoft.com/office/drawing/2014/main" id="{121EFE42-AB7A-4C21-A9CA-04345A717CF2}"/>
              </a:ext>
            </a:extLst>
          </p:cNvPr>
          <p:cNvSpPr>
            <a:spLocks noGrp="1"/>
          </p:cNvSpPr>
          <p:nvPr/>
        </p:nvSpPr>
        <p:spPr>
          <a:xfrm>
            <a:off x="1106182" y="1230296"/>
            <a:ext cx="24757" cy="24757"/>
          </a:xfrm>
          <a:prstGeom prst="ellipse">
            <a:avLst/>
          </a:prstGeom>
          <a:solidFill>
            <a:srgbClr val="B08A60">
              <a:alpha val="40000"/>
            </a:srgbClr>
          </a:solidFill>
          <a:ln w="0">
            <a:noFill/>
            <a:prstDash val="solid"/>
          </a:ln>
        </p:spPr>
      </p:sp>
      <p:sp>
        <p:nvSpPr>
          <p:cNvPr id="1750" name="LigandSeek2_vs_LigandSeek1_ellipse_7264">
            <a:extLst>
              <a:ext uri="{FF2B5EF4-FFF2-40B4-BE49-F238E27FC236}">
                <a16:creationId xmlns:a16="http://schemas.microsoft.com/office/drawing/2014/main" id="{4E88CDC0-DD2D-4307-A765-9BAD47F9D5D5}"/>
              </a:ext>
            </a:extLst>
          </p:cNvPr>
          <p:cNvSpPr>
            <a:spLocks noGrp="1"/>
          </p:cNvSpPr>
          <p:nvPr/>
        </p:nvSpPr>
        <p:spPr>
          <a:xfrm>
            <a:off x="1037165" y="1402534"/>
            <a:ext cx="24757" cy="24757"/>
          </a:xfrm>
          <a:prstGeom prst="ellipse">
            <a:avLst/>
          </a:prstGeom>
          <a:solidFill>
            <a:srgbClr val="B08A60">
              <a:alpha val="40000"/>
            </a:srgbClr>
          </a:solidFill>
          <a:ln w="0">
            <a:noFill/>
            <a:prstDash val="solid"/>
          </a:ln>
        </p:spPr>
      </p:sp>
      <p:sp>
        <p:nvSpPr>
          <p:cNvPr id="1751" name="LigandSeek2_vs_LigandSeek1_ellipse_7265">
            <a:extLst>
              <a:ext uri="{FF2B5EF4-FFF2-40B4-BE49-F238E27FC236}">
                <a16:creationId xmlns:a16="http://schemas.microsoft.com/office/drawing/2014/main" id="{FEED0D32-B088-4DFB-A620-A40BE8E28B1D}"/>
              </a:ext>
            </a:extLst>
          </p:cNvPr>
          <p:cNvSpPr>
            <a:spLocks noGrp="1"/>
          </p:cNvSpPr>
          <p:nvPr/>
        </p:nvSpPr>
        <p:spPr>
          <a:xfrm>
            <a:off x="1071027" y="1573183"/>
            <a:ext cx="24757" cy="24757"/>
          </a:xfrm>
          <a:prstGeom prst="ellipse">
            <a:avLst/>
          </a:prstGeom>
          <a:solidFill>
            <a:srgbClr val="B08A60">
              <a:alpha val="40000"/>
            </a:srgbClr>
          </a:solidFill>
          <a:ln w="0">
            <a:noFill/>
            <a:prstDash val="solid"/>
          </a:ln>
        </p:spPr>
      </p:sp>
      <p:sp>
        <p:nvSpPr>
          <p:cNvPr id="1752" name="LigandSeek2_vs_LigandSeek1_ellipse_7266">
            <a:extLst>
              <a:ext uri="{FF2B5EF4-FFF2-40B4-BE49-F238E27FC236}">
                <a16:creationId xmlns:a16="http://schemas.microsoft.com/office/drawing/2014/main" id="{7B6F1D0C-B4EF-4E64-8FDA-CB8184B11EFF}"/>
              </a:ext>
            </a:extLst>
          </p:cNvPr>
          <p:cNvSpPr>
            <a:spLocks noGrp="1"/>
          </p:cNvSpPr>
          <p:nvPr/>
        </p:nvSpPr>
        <p:spPr>
          <a:xfrm>
            <a:off x="1095804" y="1655038"/>
            <a:ext cx="24757" cy="24757"/>
          </a:xfrm>
          <a:prstGeom prst="ellipse">
            <a:avLst/>
          </a:prstGeom>
          <a:solidFill>
            <a:srgbClr val="B08A60">
              <a:alpha val="40000"/>
            </a:srgbClr>
          </a:solidFill>
          <a:ln w="0">
            <a:noFill/>
            <a:prstDash val="solid"/>
          </a:ln>
        </p:spPr>
      </p:sp>
      <p:sp>
        <p:nvSpPr>
          <p:cNvPr id="1753" name="LigandSeek2_vs_LigandSeek1_ellipse_7267">
            <a:extLst>
              <a:ext uri="{FF2B5EF4-FFF2-40B4-BE49-F238E27FC236}">
                <a16:creationId xmlns:a16="http://schemas.microsoft.com/office/drawing/2014/main" id="{5E7DDD11-4A17-4515-AB40-A7D1905E299A}"/>
              </a:ext>
            </a:extLst>
          </p:cNvPr>
          <p:cNvSpPr>
            <a:spLocks noGrp="1"/>
          </p:cNvSpPr>
          <p:nvPr/>
        </p:nvSpPr>
        <p:spPr>
          <a:xfrm>
            <a:off x="1082295" y="1682484"/>
            <a:ext cx="24757" cy="24757"/>
          </a:xfrm>
          <a:prstGeom prst="ellipse">
            <a:avLst/>
          </a:prstGeom>
          <a:solidFill>
            <a:srgbClr val="B08A60">
              <a:alpha val="40000"/>
            </a:srgbClr>
          </a:solidFill>
          <a:ln w="0">
            <a:noFill/>
            <a:prstDash val="solid"/>
          </a:ln>
        </p:spPr>
      </p:sp>
      <p:sp>
        <p:nvSpPr>
          <p:cNvPr id="1754" name="LigandSeek2_vs_LigandSeek1_ellipse_7268">
            <a:extLst>
              <a:ext uri="{FF2B5EF4-FFF2-40B4-BE49-F238E27FC236}">
                <a16:creationId xmlns:a16="http://schemas.microsoft.com/office/drawing/2014/main" id="{7901971D-D48F-4411-88E0-95B6D0728ABE}"/>
              </a:ext>
            </a:extLst>
          </p:cNvPr>
          <p:cNvSpPr>
            <a:spLocks noGrp="1"/>
          </p:cNvSpPr>
          <p:nvPr/>
        </p:nvSpPr>
        <p:spPr>
          <a:xfrm>
            <a:off x="1042578" y="1736426"/>
            <a:ext cx="24757" cy="24757"/>
          </a:xfrm>
          <a:prstGeom prst="ellipse">
            <a:avLst/>
          </a:prstGeom>
          <a:solidFill>
            <a:srgbClr val="B08A60">
              <a:alpha val="40000"/>
            </a:srgbClr>
          </a:solidFill>
          <a:ln w="0">
            <a:noFill/>
            <a:prstDash val="solid"/>
          </a:ln>
        </p:spPr>
      </p:sp>
      <p:sp>
        <p:nvSpPr>
          <p:cNvPr id="1755" name="LigandSeek2_vs_LigandSeek1_ellipse_7269">
            <a:extLst>
              <a:ext uri="{FF2B5EF4-FFF2-40B4-BE49-F238E27FC236}">
                <a16:creationId xmlns:a16="http://schemas.microsoft.com/office/drawing/2014/main" id="{B27B2297-44B9-49EF-B24E-6B12277E34A7}"/>
              </a:ext>
            </a:extLst>
          </p:cNvPr>
          <p:cNvSpPr>
            <a:spLocks noGrp="1"/>
          </p:cNvSpPr>
          <p:nvPr/>
        </p:nvSpPr>
        <p:spPr>
          <a:xfrm>
            <a:off x="1109370" y="1163607"/>
            <a:ext cx="24757" cy="24757"/>
          </a:xfrm>
          <a:prstGeom prst="ellipse">
            <a:avLst/>
          </a:prstGeom>
          <a:solidFill>
            <a:srgbClr val="B08A60">
              <a:alpha val="40000"/>
            </a:srgbClr>
          </a:solidFill>
          <a:ln w="0">
            <a:noFill/>
            <a:prstDash val="solid"/>
          </a:ln>
        </p:spPr>
      </p:sp>
      <p:sp>
        <p:nvSpPr>
          <p:cNvPr id="1756" name="LigandSeek2_vs_LigandSeek1_ellipse_7270">
            <a:extLst>
              <a:ext uri="{FF2B5EF4-FFF2-40B4-BE49-F238E27FC236}">
                <a16:creationId xmlns:a16="http://schemas.microsoft.com/office/drawing/2014/main" id="{27756466-F99C-400D-A8D6-6C0729D4288C}"/>
              </a:ext>
            </a:extLst>
          </p:cNvPr>
          <p:cNvSpPr>
            <a:spLocks noGrp="1"/>
          </p:cNvSpPr>
          <p:nvPr/>
        </p:nvSpPr>
        <p:spPr>
          <a:xfrm>
            <a:off x="1070201" y="1817077"/>
            <a:ext cx="24757" cy="24757"/>
          </a:xfrm>
          <a:prstGeom prst="ellipse">
            <a:avLst/>
          </a:prstGeom>
          <a:solidFill>
            <a:srgbClr val="B08A60">
              <a:alpha val="40000"/>
            </a:srgbClr>
          </a:solidFill>
          <a:ln w="0">
            <a:noFill/>
            <a:prstDash val="solid"/>
          </a:ln>
        </p:spPr>
      </p:sp>
      <p:sp>
        <p:nvSpPr>
          <p:cNvPr id="1757" name="LigandSeek2_vs_LigandSeek1_ellipse_7271">
            <a:extLst>
              <a:ext uri="{FF2B5EF4-FFF2-40B4-BE49-F238E27FC236}">
                <a16:creationId xmlns:a16="http://schemas.microsoft.com/office/drawing/2014/main" id="{126D394B-9681-4AA8-B450-0E2643D708E0}"/>
              </a:ext>
            </a:extLst>
          </p:cNvPr>
          <p:cNvSpPr>
            <a:spLocks noGrp="1"/>
          </p:cNvSpPr>
          <p:nvPr/>
        </p:nvSpPr>
        <p:spPr>
          <a:xfrm>
            <a:off x="1076244" y="1819894"/>
            <a:ext cx="24757" cy="24757"/>
          </a:xfrm>
          <a:prstGeom prst="ellipse">
            <a:avLst/>
          </a:prstGeom>
          <a:solidFill>
            <a:srgbClr val="B08A60">
              <a:alpha val="40000"/>
            </a:srgbClr>
          </a:solidFill>
          <a:ln w="0">
            <a:noFill/>
            <a:prstDash val="solid"/>
          </a:ln>
        </p:spPr>
      </p:sp>
      <p:sp>
        <p:nvSpPr>
          <p:cNvPr id="1758" name="LigandSeek2_vs_LigandSeek1_ellipse_7272">
            <a:extLst>
              <a:ext uri="{FF2B5EF4-FFF2-40B4-BE49-F238E27FC236}">
                <a16:creationId xmlns:a16="http://schemas.microsoft.com/office/drawing/2014/main" id="{F9C7EB00-D269-4989-BE44-D94D9245F073}"/>
              </a:ext>
            </a:extLst>
          </p:cNvPr>
          <p:cNvSpPr>
            <a:spLocks noGrp="1"/>
          </p:cNvSpPr>
          <p:nvPr/>
        </p:nvSpPr>
        <p:spPr>
          <a:xfrm>
            <a:off x="1051718" y="1738063"/>
            <a:ext cx="24757" cy="24757"/>
          </a:xfrm>
          <a:prstGeom prst="ellipse">
            <a:avLst/>
          </a:prstGeom>
          <a:solidFill>
            <a:srgbClr val="B08A60">
              <a:alpha val="40000"/>
            </a:srgbClr>
          </a:solidFill>
          <a:ln w="0">
            <a:noFill/>
            <a:prstDash val="solid"/>
          </a:ln>
        </p:spPr>
      </p:sp>
      <p:sp>
        <p:nvSpPr>
          <p:cNvPr id="1759" name="LigandSeek2_vs_LigandSeek1_ellipse_7273">
            <a:extLst>
              <a:ext uri="{FF2B5EF4-FFF2-40B4-BE49-F238E27FC236}">
                <a16:creationId xmlns:a16="http://schemas.microsoft.com/office/drawing/2014/main" id="{A62E77E7-BD3D-47E2-A2A5-F5B740F1CE70}"/>
              </a:ext>
            </a:extLst>
          </p:cNvPr>
          <p:cNvSpPr>
            <a:spLocks noGrp="1"/>
          </p:cNvSpPr>
          <p:nvPr/>
        </p:nvSpPr>
        <p:spPr>
          <a:xfrm>
            <a:off x="1099353" y="1217086"/>
            <a:ext cx="24757" cy="24757"/>
          </a:xfrm>
          <a:prstGeom prst="ellipse">
            <a:avLst/>
          </a:prstGeom>
          <a:solidFill>
            <a:srgbClr val="B08A60">
              <a:alpha val="40000"/>
            </a:srgbClr>
          </a:solidFill>
          <a:ln w="0">
            <a:noFill/>
            <a:prstDash val="solid"/>
          </a:ln>
        </p:spPr>
      </p:sp>
      <p:sp>
        <p:nvSpPr>
          <p:cNvPr id="1760" name="LigandSeek2_vs_LigandSeek1_ellipse_7274">
            <a:extLst>
              <a:ext uri="{FF2B5EF4-FFF2-40B4-BE49-F238E27FC236}">
                <a16:creationId xmlns:a16="http://schemas.microsoft.com/office/drawing/2014/main" id="{11F2B9AB-A8EB-4DDD-8B16-C180B6773F39}"/>
              </a:ext>
            </a:extLst>
          </p:cNvPr>
          <p:cNvSpPr>
            <a:spLocks noGrp="1"/>
          </p:cNvSpPr>
          <p:nvPr/>
        </p:nvSpPr>
        <p:spPr>
          <a:xfrm>
            <a:off x="1107928" y="1890368"/>
            <a:ext cx="24757" cy="24757"/>
          </a:xfrm>
          <a:prstGeom prst="ellipse">
            <a:avLst/>
          </a:prstGeom>
          <a:solidFill>
            <a:srgbClr val="B08A60">
              <a:alpha val="40000"/>
            </a:srgbClr>
          </a:solidFill>
          <a:ln w="0">
            <a:noFill/>
            <a:prstDash val="solid"/>
          </a:ln>
        </p:spPr>
      </p:sp>
      <p:sp>
        <p:nvSpPr>
          <p:cNvPr id="1761" name="LigandSeek2_vs_LigandSeek1_ellipse_7275">
            <a:extLst>
              <a:ext uri="{FF2B5EF4-FFF2-40B4-BE49-F238E27FC236}">
                <a16:creationId xmlns:a16="http://schemas.microsoft.com/office/drawing/2014/main" id="{987EF4B8-5D94-4811-B3B4-F590CA8D4519}"/>
              </a:ext>
            </a:extLst>
          </p:cNvPr>
          <p:cNvSpPr>
            <a:spLocks noGrp="1"/>
          </p:cNvSpPr>
          <p:nvPr/>
        </p:nvSpPr>
        <p:spPr>
          <a:xfrm>
            <a:off x="1105554" y="1070314"/>
            <a:ext cx="24757" cy="24757"/>
          </a:xfrm>
          <a:prstGeom prst="ellipse">
            <a:avLst/>
          </a:prstGeom>
          <a:solidFill>
            <a:srgbClr val="B08A60">
              <a:alpha val="40000"/>
            </a:srgbClr>
          </a:solidFill>
          <a:ln w="0">
            <a:noFill/>
            <a:prstDash val="solid"/>
          </a:ln>
        </p:spPr>
      </p:sp>
      <p:sp>
        <p:nvSpPr>
          <p:cNvPr id="1762" name="LigandSeek2_vs_LigandSeek1_ellipse_7276">
            <a:extLst>
              <a:ext uri="{FF2B5EF4-FFF2-40B4-BE49-F238E27FC236}">
                <a16:creationId xmlns:a16="http://schemas.microsoft.com/office/drawing/2014/main" id="{BA619CDA-E277-43FF-B9E6-B25EBF567DBE}"/>
              </a:ext>
            </a:extLst>
          </p:cNvPr>
          <p:cNvSpPr>
            <a:spLocks noGrp="1"/>
          </p:cNvSpPr>
          <p:nvPr/>
        </p:nvSpPr>
        <p:spPr>
          <a:xfrm>
            <a:off x="1100329" y="1890368"/>
            <a:ext cx="24757" cy="24757"/>
          </a:xfrm>
          <a:prstGeom prst="ellipse">
            <a:avLst/>
          </a:prstGeom>
          <a:solidFill>
            <a:srgbClr val="B08A60">
              <a:alpha val="40000"/>
            </a:srgbClr>
          </a:solidFill>
          <a:ln w="0">
            <a:noFill/>
            <a:prstDash val="solid"/>
          </a:ln>
        </p:spPr>
      </p:sp>
      <p:sp>
        <p:nvSpPr>
          <p:cNvPr id="1763" name="LigandSeek2_vs_LigandSeek1_ellipse_7277">
            <a:extLst>
              <a:ext uri="{FF2B5EF4-FFF2-40B4-BE49-F238E27FC236}">
                <a16:creationId xmlns:a16="http://schemas.microsoft.com/office/drawing/2014/main" id="{A4448580-EE4A-456A-83E6-66BF7EDF1560}"/>
              </a:ext>
            </a:extLst>
          </p:cNvPr>
          <p:cNvSpPr>
            <a:spLocks noGrp="1"/>
          </p:cNvSpPr>
          <p:nvPr/>
        </p:nvSpPr>
        <p:spPr>
          <a:xfrm>
            <a:off x="1107399" y="1711312"/>
            <a:ext cx="24757" cy="24757"/>
          </a:xfrm>
          <a:prstGeom prst="ellipse">
            <a:avLst/>
          </a:prstGeom>
          <a:solidFill>
            <a:srgbClr val="B08A60">
              <a:alpha val="40000"/>
            </a:srgbClr>
          </a:solidFill>
          <a:ln w="0">
            <a:noFill/>
            <a:prstDash val="solid"/>
          </a:ln>
        </p:spPr>
      </p:sp>
      <p:sp>
        <p:nvSpPr>
          <p:cNvPr id="1764" name="LigandSeek2_vs_LigandSeek1_ellipse_7278">
            <a:extLst>
              <a:ext uri="{FF2B5EF4-FFF2-40B4-BE49-F238E27FC236}">
                <a16:creationId xmlns:a16="http://schemas.microsoft.com/office/drawing/2014/main" id="{D692AE8D-5974-4E90-A8DD-D856FF29D49A}"/>
              </a:ext>
            </a:extLst>
          </p:cNvPr>
          <p:cNvSpPr>
            <a:spLocks noGrp="1"/>
          </p:cNvSpPr>
          <p:nvPr/>
        </p:nvSpPr>
        <p:spPr>
          <a:xfrm>
            <a:off x="1113335" y="1612799"/>
            <a:ext cx="24757" cy="24757"/>
          </a:xfrm>
          <a:prstGeom prst="ellipse">
            <a:avLst/>
          </a:prstGeom>
          <a:solidFill>
            <a:srgbClr val="B08A60">
              <a:alpha val="40000"/>
            </a:srgbClr>
          </a:solidFill>
          <a:ln w="0">
            <a:noFill/>
            <a:prstDash val="solid"/>
          </a:ln>
        </p:spPr>
      </p:sp>
      <p:sp>
        <p:nvSpPr>
          <p:cNvPr id="1765" name="LigandSeek2_vs_LigandSeek1_ellipse_7279">
            <a:extLst>
              <a:ext uri="{FF2B5EF4-FFF2-40B4-BE49-F238E27FC236}">
                <a16:creationId xmlns:a16="http://schemas.microsoft.com/office/drawing/2014/main" id="{E325D5EF-3CE5-42CA-A134-0B5723B81401}"/>
              </a:ext>
            </a:extLst>
          </p:cNvPr>
          <p:cNvSpPr>
            <a:spLocks noGrp="1"/>
          </p:cNvSpPr>
          <p:nvPr/>
        </p:nvSpPr>
        <p:spPr>
          <a:xfrm>
            <a:off x="1110291" y="1418834"/>
            <a:ext cx="24757" cy="24757"/>
          </a:xfrm>
          <a:prstGeom prst="ellipse">
            <a:avLst/>
          </a:prstGeom>
          <a:solidFill>
            <a:srgbClr val="B08A60">
              <a:alpha val="40000"/>
            </a:srgbClr>
          </a:solidFill>
          <a:ln w="0">
            <a:noFill/>
            <a:prstDash val="solid"/>
          </a:ln>
        </p:spPr>
      </p:sp>
      <p:sp>
        <p:nvSpPr>
          <p:cNvPr id="1766" name="LigandSeek2_vs_LigandSeek1_ellipse_7280">
            <a:extLst>
              <a:ext uri="{FF2B5EF4-FFF2-40B4-BE49-F238E27FC236}">
                <a16:creationId xmlns:a16="http://schemas.microsoft.com/office/drawing/2014/main" id="{8DB64A03-592A-46A0-8417-49C059351D0B}"/>
              </a:ext>
            </a:extLst>
          </p:cNvPr>
          <p:cNvSpPr>
            <a:spLocks noGrp="1"/>
          </p:cNvSpPr>
          <p:nvPr/>
        </p:nvSpPr>
        <p:spPr>
          <a:xfrm>
            <a:off x="1035711" y="1726097"/>
            <a:ext cx="24757" cy="24757"/>
          </a:xfrm>
          <a:prstGeom prst="ellipse">
            <a:avLst/>
          </a:prstGeom>
          <a:solidFill>
            <a:srgbClr val="B08A60">
              <a:alpha val="40000"/>
            </a:srgbClr>
          </a:solidFill>
          <a:ln w="0">
            <a:noFill/>
            <a:prstDash val="solid"/>
          </a:ln>
        </p:spPr>
      </p:sp>
      <p:sp>
        <p:nvSpPr>
          <p:cNvPr id="1767" name="LigandSeek2_vs_LigandSeek1_ellipse_7281">
            <a:extLst>
              <a:ext uri="{FF2B5EF4-FFF2-40B4-BE49-F238E27FC236}">
                <a16:creationId xmlns:a16="http://schemas.microsoft.com/office/drawing/2014/main" id="{3C4D9D1A-3EBE-4D19-86E2-8D5B73C35B23}"/>
              </a:ext>
            </a:extLst>
          </p:cNvPr>
          <p:cNvSpPr>
            <a:spLocks noGrp="1"/>
          </p:cNvSpPr>
          <p:nvPr/>
        </p:nvSpPr>
        <p:spPr>
          <a:xfrm>
            <a:off x="1083607" y="1876367"/>
            <a:ext cx="24757" cy="24757"/>
          </a:xfrm>
          <a:prstGeom prst="ellipse">
            <a:avLst/>
          </a:prstGeom>
          <a:solidFill>
            <a:srgbClr val="B08A60">
              <a:alpha val="40000"/>
            </a:srgbClr>
          </a:solidFill>
          <a:ln w="0">
            <a:noFill/>
            <a:prstDash val="solid"/>
          </a:ln>
        </p:spPr>
      </p:sp>
      <p:sp>
        <p:nvSpPr>
          <p:cNvPr id="1768" name="LigandSeek2_vs_LigandSeek1_ellipse_7282">
            <a:extLst>
              <a:ext uri="{FF2B5EF4-FFF2-40B4-BE49-F238E27FC236}">
                <a16:creationId xmlns:a16="http://schemas.microsoft.com/office/drawing/2014/main" id="{9ABFE3CC-3F86-4ABA-A912-B58AF4B0427D}"/>
              </a:ext>
            </a:extLst>
          </p:cNvPr>
          <p:cNvSpPr>
            <a:spLocks noGrp="1"/>
          </p:cNvSpPr>
          <p:nvPr/>
        </p:nvSpPr>
        <p:spPr>
          <a:xfrm>
            <a:off x="1089774" y="1798649"/>
            <a:ext cx="24757" cy="24757"/>
          </a:xfrm>
          <a:prstGeom prst="ellipse">
            <a:avLst/>
          </a:prstGeom>
          <a:solidFill>
            <a:srgbClr val="B08A60">
              <a:alpha val="40000"/>
            </a:srgbClr>
          </a:solidFill>
          <a:ln w="0">
            <a:noFill/>
            <a:prstDash val="solid"/>
          </a:ln>
        </p:spPr>
      </p:sp>
      <p:sp>
        <p:nvSpPr>
          <p:cNvPr id="1769" name="LigandSeek2_vs_LigandSeek1_ellipse_7283">
            <a:extLst>
              <a:ext uri="{FF2B5EF4-FFF2-40B4-BE49-F238E27FC236}">
                <a16:creationId xmlns:a16="http://schemas.microsoft.com/office/drawing/2014/main" id="{557697F8-DD9C-4B29-944E-23BA57A3D0C7}"/>
              </a:ext>
            </a:extLst>
          </p:cNvPr>
          <p:cNvSpPr>
            <a:spLocks noGrp="1"/>
          </p:cNvSpPr>
          <p:nvPr/>
        </p:nvSpPr>
        <p:spPr>
          <a:xfrm>
            <a:off x="1108836" y="1890368"/>
            <a:ext cx="24757" cy="24757"/>
          </a:xfrm>
          <a:prstGeom prst="ellipse">
            <a:avLst/>
          </a:prstGeom>
          <a:solidFill>
            <a:srgbClr val="B08A60">
              <a:alpha val="40000"/>
            </a:srgbClr>
          </a:solidFill>
          <a:ln w="0">
            <a:noFill/>
            <a:prstDash val="solid"/>
          </a:ln>
        </p:spPr>
      </p:sp>
      <p:sp>
        <p:nvSpPr>
          <p:cNvPr id="1770" name="LigandSeek2_vs_LigandSeek1_ellipse_7284">
            <a:extLst>
              <a:ext uri="{FF2B5EF4-FFF2-40B4-BE49-F238E27FC236}">
                <a16:creationId xmlns:a16="http://schemas.microsoft.com/office/drawing/2014/main" id="{8252ED27-371B-4866-AEDC-C4D91040AF9E}"/>
              </a:ext>
            </a:extLst>
          </p:cNvPr>
          <p:cNvSpPr>
            <a:spLocks noGrp="1"/>
          </p:cNvSpPr>
          <p:nvPr/>
        </p:nvSpPr>
        <p:spPr>
          <a:xfrm>
            <a:off x="1074212" y="1162672"/>
            <a:ext cx="24757" cy="24757"/>
          </a:xfrm>
          <a:prstGeom prst="ellipse">
            <a:avLst/>
          </a:prstGeom>
          <a:solidFill>
            <a:srgbClr val="B08A60">
              <a:alpha val="40000"/>
            </a:srgbClr>
          </a:solidFill>
          <a:ln w="0">
            <a:noFill/>
            <a:prstDash val="solid"/>
          </a:ln>
        </p:spPr>
      </p:sp>
      <p:sp>
        <p:nvSpPr>
          <p:cNvPr id="1771" name="LigandSeek2_vs_LigandSeek1_ellipse_7285">
            <a:extLst>
              <a:ext uri="{FF2B5EF4-FFF2-40B4-BE49-F238E27FC236}">
                <a16:creationId xmlns:a16="http://schemas.microsoft.com/office/drawing/2014/main" id="{4744ABE4-B85C-4D54-83A6-E216DEA1E7DC}"/>
              </a:ext>
            </a:extLst>
          </p:cNvPr>
          <p:cNvSpPr>
            <a:spLocks noGrp="1"/>
          </p:cNvSpPr>
          <p:nvPr/>
        </p:nvSpPr>
        <p:spPr>
          <a:xfrm>
            <a:off x="1037269" y="1054647"/>
            <a:ext cx="24757" cy="24757"/>
          </a:xfrm>
          <a:prstGeom prst="ellipse">
            <a:avLst/>
          </a:prstGeom>
          <a:solidFill>
            <a:srgbClr val="B08A60">
              <a:alpha val="40000"/>
            </a:srgbClr>
          </a:solidFill>
          <a:ln w="0">
            <a:noFill/>
            <a:prstDash val="solid"/>
          </a:ln>
        </p:spPr>
      </p:sp>
      <p:sp>
        <p:nvSpPr>
          <p:cNvPr id="1772" name="LigandSeek2_vs_LigandSeek1_ellipse_7286">
            <a:extLst>
              <a:ext uri="{FF2B5EF4-FFF2-40B4-BE49-F238E27FC236}">
                <a16:creationId xmlns:a16="http://schemas.microsoft.com/office/drawing/2014/main" id="{0ED2B0A8-0123-4B2E-A1D7-C00E0184C3B2}"/>
              </a:ext>
            </a:extLst>
          </p:cNvPr>
          <p:cNvSpPr>
            <a:spLocks noGrp="1"/>
          </p:cNvSpPr>
          <p:nvPr/>
        </p:nvSpPr>
        <p:spPr>
          <a:xfrm>
            <a:off x="1065608" y="1266624"/>
            <a:ext cx="24757" cy="24757"/>
          </a:xfrm>
          <a:prstGeom prst="ellipse">
            <a:avLst/>
          </a:prstGeom>
          <a:solidFill>
            <a:srgbClr val="B08A60">
              <a:alpha val="40000"/>
            </a:srgbClr>
          </a:solidFill>
          <a:ln w="0">
            <a:noFill/>
            <a:prstDash val="solid"/>
          </a:ln>
        </p:spPr>
      </p:sp>
      <p:sp>
        <p:nvSpPr>
          <p:cNvPr id="1773" name="LigandSeek2_vs_LigandSeek1_ellipse_7287">
            <a:extLst>
              <a:ext uri="{FF2B5EF4-FFF2-40B4-BE49-F238E27FC236}">
                <a16:creationId xmlns:a16="http://schemas.microsoft.com/office/drawing/2014/main" id="{F2470D72-EAE3-416B-8D4D-4053A2E35C77}"/>
              </a:ext>
            </a:extLst>
          </p:cNvPr>
          <p:cNvSpPr>
            <a:spLocks noGrp="1"/>
          </p:cNvSpPr>
          <p:nvPr/>
        </p:nvSpPr>
        <p:spPr>
          <a:xfrm>
            <a:off x="1035477" y="1245546"/>
            <a:ext cx="24757" cy="24757"/>
          </a:xfrm>
          <a:prstGeom prst="ellipse">
            <a:avLst/>
          </a:prstGeom>
          <a:solidFill>
            <a:srgbClr val="B08A60">
              <a:alpha val="40000"/>
            </a:srgbClr>
          </a:solidFill>
          <a:ln w="0">
            <a:noFill/>
            <a:prstDash val="solid"/>
          </a:ln>
        </p:spPr>
      </p:sp>
      <p:sp>
        <p:nvSpPr>
          <p:cNvPr id="1774" name="LigandSeek2_vs_LigandSeek1_ellipse_7288">
            <a:extLst>
              <a:ext uri="{FF2B5EF4-FFF2-40B4-BE49-F238E27FC236}">
                <a16:creationId xmlns:a16="http://schemas.microsoft.com/office/drawing/2014/main" id="{058AE4B0-751F-486F-BDC6-8887795F61F4}"/>
              </a:ext>
            </a:extLst>
          </p:cNvPr>
          <p:cNvSpPr>
            <a:spLocks noGrp="1"/>
          </p:cNvSpPr>
          <p:nvPr/>
        </p:nvSpPr>
        <p:spPr>
          <a:xfrm>
            <a:off x="1072548" y="1553155"/>
            <a:ext cx="24757" cy="24757"/>
          </a:xfrm>
          <a:prstGeom prst="ellipse">
            <a:avLst/>
          </a:prstGeom>
          <a:solidFill>
            <a:srgbClr val="B08A60">
              <a:alpha val="40000"/>
            </a:srgbClr>
          </a:solidFill>
          <a:ln w="0">
            <a:noFill/>
            <a:prstDash val="solid"/>
          </a:ln>
        </p:spPr>
      </p:sp>
      <p:sp>
        <p:nvSpPr>
          <p:cNvPr id="1775" name="LigandSeek2_vs_LigandSeek1_ellipse_7289">
            <a:extLst>
              <a:ext uri="{FF2B5EF4-FFF2-40B4-BE49-F238E27FC236}">
                <a16:creationId xmlns:a16="http://schemas.microsoft.com/office/drawing/2014/main" id="{B4B7FCD4-8B18-490B-A949-81789565D894}"/>
              </a:ext>
            </a:extLst>
          </p:cNvPr>
          <p:cNvSpPr>
            <a:spLocks noGrp="1"/>
          </p:cNvSpPr>
          <p:nvPr/>
        </p:nvSpPr>
        <p:spPr>
          <a:xfrm>
            <a:off x="1104035" y="1097203"/>
            <a:ext cx="24757" cy="24757"/>
          </a:xfrm>
          <a:prstGeom prst="ellipse">
            <a:avLst/>
          </a:prstGeom>
          <a:solidFill>
            <a:srgbClr val="B08A60">
              <a:alpha val="40000"/>
            </a:srgbClr>
          </a:solidFill>
          <a:ln w="0">
            <a:noFill/>
            <a:prstDash val="solid"/>
          </a:ln>
        </p:spPr>
      </p:sp>
      <p:sp>
        <p:nvSpPr>
          <p:cNvPr id="1776" name="LigandSeek2_vs_LigandSeek1_ellipse_7290">
            <a:extLst>
              <a:ext uri="{FF2B5EF4-FFF2-40B4-BE49-F238E27FC236}">
                <a16:creationId xmlns:a16="http://schemas.microsoft.com/office/drawing/2014/main" id="{C44E2401-69A4-4CC5-A11A-40A55D7C2606}"/>
              </a:ext>
            </a:extLst>
          </p:cNvPr>
          <p:cNvSpPr>
            <a:spLocks noGrp="1"/>
          </p:cNvSpPr>
          <p:nvPr/>
        </p:nvSpPr>
        <p:spPr>
          <a:xfrm>
            <a:off x="1063339" y="1373870"/>
            <a:ext cx="24757" cy="24757"/>
          </a:xfrm>
          <a:prstGeom prst="ellipse">
            <a:avLst/>
          </a:prstGeom>
          <a:solidFill>
            <a:srgbClr val="B08A60">
              <a:alpha val="40000"/>
            </a:srgbClr>
          </a:solidFill>
          <a:ln w="0">
            <a:noFill/>
            <a:prstDash val="solid"/>
          </a:ln>
        </p:spPr>
      </p:sp>
      <p:sp>
        <p:nvSpPr>
          <p:cNvPr id="1777" name="LigandSeek2_vs_LigandSeek1_ellipse_7291">
            <a:extLst>
              <a:ext uri="{FF2B5EF4-FFF2-40B4-BE49-F238E27FC236}">
                <a16:creationId xmlns:a16="http://schemas.microsoft.com/office/drawing/2014/main" id="{4EB5C47D-648C-47A2-8D12-681FF97972B2}"/>
              </a:ext>
            </a:extLst>
          </p:cNvPr>
          <p:cNvSpPr>
            <a:spLocks noGrp="1"/>
          </p:cNvSpPr>
          <p:nvPr/>
        </p:nvSpPr>
        <p:spPr>
          <a:xfrm>
            <a:off x="1082762" y="1147534"/>
            <a:ext cx="24757" cy="24757"/>
          </a:xfrm>
          <a:prstGeom prst="ellipse">
            <a:avLst/>
          </a:prstGeom>
          <a:solidFill>
            <a:srgbClr val="B08A60">
              <a:alpha val="40000"/>
            </a:srgbClr>
          </a:solidFill>
          <a:ln w="0">
            <a:noFill/>
            <a:prstDash val="solid"/>
          </a:ln>
        </p:spPr>
      </p:sp>
      <p:sp>
        <p:nvSpPr>
          <p:cNvPr id="1778" name="LigandSeek2_vs_LigandSeek1_ellipse_7292">
            <a:extLst>
              <a:ext uri="{FF2B5EF4-FFF2-40B4-BE49-F238E27FC236}">
                <a16:creationId xmlns:a16="http://schemas.microsoft.com/office/drawing/2014/main" id="{41049B70-936E-4AC7-AFC7-33001651B156}"/>
              </a:ext>
            </a:extLst>
          </p:cNvPr>
          <p:cNvSpPr>
            <a:spLocks noGrp="1"/>
          </p:cNvSpPr>
          <p:nvPr/>
        </p:nvSpPr>
        <p:spPr>
          <a:xfrm>
            <a:off x="1096784" y="1540259"/>
            <a:ext cx="24757" cy="24757"/>
          </a:xfrm>
          <a:prstGeom prst="ellipse">
            <a:avLst/>
          </a:prstGeom>
          <a:solidFill>
            <a:srgbClr val="B08A60">
              <a:alpha val="40000"/>
            </a:srgbClr>
          </a:solidFill>
          <a:ln w="0">
            <a:noFill/>
            <a:prstDash val="solid"/>
          </a:ln>
        </p:spPr>
      </p:sp>
      <p:sp>
        <p:nvSpPr>
          <p:cNvPr id="1779" name="LigandSeek2_vs_LigandSeek1_ellipse_7293">
            <a:extLst>
              <a:ext uri="{FF2B5EF4-FFF2-40B4-BE49-F238E27FC236}">
                <a16:creationId xmlns:a16="http://schemas.microsoft.com/office/drawing/2014/main" id="{89F1A0EC-5604-42C3-9886-27CC3D584DEF}"/>
              </a:ext>
            </a:extLst>
          </p:cNvPr>
          <p:cNvSpPr>
            <a:spLocks noGrp="1"/>
          </p:cNvSpPr>
          <p:nvPr/>
        </p:nvSpPr>
        <p:spPr>
          <a:xfrm>
            <a:off x="1062272" y="1299513"/>
            <a:ext cx="24757" cy="24757"/>
          </a:xfrm>
          <a:prstGeom prst="ellipse">
            <a:avLst/>
          </a:prstGeom>
          <a:solidFill>
            <a:srgbClr val="B08A60">
              <a:alpha val="40000"/>
            </a:srgbClr>
          </a:solidFill>
          <a:ln w="0">
            <a:noFill/>
            <a:prstDash val="solid"/>
          </a:ln>
        </p:spPr>
      </p:sp>
      <p:sp>
        <p:nvSpPr>
          <p:cNvPr id="1780" name="LigandSeek2_vs_LigandSeek1_ellipse_7294">
            <a:extLst>
              <a:ext uri="{FF2B5EF4-FFF2-40B4-BE49-F238E27FC236}">
                <a16:creationId xmlns:a16="http://schemas.microsoft.com/office/drawing/2014/main" id="{DBEA6283-4795-4758-B911-1EF7B5917C54}"/>
              </a:ext>
            </a:extLst>
          </p:cNvPr>
          <p:cNvSpPr>
            <a:spLocks noGrp="1"/>
          </p:cNvSpPr>
          <p:nvPr/>
        </p:nvSpPr>
        <p:spPr>
          <a:xfrm>
            <a:off x="1092885" y="1843066"/>
            <a:ext cx="24757" cy="24757"/>
          </a:xfrm>
          <a:prstGeom prst="ellipse">
            <a:avLst/>
          </a:prstGeom>
          <a:solidFill>
            <a:srgbClr val="B08A60">
              <a:alpha val="40000"/>
            </a:srgbClr>
          </a:solidFill>
          <a:ln w="0">
            <a:noFill/>
            <a:prstDash val="solid"/>
          </a:ln>
        </p:spPr>
      </p:sp>
      <p:sp>
        <p:nvSpPr>
          <p:cNvPr id="1781" name="LigandSeek2_vs_LigandSeek1_ellipse_7295">
            <a:extLst>
              <a:ext uri="{FF2B5EF4-FFF2-40B4-BE49-F238E27FC236}">
                <a16:creationId xmlns:a16="http://schemas.microsoft.com/office/drawing/2014/main" id="{12A84BA2-8DFE-49F1-A6CF-9709CAA3021B}"/>
              </a:ext>
            </a:extLst>
          </p:cNvPr>
          <p:cNvSpPr>
            <a:spLocks noGrp="1"/>
          </p:cNvSpPr>
          <p:nvPr/>
        </p:nvSpPr>
        <p:spPr>
          <a:xfrm>
            <a:off x="1055025" y="1383921"/>
            <a:ext cx="24757" cy="24757"/>
          </a:xfrm>
          <a:prstGeom prst="ellipse">
            <a:avLst/>
          </a:prstGeom>
          <a:solidFill>
            <a:srgbClr val="B08A60">
              <a:alpha val="40000"/>
            </a:srgbClr>
          </a:solidFill>
          <a:ln w="0">
            <a:noFill/>
            <a:prstDash val="solid"/>
          </a:ln>
        </p:spPr>
      </p:sp>
      <p:sp>
        <p:nvSpPr>
          <p:cNvPr id="1782" name="LigandSeek2_vs_LigandSeek1_ellipse_7296">
            <a:extLst>
              <a:ext uri="{FF2B5EF4-FFF2-40B4-BE49-F238E27FC236}">
                <a16:creationId xmlns:a16="http://schemas.microsoft.com/office/drawing/2014/main" id="{7F08D14B-E35D-45AE-8DB1-24F2B99D8D32}"/>
              </a:ext>
            </a:extLst>
          </p:cNvPr>
          <p:cNvSpPr>
            <a:spLocks noGrp="1"/>
          </p:cNvSpPr>
          <p:nvPr/>
        </p:nvSpPr>
        <p:spPr>
          <a:xfrm>
            <a:off x="1050327" y="1096517"/>
            <a:ext cx="24757" cy="24757"/>
          </a:xfrm>
          <a:prstGeom prst="ellipse">
            <a:avLst/>
          </a:prstGeom>
          <a:solidFill>
            <a:srgbClr val="B08A60">
              <a:alpha val="40000"/>
            </a:srgbClr>
          </a:solidFill>
          <a:ln w="0">
            <a:noFill/>
            <a:prstDash val="solid"/>
          </a:ln>
        </p:spPr>
      </p:sp>
      <p:sp>
        <p:nvSpPr>
          <p:cNvPr id="1783" name="LigandSeek2_vs_LigandSeek1_ellipse_7297">
            <a:extLst>
              <a:ext uri="{FF2B5EF4-FFF2-40B4-BE49-F238E27FC236}">
                <a16:creationId xmlns:a16="http://schemas.microsoft.com/office/drawing/2014/main" id="{1888642F-D923-4E95-8F1F-52E0AC6104A4}"/>
              </a:ext>
            </a:extLst>
          </p:cNvPr>
          <p:cNvSpPr>
            <a:spLocks noGrp="1"/>
          </p:cNvSpPr>
          <p:nvPr/>
        </p:nvSpPr>
        <p:spPr>
          <a:xfrm>
            <a:off x="1072784" y="1890368"/>
            <a:ext cx="24757" cy="24757"/>
          </a:xfrm>
          <a:prstGeom prst="ellipse">
            <a:avLst/>
          </a:prstGeom>
          <a:solidFill>
            <a:srgbClr val="B08A60">
              <a:alpha val="40000"/>
            </a:srgbClr>
          </a:solidFill>
          <a:ln w="0">
            <a:noFill/>
            <a:prstDash val="solid"/>
          </a:ln>
        </p:spPr>
      </p:sp>
      <p:sp>
        <p:nvSpPr>
          <p:cNvPr id="1784" name="LigandSeek2_vs_LigandSeek1_ellipse_7298">
            <a:extLst>
              <a:ext uri="{FF2B5EF4-FFF2-40B4-BE49-F238E27FC236}">
                <a16:creationId xmlns:a16="http://schemas.microsoft.com/office/drawing/2014/main" id="{D14837EE-A10F-489A-8083-9724D88C97D9}"/>
              </a:ext>
            </a:extLst>
          </p:cNvPr>
          <p:cNvSpPr>
            <a:spLocks noGrp="1"/>
          </p:cNvSpPr>
          <p:nvPr/>
        </p:nvSpPr>
        <p:spPr>
          <a:xfrm>
            <a:off x="1074069" y="1512282"/>
            <a:ext cx="24757" cy="24757"/>
          </a:xfrm>
          <a:prstGeom prst="ellipse">
            <a:avLst/>
          </a:prstGeom>
          <a:solidFill>
            <a:srgbClr val="B08A60">
              <a:alpha val="40000"/>
            </a:srgbClr>
          </a:solidFill>
          <a:ln w="0">
            <a:noFill/>
            <a:prstDash val="solid"/>
          </a:ln>
        </p:spPr>
      </p:sp>
      <p:sp>
        <p:nvSpPr>
          <p:cNvPr id="1785" name="LigandSeek2_vs_LigandSeek1_ellipse_7299">
            <a:extLst>
              <a:ext uri="{FF2B5EF4-FFF2-40B4-BE49-F238E27FC236}">
                <a16:creationId xmlns:a16="http://schemas.microsoft.com/office/drawing/2014/main" id="{F1C880E7-BC50-46BB-B618-A4C8CF1B3284}"/>
              </a:ext>
            </a:extLst>
          </p:cNvPr>
          <p:cNvSpPr>
            <a:spLocks noGrp="1"/>
          </p:cNvSpPr>
          <p:nvPr/>
        </p:nvSpPr>
        <p:spPr>
          <a:xfrm>
            <a:off x="1038323" y="1890368"/>
            <a:ext cx="24757" cy="24757"/>
          </a:xfrm>
          <a:prstGeom prst="ellipse">
            <a:avLst/>
          </a:prstGeom>
          <a:solidFill>
            <a:srgbClr val="B08A60">
              <a:alpha val="40000"/>
            </a:srgbClr>
          </a:solidFill>
          <a:ln w="0">
            <a:noFill/>
            <a:prstDash val="solid"/>
          </a:ln>
        </p:spPr>
      </p:sp>
      <p:sp>
        <p:nvSpPr>
          <p:cNvPr id="1786" name="LigandSeek2_vs_LigandSeek1_ellipse_7300">
            <a:extLst>
              <a:ext uri="{FF2B5EF4-FFF2-40B4-BE49-F238E27FC236}">
                <a16:creationId xmlns:a16="http://schemas.microsoft.com/office/drawing/2014/main" id="{EC9E7665-761B-43C1-95CF-BB99176B2631}"/>
              </a:ext>
            </a:extLst>
          </p:cNvPr>
          <p:cNvSpPr>
            <a:spLocks noGrp="1"/>
          </p:cNvSpPr>
          <p:nvPr/>
        </p:nvSpPr>
        <p:spPr>
          <a:xfrm>
            <a:off x="1046660" y="1805797"/>
            <a:ext cx="24757" cy="24757"/>
          </a:xfrm>
          <a:prstGeom prst="ellipse">
            <a:avLst/>
          </a:prstGeom>
          <a:solidFill>
            <a:srgbClr val="B08A60">
              <a:alpha val="40000"/>
            </a:srgbClr>
          </a:solidFill>
          <a:ln w="0">
            <a:noFill/>
            <a:prstDash val="solid"/>
          </a:ln>
        </p:spPr>
      </p:sp>
      <p:sp>
        <p:nvSpPr>
          <p:cNvPr id="1787" name="LigandSeek2_vs_LigandSeek1_ellipse_7301">
            <a:extLst>
              <a:ext uri="{FF2B5EF4-FFF2-40B4-BE49-F238E27FC236}">
                <a16:creationId xmlns:a16="http://schemas.microsoft.com/office/drawing/2014/main" id="{DCD52CA7-DEB6-4C10-B852-6FA012DCC19E}"/>
              </a:ext>
            </a:extLst>
          </p:cNvPr>
          <p:cNvSpPr>
            <a:spLocks noGrp="1"/>
          </p:cNvSpPr>
          <p:nvPr/>
        </p:nvSpPr>
        <p:spPr>
          <a:xfrm>
            <a:off x="1056590" y="1747171"/>
            <a:ext cx="24757" cy="24757"/>
          </a:xfrm>
          <a:prstGeom prst="ellipse">
            <a:avLst/>
          </a:prstGeom>
          <a:solidFill>
            <a:srgbClr val="B08A60">
              <a:alpha val="40000"/>
            </a:srgbClr>
          </a:solidFill>
          <a:ln w="0">
            <a:noFill/>
            <a:prstDash val="solid"/>
          </a:ln>
        </p:spPr>
      </p:sp>
      <p:sp>
        <p:nvSpPr>
          <p:cNvPr id="1788" name="LigandSeek2_vs_LigandSeek1_ellipse_7302">
            <a:extLst>
              <a:ext uri="{FF2B5EF4-FFF2-40B4-BE49-F238E27FC236}">
                <a16:creationId xmlns:a16="http://schemas.microsoft.com/office/drawing/2014/main" id="{C1A8BDA2-4B06-4C45-A8E7-9254B0D1BFA0}"/>
              </a:ext>
            </a:extLst>
          </p:cNvPr>
          <p:cNvSpPr>
            <a:spLocks noGrp="1"/>
          </p:cNvSpPr>
          <p:nvPr/>
        </p:nvSpPr>
        <p:spPr>
          <a:xfrm>
            <a:off x="1070939" y="1315608"/>
            <a:ext cx="24757" cy="24757"/>
          </a:xfrm>
          <a:prstGeom prst="ellipse">
            <a:avLst/>
          </a:prstGeom>
          <a:solidFill>
            <a:srgbClr val="B08A60">
              <a:alpha val="40000"/>
            </a:srgbClr>
          </a:solidFill>
          <a:ln w="0">
            <a:noFill/>
            <a:prstDash val="solid"/>
          </a:ln>
        </p:spPr>
      </p:sp>
      <p:sp>
        <p:nvSpPr>
          <p:cNvPr id="1789" name="LigandSeek2_vs_LigandSeek1_ellipse_7303">
            <a:extLst>
              <a:ext uri="{FF2B5EF4-FFF2-40B4-BE49-F238E27FC236}">
                <a16:creationId xmlns:a16="http://schemas.microsoft.com/office/drawing/2014/main" id="{E920CAD8-95FA-4C18-8F6A-57633FBE6179}"/>
              </a:ext>
            </a:extLst>
          </p:cNvPr>
          <p:cNvSpPr>
            <a:spLocks noGrp="1"/>
          </p:cNvSpPr>
          <p:nvPr/>
        </p:nvSpPr>
        <p:spPr>
          <a:xfrm>
            <a:off x="1041611" y="1890368"/>
            <a:ext cx="24757" cy="24757"/>
          </a:xfrm>
          <a:prstGeom prst="ellipse">
            <a:avLst/>
          </a:prstGeom>
          <a:solidFill>
            <a:srgbClr val="B08A60">
              <a:alpha val="40000"/>
            </a:srgbClr>
          </a:solidFill>
          <a:ln w="0">
            <a:noFill/>
            <a:prstDash val="solid"/>
          </a:ln>
        </p:spPr>
      </p:sp>
      <p:sp>
        <p:nvSpPr>
          <p:cNvPr id="1790" name="LigandSeek2_vs_LigandSeek1_ellipse_7304">
            <a:extLst>
              <a:ext uri="{FF2B5EF4-FFF2-40B4-BE49-F238E27FC236}">
                <a16:creationId xmlns:a16="http://schemas.microsoft.com/office/drawing/2014/main" id="{9D571BCB-EA70-4FE9-974F-C75238048862}"/>
              </a:ext>
            </a:extLst>
          </p:cNvPr>
          <p:cNvSpPr>
            <a:spLocks noGrp="1"/>
          </p:cNvSpPr>
          <p:nvPr/>
        </p:nvSpPr>
        <p:spPr>
          <a:xfrm>
            <a:off x="1093630" y="1259961"/>
            <a:ext cx="24757" cy="24757"/>
          </a:xfrm>
          <a:prstGeom prst="ellipse">
            <a:avLst/>
          </a:prstGeom>
          <a:solidFill>
            <a:srgbClr val="B08A60">
              <a:alpha val="40000"/>
            </a:srgbClr>
          </a:solidFill>
          <a:ln w="0">
            <a:noFill/>
            <a:prstDash val="solid"/>
          </a:ln>
        </p:spPr>
      </p:sp>
      <p:sp>
        <p:nvSpPr>
          <p:cNvPr id="1791" name="LigandSeek2_vs_LigandSeek1_ellipse_7305">
            <a:extLst>
              <a:ext uri="{FF2B5EF4-FFF2-40B4-BE49-F238E27FC236}">
                <a16:creationId xmlns:a16="http://schemas.microsoft.com/office/drawing/2014/main" id="{D8594871-B9FF-45B0-862B-19C7B545CCB3}"/>
              </a:ext>
            </a:extLst>
          </p:cNvPr>
          <p:cNvSpPr>
            <a:spLocks noGrp="1"/>
          </p:cNvSpPr>
          <p:nvPr/>
        </p:nvSpPr>
        <p:spPr>
          <a:xfrm>
            <a:off x="1107907" y="1092479"/>
            <a:ext cx="24757" cy="24757"/>
          </a:xfrm>
          <a:prstGeom prst="ellipse">
            <a:avLst/>
          </a:prstGeom>
          <a:solidFill>
            <a:srgbClr val="B08A60">
              <a:alpha val="40000"/>
            </a:srgbClr>
          </a:solidFill>
          <a:ln w="0">
            <a:noFill/>
            <a:prstDash val="solid"/>
          </a:ln>
        </p:spPr>
      </p:sp>
      <p:sp>
        <p:nvSpPr>
          <p:cNvPr id="1792" name="LigandSeek2_vs_LigandSeek1_ellipse_7306">
            <a:extLst>
              <a:ext uri="{FF2B5EF4-FFF2-40B4-BE49-F238E27FC236}">
                <a16:creationId xmlns:a16="http://schemas.microsoft.com/office/drawing/2014/main" id="{DF48805F-65EF-4D95-BCB5-3571193C0764}"/>
              </a:ext>
            </a:extLst>
          </p:cNvPr>
          <p:cNvSpPr>
            <a:spLocks noGrp="1"/>
          </p:cNvSpPr>
          <p:nvPr/>
        </p:nvSpPr>
        <p:spPr>
          <a:xfrm>
            <a:off x="1060533" y="1535016"/>
            <a:ext cx="24757" cy="24757"/>
          </a:xfrm>
          <a:prstGeom prst="ellipse">
            <a:avLst/>
          </a:prstGeom>
          <a:solidFill>
            <a:srgbClr val="B08A60">
              <a:alpha val="40000"/>
            </a:srgbClr>
          </a:solidFill>
          <a:ln w="0">
            <a:noFill/>
            <a:prstDash val="solid"/>
          </a:ln>
        </p:spPr>
      </p:sp>
      <p:sp>
        <p:nvSpPr>
          <p:cNvPr id="1793" name="LigandSeek2_vs_LigandSeek1_ellipse_7307">
            <a:extLst>
              <a:ext uri="{FF2B5EF4-FFF2-40B4-BE49-F238E27FC236}">
                <a16:creationId xmlns:a16="http://schemas.microsoft.com/office/drawing/2014/main" id="{6C3C615F-F28A-4884-8E7B-E0C42691C6D9}"/>
              </a:ext>
            </a:extLst>
          </p:cNvPr>
          <p:cNvSpPr>
            <a:spLocks noGrp="1"/>
          </p:cNvSpPr>
          <p:nvPr/>
        </p:nvSpPr>
        <p:spPr>
          <a:xfrm>
            <a:off x="1079310" y="1151089"/>
            <a:ext cx="24757" cy="24757"/>
          </a:xfrm>
          <a:prstGeom prst="ellipse">
            <a:avLst/>
          </a:prstGeom>
          <a:solidFill>
            <a:srgbClr val="B08A60">
              <a:alpha val="40000"/>
            </a:srgbClr>
          </a:solidFill>
          <a:ln w="0">
            <a:noFill/>
            <a:prstDash val="solid"/>
          </a:ln>
        </p:spPr>
      </p:sp>
      <p:sp>
        <p:nvSpPr>
          <p:cNvPr id="1794" name="LigandSeek2_vs_LigandSeek1_ellipse_7308">
            <a:extLst>
              <a:ext uri="{FF2B5EF4-FFF2-40B4-BE49-F238E27FC236}">
                <a16:creationId xmlns:a16="http://schemas.microsoft.com/office/drawing/2014/main" id="{C2B0371A-817D-43B0-AA53-7228654FD6BF}"/>
              </a:ext>
            </a:extLst>
          </p:cNvPr>
          <p:cNvSpPr>
            <a:spLocks noGrp="1"/>
          </p:cNvSpPr>
          <p:nvPr/>
        </p:nvSpPr>
        <p:spPr>
          <a:xfrm>
            <a:off x="1050073" y="1890368"/>
            <a:ext cx="24757" cy="24757"/>
          </a:xfrm>
          <a:prstGeom prst="ellipse">
            <a:avLst/>
          </a:prstGeom>
          <a:solidFill>
            <a:srgbClr val="B08A60">
              <a:alpha val="40000"/>
            </a:srgbClr>
          </a:solidFill>
          <a:ln w="0">
            <a:noFill/>
            <a:prstDash val="solid"/>
          </a:ln>
        </p:spPr>
      </p:sp>
      <p:sp>
        <p:nvSpPr>
          <p:cNvPr id="1795" name="LigandSeek2_vs_LigandSeek1_ellipse_7309">
            <a:extLst>
              <a:ext uri="{FF2B5EF4-FFF2-40B4-BE49-F238E27FC236}">
                <a16:creationId xmlns:a16="http://schemas.microsoft.com/office/drawing/2014/main" id="{CFAA0FB6-3D8D-452F-82DD-FAB2D50F4C06}"/>
              </a:ext>
            </a:extLst>
          </p:cNvPr>
          <p:cNvSpPr>
            <a:spLocks noGrp="1"/>
          </p:cNvSpPr>
          <p:nvPr/>
        </p:nvSpPr>
        <p:spPr>
          <a:xfrm>
            <a:off x="1090119" y="1253498"/>
            <a:ext cx="24757" cy="24757"/>
          </a:xfrm>
          <a:prstGeom prst="ellipse">
            <a:avLst/>
          </a:prstGeom>
          <a:solidFill>
            <a:srgbClr val="B08A60">
              <a:alpha val="40000"/>
            </a:srgbClr>
          </a:solidFill>
          <a:ln w="0">
            <a:noFill/>
            <a:prstDash val="solid"/>
          </a:ln>
        </p:spPr>
      </p:sp>
      <p:sp>
        <p:nvSpPr>
          <p:cNvPr id="1796" name="LigandSeek2_vs_LigandSeek1_ellipse_7310">
            <a:extLst>
              <a:ext uri="{FF2B5EF4-FFF2-40B4-BE49-F238E27FC236}">
                <a16:creationId xmlns:a16="http://schemas.microsoft.com/office/drawing/2014/main" id="{CE658055-3165-4E33-9A43-11B776FC6538}"/>
              </a:ext>
            </a:extLst>
          </p:cNvPr>
          <p:cNvSpPr>
            <a:spLocks noGrp="1"/>
          </p:cNvSpPr>
          <p:nvPr/>
        </p:nvSpPr>
        <p:spPr>
          <a:xfrm>
            <a:off x="1107571" y="1536897"/>
            <a:ext cx="24757" cy="24757"/>
          </a:xfrm>
          <a:prstGeom prst="ellipse">
            <a:avLst/>
          </a:prstGeom>
          <a:solidFill>
            <a:srgbClr val="B08A60">
              <a:alpha val="40000"/>
            </a:srgbClr>
          </a:solidFill>
          <a:ln w="0">
            <a:noFill/>
            <a:prstDash val="solid"/>
          </a:ln>
        </p:spPr>
      </p:sp>
      <p:sp>
        <p:nvSpPr>
          <p:cNvPr id="1797" name="LigandSeek2_vs_LigandSeek1_ellipse_7311">
            <a:extLst>
              <a:ext uri="{FF2B5EF4-FFF2-40B4-BE49-F238E27FC236}">
                <a16:creationId xmlns:a16="http://schemas.microsoft.com/office/drawing/2014/main" id="{CE36D436-865C-43A8-AE09-59F232D159F2}"/>
              </a:ext>
            </a:extLst>
          </p:cNvPr>
          <p:cNvSpPr>
            <a:spLocks noGrp="1"/>
          </p:cNvSpPr>
          <p:nvPr/>
        </p:nvSpPr>
        <p:spPr>
          <a:xfrm>
            <a:off x="1109032" y="1578446"/>
            <a:ext cx="24757" cy="24757"/>
          </a:xfrm>
          <a:prstGeom prst="ellipse">
            <a:avLst/>
          </a:prstGeom>
          <a:solidFill>
            <a:srgbClr val="B08A60">
              <a:alpha val="40000"/>
            </a:srgbClr>
          </a:solidFill>
          <a:ln w="0">
            <a:noFill/>
            <a:prstDash val="solid"/>
          </a:ln>
        </p:spPr>
      </p:sp>
      <p:sp>
        <p:nvSpPr>
          <p:cNvPr id="1798" name="LigandSeek2_vs_LigandSeek1_ellipse_7312">
            <a:extLst>
              <a:ext uri="{FF2B5EF4-FFF2-40B4-BE49-F238E27FC236}">
                <a16:creationId xmlns:a16="http://schemas.microsoft.com/office/drawing/2014/main" id="{1595593E-2A88-4AB9-8E93-92B51CCF9CB5}"/>
              </a:ext>
            </a:extLst>
          </p:cNvPr>
          <p:cNvSpPr>
            <a:spLocks noGrp="1"/>
          </p:cNvSpPr>
          <p:nvPr/>
        </p:nvSpPr>
        <p:spPr>
          <a:xfrm>
            <a:off x="1095843" y="1255223"/>
            <a:ext cx="24757" cy="24757"/>
          </a:xfrm>
          <a:prstGeom prst="ellipse">
            <a:avLst/>
          </a:prstGeom>
          <a:solidFill>
            <a:srgbClr val="B08A60">
              <a:alpha val="40000"/>
            </a:srgbClr>
          </a:solidFill>
          <a:ln w="0">
            <a:noFill/>
            <a:prstDash val="solid"/>
          </a:ln>
        </p:spPr>
      </p:sp>
      <p:sp>
        <p:nvSpPr>
          <p:cNvPr id="1799" name="LigandSeek2_vs_LigandSeek1_ellipse_7313">
            <a:extLst>
              <a:ext uri="{FF2B5EF4-FFF2-40B4-BE49-F238E27FC236}">
                <a16:creationId xmlns:a16="http://schemas.microsoft.com/office/drawing/2014/main" id="{548A914B-B9F0-4643-876D-FD69568B50FE}"/>
              </a:ext>
            </a:extLst>
          </p:cNvPr>
          <p:cNvSpPr>
            <a:spLocks noGrp="1"/>
          </p:cNvSpPr>
          <p:nvPr/>
        </p:nvSpPr>
        <p:spPr>
          <a:xfrm>
            <a:off x="1046541" y="1200948"/>
            <a:ext cx="24757" cy="24757"/>
          </a:xfrm>
          <a:prstGeom prst="ellipse">
            <a:avLst/>
          </a:prstGeom>
          <a:solidFill>
            <a:srgbClr val="B08A60">
              <a:alpha val="40000"/>
            </a:srgbClr>
          </a:solidFill>
          <a:ln w="0">
            <a:noFill/>
            <a:prstDash val="solid"/>
          </a:ln>
        </p:spPr>
      </p:sp>
      <p:sp>
        <p:nvSpPr>
          <p:cNvPr id="1800" name="LigandSeek2_vs_LigandSeek1_ellipse_7314">
            <a:extLst>
              <a:ext uri="{FF2B5EF4-FFF2-40B4-BE49-F238E27FC236}">
                <a16:creationId xmlns:a16="http://schemas.microsoft.com/office/drawing/2014/main" id="{7716AF90-95A8-4266-A102-FA541B6D0823}"/>
              </a:ext>
            </a:extLst>
          </p:cNvPr>
          <p:cNvSpPr>
            <a:spLocks noGrp="1"/>
          </p:cNvSpPr>
          <p:nvPr/>
        </p:nvSpPr>
        <p:spPr>
          <a:xfrm>
            <a:off x="1078768" y="1832693"/>
            <a:ext cx="24757" cy="24757"/>
          </a:xfrm>
          <a:prstGeom prst="ellipse">
            <a:avLst/>
          </a:prstGeom>
          <a:solidFill>
            <a:srgbClr val="B08A60">
              <a:alpha val="40000"/>
            </a:srgbClr>
          </a:solidFill>
          <a:ln w="0">
            <a:noFill/>
            <a:prstDash val="solid"/>
          </a:ln>
        </p:spPr>
      </p:sp>
      <p:sp>
        <p:nvSpPr>
          <p:cNvPr id="1801" name="LigandSeek2_vs_LigandSeek1_ellipse_7315">
            <a:extLst>
              <a:ext uri="{FF2B5EF4-FFF2-40B4-BE49-F238E27FC236}">
                <a16:creationId xmlns:a16="http://schemas.microsoft.com/office/drawing/2014/main" id="{6F3B7D89-54EB-4439-8E36-EEF96E811ED5}"/>
              </a:ext>
            </a:extLst>
          </p:cNvPr>
          <p:cNvSpPr>
            <a:spLocks noGrp="1"/>
          </p:cNvSpPr>
          <p:nvPr/>
        </p:nvSpPr>
        <p:spPr>
          <a:xfrm>
            <a:off x="1086784" y="1070977"/>
            <a:ext cx="24757" cy="24757"/>
          </a:xfrm>
          <a:prstGeom prst="ellipse">
            <a:avLst/>
          </a:prstGeom>
          <a:solidFill>
            <a:srgbClr val="B08A60">
              <a:alpha val="40000"/>
            </a:srgbClr>
          </a:solidFill>
          <a:ln w="0">
            <a:noFill/>
            <a:prstDash val="solid"/>
          </a:ln>
        </p:spPr>
      </p:sp>
      <p:sp>
        <p:nvSpPr>
          <p:cNvPr id="1802" name="LigandSeek2_vs_LigandSeek1_ellipse_7316">
            <a:extLst>
              <a:ext uri="{FF2B5EF4-FFF2-40B4-BE49-F238E27FC236}">
                <a16:creationId xmlns:a16="http://schemas.microsoft.com/office/drawing/2014/main" id="{7BF9D64C-A72E-40F9-8ACD-2E33B9BE43FA}"/>
              </a:ext>
            </a:extLst>
          </p:cNvPr>
          <p:cNvSpPr>
            <a:spLocks noGrp="1"/>
          </p:cNvSpPr>
          <p:nvPr/>
        </p:nvSpPr>
        <p:spPr>
          <a:xfrm>
            <a:off x="1081650" y="1212213"/>
            <a:ext cx="24757" cy="24757"/>
          </a:xfrm>
          <a:prstGeom prst="ellipse">
            <a:avLst/>
          </a:prstGeom>
          <a:solidFill>
            <a:srgbClr val="B08A60">
              <a:alpha val="40000"/>
            </a:srgbClr>
          </a:solidFill>
          <a:ln w="0">
            <a:noFill/>
            <a:prstDash val="solid"/>
          </a:ln>
        </p:spPr>
      </p:sp>
      <p:sp>
        <p:nvSpPr>
          <p:cNvPr id="1803" name="LigandSeek2_vs_LigandSeek1_ellipse_7317">
            <a:extLst>
              <a:ext uri="{FF2B5EF4-FFF2-40B4-BE49-F238E27FC236}">
                <a16:creationId xmlns:a16="http://schemas.microsoft.com/office/drawing/2014/main" id="{A30E93A5-F27D-4EB1-B037-4B2E66DE001A}"/>
              </a:ext>
            </a:extLst>
          </p:cNvPr>
          <p:cNvSpPr>
            <a:spLocks noGrp="1"/>
          </p:cNvSpPr>
          <p:nvPr/>
        </p:nvSpPr>
        <p:spPr>
          <a:xfrm>
            <a:off x="1083924" y="1388596"/>
            <a:ext cx="24757" cy="24757"/>
          </a:xfrm>
          <a:prstGeom prst="ellipse">
            <a:avLst/>
          </a:prstGeom>
          <a:solidFill>
            <a:srgbClr val="B08A60">
              <a:alpha val="40000"/>
            </a:srgbClr>
          </a:solidFill>
          <a:ln w="0">
            <a:noFill/>
            <a:prstDash val="solid"/>
          </a:ln>
        </p:spPr>
      </p:sp>
      <p:sp>
        <p:nvSpPr>
          <p:cNvPr id="1804" name="LigandSeek2_vs_LigandSeek1_ellipse_7318">
            <a:extLst>
              <a:ext uri="{FF2B5EF4-FFF2-40B4-BE49-F238E27FC236}">
                <a16:creationId xmlns:a16="http://schemas.microsoft.com/office/drawing/2014/main" id="{914A1886-7B1D-4C14-ABBC-5E2882BE30C1}"/>
              </a:ext>
            </a:extLst>
          </p:cNvPr>
          <p:cNvSpPr>
            <a:spLocks noGrp="1"/>
          </p:cNvSpPr>
          <p:nvPr/>
        </p:nvSpPr>
        <p:spPr>
          <a:xfrm>
            <a:off x="1036762" y="1819496"/>
            <a:ext cx="24757" cy="24757"/>
          </a:xfrm>
          <a:prstGeom prst="ellipse">
            <a:avLst/>
          </a:prstGeom>
          <a:solidFill>
            <a:srgbClr val="B08A60">
              <a:alpha val="40000"/>
            </a:srgbClr>
          </a:solidFill>
          <a:ln w="0">
            <a:noFill/>
            <a:prstDash val="solid"/>
          </a:ln>
        </p:spPr>
      </p:sp>
      <p:sp>
        <p:nvSpPr>
          <p:cNvPr id="1805" name="LigandSeek2_vs_LigandSeek1_ellipse_7319">
            <a:extLst>
              <a:ext uri="{FF2B5EF4-FFF2-40B4-BE49-F238E27FC236}">
                <a16:creationId xmlns:a16="http://schemas.microsoft.com/office/drawing/2014/main" id="{C1009300-3F86-41A8-B3A2-2EB3B84561B5}"/>
              </a:ext>
            </a:extLst>
          </p:cNvPr>
          <p:cNvSpPr>
            <a:spLocks noGrp="1"/>
          </p:cNvSpPr>
          <p:nvPr/>
        </p:nvSpPr>
        <p:spPr>
          <a:xfrm>
            <a:off x="1081571" y="1049335"/>
            <a:ext cx="24757" cy="24757"/>
          </a:xfrm>
          <a:prstGeom prst="ellipse">
            <a:avLst/>
          </a:prstGeom>
          <a:solidFill>
            <a:srgbClr val="B08A60">
              <a:alpha val="40000"/>
            </a:srgbClr>
          </a:solidFill>
          <a:ln w="0">
            <a:noFill/>
            <a:prstDash val="solid"/>
          </a:ln>
        </p:spPr>
      </p:sp>
      <p:sp>
        <p:nvSpPr>
          <p:cNvPr id="1806" name="LigandSeek2_vs_LigandSeek1_ellipse_7320">
            <a:extLst>
              <a:ext uri="{FF2B5EF4-FFF2-40B4-BE49-F238E27FC236}">
                <a16:creationId xmlns:a16="http://schemas.microsoft.com/office/drawing/2014/main" id="{A2DDC5A1-C2C4-4BDC-9B6C-C4B9C24A910C}"/>
              </a:ext>
            </a:extLst>
          </p:cNvPr>
          <p:cNvSpPr>
            <a:spLocks noGrp="1"/>
          </p:cNvSpPr>
          <p:nvPr/>
        </p:nvSpPr>
        <p:spPr>
          <a:xfrm>
            <a:off x="1089939" y="1718645"/>
            <a:ext cx="24757" cy="24757"/>
          </a:xfrm>
          <a:prstGeom prst="ellipse">
            <a:avLst/>
          </a:prstGeom>
          <a:solidFill>
            <a:srgbClr val="B08A60">
              <a:alpha val="40000"/>
            </a:srgbClr>
          </a:solidFill>
          <a:ln w="0">
            <a:noFill/>
            <a:prstDash val="solid"/>
          </a:ln>
        </p:spPr>
      </p:sp>
      <p:sp>
        <p:nvSpPr>
          <p:cNvPr id="1807" name="LigandSeek2_vs_LigandSeek1_ellipse_7321">
            <a:extLst>
              <a:ext uri="{FF2B5EF4-FFF2-40B4-BE49-F238E27FC236}">
                <a16:creationId xmlns:a16="http://schemas.microsoft.com/office/drawing/2014/main" id="{45CBE239-D66A-4BB4-94F7-82BF9DC2B8D0}"/>
              </a:ext>
            </a:extLst>
          </p:cNvPr>
          <p:cNvSpPr>
            <a:spLocks noGrp="1"/>
          </p:cNvSpPr>
          <p:nvPr/>
        </p:nvSpPr>
        <p:spPr>
          <a:xfrm>
            <a:off x="1065825" y="1147484"/>
            <a:ext cx="24757" cy="24757"/>
          </a:xfrm>
          <a:prstGeom prst="ellipse">
            <a:avLst/>
          </a:prstGeom>
          <a:solidFill>
            <a:srgbClr val="B08A60">
              <a:alpha val="40000"/>
            </a:srgbClr>
          </a:solidFill>
          <a:ln w="0">
            <a:noFill/>
            <a:prstDash val="solid"/>
          </a:ln>
        </p:spPr>
      </p:sp>
      <p:sp>
        <p:nvSpPr>
          <p:cNvPr id="1808" name="LigandSeek2_vs_LigandSeek1_ellipse_7322">
            <a:extLst>
              <a:ext uri="{FF2B5EF4-FFF2-40B4-BE49-F238E27FC236}">
                <a16:creationId xmlns:a16="http://schemas.microsoft.com/office/drawing/2014/main" id="{BBDAD946-CB88-4449-A34D-B2A08B9A3F7F}"/>
              </a:ext>
            </a:extLst>
          </p:cNvPr>
          <p:cNvSpPr>
            <a:spLocks noGrp="1"/>
          </p:cNvSpPr>
          <p:nvPr/>
        </p:nvSpPr>
        <p:spPr>
          <a:xfrm>
            <a:off x="1056745" y="1505344"/>
            <a:ext cx="24757" cy="24757"/>
          </a:xfrm>
          <a:prstGeom prst="ellipse">
            <a:avLst/>
          </a:prstGeom>
          <a:solidFill>
            <a:srgbClr val="B08A60">
              <a:alpha val="40000"/>
            </a:srgbClr>
          </a:solidFill>
          <a:ln w="0">
            <a:noFill/>
            <a:prstDash val="solid"/>
          </a:ln>
        </p:spPr>
      </p:sp>
      <p:sp>
        <p:nvSpPr>
          <p:cNvPr id="1809" name="LigandSeek2_vs_LigandSeek1_ellipse_7323">
            <a:extLst>
              <a:ext uri="{FF2B5EF4-FFF2-40B4-BE49-F238E27FC236}">
                <a16:creationId xmlns:a16="http://schemas.microsoft.com/office/drawing/2014/main" id="{7580C844-C516-41AA-A3E6-9B7A334D1A0E}"/>
              </a:ext>
            </a:extLst>
          </p:cNvPr>
          <p:cNvSpPr>
            <a:spLocks noGrp="1"/>
          </p:cNvSpPr>
          <p:nvPr/>
        </p:nvSpPr>
        <p:spPr>
          <a:xfrm>
            <a:off x="1035929" y="1534352"/>
            <a:ext cx="24757" cy="24757"/>
          </a:xfrm>
          <a:prstGeom prst="ellipse">
            <a:avLst/>
          </a:prstGeom>
          <a:solidFill>
            <a:srgbClr val="B08A60">
              <a:alpha val="40000"/>
            </a:srgbClr>
          </a:solidFill>
          <a:ln w="0">
            <a:noFill/>
            <a:prstDash val="solid"/>
          </a:ln>
        </p:spPr>
      </p:sp>
      <p:sp>
        <p:nvSpPr>
          <p:cNvPr id="1810" name="LigandSeek2_vs_LigandSeek1_ellipse_7324">
            <a:extLst>
              <a:ext uri="{FF2B5EF4-FFF2-40B4-BE49-F238E27FC236}">
                <a16:creationId xmlns:a16="http://schemas.microsoft.com/office/drawing/2014/main" id="{23319223-7810-4ED7-B82C-B4BDABB9B2AF}"/>
              </a:ext>
            </a:extLst>
          </p:cNvPr>
          <p:cNvSpPr>
            <a:spLocks noGrp="1"/>
          </p:cNvSpPr>
          <p:nvPr/>
        </p:nvSpPr>
        <p:spPr>
          <a:xfrm>
            <a:off x="1030638" y="1504568"/>
            <a:ext cx="24757" cy="24757"/>
          </a:xfrm>
          <a:prstGeom prst="ellipse">
            <a:avLst/>
          </a:prstGeom>
          <a:solidFill>
            <a:srgbClr val="B08A60">
              <a:alpha val="40000"/>
            </a:srgbClr>
          </a:solidFill>
          <a:ln w="0">
            <a:noFill/>
            <a:prstDash val="solid"/>
          </a:ln>
        </p:spPr>
      </p:sp>
      <p:sp>
        <p:nvSpPr>
          <p:cNvPr id="1811" name="LigandSeek2_vs_LigandSeek1_ellipse_7325">
            <a:extLst>
              <a:ext uri="{FF2B5EF4-FFF2-40B4-BE49-F238E27FC236}">
                <a16:creationId xmlns:a16="http://schemas.microsoft.com/office/drawing/2014/main" id="{5900C906-EC96-4717-9350-609C38992FDB}"/>
              </a:ext>
            </a:extLst>
          </p:cNvPr>
          <p:cNvSpPr>
            <a:spLocks noGrp="1"/>
          </p:cNvSpPr>
          <p:nvPr/>
        </p:nvSpPr>
        <p:spPr>
          <a:xfrm>
            <a:off x="1037738" y="1446010"/>
            <a:ext cx="24757" cy="24757"/>
          </a:xfrm>
          <a:prstGeom prst="ellipse">
            <a:avLst/>
          </a:prstGeom>
          <a:solidFill>
            <a:srgbClr val="B08A60">
              <a:alpha val="40000"/>
            </a:srgbClr>
          </a:solidFill>
          <a:ln w="0">
            <a:noFill/>
            <a:prstDash val="solid"/>
          </a:ln>
        </p:spPr>
      </p:sp>
      <p:sp>
        <p:nvSpPr>
          <p:cNvPr id="1812" name="LigandSeek2_vs_LigandSeek1_ellipse_7326">
            <a:extLst>
              <a:ext uri="{FF2B5EF4-FFF2-40B4-BE49-F238E27FC236}">
                <a16:creationId xmlns:a16="http://schemas.microsoft.com/office/drawing/2014/main" id="{85EEB1D2-7588-4539-B916-271F6FB02084}"/>
              </a:ext>
            </a:extLst>
          </p:cNvPr>
          <p:cNvSpPr>
            <a:spLocks noGrp="1"/>
          </p:cNvSpPr>
          <p:nvPr/>
        </p:nvSpPr>
        <p:spPr>
          <a:xfrm>
            <a:off x="1078194" y="1056229"/>
            <a:ext cx="24757" cy="24757"/>
          </a:xfrm>
          <a:prstGeom prst="ellipse">
            <a:avLst/>
          </a:prstGeom>
          <a:solidFill>
            <a:srgbClr val="B08A60">
              <a:alpha val="40000"/>
            </a:srgbClr>
          </a:solidFill>
          <a:ln w="0">
            <a:noFill/>
            <a:prstDash val="solid"/>
          </a:ln>
        </p:spPr>
      </p:sp>
      <p:sp>
        <p:nvSpPr>
          <p:cNvPr id="1813" name="LigandSeek2_vs_LigandSeek1_ellipse_7327">
            <a:extLst>
              <a:ext uri="{FF2B5EF4-FFF2-40B4-BE49-F238E27FC236}">
                <a16:creationId xmlns:a16="http://schemas.microsoft.com/office/drawing/2014/main" id="{E1741FD4-34F3-427C-AB2C-DA2E19DDB784}"/>
              </a:ext>
            </a:extLst>
          </p:cNvPr>
          <p:cNvSpPr>
            <a:spLocks noGrp="1"/>
          </p:cNvSpPr>
          <p:nvPr/>
        </p:nvSpPr>
        <p:spPr>
          <a:xfrm>
            <a:off x="1111429" y="1669110"/>
            <a:ext cx="24757" cy="24757"/>
          </a:xfrm>
          <a:prstGeom prst="ellipse">
            <a:avLst/>
          </a:prstGeom>
          <a:solidFill>
            <a:srgbClr val="B08A60">
              <a:alpha val="40000"/>
            </a:srgbClr>
          </a:solidFill>
          <a:ln w="0">
            <a:noFill/>
            <a:prstDash val="solid"/>
          </a:ln>
        </p:spPr>
      </p:sp>
      <p:sp>
        <p:nvSpPr>
          <p:cNvPr id="1814" name="LigandSeek2_vs_LigandSeek1_ellipse_7328">
            <a:extLst>
              <a:ext uri="{FF2B5EF4-FFF2-40B4-BE49-F238E27FC236}">
                <a16:creationId xmlns:a16="http://schemas.microsoft.com/office/drawing/2014/main" id="{BFCAB2A0-7022-490C-B337-EF8E2763C7E4}"/>
              </a:ext>
            </a:extLst>
          </p:cNvPr>
          <p:cNvSpPr>
            <a:spLocks noGrp="1"/>
          </p:cNvSpPr>
          <p:nvPr/>
        </p:nvSpPr>
        <p:spPr>
          <a:xfrm>
            <a:off x="1068272" y="1859520"/>
            <a:ext cx="24757" cy="24757"/>
          </a:xfrm>
          <a:prstGeom prst="ellipse">
            <a:avLst/>
          </a:prstGeom>
          <a:solidFill>
            <a:srgbClr val="B08A60">
              <a:alpha val="40000"/>
            </a:srgbClr>
          </a:solidFill>
          <a:ln w="0">
            <a:noFill/>
            <a:prstDash val="solid"/>
          </a:ln>
        </p:spPr>
      </p:sp>
      <p:sp>
        <p:nvSpPr>
          <p:cNvPr id="1815" name="LigandSeek2_vs_LigandSeek1_ellipse_7329">
            <a:extLst>
              <a:ext uri="{FF2B5EF4-FFF2-40B4-BE49-F238E27FC236}">
                <a16:creationId xmlns:a16="http://schemas.microsoft.com/office/drawing/2014/main" id="{DDE0A429-513A-41A5-8D71-5B0F59CFCA17}"/>
              </a:ext>
            </a:extLst>
          </p:cNvPr>
          <p:cNvSpPr>
            <a:spLocks noGrp="1"/>
          </p:cNvSpPr>
          <p:nvPr/>
        </p:nvSpPr>
        <p:spPr>
          <a:xfrm>
            <a:off x="1097204" y="1425764"/>
            <a:ext cx="24757" cy="24757"/>
          </a:xfrm>
          <a:prstGeom prst="ellipse">
            <a:avLst/>
          </a:prstGeom>
          <a:solidFill>
            <a:srgbClr val="B08A60">
              <a:alpha val="40000"/>
            </a:srgbClr>
          </a:solidFill>
          <a:ln w="0">
            <a:noFill/>
            <a:prstDash val="solid"/>
          </a:ln>
        </p:spPr>
      </p:sp>
      <p:sp>
        <p:nvSpPr>
          <p:cNvPr id="1816" name="LigandSeek2_vs_LigandSeek1_ellipse_7330">
            <a:extLst>
              <a:ext uri="{FF2B5EF4-FFF2-40B4-BE49-F238E27FC236}">
                <a16:creationId xmlns:a16="http://schemas.microsoft.com/office/drawing/2014/main" id="{B4DB6475-6DF4-4BAF-BF77-8AC7245291D9}"/>
              </a:ext>
            </a:extLst>
          </p:cNvPr>
          <p:cNvSpPr>
            <a:spLocks noGrp="1"/>
          </p:cNvSpPr>
          <p:nvPr/>
        </p:nvSpPr>
        <p:spPr>
          <a:xfrm>
            <a:off x="1104440" y="1609028"/>
            <a:ext cx="24757" cy="24757"/>
          </a:xfrm>
          <a:prstGeom prst="ellipse">
            <a:avLst/>
          </a:prstGeom>
          <a:solidFill>
            <a:srgbClr val="B08A60">
              <a:alpha val="40000"/>
            </a:srgbClr>
          </a:solidFill>
          <a:ln w="0">
            <a:noFill/>
            <a:prstDash val="solid"/>
          </a:ln>
        </p:spPr>
      </p:sp>
      <p:sp>
        <p:nvSpPr>
          <p:cNvPr id="1817" name="LigandSeek2_vs_LigandSeek1_ellipse_7331">
            <a:extLst>
              <a:ext uri="{FF2B5EF4-FFF2-40B4-BE49-F238E27FC236}">
                <a16:creationId xmlns:a16="http://schemas.microsoft.com/office/drawing/2014/main" id="{792342C5-70C2-4E22-9B36-E23804C17C0B}"/>
              </a:ext>
            </a:extLst>
          </p:cNvPr>
          <p:cNvSpPr>
            <a:spLocks noGrp="1"/>
          </p:cNvSpPr>
          <p:nvPr/>
        </p:nvSpPr>
        <p:spPr>
          <a:xfrm>
            <a:off x="1081540" y="1890368"/>
            <a:ext cx="24757" cy="24757"/>
          </a:xfrm>
          <a:prstGeom prst="ellipse">
            <a:avLst/>
          </a:prstGeom>
          <a:solidFill>
            <a:srgbClr val="B08A60">
              <a:alpha val="40000"/>
            </a:srgbClr>
          </a:solidFill>
          <a:ln w="0">
            <a:noFill/>
            <a:prstDash val="solid"/>
          </a:ln>
        </p:spPr>
      </p:sp>
      <p:sp>
        <p:nvSpPr>
          <p:cNvPr id="1818" name="LigandSeek2_vs_LigandSeek1_ellipse_7332">
            <a:extLst>
              <a:ext uri="{FF2B5EF4-FFF2-40B4-BE49-F238E27FC236}">
                <a16:creationId xmlns:a16="http://schemas.microsoft.com/office/drawing/2014/main" id="{C4FCE699-7A99-4070-ACF1-3074928A5A3C}"/>
              </a:ext>
            </a:extLst>
          </p:cNvPr>
          <p:cNvSpPr>
            <a:spLocks noGrp="1"/>
          </p:cNvSpPr>
          <p:nvPr/>
        </p:nvSpPr>
        <p:spPr>
          <a:xfrm>
            <a:off x="1054570" y="1827227"/>
            <a:ext cx="24757" cy="24757"/>
          </a:xfrm>
          <a:prstGeom prst="ellipse">
            <a:avLst/>
          </a:prstGeom>
          <a:solidFill>
            <a:srgbClr val="B08A60">
              <a:alpha val="40000"/>
            </a:srgbClr>
          </a:solidFill>
          <a:ln w="0">
            <a:noFill/>
            <a:prstDash val="solid"/>
          </a:ln>
        </p:spPr>
      </p:sp>
      <p:sp>
        <p:nvSpPr>
          <p:cNvPr id="1819" name="LigandSeek2_vs_LigandSeek1_ellipse_7333">
            <a:extLst>
              <a:ext uri="{FF2B5EF4-FFF2-40B4-BE49-F238E27FC236}">
                <a16:creationId xmlns:a16="http://schemas.microsoft.com/office/drawing/2014/main" id="{FEF79DE1-2866-490F-AD78-3689B4CFA9C2}"/>
              </a:ext>
            </a:extLst>
          </p:cNvPr>
          <p:cNvSpPr>
            <a:spLocks noGrp="1"/>
          </p:cNvSpPr>
          <p:nvPr/>
        </p:nvSpPr>
        <p:spPr>
          <a:xfrm>
            <a:off x="1048166" y="1890368"/>
            <a:ext cx="24757" cy="24757"/>
          </a:xfrm>
          <a:prstGeom prst="ellipse">
            <a:avLst/>
          </a:prstGeom>
          <a:solidFill>
            <a:srgbClr val="B08A60">
              <a:alpha val="40000"/>
            </a:srgbClr>
          </a:solidFill>
          <a:ln w="0">
            <a:noFill/>
            <a:prstDash val="solid"/>
          </a:ln>
        </p:spPr>
      </p:sp>
      <p:sp>
        <p:nvSpPr>
          <p:cNvPr id="1820" name="LigandSeek2_vs_LigandSeek1_ellipse_7334">
            <a:extLst>
              <a:ext uri="{FF2B5EF4-FFF2-40B4-BE49-F238E27FC236}">
                <a16:creationId xmlns:a16="http://schemas.microsoft.com/office/drawing/2014/main" id="{DF9DDF6E-9E32-4FAB-A040-B9BDC73EB4C3}"/>
              </a:ext>
            </a:extLst>
          </p:cNvPr>
          <p:cNvSpPr>
            <a:spLocks noGrp="1"/>
          </p:cNvSpPr>
          <p:nvPr/>
        </p:nvSpPr>
        <p:spPr>
          <a:xfrm>
            <a:off x="1083738" y="1890368"/>
            <a:ext cx="24757" cy="24757"/>
          </a:xfrm>
          <a:prstGeom prst="ellipse">
            <a:avLst/>
          </a:prstGeom>
          <a:solidFill>
            <a:srgbClr val="B08A60">
              <a:alpha val="40000"/>
            </a:srgbClr>
          </a:solidFill>
          <a:ln w="0">
            <a:noFill/>
            <a:prstDash val="solid"/>
          </a:ln>
        </p:spPr>
      </p:sp>
      <p:sp>
        <p:nvSpPr>
          <p:cNvPr id="1821" name="LigandSeek2_vs_LigandSeek1_ellipse_7335">
            <a:extLst>
              <a:ext uri="{FF2B5EF4-FFF2-40B4-BE49-F238E27FC236}">
                <a16:creationId xmlns:a16="http://schemas.microsoft.com/office/drawing/2014/main" id="{28197BF4-B3F1-49A0-866F-2BD7E0C2C1D9}"/>
              </a:ext>
            </a:extLst>
          </p:cNvPr>
          <p:cNvSpPr>
            <a:spLocks noGrp="1"/>
          </p:cNvSpPr>
          <p:nvPr/>
        </p:nvSpPr>
        <p:spPr>
          <a:xfrm>
            <a:off x="1705803" y="845009"/>
            <a:ext cx="24757" cy="24757"/>
          </a:xfrm>
          <a:prstGeom prst="ellipse">
            <a:avLst/>
          </a:prstGeom>
          <a:solidFill>
            <a:srgbClr val="B08A60">
              <a:alpha val="40000"/>
            </a:srgbClr>
          </a:solidFill>
          <a:ln w="0">
            <a:noFill/>
            <a:prstDash val="solid"/>
          </a:ln>
        </p:spPr>
      </p:sp>
      <p:sp>
        <p:nvSpPr>
          <p:cNvPr id="1822" name="LigandSeek2_vs_LigandSeek1_ellipse_7336">
            <a:extLst>
              <a:ext uri="{FF2B5EF4-FFF2-40B4-BE49-F238E27FC236}">
                <a16:creationId xmlns:a16="http://schemas.microsoft.com/office/drawing/2014/main" id="{6C2C07A7-0A54-4F47-A413-BB33ED5AE0FE}"/>
              </a:ext>
            </a:extLst>
          </p:cNvPr>
          <p:cNvSpPr>
            <a:spLocks noGrp="1"/>
          </p:cNvSpPr>
          <p:nvPr/>
        </p:nvSpPr>
        <p:spPr>
          <a:xfrm>
            <a:off x="1658219" y="1890368"/>
            <a:ext cx="24757" cy="24757"/>
          </a:xfrm>
          <a:prstGeom prst="ellipse">
            <a:avLst/>
          </a:prstGeom>
          <a:solidFill>
            <a:srgbClr val="B08A60">
              <a:alpha val="40000"/>
            </a:srgbClr>
          </a:solidFill>
          <a:ln w="0">
            <a:noFill/>
            <a:prstDash val="solid"/>
          </a:ln>
        </p:spPr>
      </p:sp>
      <p:sp>
        <p:nvSpPr>
          <p:cNvPr id="1823" name="LigandSeek2_vs_LigandSeek1_ellipse_7337">
            <a:extLst>
              <a:ext uri="{FF2B5EF4-FFF2-40B4-BE49-F238E27FC236}">
                <a16:creationId xmlns:a16="http://schemas.microsoft.com/office/drawing/2014/main" id="{99723B56-BDF9-40EA-ADDD-A6C4E6078042}"/>
              </a:ext>
            </a:extLst>
          </p:cNvPr>
          <p:cNvSpPr>
            <a:spLocks noGrp="1"/>
          </p:cNvSpPr>
          <p:nvPr/>
        </p:nvSpPr>
        <p:spPr>
          <a:xfrm>
            <a:off x="1697740" y="845009"/>
            <a:ext cx="24757" cy="24757"/>
          </a:xfrm>
          <a:prstGeom prst="ellipse">
            <a:avLst/>
          </a:prstGeom>
          <a:solidFill>
            <a:srgbClr val="B08A60">
              <a:alpha val="40000"/>
            </a:srgbClr>
          </a:solidFill>
          <a:ln w="0">
            <a:noFill/>
            <a:prstDash val="solid"/>
          </a:ln>
        </p:spPr>
      </p:sp>
      <p:sp>
        <p:nvSpPr>
          <p:cNvPr id="1824" name="LigandSeek2_vs_LigandSeek1_ellipse_7338">
            <a:extLst>
              <a:ext uri="{FF2B5EF4-FFF2-40B4-BE49-F238E27FC236}">
                <a16:creationId xmlns:a16="http://schemas.microsoft.com/office/drawing/2014/main" id="{A665994D-6144-4F09-AACB-49527C597522}"/>
              </a:ext>
            </a:extLst>
          </p:cNvPr>
          <p:cNvSpPr>
            <a:spLocks noGrp="1"/>
          </p:cNvSpPr>
          <p:nvPr/>
        </p:nvSpPr>
        <p:spPr>
          <a:xfrm>
            <a:off x="1716600" y="1890368"/>
            <a:ext cx="24757" cy="24757"/>
          </a:xfrm>
          <a:prstGeom prst="ellipse">
            <a:avLst/>
          </a:prstGeom>
          <a:solidFill>
            <a:srgbClr val="B08A60">
              <a:alpha val="40000"/>
            </a:srgbClr>
          </a:solidFill>
          <a:ln w="0">
            <a:noFill/>
            <a:prstDash val="solid"/>
          </a:ln>
        </p:spPr>
      </p:sp>
      <p:sp>
        <p:nvSpPr>
          <p:cNvPr id="1825" name="LigandSeek2_vs_LigandSeek1_ellipse_7339">
            <a:extLst>
              <a:ext uri="{FF2B5EF4-FFF2-40B4-BE49-F238E27FC236}">
                <a16:creationId xmlns:a16="http://schemas.microsoft.com/office/drawing/2014/main" id="{160AD5E3-7F0C-4936-BC0B-0FFB5A5A6D89}"/>
              </a:ext>
            </a:extLst>
          </p:cNvPr>
          <p:cNvSpPr>
            <a:spLocks noGrp="1"/>
          </p:cNvSpPr>
          <p:nvPr/>
        </p:nvSpPr>
        <p:spPr>
          <a:xfrm>
            <a:off x="1646308" y="1285160"/>
            <a:ext cx="24757" cy="24757"/>
          </a:xfrm>
          <a:prstGeom prst="ellipse">
            <a:avLst/>
          </a:prstGeom>
          <a:solidFill>
            <a:srgbClr val="B08A60">
              <a:alpha val="40000"/>
            </a:srgbClr>
          </a:solidFill>
          <a:ln w="0">
            <a:noFill/>
            <a:prstDash val="solid"/>
          </a:ln>
        </p:spPr>
      </p:sp>
      <p:sp>
        <p:nvSpPr>
          <p:cNvPr id="1826" name="LigandSeek2_vs_LigandSeek1_ellipse_7340">
            <a:extLst>
              <a:ext uri="{FF2B5EF4-FFF2-40B4-BE49-F238E27FC236}">
                <a16:creationId xmlns:a16="http://schemas.microsoft.com/office/drawing/2014/main" id="{8C7F8EAD-0DC4-4813-A8FF-7AEBEEB12640}"/>
              </a:ext>
            </a:extLst>
          </p:cNvPr>
          <p:cNvSpPr>
            <a:spLocks noGrp="1"/>
          </p:cNvSpPr>
          <p:nvPr/>
        </p:nvSpPr>
        <p:spPr>
          <a:xfrm>
            <a:off x="1684427" y="1890368"/>
            <a:ext cx="24757" cy="24757"/>
          </a:xfrm>
          <a:prstGeom prst="ellipse">
            <a:avLst/>
          </a:prstGeom>
          <a:solidFill>
            <a:srgbClr val="B08A60">
              <a:alpha val="40000"/>
            </a:srgbClr>
          </a:solidFill>
          <a:ln w="0">
            <a:noFill/>
            <a:prstDash val="solid"/>
          </a:ln>
        </p:spPr>
      </p:sp>
      <p:sp>
        <p:nvSpPr>
          <p:cNvPr id="1827" name="LigandSeek2_vs_LigandSeek1_ellipse_7341">
            <a:extLst>
              <a:ext uri="{FF2B5EF4-FFF2-40B4-BE49-F238E27FC236}">
                <a16:creationId xmlns:a16="http://schemas.microsoft.com/office/drawing/2014/main" id="{30B8B500-092F-4483-80E5-B54A9265AD59}"/>
              </a:ext>
            </a:extLst>
          </p:cNvPr>
          <p:cNvSpPr>
            <a:spLocks noGrp="1"/>
          </p:cNvSpPr>
          <p:nvPr/>
        </p:nvSpPr>
        <p:spPr>
          <a:xfrm>
            <a:off x="1693557" y="845009"/>
            <a:ext cx="24757" cy="24757"/>
          </a:xfrm>
          <a:prstGeom prst="ellipse">
            <a:avLst/>
          </a:prstGeom>
          <a:solidFill>
            <a:srgbClr val="B08A60">
              <a:alpha val="40000"/>
            </a:srgbClr>
          </a:solidFill>
          <a:ln w="0">
            <a:noFill/>
            <a:prstDash val="solid"/>
          </a:ln>
        </p:spPr>
      </p:sp>
      <p:sp>
        <p:nvSpPr>
          <p:cNvPr id="1828" name="LigandSeek2_vs_LigandSeek1_ellipse_7342">
            <a:extLst>
              <a:ext uri="{FF2B5EF4-FFF2-40B4-BE49-F238E27FC236}">
                <a16:creationId xmlns:a16="http://schemas.microsoft.com/office/drawing/2014/main" id="{7C4FB85D-FD2C-4AB8-8B48-BB34C110F5ED}"/>
              </a:ext>
            </a:extLst>
          </p:cNvPr>
          <p:cNvSpPr>
            <a:spLocks noGrp="1"/>
          </p:cNvSpPr>
          <p:nvPr/>
        </p:nvSpPr>
        <p:spPr>
          <a:xfrm>
            <a:off x="1663191" y="845009"/>
            <a:ext cx="24757" cy="24757"/>
          </a:xfrm>
          <a:prstGeom prst="ellipse">
            <a:avLst/>
          </a:prstGeom>
          <a:solidFill>
            <a:srgbClr val="B08A60">
              <a:alpha val="40000"/>
            </a:srgbClr>
          </a:solidFill>
          <a:ln w="0">
            <a:noFill/>
            <a:prstDash val="solid"/>
          </a:ln>
        </p:spPr>
      </p:sp>
      <p:sp>
        <p:nvSpPr>
          <p:cNvPr id="1829" name="LigandSeek2_vs_LigandSeek1_ellipse_7343">
            <a:extLst>
              <a:ext uri="{FF2B5EF4-FFF2-40B4-BE49-F238E27FC236}">
                <a16:creationId xmlns:a16="http://schemas.microsoft.com/office/drawing/2014/main" id="{6D2D0EAA-F4ED-4365-83F4-4ED80CDF614D}"/>
              </a:ext>
            </a:extLst>
          </p:cNvPr>
          <p:cNvSpPr>
            <a:spLocks noGrp="1"/>
          </p:cNvSpPr>
          <p:nvPr/>
        </p:nvSpPr>
        <p:spPr>
          <a:xfrm>
            <a:off x="1722154" y="1642966"/>
            <a:ext cx="24757" cy="24757"/>
          </a:xfrm>
          <a:prstGeom prst="ellipse">
            <a:avLst/>
          </a:prstGeom>
          <a:solidFill>
            <a:srgbClr val="B08A60">
              <a:alpha val="40000"/>
            </a:srgbClr>
          </a:solidFill>
          <a:ln w="0">
            <a:noFill/>
            <a:prstDash val="solid"/>
          </a:ln>
        </p:spPr>
      </p:sp>
      <p:sp>
        <p:nvSpPr>
          <p:cNvPr id="1830" name="LigandSeek2_vs_LigandSeek1_ellipse_7344">
            <a:extLst>
              <a:ext uri="{FF2B5EF4-FFF2-40B4-BE49-F238E27FC236}">
                <a16:creationId xmlns:a16="http://schemas.microsoft.com/office/drawing/2014/main" id="{1DC1B56E-D4CD-4D4B-8F5F-8DF21F33C955}"/>
              </a:ext>
            </a:extLst>
          </p:cNvPr>
          <p:cNvSpPr>
            <a:spLocks noGrp="1"/>
          </p:cNvSpPr>
          <p:nvPr/>
        </p:nvSpPr>
        <p:spPr>
          <a:xfrm>
            <a:off x="1703785" y="845009"/>
            <a:ext cx="24757" cy="24757"/>
          </a:xfrm>
          <a:prstGeom prst="ellipse">
            <a:avLst/>
          </a:prstGeom>
          <a:solidFill>
            <a:srgbClr val="B08A60">
              <a:alpha val="40000"/>
            </a:srgbClr>
          </a:solidFill>
          <a:ln w="0">
            <a:noFill/>
            <a:prstDash val="solid"/>
          </a:ln>
        </p:spPr>
      </p:sp>
      <p:sp>
        <p:nvSpPr>
          <p:cNvPr id="1831" name="LigandSeek2_vs_LigandSeek1_ellipse_7345">
            <a:extLst>
              <a:ext uri="{FF2B5EF4-FFF2-40B4-BE49-F238E27FC236}">
                <a16:creationId xmlns:a16="http://schemas.microsoft.com/office/drawing/2014/main" id="{F9EE795E-552F-4C8D-AF52-8CAC9410D018}"/>
              </a:ext>
            </a:extLst>
          </p:cNvPr>
          <p:cNvSpPr>
            <a:spLocks noGrp="1"/>
          </p:cNvSpPr>
          <p:nvPr/>
        </p:nvSpPr>
        <p:spPr>
          <a:xfrm>
            <a:off x="1653663" y="1137577"/>
            <a:ext cx="24757" cy="24757"/>
          </a:xfrm>
          <a:prstGeom prst="ellipse">
            <a:avLst/>
          </a:prstGeom>
          <a:solidFill>
            <a:srgbClr val="B08A60">
              <a:alpha val="40000"/>
            </a:srgbClr>
          </a:solidFill>
          <a:ln w="0">
            <a:noFill/>
            <a:prstDash val="solid"/>
          </a:ln>
        </p:spPr>
      </p:sp>
      <p:sp>
        <p:nvSpPr>
          <p:cNvPr id="1832" name="LigandSeek2_vs_LigandSeek1_ellipse_7346">
            <a:extLst>
              <a:ext uri="{FF2B5EF4-FFF2-40B4-BE49-F238E27FC236}">
                <a16:creationId xmlns:a16="http://schemas.microsoft.com/office/drawing/2014/main" id="{90D089B6-E5E1-4E77-B78C-23BF6327EC31}"/>
              </a:ext>
            </a:extLst>
          </p:cNvPr>
          <p:cNvSpPr>
            <a:spLocks noGrp="1"/>
          </p:cNvSpPr>
          <p:nvPr/>
        </p:nvSpPr>
        <p:spPr>
          <a:xfrm>
            <a:off x="1678964" y="1035414"/>
            <a:ext cx="24757" cy="24757"/>
          </a:xfrm>
          <a:prstGeom prst="ellipse">
            <a:avLst/>
          </a:prstGeom>
          <a:solidFill>
            <a:srgbClr val="B08A60">
              <a:alpha val="40000"/>
            </a:srgbClr>
          </a:solidFill>
          <a:ln w="0">
            <a:noFill/>
            <a:prstDash val="solid"/>
          </a:ln>
        </p:spPr>
      </p:sp>
      <p:sp>
        <p:nvSpPr>
          <p:cNvPr id="1833" name="LigandSeek2_vs_LigandSeek1_ellipse_7347">
            <a:extLst>
              <a:ext uri="{FF2B5EF4-FFF2-40B4-BE49-F238E27FC236}">
                <a16:creationId xmlns:a16="http://schemas.microsoft.com/office/drawing/2014/main" id="{38125E5B-8C96-454F-9A6A-7999848ECCDD}"/>
              </a:ext>
            </a:extLst>
          </p:cNvPr>
          <p:cNvSpPr>
            <a:spLocks noGrp="1"/>
          </p:cNvSpPr>
          <p:nvPr/>
        </p:nvSpPr>
        <p:spPr>
          <a:xfrm>
            <a:off x="1685235" y="1173053"/>
            <a:ext cx="24757" cy="24757"/>
          </a:xfrm>
          <a:prstGeom prst="ellipse">
            <a:avLst/>
          </a:prstGeom>
          <a:solidFill>
            <a:srgbClr val="B08A60">
              <a:alpha val="40000"/>
            </a:srgbClr>
          </a:solidFill>
          <a:ln w="0">
            <a:noFill/>
            <a:prstDash val="solid"/>
          </a:ln>
        </p:spPr>
      </p:sp>
      <p:sp>
        <p:nvSpPr>
          <p:cNvPr id="1834" name="LigandSeek2_vs_LigandSeek1_ellipse_7348">
            <a:extLst>
              <a:ext uri="{FF2B5EF4-FFF2-40B4-BE49-F238E27FC236}">
                <a16:creationId xmlns:a16="http://schemas.microsoft.com/office/drawing/2014/main" id="{3EB547CC-1147-4890-BD56-3CCD9470CCA4}"/>
              </a:ext>
            </a:extLst>
          </p:cNvPr>
          <p:cNvSpPr>
            <a:spLocks noGrp="1"/>
          </p:cNvSpPr>
          <p:nvPr/>
        </p:nvSpPr>
        <p:spPr>
          <a:xfrm>
            <a:off x="1685939" y="1367688"/>
            <a:ext cx="24757" cy="24757"/>
          </a:xfrm>
          <a:prstGeom prst="ellipse">
            <a:avLst/>
          </a:prstGeom>
          <a:solidFill>
            <a:srgbClr val="B08A60">
              <a:alpha val="40000"/>
            </a:srgbClr>
          </a:solidFill>
          <a:ln w="0">
            <a:noFill/>
            <a:prstDash val="solid"/>
          </a:ln>
        </p:spPr>
      </p:sp>
      <p:sp>
        <p:nvSpPr>
          <p:cNvPr id="1835" name="LigandSeek2_vs_LigandSeek1_ellipse_7349">
            <a:extLst>
              <a:ext uri="{FF2B5EF4-FFF2-40B4-BE49-F238E27FC236}">
                <a16:creationId xmlns:a16="http://schemas.microsoft.com/office/drawing/2014/main" id="{389A514C-4158-4AAA-80BB-F0EB9DD238D7}"/>
              </a:ext>
            </a:extLst>
          </p:cNvPr>
          <p:cNvSpPr>
            <a:spLocks noGrp="1"/>
          </p:cNvSpPr>
          <p:nvPr/>
        </p:nvSpPr>
        <p:spPr>
          <a:xfrm>
            <a:off x="1709019" y="1541915"/>
            <a:ext cx="24757" cy="24757"/>
          </a:xfrm>
          <a:prstGeom prst="ellipse">
            <a:avLst/>
          </a:prstGeom>
          <a:solidFill>
            <a:srgbClr val="B08A60">
              <a:alpha val="40000"/>
            </a:srgbClr>
          </a:solidFill>
          <a:ln w="0">
            <a:noFill/>
            <a:prstDash val="solid"/>
          </a:ln>
        </p:spPr>
      </p:sp>
      <p:sp>
        <p:nvSpPr>
          <p:cNvPr id="1836" name="LigandSeek2_vs_LigandSeek1_ellipse_7350">
            <a:extLst>
              <a:ext uri="{FF2B5EF4-FFF2-40B4-BE49-F238E27FC236}">
                <a16:creationId xmlns:a16="http://schemas.microsoft.com/office/drawing/2014/main" id="{A6569240-664B-486D-979E-D6CA78F1CB2B}"/>
              </a:ext>
            </a:extLst>
          </p:cNvPr>
          <p:cNvSpPr>
            <a:spLocks noGrp="1"/>
          </p:cNvSpPr>
          <p:nvPr/>
        </p:nvSpPr>
        <p:spPr>
          <a:xfrm>
            <a:off x="1703610" y="1367688"/>
            <a:ext cx="24757" cy="24757"/>
          </a:xfrm>
          <a:prstGeom prst="ellipse">
            <a:avLst/>
          </a:prstGeom>
          <a:solidFill>
            <a:srgbClr val="B08A60">
              <a:alpha val="40000"/>
            </a:srgbClr>
          </a:solidFill>
          <a:ln w="0">
            <a:noFill/>
            <a:prstDash val="solid"/>
          </a:ln>
        </p:spPr>
      </p:sp>
      <p:sp>
        <p:nvSpPr>
          <p:cNvPr id="1837" name="LigandSeek2_vs_LigandSeek1_ellipse_7351">
            <a:extLst>
              <a:ext uri="{FF2B5EF4-FFF2-40B4-BE49-F238E27FC236}">
                <a16:creationId xmlns:a16="http://schemas.microsoft.com/office/drawing/2014/main" id="{9B82ED0B-609B-4A52-9B39-40B1F3DF0C47}"/>
              </a:ext>
            </a:extLst>
          </p:cNvPr>
          <p:cNvSpPr>
            <a:spLocks noGrp="1"/>
          </p:cNvSpPr>
          <p:nvPr/>
        </p:nvSpPr>
        <p:spPr>
          <a:xfrm>
            <a:off x="1646510" y="1890368"/>
            <a:ext cx="24757" cy="24757"/>
          </a:xfrm>
          <a:prstGeom prst="ellipse">
            <a:avLst/>
          </a:prstGeom>
          <a:solidFill>
            <a:srgbClr val="B08A60">
              <a:alpha val="40000"/>
            </a:srgbClr>
          </a:solidFill>
          <a:ln w="0">
            <a:noFill/>
            <a:prstDash val="solid"/>
          </a:ln>
        </p:spPr>
      </p:sp>
      <p:sp>
        <p:nvSpPr>
          <p:cNvPr id="1838" name="LigandSeek2_vs_LigandSeek1_ellipse_7352">
            <a:extLst>
              <a:ext uri="{FF2B5EF4-FFF2-40B4-BE49-F238E27FC236}">
                <a16:creationId xmlns:a16="http://schemas.microsoft.com/office/drawing/2014/main" id="{C067A09C-BC0C-4B8E-A0C2-B24520067DB9}"/>
              </a:ext>
            </a:extLst>
          </p:cNvPr>
          <p:cNvSpPr>
            <a:spLocks noGrp="1"/>
          </p:cNvSpPr>
          <p:nvPr/>
        </p:nvSpPr>
        <p:spPr>
          <a:xfrm>
            <a:off x="1697469" y="1106349"/>
            <a:ext cx="24757" cy="24757"/>
          </a:xfrm>
          <a:prstGeom prst="ellipse">
            <a:avLst/>
          </a:prstGeom>
          <a:solidFill>
            <a:srgbClr val="B08A60">
              <a:alpha val="40000"/>
            </a:srgbClr>
          </a:solidFill>
          <a:ln w="0">
            <a:noFill/>
            <a:prstDash val="solid"/>
          </a:ln>
        </p:spPr>
      </p:sp>
      <p:sp>
        <p:nvSpPr>
          <p:cNvPr id="1839" name="LigandSeek2_vs_LigandSeek1_ellipse_7353">
            <a:extLst>
              <a:ext uri="{FF2B5EF4-FFF2-40B4-BE49-F238E27FC236}">
                <a16:creationId xmlns:a16="http://schemas.microsoft.com/office/drawing/2014/main" id="{AE46BD09-F7B0-4459-A5AB-20491A443D19}"/>
              </a:ext>
            </a:extLst>
          </p:cNvPr>
          <p:cNvSpPr>
            <a:spLocks noGrp="1"/>
          </p:cNvSpPr>
          <p:nvPr/>
        </p:nvSpPr>
        <p:spPr>
          <a:xfrm>
            <a:off x="1646019" y="900210"/>
            <a:ext cx="24757" cy="24757"/>
          </a:xfrm>
          <a:prstGeom prst="ellipse">
            <a:avLst/>
          </a:prstGeom>
          <a:solidFill>
            <a:srgbClr val="B08A60">
              <a:alpha val="40000"/>
            </a:srgbClr>
          </a:solidFill>
          <a:ln w="0">
            <a:noFill/>
            <a:prstDash val="solid"/>
          </a:ln>
        </p:spPr>
      </p:sp>
      <p:sp>
        <p:nvSpPr>
          <p:cNvPr id="1840" name="LigandSeek2_vs_LigandSeek1_ellipse_7354">
            <a:extLst>
              <a:ext uri="{FF2B5EF4-FFF2-40B4-BE49-F238E27FC236}">
                <a16:creationId xmlns:a16="http://schemas.microsoft.com/office/drawing/2014/main" id="{EAB696B9-442F-4F77-93F7-6F4B8E71141E}"/>
              </a:ext>
            </a:extLst>
          </p:cNvPr>
          <p:cNvSpPr>
            <a:spLocks noGrp="1"/>
          </p:cNvSpPr>
          <p:nvPr/>
        </p:nvSpPr>
        <p:spPr>
          <a:xfrm>
            <a:off x="1727403" y="1443912"/>
            <a:ext cx="24757" cy="24757"/>
          </a:xfrm>
          <a:prstGeom prst="ellipse">
            <a:avLst/>
          </a:prstGeom>
          <a:solidFill>
            <a:srgbClr val="B08A60">
              <a:alpha val="40000"/>
            </a:srgbClr>
          </a:solidFill>
          <a:ln w="0">
            <a:noFill/>
            <a:prstDash val="solid"/>
          </a:ln>
        </p:spPr>
      </p:sp>
      <p:sp>
        <p:nvSpPr>
          <p:cNvPr id="1841" name="LigandSeek2_vs_LigandSeek1_ellipse_7355">
            <a:extLst>
              <a:ext uri="{FF2B5EF4-FFF2-40B4-BE49-F238E27FC236}">
                <a16:creationId xmlns:a16="http://schemas.microsoft.com/office/drawing/2014/main" id="{85E4D7D7-D3D7-4597-9ABC-DBDDAF7324A4}"/>
              </a:ext>
            </a:extLst>
          </p:cNvPr>
          <p:cNvSpPr>
            <a:spLocks noGrp="1"/>
          </p:cNvSpPr>
          <p:nvPr/>
        </p:nvSpPr>
        <p:spPr>
          <a:xfrm>
            <a:off x="1657378" y="1556434"/>
            <a:ext cx="24757" cy="24757"/>
          </a:xfrm>
          <a:prstGeom prst="ellipse">
            <a:avLst/>
          </a:prstGeom>
          <a:solidFill>
            <a:srgbClr val="B08A60">
              <a:alpha val="40000"/>
            </a:srgbClr>
          </a:solidFill>
          <a:ln w="0">
            <a:noFill/>
            <a:prstDash val="solid"/>
          </a:ln>
        </p:spPr>
      </p:sp>
      <p:sp>
        <p:nvSpPr>
          <p:cNvPr id="1842" name="LigandSeek2_vs_LigandSeek1_ellipse_7356">
            <a:extLst>
              <a:ext uri="{FF2B5EF4-FFF2-40B4-BE49-F238E27FC236}">
                <a16:creationId xmlns:a16="http://schemas.microsoft.com/office/drawing/2014/main" id="{377B3091-E6BA-4DBC-BF63-2DB9D78FE201}"/>
              </a:ext>
            </a:extLst>
          </p:cNvPr>
          <p:cNvSpPr>
            <a:spLocks noGrp="1"/>
          </p:cNvSpPr>
          <p:nvPr/>
        </p:nvSpPr>
        <p:spPr>
          <a:xfrm>
            <a:off x="1699780" y="845009"/>
            <a:ext cx="24757" cy="24757"/>
          </a:xfrm>
          <a:prstGeom prst="ellipse">
            <a:avLst/>
          </a:prstGeom>
          <a:solidFill>
            <a:srgbClr val="B08A60">
              <a:alpha val="40000"/>
            </a:srgbClr>
          </a:solidFill>
          <a:ln w="0">
            <a:noFill/>
            <a:prstDash val="solid"/>
          </a:ln>
        </p:spPr>
      </p:sp>
      <p:sp>
        <p:nvSpPr>
          <p:cNvPr id="1843" name="LigandSeek2_vs_LigandSeek1_ellipse_7357">
            <a:extLst>
              <a:ext uri="{FF2B5EF4-FFF2-40B4-BE49-F238E27FC236}">
                <a16:creationId xmlns:a16="http://schemas.microsoft.com/office/drawing/2014/main" id="{30CB1943-18F6-41B1-ACF4-F4F6EDC881FF}"/>
              </a:ext>
            </a:extLst>
          </p:cNvPr>
          <p:cNvSpPr>
            <a:spLocks noGrp="1"/>
          </p:cNvSpPr>
          <p:nvPr/>
        </p:nvSpPr>
        <p:spPr>
          <a:xfrm>
            <a:off x="1654649" y="1885268"/>
            <a:ext cx="24757" cy="24757"/>
          </a:xfrm>
          <a:prstGeom prst="ellipse">
            <a:avLst/>
          </a:prstGeom>
          <a:solidFill>
            <a:srgbClr val="B08A60">
              <a:alpha val="40000"/>
            </a:srgbClr>
          </a:solidFill>
          <a:ln w="0">
            <a:noFill/>
            <a:prstDash val="solid"/>
          </a:ln>
        </p:spPr>
      </p:sp>
      <p:sp>
        <p:nvSpPr>
          <p:cNvPr id="1844" name="LigandSeek2_vs_LigandSeek1_ellipse_7358">
            <a:extLst>
              <a:ext uri="{FF2B5EF4-FFF2-40B4-BE49-F238E27FC236}">
                <a16:creationId xmlns:a16="http://schemas.microsoft.com/office/drawing/2014/main" id="{A59E8182-1D09-49AB-B644-32BBFD3C388D}"/>
              </a:ext>
            </a:extLst>
          </p:cNvPr>
          <p:cNvSpPr>
            <a:spLocks noGrp="1"/>
          </p:cNvSpPr>
          <p:nvPr/>
        </p:nvSpPr>
        <p:spPr>
          <a:xfrm>
            <a:off x="1720965" y="1237019"/>
            <a:ext cx="24757" cy="24757"/>
          </a:xfrm>
          <a:prstGeom prst="ellipse">
            <a:avLst/>
          </a:prstGeom>
          <a:solidFill>
            <a:srgbClr val="B08A60">
              <a:alpha val="40000"/>
            </a:srgbClr>
          </a:solidFill>
          <a:ln w="0">
            <a:noFill/>
            <a:prstDash val="solid"/>
          </a:ln>
        </p:spPr>
      </p:sp>
      <p:sp>
        <p:nvSpPr>
          <p:cNvPr id="1845" name="LigandSeek2_vs_LigandSeek1_ellipse_7359">
            <a:extLst>
              <a:ext uri="{FF2B5EF4-FFF2-40B4-BE49-F238E27FC236}">
                <a16:creationId xmlns:a16="http://schemas.microsoft.com/office/drawing/2014/main" id="{E89B9134-91D2-458A-9F1C-6EF2D4346C8C}"/>
              </a:ext>
            </a:extLst>
          </p:cNvPr>
          <p:cNvSpPr>
            <a:spLocks noGrp="1"/>
          </p:cNvSpPr>
          <p:nvPr/>
        </p:nvSpPr>
        <p:spPr>
          <a:xfrm>
            <a:off x="1706465" y="1890368"/>
            <a:ext cx="24757" cy="24757"/>
          </a:xfrm>
          <a:prstGeom prst="ellipse">
            <a:avLst/>
          </a:prstGeom>
          <a:solidFill>
            <a:srgbClr val="B08A60">
              <a:alpha val="40000"/>
            </a:srgbClr>
          </a:solidFill>
          <a:ln w="0">
            <a:noFill/>
            <a:prstDash val="solid"/>
          </a:ln>
        </p:spPr>
      </p:sp>
      <p:sp>
        <p:nvSpPr>
          <p:cNvPr id="1846" name="LigandSeek2_vs_LigandSeek1_ellipse_7360">
            <a:extLst>
              <a:ext uri="{FF2B5EF4-FFF2-40B4-BE49-F238E27FC236}">
                <a16:creationId xmlns:a16="http://schemas.microsoft.com/office/drawing/2014/main" id="{5F24B3B0-7C9F-4412-9242-A68331C2295E}"/>
              </a:ext>
            </a:extLst>
          </p:cNvPr>
          <p:cNvSpPr>
            <a:spLocks noGrp="1"/>
          </p:cNvSpPr>
          <p:nvPr/>
        </p:nvSpPr>
        <p:spPr>
          <a:xfrm>
            <a:off x="1668498" y="1367688"/>
            <a:ext cx="24757" cy="24757"/>
          </a:xfrm>
          <a:prstGeom prst="ellipse">
            <a:avLst/>
          </a:prstGeom>
          <a:solidFill>
            <a:srgbClr val="B08A60">
              <a:alpha val="40000"/>
            </a:srgbClr>
          </a:solidFill>
          <a:ln w="0">
            <a:noFill/>
            <a:prstDash val="solid"/>
          </a:ln>
        </p:spPr>
      </p:sp>
      <p:sp>
        <p:nvSpPr>
          <p:cNvPr id="1847" name="LigandSeek2_vs_LigandSeek1_ellipse_7361">
            <a:extLst>
              <a:ext uri="{FF2B5EF4-FFF2-40B4-BE49-F238E27FC236}">
                <a16:creationId xmlns:a16="http://schemas.microsoft.com/office/drawing/2014/main" id="{B21BB60E-5AE3-493A-B626-642767F4C371}"/>
              </a:ext>
            </a:extLst>
          </p:cNvPr>
          <p:cNvSpPr>
            <a:spLocks noGrp="1"/>
          </p:cNvSpPr>
          <p:nvPr/>
        </p:nvSpPr>
        <p:spPr>
          <a:xfrm>
            <a:off x="1668676" y="1367688"/>
            <a:ext cx="24757" cy="24757"/>
          </a:xfrm>
          <a:prstGeom prst="ellipse">
            <a:avLst/>
          </a:prstGeom>
          <a:solidFill>
            <a:srgbClr val="B08A60">
              <a:alpha val="40000"/>
            </a:srgbClr>
          </a:solidFill>
          <a:ln w="0">
            <a:noFill/>
            <a:prstDash val="solid"/>
          </a:ln>
        </p:spPr>
      </p:sp>
      <p:sp>
        <p:nvSpPr>
          <p:cNvPr id="1848" name="LigandSeek2_vs_LigandSeek1_ellipse_7362">
            <a:extLst>
              <a:ext uri="{FF2B5EF4-FFF2-40B4-BE49-F238E27FC236}">
                <a16:creationId xmlns:a16="http://schemas.microsoft.com/office/drawing/2014/main" id="{D71C7411-5AD0-476C-BFE5-6D4F6B343DC0}"/>
              </a:ext>
            </a:extLst>
          </p:cNvPr>
          <p:cNvSpPr>
            <a:spLocks noGrp="1"/>
          </p:cNvSpPr>
          <p:nvPr/>
        </p:nvSpPr>
        <p:spPr>
          <a:xfrm>
            <a:off x="1687417" y="1729543"/>
            <a:ext cx="24757" cy="24757"/>
          </a:xfrm>
          <a:prstGeom prst="ellipse">
            <a:avLst/>
          </a:prstGeom>
          <a:solidFill>
            <a:srgbClr val="B08A60">
              <a:alpha val="40000"/>
            </a:srgbClr>
          </a:solidFill>
          <a:ln w="0">
            <a:noFill/>
            <a:prstDash val="solid"/>
          </a:ln>
        </p:spPr>
      </p:sp>
      <p:sp>
        <p:nvSpPr>
          <p:cNvPr id="1849" name="LigandSeek2_vs_LigandSeek1_ellipse_7363">
            <a:extLst>
              <a:ext uri="{FF2B5EF4-FFF2-40B4-BE49-F238E27FC236}">
                <a16:creationId xmlns:a16="http://schemas.microsoft.com/office/drawing/2014/main" id="{96D23B3D-5487-4154-81A5-620A2E7B1AE3}"/>
              </a:ext>
            </a:extLst>
          </p:cNvPr>
          <p:cNvSpPr>
            <a:spLocks noGrp="1"/>
          </p:cNvSpPr>
          <p:nvPr/>
        </p:nvSpPr>
        <p:spPr>
          <a:xfrm>
            <a:off x="1722936" y="1591694"/>
            <a:ext cx="24757" cy="24757"/>
          </a:xfrm>
          <a:prstGeom prst="ellipse">
            <a:avLst/>
          </a:prstGeom>
          <a:solidFill>
            <a:srgbClr val="B08A60">
              <a:alpha val="40000"/>
            </a:srgbClr>
          </a:solidFill>
          <a:ln w="0">
            <a:noFill/>
            <a:prstDash val="solid"/>
          </a:ln>
        </p:spPr>
      </p:sp>
      <p:sp>
        <p:nvSpPr>
          <p:cNvPr id="1850" name="LigandSeek2_vs_LigandSeek1_ellipse_7364">
            <a:extLst>
              <a:ext uri="{FF2B5EF4-FFF2-40B4-BE49-F238E27FC236}">
                <a16:creationId xmlns:a16="http://schemas.microsoft.com/office/drawing/2014/main" id="{EA8F4595-5F20-4FB8-AAFC-1991A5CBCEFF}"/>
              </a:ext>
            </a:extLst>
          </p:cNvPr>
          <p:cNvSpPr>
            <a:spLocks noGrp="1"/>
          </p:cNvSpPr>
          <p:nvPr/>
        </p:nvSpPr>
        <p:spPr>
          <a:xfrm>
            <a:off x="1729851" y="845009"/>
            <a:ext cx="24757" cy="24757"/>
          </a:xfrm>
          <a:prstGeom prst="ellipse">
            <a:avLst/>
          </a:prstGeom>
          <a:solidFill>
            <a:srgbClr val="B08A60">
              <a:alpha val="40000"/>
            </a:srgbClr>
          </a:solidFill>
          <a:ln w="0">
            <a:noFill/>
            <a:prstDash val="solid"/>
          </a:ln>
        </p:spPr>
      </p:sp>
      <p:sp>
        <p:nvSpPr>
          <p:cNvPr id="1851" name="LigandSeek2_vs_LigandSeek1_ellipse_7365">
            <a:extLst>
              <a:ext uri="{FF2B5EF4-FFF2-40B4-BE49-F238E27FC236}">
                <a16:creationId xmlns:a16="http://schemas.microsoft.com/office/drawing/2014/main" id="{88E33A47-ABF5-4CDA-86E8-65DEF4FD0B20}"/>
              </a:ext>
            </a:extLst>
          </p:cNvPr>
          <p:cNvSpPr>
            <a:spLocks noGrp="1"/>
          </p:cNvSpPr>
          <p:nvPr/>
        </p:nvSpPr>
        <p:spPr>
          <a:xfrm>
            <a:off x="1650744" y="1890368"/>
            <a:ext cx="24757" cy="24757"/>
          </a:xfrm>
          <a:prstGeom prst="ellipse">
            <a:avLst/>
          </a:prstGeom>
          <a:solidFill>
            <a:srgbClr val="B08A60">
              <a:alpha val="40000"/>
            </a:srgbClr>
          </a:solidFill>
          <a:ln w="0">
            <a:noFill/>
            <a:prstDash val="solid"/>
          </a:ln>
        </p:spPr>
      </p:sp>
      <p:sp>
        <p:nvSpPr>
          <p:cNvPr id="1852" name="LigandSeek2_vs_LigandSeek1_ellipse_7366">
            <a:extLst>
              <a:ext uri="{FF2B5EF4-FFF2-40B4-BE49-F238E27FC236}">
                <a16:creationId xmlns:a16="http://schemas.microsoft.com/office/drawing/2014/main" id="{D0800CA7-E6F0-4F73-BE2C-ABD10E9B40D0}"/>
              </a:ext>
            </a:extLst>
          </p:cNvPr>
          <p:cNvSpPr>
            <a:spLocks noGrp="1"/>
          </p:cNvSpPr>
          <p:nvPr/>
        </p:nvSpPr>
        <p:spPr>
          <a:xfrm>
            <a:off x="1682652" y="1651281"/>
            <a:ext cx="24757" cy="24757"/>
          </a:xfrm>
          <a:prstGeom prst="ellipse">
            <a:avLst/>
          </a:prstGeom>
          <a:solidFill>
            <a:srgbClr val="B08A60">
              <a:alpha val="40000"/>
            </a:srgbClr>
          </a:solidFill>
          <a:ln w="0">
            <a:noFill/>
            <a:prstDash val="solid"/>
          </a:ln>
        </p:spPr>
      </p:sp>
      <p:sp>
        <p:nvSpPr>
          <p:cNvPr id="1853" name="LigandSeek2_vs_LigandSeek1_ellipse_7367">
            <a:extLst>
              <a:ext uri="{FF2B5EF4-FFF2-40B4-BE49-F238E27FC236}">
                <a16:creationId xmlns:a16="http://schemas.microsoft.com/office/drawing/2014/main" id="{46F0B9F6-60A8-4B17-8E93-710FC4990F74}"/>
              </a:ext>
            </a:extLst>
          </p:cNvPr>
          <p:cNvSpPr>
            <a:spLocks noGrp="1"/>
          </p:cNvSpPr>
          <p:nvPr/>
        </p:nvSpPr>
        <p:spPr>
          <a:xfrm>
            <a:off x="1698963" y="1890368"/>
            <a:ext cx="24757" cy="24757"/>
          </a:xfrm>
          <a:prstGeom prst="ellipse">
            <a:avLst/>
          </a:prstGeom>
          <a:solidFill>
            <a:srgbClr val="B08A60">
              <a:alpha val="40000"/>
            </a:srgbClr>
          </a:solidFill>
          <a:ln w="0">
            <a:noFill/>
            <a:prstDash val="solid"/>
          </a:ln>
        </p:spPr>
      </p:sp>
      <p:sp>
        <p:nvSpPr>
          <p:cNvPr id="1854" name="LigandSeek2_vs_LigandSeek1_ellipse_7368">
            <a:extLst>
              <a:ext uri="{FF2B5EF4-FFF2-40B4-BE49-F238E27FC236}">
                <a16:creationId xmlns:a16="http://schemas.microsoft.com/office/drawing/2014/main" id="{2D1B3744-F390-4A2E-B737-EF4CE5569B65}"/>
              </a:ext>
            </a:extLst>
          </p:cNvPr>
          <p:cNvSpPr>
            <a:spLocks noGrp="1"/>
          </p:cNvSpPr>
          <p:nvPr/>
        </p:nvSpPr>
        <p:spPr>
          <a:xfrm>
            <a:off x="1682137" y="1629028"/>
            <a:ext cx="24757" cy="24757"/>
          </a:xfrm>
          <a:prstGeom prst="ellipse">
            <a:avLst/>
          </a:prstGeom>
          <a:solidFill>
            <a:srgbClr val="B08A60">
              <a:alpha val="40000"/>
            </a:srgbClr>
          </a:solidFill>
          <a:ln w="0">
            <a:noFill/>
            <a:prstDash val="solid"/>
          </a:ln>
        </p:spPr>
      </p:sp>
      <p:sp>
        <p:nvSpPr>
          <p:cNvPr id="1855" name="LigandSeek2_vs_LigandSeek1_ellipse_7369">
            <a:extLst>
              <a:ext uri="{FF2B5EF4-FFF2-40B4-BE49-F238E27FC236}">
                <a16:creationId xmlns:a16="http://schemas.microsoft.com/office/drawing/2014/main" id="{5012CEDE-1D6F-4C04-8FC8-CF7C583D7C92}"/>
              </a:ext>
            </a:extLst>
          </p:cNvPr>
          <p:cNvSpPr>
            <a:spLocks noGrp="1"/>
          </p:cNvSpPr>
          <p:nvPr/>
        </p:nvSpPr>
        <p:spPr>
          <a:xfrm>
            <a:off x="1689428" y="1367688"/>
            <a:ext cx="24757" cy="24757"/>
          </a:xfrm>
          <a:prstGeom prst="ellipse">
            <a:avLst/>
          </a:prstGeom>
          <a:solidFill>
            <a:srgbClr val="B08A60">
              <a:alpha val="40000"/>
            </a:srgbClr>
          </a:solidFill>
          <a:ln w="0">
            <a:noFill/>
            <a:prstDash val="solid"/>
          </a:ln>
        </p:spPr>
      </p:sp>
      <p:sp>
        <p:nvSpPr>
          <p:cNvPr id="1856" name="LigandSeek2_vs_LigandSeek1_ellipse_7370">
            <a:extLst>
              <a:ext uri="{FF2B5EF4-FFF2-40B4-BE49-F238E27FC236}">
                <a16:creationId xmlns:a16="http://schemas.microsoft.com/office/drawing/2014/main" id="{108DA32E-58F4-4D56-9C83-17FA6F5C399E}"/>
              </a:ext>
            </a:extLst>
          </p:cNvPr>
          <p:cNvSpPr>
            <a:spLocks noGrp="1"/>
          </p:cNvSpPr>
          <p:nvPr/>
        </p:nvSpPr>
        <p:spPr>
          <a:xfrm>
            <a:off x="1711252" y="1890368"/>
            <a:ext cx="24757" cy="24757"/>
          </a:xfrm>
          <a:prstGeom prst="ellipse">
            <a:avLst/>
          </a:prstGeom>
          <a:solidFill>
            <a:srgbClr val="B08A60">
              <a:alpha val="40000"/>
            </a:srgbClr>
          </a:solidFill>
          <a:ln w="0">
            <a:noFill/>
            <a:prstDash val="solid"/>
          </a:ln>
        </p:spPr>
      </p:sp>
      <p:sp>
        <p:nvSpPr>
          <p:cNvPr id="1857" name="LigandSeek2_vs_LigandSeek1_ellipse_7371">
            <a:extLst>
              <a:ext uri="{FF2B5EF4-FFF2-40B4-BE49-F238E27FC236}">
                <a16:creationId xmlns:a16="http://schemas.microsoft.com/office/drawing/2014/main" id="{69D67921-EB9E-46E8-8D52-2A47814233CA}"/>
              </a:ext>
            </a:extLst>
          </p:cNvPr>
          <p:cNvSpPr>
            <a:spLocks noGrp="1"/>
          </p:cNvSpPr>
          <p:nvPr/>
        </p:nvSpPr>
        <p:spPr>
          <a:xfrm>
            <a:off x="1714640" y="1890368"/>
            <a:ext cx="24757" cy="24757"/>
          </a:xfrm>
          <a:prstGeom prst="ellipse">
            <a:avLst/>
          </a:prstGeom>
          <a:solidFill>
            <a:srgbClr val="B08A60">
              <a:alpha val="40000"/>
            </a:srgbClr>
          </a:solidFill>
          <a:ln w="0">
            <a:noFill/>
            <a:prstDash val="solid"/>
          </a:ln>
        </p:spPr>
      </p:sp>
      <p:sp>
        <p:nvSpPr>
          <p:cNvPr id="1858" name="LigandSeek2_vs_LigandSeek1_ellipse_7372">
            <a:extLst>
              <a:ext uri="{FF2B5EF4-FFF2-40B4-BE49-F238E27FC236}">
                <a16:creationId xmlns:a16="http://schemas.microsoft.com/office/drawing/2014/main" id="{4C630094-7154-4C07-83B2-3769C6B50D07}"/>
              </a:ext>
            </a:extLst>
          </p:cNvPr>
          <p:cNvSpPr>
            <a:spLocks noGrp="1"/>
          </p:cNvSpPr>
          <p:nvPr/>
        </p:nvSpPr>
        <p:spPr>
          <a:xfrm>
            <a:off x="1676250" y="845009"/>
            <a:ext cx="24757" cy="24757"/>
          </a:xfrm>
          <a:prstGeom prst="ellipse">
            <a:avLst/>
          </a:prstGeom>
          <a:solidFill>
            <a:srgbClr val="B08A60">
              <a:alpha val="40000"/>
            </a:srgbClr>
          </a:solidFill>
          <a:ln w="0">
            <a:noFill/>
            <a:prstDash val="solid"/>
          </a:ln>
        </p:spPr>
      </p:sp>
      <p:sp>
        <p:nvSpPr>
          <p:cNvPr id="1859" name="LigandSeek2_vs_LigandSeek1_ellipse_7373">
            <a:extLst>
              <a:ext uri="{FF2B5EF4-FFF2-40B4-BE49-F238E27FC236}">
                <a16:creationId xmlns:a16="http://schemas.microsoft.com/office/drawing/2014/main" id="{F0A0D5BB-F970-4007-B523-E815F299BF4E}"/>
              </a:ext>
            </a:extLst>
          </p:cNvPr>
          <p:cNvSpPr>
            <a:spLocks noGrp="1"/>
          </p:cNvSpPr>
          <p:nvPr/>
        </p:nvSpPr>
        <p:spPr>
          <a:xfrm>
            <a:off x="1645774" y="1287276"/>
            <a:ext cx="24757" cy="24757"/>
          </a:xfrm>
          <a:prstGeom prst="ellipse">
            <a:avLst/>
          </a:prstGeom>
          <a:solidFill>
            <a:srgbClr val="B08A60">
              <a:alpha val="40000"/>
            </a:srgbClr>
          </a:solidFill>
          <a:ln w="0">
            <a:noFill/>
            <a:prstDash val="solid"/>
          </a:ln>
        </p:spPr>
      </p:sp>
      <p:sp>
        <p:nvSpPr>
          <p:cNvPr id="1860" name="LigandSeek2_vs_LigandSeek1_ellipse_7374">
            <a:extLst>
              <a:ext uri="{FF2B5EF4-FFF2-40B4-BE49-F238E27FC236}">
                <a16:creationId xmlns:a16="http://schemas.microsoft.com/office/drawing/2014/main" id="{D79918FA-9E6B-487E-B368-38EE2FBA0F7C}"/>
              </a:ext>
            </a:extLst>
          </p:cNvPr>
          <p:cNvSpPr>
            <a:spLocks noGrp="1"/>
          </p:cNvSpPr>
          <p:nvPr/>
        </p:nvSpPr>
        <p:spPr>
          <a:xfrm>
            <a:off x="1653612" y="975679"/>
            <a:ext cx="24757" cy="24757"/>
          </a:xfrm>
          <a:prstGeom prst="ellipse">
            <a:avLst/>
          </a:prstGeom>
          <a:solidFill>
            <a:srgbClr val="B08A60">
              <a:alpha val="40000"/>
            </a:srgbClr>
          </a:solidFill>
          <a:ln w="0">
            <a:noFill/>
            <a:prstDash val="solid"/>
          </a:ln>
        </p:spPr>
      </p:sp>
      <p:sp>
        <p:nvSpPr>
          <p:cNvPr id="1861" name="LigandSeek2_vs_LigandSeek1_ellipse_7375">
            <a:extLst>
              <a:ext uri="{FF2B5EF4-FFF2-40B4-BE49-F238E27FC236}">
                <a16:creationId xmlns:a16="http://schemas.microsoft.com/office/drawing/2014/main" id="{EA2956C5-52B5-48C7-BE34-1BE643372116}"/>
              </a:ext>
            </a:extLst>
          </p:cNvPr>
          <p:cNvSpPr>
            <a:spLocks noGrp="1"/>
          </p:cNvSpPr>
          <p:nvPr/>
        </p:nvSpPr>
        <p:spPr>
          <a:xfrm>
            <a:off x="1708990" y="1716141"/>
            <a:ext cx="24757" cy="24757"/>
          </a:xfrm>
          <a:prstGeom prst="ellipse">
            <a:avLst/>
          </a:prstGeom>
          <a:solidFill>
            <a:srgbClr val="B08A60">
              <a:alpha val="40000"/>
            </a:srgbClr>
          </a:solidFill>
          <a:ln w="0">
            <a:noFill/>
            <a:prstDash val="solid"/>
          </a:ln>
        </p:spPr>
      </p:sp>
      <p:sp>
        <p:nvSpPr>
          <p:cNvPr id="1862" name="LigandSeek2_vs_LigandSeek1_ellipse_7376">
            <a:extLst>
              <a:ext uri="{FF2B5EF4-FFF2-40B4-BE49-F238E27FC236}">
                <a16:creationId xmlns:a16="http://schemas.microsoft.com/office/drawing/2014/main" id="{CA68D8A9-8D3D-4A5B-BF18-B9E6D0FB442F}"/>
              </a:ext>
            </a:extLst>
          </p:cNvPr>
          <p:cNvSpPr>
            <a:spLocks noGrp="1"/>
          </p:cNvSpPr>
          <p:nvPr/>
        </p:nvSpPr>
        <p:spPr>
          <a:xfrm>
            <a:off x="1698823" y="1628406"/>
            <a:ext cx="24757" cy="24757"/>
          </a:xfrm>
          <a:prstGeom prst="ellipse">
            <a:avLst/>
          </a:prstGeom>
          <a:solidFill>
            <a:srgbClr val="B08A60">
              <a:alpha val="40000"/>
            </a:srgbClr>
          </a:solidFill>
          <a:ln w="0">
            <a:noFill/>
            <a:prstDash val="solid"/>
          </a:ln>
        </p:spPr>
      </p:sp>
      <p:sp>
        <p:nvSpPr>
          <p:cNvPr id="1863" name="LigandSeek2_vs_LigandSeek1_ellipse_7377">
            <a:extLst>
              <a:ext uri="{FF2B5EF4-FFF2-40B4-BE49-F238E27FC236}">
                <a16:creationId xmlns:a16="http://schemas.microsoft.com/office/drawing/2014/main" id="{5977125F-A5E9-4479-BC0A-9A28C201F5C6}"/>
              </a:ext>
            </a:extLst>
          </p:cNvPr>
          <p:cNvSpPr>
            <a:spLocks noGrp="1"/>
          </p:cNvSpPr>
          <p:nvPr/>
        </p:nvSpPr>
        <p:spPr>
          <a:xfrm>
            <a:off x="1696143" y="845009"/>
            <a:ext cx="24757" cy="24757"/>
          </a:xfrm>
          <a:prstGeom prst="ellipse">
            <a:avLst/>
          </a:prstGeom>
          <a:solidFill>
            <a:srgbClr val="B08A60">
              <a:alpha val="40000"/>
            </a:srgbClr>
          </a:solidFill>
          <a:ln w="0">
            <a:noFill/>
            <a:prstDash val="solid"/>
          </a:ln>
        </p:spPr>
      </p:sp>
      <p:sp>
        <p:nvSpPr>
          <p:cNvPr id="1864" name="LigandSeek2_vs_LigandSeek1_ellipse_7378">
            <a:extLst>
              <a:ext uri="{FF2B5EF4-FFF2-40B4-BE49-F238E27FC236}">
                <a16:creationId xmlns:a16="http://schemas.microsoft.com/office/drawing/2014/main" id="{7EAC6CAE-F489-4D95-A73A-3A39517536E7}"/>
              </a:ext>
            </a:extLst>
          </p:cNvPr>
          <p:cNvSpPr>
            <a:spLocks noGrp="1"/>
          </p:cNvSpPr>
          <p:nvPr/>
        </p:nvSpPr>
        <p:spPr>
          <a:xfrm>
            <a:off x="1652025" y="1503440"/>
            <a:ext cx="24757" cy="24757"/>
          </a:xfrm>
          <a:prstGeom prst="ellipse">
            <a:avLst/>
          </a:prstGeom>
          <a:solidFill>
            <a:srgbClr val="B08A60">
              <a:alpha val="40000"/>
            </a:srgbClr>
          </a:solidFill>
          <a:ln w="0">
            <a:noFill/>
            <a:prstDash val="solid"/>
          </a:ln>
        </p:spPr>
      </p:sp>
      <p:sp>
        <p:nvSpPr>
          <p:cNvPr id="1865" name="LigandSeek2_vs_LigandSeek1_ellipse_7379">
            <a:extLst>
              <a:ext uri="{FF2B5EF4-FFF2-40B4-BE49-F238E27FC236}">
                <a16:creationId xmlns:a16="http://schemas.microsoft.com/office/drawing/2014/main" id="{2C83D720-A299-49B1-A651-A3828AFBB6A1}"/>
              </a:ext>
            </a:extLst>
          </p:cNvPr>
          <p:cNvSpPr>
            <a:spLocks noGrp="1"/>
          </p:cNvSpPr>
          <p:nvPr/>
        </p:nvSpPr>
        <p:spPr>
          <a:xfrm>
            <a:off x="1651625" y="1890368"/>
            <a:ext cx="24757" cy="24757"/>
          </a:xfrm>
          <a:prstGeom prst="ellipse">
            <a:avLst/>
          </a:prstGeom>
          <a:solidFill>
            <a:srgbClr val="B08A60">
              <a:alpha val="40000"/>
            </a:srgbClr>
          </a:solidFill>
          <a:ln w="0">
            <a:noFill/>
            <a:prstDash val="solid"/>
          </a:ln>
        </p:spPr>
      </p:sp>
      <p:sp>
        <p:nvSpPr>
          <p:cNvPr id="1866" name="LigandSeek2_vs_LigandSeek1_ellipse_7380">
            <a:extLst>
              <a:ext uri="{FF2B5EF4-FFF2-40B4-BE49-F238E27FC236}">
                <a16:creationId xmlns:a16="http://schemas.microsoft.com/office/drawing/2014/main" id="{9A92B366-A3F7-4BE3-9AA5-BAF502582630}"/>
              </a:ext>
            </a:extLst>
          </p:cNvPr>
          <p:cNvSpPr>
            <a:spLocks noGrp="1"/>
          </p:cNvSpPr>
          <p:nvPr/>
        </p:nvSpPr>
        <p:spPr>
          <a:xfrm>
            <a:off x="1701934" y="845009"/>
            <a:ext cx="24757" cy="24757"/>
          </a:xfrm>
          <a:prstGeom prst="ellipse">
            <a:avLst/>
          </a:prstGeom>
          <a:solidFill>
            <a:srgbClr val="B08A60">
              <a:alpha val="40000"/>
            </a:srgbClr>
          </a:solidFill>
          <a:ln w="0">
            <a:noFill/>
            <a:prstDash val="solid"/>
          </a:ln>
        </p:spPr>
      </p:sp>
      <p:sp>
        <p:nvSpPr>
          <p:cNvPr id="1867" name="LigandSeek2_vs_LigandSeek1_ellipse_7381">
            <a:extLst>
              <a:ext uri="{FF2B5EF4-FFF2-40B4-BE49-F238E27FC236}">
                <a16:creationId xmlns:a16="http://schemas.microsoft.com/office/drawing/2014/main" id="{A6772947-BDE9-4738-B8C6-D775556B3E01}"/>
              </a:ext>
            </a:extLst>
          </p:cNvPr>
          <p:cNvSpPr>
            <a:spLocks noGrp="1"/>
          </p:cNvSpPr>
          <p:nvPr/>
        </p:nvSpPr>
        <p:spPr>
          <a:xfrm>
            <a:off x="1652440" y="1585471"/>
            <a:ext cx="24757" cy="24757"/>
          </a:xfrm>
          <a:prstGeom prst="ellipse">
            <a:avLst/>
          </a:prstGeom>
          <a:solidFill>
            <a:srgbClr val="B08A60">
              <a:alpha val="40000"/>
            </a:srgbClr>
          </a:solidFill>
          <a:ln w="0">
            <a:noFill/>
            <a:prstDash val="solid"/>
          </a:ln>
        </p:spPr>
      </p:sp>
      <p:sp>
        <p:nvSpPr>
          <p:cNvPr id="1868" name="LigandSeek2_vs_LigandSeek1_ellipse_7382">
            <a:extLst>
              <a:ext uri="{FF2B5EF4-FFF2-40B4-BE49-F238E27FC236}">
                <a16:creationId xmlns:a16="http://schemas.microsoft.com/office/drawing/2014/main" id="{14E8F0CD-9D6F-45B5-8190-39C2C856580A}"/>
              </a:ext>
            </a:extLst>
          </p:cNvPr>
          <p:cNvSpPr>
            <a:spLocks noGrp="1"/>
          </p:cNvSpPr>
          <p:nvPr/>
        </p:nvSpPr>
        <p:spPr>
          <a:xfrm>
            <a:off x="1709926" y="1890368"/>
            <a:ext cx="24757" cy="24757"/>
          </a:xfrm>
          <a:prstGeom prst="ellipse">
            <a:avLst/>
          </a:prstGeom>
          <a:solidFill>
            <a:srgbClr val="B08A60">
              <a:alpha val="40000"/>
            </a:srgbClr>
          </a:solidFill>
          <a:ln w="0">
            <a:noFill/>
            <a:prstDash val="solid"/>
          </a:ln>
        </p:spPr>
      </p:sp>
      <p:sp>
        <p:nvSpPr>
          <p:cNvPr id="1869" name="LigandSeek2_vs_LigandSeek1_ellipse_7383">
            <a:extLst>
              <a:ext uri="{FF2B5EF4-FFF2-40B4-BE49-F238E27FC236}">
                <a16:creationId xmlns:a16="http://schemas.microsoft.com/office/drawing/2014/main" id="{EBFF8F57-9E64-4C4D-9B4B-A6509BDA01E5}"/>
              </a:ext>
            </a:extLst>
          </p:cNvPr>
          <p:cNvSpPr>
            <a:spLocks noGrp="1"/>
          </p:cNvSpPr>
          <p:nvPr/>
        </p:nvSpPr>
        <p:spPr>
          <a:xfrm>
            <a:off x="1701899" y="1419956"/>
            <a:ext cx="24757" cy="24757"/>
          </a:xfrm>
          <a:prstGeom prst="ellipse">
            <a:avLst/>
          </a:prstGeom>
          <a:solidFill>
            <a:srgbClr val="B08A60">
              <a:alpha val="40000"/>
            </a:srgbClr>
          </a:solidFill>
          <a:ln w="0">
            <a:noFill/>
            <a:prstDash val="solid"/>
          </a:ln>
        </p:spPr>
      </p:sp>
      <p:sp>
        <p:nvSpPr>
          <p:cNvPr id="1870" name="LigandSeek2_vs_LigandSeek1_ellipse_7384">
            <a:extLst>
              <a:ext uri="{FF2B5EF4-FFF2-40B4-BE49-F238E27FC236}">
                <a16:creationId xmlns:a16="http://schemas.microsoft.com/office/drawing/2014/main" id="{0EB41F13-9B5E-4A97-AFE0-D7BDB11A2C8D}"/>
              </a:ext>
            </a:extLst>
          </p:cNvPr>
          <p:cNvSpPr>
            <a:spLocks noGrp="1"/>
          </p:cNvSpPr>
          <p:nvPr/>
        </p:nvSpPr>
        <p:spPr>
          <a:xfrm>
            <a:off x="1655044" y="1106349"/>
            <a:ext cx="24757" cy="24757"/>
          </a:xfrm>
          <a:prstGeom prst="ellipse">
            <a:avLst/>
          </a:prstGeom>
          <a:solidFill>
            <a:srgbClr val="B08A60">
              <a:alpha val="40000"/>
            </a:srgbClr>
          </a:solidFill>
          <a:ln w="0">
            <a:noFill/>
            <a:prstDash val="solid"/>
          </a:ln>
        </p:spPr>
      </p:sp>
      <p:sp>
        <p:nvSpPr>
          <p:cNvPr id="1871" name="LigandSeek2_vs_LigandSeek1_ellipse_7385">
            <a:extLst>
              <a:ext uri="{FF2B5EF4-FFF2-40B4-BE49-F238E27FC236}">
                <a16:creationId xmlns:a16="http://schemas.microsoft.com/office/drawing/2014/main" id="{C88100B8-BFD3-4746-BBD3-185840071409}"/>
              </a:ext>
            </a:extLst>
          </p:cNvPr>
          <p:cNvSpPr>
            <a:spLocks noGrp="1"/>
          </p:cNvSpPr>
          <p:nvPr/>
        </p:nvSpPr>
        <p:spPr>
          <a:xfrm>
            <a:off x="1661992" y="1658429"/>
            <a:ext cx="24757" cy="24757"/>
          </a:xfrm>
          <a:prstGeom prst="ellipse">
            <a:avLst/>
          </a:prstGeom>
          <a:solidFill>
            <a:srgbClr val="B08A60">
              <a:alpha val="40000"/>
            </a:srgbClr>
          </a:solidFill>
          <a:ln w="0">
            <a:noFill/>
            <a:prstDash val="solid"/>
          </a:ln>
        </p:spPr>
      </p:sp>
      <p:sp>
        <p:nvSpPr>
          <p:cNvPr id="1872" name="LigandSeek2_vs_LigandSeek1_ellipse_7386">
            <a:extLst>
              <a:ext uri="{FF2B5EF4-FFF2-40B4-BE49-F238E27FC236}">
                <a16:creationId xmlns:a16="http://schemas.microsoft.com/office/drawing/2014/main" id="{5844F2F4-5480-4564-BFAC-9A3E5F5A3DD1}"/>
              </a:ext>
            </a:extLst>
          </p:cNvPr>
          <p:cNvSpPr>
            <a:spLocks noGrp="1"/>
          </p:cNvSpPr>
          <p:nvPr/>
        </p:nvSpPr>
        <p:spPr>
          <a:xfrm>
            <a:off x="1705219" y="1890368"/>
            <a:ext cx="24757" cy="24757"/>
          </a:xfrm>
          <a:prstGeom prst="ellipse">
            <a:avLst/>
          </a:prstGeom>
          <a:solidFill>
            <a:srgbClr val="B08A60">
              <a:alpha val="40000"/>
            </a:srgbClr>
          </a:solidFill>
          <a:ln w="0">
            <a:noFill/>
            <a:prstDash val="solid"/>
          </a:ln>
        </p:spPr>
      </p:sp>
      <p:sp>
        <p:nvSpPr>
          <p:cNvPr id="1873" name="LigandSeek2_vs_LigandSeek1_ellipse_7387">
            <a:extLst>
              <a:ext uri="{FF2B5EF4-FFF2-40B4-BE49-F238E27FC236}">
                <a16:creationId xmlns:a16="http://schemas.microsoft.com/office/drawing/2014/main" id="{8907A280-719D-4775-B7C2-2AD577EC6ADE}"/>
              </a:ext>
            </a:extLst>
          </p:cNvPr>
          <p:cNvSpPr>
            <a:spLocks noGrp="1"/>
          </p:cNvSpPr>
          <p:nvPr/>
        </p:nvSpPr>
        <p:spPr>
          <a:xfrm>
            <a:off x="1680152" y="1509903"/>
            <a:ext cx="24757" cy="24757"/>
          </a:xfrm>
          <a:prstGeom prst="ellipse">
            <a:avLst/>
          </a:prstGeom>
          <a:solidFill>
            <a:srgbClr val="B08A60">
              <a:alpha val="40000"/>
            </a:srgbClr>
          </a:solidFill>
          <a:ln w="0">
            <a:noFill/>
            <a:prstDash val="solid"/>
          </a:ln>
        </p:spPr>
      </p:sp>
      <p:sp>
        <p:nvSpPr>
          <p:cNvPr id="1874" name="LigandSeek2_vs_LigandSeek1_ellipse_7388">
            <a:extLst>
              <a:ext uri="{FF2B5EF4-FFF2-40B4-BE49-F238E27FC236}">
                <a16:creationId xmlns:a16="http://schemas.microsoft.com/office/drawing/2014/main" id="{DDF8EA01-FC7F-4D54-8EBE-2FA695EB7D36}"/>
              </a:ext>
            </a:extLst>
          </p:cNvPr>
          <p:cNvSpPr>
            <a:spLocks noGrp="1"/>
          </p:cNvSpPr>
          <p:nvPr/>
        </p:nvSpPr>
        <p:spPr>
          <a:xfrm>
            <a:off x="1667527" y="1703811"/>
            <a:ext cx="24757" cy="24757"/>
          </a:xfrm>
          <a:prstGeom prst="ellipse">
            <a:avLst/>
          </a:prstGeom>
          <a:solidFill>
            <a:srgbClr val="B08A60">
              <a:alpha val="40000"/>
            </a:srgbClr>
          </a:solidFill>
          <a:ln w="0">
            <a:noFill/>
            <a:prstDash val="solid"/>
          </a:ln>
        </p:spPr>
      </p:sp>
      <p:sp>
        <p:nvSpPr>
          <p:cNvPr id="1875" name="LigandSeek2_vs_LigandSeek1_ellipse_7389">
            <a:extLst>
              <a:ext uri="{FF2B5EF4-FFF2-40B4-BE49-F238E27FC236}">
                <a16:creationId xmlns:a16="http://schemas.microsoft.com/office/drawing/2014/main" id="{1912C1B4-6D1A-4F99-BF2C-B03AF228B608}"/>
              </a:ext>
            </a:extLst>
          </p:cNvPr>
          <p:cNvSpPr>
            <a:spLocks noGrp="1"/>
          </p:cNvSpPr>
          <p:nvPr/>
        </p:nvSpPr>
        <p:spPr>
          <a:xfrm>
            <a:off x="1685438" y="1672170"/>
            <a:ext cx="24757" cy="24757"/>
          </a:xfrm>
          <a:prstGeom prst="ellipse">
            <a:avLst/>
          </a:prstGeom>
          <a:solidFill>
            <a:srgbClr val="B08A60">
              <a:alpha val="40000"/>
            </a:srgbClr>
          </a:solidFill>
          <a:ln w="0">
            <a:noFill/>
            <a:prstDash val="solid"/>
          </a:ln>
        </p:spPr>
      </p:sp>
      <p:sp>
        <p:nvSpPr>
          <p:cNvPr id="1876" name="LigandSeek2_vs_LigandSeek1_ellipse_7390">
            <a:extLst>
              <a:ext uri="{FF2B5EF4-FFF2-40B4-BE49-F238E27FC236}">
                <a16:creationId xmlns:a16="http://schemas.microsoft.com/office/drawing/2014/main" id="{D6E38EB1-C234-4170-BEB6-A3D288CCF03D}"/>
              </a:ext>
            </a:extLst>
          </p:cNvPr>
          <p:cNvSpPr>
            <a:spLocks noGrp="1"/>
          </p:cNvSpPr>
          <p:nvPr/>
        </p:nvSpPr>
        <p:spPr>
          <a:xfrm>
            <a:off x="1650938" y="1365407"/>
            <a:ext cx="24757" cy="24757"/>
          </a:xfrm>
          <a:prstGeom prst="ellipse">
            <a:avLst/>
          </a:prstGeom>
          <a:solidFill>
            <a:srgbClr val="B08A60">
              <a:alpha val="40000"/>
            </a:srgbClr>
          </a:solidFill>
          <a:ln w="0">
            <a:noFill/>
            <a:prstDash val="solid"/>
          </a:ln>
        </p:spPr>
      </p:sp>
      <p:sp>
        <p:nvSpPr>
          <p:cNvPr id="1877" name="LigandSeek2_vs_LigandSeek1_ellipse_7391">
            <a:extLst>
              <a:ext uri="{FF2B5EF4-FFF2-40B4-BE49-F238E27FC236}">
                <a16:creationId xmlns:a16="http://schemas.microsoft.com/office/drawing/2014/main" id="{8F7516A9-95A0-44AD-A619-D0E568A07CFC}"/>
              </a:ext>
            </a:extLst>
          </p:cNvPr>
          <p:cNvSpPr>
            <a:spLocks noGrp="1"/>
          </p:cNvSpPr>
          <p:nvPr/>
        </p:nvSpPr>
        <p:spPr>
          <a:xfrm>
            <a:off x="1694134" y="1591694"/>
            <a:ext cx="24757" cy="24757"/>
          </a:xfrm>
          <a:prstGeom prst="ellipse">
            <a:avLst/>
          </a:prstGeom>
          <a:solidFill>
            <a:srgbClr val="B08A60">
              <a:alpha val="40000"/>
            </a:srgbClr>
          </a:solidFill>
          <a:ln w="0">
            <a:noFill/>
            <a:prstDash val="solid"/>
          </a:ln>
        </p:spPr>
      </p:sp>
      <p:sp>
        <p:nvSpPr>
          <p:cNvPr id="1878" name="LigandSeek2_vs_LigandSeek1_ellipse_7392">
            <a:extLst>
              <a:ext uri="{FF2B5EF4-FFF2-40B4-BE49-F238E27FC236}">
                <a16:creationId xmlns:a16="http://schemas.microsoft.com/office/drawing/2014/main" id="{DF70F9F2-2CA7-41A2-947A-9E0E0ABD9557}"/>
              </a:ext>
            </a:extLst>
          </p:cNvPr>
          <p:cNvSpPr>
            <a:spLocks noGrp="1"/>
          </p:cNvSpPr>
          <p:nvPr/>
        </p:nvSpPr>
        <p:spPr>
          <a:xfrm>
            <a:off x="1657734" y="1106349"/>
            <a:ext cx="24757" cy="24757"/>
          </a:xfrm>
          <a:prstGeom prst="ellipse">
            <a:avLst/>
          </a:prstGeom>
          <a:solidFill>
            <a:srgbClr val="B08A60">
              <a:alpha val="40000"/>
            </a:srgbClr>
          </a:solidFill>
          <a:ln w="0">
            <a:noFill/>
            <a:prstDash val="solid"/>
          </a:ln>
        </p:spPr>
      </p:sp>
      <p:sp>
        <p:nvSpPr>
          <p:cNvPr id="1879" name="LigandSeek2_vs_LigandSeek1_ellipse_7393">
            <a:extLst>
              <a:ext uri="{FF2B5EF4-FFF2-40B4-BE49-F238E27FC236}">
                <a16:creationId xmlns:a16="http://schemas.microsoft.com/office/drawing/2014/main" id="{AD7ACF81-6CCC-45C0-AB77-AC438B14EC53}"/>
              </a:ext>
            </a:extLst>
          </p:cNvPr>
          <p:cNvSpPr>
            <a:spLocks noGrp="1"/>
          </p:cNvSpPr>
          <p:nvPr/>
        </p:nvSpPr>
        <p:spPr>
          <a:xfrm>
            <a:off x="1675471" y="1814566"/>
            <a:ext cx="24757" cy="24757"/>
          </a:xfrm>
          <a:prstGeom prst="ellipse">
            <a:avLst/>
          </a:prstGeom>
          <a:solidFill>
            <a:srgbClr val="B08A60">
              <a:alpha val="40000"/>
            </a:srgbClr>
          </a:solidFill>
          <a:ln w="0">
            <a:noFill/>
            <a:prstDash val="solid"/>
          </a:ln>
        </p:spPr>
      </p:sp>
      <p:sp>
        <p:nvSpPr>
          <p:cNvPr id="1880" name="LigandSeek2_vs_LigandSeek1_ellipse_7394">
            <a:extLst>
              <a:ext uri="{FF2B5EF4-FFF2-40B4-BE49-F238E27FC236}">
                <a16:creationId xmlns:a16="http://schemas.microsoft.com/office/drawing/2014/main" id="{E9A4EF44-663A-4884-BC16-C96F7EE37944}"/>
              </a:ext>
            </a:extLst>
          </p:cNvPr>
          <p:cNvSpPr>
            <a:spLocks noGrp="1"/>
          </p:cNvSpPr>
          <p:nvPr/>
        </p:nvSpPr>
        <p:spPr>
          <a:xfrm>
            <a:off x="1687570" y="1193462"/>
            <a:ext cx="24757" cy="24757"/>
          </a:xfrm>
          <a:prstGeom prst="ellipse">
            <a:avLst/>
          </a:prstGeom>
          <a:solidFill>
            <a:srgbClr val="B08A60">
              <a:alpha val="40000"/>
            </a:srgbClr>
          </a:solidFill>
          <a:ln w="0">
            <a:noFill/>
            <a:prstDash val="solid"/>
          </a:ln>
        </p:spPr>
      </p:sp>
      <p:sp>
        <p:nvSpPr>
          <p:cNvPr id="1881" name="LigandSeek2_vs_LigandSeek1_ellipse_7395">
            <a:extLst>
              <a:ext uri="{FF2B5EF4-FFF2-40B4-BE49-F238E27FC236}">
                <a16:creationId xmlns:a16="http://schemas.microsoft.com/office/drawing/2014/main" id="{42CA8D1E-0131-4056-8D32-5D47F533E39C}"/>
              </a:ext>
            </a:extLst>
          </p:cNvPr>
          <p:cNvSpPr>
            <a:spLocks noGrp="1"/>
          </p:cNvSpPr>
          <p:nvPr/>
        </p:nvSpPr>
        <p:spPr>
          <a:xfrm>
            <a:off x="1728311" y="845009"/>
            <a:ext cx="24757" cy="24757"/>
          </a:xfrm>
          <a:prstGeom prst="ellipse">
            <a:avLst/>
          </a:prstGeom>
          <a:solidFill>
            <a:srgbClr val="B08A60">
              <a:alpha val="40000"/>
            </a:srgbClr>
          </a:solidFill>
          <a:ln w="0">
            <a:noFill/>
            <a:prstDash val="solid"/>
          </a:ln>
        </p:spPr>
      </p:sp>
      <p:sp>
        <p:nvSpPr>
          <p:cNvPr id="1882" name="LigandSeek2_vs_LigandSeek1_ellipse_7396">
            <a:extLst>
              <a:ext uri="{FF2B5EF4-FFF2-40B4-BE49-F238E27FC236}">
                <a16:creationId xmlns:a16="http://schemas.microsoft.com/office/drawing/2014/main" id="{068C1305-C537-4073-82F7-6D1D035F3D73}"/>
              </a:ext>
            </a:extLst>
          </p:cNvPr>
          <p:cNvSpPr>
            <a:spLocks noGrp="1"/>
          </p:cNvSpPr>
          <p:nvPr/>
        </p:nvSpPr>
        <p:spPr>
          <a:xfrm>
            <a:off x="1651229" y="1890368"/>
            <a:ext cx="24757" cy="24757"/>
          </a:xfrm>
          <a:prstGeom prst="ellipse">
            <a:avLst/>
          </a:prstGeom>
          <a:solidFill>
            <a:srgbClr val="B08A60">
              <a:alpha val="40000"/>
            </a:srgbClr>
          </a:solidFill>
          <a:ln w="0">
            <a:noFill/>
            <a:prstDash val="solid"/>
          </a:ln>
        </p:spPr>
      </p:sp>
      <p:sp>
        <p:nvSpPr>
          <p:cNvPr id="1883" name="LigandSeek2_vs_LigandSeek1_ellipse_7397">
            <a:extLst>
              <a:ext uri="{FF2B5EF4-FFF2-40B4-BE49-F238E27FC236}">
                <a16:creationId xmlns:a16="http://schemas.microsoft.com/office/drawing/2014/main" id="{A2F4B7E1-497F-495E-B0F1-4A676C71BFBF}"/>
              </a:ext>
            </a:extLst>
          </p:cNvPr>
          <p:cNvSpPr>
            <a:spLocks noGrp="1"/>
          </p:cNvSpPr>
          <p:nvPr/>
        </p:nvSpPr>
        <p:spPr>
          <a:xfrm>
            <a:off x="1699252" y="1367688"/>
            <a:ext cx="24757" cy="24757"/>
          </a:xfrm>
          <a:prstGeom prst="ellipse">
            <a:avLst/>
          </a:prstGeom>
          <a:solidFill>
            <a:srgbClr val="B08A60">
              <a:alpha val="40000"/>
            </a:srgbClr>
          </a:solidFill>
          <a:ln w="0">
            <a:noFill/>
            <a:prstDash val="solid"/>
          </a:ln>
        </p:spPr>
      </p:sp>
      <p:sp>
        <p:nvSpPr>
          <p:cNvPr id="1884" name="LigandSeek2_vs_LigandSeek1_ellipse_7398">
            <a:extLst>
              <a:ext uri="{FF2B5EF4-FFF2-40B4-BE49-F238E27FC236}">
                <a16:creationId xmlns:a16="http://schemas.microsoft.com/office/drawing/2014/main" id="{C686D778-8FFA-4E10-9592-FAD48D26119E}"/>
              </a:ext>
            </a:extLst>
          </p:cNvPr>
          <p:cNvSpPr>
            <a:spLocks noGrp="1"/>
          </p:cNvSpPr>
          <p:nvPr/>
        </p:nvSpPr>
        <p:spPr>
          <a:xfrm>
            <a:off x="1675581" y="1890368"/>
            <a:ext cx="24757" cy="24757"/>
          </a:xfrm>
          <a:prstGeom prst="ellipse">
            <a:avLst/>
          </a:prstGeom>
          <a:solidFill>
            <a:srgbClr val="B08A60">
              <a:alpha val="40000"/>
            </a:srgbClr>
          </a:solidFill>
          <a:ln w="0">
            <a:noFill/>
            <a:prstDash val="solid"/>
          </a:ln>
        </p:spPr>
      </p:sp>
      <p:sp>
        <p:nvSpPr>
          <p:cNvPr id="1885" name="LigandSeek2_vs_LigandSeek1_ellipse_7399">
            <a:extLst>
              <a:ext uri="{FF2B5EF4-FFF2-40B4-BE49-F238E27FC236}">
                <a16:creationId xmlns:a16="http://schemas.microsoft.com/office/drawing/2014/main" id="{C8E318A6-749A-4529-BB02-7DDFC07EA082}"/>
              </a:ext>
            </a:extLst>
          </p:cNvPr>
          <p:cNvSpPr>
            <a:spLocks noGrp="1"/>
          </p:cNvSpPr>
          <p:nvPr/>
        </p:nvSpPr>
        <p:spPr>
          <a:xfrm>
            <a:off x="1700382" y="1890368"/>
            <a:ext cx="24757" cy="24757"/>
          </a:xfrm>
          <a:prstGeom prst="ellipse">
            <a:avLst/>
          </a:prstGeom>
          <a:solidFill>
            <a:srgbClr val="B08A60">
              <a:alpha val="40000"/>
            </a:srgbClr>
          </a:solidFill>
          <a:ln w="0">
            <a:noFill/>
            <a:prstDash val="solid"/>
          </a:ln>
        </p:spPr>
      </p:sp>
      <p:sp>
        <p:nvSpPr>
          <p:cNvPr id="1886" name="LigandSeek2_vs_LigandSeek1_ellipse_7400">
            <a:extLst>
              <a:ext uri="{FF2B5EF4-FFF2-40B4-BE49-F238E27FC236}">
                <a16:creationId xmlns:a16="http://schemas.microsoft.com/office/drawing/2014/main" id="{18DDE4F7-3729-44AC-90EB-D3CFB91FEC31}"/>
              </a:ext>
            </a:extLst>
          </p:cNvPr>
          <p:cNvSpPr>
            <a:spLocks noGrp="1"/>
          </p:cNvSpPr>
          <p:nvPr/>
        </p:nvSpPr>
        <p:spPr>
          <a:xfrm>
            <a:off x="1699227" y="1890368"/>
            <a:ext cx="24757" cy="24757"/>
          </a:xfrm>
          <a:prstGeom prst="ellipse">
            <a:avLst/>
          </a:prstGeom>
          <a:solidFill>
            <a:srgbClr val="B08A60">
              <a:alpha val="40000"/>
            </a:srgbClr>
          </a:solidFill>
          <a:ln w="0">
            <a:noFill/>
            <a:prstDash val="solid"/>
          </a:ln>
        </p:spPr>
      </p:sp>
      <p:sp>
        <p:nvSpPr>
          <p:cNvPr id="1887" name="LigandSeek2_vs_LigandSeek1_ellipse_7401">
            <a:extLst>
              <a:ext uri="{FF2B5EF4-FFF2-40B4-BE49-F238E27FC236}">
                <a16:creationId xmlns:a16="http://schemas.microsoft.com/office/drawing/2014/main" id="{1196F22B-4E2E-45F7-991E-FD5A42FEFAA8}"/>
              </a:ext>
            </a:extLst>
          </p:cNvPr>
          <p:cNvSpPr>
            <a:spLocks noGrp="1"/>
          </p:cNvSpPr>
          <p:nvPr/>
        </p:nvSpPr>
        <p:spPr>
          <a:xfrm>
            <a:off x="1649134" y="1741031"/>
            <a:ext cx="24757" cy="24757"/>
          </a:xfrm>
          <a:prstGeom prst="ellipse">
            <a:avLst/>
          </a:prstGeom>
          <a:solidFill>
            <a:srgbClr val="B08A60">
              <a:alpha val="40000"/>
            </a:srgbClr>
          </a:solidFill>
          <a:ln w="0">
            <a:noFill/>
            <a:prstDash val="solid"/>
          </a:ln>
        </p:spPr>
      </p:sp>
      <p:sp>
        <p:nvSpPr>
          <p:cNvPr id="1888" name="LigandSeek2_vs_LigandSeek1_ellipse_7402">
            <a:extLst>
              <a:ext uri="{FF2B5EF4-FFF2-40B4-BE49-F238E27FC236}">
                <a16:creationId xmlns:a16="http://schemas.microsoft.com/office/drawing/2014/main" id="{EAEBA54F-FC9D-4752-B6CB-CF6BB3D7C3DA}"/>
              </a:ext>
            </a:extLst>
          </p:cNvPr>
          <p:cNvSpPr>
            <a:spLocks noGrp="1"/>
          </p:cNvSpPr>
          <p:nvPr/>
        </p:nvSpPr>
        <p:spPr>
          <a:xfrm>
            <a:off x="1647466" y="1890368"/>
            <a:ext cx="24757" cy="24757"/>
          </a:xfrm>
          <a:prstGeom prst="ellipse">
            <a:avLst/>
          </a:prstGeom>
          <a:solidFill>
            <a:srgbClr val="B08A60">
              <a:alpha val="40000"/>
            </a:srgbClr>
          </a:solidFill>
          <a:ln w="0">
            <a:noFill/>
            <a:prstDash val="solid"/>
          </a:ln>
        </p:spPr>
      </p:sp>
      <p:sp>
        <p:nvSpPr>
          <p:cNvPr id="1889" name="LigandSeek2_vs_LigandSeek1_ellipse_7403">
            <a:extLst>
              <a:ext uri="{FF2B5EF4-FFF2-40B4-BE49-F238E27FC236}">
                <a16:creationId xmlns:a16="http://schemas.microsoft.com/office/drawing/2014/main" id="{B5AFEE79-1FF3-4D60-BC1B-64330B5E304D}"/>
              </a:ext>
            </a:extLst>
          </p:cNvPr>
          <p:cNvSpPr>
            <a:spLocks noGrp="1"/>
          </p:cNvSpPr>
          <p:nvPr/>
        </p:nvSpPr>
        <p:spPr>
          <a:xfrm>
            <a:off x="1724586" y="994346"/>
            <a:ext cx="24757" cy="24757"/>
          </a:xfrm>
          <a:prstGeom prst="ellipse">
            <a:avLst/>
          </a:prstGeom>
          <a:solidFill>
            <a:srgbClr val="B08A60">
              <a:alpha val="40000"/>
            </a:srgbClr>
          </a:solidFill>
          <a:ln w="0">
            <a:noFill/>
            <a:prstDash val="solid"/>
          </a:ln>
        </p:spPr>
      </p:sp>
      <p:sp>
        <p:nvSpPr>
          <p:cNvPr id="1890" name="LigandSeek2_vs_LigandSeek1_ellipse_7404">
            <a:extLst>
              <a:ext uri="{FF2B5EF4-FFF2-40B4-BE49-F238E27FC236}">
                <a16:creationId xmlns:a16="http://schemas.microsoft.com/office/drawing/2014/main" id="{5849C5F2-E622-4005-BD10-06ACB1958CB3}"/>
              </a:ext>
            </a:extLst>
          </p:cNvPr>
          <p:cNvSpPr>
            <a:spLocks noGrp="1"/>
          </p:cNvSpPr>
          <p:nvPr/>
        </p:nvSpPr>
        <p:spPr>
          <a:xfrm>
            <a:off x="1695674" y="1716141"/>
            <a:ext cx="24757" cy="24757"/>
          </a:xfrm>
          <a:prstGeom prst="ellipse">
            <a:avLst/>
          </a:prstGeom>
          <a:solidFill>
            <a:srgbClr val="B08A60">
              <a:alpha val="40000"/>
            </a:srgbClr>
          </a:solidFill>
          <a:ln w="0">
            <a:noFill/>
            <a:prstDash val="solid"/>
          </a:ln>
        </p:spPr>
      </p:sp>
      <p:sp>
        <p:nvSpPr>
          <p:cNvPr id="1891" name="LigandSeek2_vs_LigandSeek1_ellipse_7405">
            <a:extLst>
              <a:ext uri="{FF2B5EF4-FFF2-40B4-BE49-F238E27FC236}">
                <a16:creationId xmlns:a16="http://schemas.microsoft.com/office/drawing/2014/main" id="{8C333008-8D14-412E-A867-FD1C3E8C43D5}"/>
              </a:ext>
            </a:extLst>
          </p:cNvPr>
          <p:cNvSpPr>
            <a:spLocks noGrp="1"/>
          </p:cNvSpPr>
          <p:nvPr/>
        </p:nvSpPr>
        <p:spPr>
          <a:xfrm>
            <a:off x="1665031" y="1367688"/>
            <a:ext cx="24757" cy="24757"/>
          </a:xfrm>
          <a:prstGeom prst="ellipse">
            <a:avLst/>
          </a:prstGeom>
          <a:solidFill>
            <a:srgbClr val="B08A60">
              <a:alpha val="40000"/>
            </a:srgbClr>
          </a:solidFill>
          <a:ln w="0">
            <a:noFill/>
            <a:prstDash val="solid"/>
          </a:ln>
        </p:spPr>
      </p:sp>
      <p:sp>
        <p:nvSpPr>
          <p:cNvPr id="1892" name="LigandSeek2_vs_LigandSeek1_ellipse_7406">
            <a:extLst>
              <a:ext uri="{FF2B5EF4-FFF2-40B4-BE49-F238E27FC236}">
                <a16:creationId xmlns:a16="http://schemas.microsoft.com/office/drawing/2014/main" id="{77E89704-AFF7-4C95-B937-60647BFA5CA9}"/>
              </a:ext>
            </a:extLst>
          </p:cNvPr>
          <p:cNvSpPr>
            <a:spLocks noGrp="1"/>
          </p:cNvSpPr>
          <p:nvPr/>
        </p:nvSpPr>
        <p:spPr>
          <a:xfrm>
            <a:off x="1676791" y="962612"/>
            <a:ext cx="24757" cy="24757"/>
          </a:xfrm>
          <a:prstGeom prst="ellipse">
            <a:avLst/>
          </a:prstGeom>
          <a:solidFill>
            <a:srgbClr val="B08A60">
              <a:alpha val="40000"/>
            </a:srgbClr>
          </a:solidFill>
          <a:ln w="0">
            <a:noFill/>
            <a:prstDash val="solid"/>
          </a:ln>
        </p:spPr>
      </p:sp>
      <p:sp>
        <p:nvSpPr>
          <p:cNvPr id="1893" name="LigandSeek2_vs_LigandSeek1_ellipse_7407">
            <a:extLst>
              <a:ext uri="{FF2B5EF4-FFF2-40B4-BE49-F238E27FC236}">
                <a16:creationId xmlns:a16="http://schemas.microsoft.com/office/drawing/2014/main" id="{77C0F454-6006-424C-8623-73068AE67FB5}"/>
              </a:ext>
            </a:extLst>
          </p:cNvPr>
          <p:cNvSpPr>
            <a:spLocks noGrp="1"/>
          </p:cNvSpPr>
          <p:nvPr/>
        </p:nvSpPr>
        <p:spPr>
          <a:xfrm>
            <a:off x="1646242" y="1541915"/>
            <a:ext cx="24757" cy="24757"/>
          </a:xfrm>
          <a:prstGeom prst="ellipse">
            <a:avLst/>
          </a:prstGeom>
          <a:solidFill>
            <a:srgbClr val="B08A60">
              <a:alpha val="40000"/>
            </a:srgbClr>
          </a:solidFill>
          <a:ln w="0">
            <a:noFill/>
            <a:prstDash val="solid"/>
          </a:ln>
        </p:spPr>
      </p:sp>
      <p:sp>
        <p:nvSpPr>
          <p:cNvPr id="1894" name="LigandSeek2_vs_LigandSeek1_ellipse_7408">
            <a:extLst>
              <a:ext uri="{FF2B5EF4-FFF2-40B4-BE49-F238E27FC236}">
                <a16:creationId xmlns:a16="http://schemas.microsoft.com/office/drawing/2014/main" id="{31F11102-E380-45C1-B902-27BB44B89AC1}"/>
              </a:ext>
            </a:extLst>
          </p:cNvPr>
          <p:cNvSpPr>
            <a:spLocks noGrp="1"/>
          </p:cNvSpPr>
          <p:nvPr/>
        </p:nvSpPr>
        <p:spPr>
          <a:xfrm>
            <a:off x="1660309" y="1367688"/>
            <a:ext cx="24757" cy="24757"/>
          </a:xfrm>
          <a:prstGeom prst="ellipse">
            <a:avLst/>
          </a:prstGeom>
          <a:solidFill>
            <a:srgbClr val="B08A60">
              <a:alpha val="40000"/>
            </a:srgbClr>
          </a:solidFill>
          <a:ln w="0">
            <a:noFill/>
            <a:prstDash val="solid"/>
          </a:ln>
        </p:spPr>
      </p:sp>
      <p:sp>
        <p:nvSpPr>
          <p:cNvPr id="1895" name="LigandSeek2_vs_LigandSeek1_ellipse_7409">
            <a:extLst>
              <a:ext uri="{FF2B5EF4-FFF2-40B4-BE49-F238E27FC236}">
                <a16:creationId xmlns:a16="http://schemas.microsoft.com/office/drawing/2014/main" id="{A685CF96-C2D2-4A6A-B94F-AAD7871141F4}"/>
              </a:ext>
            </a:extLst>
          </p:cNvPr>
          <p:cNvSpPr>
            <a:spLocks noGrp="1"/>
          </p:cNvSpPr>
          <p:nvPr/>
        </p:nvSpPr>
        <p:spPr>
          <a:xfrm>
            <a:off x="1725567" y="1670842"/>
            <a:ext cx="24757" cy="24757"/>
          </a:xfrm>
          <a:prstGeom prst="ellipse">
            <a:avLst/>
          </a:prstGeom>
          <a:solidFill>
            <a:srgbClr val="B08A60">
              <a:alpha val="40000"/>
            </a:srgbClr>
          </a:solidFill>
          <a:ln w="0">
            <a:noFill/>
            <a:prstDash val="solid"/>
          </a:ln>
        </p:spPr>
      </p:sp>
      <p:sp>
        <p:nvSpPr>
          <p:cNvPr id="1896" name="LigandSeek2_vs_LigandSeek1_ellipse_7410">
            <a:extLst>
              <a:ext uri="{FF2B5EF4-FFF2-40B4-BE49-F238E27FC236}">
                <a16:creationId xmlns:a16="http://schemas.microsoft.com/office/drawing/2014/main" id="{82114F01-4DC2-4855-949D-90362F074048}"/>
              </a:ext>
            </a:extLst>
          </p:cNvPr>
          <p:cNvSpPr>
            <a:spLocks noGrp="1"/>
          </p:cNvSpPr>
          <p:nvPr/>
        </p:nvSpPr>
        <p:spPr>
          <a:xfrm>
            <a:off x="1668602" y="1205907"/>
            <a:ext cx="24757" cy="24757"/>
          </a:xfrm>
          <a:prstGeom prst="ellipse">
            <a:avLst/>
          </a:prstGeom>
          <a:solidFill>
            <a:srgbClr val="B08A60">
              <a:alpha val="40000"/>
            </a:srgbClr>
          </a:solidFill>
          <a:ln w="0">
            <a:noFill/>
            <a:prstDash val="solid"/>
          </a:ln>
        </p:spPr>
      </p:sp>
      <p:sp>
        <p:nvSpPr>
          <p:cNvPr id="1897" name="LigandSeek2_vs_LigandSeek1_ellipse_7411">
            <a:extLst>
              <a:ext uri="{FF2B5EF4-FFF2-40B4-BE49-F238E27FC236}">
                <a16:creationId xmlns:a16="http://schemas.microsoft.com/office/drawing/2014/main" id="{CB7F1F23-CB0A-4492-9AB9-844200FE444C}"/>
              </a:ext>
            </a:extLst>
          </p:cNvPr>
          <p:cNvSpPr>
            <a:spLocks noGrp="1"/>
          </p:cNvSpPr>
          <p:nvPr/>
        </p:nvSpPr>
        <p:spPr>
          <a:xfrm>
            <a:off x="1723129" y="1890368"/>
            <a:ext cx="24757" cy="24757"/>
          </a:xfrm>
          <a:prstGeom prst="ellipse">
            <a:avLst/>
          </a:prstGeom>
          <a:solidFill>
            <a:srgbClr val="B08A60">
              <a:alpha val="40000"/>
            </a:srgbClr>
          </a:solidFill>
          <a:ln w="0">
            <a:noFill/>
            <a:prstDash val="solid"/>
          </a:ln>
        </p:spPr>
      </p:sp>
      <p:sp>
        <p:nvSpPr>
          <p:cNvPr id="1898" name="LigandSeek2_vs_LigandSeek1_ellipse_7412">
            <a:extLst>
              <a:ext uri="{FF2B5EF4-FFF2-40B4-BE49-F238E27FC236}">
                <a16:creationId xmlns:a16="http://schemas.microsoft.com/office/drawing/2014/main" id="{47D97A90-F50D-44FD-9191-CF2876CF2314}"/>
              </a:ext>
            </a:extLst>
          </p:cNvPr>
          <p:cNvSpPr>
            <a:spLocks noGrp="1"/>
          </p:cNvSpPr>
          <p:nvPr/>
        </p:nvSpPr>
        <p:spPr>
          <a:xfrm>
            <a:off x="1730981" y="1716141"/>
            <a:ext cx="24757" cy="24757"/>
          </a:xfrm>
          <a:prstGeom prst="ellipse">
            <a:avLst/>
          </a:prstGeom>
          <a:solidFill>
            <a:srgbClr val="B08A60">
              <a:alpha val="40000"/>
            </a:srgbClr>
          </a:solidFill>
          <a:ln w="0">
            <a:noFill/>
            <a:prstDash val="solid"/>
          </a:ln>
        </p:spPr>
      </p:sp>
      <p:sp>
        <p:nvSpPr>
          <p:cNvPr id="1899" name="LigandSeek2_vs_LigandSeek1_ellipse_7413">
            <a:extLst>
              <a:ext uri="{FF2B5EF4-FFF2-40B4-BE49-F238E27FC236}">
                <a16:creationId xmlns:a16="http://schemas.microsoft.com/office/drawing/2014/main" id="{198E8D5B-7F79-4593-9201-59C544BAEC3A}"/>
              </a:ext>
            </a:extLst>
          </p:cNvPr>
          <p:cNvSpPr>
            <a:spLocks noGrp="1"/>
          </p:cNvSpPr>
          <p:nvPr/>
        </p:nvSpPr>
        <p:spPr>
          <a:xfrm>
            <a:off x="1706327" y="1193462"/>
            <a:ext cx="24757" cy="24757"/>
          </a:xfrm>
          <a:prstGeom prst="ellipse">
            <a:avLst/>
          </a:prstGeom>
          <a:solidFill>
            <a:srgbClr val="B08A60">
              <a:alpha val="40000"/>
            </a:srgbClr>
          </a:solidFill>
          <a:ln w="0">
            <a:noFill/>
            <a:prstDash val="solid"/>
          </a:ln>
        </p:spPr>
      </p:sp>
      <p:sp>
        <p:nvSpPr>
          <p:cNvPr id="1900" name="LigandSeek2_vs_LigandSeek1_ellipse_7414">
            <a:extLst>
              <a:ext uri="{FF2B5EF4-FFF2-40B4-BE49-F238E27FC236}">
                <a16:creationId xmlns:a16="http://schemas.microsoft.com/office/drawing/2014/main" id="{46FEF146-C581-41C7-BEA4-2E8A5C1BC867}"/>
              </a:ext>
            </a:extLst>
          </p:cNvPr>
          <p:cNvSpPr>
            <a:spLocks noGrp="1"/>
          </p:cNvSpPr>
          <p:nvPr/>
        </p:nvSpPr>
        <p:spPr>
          <a:xfrm>
            <a:off x="1681400" y="1559891"/>
            <a:ext cx="24757" cy="24757"/>
          </a:xfrm>
          <a:prstGeom prst="ellipse">
            <a:avLst/>
          </a:prstGeom>
          <a:solidFill>
            <a:srgbClr val="B08A60">
              <a:alpha val="40000"/>
            </a:srgbClr>
          </a:solidFill>
          <a:ln w="0">
            <a:noFill/>
            <a:prstDash val="solid"/>
          </a:ln>
        </p:spPr>
      </p:sp>
      <p:sp>
        <p:nvSpPr>
          <p:cNvPr id="1901" name="LigandSeek2_vs_LigandSeek1_ellipse_7415">
            <a:extLst>
              <a:ext uri="{FF2B5EF4-FFF2-40B4-BE49-F238E27FC236}">
                <a16:creationId xmlns:a16="http://schemas.microsoft.com/office/drawing/2014/main" id="{C3C3CA2B-7008-4267-8F35-F74CA06EA273}"/>
              </a:ext>
            </a:extLst>
          </p:cNvPr>
          <p:cNvSpPr>
            <a:spLocks noGrp="1"/>
          </p:cNvSpPr>
          <p:nvPr/>
        </p:nvSpPr>
        <p:spPr>
          <a:xfrm>
            <a:off x="1728857" y="1367688"/>
            <a:ext cx="24757" cy="24757"/>
          </a:xfrm>
          <a:prstGeom prst="ellipse">
            <a:avLst/>
          </a:prstGeom>
          <a:solidFill>
            <a:srgbClr val="B08A60">
              <a:alpha val="40000"/>
            </a:srgbClr>
          </a:solidFill>
          <a:ln w="0">
            <a:noFill/>
            <a:prstDash val="solid"/>
          </a:ln>
        </p:spPr>
      </p:sp>
      <p:sp>
        <p:nvSpPr>
          <p:cNvPr id="1902" name="LigandSeek2_vs_LigandSeek1_ellipse_7416">
            <a:extLst>
              <a:ext uri="{FF2B5EF4-FFF2-40B4-BE49-F238E27FC236}">
                <a16:creationId xmlns:a16="http://schemas.microsoft.com/office/drawing/2014/main" id="{EC876EA2-0110-419A-A706-601B02925178}"/>
              </a:ext>
            </a:extLst>
          </p:cNvPr>
          <p:cNvSpPr>
            <a:spLocks noGrp="1"/>
          </p:cNvSpPr>
          <p:nvPr/>
        </p:nvSpPr>
        <p:spPr>
          <a:xfrm>
            <a:off x="1680710" y="1629028"/>
            <a:ext cx="24757" cy="24757"/>
          </a:xfrm>
          <a:prstGeom prst="ellipse">
            <a:avLst/>
          </a:prstGeom>
          <a:solidFill>
            <a:srgbClr val="B08A60">
              <a:alpha val="40000"/>
            </a:srgbClr>
          </a:solidFill>
          <a:ln w="0">
            <a:noFill/>
            <a:prstDash val="solid"/>
          </a:ln>
        </p:spPr>
      </p:sp>
      <p:sp>
        <p:nvSpPr>
          <p:cNvPr id="1903" name="LigandSeek2_vs_LigandSeek1_ellipse_7417">
            <a:extLst>
              <a:ext uri="{FF2B5EF4-FFF2-40B4-BE49-F238E27FC236}">
                <a16:creationId xmlns:a16="http://schemas.microsoft.com/office/drawing/2014/main" id="{A40B5307-1B36-4296-A0BA-079747561696}"/>
              </a:ext>
            </a:extLst>
          </p:cNvPr>
          <p:cNvSpPr>
            <a:spLocks noGrp="1"/>
          </p:cNvSpPr>
          <p:nvPr/>
        </p:nvSpPr>
        <p:spPr>
          <a:xfrm>
            <a:off x="1658734" y="845009"/>
            <a:ext cx="24757" cy="24757"/>
          </a:xfrm>
          <a:prstGeom prst="ellipse">
            <a:avLst/>
          </a:prstGeom>
          <a:solidFill>
            <a:srgbClr val="B08A60">
              <a:alpha val="40000"/>
            </a:srgbClr>
          </a:solidFill>
          <a:ln w="0">
            <a:noFill/>
            <a:prstDash val="solid"/>
          </a:ln>
        </p:spPr>
      </p:sp>
      <p:sp>
        <p:nvSpPr>
          <p:cNvPr id="1904" name="LigandSeek2_vs_LigandSeek1_ellipse_7418">
            <a:extLst>
              <a:ext uri="{FF2B5EF4-FFF2-40B4-BE49-F238E27FC236}">
                <a16:creationId xmlns:a16="http://schemas.microsoft.com/office/drawing/2014/main" id="{0C8AF1E7-749E-4224-BF0E-07A088EC60C9}"/>
              </a:ext>
            </a:extLst>
          </p:cNvPr>
          <p:cNvSpPr>
            <a:spLocks noGrp="1"/>
          </p:cNvSpPr>
          <p:nvPr/>
        </p:nvSpPr>
        <p:spPr>
          <a:xfrm>
            <a:off x="1666058" y="845009"/>
            <a:ext cx="24757" cy="24757"/>
          </a:xfrm>
          <a:prstGeom prst="ellipse">
            <a:avLst/>
          </a:prstGeom>
          <a:solidFill>
            <a:srgbClr val="B08A60">
              <a:alpha val="40000"/>
            </a:srgbClr>
          </a:solidFill>
          <a:ln w="0">
            <a:noFill/>
            <a:prstDash val="solid"/>
          </a:ln>
        </p:spPr>
      </p:sp>
      <p:sp>
        <p:nvSpPr>
          <p:cNvPr id="1905" name="LigandSeek2_vs_LigandSeek1_ellipse_7419">
            <a:extLst>
              <a:ext uri="{FF2B5EF4-FFF2-40B4-BE49-F238E27FC236}">
                <a16:creationId xmlns:a16="http://schemas.microsoft.com/office/drawing/2014/main" id="{D6C9A30E-5AB2-4E77-8AE5-C49795DE33DB}"/>
              </a:ext>
            </a:extLst>
          </p:cNvPr>
          <p:cNvSpPr>
            <a:spLocks noGrp="1"/>
          </p:cNvSpPr>
          <p:nvPr/>
        </p:nvSpPr>
        <p:spPr>
          <a:xfrm>
            <a:off x="1652594" y="845009"/>
            <a:ext cx="24757" cy="24757"/>
          </a:xfrm>
          <a:prstGeom prst="ellipse">
            <a:avLst/>
          </a:prstGeom>
          <a:solidFill>
            <a:srgbClr val="B08A60">
              <a:alpha val="40000"/>
            </a:srgbClr>
          </a:solidFill>
          <a:ln w="0">
            <a:noFill/>
            <a:prstDash val="solid"/>
          </a:ln>
        </p:spPr>
      </p:sp>
      <p:sp>
        <p:nvSpPr>
          <p:cNvPr id="1906" name="LigandSeek2_vs_LigandSeek1_ellipse_7420">
            <a:extLst>
              <a:ext uri="{FF2B5EF4-FFF2-40B4-BE49-F238E27FC236}">
                <a16:creationId xmlns:a16="http://schemas.microsoft.com/office/drawing/2014/main" id="{856BE737-FCEB-42A7-A1C0-24C5613B28C6}"/>
              </a:ext>
            </a:extLst>
          </p:cNvPr>
          <p:cNvSpPr>
            <a:spLocks noGrp="1"/>
          </p:cNvSpPr>
          <p:nvPr/>
        </p:nvSpPr>
        <p:spPr>
          <a:xfrm>
            <a:off x="1712836" y="1864234"/>
            <a:ext cx="24757" cy="24757"/>
          </a:xfrm>
          <a:prstGeom prst="ellipse">
            <a:avLst/>
          </a:prstGeom>
          <a:solidFill>
            <a:srgbClr val="B08A60">
              <a:alpha val="40000"/>
            </a:srgbClr>
          </a:solidFill>
          <a:ln w="0">
            <a:noFill/>
            <a:prstDash val="solid"/>
          </a:ln>
        </p:spPr>
      </p:sp>
      <p:sp>
        <p:nvSpPr>
          <p:cNvPr id="1907" name="LigandSeek2_vs_LigandSeek1_ellipse_7421">
            <a:extLst>
              <a:ext uri="{FF2B5EF4-FFF2-40B4-BE49-F238E27FC236}">
                <a16:creationId xmlns:a16="http://schemas.microsoft.com/office/drawing/2014/main" id="{D3AE0EE8-380E-45B6-8960-5D0254BF7AAA}"/>
              </a:ext>
            </a:extLst>
          </p:cNvPr>
          <p:cNvSpPr>
            <a:spLocks noGrp="1"/>
          </p:cNvSpPr>
          <p:nvPr/>
        </p:nvSpPr>
        <p:spPr>
          <a:xfrm>
            <a:off x="1689321" y="1890368"/>
            <a:ext cx="24757" cy="24757"/>
          </a:xfrm>
          <a:prstGeom prst="ellipse">
            <a:avLst/>
          </a:prstGeom>
          <a:solidFill>
            <a:srgbClr val="B08A60">
              <a:alpha val="40000"/>
            </a:srgbClr>
          </a:solidFill>
          <a:ln w="0">
            <a:noFill/>
            <a:prstDash val="solid"/>
          </a:ln>
        </p:spPr>
      </p:sp>
      <p:sp>
        <p:nvSpPr>
          <p:cNvPr id="1908" name="LigandSeek2_vs_LigandSeek1_ellipse_7422">
            <a:extLst>
              <a:ext uri="{FF2B5EF4-FFF2-40B4-BE49-F238E27FC236}">
                <a16:creationId xmlns:a16="http://schemas.microsoft.com/office/drawing/2014/main" id="{32383199-07CA-4041-86A4-2CF4E22B3123}"/>
              </a:ext>
            </a:extLst>
          </p:cNvPr>
          <p:cNvSpPr>
            <a:spLocks noGrp="1"/>
          </p:cNvSpPr>
          <p:nvPr/>
        </p:nvSpPr>
        <p:spPr>
          <a:xfrm>
            <a:off x="1685014" y="845009"/>
            <a:ext cx="24757" cy="24757"/>
          </a:xfrm>
          <a:prstGeom prst="ellipse">
            <a:avLst/>
          </a:prstGeom>
          <a:solidFill>
            <a:srgbClr val="B08A60">
              <a:alpha val="40000"/>
            </a:srgbClr>
          </a:solidFill>
          <a:ln w="0">
            <a:noFill/>
            <a:prstDash val="solid"/>
          </a:ln>
        </p:spPr>
      </p:sp>
      <p:sp>
        <p:nvSpPr>
          <p:cNvPr id="1909" name="LigandSeek2_vs_LigandSeek1_ellipse_7423">
            <a:extLst>
              <a:ext uri="{FF2B5EF4-FFF2-40B4-BE49-F238E27FC236}">
                <a16:creationId xmlns:a16="http://schemas.microsoft.com/office/drawing/2014/main" id="{311D067C-AD75-4297-8885-ED721AEF5D80}"/>
              </a:ext>
            </a:extLst>
          </p:cNvPr>
          <p:cNvSpPr>
            <a:spLocks noGrp="1"/>
          </p:cNvSpPr>
          <p:nvPr/>
        </p:nvSpPr>
        <p:spPr>
          <a:xfrm>
            <a:off x="1686922" y="1890368"/>
            <a:ext cx="24757" cy="24757"/>
          </a:xfrm>
          <a:prstGeom prst="ellipse">
            <a:avLst/>
          </a:prstGeom>
          <a:solidFill>
            <a:srgbClr val="B08A60">
              <a:alpha val="40000"/>
            </a:srgbClr>
          </a:solidFill>
          <a:ln w="0">
            <a:noFill/>
            <a:prstDash val="solid"/>
          </a:ln>
        </p:spPr>
      </p:sp>
      <p:sp>
        <p:nvSpPr>
          <p:cNvPr id="1910" name="LigandSeek2_vs_LigandSeek1_ellipse_7424">
            <a:extLst>
              <a:ext uri="{FF2B5EF4-FFF2-40B4-BE49-F238E27FC236}">
                <a16:creationId xmlns:a16="http://schemas.microsoft.com/office/drawing/2014/main" id="{1B6F3F69-0B81-48C6-968A-C74587CFD015}"/>
              </a:ext>
            </a:extLst>
          </p:cNvPr>
          <p:cNvSpPr>
            <a:spLocks noGrp="1"/>
          </p:cNvSpPr>
          <p:nvPr/>
        </p:nvSpPr>
        <p:spPr>
          <a:xfrm>
            <a:off x="1712103" y="951951"/>
            <a:ext cx="24757" cy="24757"/>
          </a:xfrm>
          <a:prstGeom prst="ellipse">
            <a:avLst/>
          </a:prstGeom>
          <a:solidFill>
            <a:srgbClr val="B08A60">
              <a:alpha val="40000"/>
            </a:srgbClr>
          </a:solidFill>
          <a:ln w="0">
            <a:noFill/>
            <a:prstDash val="solid"/>
          </a:ln>
        </p:spPr>
      </p:sp>
      <p:sp>
        <p:nvSpPr>
          <p:cNvPr id="1911" name="LigandSeek2_vs_LigandSeek1_ellipse_7425">
            <a:extLst>
              <a:ext uri="{FF2B5EF4-FFF2-40B4-BE49-F238E27FC236}">
                <a16:creationId xmlns:a16="http://schemas.microsoft.com/office/drawing/2014/main" id="{8B71D14B-C0D0-4BF5-AF99-A1C09EBDD76A}"/>
              </a:ext>
            </a:extLst>
          </p:cNvPr>
          <p:cNvSpPr>
            <a:spLocks noGrp="1"/>
          </p:cNvSpPr>
          <p:nvPr/>
        </p:nvSpPr>
        <p:spPr>
          <a:xfrm>
            <a:off x="1717472" y="1367688"/>
            <a:ext cx="24757" cy="24757"/>
          </a:xfrm>
          <a:prstGeom prst="ellipse">
            <a:avLst/>
          </a:prstGeom>
          <a:solidFill>
            <a:srgbClr val="B08A60">
              <a:alpha val="40000"/>
            </a:srgbClr>
          </a:solidFill>
          <a:ln w="0">
            <a:noFill/>
            <a:prstDash val="solid"/>
          </a:ln>
        </p:spPr>
      </p:sp>
      <p:sp>
        <p:nvSpPr>
          <p:cNvPr id="1912" name="LigandSeek2_vs_LigandSeek1_ellipse_7426">
            <a:extLst>
              <a:ext uri="{FF2B5EF4-FFF2-40B4-BE49-F238E27FC236}">
                <a16:creationId xmlns:a16="http://schemas.microsoft.com/office/drawing/2014/main" id="{3C3BFF43-A641-452B-89AE-5632500B6166}"/>
              </a:ext>
            </a:extLst>
          </p:cNvPr>
          <p:cNvSpPr>
            <a:spLocks noGrp="1"/>
          </p:cNvSpPr>
          <p:nvPr/>
        </p:nvSpPr>
        <p:spPr>
          <a:xfrm>
            <a:off x="1688094" y="1716141"/>
            <a:ext cx="24757" cy="24757"/>
          </a:xfrm>
          <a:prstGeom prst="ellipse">
            <a:avLst/>
          </a:prstGeom>
          <a:solidFill>
            <a:srgbClr val="B08A60">
              <a:alpha val="40000"/>
            </a:srgbClr>
          </a:solidFill>
          <a:ln w="0">
            <a:noFill/>
            <a:prstDash val="solid"/>
          </a:ln>
        </p:spPr>
      </p:sp>
      <p:sp>
        <p:nvSpPr>
          <p:cNvPr id="1913" name="LigandSeek2_vs_LigandSeek1_ellipse_7427">
            <a:extLst>
              <a:ext uri="{FF2B5EF4-FFF2-40B4-BE49-F238E27FC236}">
                <a16:creationId xmlns:a16="http://schemas.microsoft.com/office/drawing/2014/main" id="{02D1DEAD-4372-467C-ACBE-3DDF45B7465F}"/>
              </a:ext>
            </a:extLst>
          </p:cNvPr>
          <p:cNvSpPr>
            <a:spLocks noGrp="1"/>
          </p:cNvSpPr>
          <p:nvPr/>
        </p:nvSpPr>
        <p:spPr>
          <a:xfrm>
            <a:off x="1685992" y="845009"/>
            <a:ext cx="24757" cy="24757"/>
          </a:xfrm>
          <a:prstGeom prst="ellipse">
            <a:avLst/>
          </a:prstGeom>
          <a:solidFill>
            <a:srgbClr val="B08A60">
              <a:alpha val="40000"/>
            </a:srgbClr>
          </a:solidFill>
          <a:ln w="0">
            <a:noFill/>
            <a:prstDash val="solid"/>
          </a:ln>
        </p:spPr>
      </p:sp>
      <p:sp>
        <p:nvSpPr>
          <p:cNvPr id="1914" name="LigandSeek2_vs_LigandSeek1_ellipse_7428">
            <a:extLst>
              <a:ext uri="{FF2B5EF4-FFF2-40B4-BE49-F238E27FC236}">
                <a16:creationId xmlns:a16="http://schemas.microsoft.com/office/drawing/2014/main" id="{9A85A4E1-655E-4B03-B400-808A4C240E57}"/>
              </a:ext>
            </a:extLst>
          </p:cNvPr>
          <p:cNvSpPr>
            <a:spLocks noGrp="1"/>
          </p:cNvSpPr>
          <p:nvPr/>
        </p:nvSpPr>
        <p:spPr>
          <a:xfrm>
            <a:off x="1661799" y="932122"/>
            <a:ext cx="24757" cy="24757"/>
          </a:xfrm>
          <a:prstGeom prst="ellipse">
            <a:avLst/>
          </a:prstGeom>
          <a:solidFill>
            <a:srgbClr val="B08A60">
              <a:alpha val="40000"/>
            </a:srgbClr>
          </a:solidFill>
          <a:ln w="0">
            <a:noFill/>
            <a:prstDash val="solid"/>
          </a:ln>
        </p:spPr>
      </p:sp>
      <p:sp>
        <p:nvSpPr>
          <p:cNvPr id="1915" name="LigandSeek2_vs_LigandSeek1_ellipse_7429">
            <a:extLst>
              <a:ext uri="{FF2B5EF4-FFF2-40B4-BE49-F238E27FC236}">
                <a16:creationId xmlns:a16="http://schemas.microsoft.com/office/drawing/2014/main" id="{8A099CFC-D7BA-483C-A4B7-85F4D76DE681}"/>
              </a:ext>
            </a:extLst>
          </p:cNvPr>
          <p:cNvSpPr>
            <a:spLocks noGrp="1"/>
          </p:cNvSpPr>
          <p:nvPr/>
        </p:nvSpPr>
        <p:spPr>
          <a:xfrm>
            <a:off x="1672569" y="1890368"/>
            <a:ext cx="24757" cy="24757"/>
          </a:xfrm>
          <a:prstGeom prst="ellipse">
            <a:avLst/>
          </a:prstGeom>
          <a:solidFill>
            <a:srgbClr val="B08A60">
              <a:alpha val="40000"/>
            </a:srgbClr>
          </a:solidFill>
          <a:ln w="0">
            <a:noFill/>
            <a:prstDash val="solid"/>
          </a:ln>
        </p:spPr>
      </p:sp>
      <p:sp>
        <p:nvSpPr>
          <p:cNvPr id="1916" name="LigandSeek2_vs_LigandSeek1_ellipse_7430">
            <a:extLst>
              <a:ext uri="{FF2B5EF4-FFF2-40B4-BE49-F238E27FC236}">
                <a16:creationId xmlns:a16="http://schemas.microsoft.com/office/drawing/2014/main" id="{658C2F79-5410-4487-82B9-05545B210EC6}"/>
              </a:ext>
            </a:extLst>
          </p:cNvPr>
          <p:cNvSpPr>
            <a:spLocks noGrp="1"/>
          </p:cNvSpPr>
          <p:nvPr/>
        </p:nvSpPr>
        <p:spPr>
          <a:xfrm>
            <a:off x="1701311" y="1890368"/>
            <a:ext cx="24757" cy="24757"/>
          </a:xfrm>
          <a:prstGeom prst="ellipse">
            <a:avLst/>
          </a:prstGeom>
          <a:solidFill>
            <a:srgbClr val="B08A60">
              <a:alpha val="40000"/>
            </a:srgbClr>
          </a:solidFill>
          <a:ln w="0">
            <a:noFill/>
            <a:prstDash val="solid"/>
          </a:ln>
        </p:spPr>
      </p:sp>
      <p:sp>
        <p:nvSpPr>
          <p:cNvPr id="1917" name="LigandSeek2_vs_LigandSeek1_ellipse_7431">
            <a:extLst>
              <a:ext uri="{FF2B5EF4-FFF2-40B4-BE49-F238E27FC236}">
                <a16:creationId xmlns:a16="http://schemas.microsoft.com/office/drawing/2014/main" id="{FC721F3C-C274-4F40-83AB-617B51082A5A}"/>
              </a:ext>
            </a:extLst>
          </p:cNvPr>
          <p:cNvSpPr>
            <a:spLocks noGrp="1"/>
          </p:cNvSpPr>
          <p:nvPr/>
        </p:nvSpPr>
        <p:spPr>
          <a:xfrm>
            <a:off x="1716033" y="1367688"/>
            <a:ext cx="24757" cy="24757"/>
          </a:xfrm>
          <a:prstGeom prst="ellipse">
            <a:avLst/>
          </a:prstGeom>
          <a:solidFill>
            <a:srgbClr val="B08A60">
              <a:alpha val="40000"/>
            </a:srgbClr>
          </a:solidFill>
          <a:ln w="0">
            <a:noFill/>
            <a:prstDash val="solid"/>
          </a:ln>
        </p:spPr>
      </p:sp>
      <p:sp>
        <p:nvSpPr>
          <p:cNvPr id="1918" name="LigandSeek2_vs_LigandSeek1_ellipse_7432">
            <a:extLst>
              <a:ext uri="{FF2B5EF4-FFF2-40B4-BE49-F238E27FC236}">
                <a16:creationId xmlns:a16="http://schemas.microsoft.com/office/drawing/2014/main" id="{017685F5-DB9D-4B18-BFEA-BF35E72D9083}"/>
              </a:ext>
            </a:extLst>
          </p:cNvPr>
          <p:cNvSpPr>
            <a:spLocks noGrp="1"/>
          </p:cNvSpPr>
          <p:nvPr/>
        </p:nvSpPr>
        <p:spPr>
          <a:xfrm>
            <a:off x="1662992" y="1629028"/>
            <a:ext cx="24757" cy="24757"/>
          </a:xfrm>
          <a:prstGeom prst="ellipse">
            <a:avLst/>
          </a:prstGeom>
          <a:solidFill>
            <a:srgbClr val="B08A60">
              <a:alpha val="40000"/>
            </a:srgbClr>
          </a:solidFill>
          <a:ln w="0">
            <a:noFill/>
            <a:prstDash val="solid"/>
          </a:ln>
        </p:spPr>
      </p:sp>
      <p:sp>
        <p:nvSpPr>
          <p:cNvPr id="1919" name="LigandSeek2_vs_LigandSeek1_ellipse_7433">
            <a:extLst>
              <a:ext uri="{FF2B5EF4-FFF2-40B4-BE49-F238E27FC236}">
                <a16:creationId xmlns:a16="http://schemas.microsoft.com/office/drawing/2014/main" id="{9FBB8946-BFF5-4B4F-84B7-4918699980B3}"/>
              </a:ext>
            </a:extLst>
          </p:cNvPr>
          <p:cNvSpPr>
            <a:spLocks noGrp="1"/>
          </p:cNvSpPr>
          <p:nvPr/>
        </p:nvSpPr>
        <p:spPr>
          <a:xfrm>
            <a:off x="1659019" y="1741031"/>
            <a:ext cx="24757" cy="24757"/>
          </a:xfrm>
          <a:prstGeom prst="ellipse">
            <a:avLst/>
          </a:prstGeom>
          <a:solidFill>
            <a:srgbClr val="B08A60">
              <a:alpha val="40000"/>
            </a:srgbClr>
          </a:solidFill>
          <a:ln w="0">
            <a:noFill/>
            <a:prstDash val="solid"/>
          </a:ln>
        </p:spPr>
      </p:sp>
      <p:sp>
        <p:nvSpPr>
          <p:cNvPr id="1920" name="LigandSeek2_vs_LigandSeek1_ellipse_7434">
            <a:extLst>
              <a:ext uri="{FF2B5EF4-FFF2-40B4-BE49-F238E27FC236}">
                <a16:creationId xmlns:a16="http://schemas.microsoft.com/office/drawing/2014/main" id="{41565B94-78EC-4F8D-8759-FEA901A2CC70}"/>
              </a:ext>
            </a:extLst>
          </p:cNvPr>
          <p:cNvSpPr>
            <a:spLocks noGrp="1"/>
          </p:cNvSpPr>
          <p:nvPr/>
        </p:nvSpPr>
        <p:spPr>
          <a:xfrm>
            <a:off x="1686021" y="1430079"/>
            <a:ext cx="24757" cy="24757"/>
          </a:xfrm>
          <a:prstGeom prst="ellipse">
            <a:avLst/>
          </a:prstGeom>
          <a:solidFill>
            <a:srgbClr val="B08A60">
              <a:alpha val="40000"/>
            </a:srgbClr>
          </a:solidFill>
          <a:ln w="0">
            <a:noFill/>
            <a:prstDash val="solid"/>
          </a:ln>
        </p:spPr>
      </p:sp>
      <p:sp>
        <p:nvSpPr>
          <p:cNvPr id="1921" name="LigandSeek2_vs_LigandSeek1_ellipse_7435">
            <a:extLst>
              <a:ext uri="{FF2B5EF4-FFF2-40B4-BE49-F238E27FC236}">
                <a16:creationId xmlns:a16="http://schemas.microsoft.com/office/drawing/2014/main" id="{2745A5C6-41A8-4E35-8366-9168324DCCB5}"/>
              </a:ext>
            </a:extLst>
          </p:cNvPr>
          <p:cNvSpPr>
            <a:spLocks noGrp="1"/>
          </p:cNvSpPr>
          <p:nvPr/>
        </p:nvSpPr>
        <p:spPr>
          <a:xfrm>
            <a:off x="1671845" y="1193462"/>
            <a:ext cx="24757" cy="24757"/>
          </a:xfrm>
          <a:prstGeom prst="ellipse">
            <a:avLst/>
          </a:prstGeom>
          <a:solidFill>
            <a:srgbClr val="B08A60">
              <a:alpha val="40000"/>
            </a:srgbClr>
          </a:solidFill>
          <a:ln w="0">
            <a:noFill/>
            <a:prstDash val="solid"/>
          </a:ln>
        </p:spPr>
      </p:sp>
      <p:sp>
        <p:nvSpPr>
          <p:cNvPr id="1922" name="LigandSeek2_vs_LigandSeek1_ellipse_7436">
            <a:extLst>
              <a:ext uri="{FF2B5EF4-FFF2-40B4-BE49-F238E27FC236}">
                <a16:creationId xmlns:a16="http://schemas.microsoft.com/office/drawing/2014/main" id="{CEF1A6E4-986D-4690-B9C7-89C34F99112C}"/>
              </a:ext>
            </a:extLst>
          </p:cNvPr>
          <p:cNvSpPr>
            <a:spLocks noGrp="1"/>
          </p:cNvSpPr>
          <p:nvPr/>
        </p:nvSpPr>
        <p:spPr>
          <a:xfrm>
            <a:off x="1668101" y="1309613"/>
            <a:ext cx="24757" cy="24757"/>
          </a:xfrm>
          <a:prstGeom prst="ellipse">
            <a:avLst/>
          </a:prstGeom>
          <a:solidFill>
            <a:srgbClr val="B08A60">
              <a:alpha val="40000"/>
            </a:srgbClr>
          </a:solidFill>
          <a:ln w="0">
            <a:noFill/>
            <a:prstDash val="solid"/>
          </a:ln>
        </p:spPr>
      </p:sp>
      <p:sp>
        <p:nvSpPr>
          <p:cNvPr id="1923" name="LigandSeek2_vs_LigandSeek1_ellipse_7437">
            <a:extLst>
              <a:ext uri="{FF2B5EF4-FFF2-40B4-BE49-F238E27FC236}">
                <a16:creationId xmlns:a16="http://schemas.microsoft.com/office/drawing/2014/main" id="{AF483D48-B0BA-4612-9E89-A1553D7A4C18}"/>
              </a:ext>
            </a:extLst>
          </p:cNvPr>
          <p:cNvSpPr>
            <a:spLocks noGrp="1"/>
          </p:cNvSpPr>
          <p:nvPr/>
        </p:nvSpPr>
        <p:spPr>
          <a:xfrm>
            <a:off x="1695147" y="1890368"/>
            <a:ext cx="24757" cy="24757"/>
          </a:xfrm>
          <a:prstGeom prst="ellipse">
            <a:avLst/>
          </a:prstGeom>
          <a:solidFill>
            <a:srgbClr val="B08A60">
              <a:alpha val="40000"/>
            </a:srgbClr>
          </a:solidFill>
          <a:ln w="0">
            <a:noFill/>
            <a:prstDash val="solid"/>
          </a:ln>
        </p:spPr>
      </p:sp>
      <p:sp>
        <p:nvSpPr>
          <p:cNvPr id="1924" name="LigandSeek2_vs_LigandSeek1_ellipse_7438">
            <a:extLst>
              <a:ext uri="{FF2B5EF4-FFF2-40B4-BE49-F238E27FC236}">
                <a16:creationId xmlns:a16="http://schemas.microsoft.com/office/drawing/2014/main" id="{AB965EF2-E1BF-424D-8486-D2458419F95A}"/>
              </a:ext>
            </a:extLst>
          </p:cNvPr>
          <p:cNvSpPr>
            <a:spLocks noGrp="1"/>
          </p:cNvSpPr>
          <p:nvPr/>
        </p:nvSpPr>
        <p:spPr>
          <a:xfrm>
            <a:off x="1651522" y="1629028"/>
            <a:ext cx="24757" cy="24757"/>
          </a:xfrm>
          <a:prstGeom prst="ellipse">
            <a:avLst/>
          </a:prstGeom>
          <a:solidFill>
            <a:srgbClr val="B08A60">
              <a:alpha val="40000"/>
            </a:srgbClr>
          </a:solidFill>
          <a:ln w="0">
            <a:noFill/>
            <a:prstDash val="solid"/>
          </a:ln>
        </p:spPr>
      </p:sp>
      <p:sp>
        <p:nvSpPr>
          <p:cNvPr id="1925" name="LigandSeek2_vs_LigandSeek1_ellipse_7439">
            <a:extLst>
              <a:ext uri="{FF2B5EF4-FFF2-40B4-BE49-F238E27FC236}">
                <a16:creationId xmlns:a16="http://schemas.microsoft.com/office/drawing/2014/main" id="{B022D9DB-4907-440A-8EDD-3870E6905DC7}"/>
              </a:ext>
            </a:extLst>
          </p:cNvPr>
          <p:cNvSpPr>
            <a:spLocks noGrp="1"/>
          </p:cNvSpPr>
          <p:nvPr/>
        </p:nvSpPr>
        <p:spPr>
          <a:xfrm>
            <a:off x="1730949" y="968489"/>
            <a:ext cx="24757" cy="24757"/>
          </a:xfrm>
          <a:prstGeom prst="ellipse">
            <a:avLst/>
          </a:prstGeom>
          <a:solidFill>
            <a:srgbClr val="B08A60">
              <a:alpha val="40000"/>
            </a:srgbClr>
          </a:solidFill>
          <a:ln w="0">
            <a:noFill/>
            <a:prstDash val="solid"/>
          </a:ln>
        </p:spPr>
      </p:sp>
      <p:sp>
        <p:nvSpPr>
          <p:cNvPr id="1926" name="LigandSeek2_vs_LigandSeek1_ellipse_7440">
            <a:extLst>
              <a:ext uri="{FF2B5EF4-FFF2-40B4-BE49-F238E27FC236}">
                <a16:creationId xmlns:a16="http://schemas.microsoft.com/office/drawing/2014/main" id="{0619838A-FBA7-4B39-8D30-F4776AD00F36}"/>
              </a:ext>
            </a:extLst>
          </p:cNvPr>
          <p:cNvSpPr>
            <a:spLocks noGrp="1"/>
          </p:cNvSpPr>
          <p:nvPr/>
        </p:nvSpPr>
        <p:spPr>
          <a:xfrm>
            <a:off x="1722854" y="845009"/>
            <a:ext cx="24757" cy="24757"/>
          </a:xfrm>
          <a:prstGeom prst="ellipse">
            <a:avLst/>
          </a:prstGeom>
          <a:solidFill>
            <a:srgbClr val="B08A60">
              <a:alpha val="40000"/>
            </a:srgbClr>
          </a:solidFill>
          <a:ln w="0">
            <a:noFill/>
            <a:prstDash val="solid"/>
          </a:ln>
        </p:spPr>
      </p:sp>
      <p:sp>
        <p:nvSpPr>
          <p:cNvPr id="1927" name="LigandSeek2_vs_LigandSeek1_ellipse_7441">
            <a:extLst>
              <a:ext uri="{FF2B5EF4-FFF2-40B4-BE49-F238E27FC236}">
                <a16:creationId xmlns:a16="http://schemas.microsoft.com/office/drawing/2014/main" id="{A211928C-4EDE-4D18-ACE5-3E562A489208}"/>
              </a:ext>
            </a:extLst>
          </p:cNvPr>
          <p:cNvSpPr>
            <a:spLocks noGrp="1"/>
          </p:cNvSpPr>
          <p:nvPr/>
        </p:nvSpPr>
        <p:spPr>
          <a:xfrm>
            <a:off x="1727518" y="1054081"/>
            <a:ext cx="24757" cy="24757"/>
          </a:xfrm>
          <a:prstGeom prst="ellipse">
            <a:avLst/>
          </a:prstGeom>
          <a:solidFill>
            <a:srgbClr val="B08A60">
              <a:alpha val="40000"/>
            </a:srgbClr>
          </a:solidFill>
          <a:ln w="0">
            <a:noFill/>
            <a:prstDash val="solid"/>
          </a:ln>
        </p:spPr>
      </p:sp>
      <p:sp>
        <p:nvSpPr>
          <p:cNvPr id="1928" name="LigandSeek2_vs_LigandSeek1_ellipse_7442">
            <a:extLst>
              <a:ext uri="{FF2B5EF4-FFF2-40B4-BE49-F238E27FC236}">
                <a16:creationId xmlns:a16="http://schemas.microsoft.com/office/drawing/2014/main" id="{C62CA361-C39E-42D6-AC0A-A96207D1F4BB}"/>
              </a:ext>
            </a:extLst>
          </p:cNvPr>
          <p:cNvSpPr>
            <a:spLocks noGrp="1"/>
          </p:cNvSpPr>
          <p:nvPr/>
        </p:nvSpPr>
        <p:spPr>
          <a:xfrm>
            <a:off x="1674451" y="1613851"/>
            <a:ext cx="24757" cy="24757"/>
          </a:xfrm>
          <a:prstGeom prst="ellipse">
            <a:avLst/>
          </a:prstGeom>
          <a:solidFill>
            <a:srgbClr val="B08A60">
              <a:alpha val="40000"/>
            </a:srgbClr>
          </a:solidFill>
          <a:ln w="0">
            <a:noFill/>
            <a:prstDash val="solid"/>
          </a:ln>
        </p:spPr>
      </p:sp>
      <p:sp>
        <p:nvSpPr>
          <p:cNvPr id="1929" name="LigandSeek2_vs_LigandSeek1_ellipse_7443">
            <a:extLst>
              <a:ext uri="{FF2B5EF4-FFF2-40B4-BE49-F238E27FC236}">
                <a16:creationId xmlns:a16="http://schemas.microsoft.com/office/drawing/2014/main" id="{A0750F88-EDB3-4F47-AE00-2842551982C3}"/>
              </a:ext>
            </a:extLst>
          </p:cNvPr>
          <p:cNvSpPr>
            <a:spLocks noGrp="1"/>
          </p:cNvSpPr>
          <p:nvPr/>
        </p:nvSpPr>
        <p:spPr>
          <a:xfrm>
            <a:off x="1726752" y="1106349"/>
            <a:ext cx="24757" cy="24757"/>
          </a:xfrm>
          <a:prstGeom prst="ellipse">
            <a:avLst/>
          </a:prstGeom>
          <a:solidFill>
            <a:srgbClr val="B08A60">
              <a:alpha val="40000"/>
            </a:srgbClr>
          </a:solidFill>
          <a:ln w="0">
            <a:noFill/>
            <a:prstDash val="solid"/>
          </a:ln>
        </p:spPr>
      </p:sp>
      <p:sp>
        <p:nvSpPr>
          <p:cNvPr id="1930" name="LigandSeek2_vs_LigandSeek1_ellipse_7444">
            <a:extLst>
              <a:ext uri="{FF2B5EF4-FFF2-40B4-BE49-F238E27FC236}">
                <a16:creationId xmlns:a16="http://schemas.microsoft.com/office/drawing/2014/main" id="{33483196-9485-49D4-BE96-9253281D2DB9}"/>
              </a:ext>
            </a:extLst>
          </p:cNvPr>
          <p:cNvSpPr>
            <a:spLocks noGrp="1"/>
          </p:cNvSpPr>
          <p:nvPr/>
        </p:nvSpPr>
        <p:spPr>
          <a:xfrm>
            <a:off x="1706149" y="1890368"/>
            <a:ext cx="24757" cy="24757"/>
          </a:xfrm>
          <a:prstGeom prst="ellipse">
            <a:avLst/>
          </a:prstGeom>
          <a:solidFill>
            <a:srgbClr val="B08A60">
              <a:alpha val="40000"/>
            </a:srgbClr>
          </a:solidFill>
          <a:ln w="0">
            <a:noFill/>
            <a:prstDash val="solid"/>
          </a:ln>
        </p:spPr>
      </p:sp>
      <p:sp>
        <p:nvSpPr>
          <p:cNvPr id="1931" name="LigandSeek2_vs_LigandSeek1_ellipse_7445">
            <a:extLst>
              <a:ext uri="{FF2B5EF4-FFF2-40B4-BE49-F238E27FC236}">
                <a16:creationId xmlns:a16="http://schemas.microsoft.com/office/drawing/2014/main" id="{7A1E3313-6304-472A-98A7-33F3286826C3}"/>
              </a:ext>
            </a:extLst>
          </p:cNvPr>
          <p:cNvSpPr>
            <a:spLocks noGrp="1"/>
          </p:cNvSpPr>
          <p:nvPr/>
        </p:nvSpPr>
        <p:spPr>
          <a:xfrm>
            <a:off x="1650988" y="1890368"/>
            <a:ext cx="24757" cy="24757"/>
          </a:xfrm>
          <a:prstGeom prst="ellipse">
            <a:avLst/>
          </a:prstGeom>
          <a:solidFill>
            <a:srgbClr val="B08A60">
              <a:alpha val="40000"/>
            </a:srgbClr>
          </a:solidFill>
          <a:ln w="0">
            <a:noFill/>
            <a:prstDash val="solid"/>
          </a:ln>
        </p:spPr>
      </p:sp>
      <p:sp>
        <p:nvSpPr>
          <p:cNvPr id="1932" name="LigandSeek2_vs_LigandSeek1_ellipse_7446">
            <a:extLst>
              <a:ext uri="{FF2B5EF4-FFF2-40B4-BE49-F238E27FC236}">
                <a16:creationId xmlns:a16="http://schemas.microsoft.com/office/drawing/2014/main" id="{9756FE5B-424A-418E-9BC2-8393B84E69FB}"/>
              </a:ext>
            </a:extLst>
          </p:cNvPr>
          <p:cNvSpPr>
            <a:spLocks noGrp="1"/>
          </p:cNvSpPr>
          <p:nvPr/>
        </p:nvSpPr>
        <p:spPr>
          <a:xfrm>
            <a:off x="1654844" y="1367688"/>
            <a:ext cx="24757" cy="24757"/>
          </a:xfrm>
          <a:prstGeom prst="ellipse">
            <a:avLst/>
          </a:prstGeom>
          <a:solidFill>
            <a:srgbClr val="B08A60">
              <a:alpha val="40000"/>
            </a:srgbClr>
          </a:solidFill>
          <a:ln w="0">
            <a:noFill/>
            <a:prstDash val="solid"/>
          </a:ln>
        </p:spPr>
      </p:sp>
      <p:sp>
        <p:nvSpPr>
          <p:cNvPr id="1933" name="LigandSeek2_vs_LigandSeek1_ellipse_7447">
            <a:extLst>
              <a:ext uri="{FF2B5EF4-FFF2-40B4-BE49-F238E27FC236}">
                <a16:creationId xmlns:a16="http://schemas.microsoft.com/office/drawing/2014/main" id="{DA500161-CC0C-48BC-97BD-1277088AD897}"/>
              </a:ext>
            </a:extLst>
          </p:cNvPr>
          <p:cNvSpPr>
            <a:spLocks noGrp="1"/>
          </p:cNvSpPr>
          <p:nvPr/>
        </p:nvSpPr>
        <p:spPr>
          <a:xfrm>
            <a:off x="1721764" y="1747636"/>
            <a:ext cx="24757" cy="24757"/>
          </a:xfrm>
          <a:prstGeom prst="ellipse">
            <a:avLst/>
          </a:prstGeom>
          <a:solidFill>
            <a:srgbClr val="B08A60">
              <a:alpha val="40000"/>
            </a:srgbClr>
          </a:solidFill>
          <a:ln w="0">
            <a:noFill/>
            <a:prstDash val="solid"/>
          </a:ln>
        </p:spPr>
      </p:sp>
      <p:sp>
        <p:nvSpPr>
          <p:cNvPr id="1934" name="LigandSeek2_vs_LigandSeek1_ellipse_7448">
            <a:extLst>
              <a:ext uri="{FF2B5EF4-FFF2-40B4-BE49-F238E27FC236}">
                <a16:creationId xmlns:a16="http://schemas.microsoft.com/office/drawing/2014/main" id="{4967B2F0-A656-4E04-86D4-85D90689B7A4}"/>
              </a:ext>
            </a:extLst>
          </p:cNvPr>
          <p:cNvSpPr>
            <a:spLocks noGrp="1"/>
          </p:cNvSpPr>
          <p:nvPr/>
        </p:nvSpPr>
        <p:spPr>
          <a:xfrm>
            <a:off x="1673064" y="1019236"/>
            <a:ext cx="24757" cy="24757"/>
          </a:xfrm>
          <a:prstGeom prst="ellipse">
            <a:avLst/>
          </a:prstGeom>
          <a:solidFill>
            <a:srgbClr val="B08A60">
              <a:alpha val="40000"/>
            </a:srgbClr>
          </a:solidFill>
          <a:ln w="0">
            <a:noFill/>
            <a:prstDash val="solid"/>
          </a:ln>
        </p:spPr>
      </p:sp>
      <p:sp>
        <p:nvSpPr>
          <p:cNvPr id="1935" name="LigandSeek2_vs_LigandSeek1_ellipse_7449">
            <a:extLst>
              <a:ext uri="{FF2B5EF4-FFF2-40B4-BE49-F238E27FC236}">
                <a16:creationId xmlns:a16="http://schemas.microsoft.com/office/drawing/2014/main" id="{9C59CC46-6AC0-482C-9AD0-BD9B777693A6}"/>
              </a:ext>
            </a:extLst>
          </p:cNvPr>
          <p:cNvSpPr>
            <a:spLocks noGrp="1"/>
          </p:cNvSpPr>
          <p:nvPr/>
        </p:nvSpPr>
        <p:spPr>
          <a:xfrm>
            <a:off x="1722432" y="1193462"/>
            <a:ext cx="24757" cy="24757"/>
          </a:xfrm>
          <a:prstGeom prst="ellipse">
            <a:avLst/>
          </a:prstGeom>
          <a:solidFill>
            <a:srgbClr val="B08A60">
              <a:alpha val="40000"/>
            </a:srgbClr>
          </a:solidFill>
          <a:ln w="0">
            <a:noFill/>
            <a:prstDash val="solid"/>
          </a:ln>
        </p:spPr>
      </p:sp>
      <p:sp>
        <p:nvSpPr>
          <p:cNvPr id="1936" name="LigandSeek2_vs_LigandSeek1_ellipse_7450">
            <a:extLst>
              <a:ext uri="{FF2B5EF4-FFF2-40B4-BE49-F238E27FC236}">
                <a16:creationId xmlns:a16="http://schemas.microsoft.com/office/drawing/2014/main" id="{A3245BAD-361F-45A0-8791-272F4599ECAB}"/>
              </a:ext>
            </a:extLst>
          </p:cNvPr>
          <p:cNvSpPr>
            <a:spLocks noGrp="1"/>
          </p:cNvSpPr>
          <p:nvPr/>
        </p:nvSpPr>
        <p:spPr>
          <a:xfrm>
            <a:off x="1675276" y="1629028"/>
            <a:ext cx="24757" cy="24757"/>
          </a:xfrm>
          <a:prstGeom prst="ellipse">
            <a:avLst/>
          </a:prstGeom>
          <a:solidFill>
            <a:srgbClr val="B08A60">
              <a:alpha val="40000"/>
            </a:srgbClr>
          </a:solidFill>
          <a:ln w="0">
            <a:noFill/>
            <a:prstDash val="solid"/>
          </a:ln>
        </p:spPr>
      </p:sp>
      <p:sp>
        <p:nvSpPr>
          <p:cNvPr id="1937" name="LigandSeek2_vs_LigandSeek1_ellipse_7451">
            <a:extLst>
              <a:ext uri="{FF2B5EF4-FFF2-40B4-BE49-F238E27FC236}">
                <a16:creationId xmlns:a16="http://schemas.microsoft.com/office/drawing/2014/main" id="{681C0650-1EE7-47BE-ABFA-02BF4CECD59B}"/>
              </a:ext>
            </a:extLst>
          </p:cNvPr>
          <p:cNvSpPr>
            <a:spLocks noGrp="1"/>
          </p:cNvSpPr>
          <p:nvPr/>
        </p:nvSpPr>
        <p:spPr>
          <a:xfrm>
            <a:off x="1669627" y="1429826"/>
            <a:ext cx="24757" cy="24757"/>
          </a:xfrm>
          <a:prstGeom prst="ellipse">
            <a:avLst/>
          </a:prstGeom>
          <a:solidFill>
            <a:srgbClr val="B08A60">
              <a:alpha val="40000"/>
            </a:srgbClr>
          </a:solidFill>
          <a:ln w="0">
            <a:noFill/>
            <a:prstDash val="solid"/>
          </a:ln>
        </p:spPr>
      </p:sp>
      <p:sp>
        <p:nvSpPr>
          <p:cNvPr id="1938" name="LigandSeek2_vs_LigandSeek1_ellipse_7452">
            <a:extLst>
              <a:ext uri="{FF2B5EF4-FFF2-40B4-BE49-F238E27FC236}">
                <a16:creationId xmlns:a16="http://schemas.microsoft.com/office/drawing/2014/main" id="{D8117E93-8C02-45BC-9AA6-B29F6223F411}"/>
              </a:ext>
            </a:extLst>
          </p:cNvPr>
          <p:cNvSpPr>
            <a:spLocks noGrp="1"/>
          </p:cNvSpPr>
          <p:nvPr/>
        </p:nvSpPr>
        <p:spPr>
          <a:xfrm>
            <a:off x="1702876" y="845009"/>
            <a:ext cx="24757" cy="24757"/>
          </a:xfrm>
          <a:prstGeom prst="ellipse">
            <a:avLst/>
          </a:prstGeom>
          <a:solidFill>
            <a:srgbClr val="B08A60">
              <a:alpha val="40000"/>
            </a:srgbClr>
          </a:solidFill>
          <a:ln w="0">
            <a:noFill/>
            <a:prstDash val="solid"/>
          </a:ln>
        </p:spPr>
      </p:sp>
      <p:sp>
        <p:nvSpPr>
          <p:cNvPr id="1939" name="LigandSeek2_vs_LigandSeek1_ellipse_7453">
            <a:extLst>
              <a:ext uri="{FF2B5EF4-FFF2-40B4-BE49-F238E27FC236}">
                <a16:creationId xmlns:a16="http://schemas.microsoft.com/office/drawing/2014/main" id="{880C520E-E321-4CBC-8924-16F037AE4405}"/>
              </a:ext>
            </a:extLst>
          </p:cNvPr>
          <p:cNvSpPr>
            <a:spLocks noGrp="1"/>
          </p:cNvSpPr>
          <p:nvPr/>
        </p:nvSpPr>
        <p:spPr>
          <a:xfrm>
            <a:off x="1684207" y="1890368"/>
            <a:ext cx="24757" cy="24757"/>
          </a:xfrm>
          <a:prstGeom prst="ellipse">
            <a:avLst/>
          </a:prstGeom>
          <a:solidFill>
            <a:srgbClr val="B08A60">
              <a:alpha val="40000"/>
            </a:srgbClr>
          </a:solidFill>
          <a:ln w="0">
            <a:noFill/>
            <a:prstDash val="solid"/>
          </a:ln>
        </p:spPr>
      </p:sp>
      <p:sp>
        <p:nvSpPr>
          <p:cNvPr id="1940" name="LigandSeek2_vs_LigandSeek1_ellipse_7454">
            <a:extLst>
              <a:ext uri="{FF2B5EF4-FFF2-40B4-BE49-F238E27FC236}">
                <a16:creationId xmlns:a16="http://schemas.microsoft.com/office/drawing/2014/main" id="{79057320-7C86-4944-87FA-9496569A6692}"/>
              </a:ext>
            </a:extLst>
          </p:cNvPr>
          <p:cNvSpPr>
            <a:spLocks noGrp="1"/>
          </p:cNvSpPr>
          <p:nvPr/>
        </p:nvSpPr>
        <p:spPr>
          <a:xfrm>
            <a:off x="1699527" y="1367688"/>
            <a:ext cx="24757" cy="24757"/>
          </a:xfrm>
          <a:prstGeom prst="ellipse">
            <a:avLst/>
          </a:prstGeom>
          <a:solidFill>
            <a:srgbClr val="B08A60">
              <a:alpha val="40000"/>
            </a:srgbClr>
          </a:solidFill>
          <a:ln w="0">
            <a:noFill/>
            <a:prstDash val="solid"/>
          </a:ln>
        </p:spPr>
      </p:sp>
      <p:sp>
        <p:nvSpPr>
          <p:cNvPr id="1941" name="LigandSeek2_vs_LigandSeek1_ellipse_7455">
            <a:extLst>
              <a:ext uri="{FF2B5EF4-FFF2-40B4-BE49-F238E27FC236}">
                <a16:creationId xmlns:a16="http://schemas.microsoft.com/office/drawing/2014/main" id="{CA071A7B-0109-4506-A532-1C9D0053239F}"/>
              </a:ext>
            </a:extLst>
          </p:cNvPr>
          <p:cNvSpPr>
            <a:spLocks noGrp="1"/>
          </p:cNvSpPr>
          <p:nvPr/>
        </p:nvSpPr>
        <p:spPr>
          <a:xfrm>
            <a:off x="1721947" y="1890368"/>
            <a:ext cx="24757" cy="24757"/>
          </a:xfrm>
          <a:prstGeom prst="ellipse">
            <a:avLst/>
          </a:prstGeom>
          <a:solidFill>
            <a:srgbClr val="B08A60">
              <a:alpha val="40000"/>
            </a:srgbClr>
          </a:solidFill>
          <a:ln w="0">
            <a:noFill/>
            <a:prstDash val="solid"/>
          </a:ln>
        </p:spPr>
      </p:sp>
      <p:sp>
        <p:nvSpPr>
          <p:cNvPr id="1942" name="LigandSeek2_vs_LigandSeek1_ellipse_7456">
            <a:extLst>
              <a:ext uri="{FF2B5EF4-FFF2-40B4-BE49-F238E27FC236}">
                <a16:creationId xmlns:a16="http://schemas.microsoft.com/office/drawing/2014/main" id="{165613D5-2931-43B0-8225-9FC6109DC7A2}"/>
              </a:ext>
            </a:extLst>
          </p:cNvPr>
          <p:cNvSpPr>
            <a:spLocks noGrp="1"/>
          </p:cNvSpPr>
          <p:nvPr/>
        </p:nvSpPr>
        <p:spPr>
          <a:xfrm>
            <a:off x="1704629" y="1513946"/>
            <a:ext cx="24757" cy="24757"/>
          </a:xfrm>
          <a:prstGeom prst="ellipse">
            <a:avLst/>
          </a:prstGeom>
          <a:solidFill>
            <a:srgbClr val="B08A60">
              <a:alpha val="40000"/>
            </a:srgbClr>
          </a:solidFill>
          <a:ln w="0">
            <a:noFill/>
            <a:prstDash val="solid"/>
          </a:ln>
        </p:spPr>
      </p:sp>
      <p:sp>
        <p:nvSpPr>
          <p:cNvPr id="1943" name="LigandSeek2_vs_LigandSeek1_ellipse_7457">
            <a:extLst>
              <a:ext uri="{FF2B5EF4-FFF2-40B4-BE49-F238E27FC236}">
                <a16:creationId xmlns:a16="http://schemas.microsoft.com/office/drawing/2014/main" id="{7C83D7E6-C8E5-4801-964A-4CE489F4C650}"/>
              </a:ext>
            </a:extLst>
          </p:cNvPr>
          <p:cNvSpPr>
            <a:spLocks noGrp="1"/>
          </p:cNvSpPr>
          <p:nvPr/>
        </p:nvSpPr>
        <p:spPr>
          <a:xfrm>
            <a:off x="1667649" y="952449"/>
            <a:ext cx="24757" cy="24757"/>
          </a:xfrm>
          <a:prstGeom prst="ellipse">
            <a:avLst/>
          </a:prstGeom>
          <a:solidFill>
            <a:srgbClr val="B08A60">
              <a:alpha val="40000"/>
            </a:srgbClr>
          </a:solidFill>
          <a:ln w="0">
            <a:noFill/>
            <a:prstDash val="solid"/>
          </a:ln>
        </p:spPr>
      </p:sp>
      <p:sp>
        <p:nvSpPr>
          <p:cNvPr id="1944" name="LigandSeek2_vs_LigandSeek1_ellipse_7458">
            <a:extLst>
              <a:ext uri="{FF2B5EF4-FFF2-40B4-BE49-F238E27FC236}">
                <a16:creationId xmlns:a16="http://schemas.microsoft.com/office/drawing/2014/main" id="{BF62A872-8A97-4682-9110-F3CD73DD408E}"/>
              </a:ext>
            </a:extLst>
          </p:cNvPr>
          <p:cNvSpPr>
            <a:spLocks noGrp="1"/>
          </p:cNvSpPr>
          <p:nvPr/>
        </p:nvSpPr>
        <p:spPr>
          <a:xfrm>
            <a:off x="1715168" y="1606679"/>
            <a:ext cx="24757" cy="24757"/>
          </a:xfrm>
          <a:prstGeom prst="ellipse">
            <a:avLst/>
          </a:prstGeom>
          <a:solidFill>
            <a:srgbClr val="B08A60">
              <a:alpha val="40000"/>
            </a:srgbClr>
          </a:solidFill>
          <a:ln w="0">
            <a:noFill/>
            <a:prstDash val="solid"/>
          </a:ln>
        </p:spPr>
      </p:sp>
      <p:sp>
        <p:nvSpPr>
          <p:cNvPr id="1945" name="LigandSeek2_vs_LigandSeek1_ellipse_7459">
            <a:extLst>
              <a:ext uri="{FF2B5EF4-FFF2-40B4-BE49-F238E27FC236}">
                <a16:creationId xmlns:a16="http://schemas.microsoft.com/office/drawing/2014/main" id="{393BD421-9B87-4855-B128-E94D1F2DF28B}"/>
              </a:ext>
            </a:extLst>
          </p:cNvPr>
          <p:cNvSpPr>
            <a:spLocks noGrp="1"/>
          </p:cNvSpPr>
          <p:nvPr/>
        </p:nvSpPr>
        <p:spPr>
          <a:xfrm>
            <a:off x="1703234" y="1890368"/>
            <a:ext cx="24757" cy="24757"/>
          </a:xfrm>
          <a:prstGeom prst="ellipse">
            <a:avLst/>
          </a:prstGeom>
          <a:solidFill>
            <a:srgbClr val="B08A60">
              <a:alpha val="40000"/>
            </a:srgbClr>
          </a:solidFill>
          <a:ln w="0">
            <a:noFill/>
            <a:prstDash val="solid"/>
          </a:ln>
        </p:spPr>
      </p:sp>
      <p:sp>
        <p:nvSpPr>
          <p:cNvPr id="1946" name="LigandSeek2_vs_LigandSeek1_ellipse_7460">
            <a:extLst>
              <a:ext uri="{FF2B5EF4-FFF2-40B4-BE49-F238E27FC236}">
                <a16:creationId xmlns:a16="http://schemas.microsoft.com/office/drawing/2014/main" id="{0EFC270B-DFCF-4CD7-A2DE-D6E779CF8FCC}"/>
              </a:ext>
            </a:extLst>
          </p:cNvPr>
          <p:cNvSpPr>
            <a:spLocks noGrp="1"/>
          </p:cNvSpPr>
          <p:nvPr/>
        </p:nvSpPr>
        <p:spPr>
          <a:xfrm>
            <a:off x="1670672" y="1890368"/>
            <a:ext cx="24757" cy="24757"/>
          </a:xfrm>
          <a:prstGeom prst="ellipse">
            <a:avLst/>
          </a:prstGeom>
          <a:solidFill>
            <a:srgbClr val="B08A60">
              <a:alpha val="40000"/>
            </a:srgbClr>
          </a:solidFill>
          <a:ln w="0">
            <a:noFill/>
            <a:prstDash val="solid"/>
          </a:ln>
        </p:spPr>
      </p:sp>
      <p:sp>
        <p:nvSpPr>
          <p:cNvPr id="1947" name="LigandSeek2_vs_LigandSeek1_ellipse_7461">
            <a:extLst>
              <a:ext uri="{FF2B5EF4-FFF2-40B4-BE49-F238E27FC236}">
                <a16:creationId xmlns:a16="http://schemas.microsoft.com/office/drawing/2014/main" id="{837AB78A-1446-4772-9C9D-C683DE661CAF}"/>
              </a:ext>
            </a:extLst>
          </p:cNvPr>
          <p:cNvSpPr>
            <a:spLocks noGrp="1"/>
          </p:cNvSpPr>
          <p:nvPr/>
        </p:nvSpPr>
        <p:spPr>
          <a:xfrm>
            <a:off x="1692233" y="1541915"/>
            <a:ext cx="24757" cy="24757"/>
          </a:xfrm>
          <a:prstGeom prst="ellipse">
            <a:avLst/>
          </a:prstGeom>
          <a:solidFill>
            <a:srgbClr val="B08A60">
              <a:alpha val="40000"/>
            </a:srgbClr>
          </a:solidFill>
          <a:ln w="0">
            <a:noFill/>
            <a:prstDash val="solid"/>
          </a:ln>
        </p:spPr>
      </p:sp>
      <p:sp>
        <p:nvSpPr>
          <p:cNvPr id="1948" name="LigandSeek2_vs_LigandSeek1_ellipse_7462">
            <a:extLst>
              <a:ext uri="{FF2B5EF4-FFF2-40B4-BE49-F238E27FC236}">
                <a16:creationId xmlns:a16="http://schemas.microsoft.com/office/drawing/2014/main" id="{3202C30F-F5EA-4F29-886B-300A468C88A6}"/>
              </a:ext>
            </a:extLst>
          </p:cNvPr>
          <p:cNvSpPr>
            <a:spLocks noGrp="1"/>
          </p:cNvSpPr>
          <p:nvPr/>
        </p:nvSpPr>
        <p:spPr>
          <a:xfrm>
            <a:off x="1669525" y="1890368"/>
            <a:ext cx="24757" cy="24757"/>
          </a:xfrm>
          <a:prstGeom prst="ellipse">
            <a:avLst/>
          </a:prstGeom>
          <a:solidFill>
            <a:srgbClr val="B08A60">
              <a:alpha val="40000"/>
            </a:srgbClr>
          </a:solidFill>
          <a:ln w="0">
            <a:noFill/>
            <a:prstDash val="solid"/>
          </a:ln>
        </p:spPr>
      </p:sp>
      <p:sp>
        <p:nvSpPr>
          <p:cNvPr id="1949" name="LigandSeek2_vs_LigandSeek1_ellipse_7463">
            <a:extLst>
              <a:ext uri="{FF2B5EF4-FFF2-40B4-BE49-F238E27FC236}">
                <a16:creationId xmlns:a16="http://schemas.microsoft.com/office/drawing/2014/main" id="{95DF4115-6C72-4377-A130-FBAA1334DEAD}"/>
              </a:ext>
            </a:extLst>
          </p:cNvPr>
          <p:cNvSpPr>
            <a:spLocks noGrp="1"/>
          </p:cNvSpPr>
          <p:nvPr/>
        </p:nvSpPr>
        <p:spPr>
          <a:xfrm>
            <a:off x="1728329" y="845009"/>
            <a:ext cx="24757" cy="24757"/>
          </a:xfrm>
          <a:prstGeom prst="ellipse">
            <a:avLst/>
          </a:prstGeom>
          <a:solidFill>
            <a:srgbClr val="B08A60">
              <a:alpha val="40000"/>
            </a:srgbClr>
          </a:solidFill>
          <a:ln w="0">
            <a:noFill/>
            <a:prstDash val="solid"/>
          </a:ln>
        </p:spPr>
      </p:sp>
      <p:sp>
        <p:nvSpPr>
          <p:cNvPr id="1950" name="LigandSeek2_vs_LigandSeek1_ellipse_7464">
            <a:extLst>
              <a:ext uri="{FF2B5EF4-FFF2-40B4-BE49-F238E27FC236}">
                <a16:creationId xmlns:a16="http://schemas.microsoft.com/office/drawing/2014/main" id="{CBD9E8A1-5860-48D8-96B2-9686EDAE2224}"/>
              </a:ext>
            </a:extLst>
          </p:cNvPr>
          <p:cNvSpPr>
            <a:spLocks noGrp="1"/>
          </p:cNvSpPr>
          <p:nvPr/>
        </p:nvSpPr>
        <p:spPr>
          <a:xfrm>
            <a:off x="1696648" y="1367688"/>
            <a:ext cx="24757" cy="24757"/>
          </a:xfrm>
          <a:prstGeom prst="ellipse">
            <a:avLst/>
          </a:prstGeom>
          <a:solidFill>
            <a:srgbClr val="B08A60">
              <a:alpha val="40000"/>
            </a:srgbClr>
          </a:solidFill>
          <a:ln w="0">
            <a:noFill/>
            <a:prstDash val="solid"/>
          </a:ln>
        </p:spPr>
      </p:sp>
      <p:sp>
        <p:nvSpPr>
          <p:cNvPr id="1951" name="LigandSeek2_vs_LigandSeek1_ellipse_7465">
            <a:extLst>
              <a:ext uri="{FF2B5EF4-FFF2-40B4-BE49-F238E27FC236}">
                <a16:creationId xmlns:a16="http://schemas.microsoft.com/office/drawing/2014/main" id="{CC536B39-9CA2-4FA1-A177-A40451D87809}"/>
              </a:ext>
            </a:extLst>
          </p:cNvPr>
          <p:cNvSpPr>
            <a:spLocks noGrp="1"/>
          </p:cNvSpPr>
          <p:nvPr/>
        </p:nvSpPr>
        <p:spPr>
          <a:xfrm>
            <a:off x="1672544" y="1665681"/>
            <a:ext cx="24757" cy="24757"/>
          </a:xfrm>
          <a:prstGeom prst="ellipse">
            <a:avLst/>
          </a:prstGeom>
          <a:solidFill>
            <a:srgbClr val="B08A60">
              <a:alpha val="40000"/>
            </a:srgbClr>
          </a:solidFill>
          <a:ln w="0">
            <a:noFill/>
            <a:prstDash val="solid"/>
          </a:ln>
        </p:spPr>
      </p:sp>
      <p:sp>
        <p:nvSpPr>
          <p:cNvPr id="1952" name="LigandSeek2_vs_LigandSeek1_ellipse_7466">
            <a:extLst>
              <a:ext uri="{FF2B5EF4-FFF2-40B4-BE49-F238E27FC236}">
                <a16:creationId xmlns:a16="http://schemas.microsoft.com/office/drawing/2014/main" id="{38D9FBA4-2C56-4B4E-B000-E0B816B422CF}"/>
              </a:ext>
            </a:extLst>
          </p:cNvPr>
          <p:cNvSpPr>
            <a:spLocks noGrp="1"/>
          </p:cNvSpPr>
          <p:nvPr/>
        </p:nvSpPr>
        <p:spPr>
          <a:xfrm>
            <a:off x="1713679" y="1367688"/>
            <a:ext cx="24757" cy="24757"/>
          </a:xfrm>
          <a:prstGeom prst="ellipse">
            <a:avLst/>
          </a:prstGeom>
          <a:solidFill>
            <a:srgbClr val="B08A60">
              <a:alpha val="40000"/>
            </a:srgbClr>
          </a:solidFill>
          <a:ln w="0">
            <a:noFill/>
            <a:prstDash val="solid"/>
          </a:ln>
        </p:spPr>
      </p:sp>
      <p:sp>
        <p:nvSpPr>
          <p:cNvPr id="1953" name="LigandSeek2_vs_LigandSeek1_ellipse_7467">
            <a:extLst>
              <a:ext uri="{FF2B5EF4-FFF2-40B4-BE49-F238E27FC236}">
                <a16:creationId xmlns:a16="http://schemas.microsoft.com/office/drawing/2014/main" id="{1DF0E3DC-AB56-430C-9DD2-C49C6F55EEEF}"/>
              </a:ext>
            </a:extLst>
          </p:cNvPr>
          <p:cNvSpPr>
            <a:spLocks noGrp="1"/>
          </p:cNvSpPr>
          <p:nvPr/>
        </p:nvSpPr>
        <p:spPr>
          <a:xfrm>
            <a:off x="1682347" y="845009"/>
            <a:ext cx="24757" cy="24757"/>
          </a:xfrm>
          <a:prstGeom prst="ellipse">
            <a:avLst/>
          </a:prstGeom>
          <a:solidFill>
            <a:srgbClr val="B08A60">
              <a:alpha val="40000"/>
            </a:srgbClr>
          </a:solidFill>
          <a:ln w="0">
            <a:noFill/>
            <a:prstDash val="solid"/>
          </a:ln>
        </p:spPr>
      </p:sp>
      <p:sp>
        <p:nvSpPr>
          <p:cNvPr id="1954" name="LigandSeek2_vs_LigandSeek1_ellipse_7468">
            <a:extLst>
              <a:ext uri="{FF2B5EF4-FFF2-40B4-BE49-F238E27FC236}">
                <a16:creationId xmlns:a16="http://schemas.microsoft.com/office/drawing/2014/main" id="{F5EDF369-6A10-4D38-AB5A-8C2D14FE278B}"/>
              </a:ext>
            </a:extLst>
          </p:cNvPr>
          <p:cNvSpPr>
            <a:spLocks noGrp="1"/>
          </p:cNvSpPr>
          <p:nvPr/>
        </p:nvSpPr>
        <p:spPr>
          <a:xfrm>
            <a:off x="1729346" y="1367688"/>
            <a:ext cx="24757" cy="24757"/>
          </a:xfrm>
          <a:prstGeom prst="ellipse">
            <a:avLst/>
          </a:prstGeom>
          <a:solidFill>
            <a:srgbClr val="B08A60">
              <a:alpha val="40000"/>
            </a:srgbClr>
          </a:solidFill>
          <a:ln w="0">
            <a:noFill/>
            <a:prstDash val="solid"/>
          </a:ln>
        </p:spPr>
      </p:sp>
      <p:sp>
        <p:nvSpPr>
          <p:cNvPr id="1955" name="LigandSeek2_vs_LigandSeek1_ellipse_7469">
            <a:extLst>
              <a:ext uri="{FF2B5EF4-FFF2-40B4-BE49-F238E27FC236}">
                <a16:creationId xmlns:a16="http://schemas.microsoft.com/office/drawing/2014/main" id="{7351A77C-040C-4BCA-B793-848AEE7538B8}"/>
              </a:ext>
            </a:extLst>
          </p:cNvPr>
          <p:cNvSpPr>
            <a:spLocks noGrp="1"/>
          </p:cNvSpPr>
          <p:nvPr/>
        </p:nvSpPr>
        <p:spPr>
          <a:xfrm>
            <a:off x="1699874" y="1750261"/>
            <a:ext cx="24757" cy="24757"/>
          </a:xfrm>
          <a:prstGeom prst="ellipse">
            <a:avLst/>
          </a:prstGeom>
          <a:solidFill>
            <a:srgbClr val="B08A60">
              <a:alpha val="40000"/>
            </a:srgbClr>
          </a:solidFill>
          <a:ln w="0">
            <a:noFill/>
            <a:prstDash val="solid"/>
          </a:ln>
        </p:spPr>
      </p:sp>
      <p:sp>
        <p:nvSpPr>
          <p:cNvPr id="1956" name="LigandSeek2_vs_LigandSeek1_ellipse_7470">
            <a:extLst>
              <a:ext uri="{FF2B5EF4-FFF2-40B4-BE49-F238E27FC236}">
                <a16:creationId xmlns:a16="http://schemas.microsoft.com/office/drawing/2014/main" id="{220BBE50-5D21-4D70-A370-CBFEFDD60DBF}"/>
              </a:ext>
            </a:extLst>
          </p:cNvPr>
          <p:cNvSpPr>
            <a:spLocks noGrp="1"/>
          </p:cNvSpPr>
          <p:nvPr/>
        </p:nvSpPr>
        <p:spPr>
          <a:xfrm>
            <a:off x="1678773" y="845009"/>
            <a:ext cx="24757" cy="24757"/>
          </a:xfrm>
          <a:prstGeom prst="ellipse">
            <a:avLst/>
          </a:prstGeom>
          <a:solidFill>
            <a:srgbClr val="B08A60">
              <a:alpha val="40000"/>
            </a:srgbClr>
          </a:solidFill>
          <a:ln w="0">
            <a:noFill/>
            <a:prstDash val="solid"/>
          </a:ln>
        </p:spPr>
      </p:sp>
      <p:sp>
        <p:nvSpPr>
          <p:cNvPr id="1957" name="LigandSeek2_vs_LigandSeek1_ellipse_7471">
            <a:extLst>
              <a:ext uri="{FF2B5EF4-FFF2-40B4-BE49-F238E27FC236}">
                <a16:creationId xmlns:a16="http://schemas.microsoft.com/office/drawing/2014/main" id="{555216EF-025C-4224-BEE9-9E6E4647C48E}"/>
              </a:ext>
            </a:extLst>
          </p:cNvPr>
          <p:cNvSpPr>
            <a:spLocks noGrp="1"/>
          </p:cNvSpPr>
          <p:nvPr/>
        </p:nvSpPr>
        <p:spPr>
          <a:xfrm>
            <a:off x="1668011" y="1469320"/>
            <a:ext cx="24757" cy="24757"/>
          </a:xfrm>
          <a:prstGeom prst="ellipse">
            <a:avLst/>
          </a:prstGeom>
          <a:solidFill>
            <a:srgbClr val="B08A60">
              <a:alpha val="40000"/>
            </a:srgbClr>
          </a:solidFill>
          <a:ln w="0">
            <a:noFill/>
            <a:prstDash val="solid"/>
          </a:ln>
        </p:spPr>
      </p:sp>
      <p:sp>
        <p:nvSpPr>
          <p:cNvPr id="1958" name="LigandSeek2_vs_LigandSeek1_ellipse_7472">
            <a:extLst>
              <a:ext uri="{FF2B5EF4-FFF2-40B4-BE49-F238E27FC236}">
                <a16:creationId xmlns:a16="http://schemas.microsoft.com/office/drawing/2014/main" id="{DD78BD32-3F6D-488C-9D74-956DDD004A28}"/>
              </a:ext>
            </a:extLst>
          </p:cNvPr>
          <p:cNvSpPr>
            <a:spLocks noGrp="1"/>
          </p:cNvSpPr>
          <p:nvPr/>
        </p:nvSpPr>
        <p:spPr>
          <a:xfrm>
            <a:off x="1700147" y="1193462"/>
            <a:ext cx="24757" cy="24757"/>
          </a:xfrm>
          <a:prstGeom prst="ellipse">
            <a:avLst/>
          </a:prstGeom>
          <a:solidFill>
            <a:srgbClr val="B08A60">
              <a:alpha val="40000"/>
            </a:srgbClr>
          </a:solidFill>
          <a:ln w="0">
            <a:noFill/>
            <a:prstDash val="solid"/>
          </a:ln>
        </p:spPr>
      </p:sp>
      <p:sp>
        <p:nvSpPr>
          <p:cNvPr id="1959" name="LigandSeek2_vs_LigandSeek1_ellipse_7473">
            <a:extLst>
              <a:ext uri="{FF2B5EF4-FFF2-40B4-BE49-F238E27FC236}">
                <a16:creationId xmlns:a16="http://schemas.microsoft.com/office/drawing/2014/main" id="{31B51251-A3EA-4131-9CCB-B636DE9BEDDB}"/>
              </a:ext>
            </a:extLst>
          </p:cNvPr>
          <p:cNvSpPr>
            <a:spLocks noGrp="1"/>
          </p:cNvSpPr>
          <p:nvPr/>
        </p:nvSpPr>
        <p:spPr>
          <a:xfrm>
            <a:off x="1693269" y="1890368"/>
            <a:ext cx="24757" cy="24757"/>
          </a:xfrm>
          <a:prstGeom prst="ellipse">
            <a:avLst/>
          </a:prstGeom>
          <a:solidFill>
            <a:srgbClr val="B08A60">
              <a:alpha val="40000"/>
            </a:srgbClr>
          </a:solidFill>
          <a:ln w="0">
            <a:noFill/>
            <a:prstDash val="solid"/>
          </a:ln>
        </p:spPr>
      </p:sp>
      <p:sp>
        <p:nvSpPr>
          <p:cNvPr id="1960" name="LigandSeek2_vs_LigandSeek1_ellipse_7474">
            <a:extLst>
              <a:ext uri="{FF2B5EF4-FFF2-40B4-BE49-F238E27FC236}">
                <a16:creationId xmlns:a16="http://schemas.microsoft.com/office/drawing/2014/main" id="{0222597B-F746-4B50-AA06-D59C8BD361E8}"/>
              </a:ext>
            </a:extLst>
          </p:cNvPr>
          <p:cNvSpPr>
            <a:spLocks noGrp="1"/>
          </p:cNvSpPr>
          <p:nvPr/>
        </p:nvSpPr>
        <p:spPr>
          <a:xfrm>
            <a:off x="1657178" y="1019236"/>
            <a:ext cx="24757" cy="24757"/>
          </a:xfrm>
          <a:prstGeom prst="ellipse">
            <a:avLst/>
          </a:prstGeom>
          <a:solidFill>
            <a:srgbClr val="B08A60">
              <a:alpha val="40000"/>
            </a:srgbClr>
          </a:solidFill>
          <a:ln w="0">
            <a:noFill/>
            <a:prstDash val="solid"/>
          </a:ln>
        </p:spPr>
      </p:sp>
      <p:sp>
        <p:nvSpPr>
          <p:cNvPr id="1961" name="LigandSeek2_vs_LigandSeek1_ellipse_7475">
            <a:extLst>
              <a:ext uri="{FF2B5EF4-FFF2-40B4-BE49-F238E27FC236}">
                <a16:creationId xmlns:a16="http://schemas.microsoft.com/office/drawing/2014/main" id="{61C9533D-AA34-4C4E-9BA9-AAACE750018F}"/>
              </a:ext>
            </a:extLst>
          </p:cNvPr>
          <p:cNvSpPr>
            <a:spLocks noGrp="1"/>
          </p:cNvSpPr>
          <p:nvPr/>
        </p:nvSpPr>
        <p:spPr>
          <a:xfrm>
            <a:off x="1668641" y="1193462"/>
            <a:ext cx="24757" cy="24757"/>
          </a:xfrm>
          <a:prstGeom prst="ellipse">
            <a:avLst/>
          </a:prstGeom>
          <a:solidFill>
            <a:srgbClr val="B08A60">
              <a:alpha val="40000"/>
            </a:srgbClr>
          </a:solidFill>
          <a:ln w="0">
            <a:noFill/>
            <a:prstDash val="solid"/>
          </a:ln>
        </p:spPr>
      </p:sp>
      <p:sp>
        <p:nvSpPr>
          <p:cNvPr id="1962" name="LigandSeek2_vs_LigandSeek1_ellipse_7476">
            <a:extLst>
              <a:ext uri="{FF2B5EF4-FFF2-40B4-BE49-F238E27FC236}">
                <a16:creationId xmlns:a16="http://schemas.microsoft.com/office/drawing/2014/main" id="{B9394986-3327-4525-A951-3AC4B1AF38EC}"/>
              </a:ext>
            </a:extLst>
          </p:cNvPr>
          <p:cNvSpPr>
            <a:spLocks noGrp="1"/>
          </p:cNvSpPr>
          <p:nvPr/>
        </p:nvSpPr>
        <p:spPr>
          <a:xfrm>
            <a:off x="1705696" y="1890368"/>
            <a:ext cx="24757" cy="24757"/>
          </a:xfrm>
          <a:prstGeom prst="ellipse">
            <a:avLst/>
          </a:prstGeom>
          <a:solidFill>
            <a:srgbClr val="B08A60">
              <a:alpha val="40000"/>
            </a:srgbClr>
          </a:solidFill>
          <a:ln w="0">
            <a:noFill/>
            <a:prstDash val="solid"/>
          </a:ln>
        </p:spPr>
      </p:sp>
      <p:sp>
        <p:nvSpPr>
          <p:cNvPr id="1963" name="LigandSeek2_vs_LigandSeek1_ellipse_7477">
            <a:extLst>
              <a:ext uri="{FF2B5EF4-FFF2-40B4-BE49-F238E27FC236}">
                <a16:creationId xmlns:a16="http://schemas.microsoft.com/office/drawing/2014/main" id="{863FCED9-D5D6-424A-AA59-01DD7FC583A2}"/>
              </a:ext>
            </a:extLst>
          </p:cNvPr>
          <p:cNvSpPr>
            <a:spLocks noGrp="1"/>
          </p:cNvSpPr>
          <p:nvPr/>
        </p:nvSpPr>
        <p:spPr>
          <a:xfrm>
            <a:off x="1707618" y="1631171"/>
            <a:ext cx="24757" cy="24757"/>
          </a:xfrm>
          <a:prstGeom prst="ellipse">
            <a:avLst/>
          </a:prstGeom>
          <a:solidFill>
            <a:srgbClr val="B08A60">
              <a:alpha val="40000"/>
            </a:srgbClr>
          </a:solidFill>
          <a:ln w="0">
            <a:noFill/>
            <a:prstDash val="solid"/>
          </a:ln>
        </p:spPr>
      </p:sp>
      <p:sp>
        <p:nvSpPr>
          <p:cNvPr id="1964" name="LigandSeek2_vs_LigandSeek1_ellipse_7478">
            <a:extLst>
              <a:ext uri="{FF2B5EF4-FFF2-40B4-BE49-F238E27FC236}">
                <a16:creationId xmlns:a16="http://schemas.microsoft.com/office/drawing/2014/main" id="{EFED8FDC-3CD2-45C7-9A73-6F67CCBC5AA6}"/>
              </a:ext>
            </a:extLst>
          </p:cNvPr>
          <p:cNvSpPr>
            <a:spLocks noGrp="1"/>
          </p:cNvSpPr>
          <p:nvPr/>
        </p:nvSpPr>
        <p:spPr>
          <a:xfrm>
            <a:off x="1703718" y="1890368"/>
            <a:ext cx="24757" cy="24757"/>
          </a:xfrm>
          <a:prstGeom prst="ellipse">
            <a:avLst/>
          </a:prstGeom>
          <a:solidFill>
            <a:srgbClr val="B08A60">
              <a:alpha val="40000"/>
            </a:srgbClr>
          </a:solidFill>
          <a:ln w="0">
            <a:noFill/>
            <a:prstDash val="solid"/>
          </a:ln>
        </p:spPr>
      </p:sp>
      <p:sp>
        <p:nvSpPr>
          <p:cNvPr id="1965" name="LigandSeek2_vs_LigandSeek1_ellipse_7479">
            <a:extLst>
              <a:ext uri="{FF2B5EF4-FFF2-40B4-BE49-F238E27FC236}">
                <a16:creationId xmlns:a16="http://schemas.microsoft.com/office/drawing/2014/main" id="{CC51FAF6-CE4A-4CE8-95C4-CC97614834CB}"/>
              </a:ext>
            </a:extLst>
          </p:cNvPr>
          <p:cNvSpPr>
            <a:spLocks noGrp="1"/>
          </p:cNvSpPr>
          <p:nvPr/>
        </p:nvSpPr>
        <p:spPr>
          <a:xfrm>
            <a:off x="1663277" y="1838100"/>
            <a:ext cx="24757" cy="24757"/>
          </a:xfrm>
          <a:prstGeom prst="ellipse">
            <a:avLst/>
          </a:prstGeom>
          <a:solidFill>
            <a:srgbClr val="B08A60">
              <a:alpha val="40000"/>
            </a:srgbClr>
          </a:solidFill>
          <a:ln w="0">
            <a:noFill/>
            <a:prstDash val="solid"/>
          </a:ln>
        </p:spPr>
      </p:sp>
      <p:sp>
        <p:nvSpPr>
          <p:cNvPr id="1966" name="LigandSeek2_vs_LigandSeek1_ellipse_7480">
            <a:extLst>
              <a:ext uri="{FF2B5EF4-FFF2-40B4-BE49-F238E27FC236}">
                <a16:creationId xmlns:a16="http://schemas.microsoft.com/office/drawing/2014/main" id="{A228F8CE-1DE9-4697-A372-85E628497BC9}"/>
              </a:ext>
            </a:extLst>
          </p:cNvPr>
          <p:cNvSpPr>
            <a:spLocks noGrp="1"/>
          </p:cNvSpPr>
          <p:nvPr/>
        </p:nvSpPr>
        <p:spPr>
          <a:xfrm>
            <a:off x="1682433" y="1827480"/>
            <a:ext cx="24757" cy="24757"/>
          </a:xfrm>
          <a:prstGeom prst="ellipse">
            <a:avLst/>
          </a:prstGeom>
          <a:solidFill>
            <a:srgbClr val="B08A60">
              <a:alpha val="40000"/>
            </a:srgbClr>
          </a:solidFill>
          <a:ln w="0">
            <a:noFill/>
            <a:prstDash val="solid"/>
          </a:ln>
        </p:spPr>
      </p:sp>
      <p:sp>
        <p:nvSpPr>
          <p:cNvPr id="1967" name="LigandSeek2_vs_LigandSeek1_ellipse_7481">
            <a:extLst>
              <a:ext uri="{FF2B5EF4-FFF2-40B4-BE49-F238E27FC236}">
                <a16:creationId xmlns:a16="http://schemas.microsoft.com/office/drawing/2014/main" id="{F373650C-E103-4E57-AB4F-4C9B955CB2E1}"/>
              </a:ext>
            </a:extLst>
          </p:cNvPr>
          <p:cNvSpPr>
            <a:spLocks noGrp="1"/>
          </p:cNvSpPr>
          <p:nvPr/>
        </p:nvSpPr>
        <p:spPr>
          <a:xfrm>
            <a:off x="1650235" y="1337861"/>
            <a:ext cx="24757" cy="24757"/>
          </a:xfrm>
          <a:prstGeom prst="ellipse">
            <a:avLst/>
          </a:prstGeom>
          <a:solidFill>
            <a:srgbClr val="B08A60">
              <a:alpha val="40000"/>
            </a:srgbClr>
          </a:solidFill>
          <a:ln w="0">
            <a:noFill/>
            <a:prstDash val="solid"/>
          </a:ln>
        </p:spPr>
      </p:sp>
      <p:sp>
        <p:nvSpPr>
          <p:cNvPr id="1968" name="LigandSeek2_vs_LigandSeek1_ellipse_7482">
            <a:extLst>
              <a:ext uri="{FF2B5EF4-FFF2-40B4-BE49-F238E27FC236}">
                <a16:creationId xmlns:a16="http://schemas.microsoft.com/office/drawing/2014/main" id="{C06393EE-4425-47EF-BF7C-C8314CD9AD09}"/>
              </a:ext>
            </a:extLst>
          </p:cNvPr>
          <p:cNvSpPr>
            <a:spLocks noGrp="1"/>
          </p:cNvSpPr>
          <p:nvPr/>
        </p:nvSpPr>
        <p:spPr>
          <a:xfrm>
            <a:off x="1672463" y="1890368"/>
            <a:ext cx="24757" cy="24757"/>
          </a:xfrm>
          <a:prstGeom prst="ellipse">
            <a:avLst/>
          </a:prstGeom>
          <a:solidFill>
            <a:srgbClr val="B08A60">
              <a:alpha val="40000"/>
            </a:srgbClr>
          </a:solidFill>
          <a:ln w="0">
            <a:noFill/>
            <a:prstDash val="solid"/>
          </a:ln>
        </p:spPr>
      </p:sp>
      <p:sp>
        <p:nvSpPr>
          <p:cNvPr id="1969" name="LigandSeek2_vs_LigandSeek1_ellipse_7483">
            <a:extLst>
              <a:ext uri="{FF2B5EF4-FFF2-40B4-BE49-F238E27FC236}">
                <a16:creationId xmlns:a16="http://schemas.microsoft.com/office/drawing/2014/main" id="{0978C829-9B7F-42DB-845B-9451982A90E5}"/>
              </a:ext>
            </a:extLst>
          </p:cNvPr>
          <p:cNvSpPr>
            <a:spLocks noGrp="1"/>
          </p:cNvSpPr>
          <p:nvPr/>
        </p:nvSpPr>
        <p:spPr>
          <a:xfrm>
            <a:off x="1646788" y="845009"/>
            <a:ext cx="24757" cy="24757"/>
          </a:xfrm>
          <a:prstGeom prst="ellipse">
            <a:avLst/>
          </a:prstGeom>
          <a:solidFill>
            <a:srgbClr val="B08A60">
              <a:alpha val="40000"/>
            </a:srgbClr>
          </a:solidFill>
          <a:ln w="0">
            <a:noFill/>
            <a:prstDash val="solid"/>
          </a:ln>
        </p:spPr>
      </p:sp>
      <p:sp>
        <p:nvSpPr>
          <p:cNvPr id="1970" name="LigandSeek2_vs_LigandSeek1_ellipse_7484">
            <a:extLst>
              <a:ext uri="{FF2B5EF4-FFF2-40B4-BE49-F238E27FC236}">
                <a16:creationId xmlns:a16="http://schemas.microsoft.com/office/drawing/2014/main" id="{3DAA009B-8AC7-4DA5-ADFD-4467D9574CAA}"/>
              </a:ext>
            </a:extLst>
          </p:cNvPr>
          <p:cNvSpPr>
            <a:spLocks noGrp="1"/>
          </p:cNvSpPr>
          <p:nvPr/>
        </p:nvSpPr>
        <p:spPr>
          <a:xfrm>
            <a:off x="1675854" y="889838"/>
            <a:ext cx="24757" cy="24757"/>
          </a:xfrm>
          <a:prstGeom prst="ellipse">
            <a:avLst/>
          </a:prstGeom>
          <a:solidFill>
            <a:srgbClr val="B08A60">
              <a:alpha val="40000"/>
            </a:srgbClr>
          </a:solidFill>
          <a:ln w="0">
            <a:noFill/>
            <a:prstDash val="solid"/>
          </a:ln>
        </p:spPr>
      </p:sp>
      <p:sp>
        <p:nvSpPr>
          <p:cNvPr id="1971" name="LigandSeek2_vs_LigandSeek1_ellipse_7485">
            <a:extLst>
              <a:ext uri="{FF2B5EF4-FFF2-40B4-BE49-F238E27FC236}">
                <a16:creationId xmlns:a16="http://schemas.microsoft.com/office/drawing/2014/main" id="{E4E1D9DA-1EEA-4A5A-B11A-23D16C08F0F1}"/>
              </a:ext>
            </a:extLst>
          </p:cNvPr>
          <p:cNvSpPr>
            <a:spLocks noGrp="1"/>
          </p:cNvSpPr>
          <p:nvPr/>
        </p:nvSpPr>
        <p:spPr>
          <a:xfrm>
            <a:off x="1728453" y="1193462"/>
            <a:ext cx="24757" cy="24757"/>
          </a:xfrm>
          <a:prstGeom prst="ellipse">
            <a:avLst/>
          </a:prstGeom>
          <a:solidFill>
            <a:srgbClr val="B08A60">
              <a:alpha val="40000"/>
            </a:srgbClr>
          </a:solidFill>
          <a:ln w="0">
            <a:noFill/>
            <a:prstDash val="solid"/>
          </a:ln>
        </p:spPr>
      </p:sp>
      <p:sp>
        <p:nvSpPr>
          <p:cNvPr id="1972" name="LigandSeek2_vs_LigandSeek1_ellipse_7486">
            <a:extLst>
              <a:ext uri="{FF2B5EF4-FFF2-40B4-BE49-F238E27FC236}">
                <a16:creationId xmlns:a16="http://schemas.microsoft.com/office/drawing/2014/main" id="{CC13BFE7-563C-4F59-9C92-75C120ACD187}"/>
              </a:ext>
            </a:extLst>
          </p:cNvPr>
          <p:cNvSpPr>
            <a:spLocks noGrp="1"/>
          </p:cNvSpPr>
          <p:nvPr/>
        </p:nvSpPr>
        <p:spPr>
          <a:xfrm>
            <a:off x="1724580" y="845009"/>
            <a:ext cx="24757" cy="24757"/>
          </a:xfrm>
          <a:prstGeom prst="ellipse">
            <a:avLst/>
          </a:prstGeom>
          <a:solidFill>
            <a:srgbClr val="B08A60">
              <a:alpha val="40000"/>
            </a:srgbClr>
          </a:solidFill>
          <a:ln w="0">
            <a:noFill/>
            <a:prstDash val="solid"/>
          </a:ln>
        </p:spPr>
      </p:sp>
      <p:sp>
        <p:nvSpPr>
          <p:cNvPr id="1973" name="LigandSeek2_vs_LigandSeek1_ellipse_7487">
            <a:extLst>
              <a:ext uri="{FF2B5EF4-FFF2-40B4-BE49-F238E27FC236}">
                <a16:creationId xmlns:a16="http://schemas.microsoft.com/office/drawing/2014/main" id="{2A632A55-1137-4344-8CFE-F0D9975393A8}"/>
              </a:ext>
            </a:extLst>
          </p:cNvPr>
          <p:cNvSpPr>
            <a:spLocks noGrp="1"/>
          </p:cNvSpPr>
          <p:nvPr/>
        </p:nvSpPr>
        <p:spPr>
          <a:xfrm>
            <a:off x="1718323" y="1890368"/>
            <a:ext cx="24757" cy="24757"/>
          </a:xfrm>
          <a:prstGeom prst="ellipse">
            <a:avLst/>
          </a:prstGeom>
          <a:solidFill>
            <a:srgbClr val="B08A60">
              <a:alpha val="40000"/>
            </a:srgbClr>
          </a:solidFill>
          <a:ln w="0">
            <a:noFill/>
            <a:prstDash val="solid"/>
          </a:ln>
        </p:spPr>
      </p:sp>
      <p:sp>
        <p:nvSpPr>
          <p:cNvPr id="1974" name="LigandSeek2_vs_LigandSeek1_ellipse_7488">
            <a:extLst>
              <a:ext uri="{FF2B5EF4-FFF2-40B4-BE49-F238E27FC236}">
                <a16:creationId xmlns:a16="http://schemas.microsoft.com/office/drawing/2014/main" id="{79F522CD-0125-411B-8915-B093E35F1E46}"/>
              </a:ext>
            </a:extLst>
          </p:cNvPr>
          <p:cNvSpPr>
            <a:spLocks noGrp="1"/>
          </p:cNvSpPr>
          <p:nvPr/>
        </p:nvSpPr>
        <p:spPr>
          <a:xfrm>
            <a:off x="1713985" y="1151998"/>
            <a:ext cx="24757" cy="24757"/>
          </a:xfrm>
          <a:prstGeom prst="ellipse">
            <a:avLst/>
          </a:prstGeom>
          <a:solidFill>
            <a:srgbClr val="B08A60">
              <a:alpha val="40000"/>
            </a:srgbClr>
          </a:solidFill>
          <a:ln w="0">
            <a:noFill/>
            <a:prstDash val="solid"/>
          </a:ln>
        </p:spPr>
      </p:sp>
      <p:sp>
        <p:nvSpPr>
          <p:cNvPr id="1975" name="LigandSeek2_vs_LigandSeek1_ellipse_7489">
            <a:extLst>
              <a:ext uri="{FF2B5EF4-FFF2-40B4-BE49-F238E27FC236}">
                <a16:creationId xmlns:a16="http://schemas.microsoft.com/office/drawing/2014/main" id="{3EF54AA6-7DA4-4D5D-B586-2744D7DC50FF}"/>
              </a:ext>
            </a:extLst>
          </p:cNvPr>
          <p:cNvSpPr>
            <a:spLocks noGrp="1"/>
          </p:cNvSpPr>
          <p:nvPr/>
        </p:nvSpPr>
        <p:spPr>
          <a:xfrm>
            <a:off x="1676074" y="1703558"/>
            <a:ext cx="24757" cy="24757"/>
          </a:xfrm>
          <a:prstGeom prst="ellipse">
            <a:avLst/>
          </a:prstGeom>
          <a:solidFill>
            <a:srgbClr val="B08A60">
              <a:alpha val="40000"/>
            </a:srgbClr>
          </a:solidFill>
          <a:ln w="0">
            <a:noFill/>
            <a:prstDash val="solid"/>
          </a:ln>
        </p:spPr>
      </p:sp>
      <p:sp>
        <p:nvSpPr>
          <p:cNvPr id="1976" name="LigandSeek2_vs_LigandSeek1_ellipse_7490">
            <a:extLst>
              <a:ext uri="{FF2B5EF4-FFF2-40B4-BE49-F238E27FC236}">
                <a16:creationId xmlns:a16="http://schemas.microsoft.com/office/drawing/2014/main" id="{63D786A9-CCB1-418C-8288-1C74ECE87DAF}"/>
              </a:ext>
            </a:extLst>
          </p:cNvPr>
          <p:cNvSpPr>
            <a:spLocks noGrp="1"/>
          </p:cNvSpPr>
          <p:nvPr/>
        </p:nvSpPr>
        <p:spPr>
          <a:xfrm>
            <a:off x="1678543" y="1454802"/>
            <a:ext cx="24757" cy="24757"/>
          </a:xfrm>
          <a:prstGeom prst="ellipse">
            <a:avLst/>
          </a:prstGeom>
          <a:solidFill>
            <a:srgbClr val="B08A60">
              <a:alpha val="40000"/>
            </a:srgbClr>
          </a:solidFill>
          <a:ln w="0">
            <a:noFill/>
            <a:prstDash val="solid"/>
          </a:ln>
        </p:spPr>
      </p:sp>
      <p:sp>
        <p:nvSpPr>
          <p:cNvPr id="1977" name="LigandSeek2_vs_LigandSeek1_ellipse_7491">
            <a:extLst>
              <a:ext uri="{FF2B5EF4-FFF2-40B4-BE49-F238E27FC236}">
                <a16:creationId xmlns:a16="http://schemas.microsoft.com/office/drawing/2014/main" id="{8CAC411F-F7A1-4FFB-96B9-6FD54F1F62A8}"/>
              </a:ext>
            </a:extLst>
          </p:cNvPr>
          <p:cNvSpPr>
            <a:spLocks noGrp="1"/>
          </p:cNvSpPr>
          <p:nvPr/>
        </p:nvSpPr>
        <p:spPr>
          <a:xfrm>
            <a:off x="1706706" y="845009"/>
            <a:ext cx="24757" cy="24757"/>
          </a:xfrm>
          <a:prstGeom prst="ellipse">
            <a:avLst/>
          </a:prstGeom>
          <a:solidFill>
            <a:srgbClr val="B08A60">
              <a:alpha val="40000"/>
            </a:srgbClr>
          </a:solidFill>
          <a:ln w="0">
            <a:noFill/>
            <a:prstDash val="solid"/>
          </a:ln>
        </p:spPr>
      </p:sp>
      <p:sp>
        <p:nvSpPr>
          <p:cNvPr id="1978" name="LigandSeek2_vs_LigandSeek1_ellipse_7492">
            <a:extLst>
              <a:ext uri="{FF2B5EF4-FFF2-40B4-BE49-F238E27FC236}">
                <a16:creationId xmlns:a16="http://schemas.microsoft.com/office/drawing/2014/main" id="{36AD3738-7712-4BAE-8B44-142525870E51}"/>
              </a:ext>
            </a:extLst>
          </p:cNvPr>
          <p:cNvSpPr>
            <a:spLocks noGrp="1"/>
          </p:cNvSpPr>
          <p:nvPr/>
        </p:nvSpPr>
        <p:spPr>
          <a:xfrm>
            <a:off x="1686232" y="1367688"/>
            <a:ext cx="24757" cy="24757"/>
          </a:xfrm>
          <a:prstGeom prst="ellipse">
            <a:avLst/>
          </a:prstGeom>
          <a:solidFill>
            <a:srgbClr val="B08A60">
              <a:alpha val="40000"/>
            </a:srgbClr>
          </a:solidFill>
          <a:ln w="0">
            <a:noFill/>
            <a:prstDash val="solid"/>
          </a:ln>
        </p:spPr>
      </p:sp>
      <p:sp>
        <p:nvSpPr>
          <p:cNvPr id="1979" name="LigandSeek2_vs_LigandSeek1_ellipse_7493">
            <a:extLst>
              <a:ext uri="{FF2B5EF4-FFF2-40B4-BE49-F238E27FC236}">
                <a16:creationId xmlns:a16="http://schemas.microsoft.com/office/drawing/2014/main" id="{1CD95CE6-CF34-4E1A-8D12-E7BF2F130D4A}"/>
              </a:ext>
            </a:extLst>
          </p:cNvPr>
          <p:cNvSpPr>
            <a:spLocks noGrp="1"/>
          </p:cNvSpPr>
          <p:nvPr/>
        </p:nvSpPr>
        <p:spPr>
          <a:xfrm>
            <a:off x="1727052" y="1890368"/>
            <a:ext cx="24757" cy="24757"/>
          </a:xfrm>
          <a:prstGeom prst="ellipse">
            <a:avLst/>
          </a:prstGeom>
          <a:solidFill>
            <a:srgbClr val="B08A60">
              <a:alpha val="40000"/>
            </a:srgbClr>
          </a:solidFill>
          <a:ln w="0">
            <a:noFill/>
            <a:prstDash val="solid"/>
          </a:ln>
        </p:spPr>
      </p:sp>
      <p:sp>
        <p:nvSpPr>
          <p:cNvPr id="1980" name="LigandSeek2_vs_LigandSeek1_ellipse_7494">
            <a:extLst>
              <a:ext uri="{FF2B5EF4-FFF2-40B4-BE49-F238E27FC236}">
                <a16:creationId xmlns:a16="http://schemas.microsoft.com/office/drawing/2014/main" id="{A7F7874A-FA1D-4FE5-8A7A-78D54D2721B2}"/>
              </a:ext>
            </a:extLst>
          </p:cNvPr>
          <p:cNvSpPr>
            <a:spLocks noGrp="1"/>
          </p:cNvSpPr>
          <p:nvPr/>
        </p:nvSpPr>
        <p:spPr>
          <a:xfrm>
            <a:off x="1656890" y="1054081"/>
            <a:ext cx="24757" cy="24757"/>
          </a:xfrm>
          <a:prstGeom prst="ellipse">
            <a:avLst/>
          </a:prstGeom>
          <a:solidFill>
            <a:srgbClr val="B08A60">
              <a:alpha val="40000"/>
            </a:srgbClr>
          </a:solidFill>
          <a:ln w="0">
            <a:noFill/>
            <a:prstDash val="solid"/>
          </a:ln>
        </p:spPr>
      </p:sp>
      <p:sp>
        <p:nvSpPr>
          <p:cNvPr id="1981" name="LigandSeek2_vs_LigandSeek1_ellipse_7495">
            <a:extLst>
              <a:ext uri="{FF2B5EF4-FFF2-40B4-BE49-F238E27FC236}">
                <a16:creationId xmlns:a16="http://schemas.microsoft.com/office/drawing/2014/main" id="{71F74D38-4B3E-4709-94D3-BE198A53487C}"/>
              </a:ext>
            </a:extLst>
          </p:cNvPr>
          <p:cNvSpPr>
            <a:spLocks noGrp="1"/>
          </p:cNvSpPr>
          <p:nvPr/>
        </p:nvSpPr>
        <p:spPr>
          <a:xfrm>
            <a:off x="1671407" y="845009"/>
            <a:ext cx="24757" cy="24757"/>
          </a:xfrm>
          <a:prstGeom prst="ellipse">
            <a:avLst/>
          </a:prstGeom>
          <a:solidFill>
            <a:srgbClr val="B08A60">
              <a:alpha val="40000"/>
            </a:srgbClr>
          </a:solidFill>
          <a:ln w="0">
            <a:noFill/>
            <a:prstDash val="solid"/>
          </a:ln>
        </p:spPr>
      </p:sp>
      <p:sp>
        <p:nvSpPr>
          <p:cNvPr id="1982" name="LigandSeek2_vs_LigandSeek1_ellipse_7496">
            <a:extLst>
              <a:ext uri="{FF2B5EF4-FFF2-40B4-BE49-F238E27FC236}">
                <a16:creationId xmlns:a16="http://schemas.microsoft.com/office/drawing/2014/main" id="{AE8D3E5E-FD7B-4B91-A400-EB0E6FA19407}"/>
              </a:ext>
            </a:extLst>
          </p:cNvPr>
          <p:cNvSpPr>
            <a:spLocks noGrp="1"/>
          </p:cNvSpPr>
          <p:nvPr/>
        </p:nvSpPr>
        <p:spPr>
          <a:xfrm>
            <a:off x="1655200" y="1095895"/>
            <a:ext cx="24757" cy="24757"/>
          </a:xfrm>
          <a:prstGeom prst="ellipse">
            <a:avLst/>
          </a:prstGeom>
          <a:solidFill>
            <a:srgbClr val="B08A60">
              <a:alpha val="40000"/>
            </a:srgbClr>
          </a:solidFill>
          <a:ln w="0">
            <a:noFill/>
            <a:prstDash val="solid"/>
          </a:ln>
        </p:spPr>
      </p:sp>
      <p:sp>
        <p:nvSpPr>
          <p:cNvPr id="1983" name="LigandSeek2_vs_LigandSeek1_ellipse_7497">
            <a:extLst>
              <a:ext uri="{FF2B5EF4-FFF2-40B4-BE49-F238E27FC236}">
                <a16:creationId xmlns:a16="http://schemas.microsoft.com/office/drawing/2014/main" id="{289E4AC0-D65B-40CE-8553-520BEC31C211}"/>
              </a:ext>
            </a:extLst>
          </p:cNvPr>
          <p:cNvSpPr>
            <a:spLocks noGrp="1"/>
          </p:cNvSpPr>
          <p:nvPr/>
        </p:nvSpPr>
        <p:spPr>
          <a:xfrm>
            <a:off x="1665934" y="1193462"/>
            <a:ext cx="24757" cy="24757"/>
          </a:xfrm>
          <a:prstGeom prst="ellipse">
            <a:avLst/>
          </a:prstGeom>
          <a:solidFill>
            <a:srgbClr val="B08A60">
              <a:alpha val="40000"/>
            </a:srgbClr>
          </a:solidFill>
          <a:ln w="0">
            <a:noFill/>
            <a:prstDash val="solid"/>
          </a:ln>
        </p:spPr>
      </p:sp>
      <p:sp>
        <p:nvSpPr>
          <p:cNvPr id="1984" name="LigandSeek2_vs_LigandSeek1_ellipse_7498">
            <a:extLst>
              <a:ext uri="{FF2B5EF4-FFF2-40B4-BE49-F238E27FC236}">
                <a16:creationId xmlns:a16="http://schemas.microsoft.com/office/drawing/2014/main" id="{C50C85FC-1157-4089-93C3-FBFBC85106FD}"/>
              </a:ext>
            </a:extLst>
          </p:cNvPr>
          <p:cNvSpPr>
            <a:spLocks noGrp="1"/>
          </p:cNvSpPr>
          <p:nvPr/>
        </p:nvSpPr>
        <p:spPr>
          <a:xfrm>
            <a:off x="1665044" y="845009"/>
            <a:ext cx="24757" cy="24757"/>
          </a:xfrm>
          <a:prstGeom prst="ellipse">
            <a:avLst/>
          </a:prstGeom>
          <a:solidFill>
            <a:srgbClr val="B08A60">
              <a:alpha val="40000"/>
            </a:srgbClr>
          </a:solidFill>
          <a:ln w="0">
            <a:noFill/>
            <a:prstDash val="solid"/>
          </a:ln>
        </p:spPr>
      </p:sp>
      <p:sp>
        <p:nvSpPr>
          <p:cNvPr id="1985" name="LigandSeek2_vs_LigandSeek1_ellipse_7499">
            <a:extLst>
              <a:ext uri="{FF2B5EF4-FFF2-40B4-BE49-F238E27FC236}">
                <a16:creationId xmlns:a16="http://schemas.microsoft.com/office/drawing/2014/main" id="{1F23BF68-4080-4D4A-9990-A764DCB983A3}"/>
              </a:ext>
            </a:extLst>
          </p:cNvPr>
          <p:cNvSpPr>
            <a:spLocks noGrp="1"/>
          </p:cNvSpPr>
          <p:nvPr/>
        </p:nvSpPr>
        <p:spPr>
          <a:xfrm>
            <a:off x="1680177" y="845009"/>
            <a:ext cx="24757" cy="24757"/>
          </a:xfrm>
          <a:prstGeom prst="ellipse">
            <a:avLst/>
          </a:prstGeom>
          <a:solidFill>
            <a:srgbClr val="B08A60">
              <a:alpha val="40000"/>
            </a:srgbClr>
          </a:solidFill>
          <a:ln w="0">
            <a:noFill/>
            <a:prstDash val="solid"/>
          </a:ln>
        </p:spPr>
      </p:sp>
      <p:sp>
        <p:nvSpPr>
          <p:cNvPr id="1986" name="LigandSeek2_vs_LigandSeek1_ellipse_7500">
            <a:extLst>
              <a:ext uri="{FF2B5EF4-FFF2-40B4-BE49-F238E27FC236}">
                <a16:creationId xmlns:a16="http://schemas.microsoft.com/office/drawing/2014/main" id="{C05A11B6-FF3A-43D2-AAC7-CE65CBA214BD}"/>
              </a:ext>
            </a:extLst>
          </p:cNvPr>
          <p:cNvSpPr>
            <a:spLocks noGrp="1"/>
          </p:cNvSpPr>
          <p:nvPr/>
        </p:nvSpPr>
        <p:spPr>
          <a:xfrm>
            <a:off x="1656402" y="1453024"/>
            <a:ext cx="24757" cy="24757"/>
          </a:xfrm>
          <a:prstGeom prst="ellipse">
            <a:avLst/>
          </a:prstGeom>
          <a:solidFill>
            <a:srgbClr val="B08A60">
              <a:alpha val="40000"/>
            </a:srgbClr>
          </a:solidFill>
          <a:ln w="0">
            <a:noFill/>
            <a:prstDash val="solid"/>
          </a:ln>
        </p:spPr>
      </p:sp>
      <p:sp>
        <p:nvSpPr>
          <p:cNvPr id="1987" name="LigandSeek2_vs_LigandSeek1_ellipse_7501">
            <a:extLst>
              <a:ext uri="{FF2B5EF4-FFF2-40B4-BE49-F238E27FC236}">
                <a16:creationId xmlns:a16="http://schemas.microsoft.com/office/drawing/2014/main" id="{468132D9-1006-4ED9-A5CB-7CA6D6306490}"/>
              </a:ext>
            </a:extLst>
          </p:cNvPr>
          <p:cNvSpPr>
            <a:spLocks noGrp="1"/>
          </p:cNvSpPr>
          <p:nvPr/>
        </p:nvSpPr>
        <p:spPr>
          <a:xfrm>
            <a:off x="1701802" y="1416756"/>
            <a:ext cx="24757" cy="24757"/>
          </a:xfrm>
          <a:prstGeom prst="ellipse">
            <a:avLst/>
          </a:prstGeom>
          <a:solidFill>
            <a:srgbClr val="B08A60">
              <a:alpha val="40000"/>
            </a:srgbClr>
          </a:solidFill>
          <a:ln w="0">
            <a:noFill/>
            <a:prstDash val="solid"/>
          </a:ln>
        </p:spPr>
      </p:sp>
      <p:sp>
        <p:nvSpPr>
          <p:cNvPr id="1988" name="LigandSeek2_vs_LigandSeek1_ellipse_7502">
            <a:extLst>
              <a:ext uri="{FF2B5EF4-FFF2-40B4-BE49-F238E27FC236}">
                <a16:creationId xmlns:a16="http://schemas.microsoft.com/office/drawing/2014/main" id="{AC4F65A5-F630-47C5-8AC4-125A5D2EDF61}"/>
              </a:ext>
            </a:extLst>
          </p:cNvPr>
          <p:cNvSpPr>
            <a:spLocks noGrp="1"/>
          </p:cNvSpPr>
          <p:nvPr/>
        </p:nvSpPr>
        <p:spPr>
          <a:xfrm>
            <a:off x="1715027" y="1890368"/>
            <a:ext cx="24757" cy="24757"/>
          </a:xfrm>
          <a:prstGeom prst="ellipse">
            <a:avLst/>
          </a:prstGeom>
          <a:solidFill>
            <a:srgbClr val="B08A60">
              <a:alpha val="40000"/>
            </a:srgbClr>
          </a:solidFill>
          <a:ln w="0">
            <a:noFill/>
            <a:prstDash val="solid"/>
          </a:ln>
        </p:spPr>
      </p:sp>
      <p:sp>
        <p:nvSpPr>
          <p:cNvPr id="1989" name="LigandSeek2_vs_LigandSeek1_ellipse_7503">
            <a:extLst>
              <a:ext uri="{FF2B5EF4-FFF2-40B4-BE49-F238E27FC236}">
                <a16:creationId xmlns:a16="http://schemas.microsoft.com/office/drawing/2014/main" id="{03355996-4F01-43D6-9C2B-7811035B6B1B}"/>
              </a:ext>
            </a:extLst>
          </p:cNvPr>
          <p:cNvSpPr>
            <a:spLocks noGrp="1"/>
          </p:cNvSpPr>
          <p:nvPr/>
        </p:nvSpPr>
        <p:spPr>
          <a:xfrm>
            <a:off x="1673691" y="1450283"/>
            <a:ext cx="24757" cy="24757"/>
          </a:xfrm>
          <a:prstGeom prst="ellipse">
            <a:avLst/>
          </a:prstGeom>
          <a:solidFill>
            <a:srgbClr val="B08A60">
              <a:alpha val="40000"/>
            </a:srgbClr>
          </a:solidFill>
          <a:ln w="0">
            <a:noFill/>
            <a:prstDash val="solid"/>
          </a:ln>
        </p:spPr>
      </p:sp>
      <p:sp>
        <p:nvSpPr>
          <p:cNvPr id="1990" name="LigandSeek2_vs_LigandSeek1_ellipse_7504">
            <a:extLst>
              <a:ext uri="{FF2B5EF4-FFF2-40B4-BE49-F238E27FC236}">
                <a16:creationId xmlns:a16="http://schemas.microsoft.com/office/drawing/2014/main" id="{5BED7605-3D8E-4EDB-9717-946E1ED51FEC}"/>
              </a:ext>
            </a:extLst>
          </p:cNvPr>
          <p:cNvSpPr>
            <a:spLocks noGrp="1"/>
          </p:cNvSpPr>
          <p:nvPr/>
        </p:nvSpPr>
        <p:spPr>
          <a:xfrm>
            <a:off x="1713760" y="1472224"/>
            <a:ext cx="24757" cy="24757"/>
          </a:xfrm>
          <a:prstGeom prst="ellipse">
            <a:avLst/>
          </a:prstGeom>
          <a:solidFill>
            <a:srgbClr val="B08A60">
              <a:alpha val="40000"/>
            </a:srgbClr>
          </a:solidFill>
          <a:ln w="0">
            <a:noFill/>
            <a:prstDash val="solid"/>
          </a:ln>
        </p:spPr>
      </p:sp>
      <p:sp>
        <p:nvSpPr>
          <p:cNvPr id="1991" name="LigandSeek2_vs_LigandSeek1_ellipse_7505">
            <a:extLst>
              <a:ext uri="{FF2B5EF4-FFF2-40B4-BE49-F238E27FC236}">
                <a16:creationId xmlns:a16="http://schemas.microsoft.com/office/drawing/2014/main" id="{2E515102-B0D1-453E-BA20-34AA6AA7DDCB}"/>
              </a:ext>
            </a:extLst>
          </p:cNvPr>
          <p:cNvSpPr>
            <a:spLocks noGrp="1"/>
          </p:cNvSpPr>
          <p:nvPr/>
        </p:nvSpPr>
        <p:spPr>
          <a:xfrm>
            <a:off x="1728124" y="845009"/>
            <a:ext cx="24757" cy="24757"/>
          </a:xfrm>
          <a:prstGeom prst="ellipse">
            <a:avLst/>
          </a:prstGeom>
          <a:solidFill>
            <a:srgbClr val="B08A60">
              <a:alpha val="40000"/>
            </a:srgbClr>
          </a:solidFill>
          <a:ln w="0">
            <a:noFill/>
            <a:prstDash val="solid"/>
          </a:ln>
        </p:spPr>
      </p:sp>
      <p:sp>
        <p:nvSpPr>
          <p:cNvPr id="1992" name="LigandSeek2_vs_LigandSeek1_ellipse_7506">
            <a:extLst>
              <a:ext uri="{FF2B5EF4-FFF2-40B4-BE49-F238E27FC236}">
                <a16:creationId xmlns:a16="http://schemas.microsoft.com/office/drawing/2014/main" id="{220440D8-E57B-4D06-BC89-33D09DB75589}"/>
              </a:ext>
            </a:extLst>
          </p:cNvPr>
          <p:cNvSpPr>
            <a:spLocks noGrp="1"/>
          </p:cNvSpPr>
          <p:nvPr/>
        </p:nvSpPr>
        <p:spPr>
          <a:xfrm>
            <a:off x="1655715" y="1770593"/>
            <a:ext cx="24757" cy="24757"/>
          </a:xfrm>
          <a:prstGeom prst="ellipse">
            <a:avLst/>
          </a:prstGeom>
          <a:solidFill>
            <a:srgbClr val="B08A60">
              <a:alpha val="40000"/>
            </a:srgbClr>
          </a:solidFill>
          <a:ln w="0">
            <a:noFill/>
            <a:prstDash val="solid"/>
          </a:ln>
        </p:spPr>
      </p:sp>
      <p:sp>
        <p:nvSpPr>
          <p:cNvPr id="1993" name="LigandSeek2_vs_LigandSeek1_ellipse_7507">
            <a:extLst>
              <a:ext uri="{FF2B5EF4-FFF2-40B4-BE49-F238E27FC236}">
                <a16:creationId xmlns:a16="http://schemas.microsoft.com/office/drawing/2014/main" id="{7C0AB973-C225-42E9-BC36-112B71A87070}"/>
              </a:ext>
            </a:extLst>
          </p:cNvPr>
          <p:cNvSpPr>
            <a:spLocks noGrp="1"/>
          </p:cNvSpPr>
          <p:nvPr/>
        </p:nvSpPr>
        <p:spPr>
          <a:xfrm>
            <a:off x="1699379" y="1840589"/>
            <a:ext cx="24757" cy="24757"/>
          </a:xfrm>
          <a:prstGeom prst="ellipse">
            <a:avLst/>
          </a:prstGeom>
          <a:solidFill>
            <a:srgbClr val="B08A60">
              <a:alpha val="40000"/>
            </a:srgbClr>
          </a:solidFill>
          <a:ln w="0">
            <a:noFill/>
            <a:prstDash val="solid"/>
          </a:ln>
        </p:spPr>
      </p:sp>
      <p:sp>
        <p:nvSpPr>
          <p:cNvPr id="1994" name="LigandSeek2_vs_LigandSeek1_ellipse_7508">
            <a:extLst>
              <a:ext uri="{FF2B5EF4-FFF2-40B4-BE49-F238E27FC236}">
                <a16:creationId xmlns:a16="http://schemas.microsoft.com/office/drawing/2014/main" id="{39B1B063-118D-46FB-8A84-0DEA0BB56F57}"/>
              </a:ext>
            </a:extLst>
          </p:cNvPr>
          <p:cNvSpPr>
            <a:spLocks noGrp="1"/>
          </p:cNvSpPr>
          <p:nvPr/>
        </p:nvSpPr>
        <p:spPr>
          <a:xfrm>
            <a:off x="1671083" y="869899"/>
            <a:ext cx="24757" cy="24757"/>
          </a:xfrm>
          <a:prstGeom prst="ellipse">
            <a:avLst/>
          </a:prstGeom>
          <a:solidFill>
            <a:srgbClr val="B08A60">
              <a:alpha val="40000"/>
            </a:srgbClr>
          </a:solidFill>
          <a:ln w="0">
            <a:noFill/>
            <a:prstDash val="solid"/>
          </a:ln>
        </p:spPr>
      </p:sp>
      <p:sp>
        <p:nvSpPr>
          <p:cNvPr id="1995" name="LigandSeek2_vs_LigandSeek1_ellipse_7509">
            <a:extLst>
              <a:ext uri="{FF2B5EF4-FFF2-40B4-BE49-F238E27FC236}">
                <a16:creationId xmlns:a16="http://schemas.microsoft.com/office/drawing/2014/main" id="{2D784380-3937-4DC1-8449-E977DA30489D}"/>
              </a:ext>
            </a:extLst>
          </p:cNvPr>
          <p:cNvSpPr>
            <a:spLocks noGrp="1"/>
          </p:cNvSpPr>
          <p:nvPr/>
        </p:nvSpPr>
        <p:spPr>
          <a:xfrm>
            <a:off x="1676666" y="1629028"/>
            <a:ext cx="24757" cy="24757"/>
          </a:xfrm>
          <a:prstGeom prst="ellipse">
            <a:avLst/>
          </a:prstGeom>
          <a:solidFill>
            <a:srgbClr val="B08A60">
              <a:alpha val="40000"/>
            </a:srgbClr>
          </a:solidFill>
          <a:ln w="0">
            <a:noFill/>
            <a:prstDash val="solid"/>
          </a:ln>
        </p:spPr>
      </p:sp>
      <p:sp>
        <p:nvSpPr>
          <p:cNvPr id="1996" name="LigandSeek2_vs_LigandSeek1_ellipse_7510">
            <a:extLst>
              <a:ext uri="{FF2B5EF4-FFF2-40B4-BE49-F238E27FC236}">
                <a16:creationId xmlns:a16="http://schemas.microsoft.com/office/drawing/2014/main" id="{8FA22382-DEFF-41A3-82DF-0E01DAEDF146}"/>
              </a:ext>
            </a:extLst>
          </p:cNvPr>
          <p:cNvSpPr>
            <a:spLocks noGrp="1"/>
          </p:cNvSpPr>
          <p:nvPr/>
        </p:nvSpPr>
        <p:spPr>
          <a:xfrm>
            <a:off x="1650993" y="1890368"/>
            <a:ext cx="24757" cy="24757"/>
          </a:xfrm>
          <a:prstGeom prst="ellipse">
            <a:avLst/>
          </a:prstGeom>
          <a:solidFill>
            <a:srgbClr val="B08A60">
              <a:alpha val="40000"/>
            </a:srgbClr>
          </a:solidFill>
          <a:ln w="0">
            <a:noFill/>
            <a:prstDash val="solid"/>
          </a:ln>
        </p:spPr>
      </p:sp>
      <p:sp>
        <p:nvSpPr>
          <p:cNvPr id="1997" name="LigandSeek2_vs_LigandSeek1_ellipse_7511">
            <a:extLst>
              <a:ext uri="{FF2B5EF4-FFF2-40B4-BE49-F238E27FC236}">
                <a16:creationId xmlns:a16="http://schemas.microsoft.com/office/drawing/2014/main" id="{2B340A22-3652-4661-AFAB-C6EDDC7D186C}"/>
              </a:ext>
            </a:extLst>
          </p:cNvPr>
          <p:cNvSpPr>
            <a:spLocks noGrp="1"/>
          </p:cNvSpPr>
          <p:nvPr/>
        </p:nvSpPr>
        <p:spPr>
          <a:xfrm>
            <a:off x="1650430" y="1878236"/>
            <a:ext cx="24757" cy="24757"/>
          </a:xfrm>
          <a:prstGeom prst="ellipse">
            <a:avLst/>
          </a:prstGeom>
          <a:solidFill>
            <a:srgbClr val="B08A60">
              <a:alpha val="40000"/>
            </a:srgbClr>
          </a:solidFill>
          <a:ln w="0">
            <a:noFill/>
            <a:prstDash val="solid"/>
          </a:ln>
        </p:spPr>
      </p:sp>
      <p:sp>
        <p:nvSpPr>
          <p:cNvPr id="1998" name="LigandSeek2_vs_LigandSeek1_ellipse_7512">
            <a:extLst>
              <a:ext uri="{FF2B5EF4-FFF2-40B4-BE49-F238E27FC236}">
                <a16:creationId xmlns:a16="http://schemas.microsoft.com/office/drawing/2014/main" id="{6DF62FDE-7162-49FA-AA89-776E3F49180F}"/>
              </a:ext>
            </a:extLst>
          </p:cNvPr>
          <p:cNvSpPr>
            <a:spLocks noGrp="1"/>
          </p:cNvSpPr>
          <p:nvPr/>
        </p:nvSpPr>
        <p:spPr>
          <a:xfrm>
            <a:off x="1657513" y="1890368"/>
            <a:ext cx="24757" cy="24757"/>
          </a:xfrm>
          <a:prstGeom prst="ellipse">
            <a:avLst/>
          </a:prstGeom>
          <a:solidFill>
            <a:srgbClr val="B08A60">
              <a:alpha val="40000"/>
            </a:srgbClr>
          </a:solidFill>
          <a:ln w="0">
            <a:noFill/>
            <a:prstDash val="solid"/>
          </a:ln>
        </p:spPr>
      </p:sp>
      <p:sp>
        <p:nvSpPr>
          <p:cNvPr id="1999" name="LigandSeek2_vs_LigandSeek1_ellipse_7513">
            <a:extLst>
              <a:ext uri="{FF2B5EF4-FFF2-40B4-BE49-F238E27FC236}">
                <a16:creationId xmlns:a16="http://schemas.microsoft.com/office/drawing/2014/main" id="{CCC27259-C9A4-4D82-8180-B5E61ACB498B}"/>
              </a:ext>
            </a:extLst>
          </p:cNvPr>
          <p:cNvSpPr>
            <a:spLocks noGrp="1"/>
          </p:cNvSpPr>
          <p:nvPr/>
        </p:nvSpPr>
        <p:spPr>
          <a:xfrm>
            <a:off x="1670568" y="1890368"/>
            <a:ext cx="24757" cy="24757"/>
          </a:xfrm>
          <a:prstGeom prst="ellipse">
            <a:avLst/>
          </a:prstGeom>
          <a:solidFill>
            <a:srgbClr val="B08A60">
              <a:alpha val="40000"/>
            </a:srgbClr>
          </a:solidFill>
          <a:ln w="0">
            <a:noFill/>
            <a:prstDash val="solid"/>
          </a:ln>
        </p:spPr>
      </p:sp>
      <p:sp>
        <p:nvSpPr>
          <p:cNvPr id="2000" name="LigandSeek2_vs_LigandSeek1_ellipse_7514">
            <a:extLst>
              <a:ext uri="{FF2B5EF4-FFF2-40B4-BE49-F238E27FC236}">
                <a16:creationId xmlns:a16="http://schemas.microsoft.com/office/drawing/2014/main" id="{C322BE83-9DB0-4406-85AB-0007060BE990}"/>
              </a:ext>
            </a:extLst>
          </p:cNvPr>
          <p:cNvSpPr>
            <a:spLocks noGrp="1"/>
          </p:cNvSpPr>
          <p:nvPr/>
        </p:nvSpPr>
        <p:spPr>
          <a:xfrm>
            <a:off x="2272990" y="1890368"/>
            <a:ext cx="24757" cy="24757"/>
          </a:xfrm>
          <a:prstGeom prst="ellipse">
            <a:avLst/>
          </a:prstGeom>
          <a:solidFill>
            <a:srgbClr val="B08A60">
              <a:alpha val="40000"/>
            </a:srgbClr>
          </a:solidFill>
          <a:ln w="0">
            <a:noFill/>
            <a:prstDash val="solid"/>
          </a:ln>
        </p:spPr>
      </p:sp>
      <p:sp>
        <p:nvSpPr>
          <p:cNvPr id="2001" name="LigandSeek2_vs_LigandSeek1_ellipse_7515">
            <a:extLst>
              <a:ext uri="{FF2B5EF4-FFF2-40B4-BE49-F238E27FC236}">
                <a16:creationId xmlns:a16="http://schemas.microsoft.com/office/drawing/2014/main" id="{024F2944-FC2C-4EEF-AF86-0B3F60F314CB}"/>
              </a:ext>
            </a:extLst>
          </p:cNvPr>
          <p:cNvSpPr>
            <a:spLocks noGrp="1"/>
          </p:cNvSpPr>
          <p:nvPr/>
        </p:nvSpPr>
        <p:spPr>
          <a:xfrm>
            <a:off x="2295335" y="1890368"/>
            <a:ext cx="24757" cy="24757"/>
          </a:xfrm>
          <a:prstGeom prst="ellipse">
            <a:avLst/>
          </a:prstGeom>
          <a:solidFill>
            <a:srgbClr val="B08A60">
              <a:alpha val="40000"/>
            </a:srgbClr>
          </a:solidFill>
          <a:ln w="0">
            <a:noFill/>
            <a:prstDash val="solid"/>
          </a:ln>
        </p:spPr>
      </p:sp>
      <p:sp>
        <p:nvSpPr>
          <p:cNvPr id="2002" name="LigandSeek2_vs_LigandSeek1_ellipse_7516">
            <a:extLst>
              <a:ext uri="{FF2B5EF4-FFF2-40B4-BE49-F238E27FC236}">
                <a16:creationId xmlns:a16="http://schemas.microsoft.com/office/drawing/2014/main" id="{9302A3D8-39F6-4819-A991-0DB83662EB3E}"/>
              </a:ext>
            </a:extLst>
          </p:cNvPr>
          <p:cNvSpPr>
            <a:spLocks noGrp="1"/>
          </p:cNvSpPr>
          <p:nvPr/>
        </p:nvSpPr>
        <p:spPr>
          <a:xfrm>
            <a:off x="2282731" y="845009"/>
            <a:ext cx="24757" cy="24757"/>
          </a:xfrm>
          <a:prstGeom prst="ellipse">
            <a:avLst/>
          </a:prstGeom>
          <a:solidFill>
            <a:srgbClr val="B08A60">
              <a:alpha val="40000"/>
            </a:srgbClr>
          </a:solidFill>
          <a:ln w="0">
            <a:noFill/>
            <a:prstDash val="solid"/>
          </a:ln>
        </p:spPr>
      </p:sp>
      <p:sp>
        <p:nvSpPr>
          <p:cNvPr id="2003" name="LigandSeek2_vs_LigandSeek1_ellipse_7517">
            <a:extLst>
              <a:ext uri="{FF2B5EF4-FFF2-40B4-BE49-F238E27FC236}">
                <a16:creationId xmlns:a16="http://schemas.microsoft.com/office/drawing/2014/main" id="{3D91D6C0-B260-4B28-AF92-A3EA0097C2E1}"/>
              </a:ext>
            </a:extLst>
          </p:cNvPr>
          <p:cNvSpPr>
            <a:spLocks noGrp="1"/>
          </p:cNvSpPr>
          <p:nvPr/>
        </p:nvSpPr>
        <p:spPr>
          <a:xfrm>
            <a:off x="2324346" y="1890368"/>
            <a:ext cx="24757" cy="24757"/>
          </a:xfrm>
          <a:prstGeom prst="ellipse">
            <a:avLst/>
          </a:prstGeom>
          <a:solidFill>
            <a:srgbClr val="B08A60">
              <a:alpha val="40000"/>
            </a:srgbClr>
          </a:solidFill>
          <a:ln w="0">
            <a:noFill/>
            <a:prstDash val="solid"/>
          </a:ln>
        </p:spPr>
      </p:sp>
      <p:sp>
        <p:nvSpPr>
          <p:cNvPr id="2004" name="LigandSeek2_vs_LigandSeek1_ellipse_7518">
            <a:extLst>
              <a:ext uri="{FF2B5EF4-FFF2-40B4-BE49-F238E27FC236}">
                <a16:creationId xmlns:a16="http://schemas.microsoft.com/office/drawing/2014/main" id="{87131044-C677-442F-9A5E-F5FD41E385D2}"/>
              </a:ext>
            </a:extLst>
          </p:cNvPr>
          <p:cNvSpPr>
            <a:spLocks noGrp="1"/>
          </p:cNvSpPr>
          <p:nvPr/>
        </p:nvSpPr>
        <p:spPr>
          <a:xfrm>
            <a:off x="2276475" y="1285160"/>
            <a:ext cx="24757" cy="24757"/>
          </a:xfrm>
          <a:prstGeom prst="ellipse">
            <a:avLst/>
          </a:prstGeom>
          <a:solidFill>
            <a:srgbClr val="B08A60">
              <a:alpha val="40000"/>
            </a:srgbClr>
          </a:solidFill>
          <a:ln w="0">
            <a:noFill/>
            <a:prstDash val="solid"/>
          </a:ln>
        </p:spPr>
      </p:sp>
      <p:sp>
        <p:nvSpPr>
          <p:cNvPr id="2005" name="LigandSeek2_vs_LigandSeek1_ellipse_7519">
            <a:extLst>
              <a:ext uri="{FF2B5EF4-FFF2-40B4-BE49-F238E27FC236}">
                <a16:creationId xmlns:a16="http://schemas.microsoft.com/office/drawing/2014/main" id="{1CDB59B8-9FBB-4D7B-B6C6-3D1102212998}"/>
              </a:ext>
            </a:extLst>
          </p:cNvPr>
          <p:cNvSpPr>
            <a:spLocks noGrp="1"/>
          </p:cNvSpPr>
          <p:nvPr/>
        </p:nvSpPr>
        <p:spPr>
          <a:xfrm>
            <a:off x="2325694" y="1890368"/>
            <a:ext cx="24757" cy="24757"/>
          </a:xfrm>
          <a:prstGeom prst="ellipse">
            <a:avLst/>
          </a:prstGeom>
          <a:solidFill>
            <a:srgbClr val="B08A60">
              <a:alpha val="40000"/>
            </a:srgbClr>
          </a:solidFill>
          <a:ln w="0">
            <a:noFill/>
            <a:prstDash val="solid"/>
          </a:ln>
        </p:spPr>
      </p:sp>
      <p:sp>
        <p:nvSpPr>
          <p:cNvPr id="2006" name="LigandSeek2_vs_LigandSeek1_ellipse_7520">
            <a:extLst>
              <a:ext uri="{FF2B5EF4-FFF2-40B4-BE49-F238E27FC236}">
                <a16:creationId xmlns:a16="http://schemas.microsoft.com/office/drawing/2014/main" id="{7873EB97-2B9F-4E69-B367-0F0BB352249D}"/>
              </a:ext>
            </a:extLst>
          </p:cNvPr>
          <p:cNvSpPr>
            <a:spLocks noGrp="1"/>
          </p:cNvSpPr>
          <p:nvPr/>
        </p:nvSpPr>
        <p:spPr>
          <a:xfrm>
            <a:off x="2264234" y="845009"/>
            <a:ext cx="24757" cy="24757"/>
          </a:xfrm>
          <a:prstGeom prst="ellipse">
            <a:avLst/>
          </a:prstGeom>
          <a:solidFill>
            <a:srgbClr val="B08A60">
              <a:alpha val="40000"/>
            </a:srgbClr>
          </a:solidFill>
          <a:ln w="0">
            <a:noFill/>
            <a:prstDash val="solid"/>
          </a:ln>
        </p:spPr>
      </p:sp>
      <p:sp>
        <p:nvSpPr>
          <p:cNvPr id="2007" name="LigandSeek2_vs_LigandSeek1_ellipse_7521">
            <a:extLst>
              <a:ext uri="{FF2B5EF4-FFF2-40B4-BE49-F238E27FC236}">
                <a16:creationId xmlns:a16="http://schemas.microsoft.com/office/drawing/2014/main" id="{DCA06CDF-D2C8-40E7-8C87-9461C1047DB2}"/>
              </a:ext>
            </a:extLst>
          </p:cNvPr>
          <p:cNvSpPr>
            <a:spLocks noGrp="1"/>
          </p:cNvSpPr>
          <p:nvPr/>
        </p:nvSpPr>
        <p:spPr>
          <a:xfrm>
            <a:off x="2317537" y="845009"/>
            <a:ext cx="24757" cy="24757"/>
          </a:xfrm>
          <a:prstGeom prst="ellipse">
            <a:avLst/>
          </a:prstGeom>
          <a:solidFill>
            <a:srgbClr val="B08A60">
              <a:alpha val="40000"/>
            </a:srgbClr>
          </a:solidFill>
          <a:ln w="0">
            <a:noFill/>
            <a:prstDash val="solid"/>
          </a:ln>
        </p:spPr>
      </p:sp>
      <p:sp>
        <p:nvSpPr>
          <p:cNvPr id="2008" name="LigandSeek2_vs_LigandSeek1_ellipse_7522">
            <a:extLst>
              <a:ext uri="{FF2B5EF4-FFF2-40B4-BE49-F238E27FC236}">
                <a16:creationId xmlns:a16="http://schemas.microsoft.com/office/drawing/2014/main" id="{984C5131-1965-463B-826F-1FF819950CCC}"/>
              </a:ext>
            </a:extLst>
          </p:cNvPr>
          <p:cNvSpPr>
            <a:spLocks noGrp="1"/>
          </p:cNvSpPr>
          <p:nvPr/>
        </p:nvSpPr>
        <p:spPr>
          <a:xfrm>
            <a:off x="2340163" y="1709172"/>
            <a:ext cx="24757" cy="24757"/>
          </a:xfrm>
          <a:prstGeom prst="ellipse">
            <a:avLst/>
          </a:prstGeom>
          <a:solidFill>
            <a:srgbClr val="B08A60">
              <a:alpha val="40000"/>
            </a:srgbClr>
          </a:solidFill>
          <a:ln w="0">
            <a:noFill/>
            <a:prstDash val="solid"/>
          </a:ln>
        </p:spPr>
      </p:sp>
      <p:sp>
        <p:nvSpPr>
          <p:cNvPr id="2009" name="LigandSeek2_vs_LigandSeek1_ellipse_7523">
            <a:extLst>
              <a:ext uri="{FF2B5EF4-FFF2-40B4-BE49-F238E27FC236}">
                <a16:creationId xmlns:a16="http://schemas.microsoft.com/office/drawing/2014/main" id="{35628853-AE2A-45B6-A2E6-F25A40A987B8}"/>
              </a:ext>
            </a:extLst>
          </p:cNvPr>
          <p:cNvSpPr>
            <a:spLocks noGrp="1"/>
          </p:cNvSpPr>
          <p:nvPr/>
        </p:nvSpPr>
        <p:spPr>
          <a:xfrm>
            <a:off x="2294083" y="845009"/>
            <a:ext cx="24757" cy="24757"/>
          </a:xfrm>
          <a:prstGeom prst="ellipse">
            <a:avLst/>
          </a:prstGeom>
          <a:solidFill>
            <a:srgbClr val="B08A60">
              <a:alpha val="40000"/>
            </a:srgbClr>
          </a:solidFill>
          <a:ln w="0">
            <a:noFill/>
            <a:prstDash val="solid"/>
          </a:ln>
        </p:spPr>
      </p:sp>
      <p:sp>
        <p:nvSpPr>
          <p:cNvPr id="2010" name="LigandSeek2_vs_LigandSeek1_ellipse_7524">
            <a:extLst>
              <a:ext uri="{FF2B5EF4-FFF2-40B4-BE49-F238E27FC236}">
                <a16:creationId xmlns:a16="http://schemas.microsoft.com/office/drawing/2014/main" id="{80CAEE8F-5A05-4A7D-BE04-52BAB3E9EE52}"/>
              </a:ext>
            </a:extLst>
          </p:cNvPr>
          <p:cNvSpPr>
            <a:spLocks noGrp="1"/>
          </p:cNvSpPr>
          <p:nvPr/>
        </p:nvSpPr>
        <p:spPr>
          <a:xfrm>
            <a:off x="2304363" y="1890368"/>
            <a:ext cx="24757" cy="24757"/>
          </a:xfrm>
          <a:prstGeom prst="ellipse">
            <a:avLst/>
          </a:prstGeom>
          <a:solidFill>
            <a:srgbClr val="B08A60">
              <a:alpha val="40000"/>
            </a:srgbClr>
          </a:solidFill>
          <a:ln w="0">
            <a:noFill/>
            <a:prstDash val="solid"/>
          </a:ln>
        </p:spPr>
      </p:sp>
      <p:sp>
        <p:nvSpPr>
          <p:cNvPr id="2011" name="LigandSeek2_vs_LigandSeek1_ellipse_7525">
            <a:extLst>
              <a:ext uri="{FF2B5EF4-FFF2-40B4-BE49-F238E27FC236}">
                <a16:creationId xmlns:a16="http://schemas.microsoft.com/office/drawing/2014/main" id="{D8BE3DD1-1A9D-4BF5-BB9E-4EE66EA4C4F5}"/>
              </a:ext>
            </a:extLst>
          </p:cNvPr>
          <p:cNvSpPr>
            <a:spLocks noGrp="1"/>
          </p:cNvSpPr>
          <p:nvPr/>
        </p:nvSpPr>
        <p:spPr>
          <a:xfrm>
            <a:off x="2302991" y="1035414"/>
            <a:ext cx="24757" cy="24757"/>
          </a:xfrm>
          <a:prstGeom prst="ellipse">
            <a:avLst/>
          </a:prstGeom>
          <a:solidFill>
            <a:srgbClr val="B08A60">
              <a:alpha val="40000"/>
            </a:srgbClr>
          </a:solidFill>
          <a:ln w="0">
            <a:noFill/>
            <a:prstDash val="solid"/>
          </a:ln>
        </p:spPr>
      </p:sp>
      <p:sp>
        <p:nvSpPr>
          <p:cNvPr id="2012" name="LigandSeek2_vs_LigandSeek1_ellipse_7526">
            <a:extLst>
              <a:ext uri="{FF2B5EF4-FFF2-40B4-BE49-F238E27FC236}">
                <a16:creationId xmlns:a16="http://schemas.microsoft.com/office/drawing/2014/main" id="{F03E5C1E-0E29-4D99-9838-6B7404B061C1}"/>
              </a:ext>
            </a:extLst>
          </p:cNvPr>
          <p:cNvSpPr>
            <a:spLocks noGrp="1"/>
          </p:cNvSpPr>
          <p:nvPr/>
        </p:nvSpPr>
        <p:spPr>
          <a:xfrm>
            <a:off x="2324234" y="1173053"/>
            <a:ext cx="24757" cy="24757"/>
          </a:xfrm>
          <a:prstGeom prst="ellipse">
            <a:avLst/>
          </a:prstGeom>
          <a:solidFill>
            <a:srgbClr val="B08A60">
              <a:alpha val="40000"/>
            </a:srgbClr>
          </a:solidFill>
          <a:ln w="0">
            <a:noFill/>
            <a:prstDash val="solid"/>
          </a:ln>
        </p:spPr>
      </p:sp>
      <p:sp>
        <p:nvSpPr>
          <p:cNvPr id="2013" name="LigandSeek2_vs_LigandSeek1_ellipse_7527">
            <a:extLst>
              <a:ext uri="{FF2B5EF4-FFF2-40B4-BE49-F238E27FC236}">
                <a16:creationId xmlns:a16="http://schemas.microsoft.com/office/drawing/2014/main" id="{FD669C05-0548-46A3-A1DE-56CD61CE438D}"/>
              </a:ext>
            </a:extLst>
          </p:cNvPr>
          <p:cNvSpPr>
            <a:spLocks noGrp="1"/>
          </p:cNvSpPr>
          <p:nvPr/>
        </p:nvSpPr>
        <p:spPr>
          <a:xfrm>
            <a:off x="2289844" y="1574582"/>
            <a:ext cx="24757" cy="24757"/>
          </a:xfrm>
          <a:prstGeom prst="ellipse">
            <a:avLst/>
          </a:prstGeom>
          <a:solidFill>
            <a:srgbClr val="B08A60">
              <a:alpha val="40000"/>
            </a:srgbClr>
          </a:solidFill>
          <a:ln w="0">
            <a:noFill/>
            <a:prstDash val="solid"/>
          </a:ln>
        </p:spPr>
      </p:sp>
      <p:sp>
        <p:nvSpPr>
          <p:cNvPr id="2014" name="LigandSeek2_vs_LigandSeek1_ellipse_7528">
            <a:extLst>
              <a:ext uri="{FF2B5EF4-FFF2-40B4-BE49-F238E27FC236}">
                <a16:creationId xmlns:a16="http://schemas.microsoft.com/office/drawing/2014/main" id="{5CCD0B29-1C1A-408A-B6A7-E2D7348CBF43}"/>
              </a:ext>
            </a:extLst>
          </p:cNvPr>
          <p:cNvSpPr>
            <a:spLocks noGrp="1"/>
          </p:cNvSpPr>
          <p:nvPr/>
        </p:nvSpPr>
        <p:spPr>
          <a:xfrm>
            <a:off x="2294457" y="1803254"/>
            <a:ext cx="24757" cy="24757"/>
          </a:xfrm>
          <a:prstGeom prst="ellipse">
            <a:avLst/>
          </a:prstGeom>
          <a:solidFill>
            <a:srgbClr val="B08A60">
              <a:alpha val="40000"/>
            </a:srgbClr>
          </a:solidFill>
          <a:ln w="0">
            <a:noFill/>
            <a:prstDash val="solid"/>
          </a:ln>
        </p:spPr>
      </p:sp>
      <p:sp>
        <p:nvSpPr>
          <p:cNvPr id="2015" name="LigandSeek2_vs_LigandSeek1_ellipse_7529">
            <a:extLst>
              <a:ext uri="{FF2B5EF4-FFF2-40B4-BE49-F238E27FC236}">
                <a16:creationId xmlns:a16="http://schemas.microsoft.com/office/drawing/2014/main" id="{F7710E20-1D7A-4E6B-AF5F-93D48E4E2F93}"/>
              </a:ext>
            </a:extLst>
          </p:cNvPr>
          <p:cNvSpPr>
            <a:spLocks noGrp="1"/>
          </p:cNvSpPr>
          <p:nvPr/>
        </p:nvSpPr>
        <p:spPr>
          <a:xfrm>
            <a:off x="2321915" y="1367688"/>
            <a:ext cx="24757" cy="24757"/>
          </a:xfrm>
          <a:prstGeom prst="ellipse">
            <a:avLst/>
          </a:prstGeom>
          <a:solidFill>
            <a:srgbClr val="B08A60">
              <a:alpha val="40000"/>
            </a:srgbClr>
          </a:solidFill>
          <a:ln w="0">
            <a:noFill/>
            <a:prstDash val="solid"/>
          </a:ln>
        </p:spPr>
      </p:sp>
      <p:sp>
        <p:nvSpPr>
          <p:cNvPr id="2016" name="LigandSeek2_vs_LigandSeek1_ellipse_7530">
            <a:extLst>
              <a:ext uri="{FF2B5EF4-FFF2-40B4-BE49-F238E27FC236}">
                <a16:creationId xmlns:a16="http://schemas.microsoft.com/office/drawing/2014/main" id="{041F1E38-68A3-4530-B8E9-D89DA505988B}"/>
              </a:ext>
            </a:extLst>
          </p:cNvPr>
          <p:cNvSpPr>
            <a:spLocks noGrp="1"/>
          </p:cNvSpPr>
          <p:nvPr/>
        </p:nvSpPr>
        <p:spPr>
          <a:xfrm>
            <a:off x="2321759" y="1890368"/>
            <a:ext cx="24757" cy="24757"/>
          </a:xfrm>
          <a:prstGeom prst="ellipse">
            <a:avLst/>
          </a:prstGeom>
          <a:solidFill>
            <a:srgbClr val="B08A60">
              <a:alpha val="40000"/>
            </a:srgbClr>
          </a:solidFill>
          <a:ln w="0">
            <a:noFill/>
            <a:prstDash val="solid"/>
          </a:ln>
        </p:spPr>
      </p:sp>
      <p:sp>
        <p:nvSpPr>
          <p:cNvPr id="2017" name="LigandSeek2_vs_LigandSeek1_ellipse_7531">
            <a:extLst>
              <a:ext uri="{FF2B5EF4-FFF2-40B4-BE49-F238E27FC236}">
                <a16:creationId xmlns:a16="http://schemas.microsoft.com/office/drawing/2014/main" id="{982F1E6F-1323-46F2-B9E6-04B2DDD733DA}"/>
              </a:ext>
            </a:extLst>
          </p:cNvPr>
          <p:cNvSpPr>
            <a:spLocks noGrp="1"/>
          </p:cNvSpPr>
          <p:nvPr/>
        </p:nvSpPr>
        <p:spPr>
          <a:xfrm>
            <a:off x="2334117" y="1367688"/>
            <a:ext cx="24757" cy="24757"/>
          </a:xfrm>
          <a:prstGeom prst="ellipse">
            <a:avLst/>
          </a:prstGeom>
          <a:solidFill>
            <a:srgbClr val="B08A60">
              <a:alpha val="40000"/>
            </a:srgbClr>
          </a:solidFill>
          <a:ln w="0">
            <a:noFill/>
            <a:prstDash val="solid"/>
          </a:ln>
        </p:spPr>
      </p:sp>
      <p:sp>
        <p:nvSpPr>
          <p:cNvPr id="2018" name="LigandSeek2_vs_LigandSeek1_ellipse_7532">
            <a:extLst>
              <a:ext uri="{FF2B5EF4-FFF2-40B4-BE49-F238E27FC236}">
                <a16:creationId xmlns:a16="http://schemas.microsoft.com/office/drawing/2014/main" id="{FC119126-AC72-4B64-A0E9-A01A04E12243}"/>
              </a:ext>
            </a:extLst>
          </p:cNvPr>
          <p:cNvSpPr>
            <a:spLocks noGrp="1"/>
          </p:cNvSpPr>
          <p:nvPr/>
        </p:nvSpPr>
        <p:spPr>
          <a:xfrm>
            <a:off x="2284841" y="900210"/>
            <a:ext cx="24757" cy="24757"/>
          </a:xfrm>
          <a:prstGeom prst="ellipse">
            <a:avLst/>
          </a:prstGeom>
          <a:solidFill>
            <a:srgbClr val="B08A60">
              <a:alpha val="40000"/>
            </a:srgbClr>
          </a:solidFill>
          <a:ln w="0">
            <a:noFill/>
            <a:prstDash val="solid"/>
          </a:ln>
        </p:spPr>
      </p:sp>
      <p:sp>
        <p:nvSpPr>
          <p:cNvPr id="2019" name="LigandSeek2_vs_LigandSeek1_ellipse_7533">
            <a:extLst>
              <a:ext uri="{FF2B5EF4-FFF2-40B4-BE49-F238E27FC236}">
                <a16:creationId xmlns:a16="http://schemas.microsoft.com/office/drawing/2014/main" id="{5295CE16-F4E0-48E5-B351-B5841DA487F4}"/>
              </a:ext>
            </a:extLst>
          </p:cNvPr>
          <p:cNvSpPr>
            <a:spLocks noGrp="1"/>
          </p:cNvSpPr>
          <p:nvPr/>
        </p:nvSpPr>
        <p:spPr>
          <a:xfrm>
            <a:off x="2317851" y="1629028"/>
            <a:ext cx="24757" cy="24757"/>
          </a:xfrm>
          <a:prstGeom prst="ellipse">
            <a:avLst/>
          </a:prstGeom>
          <a:solidFill>
            <a:srgbClr val="B08A60">
              <a:alpha val="40000"/>
            </a:srgbClr>
          </a:solidFill>
          <a:ln w="0">
            <a:noFill/>
            <a:prstDash val="solid"/>
          </a:ln>
        </p:spPr>
      </p:sp>
      <p:sp>
        <p:nvSpPr>
          <p:cNvPr id="2020" name="LigandSeek2_vs_LigandSeek1_ellipse_7534">
            <a:extLst>
              <a:ext uri="{FF2B5EF4-FFF2-40B4-BE49-F238E27FC236}">
                <a16:creationId xmlns:a16="http://schemas.microsoft.com/office/drawing/2014/main" id="{3F99C667-CEB2-406B-9221-3BC806612315}"/>
              </a:ext>
            </a:extLst>
          </p:cNvPr>
          <p:cNvSpPr>
            <a:spLocks noGrp="1"/>
          </p:cNvSpPr>
          <p:nvPr/>
        </p:nvSpPr>
        <p:spPr>
          <a:xfrm>
            <a:off x="2343940" y="1875849"/>
            <a:ext cx="24757" cy="24757"/>
          </a:xfrm>
          <a:prstGeom prst="ellipse">
            <a:avLst/>
          </a:prstGeom>
          <a:solidFill>
            <a:srgbClr val="B08A60">
              <a:alpha val="40000"/>
            </a:srgbClr>
          </a:solidFill>
          <a:ln w="0">
            <a:noFill/>
            <a:prstDash val="solid"/>
          </a:ln>
        </p:spPr>
      </p:sp>
      <p:sp>
        <p:nvSpPr>
          <p:cNvPr id="2021" name="LigandSeek2_vs_LigandSeek1_ellipse_7535">
            <a:extLst>
              <a:ext uri="{FF2B5EF4-FFF2-40B4-BE49-F238E27FC236}">
                <a16:creationId xmlns:a16="http://schemas.microsoft.com/office/drawing/2014/main" id="{2BFADC34-C90F-4FC2-84E0-FFF7FE49524A}"/>
              </a:ext>
            </a:extLst>
          </p:cNvPr>
          <p:cNvSpPr>
            <a:spLocks noGrp="1"/>
          </p:cNvSpPr>
          <p:nvPr/>
        </p:nvSpPr>
        <p:spPr>
          <a:xfrm>
            <a:off x="2287865" y="1629028"/>
            <a:ext cx="24757" cy="24757"/>
          </a:xfrm>
          <a:prstGeom prst="ellipse">
            <a:avLst/>
          </a:prstGeom>
          <a:solidFill>
            <a:srgbClr val="B08A60">
              <a:alpha val="40000"/>
            </a:srgbClr>
          </a:solidFill>
          <a:ln w="0">
            <a:noFill/>
            <a:prstDash val="solid"/>
          </a:ln>
        </p:spPr>
      </p:sp>
      <p:sp>
        <p:nvSpPr>
          <p:cNvPr id="2022" name="LigandSeek2_vs_LigandSeek1_ellipse_7536">
            <a:extLst>
              <a:ext uri="{FF2B5EF4-FFF2-40B4-BE49-F238E27FC236}">
                <a16:creationId xmlns:a16="http://schemas.microsoft.com/office/drawing/2014/main" id="{03C0B945-9428-4A07-B20B-21D82F01C28E}"/>
              </a:ext>
            </a:extLst>
          </p:cNvPr>
          <p:cNvSpPr>
            <a:spLocks noGrp="1"/>
          </p:cNvSpPr>
          <p:nvPr/>
        </p:nvSpPr>
        <p:spPr>
          <a:xfrm>
            <a:off x="2261890" y="1890368"/>
            <a:ext cx="24757" cy="24757"/>
          </a:xfrm>
          <a:prstGeom prst="ellipse">
            <a:avLst/>
          </a:prstGeom>
          <a:solidFill>
            <a:srgbClr val="B08A60">
              <a:alpha val="40000"/>
            </a:srgbClr>
          </a:solidFill>
          <a:ln w="0">
            <a:noFill/>
            <a:prstDash val="solid"/>
          </a:ln>
        </p:spPr>
      </p:sp>
      <p:sp>
        <p:nvSpPr>
          <p:cNvPr id="2023" name="LigandSeek2_vs_LigandSeek1_ellipse_7537">
            <a:extLst>
              <a:ext uri="{FF2B5EF4-FFF2-40B4-BE49-F238E27FC236}">
                <a16:creationId xmlns:a16="http://schemas.microsoft.com/office/drawing/2014/main" id="{17B294B9-D3E8-42F7-9BBC-0246907D905F}"/>
              </a:ext>
            </a:extLst>
          </p:cNvPr>
          <p:cNvSpPr>
            <a:spLocks noGrp="1"/>
          </p:cNvSpPr>
          <p:nvPr/>
        </p:nvSpPr>
        <p:spPr>
          <a:xfrm>
            <a:off x="2270567" y="1237019"/>
            <a:ext cx="24757" cy="24757"/>
          </a:xfrm>
          <a:prstGeom prst="ellipse">
            <a:avLst/>
          </a:prstGeom>
          <a:solidFill>
            <a:srgbClr val="B08A60">
              <a:alpha val="40000"/>
            </a:srgbClr>
          </a:solidFill>
          <a:ln w="0">
            <a:noFill/>
            <a:prstDash val="solid"/>
          </a:ln>
        </p:spPr>
      </p:sp>
      <p:sp>
        <p:nvSpPr>
          <p:cNvPr id="2024" name="LigandSeek2_vs_LigandSeek1_ellipse_7538">
            <a:extLst>
              <a:ext uri="{FF2B5EF4-FFF2-40B4-BE49-F238E27FC236}">
                <a16:creationId xmlns:a16="http://schemas.microsoft.com/office/drawing/2014/main" id="{EC3D4CC7-299D-4BD1-A7A1-9D7C39F4BF8B}"/>
              </a:ext>
            </a:extLst>
          </p:cNvPr>
          <p:cNvSpPr>
            <a:spLocks noGrp="1"/>
          </p:cNvSpPr>
          <p:nvPr/>
        </p:nvSpPr>
        <p:spPr>
          <a:xfrm>
            <a:off x="2274627" y="1890368"/>
            <a:ext cx="24757" cy="24757"/>
          </a:xfrm>
          <a:prstGeom prst="ellipse">
            <a:avLst/>
          </a:prstGeom>
          <a:solidFill>
            <a:srgbClr val="B08A60">
              <a:alpha val="40000"/>
            </a:srgbClr>
          </a:solidFill>
          <a:ln w="0">
            <a:noFill/>
            <a:prstDash val="solid"/>
          </a:ln>
        </p:spPr>
      </p:sp>
      <p:sp>
        <p:nvSpPr>
          <p:cNvPr id="2025" name="LigandSeek2_vs_LigandSeek1_ellipse_7539">
            <a:extLst>
              <a:ext uri="{FF2B5EF4-FFF2-40B4-BE49-F238E27FC236}">
                <a16:creationId xmlns:a16="http://schemas.microsoft.com/office/drawing/2014/main" id="{B273D406-59A3-4664-9A66-7BFB85628D4A}"/>
              </a:ext>
            </a:extLst>
          </p:cNvPr>
          <p:cNvSpPr>
            <a:spLocks noGrp="1"/>
          </p:cNvSpPr>
          <p:nvPr/>
        </p:nvSpPr>
        <p:spPr>
          <a:xfrm>
            <a:off x="2341703" y="1890368"/>
            <a:ext cx="24757" cy="24757"/>
          </a:xfrm>
          <a:prstGeom prst="ellipse">
            <a:avLst/>
          </a:prstGeom>
          <a:solidFill>
            <a:srgbClr val="B08A60">
              <a:alpha val="40000"/>
            </a:srgbClr>
          </a:solidFill>
          <a:ln w="0">
            <a:noFill/>
            <a:prstDash val="solid"/>
          </a:ln>
        </p:spPr>
      </p:sp>
      <p:sp>
        <p:nvSpPr>
          <p:cNvPr id="2026" name="LigandSeek2_vs_LigandSeek1_ellipse_7540">
            <a:extLst>
              <a:ext uri="{FF2B5EF4-FFF2-40B4-BE49-F238E27FC236}">
                <a16:creationId xmlns:a16="http://schemas.microsoft.com/office/drawing/2014/main" id="{2C69FA55-10AD-4619-858E-658D405155D3}"/>
              </a:ext>
            </a:extLst>
          </p:cNvPr>
          <p:cNvSpPr>
            <a:spLocks noGrp="1"/>
          </p:cNvSpPr>
          <p:nvPr/>
        </p:nvSpPr>
        <p:spPr>
          <a:xfrm>
            <a:off x="2297581" y="1803254"/>
            <a:ext cx="24757" cy="24757"/>
          </a:xfrm>
          <a:prstGeom prst="ellipse">
            <a:avLst/>
          </a:prstGeom>
          <a:solidFill>
            <a:srgbClr val="B08A60">
              <a:alpha val="40000"/>
            </a:srgbClr>
          </a:solidFill>
          <a:ln w="0">
            <a:noFill/>
            <a:prstDash val="solid"/>
          </a:ln>
        </p:spPr>
      </p:sp>
      <p:sp>
        <p:nvSpPr>
          <p:cNvPr id="2027" name="LigandSeek2_vs_LigandSeek1_ellipse_7541">
            <a:extLst>
              <a:ext uri="{FF2B5EF4-FFF2-40B4-BE49-F238E27FC236}">
                <a16:creationId xmlns:a16="http://schemas.microsoft.com/office/drawing/2014/main" id="{0FCFD971-886F-4390-A701-D4FE8D8045DC}"/>
              </a:ext>
            </a:extLst>
          </p:cNvPr>
          <p:cNvSpPr>
            <a:spLocks noGrp="1"/>
          </p:cNvSpPr>
          <p:nvPr/>
        </p:nvSpPr>
        <p:spPr>
          <a:xfrm>
            <a:off x="2308120" y="1890368"/>
            <a:ext cx="24757" cy="24757"/>
          </a:xfrm>
          <a:prstGeom prst="ellipse">
            <a:avLst/>
          </a:prstGeom>
          <a:solidFill>
            <a:srgbClr val="B08A60">
              <a:alpha val="40000"/>
            </a:srgbClr>
          </a:solidFill>
          <a:ln w="0">
            <a:noFill/>
            <a:prstDash val="solid"/>
          </a:ln>
        </p:spPr>
      </p:sp>
      <p:sp>
        <p:nvSpPr>
          <p:cNvPr id="2028" name="LigandSeek2_vs_LigandSeek1_ellipse_7542">
            <a:extLst>
              <a:ext uri="{FF2B5EF4-FFF2-40B4-BE49-F238E27FC236}">
                <a16:creationId xmlns:a16="http://schemas.microsoft.com/office/drawing/2014/main" id="{0793B7EB-2EEB-4FC7-919E-AE6720D7D197}"/>
              </a:ext>
            </a:extLst>
          </p:cNvPr>
          <p:cNvSpPr>
            <a:spLocks noGrp="1"/>
          </p:cNvSpPr>
          <p:nvPr/>
        </p:nvSpPr>
        <p:spPr>
          <a:xfrm>
            <a:off x="2287459" y="1741031"/>
            <a:ext cx="24757" cy="24757"/>
          </a:xfrm>
          <a:prstGeom prst="ellipse">
            <a:avLst/>
          </a:prstGeom>
          <a:solidFill>
            <a:srgbClr val="B08A60">
              <a:alpha val="40000"/>
            </a:srgbClr>
          </a:solidFill>
          <a:ln w="0">
            <a:noFill/>
            <a:prstDash val="solid"/>
          </a:ln>
        </p:spPr>
      </p:sp>
      <p:sp>
        <p:nvSpPr>
          <p:cNvPr id="2029" name="LigandSeek2_vs_LigandSeek1_ellipse_7543">
            <a:extLst>
              <a:ext uri="{FF2B5EF4-FFF2-40B4-BE49-F238E27FC236}">
                <a16:creationId xmlns:a16="http://schemas.microsoft.com/office/drawing/2014/main" id="{73A58AB1-7B1E-493F-BC30-1905E7E2E051}"/>
              </a:ext>
            </a:extLst>
          </p:cNvPr>
          <p:cNvSpPr>
            <a:spLocks noGrp="1"/>
          </p:cNvSpPr>
          <p:nvPr/>
        </p:nvSpPr>
        <p:spPr>
          <a:xfrm>
            <a:off x="2305303" y="845009"/>
            <a:ext cx="24757" cy="24757"/>
          </a:xfrm>
          <a:prstGeom prst="ellipse">
            <a:avLst/>
          </a:prstGeom>
          <a:solidFill>
            <a:srgbClr val="B08A60">
              <a:alpha val="40000"/>
            </a:srgbClr>
          </a:solidFill>
          <a:ln w="0">
            <a:noFill/>
            <a:prstDash val="solid"/>
          </a:ln>
        </p:spPr>
      </p:sp>
      <p:sp>
        <p:nvSpPr>
          <p:cNvPr id="2030" name="LigandSeek2_vs_LigandSeek1_ellipse_7544">
            <a:extLst>
              <a:ext uri="{FF2B5EF4-FFF2-40B4-BE49-F238E27FC236}">
                <a16:creationId xmlns:a16="http://schemas.microsoft.com/office/drawing/2014/main" id="{F7C0DB9A-B6EA-4F66-9F00-40F30AF2E4B4}"/>
              </a:ext>
            </a:extLst>
          </p:cNvPr>
          <p:cNvSpPr>
            <a:spLocks noGrp="1"/>
          </p:cNvSpPr>
          <p:nvPr/>
        </p:nvSpPr>
        <p:spPr>
          <a:xfrm>
            <a:off x="2344954" y="1890368"/>
            <a:ext cx="24757" cy="24757"/>
          </a:xfrm>
          <a:prstGeom prst="ellipse">
            <a:avLst/>
          </a:prstGeom>
          <a:solidFill>
            <a:srgbClr val="B08A60">
              <a:alpha val="40000"/>
            </a:srgbClr>
          </a:solidFill>
          <a:ln w="0">
            <a:noFill/>
            <a:prstDash val="solid"/>
          </a:ln>
        </p:spPr>
      </p:sp>
      <p:sp>
        <p:nvSpPr>
          <p:cNvPr id="2031" name="LigandSeek2_vs_LigandSeek1_ellipse_7545">
            <a:extLst>
              <a:ext uri="{FF2B5EF4-FFF2-40B4-BE49-F238E27FC236}">
                <a16:creationId xmlns:a16="http://schemas.microsoft.com/office/drawing/2014/main" id="{B15A1383-1203-4B9E-848E-F4DE3B2A7221}"/>
              </a:ext>
            </a:extLst>
          </p:cNvPr>
          <p:cNvSpPr>
            <a:spLocks noGrp="1"/>
          </p:cNvSpPr>
          <p:nvPr/>
        </p:nvSpPr>
        <p:spPr>
          <a:xfrm>
            <a:off x="2343206" y="1869440"/>
            <a:ext cx="24757" cy="24757"/>
          </a:xfrm>
          <a:prstGeom prst="ellipse">
            <a:avLst/>
          </a:prstGeom>
          <a:solidFill>
            <a:srgbClr val="B08A60">
              <a:alpha val="40000"/>
            </a:srgbClr>
          </a:solidFill>
          <a:ln w="0">
            <a:noFill/>
            <a:prstDash val="solid"/>
          </a:ln>
        </p:spPr>
      </p:sp>
      <p:sp>
        <p:nvSpPr>
          <p:cNvPr id="2032" name="LigandSeek2_vs_LigandSeek1_ellipse_7546">
            <a:extLst>
              <a:ext uri="{FF2B5EF4-FFF2-40B4-BE49-F238E27FC236}">
                <a16:creationId xmlns:a16="http://schemas.microsoft.com/office/drawing/2014/main" id="{E905C11C-2513-4310-AA5B-85C056AD3A0E}"/>
              </a:ext>
            </a:extLst>
          </p:cNvPr>
          <p:cNvSpPr>
            <a:spLocks noGrp="1"/>
          </p:cNvSpPr>
          <p:nvPr/>
        </p:nvSpPr>
        <p:spPr>
          <a:xfrm>
            <a:off x="2325204" y="1890368"/>
            <a:ext cx="24757" cy="24757"/>
          </a:xfrm>
          <a:prstGeom prst="ellipse">
            <a:avLst/>
          </a:prstGeom>
          <a:solidFill>
            <a:srgbClr val="B08A60">
              <a:alpha val="40000"/>
            </a:srgbClr>
          </a:solidFill>
          <a:ln w="0">
            <a:noFill/>
            <a:prstDash val="solid"/>
          </a:ln>
        </p:spPr>
      </p:sp>
      <p:sp>
        <p:nvSpPr>
          <p:cNvPr id="2033" name="LigandSeek2_vs_LigandSeek1_ellipse_7547">
            <a:extLst>
              <a:ext uri="{FF2B5EF4-FFF2-40B4-BE49-F238E27FC236}">
                <a16:creationId xmlns:a16="http://schemas.microsoft.com/office/drawing/2014/main" id="{609379B5-1F6B-4FF7-AA51-DDA9271A6F8E}"/>
              </a:ext>
            </a:extLst>
          </p:cNvPr>
          <p:cNvSpPr>
            <a:spLocks noGrp="1"/>
          </p:cNvSpPr>
          <p:nvPr/>
        </p:nvSpPr>
        <p:spPr>
          <a:xfrm>
            <a:off x="2294445" y="1629028"/>
            <a:ext cx="24757" cy="24757"/>
          </a:xfrm>
          <a:prstGeom prst="ellipse">
            <a:avLst/>
          </a:prstGeom>
          <a:solidFill>
            <a:srgbClr val="B08A60">
              <a:alpha val="40000"/>
            </a:srgbClr>
          </a:solidFill>
          <a:ln w="0">
            <a:noFill/>
            <a:prstDash val="solid"/>
          </a:ln>
        </p:spPr>
      </p:sp>
      <p:sp>
        <p:nvSpPr>
          <p:cNvPr id="2034" name="LigandSeek2_vs_LigandSeek1_ellipse_7548">
            <a:extLst>
              <a:ext uri="{FF2B5EF4-FFF2-40B4-BE49-F238E27FC236}">
                <a16:creationId xmlns:a16="http://schemas.microsoft.com/office/drawing/2014/main" id="{8E566661-39C0-42A4-8096-4E343D756317}"/>
              </a:ext>
            </a:extLst>
          </p:cNvPr>
          <p:cNvSpPr>
            <a:spLocks noGrp="1"/>
          </p:cNvSpPr>
          <p:nvPr/>
        </p:nvSpPr>
        <p:spPr>
          <a:xfrm>
            <a:off x="2322956" y="1890368"/>
            <a:ext cx="24757" cy="24757"/>
          </a:xfrm>
          <a:prstGeom prst="ellipse">
            <a:avLst/>
          </a:prstGeom>
          <a:solidFill>
            <a:srgbClr val="B08A60">
              <a:alpha val="40000"/>
            </a:srgbClr>
          </a:solidFill>
          <a:ln w="0">
            <a:noFill/>
            <a:prstDash val="solid"/>
          </a:ln>
        </p:spPr>
      </p:sp>
      <p:sp>
        <p:nvSpPr>
          <p:cNvPr id="2035" name="LigandSeek2_vs_LigandSeek1_ellipse_7549">
            <a:extLst>
              <a:ext uri="{FF2B5EF4-FFF2-40B4-BE49-F238E27FC236}">
                <a16:creationId xmlns:a16="http://schemas.microsoft.com/office/drawing/2014/main" id="{B6DFB62E-27CB-4B18-99CB-EABAE9A93503}"/>
              </a:ext>
            </a:extLst>
          </p:cNvPr>
          <p:cNvSpPr>
            <a:spLocks noGrp="1"/>
          </p:cNvSpPr>
          <p:nvPr/>
        </p:nvSpPr>
        <p:spPr>
          <a:xfrm>
            <a:off x="2282750" y="1890368"/>
            <a:ext cx="24757" cy="24757"/>
          </a:xfrm>
          <a:prstGeom prst="ellipse">
            <a:avLst/>
          </a:prstGeom>
          <a:solidFill>
            <a:srgbClr val="B08A60">
              <a:alpha val="40000"/>
            </a:srgbClr>
          </a:solidFill>
          <a:ln w="0">
            <a:noFill/>
            <a:prstDash val="solid"/>
          </a:ln>
        </p:spPr>
      </p:sp>
      <p:sp>
        <p:nvSpPr>
          <p:cNvPr id="2036" name="LigandSeek2_vs_LigandSeek1_ellipse_7550">
            <a:extLst>
              <a:ext uri="{FF2B5EF4-FFF2-40B4-BE49-F238E27FC236}">
                <a16:creationId xmlns:a16="http://schemas.microsoft.com/office/drawing/2014/main" id="{95D8E404-9E37-4D51-A758-6F3746FEE665}"/>
              </a:ext>
            </a:extLst>
          </p:cNvPr>
          <p:cNvSpPr>
            <a:spLocks noGrp="1"/>
          </p:cNvSpPr>
          <p:nvPr/>
        </p:nvSpPr>
        <p:spPr>
          <a:xfrm>
            <a:off x="2265656" y="1890368"/>
            <a:ext cx="24757" cy="24757"/>
          </a:xfrm>
          <a:prstGeom prst="ellipse">
            <a:avLst/>
          </a:prstGeom>
          <a:solidFill>
            <a:srgbClr val="B08A60">
              <a:alpha val="40000"/>
            </a:srgbClr>
          </a:solidFill>
          <a:ln w="0">
            <a:noFill/>
            <a:prstDash val="solid"/>
          </a:ln>
        </p:spPr>
      </p:sp>
      <p:sp>
        <p:nvSpPr>
          <p:cNvPr id="2037" name="LigandSeek2_vs_LigandSeek1_ellipse_7551">
            <a:extLst>
              <a:ext uri="{FF2B5EF4-FFF2-40B4-BE49-F238E27FC236}">
                <a16:creationId xmlns:a16="http://schemas.microsoft.com/office/drawing/2014/main" id="{3678D324-666B-4645-83FD-3ED2F20D7622}"/>
              </a:ext>
            </a:extLst>
          </p:cNvPr>
          <p:cNvSpPr>
            <a:spLocks noGrp="1"/>
          </p:cNvSpPr>
          <p:nvPr/>
        </p:nvSpPr>
        <p:spPr>
          <a:xfrm>
            <a:off x="2344050" y="845009"/>
            <a:ext cx="24757" cy="24757"/>
          </a:xfrm>
          <a:prstGeom prst="ellipse">
            <a:avLst/>
          </a:prstGeom>
          <a:solidFill>
            <a:srgbClr val="B08A60">
              <a:alpha val="40000"/>
            </a:srgbClr>
          </a:solidFill>
          <a:ln w="0">
            <a:noFill/>
            <a:prstDash val="solid"/>
          </a:ln>
        </p:spPr>
      </p:sp>
      <p:sp>
        <p:nvSpPr>
          <p:cNvPr id="2038" name="LigandSeek2_vs_LigandSeek1_ellipse_7552">
            <a:extLst>
              <a:ext uri="{FF2B5EF4-FFF2-40B4-BE49-F238E27FC236}">
                <a16:creationId xmlns:a16="http://schemas.microsoft.com/office/drawing/2014/main" id="{A5FDAAAF-849B-47D8-8F02-6195E1BEA4AD}"/>
              </a:ext>
            </a:extLst>
          </p:cNvPr>
          <p:cNvSpPr>
            <a:spLocks noGrp="1"/>
          </p:cNvSpPr>
          <p:nvPr/>
        </p:nvSpPr>
        <p:spPr>
          <a:xfrm>
            <a:off x="2321112" y="1367688"/>
            <a:ext cx="24757" cy="24757"/>
          </a:xfrm>
          <a:prstGeom prst="ellipse">
            <a:avLst/>
          </a:prstGeom>
          <a:solidFill>
            <a:srgbClr val="B08A60">
              <a:alpha val="40000"/>
            </a:srgbClr>
          </a:solidFill>
          <a:ln w="0">
            <a:noFill/>
            <a:prstDash val="solid"/>
          </a:ln>
        </p:spPr>
      </p:sp>
      <p:sp>
        <p:nvSpPr>
          <p:cNvPr id="2039" name="LigandSeek2_vs_LigandSeek1_ellipse_7553">
            <a:extLst>
              <a:ext uri="{FF2B5EF4-FFF2-40B4-BE49-F238E27FC236}">
                <a16:creationId xmlns:a16="http://schemas.microsoft.com/office/drawing/2014/main" id="{D6CF4170-5180-4AB9-9E33-C8EC28108041}"/>
              </a:ext>
            </a:extLst>
          </p:cNvPr>
          <p:cNvSpPr>
            <a:spLocks noGrp="1"/>
          </p:cNvSpPr>
          <p:nvPr/>
        </p:nvSpPr>
        <p:spPr>
          <a:xfrm>
            <a:off x="2302409" y="975679"/>
            <a:ext cx="24757" cy="24757"/>
          </a:xfrm>
          <a:prstGeom prst="ellipse">
            <a:avLst/>
          </a:prstGeom>
          <a:solidFill>
            <a:srgbClr val="B08A60">
              <a:alpha val="40000"/>
            </a:srgbClr>
          </a:solidFill>
          <a:ln w="0">
            <a:noFill/>
            <a:prstDash val="solid"/>
          </a:ln>
        </p:spPr>
      </p:sp>
      <p:sp>
        <p:nvSpPr>
          <p:cNvPr id="2040" name="LigandSeek2_vs_LigandSeek1_ellipse_7554">
            <a:extLst>
              <a:ext uri="{FF2B5EF4-FFF2-40B4-BE49-F238E27FC236}">
                <a16:creationId xmlns:a16="http://schemas.microsoft.com/office/drawing/2014/main" id="{5A0A8DEE-4664-4A4C-A684-9448BEBECC4C}"/>
              </a:ext>
            </a:extLst>
          </p:cNvPr>
          <p:cNvSpPr>
            <a:spLocks noGrp="1"/>
          </p:cNvSpPr>
          <p:nvPr/>
        </p:nvSpPr>
        <p:spPr>
          <a:xfrm>
            <a:off x="2341522" y="1890368"/>
            <a:ext cx="24757" cy="24757"/>
          </a:xfrm>
          <a:prstGeom prst="ellipse">
            <a:avLst/>
          </a:prstGeom>
          <a:solidFill>
            <a:srgbClr val="B08A60">
              <a:alpha val="40000"/>
            </a:srgbClr>
          </a:solidFill>
          <a:ln w="0">
            <a:noFill/>
            <a:prstDash val="solid"/>
          </a:ln>
        </p:spPr>
      </p:sp>
      <p:sp>
        <p:nvSpPr>
          <p:cNvPr id="2041" name="LigandSeek2_vs_LigandSeek1_ellipse_7555">
            <a:extLst>
              <a:ext uri="{FF2B5EF4-FFF2-40B4-BE49-F238E27FC236}">
                <a16:creationId xmlns:a16="http://schemas.microsoft.com/office/drawing/2014/main" id="{4FAC8F9F-56E8-4B49-815E-61FB4DBFBAED}"/>
              </a:ext>
            </a:extLst>
          </p:cNvPr>
          <p:cNvSpPr>
            <a:spLocks noGrp="1"/>
          </p:cNvSpPr>
          <p:nvPr/>
        </p:nvSpPr>
        <p:spPr>
          <a:xfrm>
            <a:off x="2339854" y="1628406"/>
            <a:ext cx="24757" cy="24757"/>
          </a:xfrm>
          <a:prstGeom prst="ellipse">
            <a:avLst/>
          </a:prstGeom>
          <a:solidFill>
            <a:srgbClr val="B08A60">
              <a:alpha val="40000"/>
            </a:srgbClr>
          </a:solidFill>
          <a:ln w="0">
            <a:noFill/>
            <a:prstDash val="solid"/>
          </a:ln>
        </p:spPr>
      </p:sp>
      <p:sp>
        <p:nvSpPr>
          <p:cNvPr id="2042" name="LigandSeek2_vs_LigandSeek1_ellipse_7556">
            <a:extLst>
              <a:ext uri="{FF2B5EF4-FFF2-40B4-BE49-F238E27FC236}">
                <a16:creationId xmlns:a16="http://schemas.microsoft.com/office/drawing/2014/main" id="{FC6402EF-1459-427A-8DF6-547F53ECBCF7}"/>
              </a:ext>
            </a:extLst>
          </p:cNvPr>
          <p:cNvSpPr>
            <a:spLocks noGrp="1"/>
          </p:cNvSpPr>
          <p:nvPr/>
        </p:nvSpPr>
        <p:spPr>
          <a:xfrm>
            <a:off x="2345326" y="1890368"/>
            <a:ext cx="24757" cy="24757"/>
          </a:xfrm>
          <a:prstGeom prst="ellipse">
            <a:avLst/>
          </a:prstGeom>
          <a:solidFill>
            <a:srgbClr val="B08A60">
              <a:alpha val="40000"/>
            </a:srgbClr>
          </a:solidFill>
          <a:ln w="0">
            <a:noFill/>
            <a:prstDash val="solid"/>
          </a:ln>
        </p:spPr>
      </p:sp>
      <p:sp>
        <p:nvSpPr>
          <p:cNvPr id="2043" name="LigandSeek2_vs_LigandSeek1_ellipse_7557">
            <a:extLst>
              <a:ext uri="{FF2B5EF4-FFF2-40B4-BE49-F238E27FC236}">
                <a16:creationId xmlns:a16="http://schemas.microsoft.com/office/drawing/2014/main" id="{C7E65D30-40DB-497F-A50E-A8D7F7A0115F}"/>
              </a:ext>
            </a:extLst>
          </p:cNvPr>
          <p:cNvSpPr>
            <a:spLocks noGrp="1"/>
          </p:cNvSpPr>
          <p:nvPr/>
        </p:nvSpPr>
        <p:spPr>
          <a:xfrm>
            <a:off x="2279773" y="1890368"/>
            <a:ext cx="24757" cy="24757"/>
          </a:xfrm>
          <a:prstGeom prst="ellipse">
            <a:avLst/>
          </a:prstGeom>
          <a:solidFill>
            <a:srgbClr val="B08A60">
              <a:alpha val="40000"/>
            </a:srgbClr>
          </a:solidFill>
          <a:ln w="0">
            <a:noFill/>
            <a:prstDash val="solid"/>
          </a:ln>
        </p:spPr>
      </p:sp>
      <p:sp>
        <p:nvSpPr>
          <p:cNvPr id="2044" name="LigandSeek2_vs_LigandSeek1_ellipse_7558">
            <a:extLst>
              <a:ext uri="{FF2B5EF4-FFF2-40B4-BE49-F238E27FC236}">
                <a16:creationId xmlns:a16="http://schemas.microsoft.com/office/drawing/2014/main" id="{9D73AB42-1BE8-40C9-BA49-D2A3B2025D4B}"/>
              </a:ext>
            </a:extLst>
          </p:cNvPr>
          <p:cNvSpPr>
            <a:spLocks noGrp="1"/>
          </p:cNvSpPr>
          <p:nvPr/>
        </p:nvSpPr>
        <p:spPr>
          <a:xfrm>
            <a:off x="2343345" y="1890368"/>
            <a:ext cx="24757" cy="24757"/>
          </a:xfrm>
          <a:prstGeom prst="ellipse">
            <a:avLst/>
          </a:prstGeom>
          <a:solidFill>
            <a:srgbClr val="B08A60">
              <a:alpha val="40000"/>
            </a:srgbClr>
          </a:solidFill>
          <a:ln w="0">
            <a:noFill/>
            <a:prstDash val="solid"/>
          </a:ln>
        </p:spPr>
      </p:sp>
      <p:sp>
        <p:nvSpPr>
          <p:cNvPr id="2045" name="LigandSeek2_vs_LigandSeek1_ellipse_7559">
            <a:extLst>
              <a:ext uri="{FF2B5EF4-FFF2-40B4-BE49-F238E27FC236}">
                <a16:creationId xmlns:a16="http://schemas.microsoft.com/office/drawing/2014/main" id="{15F4A8F6-BD97-48CE-93E1-87D6D4CDA3BF}"/>
              </a:ext>
            </a:extLst>
          </p:cNvPr>
          <p:cNvSpPr>
            <a:spLocks noGrp="1"/>
          </p:cNvSpPr>
          <p:nvPr/>
        </p:nvSpPr>
        <p:spPr>
          <a:xfrm>
            <a:off x="2305328" y="1541915"/>
            <a:ext cx="24757" cy="24757"/>
          </a:xfrm>
          <a:prstGeom prst="ellipse">
            <a:avLst/>
          </a:prstGeom>
          <a:solidFill>
            <a:srgbClr val="B08A60">
              <a:alpha val="40000"/>
            </a:srgbClr>
          </a:solidFill>
          <a:ln w="0">
            <a:noFill/>
            <a:prstDash val="solid"/>
          </a:ln>
        </p:spPr>
      </p:sp>
      <p:sp>
        <p:nvSpPr>
          <p:cNvPr id="2046" name="LigandSeek2_vs_LigandSeek1_ellipse_7560">
            <a:extLst>
              <a:ext uri="{FF2B5EF4-FFF2-40B4-BE49-F238E27FC236}">
                <a16:creationId xmlns:a16="http://schemas.microsoft.com/office/drawing/2014/main" id="{E998559A-F195-419A-A692-206FBB8C63D5}"/>
              </a:ext>
            </a:extLst>
          </p:cNvPr>
          <p:cNvSpPr>
            <a:spLocks noGrp="1"/>
          </p:cNvSpPr>
          <p:nvPr/>
        </p:nvSpPr>
        <p:spPr>
          <a:xfrm>
            <a:off x="2326670" y="1585471"/>
            <a:ext cx="24757" cy="24757"/>
          </a:xfrm>
          <a:prstGeom prst="ellipse">
            <a:avLst/>
          </a:prstGeom>
          <a:solidFill>
            <a:srgbClr val="B08A60">
              <a:alpha val="40000"/>
            </a:srgbClr>
          </a:solidFill>
          <a:ln w="0">
            <a:noFill/>
            <a:prstDash val="solid"/>
          </a:ln>
        </p:spPr>
      </p:sp>
      <p:sp>
        <p:nvSpPr>
          <p:cNvPr id="2047" name="LigandSeek2_vs_LigandSeek1_ellipse_7561">
            <a:extLst>
              <a:ext uri="{FF2B5EF4-FFF2-40B4-BE49-F238E27FC236}">
                <a16:creationId xmlns:a16="http://schemas.microsoft.com/office/drawing/2014/main" id="{C49999E8-C07C-441F-9CE8-282AF2200C76}"/>
              </a:ext>
            </a:extLst>
          </p:cNvPr>
          <p:cNvSpPr>
            <a:spLocks noGrp="1"/>
          </p:cNvSpPr>
          <p:nvPr/>
        </p:nvSpPr>
        <p:spPr>
          <a:xfrm>
            <a:off x="2329134" y="1890368"/>
            <a:ext cx="24757" cy="24757"/>
          </a:xfrm>
          <a:prstGeom prst="ellipse">
            <a:avLst/>
          </a:prstGeom>
          <a:solidFill>
            <a:srgbClr val="B08A60">
              <a:alpha val="40000"/>
            </a:srgbClr>
          </a:solidFill>
          <a:ln w="0">
            <a:noFill/>
            <a:prstDash val="solid"/>
          </a:ln>
        </p:spPr>
      </p:sp>
      <p:sp>
        <p:nvSpPr>
          <p:cNvPr id="2048" name="LigandSeek2_vs_LigandSeek1_ellipse_7562">
            <a:extLst>
              <a:ext uri="{FF2B5EF4-FFF2-40B4-BE49-F238E27FC236}">
                <a16:creationId xmlns:a16="http://schemas.microsoft.com/office/drawing/2014/main" id="{52AFF536-C986-4F90-AFD2-C986EC32D7D6}"/>
              </a:ext>
            </a:extLst>
          </p:cNvPr>
          <p:cNvSpPr>
            <a:spLocks noGrp="1"/>
          </p:cNvSpPr>
          <p:nvPr/>
        </p:nvSpPr>
        <p:spPr>
          <a:xfrm>
            <a:off x="2297318" y="1629028"/>
            <a:ext cx="24757" cy="24757"/>
          </a:xfrm>
          <a:prstGeom prst="ellipse">
            <a:avLst/>
          </a:prstGeom>
          <a:solidFill>
            <a:srgbClr val="B08A60">
              <a:alpha val="40000"/>
            </a:srgbClr>
          </a:solidFill>
          <a:ln w="0">
            <a:noFill/>
            <a:prstDash val="solid"/>
          </a:ln>
        </p:spPr>
      </p:sp>
      <p:sp>
        <p:nvSpPr>
          <p:cNvPr id="2049" name="LigandSeek2_vs_LigandSeek1_ellipse_7563">
            <a:extLst>
              <a:ext uri="{FF2B5EF4-FFF2-40B4-BE49-F238E27FC236}">
                <a16:creationId xmlns:a16="http://schemas.microsoft.com/office/drawing/2014/main" id="{D00DCB62-3F83-4961-8BFF-1FA58EE50E1D}"/>
              </a:ext>
            </a:extLst>
          </p:cNvPr>
          <p:cNvSpPr>
            <a:spLocks noGrp="1"/>
          </p:cNvSpPr>
          <p:nvPr/>
        </p:nvSpPr>
        <p:spPr>
          <a:xfrm>
            <a:off x="2290666" y="1707430"/>
            <a:ext cx="24757" cy="24757"/>
          </a:xfrm>
          <a:prstGeom prst="ellipse">
            <a:avLst/>
          </a:prstGeom>
          <a:solidFill>
            <a:srgbClr val="B08A60">
              <a:alpha val="40000"/>
            </a:srgbClr>
          </a:solidFill>
          <a:ln w="0">
            <a:noFill/>
            <a:prstDash val="solid"/>
          </a:ln>
        </p:spPr>
      </p:sp>
      <p:sp>
        <p:nvSpPr>
          <p:cNvPr id="2050" name="LigandSeek2_vs_LigandSeek1_ellipse_7564">
            <a:extLst>
              <a:ext uri="{FF2B5EF4-FFF2-40B4-BE49-F238E27FC236}">
                <a16:creationId xmlns:a16="http://schemas.microsoft.com/office/drawing/2014/main" id="{16AF1022-6280-4FC3-BE9C-F17554A1BE7F}"/>
              </a:ext>
            </a:extLst>
          </p:cNvPr>
          <p:cNvSpPr>
            <a:spLocks noGrp="1"/>
          </p:cNvSpPr>
          <p:nvPr/>
        </p:nvSpPr>
        <p:spPr>
          <a:xfrm>
            <a:off x="2317242" y="1847900"/>
            <a:ext cx="24757" cy="24757"/>
          </a:xfrm>
          <a:prstGeom prst="ellipse">
            <a:avLst/>
          </a:prstGeom>
          <a:solidFill>
            <a:srgbClr val="B08A60">
              <a:alpha val="40000"/>
            </a:srgbClr>
          </a:solidFill>
          <a:ln w="0">
            <a:noFill/>
            <a:prstDash val="solid"/>
          </a:ln>
        </p:spPr>
      </p:sp>
      <p:sp>
        <p:nvSpPr>
          <p:cNvPr id="2051" name="LigandSeek2_vs_LigandSeek1_ellipse_7565">
            <a:extLst>
              <a:ext uri="{FF2B5EF4-FFF2-40B4-BE49-F238E27FC236}">
                <a16:creationId xmlns:a16="http://schemas.microsoft.com/office/drawing/2014/main" id="{140DFF35-CB44-4A68-B652-E3130E2C5506}"/>
              </a:ext>
            </a:extLst>
          </p:cNvPr>
          <p:cNvSpPr>
            <a:spLocks noGrp="1"/>
          </p:cNvSpPr>
          <p:nvPr/>
        </p:nvSpPr>
        <p:spPr>
          <a:xfrm>
            <a:off x="2299065" y="1890368"/>
            <a:ext cx="24757" cy="24757"/>
          </a:xfrm>
          <a:prstGeom prst="ellipse">
            <a:avLst/>
          </a:prstGeom>
          <a:solidFill>
            <a:srgbClr val="B08A60">
              <a:alpha val="40000"/>
            </a:srgbClr>
          </a:solidFill>
          <a:ln w="0">
            <a:noFill/>
            <a:prstDash val="solid"/>
          </a:ln>
        </p:spPr>
      </p:sp>
      <p:sp>
        <p:nvSpPr>
          <p:cNvPr id="2052" name="LigandSeek2_vs_LigandSeek1_ellipse_7566">
            <a:extLst>
              <a:ext uri="{FF2B5EF4-FFF2-40B4-BE49-F238E27FC236}">
                <a16:creationId xmlns:a16="http://schemas.microsoft.com/office/drawing/2014/main" id="{D577EB72-B93B-4E22-8FE9-5333DE26C98A}"/>
              </a:ext>
            </a:extLst>
          </p:cNvPr>
          <p:cNvSpPr>
            <a:spLocks noGrp="1"/>
          </p:cNvSpPr>
          <p:nvPr/>
        </p:nvSpPr>
        <p:spPr>
          <a:xfrm>
            <a:off x="2284745" y="1886524"/>
            <a:ext cx="24757" cy="24757"/>
          </a:xfrm>
          <a:prstGeom prst="ellipse">
            <a:avLst/>
          </a:prstGeom>
          <a:solidFill>
            <a:srgbClr val="B08A60">
              <a:alpha val="40000"/>
            </a:srgbClr>
          </a:solidFill>
          <a:ln w="0">
            <a:noFill/>
            <a:prstDash val="solid"/>
          </a:ln>
        </p:spPr>
      </p:sp>
      <p:sp>
        <p:nvSpPr>
          <p:cNvPr id="2053" name="LigandSeek2_vs_LigandSeek1_ellipse_7567">
            <a:extLst>
              <a:ext uri="{FF2B5EF4-FFF2-40B4-BE49-F238E27FC236}">
                <a16:creationId xmlns:a16="http://schemas.microsoft.com/office/drawing/2014/main" id="{225FDA5A-A915-4C9F-A91B-0474D0A84747}"/>
              </a:ext>
            </a:extLst>
          </p:cNvPr>
          <p:cNvSpPr>
            <a:spLocks noGrp="1"/>
          </p:cNvSpPr>
          <p:nvPr/>
        </p:nvSpPr>
        <p:spPr>
          <a:xfrm>
            <a:off x="2312037" y="1822855"/>
            <a:ext cx="24757" cy="24757"/>
          </a:xfrm>
          <a:prstGeom prst="ellipse">
            <a:avLst/>
          </a:prstGeom>
          <a:solidFill>
            <a:srgbClr val="B08A60">
              <a:alpha val="40000"/>
            </a:srgbClr>
          </a:solidFill>
          <a:ln w="0">
            <a:noFill/>
            <a:prstDash val="solid"/>
          </a:ln>
        </p:spPr>
      </p:sp>
      <p:sp>
        <p:nvSpPr>
          <p:cNvPr id="2054" name="LigandSeek2_vs_LigandSeek1_ellipse_7568">
            <a:extLst>
              <a:ext uri="{FF2B5EF4-FFF2-40B4-BE49-F238E27FC236}">
                <a16:creationId xmlns:a16="http://schemas.microsoft.com/office/drawing/2014/main" id="{0147CF0E-FFA4-4E3F-B17F-59DA3C93E12B}"/>
              </a:ext>
            </a:extLst>
          </p:cNvPr>
          <p:cNvSpPr>
            <a:spLocks noGrp="1"/>
          </p:cNvSpPr>
          <p:nvPr/>
        </p:nvSpPr>
        <p:spPr>
          <a:xfrm>
            <a:off x="2289920" y="1890368"/>
            <a:ext cx="24757" cy="24757"/>
          </a:xfrm>
          <a:prstGeom prst="ellipse">
            <a:avLst/>
          </a:prstGeom>
          <a:solidFill>
            <a:srgbClr val="B08A60">
              <a:alpha val="40000"/>
            </a:srgbClr>
          </a:solidFill>
          <a:ln w="0">
            <a:noFill/>
            <a:prstDash val="solid"/>
          </a:ln>
        </p:spPr>
      </p:sp>
      <p:sp>
        <p:nvSpPr>
          <p:cNvPr id="2055" name="LigandSeek2_vs_LigandSeek1_ellipse_7569">
            <a:extLst>
              <a:ext uri="{FF2B5EF4-FFF2-40B4-BE49-F238E27FC236}">
                <a16:creationId xmlns:a16="http://schemas.microsoft.com/office/drawing/2014/main" id="{DED7FC83-B542-49CE-A6B1-CA77F9018355}"/>
              </a:ext>
            </a:extLst>
          </p:cNvPr>
          <p:cNvSpPr>
            <a:spLocks noGrp="1"/>
          </p:cNvSpPr>
          <p:nvPr/>
        </p:nvSpPr>
        <p:spPr>
          <a:xfrm>
            <a:off x="2310582" y="1808094"/>
            <a:ext cx="24757" cy="24757"/>
          </a:xfrm>
          <a:prstGeom prst="ellipse">
            <a:avLst/>
          </a:prstGeom>
          <a:solidFill>
            <a:srgbClr val="B08A60">
              <a:alpha val="40000"/>
            </a:srgbClr>
          </a:solidFill>
          <a:ln w="0">
            <a:noFill/>
            <a:prstDash val="solid"/>
          </a:ln>
        </p:spPr>
      </p:sp>
      <p:sp>
        <p:nvSpPr>
          <p:cNvPr id="2056" name="LigandSeek2_vs_LigandSeek1_ellipse_7570">
            <a:extLst>
              <a:ext uri="{FF2B5EF4-FFF2-40B4-BE49-F238E27FC236}">
                <a16:creationId xmlns:a16="http://schemas.microsoft.com/office/drawing/2014/main" id="{9FCD3FA2-404B-4556-B791-99F1ACE86ED0}"/>
              </a:ext>
            </a:extLst>
          </p:cNvPr>
          <p:cNvSpPr>
            <a:spLocks noGrp="1"/>
          </p:cNvSpPr>
          <p:nvPr/>
        </p:nvSpPr>
        <p:spPr>
          <a:xfrm>
            <a:off x="2328698" y="1741031"/>
            <a:ext cx="24757" cy="24757"/>
          </a:xfrm>
          <a:prstGeom prst="ellipse">
            <a:avLst/>
          </a:prstGeom>
          <a:solidFill>
            <a:srgbClr val="B08A60">
              <a:alpha val="40000"/>
            </a:srgbClr>
          </a:solidFill>
          <a:ln w="0">
            <a:noFill/>
            <a:prstDash val="solid"/>
          </a:ln>
        </p:spPr>
      </p:sp>
      <p:sp>
        <p:nvSpPr>
          <p:cNvPr id="2057" name="LigandSeek2_vs_LigandSeek1_ellipse_7571">
            <a:extLst>
              <a:ext uri="{FF2B5EF4-FFF2-40B4-BE49-F238E27FC236}">
                <a16:creationId xmlns:a16="http://schemas.microsoft.com/office/drawing/2014/main" id="{3E68FF3A-4B63-4B6E-BBCC-89E701CF26BE}"/>
              </a:ext>
            </a:extLst>
          </p:cNvPr>
          <p:cNvSpPr>
            <a:spLocks noGrp="1"/>
          </p:cNvSpPr>
          <p:nvPr/>
        </p:nvSpPr>
        <p:spPr>
          <a:xfrm>
            <a:off x="2270743" y="1106349"/>
            <a:ext cx="24757" cy="24757"/>
          </a:xfrm>
          <a:prstGeom prst="ellipse">
            <a:avLst/>
          </a:prstGeom>
          <a:solidFill>
            <a:srgbClr val="B08A60">
              <a:alpha val="40000"/>
            </a:srgbClr>
          </a:solidFill>
          <a:ln w="0">
            <a:noFill/>
            <a:prstDash val="solid"/>
          </a:ln>
        </p:spPr>
      </p:sp>
      <p:sp>
        <p:nvSpPr>
          <p:cNvPr id="2058" name="LigandSeek2_vs_LigandSeek1_ellipse_7572">
            <a:extLst>
              <a:ext uri="{FF2B5EF4-FFF2-40B4-BE49-F238E27FC236}">
                <a16:creationId xmlns:a16="http://schemas.microsoft.com/office/drawing/2014/main" id="{FEE2CD27-83B3-41CB-9D3C-52D1A4A54532}"/>
              </a:ext>
            </a:extLst>
          </p:cNvPr>
          <p:cNvSpPr>
            <a:spLocks noGrp="1"/>
          </p:cNvSpPr>
          <p:nvPr/>
        </p:nvSpPr>
        <p:spPr>
          <a:xfrm>
            <a:off x="2335042" y="1840461"/>
            <a:ext cx="24757" cy="24757"/>
          </a:xfrm>
          <a:prstGeom prst="ellipse">
            <a:avLst/>
          </a:prstGeom>
          <a:solidFill>
            <a:srgbClr val="B08A60">
              <a:alpha val="40000"/>
            </a:srgbClr>
          </a:solidFill>
          <a:ln w="0">
            <a:noFill/>
            <a:prstDash val="solid"/>
          </a:ln>
        </p:spPr>
      </p:sp>
      <p:sp>
        <p:nvSpPr>
          <p:cNvPr id="2059" name="LigandSeek2_vs_LigandSeek1_ellipse_7573">
            <a:extLst>
              <a:ext uri="{FF2B5EF4-FFF2-40B4-BE49-F238E27FC236}">
                <a16:creationId xmlns:a16="http://schemas.microsoft.com/office/drawing/2014/main" id="{B293AC06-3856-43B3-9482-01B1E436873B}"/>
              </a:ext>
            </a:extLst>
          </p:cNvPr>
          <p:cNvSpPr>
            <a:spLocks noGrp="1"/>
          </p:cNvSpPr>
          <p:nvPr/>
        </p:nvSpPr>
        <p:spPr>
          <a:xfrm>
            <a:off x="2283170" y="1541915"/>
            <a:ext cx="24757" cy="24757"/>
          </a:xfrm>
          <a:prstGeom prst="ellipse">
            <a:avLst/>
          </a:prstGeom>
          <a:solidFill>
            <a:srgbClr val="B08A60">
              <a:alpha val="40000"/>
            </a:srgbClr>
          </a:solidFill>
          <a:ln w="0">
            <a:noFill/>
            <a:prstDash val="solid"/>
          </a:ln>
        </p:spPr>
      </p:sp>
      <p:sp>
        <p:nvSpPr>
          <p:cNvPr id="2060" name="LigandSeek2_vs_LigandSeek1_ellipse_7574">
            <a:extLst>
              <a:ext uri="{FF2B5EF4-FFF2-40B4-BE49-F238E27FC236}">
                <a16:creationId xmlns:a16="http://schemas.microsoft.com/office/drawing/2014/main" id="{D2DE5EC0-CB55-4BE3-83AD-0816AAE10200}"/>
              </a:ext>
            </a:extLst>
          </p:cNvPr>
          <p:cNvSpPr>
            <a:spLocks noGrp="1"/>
          </p:cNvSpPr>
          <p:nvPr/>
        </p:nvSpPr>
        <p:spPr>
          <a:xfrm>
            <a:off x="2297064" y="845009"/>
            <a:ext cx="24757" cy="24757"/>
          </a:xfrm>
          <a:prstGeom prst="ellipse">
            <a:avLst/>
          </a:prstGeom>
          <a:solidFill>
            <a:srgbClr val="B08A60">
              <a:alpha val="40000"/>
            </a:srgbClr>
          </a:solidFill>
          <a:ln w="0">
            <a:noFill/>
            <a:prstDash val="solid"/>
          </a:ln>
        </p:spPr>
      </p:sp>
      <p:sp>
        <p:nvSpPr>
          <p:cNvPr id="2061" name="LigandSeek2_vs_LigandSeek1_ellipse_7575">
            <a:extLst>
              <a:ext uri="{FF2B5EF4-FFF2-40B4-BE49-F238E27FC236}">
                <a16:creationId xmlns:a16="http://schemas.microsoft.com/office/drawing/2014/main" id="{0F436EC4-BAEF-4FF4-AD9A-0629AFABC5E5}"/>
              </a:ext>
            </a:extLst>
          </p:cNvPr>
          <p:cNvSpPr>
            <a:spLocks noGrp="1"/>
          </p:cNvSpPr>
          <p:nvPr/>
        </p:nvSpPr>
        <p:spPr>
          <a:xfrm>
            <a:off x="2312894" y="1890368"/>
            <a:ext cx="24757" cy="24757"/>
          </a:xfrm>
          <a:prstGeom prst="ellipse">
            <a:avLst/>
          </a:prstGeom>
          <a:solidFill>
            <a:srgbClr val="B08A60">
              <a:alpha val="40000"/>
            </a:srgbClr>
          </a:solidFill>
          <a:ln w="0">
            <a:noFill/>
            <a:prstDash val="solid"/>
          </a:ln>
        </p:spPr>
      </p:sp>
      <p:sp>
        <p:nvSpPr>
          <p:cNvPr id="2062" name="LigandSeek2_vs_LigandSeek1_ellipse_7576">
            <a:extLst>
              <a:ext uri="{FF2B5EF4-FFF2-40B4-BE49-F238E27FC236}">
                <a16:creationId xmlns:a16="http://schemas.microsoft.com/office/drawing/2014/main" id="{8F805857-B198-44E1-AECA-4D08B3EB795C}"/>
              </a:ext>
            </a:extLst>
          </p:cNvPr>
          <p:cNvSpPr>
            <a:spLocks noGrp="1"/>
          </p:cNvSpPr>
          <p:nvPr/>
        </p:nvSpPr>
        <p:spPr>
          <a:xfrm>
            <a:off x="2288879" y="1890368"/>
            <a:ext cx="24757" cy="24757"/>
          </a:xfrm>
          <a:prstGeom prst="ellipse">
            <a:avLst/>
          </a:prstGeom>
          <a:solidFill>
            <a:srgbClr val="B08A60">
              <a:alpha val="40000"/>
            </a:srgbClr>
          </a:solidFill>
          <a:ln w="0">
            <a:noFill/>
            <a:prstDash val="solid"/>
          </a:ln>
        </p:spPr>
      </p:sp>
      <p:sp>
        <p:nvSpPr>
          <p:cNvPr id="2063" name="LigandSeek2_vs_LigandSeek1_ellipse_7577">
            <a:extLst>
              <a:ext uri="{FF2B5EF4-FFF2-40B4-BE49-F238E27FC236}">
                <a16:creationId xmlns:a16="http://schemas.microsoft.com/office/drawing/2014/main" id="{FA4B34E2-45FD-4258-9ABE-23AABA81E91E}"/>
              </a:ext>
            </a:extLst>
          </p:cNvPr>
          <p:cNvSpPr>
            <a:spLocks noGrp="1"/>
          </p:cNvSpPr>
          <p:nvPr/>
        </p:nvSpPr>
        <p:spPr>
          <a:xfrm>
            <a:off x="2333006" y="1890368"/>
            <a:ext cx="24757" cy="24757"/>
          </a:xfrm>
          <a:prstGeom prst="ellipse">
            <a:avLst/>
          </a:prstGeom>
          <a:solidFill>
            <a:srgbClr val="B08A60">
              <a:alpha val="40000"/>
            </a:srgbClr>
          </a:solidFill>
          <a:ln w="0">
            <a:noFill/>
            <a:prstDash val="solid"/>
          </a:ln>
        </p:spPr>
      </p:sp>
      <p:sp>
        <p:nvSpPr>
          <p:cNvPr id="2064" name="LigandSeek2_vs_LigandSeek1_ellipse_7578">
            <a:extLst>
              <a:ext uri="{FF2B5EF4-FFF2-40B4-BE49-F238E27FC236}">
                <a16:creationId xmlns:a16="http://schemas.microsoft.com/office/drawing/2014/main" id="{72AB2332-255F-48DD-A600-DF2F72CE31A7}"/>
              </a:ext>
            </a:extLst>
          </p:cNvPr>
          <p:cNvSpPr>
            <a:spLocks noGrp="1"/>
          </p:cNvSpPr>
          <p:nvPr/>
        </p:nvSpPr>
        <p:spPr>
          <a:xfrm>
            <a:off x="2312178" y="1890368"/>
            <a:ext cx="24757" cy="24757"/>
          </a:xfrm>
          <a:prstGeom prst="ellipse">
            <a:avLst/>
          </a:prstGeom>
          <a:solidFill>
            <a:srgbClr val="B08A60">
              <a:alpha val="40000"/>
            </a:srgbClr>
          </a:solidFill>
          <a:ln w="0">
            <a:noFill/>
            <a:prstDash val="solid"/>
          </a:ln>
        </p:spPr>
      </p:sp>
      <p:sp>
        <p:nvSpPr>
          <p:cNvPr id="2065" name="LigandSeek2_vs_LigandSeek1_ellipse_7579">
            <a:extLst>
              <a:ext uri="{FF2B5EF4-FFF2-40B4-BE49-F238E27FC236}">
                <a16:creationId xmlns:a16="http://schemas.microsoft.com/office/drawing/2014/main" id="{AF5FEAEE-3076-492F-8D76-BDCE7560543B}"/>
              </a:ext>
            </a:extLst>
          </p:cNvPr>
          <p:cNvSpPr>
            <a:spLocks noGrp="1"/>
          </p:cNvSpPr>
          <p:nvPr/>
        </p:nvSpPr>
        <p:spPr>
          <a:xfrm>
            <a:off x="2332302" y="1890368"/>
            <a:ext cx="24757" cy="24757"/>
          </a:xfrm>
          <a:prstGeom prst="ellipse">
            <a:avLst/>
          </a:prstGeom>
          <a:solidFill>
            <a:srgbClr val="B08A60">
              <a:alpha val="40000"/>
            </a:srgbClr>
          </a:solidFill>
          <a:ln w="0">
            <a:noFill/>
            <a:prstDash val="solid"/>
          </a:ln>
        </p:spPr>
      </p:sp>
      <p:sp>
        <p:nvSpPr>
          <p:cNvPr id="2066" name="LigandSeek2_vs_LigandSeek1_ellipse_7580">
            <a:extLst>
              <a:ext uri="{FF2B5EF4-FFF2-40B4-BE49-F238E27FC236}">
                <a16:creationId xmlns:a16="http://schemas.microsoft.com/office/drawing/2014/main" id="{2A763837-713D-4715-8C49-57EE82018053}"/>
              </a:ext>
            </a:extLst>
          </p:cNvPr>
          <p:cNvSpPr>
            <a:spLocks noGrp="1"/>
          </p:cNvSpPr>
          <p:nvPr/>
        </p:nvSpPr>
        <p:spPr>
          <a:xfrm>
            <a:off x="2271824" y="1890368"/>
            <a:ext cx="24757" cy="24757"/>
          </a:xfrm>
          <a:prstGeom prst="ellipse">
            <a:avLst/>
          </a:prstGeom>
          <a:solidFill>
            <a:srgbClr val="B08A60">
              <a:alpha val="40000"/>
            </a:srgbClr>
          </a:solidFill>
          <a:ln w="0">
            <a:noFill/>
            <a:prstDash val="solid"/>
          </a:ln>
        </p:spPr>
      </p:sp>
      <p:sp>
        <p:nvSpPr>
          <p:cNvPr id="2067" name="LigandSeek2_vs_LigandSeek1_ellipse_7581">
            <a:extLst>
              <a:ext uri="{FF2B5EF4-FFF2-40B4-BE49-F238E27FC236}">
                <a16:creationId xmlns:a16="http://schemas.microsoft.com/office/drawing/2014/main" id="{AD6F7F6A-FC93-409E-BCBD-2C12658E3D7F}"/>
              </a:ext>
            </a:extLst>
          </p:cNvPr>
          <p:cNvSpPr>
            <a:spLocks noGrp="1"/>
          </p:cNvSpPr>
          <p:nvPr/>
        </p:nvSpPr>
        <p:spPr>
          <a:xfrm>
            <a:off x="2343670" y="1890368"/>
            <a:ext cx="24757" cy="24757"/>
          </a:xfrm>
          <a:prstGeom prst="ellipse">
            <a:avLst/>
          </a:prstGeom>
          <a:solidFill>
            <a:srgbClr val="B08A60">
              <a:alpha val="40000"/>
            </a:srgbClr>
          </a:solidFill>
          <a:ln w="0">
            <a:noFill/>
            <a:prstDash val="solid"/>
          </a:ln>
        </p:spPr>
      </p:sp>
      <p:sp>
        <p:nvSpPr>
          <p:cNvPr id="2068" name="LigandSeek2_vs_LigandSeek1_ellipse_7582">
            <a:extLst>
              <a:ext uri="{FF2B5EF4-FFF2-40B4-BE49-F238E27FC236}">
                <a16:creationId xmlns:a16="http://schemas.microsoft.com/office/drawing/2014/main" id="{4F9E3384-98B7-411D-8CC5-8E9F0139A7EC}"/>
              </a:ext>
            </a:extLst>
          </p:cNvPr>
          <p:cNvSpPr>
            <a:spLocks noGrp="1"/>
          </p:cNvSpPr>
          <p:nvPr/>
        </p:nvSpPr>
        <p:spPr>
          <a:xfrm>
            <a:off x="2295293" y="1836440"/>
            <a:ext cx="24757" cy="24757"/>
          </a:xfrm>
          <a:prstGeom prst="ellipse">
            <a:avLst/>
          </a:prstGeom>
          <a:solidFill>
            <a:srgbClr val="B08A60">
              <a:alpha val="40000"/>
            </a:srgbClr>
          </a:solidFill>
          <a:ln w="0">
            <a:noFill/>
            <a:prstDash val="solid"/>
          </a:ln>
        </p:spPr>
      </p:sp>
      <p:sp>
        <p:nvSpPr>
          <p:cNvPr id="2069" name="LigandSeek2_vs_LigandSeek1_ellipse_7583">
            <a:extLst>
              <a:ext uri="{FF2B5EF4-FFF2-40B4-BE49-F238E27FC236}">
                <a16:creationId xmlns:a16="http://schemas.microsoft.com/office/drawing/2014/main" id="{D90B7683-CB2C-46DD-B8E4-C009CE5A549C}"/>
              </a:ext>
            </a:extLst>
          </p:cNvPr>
          <p:cNvSpPr>
            <a:spLocks noGrp="1"/>
          </p:cNvSpPr>
          <p:nvPr/>
        </p:nvSpPr>
        <p:spPr>
          <a:xfrm>
            <a:off x="2267206" y="1890368"/>
            <a:ext cx="24757" cy="24757"/>
          </a:xfrm>
          <a:prstGeom prst="ellipse">
            <a:avLst/>
          </a:prstGeom>
          <a:solidFill>
            <a:srgbClr val="B08A60">
              <a:alpha val="40000"/>
            </a:srgbClr>
          </a:solidFill>
          <a:ln w="0">
            <a:noFill/>
            <a:prstDash val="solid"/>
          </a:ln>
        </p:spPr>
      </p:sp>
      <p:sp>
        <p:nvSpPr>
          <p:cNvPr id="2070" name="LigandSeek2_vs_LigandSeek1_ellipse_7584">
            <a:extLst>
              <a:ext uri="{FF2B5EF4-FFF2-40B4-BE49-F238E27FC236}">
                <a16:creationId xmlns:a16="http://schemas.microsoft.com/office/drawing/2014/main" id="{BC06CA22-0EDA-424F-A97B-A135A6758877}"/>
              </a:ext>
            </a:extLst>
          </p:cNvPr>
          <p:cNvSpPr>
            <a:spLocks noGrp="1"/>
          </p:cNvSpPr>
          <p:nvPr/>
        </p:nvSpPr>
        <p:spPr>
          <a:xfrm>
            <a:off x="2346542" y="1367688"/>
            <a:ext cx="24757" cy="24757"/>
          </a:xfrm>
          <a:prstGeom prst="ellipse">
            <a:avLst/>
          </a:prstGeom>
          <a:solidFill>
            <a:srgbClr val="B08A60">
              <a:alpha val="40000"/>
            </a:srgbClr>
          </a:solidFill>
          <a:ln w="0">
            <a:noFill/>
            <a:prstDash val="solid"/>
          </a:ln>
        </p:spPr>
      </p:sp>
      <p:sp>
        <p:nvSpPr>
          <p:cNvPr id="2071" name="LigandSeek2_vs_LigandSeek1_ellipse_7585">
            <a:extLst>
              <a:ext uri="{FF2B5EF4-FFF2-40B4-BE49-F238E27FC236}">
                <a16:creationId xmlns:a16="http://schemas.microsoft.com/office/drawing/2014/main" id="{CB377A87-1C03-4898-A6BB-F9080FF88870}"/>
              </a:ext>
            </a:extLst>
          </p:cNvPr>
          <p:cNvSpPr>
            <a:spLocks noGrp="1"/>
          </p:cNvSpPr>
          <p:nvPr/>
        </p:nvSpPr>
        <p:spPr>
          <a:xfrm>
            <a:off x="2334707" y="1498358"/>
            <a:ext cx="24757" cy="24757"/>
          </a:xfrm>
          <a:prstGeom prst="ellipse">
            <a:avLst/>
          </a:prstGeom>
          <a:solidFill>
            <a:srgbClr val="B08A60">
              <a:alpha val="40000"/>
            </a:srgbClr>
          </a:solidFill>
          <a:ln w="0">
            <a:noFill/>
            <a:prstDash val="solid"/>
          </a:ln>
        </p:spPr>
      </p:sp>
      <p:sp>
        <p:nvSpPr>
          <p:cNvPr id="2072" name="LigandSeek2_vs_LigandSeek1_ellipse_7586">
            <a:extLst>
              <a:ext uri="{FF2B5EF4-FFF2-40B4-BE49-F238E27FC236}">
                <a16:creationId xmlns:a16="http://schemas.microsoft.com/office/drawing/2014/main" id="{6E439ECA-5E7F-462F-B024-FCE7AFAD11EC}"/>
              </a:ext>
            </a:extLst>
          </p:cNvPr>
          <p:cNvSpPr>
            <a:spLocks noGrp="1"/>
          </p:cNvSpPr>
          <p:nvPr/>
        </p:nvSpPr>
        <p:spPr>
          <a:xfrm>
            <a:off x="2328778" y="1890368"/>
            <a:ext cx="24757" cy="24757"/>
          </a:xfrm>
          <a:prstGeom prst="ellipse">
            <a:avLst/>
          </a:prstGeom>
          <a:solidFill>
            <a:srgbClr val="B08A60">
              <a:alpha val="40000"/>
            </a:srgbClr>
          </a:solidFill>
          <a:ln w="0">
            <a:noFill/>
            <a:prstDash val="solid"/>
          </a:ln>
        </p:spPr>
      </p:sp>
      <p:sp>
        <p:nvSpPr>
          <p:cNvPr id="2073" name="LigandSeek2_vs_LigandSeek1_ellipse_7587">
            <a:extLst>
              <a:ext uri="{FF2B5EF4-FFF2-40B4-BE49-F238E27FC236}">
                <a16:creationId xmlns:a16="http://schemas.microsoft.com/office/drawing/2014/main" id="{3D880A4F-36F3-4E8D-B0C2-EA238E0602F5}"/>
              </a:ext>
            </a:extLst>
          </p:cNvPr>
          <p:cNvSpPr>
            <a:spLocks noGrp="1"/>
          </p:cNvSpPr>
          <p:nvPr/>
        </p:nvSpPr>
        <p:spPr>
          <a:xfrm>
            <a:off x="2299474" y="1890368"/>
            <a:ext cx="24757" cy="24757"/>
          </a:xfrm>
          <a:prstGeom prst="ellipse">
            <a:avLst/>
          </a:prstGeom>
          <a:solidFill>
            <a:srgbClr val="B08A60">
              <a:alpha val="40000"/>
            </a:srgbClr>
          </a:solidFill>
          <a:ln w="0">
            <a:noFill/>
            <a:prstDash val="solid"/>
          </a:ln>
        </p:spPr>
      </p:sp>
      <p:sp>
        <p:nvSpPr>
          <p:cNvPr id="2074" name="LigandSeek2_vs_LigandSeek1_ellipse_7588">
            <a:extLst>
              <a:ext uri="{FF2B5EF4-FFF2-40B4-BE49-F238E27FC236}">
                <a16:creationId xmlns:a16="http://schemas.microsoft.com/office/drawing/2014/main" id="{5F7E2546-E2A6-4779-84F0-7678C43343CA}"/>
              </a:ext>
            </a:extLst>
          </p:cNvPr>
          <p:cNvSpPr>
            <a:spLocks noGrp="1"/>
          </p:cNvSpPr>
          <p:nvPr/>
        </p:nvSpPr>
        <p:spPr>
          <a:xfrm>
            <a:off x="2287407" y="1890368"/>
            <a:ext cx="24757" cy="24757"/>
          </a:xfrm>
          <a:prstGeom prst="ellipse">
            <a:avLst/>
          </a:prstGeom>
          <a:solidFill>
            <a:srgbClr val="B08A60">
              <a:alpha val="40000"/>
            </a:srgbClr>
          </a:solidFill>
          <a:ln w="0">
            <a:noFill/>
            <a:prstDash val="solid"/>
          </a:ln>
        </p:spPr>
      </p:sp>
      <p:sp>
        <p:nvSpPr>
          <p:cNvPr id="2075" name="LigandSeek2_vs_LigandSeek1_ellipse_7589">
            <a:extLst>
              <a:ext uri="{FF2B5EF4-FFF2-40B4-BE49-F238E27FC236}">
                <a16:creationId xmlns:a16="http://schemas.microsoft.com/office/drawing/2014/main" id="{5AF0631A-5B46-46CD-96E1-E45C3624CD69}"/>
              </a:ext>
            </a:extLst>
          </p:cNvPr>
          <p:cNvSpPr>
            <a:spLocks noGrp="1"/>
          </p:cNvSpPr>
          <p:nvPr/>
        </p:nvSpPr>
        <p:spPr>
          <a:xfrm>
            <a:off x="2324865" y="1475543"/>
            <a:ext cx="24757" cy="24757"/>
          </a:xfrm>
          <a:prstGeom prst="ellipse">
            <a:avLst/>
          </a:prstGeom>
          <a:solidFill>
            <a:srgbClr val="B08A60">
              <a:alpha val="40000"/>
            </a:srgbClr>
          </a:solidFill>
          <a:ln w="0">
            <a:noFill/>
            <a:prstDash val="solid"/>
          </a:ln>
        </p:spPr>
      </p:sp>
      <p:sp>
        <p:nvSpPr>
          <p:cNvPr id="2076" name="LigandSeek2_vs_LigandSeek1_ellipse_7590">
            <a:extLst>
              <a:ext uri="{FF2B5EF4-FFF2-40B4-BE49-F238E27FC236}">
                <a16:creationId xmlns:a16="http://schemas.microsoft.com/office/drawing/2014/main" id="{69395D37-2C02-441A-8E20-B2DC1EF2DC72}"/>
              </a:ext>
            </a:extLst>
          </p:cNvPr>
          <p:cNvSpPr>
            <a:spLocks noGrp="1"/>
          </p:cNvSpPr>
          <p:nvPr/>
        </p:nvSpPr>
        <p:spPr>
          <a:xfrm>
            <a:off x="2340512" y="1890368"/>
            <a:ext cx="24757" cy="24757"/>
          </a:xfrm>
          <a:prstGeom prst="ellipse">
            <a:avLst/>
          </a:prstGeom>
          <a:solidFill>
            <a:srgbClr val="B08A60">
              <a:alpha val="40000"/>
            </a:srgbClr>
          </a:solidFill>
          <a:ln w="0">
            <a:noFill/>
            <a:prstDash val="solid"/>
          </a:ln>
        </p:spPr>
      </p:sp>
      <p:sp>
        <p:nvSpPr>
          <p:cNvPr id="2077" name="LigandSeek2_vs_LigandSeek1_ellipse_7591">
            <a:extLst>
              <a:ext uri="{FF2B5EF4-FFF2-40B4-BE49-F238E27FC236}">
                <a16:creationId xmlns:a16="http://schemas.microsoft.com/office/drawing/2014/main" id="{38928B43-0AC2-43F5-AB26-D39E2E20BE75}"/>
              </a:ext>
            </a:extLst>
          </p:cNvPr>
          <p:cNvSpPr>
            <a:spLocks noGrp="1"/>
          </p:cNvSpPr>
          <p:nvPr/>
        </p:nvSpPr>
        <p:spPr>
          <a:xfrm>
            <a:off x="2339205" y="1716141"/>
            <a:ext cx="24757" cy="24757"/>
          </a:xfrm>
          <a:prstGeom prst="ellipse">
            <a:avLst/>
          </a:prstGeom>
          <a:solidFill>
            <a:srgbClr val="B08A60">
              <a:alpha val="40000"/>
            </a:srgbClr>
          </a:solidFill>
          <a:ln w="0">
            <a:noFill/>
            <a:prstDash val="solid"/>
          </a:ln>
        </p:spPr>
      </p:sp>
      <p:sp>
        <p:nvSpPr>
          <p:cNvPr id="2078" name="LigandSeek2_vs_LigandSeek1_ellipse_7592">
            <a:extLst>
              <a:ext uri="{FF2B5EF4-FFF2-40B4-BE49-F238E27FC236}">
                <a16:creationId xmlns:a16="http://schemas.microsoft.com/office/drawing/2014/main" id="{5C16D842-D53B-4530-84E8-B68CD40A3156}"/>
              </a:ext>
            </a:extLst>
          </p:cNvPr>
          <p:cNvSpPr>
            <a:spLocks noGrp="1"/>
          </p:cNvSpPr>
          <p:nvPr/>
        </p:nvSpPr>
        <p:spPr>
          <a:xfrm>
            <a:off x="2277706" y="1890368"/>
            <a:ext cx="24757" cy="24757"/>
          </a:xfrm>
          <a:prstGeom prst="ellipse">
            <a:avLst/>
          </a:prstGeom>
          <a:solidFill>
            <a:srgbClr val="B08A60">
              <a:alpha val="40000"/>
            </a:srgbClr>
          </a:solidFill>
          <a:ln w="0">
            <a:noFill/>
            <a:prstDash val="solid"/>
          </a:ln>
        </p:spPr>
      </p:sp>
      <p:sp>
        <p:nvSpPr>
          <p:cNvPr id="2079" name="LigandSeek2_vs_LigandSeek1_ellipse_7593">
            <a:extLst>
              <a:ext uri="{FF2B5EF4-FFF2-40B4-BE49-F238E27FC236}">
                <a16:creationId xmlns:a16="http://schemas.microsoft.com/office/drawing/2014/main" id="{4327B2B1-088E-4F6E-B2D1-98408AC92EBC}"/>
              </a:ext>
            </a:extLst>
          </p:cNvPr>
          <p:cNvSpPr>
            <a:spLocks noGrp="1"/>
          </p:cNvSpPr>
          <p:nvPr/>
        </p:nvSpPr>
        <p:spPr>
          <a:xfrm>
            <a:off x="2296505" y="1890368"/>
            <a:ext cx="24757" cy="24757"/>
          </a:xfrm>
          <a:prstGeom prst="ellipse">
            <a:avLst/>
          </a:prstGeom>
          <a:solidFill>
            <a:srgbClr val="B08A60">
              <a:alpha val="40000"/>
            </a:srgbClr>
          </a:solidFill>
          <a:ln w="0">
            <a:noFill/>
            <a:prstDash val="solid"/>
          </a:ln>
        </p:spPr>
      </p:sp>
      <p:sp>
        <p:nvSpPr>
          <p:cNvPr id="2080" name="LigandSeek2_vs_LigandSeek1_ellipse_7594">
            <a:extLst>
              <a:ext uri="{FF2B5EF4-FFF2-40B4-BE49-F238E27FC236}">
                <a16:creationId xmlns:a16="http://schemas.microsoft.com/office/drawing/2014/main" id="{8B2C58C4-6954-4B78-957C-5EEC4AB81EE3}"/>
              </a:ext>
            </a:extLst>
          </p:cNvPr>
          <p:cNvSpPr>
            <a:spLocks noGrp="1"/>
          </p:cNvSpPr>
          <p:nvPr/>
        </p:nvSpPr>
        <p:spPr>
          <a:xfrm>
            <a:off x="2304891" y="1367688"/>
            <a:ext cx="24757" cy="24757"/>
          </a:xfrm>
          <a:prstGeom prst="ellipse">
            <a:avLst/>
          </a:prstGeom>
          <a:solidFill>
            <a:srgbClr val="B08A60">
              <a:alpha val="40000"/>
            </a:srgbClr>
          </a:solidFill>
          <a:ln w="0">
            <a:noFill/>
            <a:prstDash val="solid"/>
          </a:ln>
        </p:spPr>
      </p:sp>
      <p:sp>
        <p:nvSpPr>
          <p:cNvPr id="2081" name="LigandSeek2_vs_LigandSeek1_ellipse_7595">
            <a:extLst>
              <a:ext uri="{FF2B5EF4-FFF2-40B4-BE49-F238E27FC236}">
                <a16:creationId xmlns:a16="http://schemas.microsoft.com/office/drawing/2014/main" id="{32E08E41-BFC5-4132-A52D-CC26D296ADFB}"/>
              </a:ext>
            </a:extLst>
          </p:cNvPr>
          <p:cNvSpPr>
            <a:spLocks noGrp="1"/>
          </p:cNvSpPr>
          <p:nvPr/>
        </p:nvSpPr>
        <p:spPr>
          <a:xfrm>
            <a:off x="2274803" y="1629028"/>
            <a:ext cx="24757" cy="24757"/>
          </a:xfrm>
          <a:prstGeom prst="ellipse">
            <a:avLst/>
          </a:prstGeom>
          <a:solidFill>
            <a:srgbClr val="B08A60">
              <a:alpha val="40000"/>
            </a:srgbClr>
          </a:solidFill>
          <a:ln w="0">
            <a:noFill/>
            <a:prstDash val="solid"/>
          </a:ln>
        </p:spPr>
      </p:sp>
      <p:sp>
        <p:nvSpPr>
          <p:cNvPr id="2082" name="LigandSeek2_vs_LigandSeek1_ellipse_7596">
            <a:extLst>
              <a:ext uri="{FF2B5EF4-FFF2-40B4-BE49-F238E27FC236}">
                <a16:creationId xmlns:a16="http://schemas.microsoft.com/office/drawing/2014/main" id="{126B2E40-25B3-49C2-A776-5425975D19BB}"/>
              </a:ext>
            </a:extLst>
          </p:cNvPr>
          <p:cNvSpPr>
            <a:spLocks noGrp="1"/>
          </p:cNvSpPr>
          <p:nvPr/>
        </p:nvSpPr>
        <p:spPr>
          <a:xfrm>
            <a:off x="2304166" y="1070437"/>
            <a:ext cx="24757" cy="24757"/>
          </a:xfrm>
          <a:prstGeom prst="ellipse">
            <a:avLst/>
          </a:prstGeom>
          <a:solidFill>
            <a:srgbClr val="B08A60">
              <a:alpha val="40000"/>
            </a:srgbClr>
          </a:solidFill>
          <a:ln w="0">
            <a:noFill/>
            <a:prstDash val="solid"/>
          </a:ln>
        </p:spPr>
      </p:sp>
      <p:sp>
        <p:nvSpPr>
          <p:cNvPr id="2083" name="LigandSeek2_vs_LigandSeek1_ellipse_7597">
            <a:extLst>
              <a:ext uri="{FF2B5EF4-FFF2-40B4-BE49-F238E27FC236}">
                <a16:creationId xmlns:a16="http://schemas.microsoft.com/office/drawing/2014/main" id="{7ADADDAA-538B-4D0C-8BD0-E3B851A8BC89}"/>
              </a:ext>
            </a:extLst>
          </p:cNvPr>
          <p:cNvSpPr>
            <a:spLocks noGrp="1"/>
          </p:cNvSpPr>
          <p:nvPr/>
        </p:nvSpPr>
        <p:spPr>
          <a:xfrm>
            <a:off x="2268532" y="845009"/>
            <a:ext cx="24757" cy="24757"/>
          </a:xfrm>
          <a:prstGeom prst="ellipse">
            <a:avLst/>
          </a:prstGeom>
          <a:solidFill>
            <a:srgbClr val="B08A60">
              <a:alpha val="40000"/>
            </a:srgbClr>
          </a:solidFill>
          <a:ln w="0">
            <a:noFill/>
            <a:prstDash val="solid"/>
          </a:ln>
        </p:spPr>
      </p:sp>
      <p:sp>
        <p:nvSpPr>
          <p:cNvPr id="2084" name="LigandSeek2_vs_LigandSeek1_ellipse_7598">
            <a:extLst>
              <a:ext uri="{FF2B5EF4-FFF2-40B4-BE49-F238E27FC236}">
                <a16:creationId xmlns:a16="http://schemas.microsoft.com/office/drawing/2014/main" id="{1FC063FC-73E8-4059-8761-073E644F3DCF}"/>
              </a:ext>
            </a:extLst>
          </p:cNvPr>
          <p:cNvSpPr>
            <a:spLocks noGrp="1"/>
          </p:cNvSpPr>
          <p:nvPr/>
        </p:nvSpPr>
        <p:spPr>
          <a:xfrm>
            <a:off x="2332001" y="845009"/>
            <a:ext cx="24757" cy="24757"/>
          </a:xfrm>
          <a:prstGeom prst="ellipse">
            <a:avLst/>
          </a:prstGeom>
          <a:solidFill>
            <a:srgbClr val="B08A60">
              <a:alpha val="40000"/>
            </a:srgbClr>
          </a:solidFill>
          <a:ln w="0">
            <a:noFill/>
            <a:prstDash val="solid"/>
          </a:ln>
        </p:spPr>
      </p:sp>
      <p:sp>
        <p:nvSpPr>
          <p:cNvPr id="2085" name="LigandSeek2_vs_LigandSeek1_ellipse_7599">
            <a:extLst>
              <a:ext uri="{FF2B5EF4-FFF2-40B4-BE49-F238E27FC236}">
                <a16:creationId xmlns:a16="http://schemas.microsoft.com/office/drawing/2014/main" id="{17771834-06F6-4A21-A0B5-15EB68875888}"/>
              </a:ext>
            </a:extLst>
          </p:cNvPr>
          <p:cNvSpPr>
            <a:spLocks noGrp="1"/>
          </p:cNvSpPr>
          <p:nvPr/>
        </p:nvSpPr>
        <p:spPr>
          <a:xfrm>
            <a:off x="2269006" y="1864234"/>
            <a:ext cx="24757" cy="24757"/>
          </a:xfrm>
          <a:prstGeom prst="ellipse">
            <a:avLst/>
          </a:prstGeom>
          <a:solidFill>
            <a:srgbClr val="B08A60">
              <a:alpha val="40000"/>
            </a:srgbClr>
          </a:solidFill>
          <a:ln w="0">
            <a:noFill/>
            <a:prstDash val="solid"/>
          </a:ln>
        </p:spPr>
      </p:sp>
      <p:sp>
        <p:nvSpPr>
          <p:cNvPr id="2086" name="LigandSeek2_vs_LigandSeek1_ellipse_7600">
            <a:extLst>
              <a:ext uri="{FF2B5EF4-FFF2-40B4-BE49-F238E27FC236}">
                <a16:creationId xmlns:a16="http://schemas.microsoft.com/office/drawing/2014/main" id="{95A6EE4E-7187-4F05-88DB-B673C8340F1F}"/>
              </a:ext>
            </a:extLst>
          </p:cNvPr>
          <p:cNvSpPr>
            <a:spLocks noGrp="1"/>
          </p:cNvSpPr>
          <p:nvPr/>
        </p:nvSpPr>
        <p:spPr>
          <a:xfrm>
            <a:off x="2304628" y="1890368"/>
            <a:ext cx="24757" cy="24757"/>
          </a:xfrm>
          <a:prstGeom prst="ellipse">
            <a:avLst/>
          </a:prstGeom>
          <a:solidFill>
            <a:srgbClr val="B08A60">
              <a:alpha val="40000"/>
            </a:srgbClr>
          </a:solidFill>
          <a:ln w="0">
            <a:noFill/>
            <a:prstDash val="solid"/>
          </a:ln>
        </p:spPr>
      </p:sp>
      <p:sp>
        <p:nvSpPr>
          <p:cNvPr id="2087" name="LigandSeek2_vs_LigandSeek1_ellipse_7601">
            <a:extLst>
              <a:ext uri="{FF2B5EF4-FFF2-40B4-BE49-F238E27FC236}">
                <a16:creationId xmlns:a16="http://schemas.microsoft.com/office/drawing/2014/main" id="{7B331744-9973-4AA2-9649-E04D20A73A81}"/>
              </a:ext>
            </a:extLst>
          </p:cNvPr>
          <p:cNvSpPr>
            <a:spLocks noGrp="1"/>
          </p:cNvSpPr>
          <p:nvPr/>
        </p:nvSpPr>
        <p:spPr>
          <a:xfrm>
            <a:off x="2270588" y="845009"/>
            <a:ext cx="24757" cy="24757"/>
          </a:xfrm>
          <a:prstGeom prst="ellipse">
            <a:avLst/>
          </a:prstGeom>
          <a:solidFill>
            <a:srgbClr val="B08A60">
              <a:alpha val="40000"/>
            </a:srgbClr>
          </a:solidFill>
          <a:ln w="0">
            <a:noFill/>
            <a:prstDash val="solid"/>
          </a:ln>
        </p:spPr>
      </p:sp>
      <p:sp>
        <p:nvSpPr>
          <p:cNvPr id="2088" name="LigandSeek2_vs_LigandSeek1_ellipse_7602">
            <a:extLst>
              <a:ext uri="{FF2B5EF4-FFF2-40B4-BE49-F238E27FC236}">
                <a16:creationId xmlns:a16="http://schemas.microsoft.com/office/drawing/2014/main" id="{01A1BE24-42CD-49DC-99AE-AEB1C7EF1C71}"/>
              </a:ext>
            </a:extLst>
          </p:cNvPr>
          <p:cNvSpPr>
            <a:spLocks noGrp="1"/>
          </p:cNvSpPr>
          <p:nvPr/>
        </p:nvSpPr>
        <p:spPr>
          <a:xfrm>
            <a:off x="2298409" y="1890368"/>
            <a:ext cx="24757" cy="24757"/>
          </a:xfrm>
          <a:prstGeom prst="ellipse">
            <a:avLst/>
          </a:prstGeom>
          <a:solidFill>
            <a:srgbClr val="B08A60">
              <a:alpha val="40000"/>
            </a:srgbClr>
          </a:solidFill>
          <a:ln w="0">
            <a:noFill/>
            <a:prstDash val="solid"/>
          </a:ln>
        </p:spPr>
      </p:sp>
      <p:sp>
        <p:nvSpPr>
          <p:cNvPr id="2089" name="LigandSeek2_vs_LigandSeek1_ellipse_7603">
            <a:extLst>
              <a:ext uri="{FF2B5EF4-FFF2-40B4-BE49-F238E27FC236}">
                <a16:creationId xmlns:a16="http://schemas.microsoft.com/office/drawing/2014/main" id="{FE639DD9-82B7-44A2-9684-1255A7BDE48C}"/>
              </a:ext>
            </a:extLst>
          </p:cNvPr>
          <p:cNvSpPr>
            <a:spLocks noGrp="1"/>
          </p:cNvSpPr>
          <p:nvPr/>
        </p:nvSpPr>
        <p:spPr>
          <a:xfrm>
            <a:off x="2273679" y="951951"/>
            <a:ext cx="24757" cy="24757"/>
          </a:xfrm>
          <a:prstGeom prst="ellipse">
            <a:avLst/>
          </a:prstGeom>
          <a:solidFill>
            <a:srgbClr val="B08A60">
              <a:alpha val="40000"/>
            </a:srgbClr>
          </a:solidFill>
          <a:ln w="0">
            <a:noFill/>
            <a:prstDash val="solid"/>
          </a:ln>
        </p:spPr>
      </p:sp>
      <p:sp>
        <p:nvSpPr>
          <p:cNvPr id="2090" name="LigandSeek2_vs_LigandSeek1_ellipse_7604">
            <a:extLst>
              <a:ext uri="{FF2B5EF4-FFF2-40B4-BE49-F238E27FC236}">
                <a16:creationId xmlns:a16="http://schemas.microsoft.com/office/drawing/2014/main" id="{935406DF-D213-4FFA-989F-A1D36C78AAD5}"/>
              </a:ext>
            </a:extLst>
          </p:cNvPr>
          <p:cNvSpPr>
            <a:spLocks noGrp="1"/>
          </p:cNvSpPr>
          <p:nvPr/>
        </p:nvSpPr>
        <p:spPr>
          <a:xfrm>
            <a:off x="2306541" y="1634836"/>
            <a:ext cx="24757" cy="24757"/>
          </a:xfrm>
          <a:prstGeom prst="ellipse">
            <a:avLst/>
          </a:prstGeom>
          <a:solidFill>
            <a:srgbClr val="B08A60">
              <a:alpha val="40000"/>
            </a:srgbClr>
          </a:solidFill>
          <a:ln w="0">
            <a:noFill/>
            <a:prstDash val="solid"/>
          </a:ln>
        </p:spPr>
      </p:sp>
      <p:sp>
        <p:nvSpPr>
          <p:cNvPr id="2091" name="LigandSeek2_vs_LigandSeek1_ellipse_7605">
            <a:extLst>
              <a:ext uri="{FF2B5EF4-FFF2-40B4-BE49-F238E27FC236}">
                <a16:creationId xmlns:a16="http://schemas.microsoft.com/office/drawing/2014/main" id="{3F651295-300A-48EB-BD06-E3D05CE208E3}"/>
              </a:ext>
            </a:extLst>
          </p:cNvPr>
          <p:cNvSpPr>
            <a:spLocks noGrp="1"/>
          </p:cNvSpPr>
          <p:nvPr/>
        </p:nvSpPr>
        <p:spPr>
          <a:xfrm>
            <a:off x="2268471" y="1869073"/>
            <a:ext cx="24757" cy="24757"/>
          </a:xfrm>
          <a:prstGeom prst="ellipse">
            <a:avLst/>
          </a:prstGeom>
          <a:solidFill>
            <a:srgbClr val="B08A60">
              <a:alpha val="40000"/>
            </a:srgbClr>
          </a:solidFill>
          <a:ln w="0">
            <a:noFill/>
            <a:prstDash val="solid"/>
          </a:ln>
        </p:spPr>
      </p:sp>
      <p:sp>
        <p:nvSpPr>
          <p:cNvPr id="2092" name="LigandSeek2_vs_LigandSeek1_ellipse_7606">
            <a:extLst>
              <a:ext uri="{FF2B5EF4-FFF2-40B4-BE49-F238E27FC236}">
                <a16:creationId xmlns:a16="http://schemas.microsoft.com/office/drawing/2014/main" id="{1868B599-A10B-4F17-85E4-6E530C27F197}"/>
              </a:ext>
            </a:extLst>
          </p:cNvPr>
          <p:cNvSpPr>
            <a:spLocks noGrp="1"/>
          </p:cNvSpPr>
          <p:nvPr/>
        </p:nvSpPr>
        <p:spPr>
          <a:xfrm>
            <a:off x="2298906" y="845009"/>
            <a:ext cx="24757" cy="24757"/>
          </a:xfrm>
          <a:prstGeom prst="ellipse">
            <a:avLst/>
          </a:prstGeom>
          <a:solidFill>
            <a:srgbClr val="B08A60">
              <a:alpha val="40000"/>
            </a:srgbClr>
          </a:solidFill>
          <a:ln w="0">
            <a:noFill/>
            <a:prstDash val="solid"/>
          </a:ln>
        </p:spPr>
      </p:sp>
      <p:sp>
        <p:nvSpPr>
          <p:cNvPr id="2093" name="LigandSeek2_vs_LigandSeek1_ellipse_7607">
            <a:extLst>
              <a:ext uri="{FF2B5EF4-FFF2-40B4-BE49-F238E27FC236}">
                <a16:creationId xmlns:a16="http://schemas.microsoft.com/office/drawing/2014/main" id="{68D20AE7-F68F-454F-AAD1-FB8481622DBD}"/>
              </a:ext>
            </a:extLst>
          </p:cNvPr>
          <p:cNvSpPr>
            <a:spLocks noGrp="1"/>
          </p:cNvSpPr>
          <p:nvPr/>
        </p:nvSpPr>
        <p:spPr>
          <a:xfrm>
            <a:off x="2341306" y="1890368"/>
            <a:ext cx="24757" cy="24757"/>
          </a:xfrm>
          <a:prstGeom prst="ellipse">
            <a:avLst/>
          </a:prstGeom>
          <a:solidFill>
            <a:srgbClr val="B08A60">
              <a:alpha val="40000"/>
            </a:srgbClr>
          </a:solidFill>
          <a:ln w="0">
            <a:noFill/>
            <a:prstDash val="solid"/>
          </a:ln>
        </p:spPr>
      </p:sp>
      <p:sp>
        <p:nvSpPr>
          <p:cNvPr id="2094" name="LigandSeek2_vs_LigandSeek1_ellipse_7608">
            <a:extLst>
              <a:ext uri="{FF2B5EF4-FFF2-40B4-BE49-F238E27FC236}">
                <a16:creationId xmlns:a16="http://schemas.microsoft.com/office/drawing/2014/main" id="{9A85DFDA-D6E0-44B5-B0F8-79AAB29410E7}"/>
              </a:ext>
            </a:extLst>
          </p:cNvPr>
          <p:cNvSpPr>
            <a:spLocks noGrp="1"/>
          </p:cNvSpPr>
          <p:nvPr/>
        </p:nvSpPr>
        <p:spPr>
          <a:xfrm>
            <a:off x="2324819" y="1890368"/>
            <a:ext cx="24757" cy="24757"/>
          </a:xfrm>
          <a:prstGeom prst="ellipse">
            <a:avLst/>
          </a:prstGeom>
          <a:solidFill>
            <a:srgbClr val="B08A60">
              <a:alpha val="40000"/>
            </a:srgbClr>
          </a:solidFill>
          <a:ln w="0">
            <a:noFill/>
            <a:prstDash val="solid"/>
          </a:ln>
        </p:spPr>
      </p:sp>
      <p:sp>
        <p:nvSpPr>
          <p:cNvPr id="2095" name="LigandSeek2_vs_LigandSeek1_ellipse_7609">
            <a:extLst>
              <a:ext uri="{FF2B5EF4-FFF2-40B4-BE49-F238E27FC236}">
                <a16:creationId xmlns:a16="http://schemas.microsoft.com/office/drawing/2014/main" id="{E02F872F-E6A8-4EA7-9DFD-F7E61CD0BF8B}"/>
              </a:ext>
            </a:extLst>
          </p:cNvPr>
          <p:cNvSpPr>
            <a:spLocks noGrp="1"/>
          </p:cNvSpPr>
          <p:nvPr/>
        </p:nvSpPr>
        <p:spPr>
          <a:xfrm>
            <a:off x="2286799" y="1890368"/>
            <a:ext cx="24757" cy="24757"/>
          </a:xfrm>
          <a:prstGeom prst="ellipse">
            <a:avLst/>
          </a:prstGeom>
          <a:solidFill>
            <a:srgbClr val="B08A60">
              <a:alpha val="40000"/>
            </a:srgbClr>
          </a:solidFill>
          <a:ln w="0">
            <a:noFill/>
            <a:prstDash val="solid"/>
          </a:ln>
        </p:spPr>
      </p:sp>
      <p:sp>
        <p:nvSpPr>
          <p:cNvPr id="2096" name="LigandSeek2_vs_LigandSeek1_ellipse_7610">
            <a:extLst>
              <a:ext uri="{FF2B5EF4-FFF2-40B4-BE49-F238E27FC236}">
                <a16:creationId xmlns:a16="http://schemas.microsoft.com/office/drawing/2014/main" id="{1ECD5D38-1911-4A61-A1EC-8F6E9DE45166}"/>
              </a:ext>
            </a:extLst>
          </p:cNvPr>
          <p:cNvSpPr>
            <a:spLocks noGrp="1"/>
          </p:cNvSpPr>
          <p:nvPr/>
        </p:nvSpPr>
        <p:spPr>
          <a:xfrm>
            <a:off x="2270186" y="1890368"/>
            <a:ext cx="24757" cy="24757"/>
          </a:xfrm>
          <a:prstGeom prst="ellipse">
            <a:avLst/>
          </a:prstGeom>
          <a:solidFill>
            <a:srgbClr val="B08A60">
              <a:alpha val="40000"/>
            </a:srgbClr>
          </a:solidFill>
          <a:ln w="0">
            <a:noFill/>
            <a:prstDash val="solid"/>
          </a:ln>
        </p:spPr>
      </p:sp>
      <p:sp>
        <p:nvSpPr>
          <p:cNvPr id="2097" name="LigandSeek2_vs_LigandSeek1_ellipse_7611">
            <a:extLst>
              <a:ext uri="{FF2B5EF4-FFF2-40B4-BE49-F238E27FC236}">
                <a16:creationId xmlns:a16="http://schemas.microsoft.com/office/drawing/2014/main" id="{E7E69D80-181F-4186-AC19-6437F8D18A9B}"/>
              </a:ext>
            </a:extLst>
          </p:cNvPr>
          <p:cNvSpPr>
            <a:spLocks noGrp="1"/>
          </p:cNvSpPr>
          <p:nvPr/>
        </p:nvSpPr>
        <p:spPr>
          <a:xfrm>
            <a:off x="2300871" y="1629028"/>
            <a:ext cx="24757" cy="24757"/>
          </a:xfrm>
          <a:prstGeom prst="ellipse">
            <a:avLst/>
          </a:prstGeom>
          <a:solidFill>
            <a:srgbClr val="B08A60">
              <a:alpha val="40000"/>
            </a:srgbClr>
          </a:solidFill>
          <a:ln w="0">
            <a:noFill/>
            <a:prstDash val="solid"/>
          </a:ln>
        </p:spPr>
      </p:sp>
      <p:sp>
        <p:nvSpPr>
          <p:cNvPr id="2098" name="LigandSeek2_vs_LigandSeek1_ellipse_7612">
            <a:extLst>
              <a:ext uri="{FF2B5EF4-FFF2-40B4-BE49-F238E27FC236}">
                <a16:creationId xmlns:a16="http://schemas.microsoft.com/office/drawing/2014/main" id="{DCDA5AA7-9A64-436C-9D0D-34C4FC0A43A6}"/>
              </a:ext>
            </a:extLst>
          </p:cNvPr>
          <p:cNvSpPr>
            <a:spLocks noGrp="1"/>
          </p:cNvSpPr>
          <p:nvPr/>
        </p:nvSpPr>
        <p:spPr>
          <a:xfrm>
            <a:off x="2295610" y="1741031"/>
            <a:ext cx="24757" cy="24757"/>
          </a:xfrm>
          <a:prstGeom prst="ellipse">
            <a:avLst/>
          </a:prstGeom>
          <a:solidFill>
            <a:srgbClr val="B08A60">
              <a:alpha val="40000"/>
            </a:srgbClr>
          </a:solidFill>
          <a:ln w="0">
            <a:noFill/>
            <a:prstDash val="solid"/>
          </a:ln>
        </p:spPr>
      </p:sp>
      <p:sp>
        <p:nvSpPr>
          <p:cNvPr id="2099" name="LigandSeek2_vs_LigandSeek1_ellipse_7613">
            <a:extLst>
              <a:ext uri="{FF2B5EF4-FFF2-40B4-BE49-F238E27FC236}">
                <a16:creationId xmlns:a16="http://schemas.microsoft.com/office/drawing/2014/main" id="{6CEC3026-3B21-4E6E-9878-FB1C4B7CE332}"/>
              </a:ext>
            </a:extLst>
          </p:cNvPr>
          <p:cNvSpPr>
            <a:spLocks noGrp="1"/>
          </p:cNvSpPr>
          <p:nvPr/>
        </p:nvSpPr>
        <p:spPr>
          <a:xfrm>
            <a:off x="2298374" y="1768373"/>
            <a:ext cx="24757" cy="24757"/>
          </a:xfrm>
          <a:prstGeom prst="ellipse">
            <a:avLst/>
          </a:prstGeom>
          <a:solidFill>
            <a:srgbClr val="B08A60">
              <a:alpha val="40000"/>
            </a:srgbClr>
          </a:solidFill>
          <a:ln w="0">
            <a:noFill/>
            <a:prstDash val="solid"/>
          </a:ln>
        </p:spPr>
      </p:sp>
      <p:sp>
        <p:nvSpPr>
          <p:cNvPr id="2100" name="LigandSeek2_vs_LigandSeek1_ellipse_7614">
            <a:extLst>
              <a:ext uri="{FF2B5EF4-FFF2-40B4-BE49-F238E27FC236}">
                <a16:creationId xmlns:a16="http://schemas.microsoft.com/office/drawing/2014/main" id="{E1FB4525-CF88-414D-8179-642540723487}"/>
              </a:ext>
            </a:extLst>
          </p:cNvPr>
          <p:cNvSpPr>
            <a:spLocks noGrp="1"/>
          </p:cNvSpPr>
          <p:nvPr/>
        </p:nvSpPr>
        <p:spPr>
          <a:xfrm>
            <a:off x="2332008" y="1352202"/>
            <a:ext cx="24757" cy="24757"/>
          </a:xfrm>
          <a:prstGeom prst="ellipse">
            <a:avLst/>
          </a:prstGeom>
          <a:solidFill>
            <a:srgbClr val="B08A60">
              <a:alpha val="40000"/>
            </a:srgbClr>
          </a:solidFill>
          <a:ln w="0">
            <a:noFill/>
            <a:prstDash val="solid"/>
          </a:ln>
        </p:spPr>
      </p:sp>
      <p:sp>
        <p:nvSpPr>
          <p:cNvPr id="2101" name="LigandSeek2_vs_LigandSeek1_ellipse_7615">
            <a:extLst>
              <a:ext uri="{FF2B5EF4-FFF2-40B4-BE49-F238E27FC236}">
                <a16:creationId xmlns:a16="http://schemas.microsoft.com/office/drawing/2014/main" id="{4964C6EB-F982-437C-B7D4-970A08E79B07}"/>
              </a:ext>
            </a:extLst>
          </p:cNvPr>
          <p:cNvSpPr>
            <a:spLocks noGrp="1"/>
          </p:cNvSpPr>
          <p:nvPr/>
        </p:nvSpPr>
        <p:spPr>
          <a:xfrm>
            <a:off x="2281152" y="1890368"/>
            <a:ext cx="24757" cy="24757"/>
          </a:xfrm>
          <a:prstGeom prst="ellipse">
            <a:avLst/>
          </a:prstGeom>
          <a:solidFill>
            <a:srgbClr val="B08A60">
              <a:alpha val="40000"/>
            </a:srgbClr>
          </a:solidFill>
          <a:ln w="0">
            <a:noFill/>
            <a:prstDash val="solid"/>
          </a:ln>
        </p:spPr>
      </p:sp>
      <p:sp>
        <p:nvSpPr>
          <p:cNvPr id="2102" name="LigandSeek2_vs_LigandSeek1_ellipse_7616">
            <a:extLst>
              <a:ext uri="{FF2B5EF4-FFF2-40B4-BE49-F238E27FC236}">
                <a16:creationId xmlns:a16="http://schemas.microsoft.com/office/drawing/2014/main" id="{E1630C23-D73B-443C-AEAD-7D68F89667F1}"/>
              </a:ext>
            </a:extLst>
          </p:cNvPr>
          <p:cNvSpPr>
            <a:spLocks noGrp="1"/>
          </p:cNvSpPr>
          <p:nvPr/>
        </p:nvSpPr>
        <p:spPr>
          <a:xfrm>
            <a:off x="2268928" y="1890368"/>
            <a:ext cx="24757" cy="24757"/>
          </a:xfrm>
          <a:prstGeom prst="ellipse">
            <a:avLst/>
          </a:prstGeom>
          <a:solidFill>
            <a:srgbClr val="B08A60">
              <a:alpha val="40000"/>
            </a:srgbClr>
          </a:solidFill>
          <a:ln w="0">
            <a:noFill/>
            <a:prstDash val="solid"/>
          </a:ln>
        </p:spPr>
      </p:sp>
      <p:sp>
        <p:nvSpPr>
          <p:cNvPr id="2103" name="LigandSeek2_vs_LigandSeek1_ellipse_7617">
            <a:extLst>
              <a:ext uri="{FF2B5EF4-FFF2-40B4-BE49-F238E27FC236}">
                <a16:creationId xmlns:a16="http://schemas.microsoft.com/office/drawing/2014/main" id="{D6615EB2-BBCB-419F-ABA7-31F224D4BE1B}"/>
              </a:ext>
            </a:extLst>
          </p:cNvPr>
          <p:cNvSpPr>
            <a:spLocks noGrp="1"/>
          </p:cNvSpPr>
          <p:nvPr/>
        </p:nvSpPr>
        <p:spPr>
          <a:xfrm>
            <a:off x="2301588" y="1629028"/>
            <a:ext cx="24757" cy="24757"/>
          </a:xfrm>
          <a:prstGeom prst="ellipse">
            <a:avLst/>
          </a:prstGeom>
          <a:solidFill>
            <a:srgbClr val="B08A60">
              <a:alpha val="40000"/>
            </a:srgbClr>
          </a:solidFill>
          <a:ln w="0">
            <a:noFill/>
            <a:prstDash val="solid"/>
          </a:ln>
        </p:spPr>
      </p:sp>
      <p:sp>
        <p:nvSpPr>
          <p:cNvPr id="2104" name="LigandSeek2_vs_LigandSeek1_ellipse_7618">
            <a:extLst>
              <a:ext uri="{FF2B5EF4-FFF2-40B4-BE49-F238E27FC236}">
                <a16:creationId xmlns:a16="http://schemas.microsoft.com/office/drawing/2014/main" id="{76B515DE-0717-464E-A986-DBD6DBB27FCB}"/>
              </a:ext>
            </a:extLst>
          </p:cNvPr>
          <p:cNvSpPr>
            <a:spLocks noGrp="1"/>
          </p:cNvSpPr>
          <p:nvPr/>
        </p:nvSpPr>
        <p:spPr>
          <a:xfrm>
            <a:off x="2329832" y="1765180"/>
            <a:ext cx="24757" cy="24757"/>
          </a:xfrm>
          <a:prstGeom prst="ellipse">
            <a:avLst/>
          </a:prstGeom>
          <a:solidFill>
            <a:srgbClr val="B08A60">
              <a:alpha val="40000"/>
            </a:srgbClr>
          </a:solidFill>
          <a:ln w="0">
            <a:noFill/>
            <a:prstDash val="solid"/>
          </a:ln>
        </p:spPr>
      </p:sp>
      <p:sp>
        <p:nvSpPr>
          <p:cNvPr id="2105" name="LigandSeek2_vs_LigandSeek1_ellipse_7619">
            <a:extLst>
              <a:ext uri="{FF2B5EF4-FFF2-40B4-BE49-F238E27FC236}">
                <a16:creationId xmlns:a16="http://schemas.microsoft.com/office/drawing/2014/main" id="{A40947A7-160E-4468-9CFE-1120F20F06FB}"/>
              </a:ext>
            </a:extLst>
          </p:cNvPr>
          <p:cNvSpPr>
            <a:spLocks noGrp="1"/>
          </p:cNvSpPr>
          <p:nvPr/>
        </p:nvSpPr>
        <p:spPr>
          <a:xfrm>
            <a:off x="2274914" y="845009"/>
            <a:ext cx="24757" cy="24757"/>
          </a:xfrm>
          <a:prstGeom prst="ellipse">
            <a:avLst/>
          </a:prstGeom>
          <a:solidFill>
            <a:srgbClr val="B08A60">
              <a:alpha val="40000"/>
            </a:srgbClr>
          </a:solidFill>
          <a:ln w="0">
            <a:noFill/>
            <a:prstDash val="solid"/>
          </a:ln>
        </p:spPr>
      </p:sp>
      <p:sp>
        <p:nvSpPr>
          <p:cNvPr id="2106" name="LigandSeek2_vs_LigandSeek1_ellipse_7620">
            <a:extLst>
              <a:ext uri="{FF2B5EF4-FFF2-40B4-BE49-F238E27FC236}">
                <a16:creationId xmlns:a16="http://schemas.microsoft.com/office/drawing/2014/main" id="{A9A41DA5-73BB-4910-A2A7-582CBBCCC327}"/>
              </a:ext>
            </a:extLst>
          </p:cNvPr>
          <p:cNvSpPr>
            <a:spLocks noGrp="1"/>
          </p:cNvSpPr>
          <p:nvPr/>
        </p:nvSpPr>
        <p:spPr>
          <a:xfrm>
            <a:off x="2278730" y="1263153"/>
            <a:ext cx="24757" cy="24757"/>
          </a:xfrm>
          <a:prstGeom prst="ellipse">
            <a:avLst/>
          </a:prstGeom>
          <a:solidFill>
            <a:srgbClr val="B08A60">
              <a:alpha val="40000"/>
            </a:srgbClr>
          </a:solidFill>
          <a:ln w="0">
            <a:noFill/>
            <a:prstDash val="solid"/>
          </a:ln>
        </p:spPr>
      </p:sp>
      <p:sp>
        <p:nvSpPr>
          <p:cNvPr id="2107" name="LigandSeek2_vs_LigandSeek1_ellipse_7621">
            <a:extLst>
              <a:ext uri="{FF2B5EF4-FFF2-40B4-BE49-F238E27FC236}">
                <a16:creationId xmlns:a16="http://schemas.microsoft.com/office/drawing/2014/main" id="{CD9EDA48-E1FE-40F8-8E88-2306E6B7534A}"/>
              </a:ext>
            </a:extLst>
          </p:cNvPr>
          <p:cNvSpPr>
            <a:spLocks noGrp="1"/>
          </p:cNvSpPr>
          <p:nvPr/>
        </p:nvSpPr>
        <p:spPr>
          <a:xfrm>
            <a:off x="2322432" y="1704617"/>
            <a:ext cx="24757" cy="24757"/>
          </a:xfrm>
          <a:prstGeom prst="ellipse">
            <a:avLst/>
          </a:prstGeom>
          <a:solidFill>
            <a:srgbClr val="B08A60">
              <a:alpha val="40000"/>
            </a:srgbClr>
          </a:solidFill>
          <a:ln w="0">
            <a:noFill/>
            <a:prstDash val="solid"/>
          </a:ln>
        </p:spPr>
      </p:sp>
      <p:sp>
        <p:nvSpPr>
          <p:cNvPr id="2108" name="LigandSeek2_vs_LigandSeek1_ellipse_7622">
            <a:extLst>
              <a:ext uri="{FF2B5EF4-FFF2-40B4-BE49-F238E27FC236}">
                <a16:creationId xmlns:a16="http://schemas.microsoft.com/office/drawing/2014/main" id="{391C2DF9-C2DF-47B9-9882-BB0422E7152A}"/>
              </a:ext>
            </a:extLst>
          </p:cNvPr>
          <p:cNvSpPr>
            <a:spLocks noGrp="1"/>
          </p:cNvSpPr>
          <p:nvPr/>
        </p:nvSpPr>
        <p:spPr>
          <a:xfrm>
            <a:off x="2297610" y="1890368"/>
            <a:ext cx="24757" cy="24757"/>
          </a:xfrm>
          <a:prstGeom prst="ellipse">
            <a:avLst/>
          </a:prstGeom>
          <a:solidFill>
            <a:srgbClr val="B08A60">
              <a:alpha val="40000"/>
            </a:srgbClr>
          </a:solidFill>
          <a:ln w="0">
            <a:noFill/>
            <a:prstDash val="solid"/>
          </a:ln>
        </p:spPr>
      </p:sp>
      <p:sp>
        <p:nvSpPr>
          <p:cNvPr id="2109" name="LigandSeek2_vs_LigandSeek1_ellipse_7623">
            <a:extLst>
              <a:ext uri="{FF2B5EF4-FFF2-40B4-BE49-F238E27FC236}">
                <a16:creationId xmlns:a16="http://schemas.microsoft.com/office/drawing/2014/main" id="{A338F479-539A-42C7-8C87-1E3D9B978E93}"/>
              </a:ext>
            </a:extLst>
          </p:cNvPr>
          <p:cNvSpPr>
            <a:spLocks noGrp="1"/>
          </p:cNvSpPr>
          <p:nvPr/>
        </p:nvSpPr>
        <p:spPr>
          <a:xfrm>
            <a:off x="2337707" y="1890368"/>
            <a:ext cx="24757" cy="24757"/>
          </a:xfrm>
          <a:prstGeom prst="ellipse">
            <a:avLst/>
          </a:prstGeom>
          <a:solidFill>
            <a:srgbClr val="B08A60">
              <a:alpha val="40000"/>
            </a:srgbClr>
          </a:solidFill>
          <a:ln w="0">
            <a:noFill/>
            <a:prstDash val="solid"/>
          </a:ln>
        </p:spPr>
      </p:sp>
      <p:sp>
        <p:nvSpPr>
          <p:cNvPr id="2110" name="LigandSeek2_vs_LigandSeek1_ellipse_7624">
            <a:extLst>
              <a:ext uri="{FF2B5EF4-FFF2-40B4-BE49-F238E27FC236}">
                <a16:creationId xmlns:a16="http://schemas.microsoft.com/office/drawing/2014/main" id="{C3A5C4B1-85F9-49F8-9159-8ABAB8B5518B}"/>
              </a:ext>
            </a:extLst>
          </p:cNvPr>
          <p:cNvSpPr>
            <a:spLocks noGrp="1"/>
          </p:cNvSpPr>
          <p:nvPr/>
        </p:nvSpPr>
        <p:spPr>
          <a:xfrm>
            <a:off x="2298854" y="1890368"/>
            <a:ext cx="24757" cy="24757"/>
          </a:xfrm>
          <a:prstGeom prst="ellipse">
            <a:avLst/>
          </a:prstGeom>
          <a:solidFill>
            <a:srgbClr val="B08A60">
              <a:alpha val="40000"/>
            </a:srgbClr>
          </a:solidFill>
          <a:ln w="0">
            <a:noFill/>
            <a:prstDash val="solid"/>
          </a:ln>
        </p:spPr>
      </p:sp>
      <p:sp>
        <p:nvSpPr>
          <p:cNvPr id="2111" name="LigandSeek2_vs_LigandSeek1_ellipse_7625">
            <a:extLst>
              <a:ext uri="{FF2B5EF4-FFF2-40B4-BE49-F238E27FC236}">
                <a16:creationId xmlns:a16="http://schemas.microsoft.com/office/drawing/2014/main" id="{0EB272A3-F395-4E41-825C-891BC5C8D62A}"/>
              </a:ext>
            </a:extLst>
          </p:cNvPr>
          <p:cNvSpPr>
            <a:spLocks noGrp="1"/>
          </p:cNvSpPr>
          <p:nvPr/>
        </p:nvSpPr>
        <p:spPr>
          <a:xfrm>
            <a:off x="2314585" y="1890368"/>
            <a:ext cx="24757" cy="24757"/>
          </a:xfrm>
          <a:prstGeom prst="ellipse">
            <a:avLst/>
          </a:prstGeom>
          <a:solidFill>
            <a:srgbClr val="B08A60">
              <a:alpha val="40000"/>
            </a:srgbClr>
          </a:solidFill>
          <a:ln w="0">
            <a:noFill/>
            <a:prstDash val="solid"/>
          </a:ln>
        </p:spPr>
      </p:sp>
      <p:sp>
        <p:nvSpPr>
          <p:cNvPr id="2112" name="LigandSeek2_vs_LigandSeek1_ellipse_7626">
            <a:extLst>
              <a:ext uri="{FF2B5EF4-FFF2-40B4-BE49-F238E27FC236}">
                <a16:creationId xmlns:a16="http://schemas.microsoft.com/office/drawing/2014/main" id="{CE2BFBF2-5F4C-4018-A385-7C186ADE6750}"/>
              </a:ext>
            </a:extLst>
          </p:cNvPr>
          <p:cNvSpPr>
            <a:spLocks noGrp="1"/>
          </p:cNvSpPr>
          <p:nvPr/>
        </p:nvSpPr>
        <p:spPr>
          <a:xfrm>
            <a:off x="2266989" y="1890368"/>
            <a:ext cx="24757" cy="24757"/>
          </a:xfrm>
          <a:prstGeom prst="ellipse">
            <a:avLst/>
          </a:prstGeom>
          <a:solidFill>
            <a:srgbClr val="B08A60">
              <a:alpha val="40000"/>
            </a:srgbClr>
          </a:solidFill>
          <a:ln w="0">
            <a:noFill/>
            <a:prstDash val="solid"/>
          </a:ln>
        </p:spPr>
      </p:sp>
      <p:sp>
        <p:nvSpPr>
          <p:cNvPr id="2113" name="LigandSeek2_vs_LigandSeek1_ellipse_7627">
            <a:extLst>
              <a:ext uri="{FF2B5EF4-FFF2-40B4-BE49-F238E27FC236}">
                <a16:creationId xmlns:a16="http://schemas.microsoft.com/office/drawing/2014/main" id="{0C455571-EA3D-4FD3-9C8D-1E6EDCBB9B9F}"/>
              </a:ext>
            </a:extLst>
          </p:cNvPr>
          <p:cNvSpPr>
            <a:spLocks noGrp="1"/>
          </p:cNvSpPr>
          <p:nvPr/>
        </p:nvSpPr>
        <p:spPr>
          <a:xfrm>
            <a:off x="2300364" y="1582568"/>
            <a:ext cx="24757" cy="24757"/>
          </a:xfrm>
          <a:prstGeom prst="ellipse">
            <a:avLst/>
          </a:prstGeom>
          <a:solidFill>
            <a:srgbClr val="B08A60">
              <a:alpha val="40000"/>
            </a:srgbClr>
          </a:solidFill>
          <a:ln w="0">
            <a:noFill/>
            <a:prstDash val="solid"/>
          </a:ln>
        </p:spPr>
      </p:sp>
      <p:sp>
        <p:nvSpPr>
          <p:cNvPr id="2114" name="LigandSeek2_vs_LigandSeek1_ellipse_7628">
            <a:extLst>
              <a:ext uri="{FF2B5EF4-FFF2-40B4-BE49-F238E27FC236}">
                <a16:creationId xmlns:a16="http://schemas.microsoft.com/office/drawing/2014/main" id="{142878D8-3705-47B6-B9E2-3878A3CA06BE}"/>
              </a:ext>
            </a:extLst>
          </p:cNvPr>
          <p:cNvSpPr>
            <a:spLocks noGrp="1"/>
          </p:cNvSpPr>
          <p:nvPr/>
        </p:nvSpPr>
        <p:spPr>
          <a:xfrm>
            <a:off x="2325615" y="1541915"/>
            <a:ext cx="24757" cy="24757"/>
          </a:xfrm>
          <a:prstGeom prst="ellipse">
            <a:avLst/>
          </a:prstGeom>
          <a:solidFill>
            <a:srgbClr val="B08A60">
              <a:alpha val="40000"/>
            </a:srgbClr>
          </a:solidFill>
          <a:ln w="0">
            <a:noFill/>
            <a:prstDash val="solid"/>
          </a:ln>
        </p:spPr>
      </p:sp>
      <p:sp>
        <p:nvSpPr>
          <p:cNvPr id="2115" name="LigandSeek2_vs_LigandSeek1_ellipse_7629">
            <a:extLst>
              <a:ext uri="{FF2B5EF4-FFF2-40B4-BE49-F238E27FC236}">
                <a16:creationId xmlns:a16="http://schemas.microsoft.com/office/drawing/2014/main" id="{7598A7E0-7EEA-40E6-BBFD-5BEF2B9B36B1}"/>
              </a:ext>
            </a:extLst>
          </p:cNvPr>
          <p:cNvSpPr>
            <a:spLocks noGrp="1"/>
          </p:cNvSpPr>
          <p:nvPr/>
        </p:nvSpPr>
        <p:spPr>
          <a:xfrm>
            <a:off x="2338021" y="1629028"/>
            <a:ext cx="24757" cy="24757"/>
          </a:xfrm>
          <a:prstGeom prst="ellipse">
            <a:avLst/>
          </a:prstGeom>
          <a:solidFill>
            <a:srgbClr val="B08A60">
              <a:alpha val="40000"/>
            </a:srgbClr>
          </a:solidFill>
          <a:ln w="0">
            <a:noFill/>
            <a:prstDash val="solid"/>
          </a:ln>
        </p:spPr>
      </p:sp>
      <p:sp>
        <p:nvSpPr>
          <p:cNvPr id="2116" name="LigandSeek2_vs_LigandSeek1_ellipse_7630">
            <a:extLst>
              <a:ext uri="{FF2B5EF4-FFF2-40B4-BE49-F238E27FC236}">
                <a16:creationId xmlns:a16="http://schemas.microsoft.com/office/drawing/2014/main" id="{4B3DAF0D-5459-4F07-BF62-946EAA634D4A}"/>
              </a:ext>
            </a:extLst>
          </p:cNvPr>
          <p:cNvSpPr>
            <a:spLocks noGrp="1"/>
          </p:cNvSpPr>
          <p:nvPr/>
        </p:nvSpPr>
        <p:spPr>
          <a:xfrm>
            <a:off x="2345530" y="1795770"/>
            <a:ext cx="24757" cy="24757"/>
          </a:xfrm>
          <a:prstGeom prst="ellipse">
            <a:avLst/>
          </a:prstGeom>
          <a:solidFill>
            <a:srgbClr val="B08A60">
              <a:alpha val="40000"/>
            </a:srgbClr>
          </a:solidFill>
          <a:ln w="0">
            <a:noFill/>
            <a:prstDash val="solid"/>
          </a:ln>
        </p:spPr>
      </p:sp>
      <p:sp>
        <p:nvSpPr>
          <p:cNvPr id="2117" name="LigandSeek2_vs_LigandSeek1_ellipse_7631">
            <a:extLst>
              <a:ext uri="{FF2B5EF4-FFF2-40B4-BE49-F238E27FC236}">
                <a16:creationId xmlns:a16="http://schemas.microsoft.com/office/drawing/2014/main" id="{AEB9775F-2974-4673-BA38-0F882B15546D}"/>
              </a:ext>
            </a:extLst>
          </p:cNvPr>
          <p:cNvSpPr>
            <a:spLocks noGrp="1"/>
          </p:cNvSpPr>
          <p:nvPr/>
        </p:nvSpPr>
        <p:spPr>
          <a:xfrm>
            <a:off x="2275184" y="1890368"/>
            <a:ext cx="24757" cy="24757"/>
          </a:xfrm>
          <a:prstGeom prst="ellipse">
            <a:avLst/>
          </a:prstGeom>
          <a:solidFill>
            <a:srgbClr val="B08A60">
              <a:alpha val="40000"/>
            </a:srgbClr>
          </a:solidFill>
          <a:ln w="0">
            <a:noFill/>
            <a:prstDash val="solid"/>
          </a:ln>
        </p:spPr>
      </p:sp>
      <p:sp>
        <p:nvSpPr>
          <p:cNvPr id="2118" name="LigandSeek2_vs_LigandSeek1_ellipse_7632">
            <a:extLst>
              <a:ext uri="{FF2B5EF4-FFF2-40B4-BE49-F238E27FC236}">
                <a16:creationId xmlns:a16="http://schemas.microsoft.com/office/drawing/2014/main" id="{91C51238-C4B4-4B4F-B8F4-9826FF414B4B}"/>
              </a:ext>
            </a:extLst>
          </p:cNvPr>
          <p:cNvSpPr>
            <a:spLocks noGrp="1"/>
          </p:cNvSpPr>
          <p:nvPr/>
        </p:nvSpPr>
        <p:spPr>
          <a:xfrm>
            <a:off x="2336224" y="1890368"/>
            <a:ext cx="24757" cy="24757"/>
          </a:xfrm>
          <a:prstGeom prst="ellipse">
            <a:avLst/>
          </a:prstGeom>
          <a:solidFill>
            <a:srgbClr val="B08A60">
              <a:alpha val="40000"/>
            </a:srgbClr>
          </a:solidFill>
          <a:ln w="0">
            <a:noFill/>
            <a:prstDash val="solid"/>
          </a:ln>
        </p:spPr>
      </p:sp>
      <p:sp>
        <p:nvSpPr>
          <p:cNvPr id="2119" name="LigandSeek2_vs_LigandSeek1_ellipse_7633">
            <a:extLst>
              <a:ext uri="{FF2B5EF4-FFF2-40B4-BE49-F238E27FC236}">
                <a16:creationId xmlns:a16="http://schemas.microsoft.com/office/drawing/2014/main" id="{77A1E80E-311A-4681-BA27-D8B2BBF45077}"/>
              </a:ext>
            </a:extLst>
          </p:cNvPr>
          <p:cNvSpPr>
            <a:spLocks noGrp="1"/>
          </p:cNvSpPr>
          <p:nvPr/>
        </p:nvSpPr>
        <p:spPr>
          <a:xfrm>
            <a:off x="2321010" y="1367688"/>
            <a:ext cx="24757" cy="24757"/>
          </a:xfrm>
          <a:prstGeom prst="ellipse">
            <a:avLst/>
          </a:prstGeom>
          <a:solidFill>
            <a:srgbClr val="B08A60">
              <a:alpha val="40000"/>
            </a:srgbClr>
          </a:solidFill>
          <a:ln w="0">
            <a:noFill/>
            <a:prstDash val="solid"/>
          </a:ln>
        </p:spPr>
      </p:sp>
      <p:sp>
        <p:nvSpPr>
          <p:cNvPr id="2120" name="LigandSeek2_vs_LigandSeek1_ellipse_7634">
            <a:extLst>
              <a:ext uri="{FF2B5EF4-FFF2-40B4-BE49-F238E27FC236}">
                <a16:creationId xmlns:a16="http://schemas.microsoft.com/office/drawing/2014/main" id="{ED7CE767-2CDC-4308-A64A-E8F3C5EB3E7F}"/>
              </a:ext>
            </a:extLst>
          </p:cNvPr>
          <p:cNvSpPr>
            <a:spLocks noGrp="1"/>
          </p:cNvSpPr>
          <p:nvPr/>
        </p:nvSpPr>
        <p:spPr>
          <a:xfrm>
            <a:off x="2273418" y="1890368"/>
            <a:ext cx="24757" cy="24757"/>
          </a:xfrm>
          <a:prstGeom prst="ellipse">
            <a:avLst/>
          </a:prstGeom>
          <a:solidFill>
            <a:srgbClr val="B08A60">
              <a:alpha val="40000"/>
            </a:srgbClr>
          </a:solidFill>
          <a:ln w="0">
            <a:noFill/>
            <a:prstDash val="solid"/>
          </a:ln>
        </p:spPr>
      </p:sp>
      <p:sp>
        <p:nvSpPr>
          <p:cNvPr id="2121" name="LigandSeek2_vs_LigandSeek1_ellipse_7635">
            <a:extLst>
              <a:ext uri="{FF2B5EF4-FFF2-40B4-BE49-F238E27FC236}">
                <a16:creationId xmlns:a16="http://schemas.microsoft.com/office/drawing/2014/main" id="{AFA5F47F-1B10-4861-BA57-3340AFF05554}"/>
              </a:ext>
            </a:extLst>
          </p:cNvPr>
          <p:cNvSpPr>
            <a:spLocks noGrp="1"/>
          </p:cNvSpPr>
          <p:nvPr/>
        </p:nvSpPr>
        <p:spPr>
          <a:xfrm>
            <a:off x="2262044" y="1890031"/>
            <a:ext cx="24757" cy="24757"/>
          </a:xfrm>
          <a:prstGeom prst="ellipse">
            <a:avLst/>
          </a:prstGeom>
          <a:solidFill>
            <a:srgbClr val="B08A60">
              <a:alpha val="40000"/>
            </a:srgbClr>
          </a:solidFill>
          <a:ln w="0">
            <a:noFill/>
            <a:prstDash val="solid"/>
          </a:ln>
        </p:spPr>
      </p:sp>
      <p:sp>
        <p:nvSpPr>
          <p:cNvPr id="2122" name="LigandSeek2_vs_LigandSeek1_ellipse_7636">
            <a:extLst>
              <a:ext uri="{FF2B5EF4-FFF2-40B4-BE49-F238E27FC236}">
                <a16:creationId xmlns:a16="http://schemas.microsoft.com/office/drawing/2014/main" id="{3C08B647-6862-472B-B9A1-C6FC858F520A}"/>
              </a:ext>
            </a:extLst>
          </p:cNvPr>
          <p:cNvSpPr>
            <a:spLocks noGrp="1"/>
          </p:cNvSpPr>
          <p:nvPr/>
        </p:nvSpPr>
        <p:spPr>
          <a:xfrm>
            <a:off x="2323786" y="1817773"/>
            <a:ext cx="24757" cy="24757"/>
          </a:xfrm>
          <a:prstGeom prst="ellipse">
            <a:avLst/>
          </a:prstGeom>
          <a:solidFill>
            <a:srgbClr val="B08A60">
              <a:alpha val="40000"/>
            </a:srgbClr>
          </a:solidFill>
          <a:ln w="0">
            <a:noFill/>
            <a:prstDash val="solid"/>
          </a:ln>
        </p:spPr>
      </p:sp>
      <p:sp>
        <p:nvSpPr>
          <p:cNvPr id="2123" name="LigandSeek2_vs_LigandSeek1_ellipse_7637">
            <a:extLst>
              <a:ext uri="{FF2B5EF4-FFF2-40B4-BE49-F238E27FC236}">
                <a16:creationId xmlns:a16="http://schemas.microsoft.com/office/drawing/2014/main" id="{2093FCD4-3A91-4064-9355-4F5949F6F425}"/>
              </a:ext>
            </a:extLst>
          </p:cNvPr>
          <p:cNvSpPr>
            <a:spLocks noGrp="1"/>
          </p:cNvSpPr>
          <p:nvPr/>
        </p:nvSpPr>
        <p:spPr>
          <a:xfrm>
            <a:off x="2335266" y="1796721"/>
            <a:ext cx="24757" cy="24757"/>
          </a:xfrm>
          <a:prstGeom prst="ellipse">
            <a:avLst/>
          </a:prstGeom>
          <a:solidFill>
            <a:srgbClr val="B08A60">
              <a:alpha val="40000"/>
            </a:srgbClr>
          </a:solidFill>
          <a:ln w="0">
            <a:noFill/>
            <a:prstDash val="solid"/>
          </a:ln>
        </p:spPr>
      </p:sp>
      <p:sp>
        <p:nvSpPr>
          <p:cNvPr id="2124" name="LigandSeek2_vs_LigandSeek1_ellipse_7638">
            <a:extLst>
              <a:ext uri="{FF2B5EF4-FFF2-40B4-BE49-F238E27FC236}">
                <a16:creationId xmlns:a16="http://schemas.microsoft.com/office/drawing/2014/main" id="{8EE9C9D6-8453-4C80-963F-469CB6B3F5A2}"/>
              </a:ext>
            </a:extLst>
          </p:cNvPr>
          <p:cNvSpPr>
            <a:spLocks noGrp="1"/>
          </p:cNvSpPr>
          <p:nvPr/>
        </p:nvSpPr>
        <p:spPr>
          <a:xfrm>
            <a:off x="2271405" y="1890368"/>
            <a:ext cx="24757" cy="24757"/>
          </a:xfrm>
          <a:prstGeom prst="ellipse">
            <a:avLst/>
          </a:prstGeom>
          <a:solidFill>
            <a:srgbClr val="B08A60">
              <a:alpha val="40000"/>
            </a:srgbClr>
          </a:solidFill>
          <a:ln w="0">
            <a:noFill/>
            <a:prstDash val="solid"/>
          </a:ln>
        </p:spPr>
      </p:sp>
      <p:sp>
        <p:nvSpPr>
          <p:cNvPr id="2125" name="LigandSeek2_vs_LigandSeek1_ellipse_7639">
            <a:extLst>
              <a:ext uri="{FF2B5EF4-FFF2-40B4-BE49-F238E27FC236}">
                <a16:creationId xmlns:a16="http://schemas.microsoft.com/office/drawing/2014/main" id="{B0973E18-9FF1-4683-B321-CF76E142CFBB}"/>
              </a:ext>
            </a:extLst>
          </p:cNvPr>
          <p:cNvSpPr>
            <a:spLocks noGrp="1"/>
          </p:cNvSpPr>
          <p:nvPr/>
        </p:nvSpPr>
        <p:spPr>
          <a:xfrm>
            <a:off x="2343732" y="1890368"/>
            <a:ext cx="24757" cy="24757"/>
          </a:xfrm>
          <a:prstGeom prst="ellipse">
            <a:avLst/>
          </a:prstGeom>
          <a:solidFill>
            <a:srgbClr val="B08A60">
              <a:alpha val="40000"/>
            </a:srgbClr>
          </a:solidFill>
          <a:ln w="0">
            <a:noFill/>
            <a:prstDash val="solid"/>
          </a:ln>
        </p:spPr>
      </p:sp>
      <p:sp>
        <p:nvSpPr>
          <p:cNvPr id="2126" name="LigandSeek2_vs_LigandSeek1_ellipse_7640">
            <a:extLst>
              <a:ext uri="{FF2B5EF4-FFF2-40B4-BE49-F238E27FC236}">
                <a16:creationId xmlns:a16="http://schemas.microsoft.com/office/drawing/2014/main" id="{BF10BD27-CA14-4497-9886-9FB6CCCFD86D}"/>
              </a:ext>
            </a:extLst>
          </p:cNvPr>
          <p:cNvSpPr>
            <a:spLocks noGrp="1"/>
          </p:cNvSpPr>
          <p:nvPr/>
        </p:nvSpPr>
        <p:spPr>
          <a:xfrm>
            <a:off x="2293952" y="1716141"/>
            <a:ext cx="24757" cy="24757"/>
          </a:xfrm>
          <a:prstGeom prst="ellipse">
            <a:avLst/>
          </a:prstGeom>
          <a:solidFill>
            <a:srgbClr val="B08A60">
              <a:alpha val="40000"/>
            </a:srgbClr>
          </a:solidFill>
          <a:ln w="0">
            <a:noFill/>
            <a:prstDash val="solid"/>
          </a:ln>
        </p:spPr>
      </p:sp>
      <p:sp>
        <p:nvSpPr>
          <p:cNvPr id="2127" name="LigandSeek2_vs_LigandSeek1_ellipse_7641">
            <a:extLst>
              <a:ext uri="{FF2B5EF4-FFF2-40B4-BE49-F238E27FC236}">
                <a16:creationId xmlns:a16="http://schemas.microsoft.com/office/drawing/2014/main" id="{80022F8F-6287-42C8-ABBF-6D23D8F7785F}"/>
              </a:ext>
            </a:extLst>
          </p:cNvPr>
          <p:cNvSpPr>
            <a:spLocks noGrp="1"/>
          </p:cNvSpPr>
          <p:nvPr/>
        </p:nvSpPr>
        <p:spPr>
          <a:xfrm>
            <a:off x="2287993" y="1890368"/>
            <a:ext cx="24757" cy="24757"/>
          </a:xfrm>
          <a:prstGeom prst="ellipse">
            <a:avLst/>
          </a:prstGeom>
          <a:solidFill>
            <a:srgbClr val="B08A60">
              <a:alpha val="40000"/>
            </a:srgbClr>
          </a:solidFill>
          <a:ln w="0">
            <a:noFill/>
            <a:prstDash val="solid"/>
          </a:ln>
        </p:spPr>
      </p:sp>
      <p:sp>
        <p:nvSpPr>
          <p:cNvPr id="2128" name="LigandSeek2_vs_LigandSeek1_ellipse_7642">
            <a:extLst>
              <a:ext uri="{FF2B5EF4-FFF2-40B4-BE49-F238E27FC236}">
                <a16:creationId xmlns:a16="http://schemas.microsoft.com/office/drawing/2014/main" id="{A526605D-EF87-4A8A-A276-9537EA0A3662}"/>
              </a:ext>
            </a:extLst>
          </p:cNvPr>
          <p:cNvSpPr>
            <a:spLocks noGrp="1"/>
          </p:cNvSpPr>
          <p:nvPr/>
        </p:nvSpPr>
        <p:spPr>
          <a:xfrm>
            <a:off x="2280731" y="845009"/>
            <a:ext cx="24757" cy="24757"/>
          </a:xfrm>
          <a:prstGeom prst="ellipse">
            <a:avLst/>
          </a:prstGeom>
          <a:solidFill>
            <a:srgbClr val="B08A60">
              <a:alpha val="40000"/>
            </a:srgbClr>
          </a:solidFill>
          <a:ln w="0">
            <a:noFill/>
            <a:prstDash val="solid"/>
          </a:ln>
        </p:spPr>
      </p:sp>
      <p:sp>
        <p:nvSpPr>
          <p:cNvPr id="2129" name="LigandSeek2_vs_LigandSeek1_ellipse_7643">
            <a:extLst>
              <a:ext uri="{FF2B5EF4-FFF2-40B4-BE49-F238E27FC236}">
                <a16:creationId xmlns:a16="http://schemas.microsoft.com/office/drawing/2014/main" id="{786DB3E7-9407-40C2-B4E8-60AE2DE88C83}"/>
              </a:ext>
            </a:extLst>
          </p:cNvPr>
          <p:cNvSpPr>
            <a:spLocks noGrp="1"/>
          </p:cNvSpPr>
          <p:nvPr/>
        </p:nvSpPr>
        <p:spPr>
          <a:xfrm>
            <a:off x="2313833" y="1367688"/>
            <a:ext cx="24757" cy="24757"/>
          </a:xfrm>
          <a:prstGeom prst="ellipse">
            <a:avLst/>
          </a:prstGeom>
          <a:solidFill>
            <a:srgbClr val="B08A60">
              <a:alpha val="40000"/>
            </a:srgbClr>
          </a:solidFill>
          <a:ln w="0">
            <a:noFill/>
            <a:prstDash val="solid"/>
          </a:ln>
        </p:spPr>
      </p:sp>
      <p:sp>
        <p:nvSpPr>
          <p:cNvPr id="2130" name="LigandSeek2_vs_LigandSeek1_ellipse_7644">
            <a:extLst>
              <a:ext uri="{FF2B5EF4-FFF2-40B4-BE49-F238E27FC236}">
                <a16:creationId xmlns:a16="http://schemas.microsoft.com/office/drawing/2014/main" id="{2BA4818E-91B2-4DF7-98E6-D6CA64EC93D7}"/>
              </a:ext>
            </a:extLst>
          </p:cNvPr>
          <p:cNvSpPr>
            <a:spLocks noGrp="1"/>
          </p:cNvSpPr>
          <p:nvPr/>
        </p:nvSpPr>
        <p:spPr>
          <a:xfrm>
            <a:off x="2275407" y="1842366"/>
            <a:ext cx="24757" cy="24757"/>
          </a:xfrm>
          <a:prstGeom prst="ellipse">
            <a:avLst/>
          </a:prstGeom>
          <a:solidFill>
            <a:srgbClr val="B08A60">
              <a:alpha val="40000"/>
            </a:srgbClr>
          </a:solidFill>
          <a:ln w="0">
            <a:noFill/>
            <a:prstDash val="solid"/>
          </a:ln>
        </p:spPr>
      </p:sp>
      <p:sp>
        <p:nvSpPr>
          <p:cNvPr id="2131" name="LigandSeek2_vs_LigandSeek1_ellipse_7645">
            <a:extLst>
              <a:ext uri="{FF2B5EF4-FFF2-40B4-BE49-F238E27FC236}">
                <a16:creationId xmlns:a16="http://schemas.microsoft.com/office/drawing/2014/main" id="{90522B61-DC20-4388-83DD-493AF071646C}"/>
              </a:ext>
            </a:extLst>
          </p:cNvPr>
          <p:cNvSpPr>
            <a:spLocks noGrp="1"/>
          </p:cNvSpPr>
          <p:nvPr/>
        </p:nvSpPr>
        <p:spPr>
          <a:xfrm>
            <a:off x="2270663" y="1367688"/>
            <a:ext cx="24757" cy="24757"/>
          </a:xfrm>
          <a:prstGeom prst="ellipse">
            <a:avLst/>
          </a:prstGeom>
          <a:solidFill>
            <a:srgbClr val="B08A60">
              <a:alpha val="40000"/>
            </a:srgbClr>
          </a:solidFill>
          <a:ln w="0">
            <a:noFill/>
            <a:prstDash val="solid"/>
          </a:ln>
        </p:spPr>
      </p:sp>
      <p:sp>
        <p:nvSpPr>
          <p:cNvPr id="2132" name="LigandSeek2_vs_LigandSeek1_ellipse_7646">
            <a:extLst>
              <a:ext uri="{FF2B5EF4-FFF2-40B4-BE49-F238E27FC236}">
                <a16:creationId xmlns:a16="http://schemas.microsoft.com/office/drawing/2014/main" id="{134D65C0-0965-4E04-83B7-5C03E8D5EBEA}"/>
              </a:ext>
            </a:extLst>
          </p:cNvPr>
          <p:cNvSpPr>
            <a:spLocks noGrp="1"/>
          </p:cNvSpPr>
          <p:nvPr/>
        </p:nvSpPr>
        <p:spPr>
          <a:xfrm>
            <a:off x="2336898" y="1890368"/>
            <a:ext cx="24757" cy="24757"/>
          </a:xfrm>
          <a:prstGeom prst="ellipse">
            <a:avLst/>
          </a:prstGeom>
          <a:solidFill>
            <a:srgbClr val="B08A60">
              <a:alpha val="40000"/>
            </a:srgbClr>
          </a:solidFill>
          <a:ln w="0">
            <a:noFill/>
            <a:prstDash val="solid"/>
          </a:ln>
        </p:spPr>
      </p:sp>
      <p:sp>
        <p:nvSpPr>
          <p:cNvPr id="2133" name="LigandSeek2_vs_LigandSeek1_ellipse_7647">
            <a:extLst>
              <a:ext uri="{FF2B5EF4-FFF2-40B4-BE49-F238E27FC236}">
                <a16:creationId xmlns:a16="http://schemas.microsoft.com/office/drawing/2014/main" id="{6E41DE38-82E9-416F-B881-7D601D34B8CB}"/>
              </a:ext>
            </a:extLst>
          </p:cNvPr>
          <p:cNvSpPr>
            <a:spLocks noGrp="1"/>
          </p:cNvSpPr>
          <p:nvPr/>
        </p:nvSpPr>
        <p:spPr>
          <a:xfrm>
            <a:off x="2303956" y="1367688"/>
            <a:ext cx="24757" cy="24757"/>
          </a:xfrm>
          <a:prstGeom prst="ellipse">
            <a:avLst/>
          </a:prstGeom>
          <a:solidFill>
            <a:srgbClr val="B08A60">
              <a:alpha val="40000"/>
            </a:srgbClr>
          </a:solidFill>
          <a:ln w="0">
            <a:noFill/>
            <a:prstDash val="solid"/>
          </a:ln>
        </p:spPr>
      </p:sp>
      <p:sp>
        <p:nvSpPr>
          <p:cNvPr id="2134" name="LigandSeek2_vs_LigandSeek1_ellipse_7648">
            <a:extLst>
              <a:ext uri="{FF2B5EF4-FFF2-40B4-BE49-F238E27FC236}">
                <a16:creationId xmlns:a16="http://schemas.microsoft.com/office/drawing/2014/main" id="{38F5A4D3-1E4A-4F0A-B7F7-48D345B57E5B}"/>
              </a:ext>
            </a:extLst>
          </p:cNvPr>
          <p:cNvSpPr>
            <a:spLocks noGrp="1"/>
          </p:cNvSpPr>
          <p:nvPr/>
        </p:nvSpPr>
        <p:spPr>
          <a:xfrm>
            <a:off x="2323335" y="1829388"/>
            <a:ext cx="24757" cy="24757"/>
          </a:xfrm>
          <a:prstGeom prst="ellipse">
            <a:avLst/>
          </a:prstGeom>
          <a:solidFill>
            <a:srgbClr val="B08A60">
              <a:alpha val="40000"/>
            </a:srgbClr>
          </a:solidFill>
          <a:ln w="0">
            <a:noFill/>
            <a:prstDash val="solid"/>
          </a:ln>
        </p:spPr>
      </p:sp>
      <p:sp>
        <p:nvSpPr>
          <p:cNvPr id="2135" name="LigandSeek2_vs_LigandSeek1_ellipse_7649">
            <a:extLst>
              <a:ext uri="{FF2B5EF4-FFF2-40B4-BE49-F238E27FC236}">
                <a16:creationId xmlns:a16="http://schemas.microsoft.com/office/drawing/2014/main" id="{4940154E-E054-44DB-9A91-6AC00764D2E4}"/>
              </a:ext>
            </a:extLst>
          </p:cNvPr>
          <p:cNvSpPr>
            <a:spLocks noGrp="1"/>
          </p:cNvSpPr>
          <p:nvPr/>
        </p:nvSpPr>
        <p:spPr>
          <a:xfrm>
            <a:off x="2274749" y="845009"/>
            <a:ext cx="24757" cy="24757"/>
          </a:xfrm>
          <a:prstGeom prst="ellipse">
            <a:avLst/>
          </a:prstGeom>
          <a:solidFill>
            <a:srgbClr val="B08A60">
              <a:alpha val="40000"/>
            </a:srgbClr>
          </a:solidFill>
          <a:ln w="0">
            <a:noFill/>
            <a:prstDash val="solid"/>
          </a:ln>
        </p:spPr>
      </p:sp>
      <p:sp>
        <p:nvSpPr>
          <p:cNvPr id="2136" name="LigandSeek2_vs_LigandSeek1_ellipse_7650">
            <a:extLst>
              <a:ext uri="{FF2B5EF4-FFF2-40B4-BE49-F238E27FC236}">
                <a16:creationId xmlns:a16="http://schemas.microsoft.com/office/drawing/2014/main" id="{4D34B8DD-6E35-433F-AC12-2E79D08B1570}"/>
              </a:ext>
            </a:extLst>
          </p:cNvPr>
          <p:cNvSpPr>
            <a:spLocks noGrp="1"/>
          </p:cNvSpPr>
          <p:nvPr/>
        </p:nvSpPr>
        <p:spPr>
          <a:xfrm>
            <a:off x="2324303" y="1469320"/>
            <a:ext cx="24757" cy="24757"/>
          </a:xfrm>
          <a:prstGeom prst="ellipse">
            <a:avLst/>
          </a:prstGeom>
          <a:solidFill>
            <a:srgbClr val="B08A60">
              <a:alpha val="40000"/>
            </a:srgbClr>
          </a:solidFill>
          <a:ln w="0">
            <a:noFill/>
            <a:prstDash val="solid"/>
          </a:ln>
        </p:spPr>
      </p:sp>
      <p:sp>
        <p:nvSpPr>
          <p:cNvPr id="2137" name="LigandSeek2_vs_LigandSeek1_ellipse_7651">
            <a:extLst>
              <a:ext uri="{FF2B5EF4-FFF2-40B4-BE49-F238E27FC236}">
                <a16:creationId xmlns:a16="http://schemas.microsoft.com/office/drawing/2014/main" id="{579F4A28-0AEE-499D-B451-5589F9989D7C}"/>
              </a:ext>
            </a:extLst>
          </p:cNvPr>
          <p:cNvSpPr>
            <a:spLocks noGrp="1"/>
          </p:cNvSpPr>
          <p:nvPr/>
        </p:nvSpPr>
        <p:spPr>
          <a:xfrm>
            <a:off x="2267416" y="1541915"/>
            <a:ext cx="24757" cy="24757"/>
          </a:xfrm>
          <a:prstGeom prst="ellipse">
            <a:avLst/>
          </a:prstGeom>
          <a:solidFill>
            <a:srgbClr val="B08A60">
              <a:alpha val="40000"/>
            </a:srgbClr>
          </a:solidFill>
          <a:ln w="0">
            <a:noFill/>
            <a:prstDash val="solid"/>
          </a:ln>
        </p:spPr>
      </p:sp>
      <p:sp>
        <p:nvSpPr>
          <p:cNvPr id="2138" name="LigandSeek2_vs_LigandSeek1_ellipse_7652">
            <a:extLst>
              <a:ext uri="{FF2B5EF4-FFF2-40B4-BE49-F238E27FC236}">
                <a16:creationId xmlns:a16="http://schemas.microsoft.com/office/drawing/2014/main" id="{87A209B1-8426-4855-A997-CFA2087E34BF}"/>
              </a:ext>
            </a:extLst>
          </p:cNvPr>
          <p:cNvSpPr>
            <a:spLocks noGrp="1"/>
          </p:cNvSpPr>
          <p:nvPr/>
        </p:nvSpPr>
        <p:spPr>
          <a:xfrm>
            <a:off x="2329265" y="1890368"/>
            <a:ext cx="24757" cy="24757"/>
          </a:xfrm>
          <a:prstGeom prst="ellipse">
            <a:avLst/>
          </a:prstGeom>
          <a:solidFill>
            <a:srgbClr val="B08A60">
              <a:alpha val="40000"/>
            </a:srgbClr>
          </a:solidFill>
          <a:ln w="0">
            <a:noFill/>
            <a:prstDash val="solid"/>
          </a:ln>
        </p:spPr>
      </p:sp>
      <p:sp>
        <p:nvSpPr>
          <p:cNvPr id="2139" name="LigandSeek2_vs_LigandSeek1_ellipse_7653">
            <a:extLst>
              <a:ext uri="{FF2B5EF4-FFF2-40B4-BE49-F238E27FC236}">
                <a16:creationId xmlns:a16="http://schemas.microsoft.com/office/drawing/2014/main" id="{FD598220-91B5-4452-9D2F-398888BB41D9}"/>
              </a:ext>
            </a:extLst>
          </p:cNvPr>
          <p:cNvSpPr>
            <a:spLocks noGrp="1"/>
          </p:cNvSpPr>
          <p:nvPr/>
        </p:nvSpPr>
        <p:spPr>
          <a:xfrm>
            <a:off x="2278901" y="1890368"/>
            <a:ext cx="24757" cy="24757"/>
          </a:xfrm>
          <a:prstGeom prst="ellipse">
            <a:avLst/>
          </a:prstGeom>
          <a:solidFill>
            <a:srgbClr val="B08A60">
              <a:alpha val="40000"/>
            </a:srgbClr>
          </a:solidFill>
          <a:ln w="0">
            <a:noFill/>
            <a:prstDash val="solid"/>
          </a:ln>
        </p:spPr>
      </p:sp>
      <p:sp>
        <p:nvSpPr>
          <p:cNvPr id="2140" name="LigandSeek2_vs_LigandSeek1_ellipse_7654">
            <a:extLst>
              <a:ext uri="{FF2B5EF4-FFF2-40B4-BE49-F238E27FC236}">
                <a16:creationId xmlns:a16="http://schemas.microsoft.com/office/drawing/2014/main" id="{5F08D3AD-320F-4276-B4E8-F2C92D92B9ED}"/>
              </a:ext>
            </a:extLst>
          </p:cNvPr>
          <p:cNvSpPr>
            <a:spLocks noGrp="1"/>
          </p:cNvSpPr>
          <p:nvPr/>
        </p:nvSpPr>
        <p:spPr>
          <a:xfrm>
            <a:off x="2332498" y="1756794"/>
            <a:ext cx="24757" cy="24757"/>
          </a:xfrm>
          <a:prstGeom prst="ellipse">
            <a:avLst/>
          </a:prstGeom>
          <a:solidFill>
            <a:srgbClr val="B08A60">
              <a:alpha val="40000"/>
            </a:srgbClr>
          </a:solidFill>
          <a:ln w="0">
            <a:noFill/>
            <a:prstDash val="solid"/>
          </a:ln>
        </p:spPr>
      </p:sp>
      <p:sp>
        <p:nvSpPr>
          <p:cNvPr id="2141" name="LigandSeek2_vs_LigandSeek1_ellipse_7655">
            <a:extLst>
              <a:ext uri="{FF2B5EF4-FFF2-40B4-BE49-F238E27FC236}">
                <a16:creationId xmlns:a16="http://schemas.microsoft.com/office/drawing/2014/main" id="{C98D2E89-A7FF-4BA7-B4CF-F43389D5A8FC}"/>
              </a:ext>
            </a:extLst>
          </p:cNvPr>
          <p:cNvSpPr>
            <a:spLocks noGrp="1"/>
          </p:cNvSpPr>
          <p:nvPr/>
        </p:nvSpPr>
        <p:spPr>
          <a:xfrm>
            <a:off x="2279327" y="1890368"/>
            <a:ext cx="24757" cy="24757"/>
          </a:xfrm>
          <a:prstGeom prst="ellipse">
            <a:avLst/>
          </a:prstGeom>
          <a:solidFill>
            <a:srgbClr val="B08A60">
              <a:alpha val="40000"/>
            </a:srgbClr>
          </a:solidFill>
          <a:ln w="0">
            <a:noFill/>
            <a:prstDash val="solid"/>
          </a:ln>
        </p:spPr>
      </p:sp>
      <p:sp>
        <p:nvSpPr>
          <p:cNvPr id="2142" name="LigandSeek2_vs_LigandSeek1_ellipse_7656">
            <a:extLst>
              <a:ext uri="{FF2B5EF4-FFF2-40B4-BE49-F238E27FC236}">
                <a16:creationId xmlns:a16="http://schemas.microsoft.com/office/drawing/2014/main" id="{9158F357-0189-4498-8714-05FC3BA39A0F}"/>
              </a:ext>
            </a:extLst>
          </p:cNvPr>
          <p:cNvSpPr>
            <a:spLocks noGrp="1"/>
          </p:cNvSpPr>
          <p:nvPr/>
        </p:nvSpPr>
        <p:spPr>
          <a:xfrm>
            <a:off x="2298126" y="1669888"/>
            <a:ext cx="24757" cy="24757"/>
          </a:xfrm>
          <a:prstGeom prst="ellipse">
            <a:avLst/>
          </a:prstGeom>
          <a:solidFill>
            <a:srgbClr val="B08A60">
              <a:alpha val="40000"/>
            </a:srgbClr>
          </a:solidFill>
          <a:ln w="0">
            <a:noFill/>
            <a:prstDash val="solid"/>
          </a:ln>
        </p:spPr>
      </p:sp>
      <p:sp>
        <p:nvSpPr>
          <p:cNvPr id="2143" name="LigandSeek2_vs_LigandSeek1_ellipse_7657">
            <a:extLst>
              <a:ext uri="{FF2B5EF4-FFF2-40B4-BE49-F238E27FC236}">
                <a16:creationId xmlns:a16="http://schemas.microsoft.com/office/drawing/2014/main" id="{0C751E0B-62BE-4C19-A62F-3DDF5E971D84}"/>
              </a:ext>
            </a:extLst>
          </p:cNvPr>
          <p:cNvSpPr>
            <a:spLocks noGrp="1"/>
          </p:cNvSpPr>
          <p:nvPr/>
        </p:nvSpPr>
        <p:spPr>
          <a:xfrm>
            <a:off x="2299004" y="1890368"/>
            <a:ext cx="24757" cy="24757"/>
          </a:xfrm>
          <a:prstGeom prst="ellipse">
            <a:avLst/>
          </a:prstGeom>
          <a:solidFill>
            <a:srgbClr val="B08A60">
              <a:alpha val="40000"/>
            </a:srgbClr>
          </a:solidFill>
          <a:ln w="0">
            <a:noFill/>
            <a:prstDash val="solid"/>
          </a:ln>
        </p:spPr>
      </p:sp>
      <p:sp>
        <p:nvSpPr>
          <p:cNvPr id="2144" name="LigandSeek2_vs_LigandSeek1_ellipse_7658">
            <a:extLst>
              <a:ext uri="{FF2B5EF4-FFF2-40B4-BE49-F238E27FC236}">
                <a16:creationId xmlns:a16="http://schemas.microsoft.com/office/drawing/2014/main" id="{5812E1B9-97A5-41A0-BA6A-CCA4FCE64A23}"/>
              </a:ext>
            </a:extLst>
          </p:cNvPr>
          <p:cNvSpPr>
            <a:spLocks noGrp="1"/>
          </p:cNvSpPr>
          <p:nvPr/>
        </p:nvSpPr>
        <p:spPr>
          <a:xfrm>
            <a:off x="2263758" y="1838100"/>
            <a:ext cx="24757" cy="24757"/>
          </a:xfrm>
          <a:prstGeom prst="ellipse">
            <a:avLst/>
          </a:prstGeom>
          <a:solidFill>
            <a:srgbClr val="B08A60">
              <a:alpha val="40000"/>
            </a:srgbClr>
          </a:solidFill>
          <a:ln w="0">
            <a:noFill/>
            <a:prstDash val="solid"/>
          </a:ln>
        </p:spPr>
      </p:sp>
      <p:sp>
        <p:nvSpPr>
          <p:cNvPr id="2145" name="LigandSeek2_vs_LigandSeek1_ellipse_7659">
            <a:extLst>
              <a:ext uri="{FF2B5EF4-FFF2-40B4-BE49-F238E27FC236}">
                <a16:creationId xmlns:a16="http://schemas.microsoft.com/office/drawing/2014/main" id="{A7E23FDD-F491-4D16-BBA6-4475C26CEEB8}"/>
              </a:ext>
            </a:extLst>
          </p:cNvPr>
          <p:cNvSpPr>
            <a:spLocks noGrp="1"/>
          </p:cNvSpPr>
          <p:nvPr/>
        </p:nvSpPr>
        <p:spPr>
          <a:xfrm>
            <a:off x="2267332" y="1883399"/>
            <a:ext cx="24757" cy="24757"/>
          </a:xfrm>
          <a:prstGeom prst="ellipse">
            <a:avLst/>
          </a:prstGeom>
          <a:solidFill>
            <a:srgbClr val="B08A60">
              <a:alpha val="40000"/>
            </a:srgbClr>
          </a:solidFill>
          <a:ln w="0">
            <a:noFill/>
            <a:prstDash val="solid"/>
          </a:ln>
        </p:spPr>
      </p:sp>
      <p:sp>
        <p:nvSpPr>
          <p:cNvPr id="2146" name="LigandSeek2_vs_LigandSeek1_ellipse_7660">
            <a:extLst>
              <a:ext uri="{FF2B5EF4-FFF2-40B4-BE49-F238E27FC236}">
                <a16:creationId xmlns:a16="http://schemas.microsoft.com/office/drawing/2014/main" id="{824079F1-9F6D-4D00-9609-9A9C287AC289}"/>
              </a:ext>
            </a:extLst>
          </p:cNvPr>
          <p:cNvSpPr>
            <a:spLocks noGrp="1"/>
          </p:cNvSpPr>
          <p:nvPr/>
        </p:nvSpPr>
        <p:spPr>
          <a:xfrm>
            <a:off x="2295229" y="1390780"/>
            <a:ext cx="24757" cy="24757"/>
          </a:xfrm>
          <a:prstGeom prst="ellipse">
            <a:avLst/>
          </a:prstGeom>
          <a:solidFill>
            <a:srgbClr val="B08A60">
              <a:alpha val="40000"/>
            </a:srgbClr>
          </a:solidFill>
          <a:ln w="0">
            <a:noFill/>
            <a:prstDash val="solid"/>
          </a:ln>
        </p:spPr>
      </p:sp>
      <p:sp>
        <p:nvSpPr>
          <p:cNvPr id="2147" name="LigandSeek2_vs_LigandSeek1_ellipse_7661">
            <a:extLst>
              <a:ext uri="{FF2B5EF4-FFF2-40B4-BE49-F238E27FC236}">
                <a16:creationId xmlns:a16="http://schemas.microsoft.com/office/drawing/2014/main" id="{4F0A465C-6BA0-4FEA-BD1C-0728000CBD48}"/>
              </a:ext>
            </a:extLst>
          </p:cNvPr>
          <p:cNvSpPr>
            <a:spLocks noGrp="1"/>
          </p:cNvSpPr>
          <p:nvPr/>
        </p:nvSpPr>
        <p:spPr>
          <a:xfrm>
            <a:off x="2289653" y="1890368"/>
            <a:ext cx="24757" cy="24757"/>
          </a:xfrm>
          <a:prstGeom prst="ellipse">
            <a:avLst/>
          </a:prstGeom>
          <a:solidFill>
            <a:srgbClr val="B08A60">
              <a:alpha val="40000"/>
            </a:srgbClr>
          </a:solidFill>
          <a:ln w="0">
            <a:noFill/>
            <a:prstDash val="solid"/>
          </a:ln>
        </p:spPr>
      </p:sp>
      <p:sp>
        <p:nvSpPr>
          <p:cNvPr id="2148" name="LigandSeek2_vs_LigandSeek1_ellipse_7662">
            <a:extLst>
              <a:ext uri="{FF2B5EF4-FFF2-40B4-BE49-F238E27FC236}">
                <a16:creationId xmlns:a16="http://schemas.microsoft.com/office/drawing/2014/main" id="{8BDAD839-AF62-49E2-A2B7-89FBD0456939}"/>
              </a:ext>
            </a:extLst>
          </p:cNvPr>
          <p:cNvSpPr>
            <a:spLocks noGrp="1"/>
          </p:cNvSpPr>
          <p:nvPr/>
        </p:nvSpPr>
        <p:spPr>
          <a:xfrm>
            <a:off x="2283296" y="965692"/>
            <a:ext cx="24757" cy="24757"/>
          </a:xfrm>
          <a:prstGeom prst="ellipse">
            <a:avLst/>
          </a:prstGeom>
          <a:solidFill>
            <a:srgbClr val="B08A60">
              <a:alpha val="40000"/>
            </a:srgbClr>
          </a:solidFill>
          <a:ln w="0">
            <a:noFill/>
            <a:prstDash val="solid"/>
          </a:ln>
        </p:spPr>
      </p:sp>
      <p:sp>
        <p:nvSpPr>
          <p:cNvPr id="2149" name="LigandSeek2_vs_LigandSeek1_ellipse_7663">
            <a:extLst>
              <a:ext uri="{FF2B5EF4-FFF2-40B4-BE49-F238E27FC236}">
                <a16:creationId xmlns:a16="http://schemas.microsoft.com/office/drawing/2014/main" id="{24FB5416-DDF6-49C2-AFBA-FF605E8DE92C}"/>
              </a:ext>
            </a:extLst>
          </p:cNvPr>
          <p:cNvSpPr>
            <a:spLocks noGrp="1"/>
          </p:cNvSpPr>
          <p:nvPr/>
        </p:nvSpPr>
        <p:spPr>
          <a:xfrm>
            <a:off x="2310715" y="889838"/>
            <a:ext cx="24757" cy="24757"/>
          </a:xfrm>
          <a:prstGeom prst="ellipse">
            <a:avLst/>
          </a:prstGeom>
          <a:solidFill>
            <a:srgbClr val="B08A60">
              <a:alpha val="40000"/>
            </a:srgbClr>
          </a:solidFill>
          <a:ln w="0">
            <a:noFill/>
            <a:prstDash val="solid"/>
          </a:ln>
        </p:spPr>
      </p:sp>
      <p:sp>
        <p:nvSpPr>
          <p:cNvPr id="2150" name="LigandSeek2_vs_LigandSeek1_ellipse_7664">
            <a:extLst>
              <a:ext uri="{FF2B5EF4-FFF2-40B4-BE49-F238E27FC236}">
                <a16:creationId xmlns:a16="http://schemas.microsoft.com/office/drawing/2014/main" id="{A8A94F12-6055-4D8B-811C-9D6153F9392B}"/>
              </a:ext>
            </a:extLst>
          </p:cNvPr>
          <p:cNvSpPr>
            <a:spLocks noGrp="1"/>
          </p:cNvSpPr>
          <p:nvPr/>
        </p:nvSpPr>
        <p:spPr>
          <a:xfrm>
            <a:off x="2279621" y="1193462"/>
            <a:ext cx="24757" cy="24757"/>
          </a:xfrm>
          <a:prstGeom prst="ellipse">
            <a:avLst/>
          </a:prstGeom>
          <a:solidFill>
            <a:srgbClr val="B08A60">
              <a:alpha val="40000"/>
            </a:srgbClr>
          </a:solidFill>
          <a:ln w="0">
            <a:noFill/>
            <a:prstDash val="solid"/>
          </a:ln>
        </p:spPr>
      </p:sp>
      <p:sp>
        <p:nvSpPr>
          <p:cNvPr id="2151" name="LigandSeek2_vs_LigandSeek1_ellipse_7665">
            <a:extLst>
              <a:ext uri="{FF2B5EF4-FFF2-40B4-BE49-F238E27FC236}">
                <a16:creationId xmlns:a16="http://schemas.microsoft.com/office/drawing/2014/main" id="{B21E253B-1FD4-4282-B3A9-7A9C61320C1A}"/>
              </a:ext>
            </a:extLst>
          </p:cNvPr>
          <p:cNvSpPr>
            <a:spLocks noGrp="1"/>
          </p:cNvSpPr>
          <p:nvPr/>
        </p:nvSpPr>
        <p:spPr>
          <a:xfrm>
            <a:off x="2297436" y="845009"/>
            <a:ext cx="24757" cy="24757"/>
          </a:xfrm>
          <a:prstGeom prst="ellipse">
            <a:avLst/>
          </a:prstGeom>
          <a:solidFill>
            <a:srgbClr val="B08A60">
              <a:alpha val="40000"/>
            </a:srgbClr>
          </a:solidFill>
          <a:ln w="0">
            <a:noFill/>
            <a:prstDash val="solid"/>
          </a:ln>
        </p:spPr>
      </p:sp>
      <p:sp>
        <p:nvSpPr>
          <p:cNvPr id="2152" name="LigandSeek2_vs_LigandSeek1_ellipse_7666">
            <a:extLst>
              <a:ext uri="{FF2B5EF4-FFF2-40B4-BE49-F238E27FC236}">
                <a16:creationId xmlns:a16="http://schemas.microsoft.com/office/drawing/2014/main" id="{DC9110AE-0EEC-4AE9-A13E-1374575F7417}"/>
              </a:ext>
            </a:extLst>
          </p:cNvPr>
          <p:cNvSpPr>
            <a:spLocks noGrp="1"/>
          </p:cNvSpPr>
          <p:nvPr/>
        </p:nvSpPr>
        <p:spPr>
          <a:xfrm>
            <a:off x="2321767" y="1890368"/>
            <a:ext cx="24757" cy="24757"/>
          </a:xfrm>
          <a:prstGeom prst="ellipse">
            <a:avLst/>
          </a:prstGeom>
          <a:solidFill>
            <a:srgbClr val="B08A60">
              <a:alpha val="40000"/>
            </a:srgbClr>
          </a:solidFill>
          <a:ln w="0">
            <a:noFill/>
            <a:prstDash val="solid"/>
          </a:ln>
        </p:spPr>
      </p:sp>
      <p:sp>
        <p:nvSpPr>
          <p:cNvPr id="2153" name="LigandSeek2_vs_LigandSeek1_ellipse_7667">
            <a:extLst>
              <a:ext uri="{FF2B5EF4-FFF2-40B4-BE49-F238E27FC236}">
                <a16:creationId xmlns:a16="http://schemas.microsoft.com/office/drawing/2014/main" id="{2033B06B-8B85-4563-887C-E410B9B34479}"/>
              </a:ext>
            </a:extLst>
          </p:cNvPr>
          <p:cNvSpPr>
            <a:spLocks noGrp="1"/>
          </p:cNvSpPr>
          <p:nvPr/>
        </p:nvSpPr>
        <p:spPr>
          <a:xfrm>
            <a:off x="2276654" y="1367094"/>
            <a:ext cx="24757" cy="24757"/>
          </a:xfrm>
          <a:prstGeom prst="ellipse">
            <a:avLst/>
          </a:prstGeom>
          <a:solidFill>
            <a:srgbClr val="B08A60">
              <a:alpha val="40000"/>
            </a:srgbClr>
          </a:solidFill>
          <a:ln w="0">
            <a:noFill/>
            <a:prstDash val="solid"/>
          </a:ln>
        </p:spPr>
      </p:sp>
      <p:sp>
        <p:nvSpPr>
          <p:cNvPr id="2154" name="LigandSeek2_vs_LigandSeek1_ellipse_7668">
            <a:extLst>
              <a:ext uri="{FF2B5EF4-FFF2-40B4-BE49-F238E27FC236}">
                <a16:creationId xmlns:a16="http://schemas.microsoft.com/office/drawing/2014/main" id="{AFB248B7-7423-451A-91AF-6B90DB4C2556}"/>
              </a:ext>
            </a:extLst>
          </p:cNvPr>
          <p:cNvSpPr>
            <a:spLocks noGrp="1"/>
          </p:cNvSpPr>
          <p:nvPr/>
        </p:nvSpPr>
        <p:spPr>
          <a:xfrm>
            <a:off x="2311787" y="1871009"/>
            <a:ext cx="24757" cy="24757"/>
          </a:xfrm>
          <a:prstGeom prst="ellipse">
            <a:avLst/>
          </a:prstGeom>
          <a:solidFill>
            <a:srgbClr val="B08A60">
              <a:alpha val="40000"/>
            </a:srgbClr>
          </a:solidFill>
          <a:ln w="0">
            <a:noFill/>
            <a:prstDash val="solid"/>
          </a:ln>
        </p:spPr>
      </p:sp>
      <p:sp>
        <p:nvSpPr>
          <p:cNvPr id="2155" name="LigandSeek2_vs_LigandSeek1_ellipse_7669">
            <a:extLst>
              <a:ext uri="{FF2B5EF4-FFF2-40B4-BE49-F238E27FC236}">
                <a16:creationId xmlns:a16="http://schemas.microsoft.com/office/drawing/2014/main" id="{72F95D91-60E9-4BD4-83E9-E4C6F2D154A6}"/>
              </a:ext>
            </a:extLst>
          </p:cNvPr>
          <p:cNvSpPr>
            <a:spLocks noGrp="1"/>
          </p:cNvSpPr>
          <p:nvPr/>
        </p:nvSpPr>
        <p:spPr>
          <a:xfrm>
            <a:off x="2281998" y="1890368"/>
            <a:ext cx="24757" cy="24757"/>
          </a:xfrm>
          <a:prstGeom prst="ellipse">
            <a:avLst/>
          </a:prstGeom>
          <a:solidFill>
            <a:srgbClr val="B08A60">
              <a:alpha val="40000"/>
            </a:srgbClr>
          </a:solidFill>
          <a:ln w="0">
            <a:noFill/>
            <a:prstDash val="solid"/>
          </a:ln>
        </p:spPr>
      </p:sp>
      <p:sp>
        <p:nvSpPr>
          <p:cNvPr id="2156" name="LigandSeek2_vs_LigandSeek1_ellipse_7670">
            <a:extLst>
              <a:ext uri="{FF2B5EF4-FFF2-40B4-BE49-F238E27FC236}">
                <a16:creationId xmlns:a16="http://schemas.microsoft.com/office/drawing/2014/main" id="{0AD47E92-8BC0-49BC-89BA-FFD23E36188A}"/>
              </a:ext>
            </a:extLst>
          </p:cNvPr>
          <p:cNvSpPr>
            <a:spLocks noGrp="1"/>
          </p:cNvSpPr>
          <p:nvPr/>
        </p:nvSpPr>
        <p:spPr>
          <a:xfrm>
            <a:off x="2296451" y="845009"/>
            <a:ext cx="24757" cy="24757"/>
          </a:xfrm>
          <a:prstGeom prst="ellipse">
            <a:avLst/>
          </a:prstGeom>
          <a:solidFill>
            <a:srgbClr val="B08A60">
              <a:alpha val="40000"/>
            </a:srgbClr>
          </a:solidFill>
          <a:ln w="0">
            <a:noFill/>
            <a:prstDash val="solid"/>
          </a:ln>
        </p:spPr>
      </p:sp>
      <p:sp>
        <p:nvSpPr>
          <p:cNvPr id="2157" name="LigandSeek2_vs_LigandSeek1_ellipse_7671">
            <a:extLst>
              <a:ext uri="{FF2B5EF4-FFF2-40B4-BE49-F238E27FC236}">
                <a16:creationId xmlns:a16="http://schemas.microsoft.com/office/drawing/2014/main" id="{FCCF5EF3-B4C0-4F0C-ACDC-D010D69BE891}"/>
              </a:ext>
            </a:extLst>
          </p:cNvPr>
          <p:cNvSpPr>
            <a:spLocks noGrp="1"/>
          </p:cNvSpPr>
          <p:nvPr/>
        </p:nvSpPr>
        <p:spPr>
          <a:xfrm>
            <a:off x="2329656" y="1367688"/>
            <a:ext cx="24757" cy="24757"/>
          </a:xfrm>
          <a:prstGeom prst="ellipse">
            <a:avLst/>
          </a:prstGeom>
          <a:solidFill>
            <a:srgbClr val="B08A60">
              <a:alpha val="40000"/>
            </a:srgbClr>
          </a:solidFill>
          <a:ln w="0">
            <a:noFill/>
            <a:prstDash val="solid"/>
          </a:ln>
        </p:spPr>
      </p:sp>
      <p:sp>
        <p:nvSpPr>
          <p:cNvPr id="2158" name="LigandSeek2_vs_LigandSeek1_ellipse_7672">
            <a:extLst>
              <a:ext uri="{FF2B5EF4-FFF2-40B4-BE49-F238E27FC236}">
                <a16:creationId xmlns:a16="http://schemas.microsoft.com/office/drawing/2014/main" id="{0B30D1CD-95DA-4E78-B844-6793393C0AC6}"/>
              </a:ext>
            </a:extLst>
          </p:cNvPr>
          <p:cNvSpPr>
            <a:spLocks noGrp="1"/>
          </p:cNvSpPr>
          <p:nvPr/>
        </p:nvSpPr>
        <p:spPr>
          <a:xfrm>
            <a:off x="2328670" y="1890368"/>
            <a:ext cx="24757" cy="24757"/>
          </a:xfrm>
          <a:prstGeom prst="ellipse">
            <a:avLst/>
          </a:prstGeom>
          <a:solidFill>
            <a:srgbClr val="B08A60">
              <a:alpha val="40000"/>
            </a:srgbClr>
          </a:solidFill>
          <a:ln w="0">
            <a:noFill/>
            <a:prstDash val="solid"/>
          </a:ln>
        </p:spPr>
      </p:sp>
      <p:sp>
        <p:nvSpPr>
          <p:cNvPr id="2159" name="LigandSeek2_vs_LigandSeek1_ellipse_7673">
            <a:extLst>
              <a:ext uri="{FF2B5EF4-FFF2-40B4-BE49-F238E27FC236}">
                <a16:creationId xmlns:a16="http://schemas.microsoft.com/office/drawing/2014/main" id="{82F2FB91-0F03-4BCA-AD59-37789033B8FA}"/>
              </a:ext>
            </a:extLst>
          </p:cNvPr>
          <p:cNvSpPr>
            <a:spLocks noGrp="1"/>
          </p:cNvSpPr>
          <p:nvPr/>
        </p:nvSpPr>
        <p:spPr>
          <a:xfrm>
            <a:off x="2321913" y="1315420"/>
            <a:ext cx="24757" cy="24757"/>
          </a:xfrm>
          <a:prstGeom prst="ellipse">
            <a:avLst/>
          </a:prstGeom>
          <a:solidFill>
            <a:srgbClr val="B08A60">
              <a:alpha val="40000"/>
            </a:srgbClr>
          </a:solidFill>
          <a:ln w="0">
            <a:noFill/>
            <a:prstDash val="solid"/>
          </a:ln>
        </p:spPr>
      </p:sp>
      <p:sp>
        <p:nvSpPr>
          <p:cNvPr id="2160" name="LigandSeek2_vs_LigandSeek1_ellipse_7674">
            <a:extLst>
              <a:ext uri="{FF2B5EF4-FFF2-40B4-BE49-F238E27FC236}">
                <a16:creationId xmlns:a16="http://schemas.microsoft.com/office/drawing/2014/main" id="{AE95D38D-328E-4283-93E8-9DC7A7C521A4}"/>
              </a:ext>
            </a:extLst>
          </p:cNvPr>
          <p:cNvSpPr>
            <a:spLocks noGrp="1"/>
          </p:cNvSpPr>
          <p:nvPr/>
        </p:nvSpPr>
        <p:spPr>
          <a:xfrm>
            <a:off x="2291914" y="845009"/>
            <a:ext cx="24757" cy="24757"/>
          </a:xfrm>
          <a:prstGeom prst="ellipse">
            <a:avLst/>
          </a:prstGeom>
          <a:solidFill>
            <a:srgbClr val="B08A60">
              <a:alpha val="40000"/>
            </a:srgbClr>
          </a:solidFill>
          <a:ln w="0">
            <a:noFill/>
            <a:prstDash val="solid"/>
          </a:ln>
        </p:spPr>
      </p:sp>
      <p:sp>
        <p:nvSpPr>
          <p:cNvPr id="2161" name="LigandSeek2_vs_LigandSeek1_ellipse_7675">
            <a:extLst>
              <a:ext uri="{FF2B5EF4-FFF2-40B4-BE49-F238E27FC236}">
                <a16:creationId xmlns:a16="http://schemas.microsoft.com/office/drawing/2014/main" id="{F8BF957D-B0B7-4887-AEF4-6833FB076854}"/>
              </a:ext>
            </a:extLst>
          </p:cNvPr>
          <p:cNvSpPr>
            <a:spLocks noGrp="1"/>
          </p:cNvSpPr>
          <p:nvPr/>
        </p:nvSpPr>
        <p:spPr>
          <a:xfrm>
            <a:off x="2272798" y="1681296"/>
            <a:ext cx="24757" cy="24757"/>
          </a:xfrm>
          <a:prstGeom prst="ellipse">
            <a:avLst/>
          </a:prstGeom>
          <a:solidFill>
            <a:srgbClr val="B08A60">
              <a:alpha val="40000"/>
            </a:srgbClr>
          </a:solidFill>
          <a:ln w="0">
            <a:noFill/>
            <a:prstDash val="solid"/>
          </a:ln>
        </p:spPr>
      </p:sp>
      <p:sp>
        <p:nvSpPr>
          <p:cNvPr id="2162" name="LigandSeek2_vs_LigandSeek1_ellipse_7676">
            <a:extLst>
              <a:ext uri="{FF2B5EF4-FFF2-40B4-BE49-F238E27FC236}">
                <a16:creationId xmlns:a16="http://schemas.microsoft.com/office/drawing/2014/main" id="{19463D6B-F3FE-42C1-A3B1-996527266BC8}"/>
              </a:ext>
            </a:extLst>
          </p:cNvPr>
          <p:cNvSpPr>
            <a:spLocks noGrp="1"/>
          </p:cNvSpPr>
          <p:nvPr/>
        </p:nvSpPr>
        <p:spPr>
          <a:xfrm>
            <a:off x="2313121" y="1890368"/>
            <a:ext cx="24757" cy="24757"/>
          </a:xfrm>
          <a:prstGeom prst="ellipse">
            <a:avLst/>
          </a:prstGeom>
          <a:solidFill>
            <a:srgbClr val="B08A60">
              <a:alpha val="40000"/>
            </a:srgbClr>
          </a:solidFill>
          <a:ln w="0">
            <a:noFill/>
            <a:prstDash val="solid"/>
          </a:ln>
        </p:spPr>
      </p:sp>
      <p:sp>
        <p:nvSpPr>
          <p:cNvPr id="2163" name="LigandSeek2_vs_LigandSeek1_ellipse_7677">
            <a:extLst>
              <a:ext uri="{FF2B5EF4-FFF2-40B4-BE49-F238E27FC236}">
                <a16:creationId xmlns:a16="http://schemas.microsoft.com/office/drawing/2014/main" id="{E61A2D31-82B3-4E4F-9DC6-BE5932DA8C13}"/>
              </a:ext>
            </a:extLst>
          </p:cNvPr>
          <p:cNvSpPr>
            <a:spLocks noGrp="1"/>
          </p:cNvSpPr>
          <p:nvPr/>
        </p:nvSpPr>
        <p:spPr>
          <a:xfrm>
            <a:off x="2298915" y="845009"/>
            <a:ext cx="24757" cy="24757"/>
          </a:xfrm>
          <a:prstGeom prst="ellipse">
            <a:avLst/>
          </a:prstGeom>
          <a:solidFill>
            <a:srgbClr val="B08A60">
              <a:alpha val="40000"/>
            </a:srgbClr>
          </a:solidFill>
          <a:ln w="0">
            <a:noFill/>
            <a:prstDash val="solid"/>
          </a:ln>
        </p:spPr>
      </p:sp>
      <p:sp>
        <p:nvSpPr>
          <p:cNvPr id="2164" name="LigandSeek2_vs_LigandSeek1_ellipse_7678">
            <a:extLst>
              <a:ext uri="{FF2B5EF4-FFF2-40B4-BE49-F238E27FC236}">
                <a16:creationId xmlns:a16="http://schemas.microsoft.com/office/drawing/2014/main" id="{F7CACD13-4C0E-4546-95BA-B75121E47E89}"/>
              </a:ext>
            </a:extLst>
          </p:cNvPr>
          <p:cNvSpPr>
            <a:spLocks noGrp="1"/>
          </p:cNvSpPr>
          <p:nvPr/>
        </p:nvSpPr>
        <p:spPr>
          <a:xfrm>
            <a:off x="2313314" y="1890368"/>
            <a:ext cx="24757" cy="24757"/>
          </a:xfrm>
          <a:prstGeom prst="ellipse">
            <a:avLst/>
          </a:prstGeom>
          <a:solidFill>
            <a:srgbClr val="B08A60">
              <a:alpha val="40000"/>
            </a:srgbClr>
          </a:solidFill>
          <a:ln w="0">
            <a:noFill/>
            <a:prstDash val="solid"/>
          </a:ln>
        </p:spPr>
      </p:sp>
      <p:sp>
        <p:nvSpPr>
          <p:cNvPr id="2165" name="LigandSeek2_vs_LigandSeek1_ellipse_7679">
            <a:extLst>
              <a:ext uri="{FF2B5EF4-FFF2-40B4-BE49-F238E27FC236}">
                <a16:creationId xmlns:a16="http://schemas.microsoft.com/office/drawing/2014/main" id="{C58ADB86-4E92-4F93-81D2-28BF0989A0AB}"/>
              </a:ext>
            </a:extLst>
          </p:cNvPr>
          <p:cNvSpPr>
            <a:spLocks noGrp="1"/>
          </p:cNvSpPr>
          <p:nvPr/>
        </p:nvSpPr>
        <p:spPr>
          <a:xfrm>
            <a:off x="2268993" y="1453024"/>
            <a:ext cx="24757" cy="24757"/>
          </a:xfrm>
          <a:prstGeom prst="ellipse">
            <a:avLst/>
          </a:prstGeom>
          <a:solidFill>
            <a:srgbClr val="B08A60">
              <a:alpha val="40000"/>
            </a:srgbClr>
          </a:solidFill>
          <a:ln w="0">
            <a:noFill/>
            <a:prstDash val="solid"/>
          </a:ln>
        </p:spPr>
      </p:sp>
      <p:sp>
        <p:nvSpPr>
          <p:cNvPr id="2166" name="LigandSeek2_vs_LigandSeek1_ellipse_7680">
            <a:extLst>
              <a:ext uri="{FF2B5EF4-FFF2-40B4-BE49-F238E27FC236}">
                <a16:creationId xmlns:a16="http://schemas.microsoft.com/office/drawing/2014/main" id="{21AA3490-32DF-4B7D-A175-751D94251220}"/>
              </a:ext>
            </a:extLst>
          </p:cNvPr>
          <p:cNvSpPr>
            <a:spLocks noGrp="1"/>
          </p:cNvSpPr>
          <p:nvPr/>
        </p:nvSpPr>
        <p:spPr>
          <a:xfrm>
            <a:off x="2266504" y="1666362"/>
            <a:ext cx="24757" cy="24757"/>
          </a:xfrm>
          <a:prstGeom prst="ellipse">
            <a:avLst/>
          </a:prstGeom>
          <a:solidFill>
            <a:srgbClr val="B08A60">
              <a:alpha val="40000"/>
            </a:srgbClr>
          </a:solidFill>
          <a:ln w="0">
            <a:noFill/>
            <a:prstDash val="solid"/>
          </a:ln>
        </p:spPr>
      </p:sp>
      <p:sp>
        <p:nvSpPr>
          <p:cNvPr id="2167" name="LigandSeek2_vs_LigandSeek1_ellipse_7681">
            <a:extLst>
              <a:ext uri="{FF2B5EF4-FFF2-40B4-BE49-F238E27FC236}">
                <a16:creationId xmlns:a16="http://schemas.microsoft.com/office/drawing/2014/main" id="{27E8A8FE-9623-4921-8936-D93C50E1B2D6}"/>
              </a:ext>
            </a:extLst>
          </p:cNvPr>
          <p:cNvSpPr>
            <a:spLocks noGrp="1"/>
          </p:cNvSpPr>
          <p:nvPr/>
        </p:nvSpPr>
        <p:spPr>
          <a:xfrm>
            <a:off x="2343615" y="1890368"/>
            <a:ext cx="24757" cy="24757"/>
          </a:xfrm>
          <a:prstGeom prst="ellipse">
            <a:avLst/>
          </a:prstGeom>
          <a:solidFill>
            <a:srgbClr val="B08A60">
              <a:alpha val="40000"/>
            </a:srgbClr>
          </a:solidFill>
          <a:ln w="0">
            <a:noFill/>
            <a:prstDash val="solid"/>
          </a:ln>
        </p:spPr>
      </p:sp>
      <p:sp>
        <p:nvSpPr>
          <p:cNvPr id="2168" name="LigandSeek2_vs_LigandSeek1_ellipse_7682">
            <a:extLst>
              <a:ext uri="{FF2B5EF4-FFF2-40B4-BE49-F238E27FC236}">
                <a16:creationId xmlns:a16="http://schemas.microsoft.com/office/drawing/2014/main" id="{3742E03D-956E-4B72-A627-68C828E57F9C}"/>
              </a:ext>
            </a:extLst>
          </p:cNvPr>
          <p:cNvSpPr>
            <a:spLocks noGrp="1"/>
          </p:cNvSpPr>
          <p:nvPr/>
        </p:nvSpPr>
        <p:spPr>
          <a:xfrm>
            <a:off x="2276047" y="1508686"/>
            <a:ext cx="24757" cy="24757"/>
          </a:xfrm>
          <a:prstGeom prst="ellipse">
            <a:avLst/>
          </a:prstGeom>
          <a:solidFill>
            <a:srgbClr val="B08A60">
              <a:alpha val="40000"/>
            </a:srgbClr>
          </a:solidFill>
          <a:ln w="0">
            <a:noFill/>
            <a:prstDash val="solid"/>
          </a:ln>
        </p:spPr>
      </p:sp>
      <p:sp>
        <p:nvSpPr>
          <p:cNvPr id="2169" name="LigandSeek2_vs_LigandSeek1_ellipse_7683">
            <a:extLst>
              <a:ext uri="{FF2B5EF4-FFF2-40B4-BE49-F238E27FC236}">
                <a16:creationId xmlns:a16="http://schemas.microsoft.com/office/drawing/2014/main" id="{D33C8336-1850-4803-AFD6-922D35FCFED2}"/>
              </a:ext>
            </a:extLst>
          </p:cNvPr>
          <p:cNvSpPr>
            <a:spLocks noGrp="1"/>
          </p:cNvSpPr>
          <p:nvPr/>
        </p:nvSpPr>
        <p:spPr>
          <a:xfrm>
            <a:off x="2341172" y="1681296"/>
            <a:ext cx="24757" cy="24757"/>
          </a:xfrm>
          <a:prstGeom prst="ellipse">
            <a:avLst/>
          </a:prstGeom>
          <a:solidFill>
            <a:srgbClr val="B08A60">
              <a:alpha val="40000"/>
            </a:srgbClr>
          </a:solidFill>
          <a:ln w="0">
            <a:noFill/>
            <a:prstDash val="solid"/>
          </a:ln>
        </p:spPr>
      </p:sp>
      <p:sp>
        <p:nvSpPr>
          <p:cNvPr id="2170" name="LigandSeek2_vs_LigandSeek1_ellipse_7684">
            <a:extLst>
              <a:ext uri="{FF2B5EF4-FFF2-40B4-BE49-F238E27FC236}">
                <a16:creationId xmlns:a16="http://schemas.microsoft.com/office/drawing/2014/main" id="{45350A40-64E2-4308-95C0-CEA6836FF3CE}"/>
              </a:ext>
            </a:extLst>
          </p:cNvPr>
          <p:cNvSpPr>
            <a:spLocks noGrp="1"/>
          </p:cNvSpPr>
          <p:nvPr/>
        </p:nvSpPr>
        <p:spPr>
          <a:xfrm>
            <a:off x="2310633" y="845009"/>
            <a:ext cx="24757" cy="24757"/>
          </a:xfrm>
          <a:prstGeom prst="ellipse">
            <a:avLst/>
          </a:prstGeom>
          <a:solidFill>
            <a:srgbClr val="B08A60">
              <a:alpha val="40000"/>
            </a:srgbClr>
          </a:solidFill>
          <a:ln w="0">
            <a:noFill/>
            <a:prstDash val="solid"/>
          </a:ln>
        </p:spPr>
      </p:sp>
      <p:sp>
        <p:nvSpPr>
          <p:cNvPr id="2171" name="LigandSeek2_vs_LigandSeek1_ellipse_7685">
            <a:extLst>
              <a:ext uri="{FF2B5EF4-FFF2-40B4-BE49-F238E27FC236}">
                <a16:creationId xmlns:a16="http://schemas.microsoft.com/office/drawing/2014/main" id="{EA459BB3-6654-4D78-A136-E5BA204C99D8}"/>
              </a:ext>
            </a:extLst>
          </p:cNvPr>
          <p:cNvSpPr>
            <a:spLocks noGrp="1"/>
          </p:cNvSpPr>
          <p:nvPr/>
        </p:nvSpPr>
        <p:spPr>
          <a:xfrm>
            <a:off x="2264393" y="1823542"/>
            <a:ext cx="24757" cy="24757"/>
          </a:xfrm>
          <a:prstGeom prst="ellipse">
            <a:avLst/>
          </a:prstGeom>
          <a:solidFill>
            <a:srgbClr val="B08A60">
              <a:alpha val="40000"/>
            </a:srgbClr>
          </a:solidFill>
          <a:ln w="0">
            <a:noFill/>
            <a:prstDash val="solid"/>
          </a:ln>
        </p:spPr>
      </p:sp>
      <p:sp>
        <p:nvSpPr>
          <p:cNvPr id="2172" name="LigandSeek2_vs_LigandSeek1_ellipse_7686">
            <a:extLst>
              <a:ext uri="{FF2B5EF4-FFF2-40B4-BE49-F238E27FC236}">
                <a16:creationId xmlns:a16="http://schemas.microsoft.com/office/drawing/2014/main" id="{C81F91BD-F3B0-46AE-90CB-DF1EE4255C63}"/>
              </a:ext>
            </a:extLst>
          </p:cNvPr>
          <p:cNvSpPr>
            <a:spLocks noGrp="1"/>
          </p:cNvSpPr>
          <p:nvPr/>
        </p:nvSpPr>
        <p:spPr>
          <a:xfrm>
            <a:off x="2271756" y="1840589"/>
            <a:ext cx="24757" cy="24757"/>
          </a:xfrm>
          <a:prstGeom prst="ellipse">
            <a:avLst/>
          </a:prstGeom>
          <a:solidFill>
            <a:srgbClr val="B08A60">
              <a:alpha val="40000"/>
            </a:srgbClr>
          </a:solidFill>
          <a:ln w="0">
            <a:noFill/>
            <a:prstDash val="solid"/>
          </a:ln>
        </p:spPr>
      </p:sp>
      <p:sp>
        <p:nvSpPr>
          <p:cNvPr id="2173" name="LigandSeek2_vs_LigandSeek1_ellipse_7687">
            <a:extLst>
              <a:ext uri="{FF2B5EF4-FFF2-40B4-BE49-F238E27FC236}">
                <a16:creationId xmlns:a16="http://schemas.microsoft.com/office/drawing/2014/main" id="{40C62B10-9664-4356-A000-263BEB18F544}"/>
              </a:ext>
            </a:extLst>
          </p:cNvPr>
          <p:cNvSpPr>
            <a:spLocks noGrp="1"/>
          </p:cNvSpPr>
          <p:nvPr/>
        </p:nvSpPr>
        <p:spPr>
          <a:xfrm>
            <a:off x="2324477" y="1846811"/>
            <a:ext cx="24757" cy="24757"/>
          </a:xfrm>
          <a:prstGeom prst="ellipse">
            <a:avLst/>
          </a:prstGeom>
          <a:solidFill>
            <a:srgbClr val="B08A60">
              <a:alpha val="40000"/>
            </a:srgbClr>
          </a:solidFill>
          <a:ln w="0">
            <a:noFill/>
            <a:prstDash val="solid"/>
          </a:ln>
        </p:spPr>
      </p:sp>
      <p:sp>
        <p:nvSpPr>
          <p:cNvPr id="2174" name="LigandSeek2_vs_LigandSeek1_ellipse_7688">
            <a:extLst>
              <a:ext uri="{FF2B5EF4-FFF2-40B4-BE49-F238E27FC236}">
                <a16:creationId xmlns:a16="http://schemas.microsoft.com/office/drawing/2014/main" id="{4E917FE6-DEF4-4D23-8C88-6606A7897C9D}"/>
              </a:ext>
            </a:extLst>
          </p:cNvPr>
          <p:cNvSpPr>
            <a:spLocks noGrp="1"/>
          </p:cNvSpPr>
          <p:nvPr/>
        </p:nvSpPr>
        <p:spPr>
          <a:xfrm>
            <a:off x="2290066" y="1629028"/>
            <a:ext cx="24757" cy="24757"/>
          </a:xfrm>
          <a:prstGeom prst="ellipse">
            <a:avLst/>
          </a:prstGeom>
          <a:solidFill>
            <a:srgbClr val="B08A60">
              <a:alpha val="40000"/>
            </a:srgbClr>
          </a:solidFill>
          <a:ln w="0">
            <a:noFill/>
            <a:prstDash val="solid"/>
          </a:ln>
        </p:spPr>
      </p:sp>
      <p:sp>
        <p:nvSpPr>
          <p:cNvPr id="2175" name="LigandSeek2_vs_LigandSeek1_ellipse_7689">
            <a:extLst>
              <a:ext uri="{FF2B5EF4-FFF2-40B4-BE49-F238E27FC236}">
                <a16:creationId xmlns:a16="http://schemas.microsoft.com/office/drawing/2014/main" id="{E12A84B6-7E38-4776-9E44-7EB00838AB8F}"/>
              </a:ext>
            </a:extLst>
          </p:cNvPr>
          <p:cNvSpPr>
            <a:spLocks noGrp="1"/>
          </p:cNvSpPr>
          <p:nvPr/>
        </p:nvSpPr>
        <p:spPr>
          <a:xfrm>
            <a:off x="2282432" y="1890368"/>
            <a:ext cx="24757" cy="24757"/>
          </a:xfrm>
          <a:prstGeom prst="ellipse">
            <a:avLst/>
          </a:prstGeom>
          <a:solidFill>
            <a:srgbClr val="B08A60">
              <a:alpha val="40000"/>
            </a:srgbClr>
          </a:solidFill>
          <a:ln w="0">
            <a:noFill/>
            <a:prstDash val="solid"/>
          </a:ln>
        </p:spPr>
      </p:sp>
      <p:sp>
        <p:nvSpPr>
          <p:cNvPr id="2176" name="LigandSeek2_vs_LigandSeek1_ellipse_7690">
            <a:extLst>
              <a:ext uri="{FF2B5EF4-FFF2-40B4-BE49-F238E27FC236}">
                <a16:creationId xmlns:a16="http://schemas.microsoft.com/office/drawing/2014/main" id="{9BA1D802-0B14-48CF-80DA-7406E3D9D6AD}"/>
              </a:ext>
            </a:extLst>
          </p:cNvPr>
          <p:cNvSpPr>
            <a:spLocks noGrp="1"/>
          </p:cNvSpPr>
          <p:nvPr/>
        </p:nvSpPr>
        <p:spPr>
          <a:xfrm>
            <a:off x="2264046" y="1885576"/>
            <a:ext cx="24757" cy="24757"/>
          </a:xfrm>
          <a:prstGeom prst="ellipse">
            <a:avLst/>
          </a:prstGeom>
          <a:solidFill>
            <a:srgbClr val="B08A60">
              <a:alpha val="40000"/>
            </a:srgbClr>
          </a:solidFill>
          <a:ln w="0">
            <a:noFill/>
            <a:prstDash val="solid"/>
          </a:ln>
        </p:spPr>
      </p:sp>
      <p:sp>
        <p:nvSpPr>
          <p:cNvPr id="2177" name="LigandSeek2_vs_LigandSeek1_ellipse_7691">
            <a:extLst>
              <a:ext uri="{FF2B5EF4-FFF2-40B4-BE49-F238E27FC236}">
                <a16:creationId xmlns:a16="http://schemas.microsoft.com/office/drawing/2014/main" id="{0E4ADF0C-627F-40A8-B81B-F2273523FD70}"/>
              </a:ext>
            </a:extLst>
          </p:cNvPr>
          <p:cNvSpPr>
            <a:spLocks noGrp="1"/>
          </p:cNvSpPr>
          <p:nvPr/>
        </p:nvSpPr>
        <p:spPr>
          <a:xfrm>
            <a:off x="2322536" y="1890368"/>
            <a:ext cx="24757" cy="24757"/>
          </a:xfrm>
          <a:prstGeom prst="ellipse">
            <a:avLst/>
          </a:prstGeom>
          <a:solidFill>
            <a:srgbClr val="B08A60">
              <a:alpha val="40000"/>
            </a:srgbClr>
          </a:solidFill>
          <a:ln w="0">
            <a:noFill/>
            <a:prstDash val="solid"/>
          </a:ln>
        </p:spPr>
      </p:sp>
      <p:sp>
        <p:nvSpPr>
          <p:cNvPr id="2178" name="LigandSeek2_vs_LigandSeek1_ellipse_7692">
            <a:extLst>
              <a:ext uri="{FF2B5EF4-FFF2-40B4-BE49-F238E27FC236}">
                <a16:creationId xmlns:a16="http://schemas.microsoft.com/office/drawing/2014/main" id="{8D4893A3-2E05-4EF5-A893-8322132FFBA6}"/>
              </a:ext>
            </a:extLst>
          </p:cNvPr>
          <p:cNvSpPr>
            <a:spLocks noGrp="1"/>
          </p:cNvSpPr>
          <p:nvPr/>
        </p:nvSpPr>
        <p:spPr>
          <a:xfrm>
            <a:off x="2272440" y="1890368"/>
            <a:ext cx="24757" cy="24757"/>
          </a:xfrm>
          <a:prstGeom prst="ellipse">
            <a:avLst/>
          </a:prstGeom>
          <a:solidFill>
            <a:srgbClr val="B08A60">
              <a:alpha val="40000"/>
            </a:srgbClr>
          </a:solidFill>
          <a:ln w="0">
            <a:noFill/>
            <a:prstDash val="solid"/>
          </a:ln>
        </p:spPr>
      </p:sp>
      <p:sp>
        <p:nvSpPr>
          <p:cNvPr id="2179" name="LigandSeek2_vs_LigandSeek1_path_7693">
            <a:extLst>
              <a:ext uri="{FF2B5EF4-FFF2-40B4-BE49-F238E27FC236}">
                <a16:creationId xmlns:a16="http://schemas.microsoft.com/office/drawing/2014/main" id="{D10CE439-DEE8-4F1D-A53A-C74058C2EB28}"/>
              </a:ext>
            </a:extLst>
          </p:cNvPr>
          <p:cNvSpPr>
            <a:spLocks noGrp="1"/>
          </p:cNvSpPr>
          <p:nvPr/>
        </p:nvSpPr>
        <p:spPr>
          <a:xfrm>
            <a:off x="586800" y="820800"/>
            <a:ext cx="191" cy="1108080"/>
          </a:xfrm>
          <a:custGeom>
            <a:avLst/>
            <a:gdLst/>
            <a:ahLst/>
            <a:cxnLst/>
            <a:rect l="0" t="0" r="0" b="0"/>
            <a:pathLst>
              <a:path w="191" h="1108080">
                <a:moveTo>
                  <a:pt x="0" y="1108080"/>
                </a:moveTo>
                <a:lnTo>
                  <a:pt x="0" y="0"/>
                </a:lnTo>
              </a:path>
            </a:pathLst>
          </a:custGeom>
          <a:noFill/>
          <a:ln w="8255">
            <a:solidFill>
              <a:srgbClr val="000000">
                <a:alpha val="100000"/>
              </a:srgbClr>
            </a:solidFill>
            <a:prstDash val="solid"/>
          </a:ln>
        </p:spPr>
      </p:sp>
      <p:sp>
        <p:nvSpPr>
          <p:cNvPr id="2180" name="LigandSeek2_vs_LigandSeek1_path_7694">
            <a:extLst>
              <a:ext uri="{FF2B5EF4-FFF2-40B4-BE49-F238E27FC236}">
                <a16:creationId xmlns:a16="http://schemas.microsoft.com/office/drawing/2014/main" id="{D65209B0-286B-4475-A494-F6BB4EED2EBA}"/>
              </a:ext>
            </a:extLst>
          </p:cNvPr>
          <p:cNvSpPr>
            <a:spLocks noGrp="1"/>
          </p:cNvSpPr>
          <p:nvPr/>
        </p:nvSpPr>
        <p:spPr>
          <a:xfrm>
            <a:off x="586800" y="1928880"/>
            <a:ext cx="1848420" cy="191"/>
          </a:xfrm>
          <a:custGeom>
            <a:avLst/>
            <a:gdLst/>
            <a:ahLst/>
            <a:cxnLst/>
            <a:rect l="0" t="0" r="0" b="0"/>
            <a:pathLst>
              <a:path w="1848420" h="191">
                <a:moveTo>
                  <a:pt x="0" y="0"/>
                </a:moveTo>
                <a:lnTo>
                  <a:pt x="1848420" y="0"/>
                </a:lnTo>
              </a:path>
            </a:pathLst>
          </a:custGeom>
          <a:noFill/>
          <a:ln w="8255">
            <a:solidFill>
              <a:srgbClr val="000000">
                <a:alpha val="100000"/>
              </a:srgbClr>
            </a:solidFill>
            <a:prstDash val="solid"/>
          </a:ln>
        </p:spPr>
      </p:sp>
      <p:sp>
        <p:nvSpPr>
          <p:cNvPr id="2181" name="LigandSeek2_vs_LigandSeek1_text_7695">
            <a:extLst>
              <a:ext uri="{FF2B5EF4-FFF2-40B4-BE49-F238E27FC236}">
                <a16:creationId xmlns:a16="http://schemas.microsoft.com/office/drawing/2014/main" id="{C36B0AB1-FF6A-4F79-B73C-5F2E6317F11B}"/>
              </a:ext>
            </a:extLst>
          </p:cNvPr>
          <p:cNvSpPr>
            <a:spLocks noGrp="1"/>
          </p:cNvSpPr>
          <p:nvPr/>
        </p:nvSpPr>
        <p:spPr>
          <a:xfrm rot="0">
            <a:off x="586800" y="608579"/>
            <a:ext cx="658432"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Overall scores</a:t>
            </a:r>
          </a:p>
        </p:txBody>
      </p:sp>
      <p:sp>
        <p:nvSpPr>
          <p:cNvPr id="2182" name="LigandSeek2_vs_LigandSeek1_text_7696">
            <a:extLst>
              <a:ext uri="{FF2B5EF4-FFF2-40B4-BE49-F238E27FC236}">
                <a16:creationId xmlns:a16="http://schemas.microsoft.com/office/drawing/2014/main" id="{2A3FD9B7-667D-4118-9AA9-2FA7C44957FD}"/>
              </a:ext>
            </a:extLst>
          </p:cNvPr>
          <p:cNvSpPr>
            <a:spLocks noGrp="1"/>
          </p:cNvSpPr>
          <p:nvPr/>
        </p:nvSpPr>
        <p:spPr>
          <a:xfrm rot="0">
            <a:off x="320100" y="584084"/>
            <a:ext cx="75362" cy="174625"/>
          </a:xfrm>
          <a:prstGeom prst="rect">
            <a:avLst/>
          </a:prstGeom>
          <a:noFill/>
          <a:ln w="0">
            <a:noFill/>
          </a:ln>
        </p:spPr>
        <p:txBody>
          <a:bodyPr wrap="none" lIns="0" tIns="0" rIns="0" bIns="0" anchor="ctr">
            <a:noAutofit/>
          </a:bodyPr>
          <a:lstStyle>
            <a:defPPr algn="l">
              <a:defRPr sz="1100" b="1">
                <a:solidFill>
                  <a:srgbClr val="000000"/>
                </a:solidFill>
                <a:latin typeface="Calibri"/>
                <a:ea typeface="Calibri"/>
                <a:cs typeface="Calibri"/>
              </a:defRPr>
            </a:defPPr>
          </a:lstStyle>
          <a:p>
            <a:pPr algn="l">
              <a:defRPr sz="1100" b="1">
                <a:solidFill>
                  <a:srgbClr val="000000"/>
                </a:solidFill>
                <a:latin typeface="Calibri"/>
                <a:ea typeface="Calibri"/>
                <a:cs typeface="Calibri"/>
              </a:defRPr>
            </a:pPr>
            <a:r>
              <a:rPr sz="1100" b="1">
                <a:solidFill>
                  <a:srgbClr val="000000"/>
                </a:solidFill>
                <a:latin typeface="Calibri"/>
                <a:ea typeface="Calibri"/>
                <a:cs typeface="Calibri"/>
              </a:rPr>
              <a:t>a</a:t>
            </a:r>
          </a:p>
        </p:txBody>
      </p:sp>
      <p:sp>
        <p:nvSpPr>
          <p:cNvPr id="2183" name="LigandSeek2_vs_LigandSeek1_path_7697">
            <a:extLst>
              <a:ext uri="{FF2B5EF4-FFF2-40B4-BE49-F238E27FC236}">
                <a16:creationId xmlns:a16="http://schemas.microsoft.com/office/drawing/2014/main" id="{240BE9E9-B55E-4F40-8681-C949ADFD9FB1}"/>
              </a:ext>
            </a:extLst>
          </p:cNvPr>
          <p:cNvSpPr>
            <a:spLocks noGrp="1"/>
          </p:cNvSpPr>
          <p:nvPr/>
        </p:nvSpPr>
        <p:spPr>
          <a:xfrm>
            <a:off x="705407" y="1250975"/>
            <a:ext cx="191" cy="82307"/>
          </a:xfrm>
          <a:custGeom>
            <a:avLst/>
            <a:gdLst/>
            <a:ahLst/>
            <a:cxnLst/>
            <a:rect l="0" t="0" r="0" b="0"/>
            <a:pathLst>
              <a:path w="191" h="82307">
                <a:moveTo>
                  <a:pt x="0" y="82307"/>
                </a:moveTo>
                <a:lnTo>
                  <a:pt x="0" y="0"/>
                </a:lnTo>
              </a:path>
            </a:pathLst>
          </a:custGeom>
          <a:noFill/>
          <a:ln w="12065">
            <a:solidFill>
              <a:srgbClr val="007C83">
                <a:alpha val="100000"/>
              </a:srgbClr>
            </a:solidFill>
            <a:prstDash val="solid"/>
          </a:ln>
        </p:spPr>
      </p:sp>
      <p:sp>
        <p:nvSpPr>
          <p:cNvPr id="2184" name="LigandSeek2_vs_LigandSeek1_path_7698">
            <a:extLst>
              <a:ext uri="{FF2B5EF4-FFF2-40B4-BE49-F238E27FC236}">
                <a16:creationId xmlns:a16="http://schemas.microsoft.com/office/drawing/2014/main" id="{137D9A24-C40A-4488-870D-24055F0FF84D}"/>
              </a:ext>
            </a:extLst>
          </p:cNvPr>
          <p:cNvSpPr>
            <a:spLocks noGrp="1"/>
          </p:cNvSpPr>
          <p:nvPr/>
        </p:nvSpPr>
        <p:spPr>
          <a:xfrm>
            <a:off x="678913" y="1333282"/>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2185" name="LigandSeek2_vs_LigandSeek1_path_7699">
            <a:extLst>
              <a:ext uri="{FF2B5EF4-FFF2-40B4-BE49-F238E27FC236}">
                <a16:creationId xmlns:a16="http://schemas.microsoft.com/office/drawing/2014/main" id="{F541B0C0-F161-4F7A-86E5-522E0D8D44D9}"/>
              </a:ext>
            </a:extLst>
          </p:cNvPr>
          <p:cNvSpPr>
            <a:spLocks noGrp="1"/>
          </p:cNvSpPr>
          <p:nvPr/>
        </p:nvSpPr>
        <p:spPr>
          <a:xfrm>
            <a:off x="678913" y="1250975"/>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2186" name="LigandSeek2_vs_LigandSeek1_path_7700">
            <a:extLst>
              <a:ext uri="{FF2B5EF4-FFF2-40B4-BE49-F238E27FC236}">
                <a16:creationId xmlns:a16="http://schemas.microsoft.com/office/drawing/2014/main" id="{62DFBB1A-A55F-4BAD-A346-3404580EC841}"/>
              </a:ext>
            </a:extLst>
          </p:cNvPr>
          <p:cNvSpPr>
            <a:spLocks noGrp="1"/>
          </p:cNvSpPr>
          <p:nvPr/>
        </p:nvSpPr>
        <p:spPr>
          <a:xfrm>
            <a:off x="1321547" y="1160568"/>
            <a:ext cx="191" cy="99268"/>
          </a:xfrm>
          <a:custGeom>
            <a:avLst/>
            <a:gdLst/>
            <a:ahLst/>
            <a:cxnLst/>
            <a:rect l="0" t="0" r="0" b="0"/>
            <a:pathLst>
              <a:path w="191" h="99268">
                <a:moveTo>
                  <a:pt x="0" y="99268"/>
                </a:moveTo>
                <a:lnTo>
                  <a:pt x="0" y="0"/>
                </a:lnTo>
              </a:path>
            </a:pathLst>
          </a:custGeom>
          <a:noFill/>
          <a:ln w="12065">
            <a:solidFill>
              <a:srgbClr val="007C83">
                <a:alpha val="100000"/>
              </a:srgbClr>
            </a:solidFill>
            <a:prstDash val="solid"/>
          </a:ln>
        </p:spPr>
      </p:sp>
      <p:sp>
        <p:nvSpPr>
          <p:cNvPr id="2187" name="LigandSeek2_vs_LigandSeek1_path_7701">
            <a:extLst>
              <a:ext uri="{FF2B5EF4-FFF2-40B4-BE49-F238E27FC236}">
                <a16:creationId xmlns:a16="http://schemas.microsoft.com/office/drawing/2014/main" id="{6AEED401-75D4-44CD-AD55-B6E570DB7909}"/>
              </a:ext>
            </a:extLst>
          </p:cNvPr>
          <p:cNvSpPr>
            <a:spLocks noGrp="1"/>
          </p:cNvSpPr>
          <p:nvPr/>
        </p:nvSpPr>
        <p:spPr>
          <a:xfrm>
            <a:off x="1295053" y="1259836"/>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2188" name="LigandSeek2_vs_LigandSeek1_path_7702">
            <a:extLst>
              <a:ext uri="{FF2B5EF4-FFF2-40B4-BE49-F238E27FC236}">
                <a16:creationId xmlns:a16="http://schemas.microsoft.com/office/drawing/2014/main" id="{C0923DEE-DEFD-46A7-95E9-2C20EE9C8CE8}"/>
              </a:ext>
            </a:extLst>
          </p:cNvPr>
          <p:cNvSpPr>
            <a:spLocks noGrp="1"/>
          </p:cNvSpPr>
          <p:nvPr/>
        </p:nvSpPr>
        <p:spPr>
          <a:xfrm>
            <a:off x="1295053" y="1160568"/>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2189" name="LigandSeek2_vs_LigandSeek1_path_7703">
            <a:extLst>
              <a:ext uri="{FF2B5EF4-FFF2-40B4-BE49-F238E27FC236}">
                <a16:creationId xmlns:a16="http://schemas.microsoft.com/office/drawing/2014/main" id="{F9BB8119-DA16-4440-8D52-0E3C3A8D6BA1}"/>
              </a:ext>
            </a:extLst>
          </p:cNvPr>
          <p:cNvSpPr>
            <a:spLocks noGrp="1"/>
          </p:cNvSpPr>
          <p:nvPr/>
        </p:nvSpPr>
        <p:spPr>
          <a:xfrm>
            <a:off x="1937687" y="1261638"/>
            <a:ext cx="191" cy="116498"/>
          </a:xfrm>
          <a:custGeom>
            <a:avLst/>
            <a:gdLst/>
            <a:ahLst/>
            <a:cxnLst/>
            <a:rect l="0" t="0" r="0" b="0"/>
            <a:pathLst>
              <a:path w="191" h="116498">
                <a:moveTo>
                  <a:pt x="0" y="116498"/>
                </a:moveTo>
                <a:lnTo>
                  <a:pt x="0" y="0"/>
                </a:lnTo>
              </a:path>
            </a:pathLst>
          </a:custGeom>
          <a:noFill/>
          <a:ln w="12065">
            <a:solidFill>
              <a:srgbClr val="007C83">
                <a:alpha val="100000"/>
              </a:srgbClr>
            </a:solidFill>
            <a:prstDash val="solid"/>
          </a:ln>
        </p:spPr>
      </p:sp>
      <p:sp>
        <p:nvSpPr>
          <p:cNvPr id="2190" name="LigandSeek2_vs_LigandSeek1_path_7704">
            <a:extLst>
              <a:ext uri="{FF2B5EF4-FFF2-40B4-BE49-F238E27FC236}">
                <a16:creationId xmlns:a16="http://schemas.microsoft.com/office/drawing/2014/main" id="{2E531484-E729-4398-975C-E1FD1E4EAC51}"/>
              </a:ext>
            </a:extLst>
          </p:cNvPr>
          <p:cNvSpPr>
            <a:spLocks noGrp="1"/>
          </p:cNvSpPr>
          <p:nvPr/>
        </p:nvSpPr>
        <p:spPr>
          <a:xfrm>
            <a:off x="1911193" y="1378137"/>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2191" name="LigandSeek2_vs_LigandSeek1_path_7705">
            <a:extLst>
              <a:ext uri="{FF2B5EF4-FFF2-40B4-BE49-F238E27FC236}">
                <a16:creationId xmlns:a16="http://schemas.microsoft.com/office/drawing/2014/main" id="{66EBC4BC-126A-4A73-A793-75457181DC0C}"/>
              </a:ext>
            </a:extLst>
          </p:cNvPr>
          <p:cNvSpPr>
            <a:spLocks noGrp="1"/>
          </p:cNvSpPr>
          <p:nvPr/>
        </p:nvSpPr>
        <p:spPr>
          <a:xfrm>
            <a:off x="1911193" y="1261638"/>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2192" name="LigandSeek2_vs_LigandSeek1_path_7706">
            <a:extLst>
              <a:ext uri="{FF2B5EF4-FFF2-40B4-BE49-F238E27FC236}">
                <a16:creationId xmlns:a16="http://schemas.microsoft.com/office/drawing/2014/main" id="{C9B22307-B6D4-47DE-9864-84792D3400C5}"/>
              </a:ext>
            </a:extLst>
          </p:cNvPr>
          <p:cNvSpPr>
            <a:spLocks noGrp="1"/>
          </p:cNvSpPr>
          <p:nvPr/>
        </p:nvSpPr>
        <p:spPr>
          <a:xfrm>
            <a:off x="831716" y="1361566"/>
            <a:ext cx="191" cy="86556"/>
          </a:xfrm>
          <a:custGeom>
            <a:avLst/>
            <a:gdLst/>
            <a:ahLst/>
            <a:cxnLst/>
            <a:rect l="0" t="0" r="0" b="0"/>
            <a:pathLst>
              <a:path w="191" h="86556">
                <a:moveTo>
                  <a:pt x="0" y="86556"/>
                </a:moveTo>
                <a:lnTo>
                  <a:pt x="0" y="0"/>
                </a:lnTo>
              </a:path>
            </a:pathLst>
          </a:custGeom>
          <a:noFill/>
          <a:ln w="12065">
            <a:solidFill>
              <a:srgbClr val="566AB4">
                <a:alpha val="100000"/>
              </a:srgbClr>
            </a:solidFill>
            <a:prstDash val="solid"/>
          </a:ln>
        </p:spPr>
      </p:sp>
      <p:sp>
        <p:nvSpPr>
          <p:cNvPr id="2193" name="LigandSeek2_vs_LigandSeek1_path_7707">
            <a:extLst>
              <a:ext uri="{FF2B5EF4-FFF2-40B4-BE49-F238E27FC236}">
                <a16:creationId xmlns:a16="http://schemas.microsoft.com/office/drawing/2014/main" id="{0E80AD48-6AB9-48E3-91F1-08A41E250C19}"/>
              </a:ext>
            </a:extLst>
          </p:cNvPr>
          <p:cNvSpPr>
            <a:spLocks noGrp="1"/>
          </p:cNvSpPr>
          <p:nvPr/>
        </p:nvSpPr>
        <p:spPr>
          <a:xfrm>
            <a:off x="805222" y="1448122"/>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2194" name="LigandSeek2_vs_LigandSeek1_path_7708">
            <a:extLst>
              <a:ext uri="{FF2B5EF4-FFF2-40B4-BE49-F238E27FC236}">
                <a16:creationId xmlns:a16="http://schemas.microsoft.com/office/drawing/2014/main" id="{CFBD460A-9F57-4BF0-8704-1F52C14CAB54}"/>
              </a:ext>
            </a:extLst>
          </p:cNvPr>
          <p:cNvSpPr>
            <a:spLocks noGrp="1"/>
          </p:cNvSpPr>
          <p:nvPr/>
        </p:nvSpPr>
        <p:spPr>
          <a:xfrm>
            <a:off x="805222" y="1361566"/>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2195" name="LigandSeek2_vs_LigandSeek1_path_7709">
            <a:extLst>
              <a:ext uri="{FF2B5EF4-FFF2-40B4-BE49-F238E27FC236}">
                <a16:creationId xmlns:a16="http://schemas.microsoft.com/office/drawing/2014/main" id="{AD50C199-4DAB-4095-B3BC-ADED85E8F445}"/>
              </a:ext>
            </a:extLst>
          </p:cNvPr>
          <p:cNvSpPr>
            <a:spLocks noGrp="1"/>
          </p:cNvSpPr>
          <p:nvPr/>
        </p:nvSpPr>
        <p:spPr>
          <a:xfrm>
            <a:off x="1447856" y="1287001"/>
            <a:ext cx="191" cy="101422"/>
          </a:xfrm>
          <a:custGeom>
            <a:avLst/>
            <a:gdLst/>
            <a:ahLst/>
            <a:cxnLst/>
            <a:rect l="0" t="0" r="0" b="0"/>
            <a:pathLst>
              <a:path w="191" h="101422">
                <a:moveTo>
                  <a:pt x="0" y="101422"/>
                </a:moveTo>
                <a:lnTo>
                  <a:pt x="0" y="0"/>
                </a:lnTo>
              </a:path>
            </a:pathLst>
          </a:custGeom>
          <a:noFill/>
          <a:ln w="12065">
            <a:solidFill>
              <a:srgbClr val="566AB4">
                <a:alpha val="100000"/>
              </a:srgbClr>
            </a:solidFill>
            <a:prstDash val="solid"/>
          </a:ln>
        </p:spPr>
      </p:sp>
      <p:sp>
        <p:nvSpPr>
          <p:cNvPr id="2196" name="LigandSeek2_vs_LigandSeek1_path_7710">
            <a:extLst>
              <a:ext uri="{FF2B5EF4-FFF2-40B4-BE49-F238E27FC236}">
                <a16:creationId xmlns:a16="http://schemas.microsoft.com/office/drawing/2014/main" id="{4372B62B-73D1-4E45-946D-BA3576D6E3FF}"/>
              </a:ext>
            </a:extLst>
          </p:cNvPr>
          <p:cNvSpPr>
            <a:spLocks noGrp="1"/>
          </p:cNvSpPr>
          <p:nvPr/>
        </p:nvSpPr>
        <p:spPr>
          <a:xfrm>
            <a:off x="1421362" y="1388423"/>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2197" name="LigandSeek2_vs_LigandSeek1_path_7711">
            <a:extLst>
              <a:ext uri="{FF2B5EF4-FFF2-40B4-BE49-F238E27FC236}">
                <a16:creationId xmlns:a16="http://schemas.microsoft.com/office/drawing/2014/main" id="{FCF42CEC-0C3B-44A0-9D5F-45FA976336E8}"/>
              </a:ext>
            </a:extLst>
          </p:cNvPr>
          <p:cNvSpPr>
            <a:spLocks noGrp="1"/>
          </p:cNvSpPr>
          <p:nvPr/>
        </p:nvSpPr>
        <p:spPr>
          <a:xfrm>
            <a:off x="1421362" y="1287001"/>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2198" name="LigandSeek2_vs_LigandSeek1_path_7712">
            <a:extLst>
              <a:ext uri="{FF2B5EF4-FFF2-40B4-BE49-F238E27FC236}">
                <a16:creationId xmlns:a16="http://schemas.microsoft.com/office/drawing/2014/main" id="{36E619C8-A6D1-4C17-9259-CC44B95CDBBF}"/>
              </a:ext>
            </a:extLst>
          </p:cNvPr>
          <p:cNvSpPr>
            <a:spLocks noGrp="1"/>
          </p:cNvSpPr>
          <p:nvPr/>
        </p:nvSpPr>
        <p:spPr>
          <a:xfrm>
            <a:off x="2063996" y="1380053"/>
            <a:ext cx="191" cy="110278"/>
          </a:xfrm>
          <a:custGeom>
            <a:avLst/>
            <a:gdLst/>
            <a:ahLst/>
            <a:cxnLst/>
            <a:rect l="0" t="0" r="0" b="0"/>
            <a:pathLst>
              <a:path w="191" h="110278">
                <a:moveTo>
                  <a:pt x="0" y="110278"/>
                </a:moveTo>
                <a:lnTo>
                  <a:pt x="0" y="0"/>
                </a:lnTo>
              </a:path>
            </a:pathLst>
          </a:custGeom>
          <a:noFill/>
          <a:ln w="12065">
            <a:solidFill>
              <a:srgbClr val="566AB4">
                <a:alpha val="100000"/>
              </a:srgbClr>
            </a:solidFill>
            <a:prstDash val="solid"/>
          </a:ln>
        </p:spPr>
      </p:sp>
      <p:sp>
        <p:nvSpPr>
          <p:cNvPr id="2199" name="LigandSeek2_vs_LigandSeek1_path_7713">
            <a:extLst>
              <a:ext uri="{FF2B5EF4-FFF2-40B4-BE49-F238E27FC236}">
                <a16:creationId xmlns:a16="http://schemas.microsoft.com/office/drawing/2014/main" id="{D5429930-D989-401C-AEA6-2C2802CD2DC6}"/>
              </a:ext>
            </a:extLst>
          </p:cNvPr>
          <p:cNvSpPr>
            <a:spLocks noGrp="1"/>
          </p:cNvSpPr>
          <p:nvPr/>
        </p:nvSpPr>
        <p:spPr>
          <a:xfrm>
            <a:off x="2037502" y="1490331"/>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2200" name="LigandSeek2_vs_LigandSeek1_path_7714">
            <a:extLst>
              <a:ext uri="{FF2B5EF4-FFF2-40B4-BE49-F238E27FC236}">
                <a16:creationId xmlns:a16="http://schemas.microsoft.com/office/drawing/2014/main" id="{FD9E190C-F870-4A94-9DD1-1D736C6D9671}"/>
              </a:ext>
            </a:extLst>
          </p:cNvPr>
          <p:cNvSpPr>
            <a:spLocks noGrp="1"/>
          </p:cNvSpPr>
          <p:nvPr/>
        </p:nvSpPr>
        <p:spPr>
          <a:xfrm>
            <a:off x="2037502" y="1380053"/>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2201" name="LigandSeek2_vs_LigandSeek1_path_7715">
            <a:extLst>
              <a:ext uri="{FF2B5EF4-FFF2-40B4-BE49-F238E27FC236}">
                <a16:creationId xmlns:a16="http://schemas.microsoft.com/office/drawing/2014/main" id="{9209251E-DC27-4E37-BF56-42E2C828B62E}"/>
              </a:ext>
            </a:extLst>
          </p:cNvPr>
          <p:cNvSpPr>
            <a:spLocks noGrp="1"/>
          </p:cNvSpPr>
          <p:nvPr/>
        </p:nvSpPr>
        <p:spPr>
          <a:xfrm>
            <a:off x="958024" y="1420430"/>
            <a:ext cx="191" cy="87159"/>
          </a:xfrm>
          <a:custGeom>
            <a:avLst/>
            <a:gdLst/>
            <a:ahLst/>
            <a:cxnLst/>
            <a:rect l="0" t="0" r="0" b="0"/>
            <a:pathLst>
              <a:path w="191" h="87159">
                <a:moveTo>
                  <a:pt x="0" y="87159"/>
                </a:moveTo>
                <a:lnTo>
                  <a:pt x="0" y="0"/>
                </a:lnTo>
              </a:path>
            </a:pathLst>
          </a:custGeom>
          <a:noFill/>
          <a:ln w="12065">
            <a:solidFill>
              <a:srgbClr val="7D8990">
                <a:alpha val="100000"/>
              </a:srgbClr>
            </a:solidFill>
            <a:prstDash val="solid"/>
          </a:ln>
        </p:spPr>
      </p:sp>
      <p:sp>
        <p:nvSpPr>
          <p:cNvPr id="2202" name="LigandSeek2_vs_LigandSeek1_path_7716">
            <a:extLst>
              <a:ext uri="{FF2B5EF4-FFF2-40B4-BE49-F238E27FC236}">
                <a16:creationId xmlns:a16="http://schemas.microsoft.com/office/drawing/2014/main" id="{2673736C-C893-4F3B-B66E-BF3874EB2A06}"/>
              </a:ext>
            </a:extLst>
          </p:cNvPr>
          <p:cNvSpPr>
            <a:spLocks noGrp="1"/>
          </p:cNvSpPr>
          <p:nvPr/>
        </p:nvSpPr>
        <p:spPr>
          <a:xfrm>
            <a:off x="931530" y="1507590"/>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2203" name="LigandSeek2_vs_LigandSeek1_path_7717">
            <a:extLst>
              <a:ext uri="{FF2B5EF4-FFF2-40B4-BE49-F238E27FC236}">
                <a16:creationId xmlns:a16="http://schemas.microsoft.com/office/drawing/2014/main" id="{E8C533CC-B45A-4B6C-826A-62C160E97497}"/>
              </a:ext>
            </a:extLst>
          </p:cNvPr>
          <p:cNvSpPr>
            <a:spLocks noGrp="1"/>
          </p:cNvSpPr>
          <p:nvPr/>
        </p:nvSpPr>
        <p:spPr>
          <a:xfrm>
            <a:off x="931530" y="1420430"/>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2204" name="LigandSeek2_vs_LigandSeek1_path_7718">
            <a:extLst>
              <a:ext uri="{FF2B5EF4-FFF2-40B4-BE49-F238E27FC236}">
                <a16:creationId xmlns:a16="http://schemas.microsoft.com/office/drawing/2014/main" id="{9916B199-5931-4758-A81B-A7B08B09DE7E}"/>
              </a:ext>
            </a:extLst>
          </p:cNvPr>
          <p:cNvSpPr>
            <a:spLocks noGrp="1"/>
          </p:cNvSpPr>
          <p:nvPr/>
        </p:nvSpPr>
        <p:spPr>
          <a:xfrm>
            <a:off x="1574164" y="1306156"/>
            <a:ext cx="191" cy="111650"/>
          </a:xfrm>
          <a:custGeom>
            <a:avLst/>
            <a:gdLst/>
            <a:ahLst/>
            <a:cxnLst/>
            <a:rect l="0" t="0" r="0" b="0"/>
            <a:pathLst>
              <a:path w="191" h="111650">
                <a:moveTo>
                  <a:pt x="0" y="111650"/>
                </a:moveTo>
                <a:lnTo>
                  <a:pt x="0" y="0"/>
                </a:lnTo>
              </a:path>
            </a:pathLst>
          </a:custGeom>
          <a:noFill/>
          <a:ln w="12065">
            <a:solidFill>
              <a:srgbClr val="7D8990">
                <a:alpha val="100000"/>
              </a:srgbClr>
            </a:solidFill>
            <a:prstDash val="solid"/>
          </a:ln>
        </p:spPr>
      </p:sp>
      <p:sp>
        <p:nvSpPr>
          <p:cNvPr id="2205" name="LigandSeek2_vs_LigandSeek1_path_7719">
            <a:extLst>
              <a:ext uri="{FF2B5EF4-FFF2-40B4-BE49-F238E27FC236}">
                <a16:creationId xmlns:a16="http://schemas.microsoft.com/office/drawing/2014/main" id="{7B72D0A9-AB3B-459E-B0BE-34E327D371D5}"/>
              </a:ext>
            </a:extLst>
          </p:cNvPr>
          <p:cNvSpPr>
            <a:spLocks noGrp="1"/>
          </p:cNvSpPr>
          <p:nvPr/>
        </p:nvSpPr>
        <p:spPr>
          <a:xfrm>
            <a:off x="1547670" y="1417807"/>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2206" name="LigandSeek2_vs_LigandSeek1_path_7720">
            <a:extLst>
              <a:ext uri="{FF2B5EF4-FFF2-40B4-BE49-F238E27FC236}">
                <a16:creationId xmlns:a16="http://schemas.microsoft.com/office/drawing/2014/main" id="{6FB500CC-DB5A-49EB-8D5D-22945A760023}"/>
              </a:ext>
            </a:extLst>
          </p:cNvPr>
          <p:cNvSpPr>
            <a:spLocks noGrp="1"/>
          </p:cNvSpPr>
          <p:nvPr/>
        </p:nvSpPr>
        <p:spPr>
          <a:xfrm>
            <a:off x="1547670" y="1306156"/>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2207" name="LigandSeek2_vs_LigandSeek1_path_7721">
            <a:extLst>
              <a:ext uri="{FF2B5EF4-FFF2-40B4-BE49-F238E27FC236}">
                <a16:creationId xmlns:a16="http://schemas.microsoft.com/office/drawing/2014/main" id="{A7A2E8C4-0837-48FE-A1FA-7A7E372DE4A5}"/>
              </a:ext>
            </a:extLst>
          </p:cNvPr>
          <p:cNvSpPr>
            <a:spLocks noGrp="1"/>
          </p:cNvSpPr>
          <p:nvPr/>
        </p:nvSpPr>
        <p:spPr>
          <a:xfrm>
            <a:off x="2190304" y="1515711"/>
            <a:ext cx="191" cy="112179"/>
          </a:xfrm>
          <a:custGeom>
            <a:avLst/>
            <a:gdLst/>
            <a:ahLst/>
            <a:cxnLst/>
            <a:rect l="0" t="0" r="0" b="0"/>
            <a:pathLst>
              <a:path w="191" h="112179">
                <a:moveTo>
                  <a:pt x="0" y="112179"/>
                </a:moveTo>
                <a:lnTo>
                  <a:pt x="0" y="0"/>
                </a:lnTo>
              </a:path>
            </a:pathLst>
          </a:custGeom>
          <a:noFill/>
          <a:ln w="12065">
            <a:solidFill>
              <a:srgbClr val="7D8990">
                <a:alpha val="100000"/>
              </a:srgbClr>
            </a:solidFill>
            <a:prstDash val="solid"/>
          </a:ln>
        </p:spPr>
      </p:sp>
      <p:sp>
        <p:nvSpPr>
          <p:cNvPr id="2208" name="LigandSeek2_vs_LigandSeek1_path_7722">
            <a:extLst>
              <a:ext uri="{FF2B5EF4-FFF2-40B4-BE49-F238E27FC236}">
                <a16:creationId xmlns:a16="http://schemas.microsoft.com/office/drawing/2014/main" id="{046364D9-7E60-47B7-9635-D3D21AC119A1}"/>
              </a:ext>
            </a:extLst>
          </p:cNvPr>
          <p:cNvSpPr>
            <a:spLocks noGrp="1"/>
          </p:cNvSpPr>
          <p:nvPr/>
        </p:nvSpPr>
        <p:spPr>
          <a:xfrm>
            <a:off x="2163810" y="1627889"/>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2209" name="LigandSeek2_vs_LigandSeek1_path_7723">
            <a:extLst>
              <a:ext uri="{FF2B5EF4-FFF2-40B4-BE49-F238E27FC236}">
                <a16:creationId xmlns:a16="http://schemas.microsoft.com/office/drawing/2014/main" id="{A70EE87E-27FF-411A-8785-C02AA410BA19}"/>
              </a:ext>
            </a:extLst>
          </p:cNvPr>
          <p:cNvSpPr>
            <a:spLocks noGrp="1"/>
          </p:cNvSpPr>
          <p:nvPr/>
        </p:nvSpPr>
        <p:spPr>
          <a:xfrm>
            <a:off x="2163810" y="1515711"/>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2210" name="LigandSeek2_vs_LigandSeek1_path_7724">
            <a:extLst>
              <a:ext uri="{FF2B5EF4-FFF2-40B4-BE49-F238E27FC236}">
                <a16:creationId xmlns:a16="http://schemas.microsoft.com/office/drawing/2014/main" id="{E9DAED89-9F7C-4027-9940-BC7C1FDCA44C}"/>
              </a:ext>
            </a:extLst>
          </p:cNvPr>
          <p:cNvSpPr>
            <a:spLocks noGrp="1"/>
          </p:cNvSpPr>
          <p:nvPr/>
        </p:nvSpPr>
        <p:spPr>
          <a:xfrm>
            <a:off x="1084333" y="1486249"/>
            <a:ext cx="191" cy="89289"/>
          </a:xfrm>
          <a:custGeom>
            <a:avLst/>
            <a:gdLst/>
            <a:ahLst/>
            <a:cxnLst/>
            <a:rect l="0" t="0" r="0" b="0"/>
            <a:pathLst>
              <a:path w="191" h="89289">
                <a:moveTo>
                  <a:pt x="0" y="89289"/>
                </a:moveTo>
                <a:lnTo>
                  <a:pt x="0" y="0"/>
                </a:lnTo>
              </a:path>
            </a:pathLst>
          </a:custGeom>
          <a:noFill/>
          <a:ln w="12065">
            <a:solidFill>
              <a:srgbClr val="B08A60">
                <a:alpha val="100000"/>
              </a:srgbClr>
            </a:solidFill>
            <a:prstDash val="solid"/>
          </a:ln>
        </p:spPr>
      </p:sp>
      <p:sp>
        <p:nvSpPr>
          <p:cNvPr id="2211" name="LigandSeek2_vs_LigandSeek1_path_7725">
            <a:extLst>
              <a:ext uri="{FF2B5EF4-FFF2-40B4-BE49-F238E27FC236}">
                <a16:creationId xmlns:a16="http://schemas.microsoft.com/office/drawing/2014/main" id="{56F8AD04-5AEC-4BB6-B76D-38C8755931FE}"/>
              </a:ext>
            </a:extLst>
          </p:cNvPr>
          <p:cNvSpPr>
            <a:spLocks noGrp="1"/>
          </p:cNvSpPr>
          <p:nvPr/>
        </p:nvSpPr>
        <p:spPr>
          <a:xfrm>
            <a:off x="1057839" y="1575538"/>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2212" name="LigandSeek2_vs_LigandSeek1_path_7726">
            <a:extLst>
              <a:ext uri="{FF2B5EF4-FFF2-40B4-BE49-F238E27FC236}">
                <a16:creationId xmlns:a16="http://schemas.microsoft.com/office/drawing/2014/main" id="{8F97EE4B-38BF-4653-83F6-0D66E84076BA}"/>
              </a:ext>
            </a:extLst>
          </p:cNvPr>
          <p:cNvSpPr>
            <a:spLocks noGrp="1"/>
          </p:cNvSpPr>
          <p:nvPr/>
        </p:nvSpPr>
        <p:spPr>
          <a:xfrm>
            <a:off x="1057839" y="1486249"/>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2213" name="LigandSeek2_vs_LigandSeek1_path_7727">
            <a:extLst>
              <a:ext uri="{FF2B5EF4-FFF2-40B4-BE49-F238E27FC236}">
                <a16:creationId xmlns:a16="http://schemas.microsoft.com/office/drawing/2014/main" id="{12431761-1201-4998-9695-6053324791D7}"/>
              </a:ext>
            </a:extLst>
          </p:cNvPr>
          <p:cNvSpPr>
            <a:spLocks noGrp="1"/>
          </p:cNvSpPr>
          <p:nvPr/>
        </p:nvSpPr>
        <p:spPr>
          <a:xfrm>
            <a:off x="1700473" y="1386363"/>
            <a:ext cx="191" cy="111802"/>
          </a:xfrm>
          <a:custGeom>
            <a:avLst/>
            <a:gdLst/>
            <a:ahLst/>
            <a:cxnLst/>
            <a:rect l="0" t="0" r="0" b="0"/>
            <a:pathLst>
              <a:path w="191" h="111802">
                <a:moveTo>
                  <a:pt x="0" y="111802"/>
                </a:moveTo>
                <a:lnTo>
                  <a:pt x="0" y="0"/>
                </a:lnTo>
              </a:path>
            </a:pathLst>
          </a:custGeom>
          <a:noFill/>
          <a:ln w="12065">
            <a:solidFill>
              <a:srgbClr val="B08A60">
                <a:alpha val="100000"/>
              </a:srgbClr>
            </a:solidFill>
            <a:prstDash val="solid"/>
          </a:ln>
        </p:spPr>
      </p:sp>
      <p:sp>
        <p:nvSpPr>
          <p:cNvPr id="2214" name="LigandSeek2_vs_LigandSeek1_path_7728">
            <a:extLst>
              <a:ext uri="{FF2B5EF4-FFF2-40B4-BE49-F238E27FC236}">
                <a16:creationId xmlns:a16="http://schemas.microsoft.com/office/drawing/2014/main" id="{32C85762-38BF-453F-AC82-546E31F608D0}"/>
              </a:ext>
            </a:extLst>
          </p:cNvPr>
          <p:cNvSpPr>
            <a:spLocks noGrp="1"/>
          </p:cNvSpPr>
          <p:nvPr/>
        </p:nvSpPr>
        <p:spPr>
          <a:xfrm>
            <a:off x="1673979" y="1498165"/>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2215" name="LigandSeek2_vs_LigandSeek1_path_7729">
            <a:extLst>
              <a:ext uri="{FF2B5EF4-FFF2-40B4-BE49-F238E27FC236}">
                <a16:creationId xmlns:a16="http://schemas.microsoft.com/office/drawing/2014/main" id="{884A3135-1E4E-4E1A-87E9-B0203A5193C0}"/>
              </a:ext>
            </a:extLst>
          </p:cNvPr>
          <p:cNvSpPr>
            <a:spLocks noGrp="1"/>
          </p:cNvSpPr>
          <p:nvPr/>
        </p:nvSpPr>
        <p:spPr>
          <a:xfrm>
            <a:off x="1673979" y="1386363"/>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2216" name="LigandSeek2_vs_LigandSeek1_path_7730">
            <a:extLst>
              <a:ext uri="{FF2B5EF4-FFF2-40B4-BE49-F238E27FC236}">
                <a16:creationId xmlns:a16="http://schemas.microsoft.com/office/drawing/2014/main" id="{FB59AFCC-315C-4C82-AAD8-291A34A9BA4C}"/>
              </a:ext>
            </a:extLst>
          </p:cNvPr>
          <p:cNvSpPr>
            <a:spLocks noGrp="1"/>
          </p:cNvSpPr>
          <p:nvPr/>
        </p:nvSpPr>
        <p:spPr>
          <a:xfrm>
            <a:off x="2316613" y="1574986"/>
            <a:ext cx="191" cy="107345"/>
          </a:xfrm>
          <a:custGeom>
            <a:avLst/>
            <a:gdLst/>
            <a:ahLst/>
            <a:cxnLst/>
            <a:rect l="0" t="0" r="0" b="0"/>
            <a:pathLst>
              <a:path w="191" h="107345">
                <a:moveTo>
                  <a:pt x="0" y="107345"/>
                </a:moveTo>
                <a:lnTo>
                  <a:pt x="0" y="0"/>
                </a:lnTo>
              </a:path>
            </a:pathLst>
          </a:custGeom>
          <a:noFill/>
          <a:ln w="12065">
            <a:solidFill>
              <a:srgbClr val="B08A60">
                <a:alpha val="100000"/>
              </a:srgbClr>
            </a:solidFill>
            <a:prstDash val="solid"/>
          </a:ln>
        </p:spPr>
      </p:sp>
      <p:sp>
        <p:nvSpPr>
          <p:cNvPr id="2217" name="LigandSeek2_vs_LigandSeek1_path_7731">
            <a:extLst>
              <a:ext uri="{FF2B5EF4-FFF2-40B4-BE49-F238E27FC236}">
                <a16:creationId xmlns:a16="http://schemas.microsoft.com/office/drawing/2014/main" id="{D60461E9-FF92-4B43-9C8A-E2B007703AB1}"/>
              </a:ext>
            </a:extLst>
          </p:cNvPr>
          <p:cNvSpPr>
            <a:spLocks noGrp="1"/>
          </p:cNvSpPr>
          <p:nvPr/>
        </p:nvSpPr>
        <p:spPr>
          <a:xfrm>
            <a:off x="2290119" y="1682331"/>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2218" name="LigandSeek2_vs_LigandSeek1_path_7732">
            <a:extLst>
              <a:ext uri="{FF2B5EF4-FFF2-40B4-BE49-F238E27FC236}">
                <a16:creationId xmlns:a16="http://schemas.microsoft.com/office/drawing/2014/main" id="{89E95404-0789-47B3-A579-39EED750D14E}"/>
              </a:ext>
            </a:extLst>
          </p:cNvPr>
          <p:cNvSpPr>
            <a:spLocks noGrp="1"/>
          </p:cNvSpPr>
          <p:nvPr/>
        </p:nvSpPr>
        <p:spPr>
          <a:xfrm>
            <a:off x="2290119" y="1574986"/>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2219" name="LigandSeek2_vs_LigandSeek1_path_7733">
            <a:extLst>
              <a:ext uri="{FF2B5EF4-FFF2-40B4-BE49-F238E27FC236}">
                <a16:creationId xmlns:a16="http://schemas.microsoft.com/office/drawing/2014/main" id="{68C82062-D915-48D9-9803-E49AD05D9779}"/>
              </a:ext>
            </a:extLst>
          </p:cNvPr>
          <p:cNvSpPr>
            <a:spLocks noGrp="1"/>
          </p:cNvSpPr>
          <p:nvPr/>
        </p:nvSpPr>
        <p:spPr>
          <a:xfrm>
            <a:off x="662277" y="1291736"/>
            <a:ext cx="86260" cy="191"/>
          </a:xfrm>
          <a:custGeom>
            <a:avLst/>
            <a:gdLst/>
            <a:ahLst/>
            <a:cxnLst/>
            <a:rect l="0" t="0" r="0" b="0"/>
            <a:pathLst>
              <a:path w="86260" h="191">
                <a:moveTo>
                  <a:pt x="0" y="0"/>
                </a:moveTo>
                <a:lnTo>
                  <a:pt x="86260" y="0"/>
                </a:lnTo>
              </a:path>
            </a:pathLst>
          </a:custGeom>
          <a:noFill/>
          <a:ln w="19050">
            <a:solidFill>
              <a:srgbClr val="007C83">
                <a:alpha val="100000"/>
              </a:srgbClr>
            </a:solidFill>
            <a:prstDash val="solid"/>
          </a:ln>
        </p:spPr>
      </p:sp>
      <p:sp>
        <p:nvSpPr>
          <p:cNvPr id="2220" name="LigandSeek2_vs_LigandSeek1_path_7734">
            <a:extLst>
              <a:ext uri="{FF2B5EF4-FFF2-40B4-BE49-F238E27FC236}">
                <a16:creationId xmlns:a16="http://schemas.microsoft.com/office/drawing/2014/main" id="{49429621-5FD6-4FDF-BE84-EE0D119B118D}"/>
              </a:ext>
            </a:extLst>
          </p:cNvPr>
          <p:cNvSpPr>
            <a:spLocks noGrp="1"/>
          </p:cNvSpPr>
          <p:nvPr/>
        </p:nvSpPr>
        <p:spPr>
          <a:xfrm>
            <a:off x="1278417" y="1209503"/>
            <a:ext cx="86260" cy="191"/>
          </a:xfrm>
          <a:custGeom>
            <a:avLst/>
            <a:gdLst/>
            <a:ahLst/>
            <a:cxnLst/>
            <a:rect l="0" t="0" r="0" b="0"/>
            <a:pathLst>
              <a:path w="86260" h="191">
                <a:moveTo>
                  <a:pt x="0" y="0"/>
                </a:moveTo>
                <a:lnTo>
                  <a:pt x="86260" y="0"/>
                </a:lnTo>
              </a:path>
            </a:pathLst>
          </a:custGeom>
          <a:noFill/>
          <a:ln w="19050">
            <a:solidFill>
              <a:srgbClr val="007C83">
                <a:alpha val="100000"/>
              </a:srgbClr>
            </a:solidFill>
            <a:prstDash val="solid"/>
          </a:ln>
        </p:spPr>
      </p:sp>
      <p:sp>
        <p:nvSpPr>
          <p:cNvPr id="2221" name="LigandSeek2_vs_LigandSeek1_path_7735">
            <a:extLst>
              <a:ext uri="{FF2B5EF4-FFF2-40B4-BE49-F238E27FC236}">
                <a16:creationId xmlns:a16="http://schemas.microsoft.com/office/drawing/2014/main" id="{2096D176-F0D4-4534-929C-3B49202CC468}"/>
              </a:ext>
            </a:extLst>
          </p:cNvPr>
          <p:cNvSpPr>
            <a:spLocks noGrp="1"/>
          </p:cNvSpPr>
          <p:nvPr/>
        </p:nvSpPr>
        <p:spPr>
          <a:xfrm>
            <a:off x="1894557" y="1319884"/>
            <a:ext cx="86260" cy="191"/>
          </a:xfrm>
          <a:custGeom>
            <a:avLst/>
            <a:gdLst/>
            <a:ahLst/>
            <a:cxnLst/>
            <a:rect l="0" t="0" r="0" b="0"/>
            <a:pathLst>
              <a:path w="86260" h="191">
                <a:moveTo>
                  <a:pt x="0" y="0"/>
                </a:moveTo>
                <a:lnTo>
                  <a:pt x="86260" y="0"/>
                </a:lnTo>
              </a:path>
            </a:pathLst>
          </a:custGeom>
          <a:noFill/>
          <a:ln w="19050">
            <a:solidFill>
              <a:srgbClr val="007C83">
                <a:alpha val="100000"/>
              </a:srgbClr>
            </a:solidFill>
            <a:prstDash val="solid"/>
          </a:ln>
        </p:spPr>
      </p:sp>
      <p:sp>
        <p:nvSpPr>
          <p:cNvPr id="2222" name="LigandSeek2_vs_LigandSeek1_path_7736">
            <a:extLst>
              <a:ext uri="{FF2B5EF4-FFF2-40B4-BE49-F238E27FC236}">
                <a16:creationId xmlns:a16="http://schemas.microsoft.com/office/drawing/2014/main" id="{39D1446F-A8F6-4793-9C88-E15A78CCB2C2}"/>
              </a:ext>
            </a:extLst>
          </p:cNvPr>
          <p:cNvSpPr>
            <a:spLocks noGrp="1"/>
          </p:cNvSpPr>
          <p:nvPr/>
        </p:nvSpPr>
        <p:spPr>
          <a:xfrm>
            <a:off x="788586" y="1404239"/>
            <a:ext cx="86260" cy="191"/>
          </a:xfrm>
          <a:custGeom>
            <a:avLst/>
            <a:gdLst/>
            <a:ahLst/>
            <a:cxnLst/>
            <a:rect l="0" t="0" r="0" b="0"/>
            <a:pathLst>
              <a:path w="86260" h="191">
                <a:moveTo>
                  <a:pt x="0" y="0"/>
                </a:moveTo>
                <a:lnTo>
                  <a:pt x="86260" y="0"/>
                </a:lnTo>
              </a:path>
            </a:pathLst>
          </a:custGeom>
          <a:noFill/>
          <a:ln w="19050">
            <a:solidFill>
              <a:srgbClr val="566AB4">
                <a:alpha val="100000"/>
              </a:srgbClr>
            </a:solidFill>
            <a:prstDash val="solid"/>
          </a:ln>
        </p:spPr>
      </p:sp>
      <p:sp>
        <p:nvSpPr>
          <p:cNvPr id="2223" name="LigandSeek2_vs_LigandSeek1_path_7737">
            <a:extLst>
              <a:ext uri="{FF2B5EF4-FFF2-40B4-BE49-F238E27FC236}">
                <a16:creationId xmlns:a16="http://schemas.microsoft.com/office/drawing/2014/main" id="{FE387C99-E498-4719-80F6-5BA03A9C5270}"/>
              </a:ext>
            </a:extLst>
          </p:cNvPr>
          <p:cNvSpPr>
            <a:spLocks noGrp="1"/>
          </p:cNvSpPr>
          <p:nvPr/>
        </p:nvSpPr>
        <p:spPr>
          <a:xfrm>
            <a:off x="1404726" y="1337329"/>
            <a:ext cx="86260" cy="191"/>
          </a:xfrm>
          <a:custGeom>
            <a:avLst/>
            <a:gdLst/>
            <a:ahLst/>
            <a:cxnLst/>
            <a:rect l="0" t="0" r="0" b="0"/>
            <a:pathLst>
              <a:path w="86260" h="191">
                <a:moveTo>
                  <a:pt x="0" y="0"/>
                </a:moveTo>
                <a:lnTo>
                  <a:pt x="86260" y="0"/>
                </a:lnTo>
              </a:path>
            </a:pathLst>
          </a:custGeom>
          <a:noFill/>
          <a:ln w="19050">
            <a:solidFill>
              <a:srgbClr val="566AB4">
                <a:alpha val="100000"/>
              </a:srgbClr>
            </a:solidFill>
            <a:prstDash val="solid"/>
          </a:ln>
        </p:spPr>
      </p:sp>
      <p:sp>
        <p:nvSpPr>
          <p:cNvPr id="2224" name="LigandSeek2_vs_LigandSeek1_path_7738">
            <a:extLst>
              <a:ext uri="{FF2B5EF4-FFF2-40B4-BE49-F238E27FC236}">
                <a16:creationId xmlns:a16="http://schemas.microsoft.com/office/drawing/2014/main" id="{B6EEC1DD-0818-4764-9309-6345068EC6E8}"/>
              </a:ext>
            </a:extLst>
          </p:cNvPr>
          <p:cNvSpPr>
            <a:spLocks noGrp="1"/>
          </p:cNvSpPr>
          <p:nvPr/>
        </p:nvSpPr>
        <p:spPr>
          <a:xfrm>
            <a:off x="2020866" y="1435457"/>
            <a:ext cx="86260" cy="191"/>
          </a:xfrm>
          <a:custGeom>
            <a:avLst/>
            <a:gdLst/>
            <a:ahLst/>
            <a:cxnLst/>
            <a:rect l="0" t="0" r="0" b="0"/>
            <a:pathLst>
              <a:path w="86260" h="191">
                <a:moveTo>
                  <a:pt x="0" y="0"/>
                </a:moveTo>
                <a:lnTo>
                  <a:pt x="86260" y="0"/>
                </a:lnTo>
              </a:path>
            </a:pathLst>
          </a:custGeom>
          <a:noFill/>
          <a:ln w="19050">
            <a:solidFill>
              <a:srgbClr val="566AB4">
                <a:alpha val="100000"/>
              </a:srgbClr>
            </a:solidFill>
            <a:prstDash val="solid"/>
          </a:ln>
        </p:spPr>
      </p:sp>
      <p:sp>
        <p:nvSpPr>
          <p:cNvPr id="2225" name="LigandSeek2_vs_LigandSeek1_path_7739">
            <a:extLst>
              <a:ext uri="{FF2B5EF4-FFF2-40B4-BE49-F238E27FC236}">
                <a16:creationId xmlns:a16="http://schemas.microsoft.com/office/drawing/2014/main" id="{477AC707-7751-44E3-ADF6-6AE6FD5A8590}"/>
              </a:ext>
            </a:extLst>
          </p:cNvPr>
          <p:cNvSpPr>
            <a:spLocks noGrp="1"/>
          </p:cNvSpPr>
          <p:nvPr/>
        </p:nvSpPr>
        <p:spPr>
          <a:xfrm>
            <a:off x="914895" y="1464567"/>
            <a:ext cx="86260" cy="191"/>
          </a:xfrm>
          <a:custGeom>
            <a:avLst/>
            <a:gdLst/>
            <a:ahLst/>
            <a:cxnLst/>
            <a:rect l="0" t="0" r="0" b="0"/>
            <a:pathLst>
              <a:path w="86260" h="191">
                <a:moveTo>
                  <a:pt x="0" y="0"/>
                </a:moveTo>
                <a:lnTo>
                  <a:pt x="86260" y="0"/>
                </a:lnTo>
              </a:path>
            </a:pathLst>
          </a:custGeom>
          <a:noFill/>
          <a:ln w="19050">
            <a:solidFill>
              <a:srgbClr val="7D8990">
                <a:alpha val="100000"/>
              </a:srgbClr>
            </a:solidFill>
            <a:prstDash val="solid"/>
          </a:ln>
        </p:spPr>
      </p:sp>
      <p:sp>
        <p:nvSpPr>
          <p:cNvPr id="2226" name="LigandSeek2_vs_LigandSeek1_path_7740">
            <a:extLst>
              <a:ext uri="{FF2B5EF4-FFF2-40B4-BE49-F238E27FC236}">
                <a16:creationId xmlns:a16="http://schemas.microsoft.com/office/drawing/2014/main" id="{3182DC1A-9010-478D-A71D-299CD0B42A56}"/>
              </a:ext>
            </a:extLst>
          </p:cNvPr>
          <p:cNvSpPr>
            <a:spLocks noGrp="1"/>
          </p:cNvSpPr>
          <p:nvPr/>
        </p:nvSpPr>
        <p:spPr>
          <a:xfrm>
            <a:off x="1531035" y="1362090"/>
            <a:ext cx="86260" cy="191"/>
          </a:xfrm>
          <a:custGeom>
            <a:avLst/>
            <a:gdLst/>
            <a:ahLst/>
            <a:cxnLst/>
            <a:rect l="0" t="0" r="0" b="0"/>
            <a:pathLst>
              <a:path w="86260" h="191">
                <a:moveTo>
                  <a:pt x="0" y="0"/>
                </a:moveTo>
                <a:lnTo>
                  <a:pt x="86260" y="0"/>
                </a:lnTo>
              </a:path>
            </a:pathLst>
          </a:custGeom>
          <a:noFill/>
          <a:ln w="19050">
            <a:solidFill>
              <a:srgbClr val="7D8990">
                <a:alpha val="100000"/>
              </a:srgbClr>
            </a:solidFill>
            <a:prstDash val="solid"/>
          </a:ln>
        </p:spPr>
      </p:sp>
      <p:sp>
        <p:nvSpPr>
          <p:cNvPr id="2227" name="LigandSeek2_vs_LigandSeek1_path_7741">
            <a:extLst>
              <a:ext uri="{FF2B5EF4-FFF2-40B4-BE49-F238E27FC236}">
                <a16:creationId xmlns:a16="http://schemas.microsoft.com/office/drawing/2014/main" id="{B4546B7F-6780-44AC-B25F-B5D06A8E9E22}"/>
              </a:ext>
            </a:extLst>
          </p:cNvPr>
          <p:cNvSpPr>
            <a:spLocks noGrp="1"/>
          </p:cNvSpPr>
          <p:nvPr/>
        </p:nvSpPr>
        <p:spPr>
          <a:xfrm>
            <a:off x="2147175" y="1573013"/>
            <a:ext cx="86260" cy="191"/>
          </a:xfrm>
          <a:custGeom>
            <a:avLst/>
            <a:gdLst/>
            <a:ahLst/>
            <a:cxnLst/>
            <a:rect l="0" t="0" r="0" b="0"/>
            <a:pathLst>
              <a:path w="86260" h="191">
                <a:moveTo>
                  <a:pt x="0" y="0"/>
                </a:moveTo>
                <a:lnTo>
                  <a:pt x="86260" y="0"/>
                </a:lnTo>
              </a:path>
            </a:pathLst>
          </a:custGeom>
          <a:noFill/>
          <a:ln w="19050">
            <a:solidFill>
              <a:srgbClr val="7D8990">
                <a:alpha val="100000"/>
              </a:srgbClr>
            </a:solidFill>
            <a:prstDash val="solid"/>
          </a:ln>
        </p:spPr>
      </p:sp>
      <p:sp>
        <p:nvSpPr>
          <p:cNvPr id="2228" name="LigandSeek2_vs_LigandSeek1_path_7742">
            <a:extLst>
              <a:ext uri="{FF2B5EF4-FFF2-40B4-BE49-F238E27FC236}">
                <a16:creationId xmlns:a16="http://schemas.microsoft.com/office/drawing/2014/main" id="{EE115F24-949B-4FE4-8267-02E8DEBD5DE2}"/>
              </a:ext>
            </a:extLst>
          </p:cNvPr>
          <p:cNvSpPr>
            <a:spLocks noGrp="1"/>
          </p:cNvSpPr>
          <p:nvPr/>
        </p:nvSpPr>
        <p:spPr>
          <a:xfrm>
            <a:off x="1041203" y="1532116"/>
            <a:ext cx="86260" cy="191"/>
          </a:xfrm>
          <a:custGeom>
            <a:avLst/>
            <a:gdLst/>
            <a:ahLst/>
            <a:cxnLst/>
            <a:rect l="0" t="0" r="0" b="0"/>
            <a:pathLst>
              <a:path w="86260" h="191">
                <a:moveTo>
                  <a:pt x="0" y="0"/>
                </a:moveTo>
                <a:lnTo>
                  <a:pt x="86260" y="0"/>
                </a:lnTo>
              </a:path>
            </a:pathLst>
          </a:custGeom>
          <a:noFill/>
          <a:ln w="19050">
            <a:solidFill>
              <a:srgbClr val="B08A60">
                <a:alpha val="100000"/>
              </a:srgbClr>
            </a:solidFill>
            <a:prstDash val="solid"/>
          </a:ln>
        </p:spPr>
      </p:sp>
      <p:sp>
        <p:nvSpPr>
          <p:cNvPr id="2229" name="LigandSeek2_vs_LigandSeek1_path_7743">
            <a:extLst>
              <a:ext uri="{FF2B5EF4-FFF2-40B4-BE49-F238E27FC236}">
                <a16:creationId xmlns:a16="http://schemas.microsoft.com/office/drawing/2014/main" id="{A8DE4400-E6EF-49BB-A8CD-4A8FF2B3A7E4}"/>
              </a:ext>
            </a:extLst>
          </p:cNvPr>
          <p:cNvSpPr>
            <a:spLocks noGrp="1"/>
          </p:cNvSpPr>
          <p:nvPr/>
        </p:nvSpPr>
        <p:spPr>
          <a:xfrm>
            <a:off x="1657343" y="1442880"/>
            <a:ext cx="86260" cy="191"/>
          </a:xfrm>
          <a:custGeom>
            <a:avLst/>
            <a:gdLst/>
            <a:ahLst/>
            <a:cxnLst/>
            <a:rect l="0" t="0" r="0" b="0"/>
            <a:pathLst>
              <a:path w="86260" h="191">
                <a:moveTo>
                  <a:pt x="0" y="0"/>
                </a:moveTo>
                <a:lnTo>
                  <a:pt x="86260" y="0"/>
                </a:lnTo>
              </a:path>
            </a:pathLst>
          </a:custGeom>
          <a:noFill/>
          <a:ln w="19050">
            <a:solidFill>
              <a:srgbClr val="B08A60">
                <a:alpha val="100000"/>
              </a:srgbClr>
            </a:solidFill>
            <a:prstDash val="solid"/>
          </a:ln>
        </p:spPr>
      </p:sp>
      <p:sp>
        <p:nvSpPr>
          <p:cNvPr id="2230" name="LigandSeek2_vs_LigandSeek1_path_7744">
            <a:extLst>
              <a:ext uri="{FF2B5EF4-FFF2-40B4-BE49-F238E27FC236}">
                <a16:creationId xmlns:a16="http://schemas.microsoft.com/office/drawing/2014/main" id="{3DB877B2-8F33-4921-B1B5-9112061211B4}"/>
              </a:ext>
            </a:extLst>
          </p:cNvPr>
          <p:cNvSpPr>
            <a:spLocks noGrp="1"/>
          </p:cNvSpPr>
          <p:nvPr/>
        </p:nvSpPr>
        <p:spPr>
          <a:xfrm>
            <a:off x="2273483" y="1630393"/>
            <a:ext cx="86260" cy="191"/>
          </a:xfrm>
          <a:custGeom>
            <a:avLst/>
            <a:gdLst/>
            <a:ahLst/>
            <a:cxnLst/>
            <a:rect l="0" t="0" r="0" b="0"/>
            <a:pathLst>
              <a:path w="86260" h="191">
                <a:moveTo>
                  <a:pt x="0" y="0"/>
                </a:moveTo>
                <a:lnTo>
                  <a:pt x="86260" y="0"/>
                </a:lnTo>
              </a:path>
            </a:pathLst>
          </a:custGeom>
          <a:noFill/>
          <a:ln w="19050">
            <a:solidFill>
              <a:srgbClr val="B08A60">
                <a:alpha val="100000"/>
              </a:srgbClr>
            </a:solidFill>
            <a:prstDash val="solid"/>
          </a:ln>
        </p:spPr>
      </p:sp>
      <p:sp>
        <p:nvSpPr>
          <p:cNvPr id="2231" name="LigandSeek2_vs_LigandSeek1_path_7745">
            <a:extLst>
              <a:ext uri="{FF2B5EF4-FFF2-40B4-BE49-F238E27FC236}">
                <a16:creationId xmlns:a16="http://schemas.microsoft.com/office/drawing/2014/main" id="{B54C358E-81B4-47AA-83B8-E8A6627D95CC}"/>
              </a:ext>
            </a:extLst>
          </p:cNvPr>
          <p:cNvSpPr>
            <a:spLocks noGrp="1"/>
          </p:cNvSpPr>
          <p:nvPr/>
        </p:nvSpPr>
        <p:spPr>
          <a:xfrm>
            <a:off x="3403440" y="820800"/>
            <a:ext cx="1848420" cy="1108080"/>
          </a:xfrm>
          <a:custGeom>
            <a:avLst/>
            <a:gdLst/>
            <a:ahLst/>
            <a:cxnLst/>
            <a:rect l="0" t="0" r="0" b="0"/>
            <a:pathLst>
              <a:path w="1848420" h="1108080">
                <a:moveTo>
                  <a:pt x="0" y="1108080"/>
                </a:moveTo>
                <a:lnTo>
                  <a:pt x="1848420" y="1108080"/>
                </a:lnTo>
                <a:lnTo>
                  <a:pt x="1848420" y="0"/>
                </a:lnTo>
                <a:lnTo>
                  <a:pt x="0" y="0"/>
                </a:lnTo>
                <a:lnTo>
                  <a:pt x="0" y="1108080"/>
                </a:lnTo>
                <a:close/>
              </a:path>
            </a:pathLst>
          </a:custGeom>
          <a:solidFill>
            <a:srgbClr val="FFFFFF">
              <a:alpha val="100000"/>
            </a:srgbClr>
          </a:solidFill>
          <a:ln w="0">
            <a:noFill/>
            <a:prstDash val="solid"/>
          </a:ln>
        </p:spPr>
      </p:sp>
      <p:sp>
        <p:nvSpPr>
          <p:cNvPr id="2232" name="LigandSeek2_vs_LigandSeek1_text_7746">
            <a:extLst>
              <a:ext uri="{FF2B5EF4-FFF2-40B4-BE49-F238E27FC236}">
                <a16:creationId xmlns:a16="http://schemas.microsoft.com/office/drawing/2014/main" id="{B226D5C8-F608-4F7C-9513-05EAB7F92C1F}"/>
              </a:ext>
            </a:extLst>
          </p:cNvPr>
          <p:cNvSpPr>
            <a:spLocks noGrp="1"/>
          </p:cNvSpPr>
          <p:nvPr/>
        </p:nvSpPr>
        <p:spPr>
          <a:xfrm rot="0">
            <a:off x="3521121" y="1981220"/>
            <a:ext cx="387147"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Semantic</a:t>
            </a:r>
          </a:p>
        </p:txBody>
      </p:sp>
      <p:sp>
        <p:nvSpPr>
          <p:cNvPr id="2233" name="LigandSeek2_vs_LigandSeek1_text_7747">
            <a:extLst>
              <a:ext uri="{FF2B5EF4-FFF2-40B4-BE49-F238E27FC236}">
                <a16:creationId xmlns:a16="http://schemas.microsoft.com/office/drawing/2014/main" id="{CD728559-C9AE-457C-BD61-29F48EDE82D2}"/>
              </a:ext>
            </a:extLst>
          </p:cNvPr>
          <p:cNvSpPr>
            <a:spLocks noGrp="1"/>
          </p:cNvSpPr>
          <p:nvPr/>
        </p:nvSpPr>
        <p:spPr>
          <a:xfrm rot="0">
            <a:off x="3621840" y="2082210"/>
            <a:ext cx="1857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Dice</a:t>
            </a:r>
          </a:p>
        </p:txBody>
      </p:sp>
      <p:sp>
        <p:nvSpPr>
          <p:cNvPr id="2234" name="LigandSeek2_vs_LigandSeek1_text_7748">
            <a:extLst>
              <a:ext uri="{FF2B5EF4-FFF2-40B4-BE49-F238E27FC236}">
                <a16:creationId xmlns:a16="http://schemas.microsoft.com/office/drawing/2014/main" id="{C6EEA35C-4D80-4615-9DDC-5DA59C34976A}"/>
              </a:ext>
            </a:extLst>
          </p:cNvPr>
          <p:cNvSpPr>
            <a:spLocks noGrp="1"/>
          </p:cNvSpPr>
          <p:nvPr/>
        </p:nvSpPr>
        <p:spPr>
          <a:xfrm rot="0">
            <a:off x="4088382" y="1981220"/>
            <a:ext cx="484784"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One-to-one</a:t>
            </a:r>
          </a:p>
        </p:txBody>
      </p:sp>
      <p:sp>
        <p:nvSpPr>
          <p:cNvPr id="2235" name="LigandSeek2_vs_LigandSeek1_text_7749">
            <a:extLst>
              <a:ext uri="{FF2B5EF4-FFF2-40B4-BE49-F238E27FC236}">
                <a16:creationId xmlns:a16="http://schemas.microsoft.com/office/drawing/2014/main" id="{C3119F1F-74AE-4684-A570-835CBCA77910}"/>
              </a:ext>
            </a:extLst>
          </p:cNvPr>
          <p:cNvSpPr>
            <a:spLocks noGrp="1"/>
          </p:cNvSpPr>
          <p:nvPr/>
        </p:nvSpPr>
        <p:spPr>
          <a:xfrm rot="0">
            <a:off x="4135824" y="2082210"/>
            <a:ext cx="391490"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PRAUC₀.₃</a:t>
            </a:r>
          </a:p>
        </p:txBody>
      </p:sp>
      <p:sp>
        <p:nvSpPr>
          <p:cNvPr id="2236" name="LigandSeek2_vs_LigandSeek1_text_7750">
            <a:extLst>
              <a:ext uri="{FF2B5EF4-FFF2-40B4-BE49-F238E27FC236}">
                <a16:creationId xmlns:a16="http://schemas.microsoft.com/office/drawing/2014/main" id="{5D99CA38-4DB2-404D-ACC7-9396E12C45ED}"/>
              </a:ext>
            </a:extLst>
          </p:cNvPr>
          <p:cNvSpPr>
            <a:spLocks noGrp="1"/>
          </p:cNvSpPr>
          <p:nvPr/>
        </p:nvSpPr>
        <p:spPr>
          <a:xfrm rot="0">
            <a:off x="4704522" y="1981220"/>
            <a:ext cx="484784"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One-to-one</a:t>
            </a:r>
          </a:p>
        </p:txBody>
      </p:sp>
      <p:sp>
        <p:nvSpPr>
          <p:cNvPr id="2237" name="LigandSeek2_vs_LigandSeek1_text_7751">
            <a:extLst>
              <a:ext uri="{FF2B5EF4-FFF2-40B4-BE49-F238E27FC236}">
                <a16:creationId xmlns:a16="http://schemas.microsoft.com/office/drawing/2014/main" id="{C3E1C972-B173-42DC-921C-EAAE5563BC32}"/>
              </a:ext>
            </a:extLst>
          </p:cNvPr>
          <p:cNvSpPr>
            <a:spLocks noGrp="1"/>
          </p:cNvSpPr>
          <p:nvPr/>
        </p:nvSpPr>
        <p:spPr>
          <a:xfrm rot="0">
            <a:off x="4752139" y="2082210"/>
            <a:ext cx="391185"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PRAUC₀.₅</a:t>
            </a:r>
          </a:p>
        </p:txBody>
      </p:sp>
      <p:sp>
        <p:nvSpPr>
          <p:cNvPr id="2238" name="LigandSeek2_vs_LigandSeek1_path_7752">
            <a:extLst>
              <a:ext uri="{FF2B5EF4-FFF2-40B4-BE49-F238E27FC236}">
                <a16:creationId xmlns:a16="http://schemas.microsoft.com/office/drawing/2014/main" id="{C1E6E220-9F9B-4875-9653-A821963AF7D4}"/>
              </a:ext>
            </a:extLst>
          </p:cNvPr>
          <p:cNvSpPr>
            <a:spLocks noGrp="1"/>
          </p:cNvSpPr>
          <p:nvPr/>
        </p:nvSpPr>
        <p:spPr>
          <a:xfrm>
            <a:off x="3403440" y="1902746"/>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2239" name="LigandSeek2_vs_LigandSeek1_path_7753">
            <a:extLst>
              <a:ext uri="{FF2B5EF4-FFF2-40B4-BE49-F238E27FC236}">
                <a16:creationId xmlns:a16="http://schemas.microsoft.com/office/drawing/2014/main" id="{13C6BC09-5918-4893-896B-45ACD2D4ECF4}"/>
              </a:ext>
            </a:extLst>
          </p:cNvPr>
          <p:cNvSpPr>
            <a:spLocks noGrp="1"/>
          </p:cNvSpPr>
          <p:nvPr/>
        </p:nvSpPr>
        <p:spPr>
          <a:xfrm>
            <a:off x="3374230" y="1902746"/>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2240" name="LigandSeek2_vs_LigandSeek1_text_7754">
            <a:extLst>
              <a:ext uri="{FF2B5EF4-FFF2-40B4-BE49-F238E27FC236}">
                <a16:creationId xmlns:a16="http://schemas.microsoft.com/office/drawing/2014/main" id="{B8AC1895-0DB2-469D-ACB1-86120B918AA0}"/>
              </a:ext>
            </a:extLst>
          </p:cNvPr>
          <p:cNvSpPr>
            <a:spLocks noGrp="1"/>
          </p:cNvSpPr>
          <p:nvPr/>
        </p:nvSpPr>
        <p:spPr>
          <a:xfrm rot="0">
            <a:off x="3098132" y="1857034"/>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2241" name="LigandSeek2_vs_LigandSeek1_path_7755">
            <a:extLst>
              <a:ext uri="{FF2B5EF4-FFF2-40B4-BE49-F238E27FC236}">
                <a16:creationId xmlns:a16="http://schemas.microsoft.com/office/drawing/2014/main" id="{0DC93BE3-C0D8-49EE-8888-E48F31C169A8}"/>
              </a:ext>
            </a:extLst>
          </p:cNvPr>
          <p:cNvSpPr>
            <a:spLocks noGrp="1"/>
          </p:cNvSpPr>
          <p:nvPr/>
        </p:nvSpPr>
        <p:spPr>
          <a:xfrm>
            <a:off x="3403440" y="1380067"/>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2242" name="LigandSeek2_vs_LigandSeek1_path_7756">
            <a:extLst>
              <a:ext uri="{FF2B5EF4-FFF2-40B4-BE49-F238E27FC236}">
                <a16:creationId xmlns:a16="http://schemas.microsoft.com/office/drawing/2014/main" id="{72E9AD71-B245-45AC-9679-31ECB0EB2EE7}"/>
              </a:ext>
            </a:extLst>
          </p:cNvPr>
          <p:cNvSpPr>
            <a:spLocks noGrp="1"/>
          </p:cNvSpPr>
          <p:nvPr/>
        </p:nvSpPr>
        <p:spPr>
          <a:xfrm>
            <a:off x="3374230" y="1380067"/>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2243" name="LigandSeek2_vs_LigandSeek1_text_7757">
            <a:extLst>
              <a:ext uri="{FF2B5EF4-FFF2-40B4-BE49-F238E27FC236}">
                <a16:creationId xmlns:a16="http://schemas.microsoft.com/office/drawing/2014/main" id="{B3BADDC0-0357-4419-A9F9-BEE5D57F627C}"/>
              </a:ext>
            </a:extLst>
          </p:cNvPr>
          <p:cNvSpPr>
            <a:spLocks noGrp="1"/>
          </p:cNvSpPr>
          <p:nvPr/>
        </p:nvSpPr>
        <p:spPr>
          <a:xfrm rot="0">
            <a:off x="3098132" y="1334355"/>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2244" name="LigandSeek2_vs_LigandSeek1_path_7758">
            <a:extLst>
              <a:ext uri="{FF2B5EF4-FFF2-40B4-BE49-F238E27FC236}">
                <a16:creationId xmlns:a16="http://schemas.microsoft.com/office/drawing/2014/main" id="{26147683-4E46-40BE-A720-FE2A57CDFB33}"/>
              </a:ext>
            </a:extLst>
          </p:cNvPr>
          <p:cNvSpPr>
            <a:spLocks noGrp="1"/>
          </p:cNvSpPr>
          <p:nvPr/>
        </p:nvSpPr>
        <p:spPr>
          <a:xfrm>
            <a:off x="3403440" y="857388"/>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2245" name="LigandSeek2_vs_LigandSeek1_path_7759">
            <a:extLst>
              <a:ext uri="{FF2B5EF4-FFF2-40B4-BE49-F238E27FC236}">
                <a16:creationId xmlns:a16="http://schemas.microsoft.com/office/drawing/2014/main" id="{F2BC488C-92AF-4CEE-A8A0-B3B259969D7A}"/>
              </a:ext>
            </a:extLst>
          </p:cNvPr>
          <p:cNvSpPr>
            <a:spLocks noGrp="1"/>
          </p:cNvSpPr>
          <p:nvPr/>
        </p:nvSpPr>
        <p:spPr>
          <a:xfrm>
            <a:off x="3374230" y="857388"/>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2246" name="LigandSeek2_vs_LigandSeek1_text_7760">
            <a:extLst>
              <a:ext uri="{FF2B5EF4-FFF2-40B4-BE49-F238E27FC236}">
                <a16:creationId xmlns:a16="http://schemas.microsoft.com/office/drawing/2014/main" id="{1B25E831-0956-438A-B79B-E7AA9883F918}"/>
              </a:ext>
            </a:extLst>
          </p:cNvPr>
          <p:cNvSpPr>
            <a:spLocks noGrp="1"/>
          </p:cNvSpPr>
          <p:nvPr/>
        </p:nvSpPr>
        <p:spPr>
          <a:xfrm rot="0">
            <a:off x="3098132" y="811675"/>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2247" name="LigandSeek2_vs_LigandSeek1_text_7761">
            <a:extLst>
              <a:ext uri="{FF2B5EF4-FFF2-40B4-BE49-F238E27FC236}">
                <a16:creationId xmlns:a16="http://schemas.microsoft.com/office/drawing/2014/main" id="{E31F22EB-1C89-42A1-9287-AE0C238C6515}"/>
              </a:ext>
            </a:extLst>
          </p:cNvPr>
          <p:cNvSpPr>
            <a:spLocks noGrp="1"/>
          </p:cNvSpPr>
          <p:nvPr/>
        </p:nvSpPr>
        <p:spPr>
          <a:xfrm rot="-5400000">
            <a:off x="2879218" y="1303402"/>
            <a:ext cx="264211"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Score</a:t>
            </a:r>
          </a:p>
        </p:txBody>
      </p:sp>
      <p:sp>
        <p:nvSpPr>
          <p:cNvPr id="2248" name="LigandSeek2_vs_LigandSeek1_path_7762">
            <a:extLst>
              <a:ext uri="{FF2B5EF4-FFF2-40B4-BE49-F238E27FC236}">
                <a16:creationId xmlns:a16="http://schemas.microsoft.com/office/drawing/2014/main" id="{EDC09D5C-2B6C-4D35-80E6-4E38121B13F2}"/>
              </a:ext>
            </a:extLst>
          </p:cNvPr>
          <p:cNvSpPr>
            <a:spLocks noGrp="1"/>
          </p:cNvSpPr>
          <p:nvPr/>
        </p:nvSpPr>
        <p:spPr>
          <a:xfrm>
            <a:off x="3468997" y="1300395"/>
            <a:ext cx="106099" cy="602351"/>
          </a:xfrm>
          <a:custGeom>
            <a:avLst/>
            <a:gdLst/>
            <a:ahLst/>
            <a:cxnLst/>
            <a:rect l="0" t="0" r="0" b="0"/>
            <a:pathLst>
              <a:path w="106099" h="602351">
                <a:moveTo>
                  <a:pt x="0" y="602351"/>
                </a:moveTo>
                <a:lnTo>
                  <a:pt x="106099" y="602351"/>
                </a:lnTo>
                <a:lnTo>
                  <a:pt x="106099" y="0"/>
                </a:lnTo>
                <a:lnTo>
                  <a:pt x="0" y="0"/>
                </a:lnTo>
                <a:lnTo>
                  <a:pt x="0" y="602351"/>
                </a:lnTo>
                <a:close/>
              </a:path>
            </a:pathLst>
          </a:custGeom>
          <a:solidFill>
            <a:srgbClr val="007C83">
              <a:alpha val="16000"/>
            </a:srgbClr>
          </a:solidFill>
          <a:ln w="8255">
            <a:solidFill>
              <a:srgbClr val="007C83">
                <a:alpha val="16000"/>
              </a:srgbClr>
            </a:solidFill>
            <a:prstDash val="solid"/>
          </a:ln>
        </p:spPr>
      </p:sp>
      <p:sp>
        <p:nvSpPr>
          <p:cNvPr id="2249" name="LigandSeek2_vs_LigandSeek1_path_7763">
            <a:extLst>
              <a:ext uri="{FF2B5EF4-FFF2-40B4-BE49-F238E27FC236}">
                <a16:creationId xmlns:a16="http://schemas.microsoft.com/office/drawing/2014/main" id="{DBCDFFCA-9B56-4307-B9D4-0025B0E80558}"/>
              </a:ext>
            </a:extLst>
          </p:cNvPr>
          <p:cNvSpPr>
            <a:spLocks noGrp="1"/>
          </p:cNvSpPr>
          <p:nvPr/>
        </p:nvSpPr>
        <p:spPr>
          <a:xfrm>
            <a:off x="4085137" y="1169800"/>
            <a:ext cx="106099" cy="732946"/>
          </a:xfrm>
          <a:custGeom>
            <a:avLst/>
            <a:gdLst/>
            <a:ahLst/>
            <a:cxnLst/>
            <a:rect l="0" t="0" r="0" b="0"/>
            <a:pathLst>
              <a:path w="106099" h="732946">
                <a:moveTo>
                  <a:pt x="0" y="732946"/>
                </a:moveTo>
                <a:lnTo>
                  <a:pt x="106099" y="732946"/>
                </a:lnTo>
                <a:lnTo>
                  <a:pt x="106099" y="0"/>
                </a:lnTo>
                <a:lnTo>
                  <a:pt x="0" y="0"/>
                </a:lnTo>
                <a:lnTo>
                  <a:pt x="0" y="732946"/>
                </a:lnTo>
                <a:close/>
              </a:path>
            </a:pathLst>
          </a:custGeom>
          <a:solidFill>
            <a:srgbClr val="007C83">
              <a:alpha val="16000"/>
            </a:srgbClr>
          </a:solidFill>
          <a:ln w="8255">
            <a:solidFill>
              <a:srgbClr val="007C83">
                <a:alpha val="16000"/>
              </a:srgbClr>
            </a:solidFill>
            <a:prstDash val="solid"/>
          </a:ln>
        </p:spPr>
      </p:sp>
      <p:sp>
        <p:nvSpPr>
          <p:cNvPr id="2250" name="LigandSeek2_vs_LigandSeek1_path_7764">
            <a:extLst>
              <a:ext uri="{FF2B5EF4-FFF2-40B4-BE49-F238E27FC236}">
                <a16:creationId xmlns:a16="http://schemas.microsoft.com/office/drawing/2014/main" id="{2E694036-2AE3-44F2-AD43-F1937ADF878F}"/>
              </a:ext>
            </a:extLst>
          </p:cNvPr>
          <p:cNvSpPr>
            <a:spLocks noGrp="1"/>
          </p:cNvSpPr>
          <p:nvPr/>
        </p:nvSpPr>
        <p:spPr>
          <a:xfrm>
            <a:off x="4701277" y="1270453"/>
            <a:ext cx="106099" cy="632293"/>
          </a:xfrm>
          <a:custGeom>
            <a:avLst/>
            <a:gdLst/>
            <a:ahLst/>
            <a:cxnLst/>
            <a:rect l="0" t="0" r="0" b="0"/>
            <a:pathLst>
              <a:path w="106099" h="632293">
                <a:moveTo>
                  <a:pt x="0" y="632293"/>
                </a:moveTo>
                <a:lnTo>
                  <a:pt x="106099" y="632293"/>
                </a:lnTo>
                <a:lnTo>
                  <a:pt x="106099" y="0"/>
                </a:lnTo>
                <a:lnTo>
                  <a:pt x="0" y="0"/>
                </a:lnTo>
                <a:lnTo>
                  <a:pt x="0" y="632293"/>
                </a:lnTo>
                <a:close/>
              </a:path>
            </a:pathLst>
          </a:custGeom>
          <a:solidFill>
            <a:srgbClr val="007C83">
              <a:alpha val="16000"/>
            </a:srgbClr>
          </a:solidFill>
          <a:ln w="8255">
            <a:solidFill>
              <a:srgbClr val="007C83">
                <a:alpha val="16000"/>
              </a:srgbClr>
            </a:solidFill>
            <a:prstDash val="solid"/>
          </a:ln>
        </p:spPr>
      </p:sp>
      <p:sp>
        <p:nvSpPr>
          <p:cNvPr id="2251" name="LigandSeek2_vs_LigandSeek1_path_7765">
            <a:extLst>
              <a:ext uri="{FF2B5EF4-FFF2-40B4-BE49-F238E27FC236}">
                <a16:creationId xmlns:a16="http://schemas.microsoft.com/office/drawing/2014/main" id="{DDBE8204-22FE-4024-9182-D9AB96519385}"/>
              </a:ext>
            </a:extLst>
          </p:cNvPr>
          <p:cNvSpPr>
            <a:spLocks noGrp="1"/>
          </p:cNvSpPr>
          <p:nvPr/>
        </p:nvSpPr>
        <p:spPr>
          <a:xfrm>
            <a:off x="3595306" y="1399402"/>
            <a:ext cx="106099" cy="503344"/>
          </a:xfrm>
          <a:custGeom>
            <a:avLst/>
            <a:gdLst/>
            <a:ahLst/>
            <a:cxnLst/>
            <a:rect l="0" t="0" r="0" b="0"/>
            <a:pathLst>
              <a:path w="106099" h="503344">
                <a:moveTo>
                  <a:pt x="0" y="503344"/>
                </a:moveTo>
                <a:lnTo>
                  <a:pt x="106099" y="503344"/>
                </a:lnTo>
                <a:lnTo>
                  <a:pt x="106099" y="0"/>
                </a:lnTo>
                <a:lnTo>
                  <a:pt x="0" y="0"/>
                </a:lnTo>
                <a:lnTo>
                  <a:pt x="0" y="503344"/>
                </a:lnTo>
                <a:close/>
              </a:path>
            </a:pathLst>
          </a:custGeom>
          <a:solidFill>
            <a:srgbClr val="566AB4">
              <a:alpha val="16000"/>
            </a:srgbClr>
          </a:solidFill>
          <a:ln w="8255">
            <a:solidFill>
              <a:srgbClr val="566AB4">
                <a:alpha val="16000"/>
              </a:srgbClr>
            </a:solidFill>
            <a:prstDash val="solid"/>
          </a:ln>
        </p:spPr>
      </p:sp>
      <p:sp>
        <p:nvSpPr>
          <p:cNvPr id="2252" name="LigandSeek2_vs_LigandSeek1_path_7766">
            <a:extLst>
              <a:ext uri="{FF2B5EF4-FFF2-40B4-BE49-F238E27FC236}">
                <a16:creationId xmlns:a16="http://schemas.microsoft.com/office/drawing/2014/main" id="{4605732F-ED77-43C8-84D4-0671C2F4C922}"/>
              </a:ext>
            </a:extLst>
          </p:cNvPr>
          <p:cNvSpPr>
            <a:spLocks noGrp="1"/>
          </p:cNvSpPr>
          <p:nvPr/>
        </p:nvSpPr>
        <p:spPr>
          <a:xfrm>
            <a:off x="4211446" y="1304158"/>
            <a:ext cx="106099" cy="598588"/>
          </a:xfrm>
          <a:custGeom>
            <a:avLst/>
            <a:gdLst/>
            <a:ahLst/>
            <a:cxnLst/>
            <a:rect l="0" t="0" r="0" b="0"/>
            <a:pathLst>
              <a:path w="106099" h="598588">
                <a:moveTo>
                  <a:pt x="0" y="598588"/>
                </a:moveTo>
                <a:lnTo>
                  <a:pt x="106099" y="598588"/>
                </a:lnTo>
                <a:lnTo>
                  <a:pt x="106099" y="0"/>
                </a:lnTo>
                <a:lnTo>
                  <a:pt x="0" y="0"/>
                </a:lnTo>
                <a:lnTo>
                  <a:pt x="0" y="598588"/>
                </a:lnTo>
                <a:close/>
              </a:path>
            </a:pathLst>
          </a:custGeom>
          <a:solidFill>
            <a:srgbClr val="566AB4">
              <a:alpha val="16000"/>
            </a:srgbClr>
          </a:solidFill>
          <a:ln w="8255">
            <a:solidFill>
              <a:srgbClr val="566AB4">
                <a:alpha val="16000"/>
              </a:srgbClr>
            </a:solidFill>
            <a:prstDash val="solid"/>
          </a:ln>
        </p:spPr>
      </p:sp>
      <p:sp>
        <p:nvSpPr>
          <p:cNvPr id="2253" name="LigandSeek2_vs_LigandSeek1_path_7767">
            <a:extLst>
              <a:ext uri="{FF2B5EF4-FFF2-40B4-BE49-F238E27FC236}">
                <a16:creationId xmlns:a16="http://schemas.microsoft.com/office/drawing/2014/main" id="{9ADD6370-280A-4971-A5E6-4CC3563E4F3D}"/>
              </a:ext>
            </a:extLst>
          </p:cNvPr>
          <p:cNvSpPr>
            <a:spLocks noGrp="1"/>
          </p:cNvSpPr>
          <p:nvPr/>
        </p:nvSpPr>
        <p:spPr>
          <a:xfrm>
            <a:off x="4827586" y="1380805"/>
            <a:ext cx="106099" cy="521941"/>
          </a:xfrm>
          <a:custGeom>
            <a:avLst/>
            <a:gdLst/>
            <a:ahLst/>
            <a:cxnLst/>
            <a:rect l="0" t="0" r="0" b="0"/>
            <a:pathLst>
              <a:path w="106099" h="521941">
                <a:moveTo>
                  <a:pt x="0" y="521941"/>
                </a:moveTo>
                <a:lnTo>
                  <a:pt x="106099" y="521941"/>
                </a:lnTo>
                <a:lnTo>
                  <a:pt x="106099" y="0"/>
                </a:lnTo>
                <a:lnTo>
                  <a:pt x="0" y="0"/>
                </a:lnTo>
                <a:lnTo>
                  <a:pt x="0" y="521941"/>
                </a:lnTo>
                <a:close/>
              </a:path>
            </a:pathLst>
          </a:custGeom>
          <a:solidFill>
            <a:srgbClr val="566AB4">
              <a:alpha val="16000"/>
            </a:srgbClr>
          </a:solidFill>
          <a:ln w="8255">
            <a:solidFill>
              <a:srgbClr val="566AB4">
                <a:alpha val="16000"/>
              </a:srgbClr>
            </a:solidFill>
            <a:prstDash val="solid"/>
          </a:ln>
        </p:spPr>
      </p:sp>
      <p:sp>
        <p:nvSpPr>
          <p:cNvPr id="2254" name="LigandSeek2_vs_LigandSeek1_path_7768">
            <a:extLst>
              <a:ext uri="{FF2B5EF4-FFF2-40B4-BE49-F238E27FC236}">
                <a16:creationId xmlns:a16="http://schemas.microsoft.com/office/drawing/2014/main" id="{878D0AA8-6852-4CB0-A97B-80F8AD020041}"/>
              </a:ext>
            </a:extLst>
          </p:cNvPr>
          <p:cNvSpPr>
            <a:spLocks noGrp="1"/>
          </p:cNvSpPr>
          <p:nvPr/>
        </p:nvSpPr>
        <p:spPr>
          <a:xfrm>
            <a:off x="3721615" y="1368485"/>
            <a:ext cx="106099" cy="534261"/>
          </a:xfrm>
          <a:custGeom>
            <a:avLst/>
            <a:gdLst/>
            <a:ahLst/>
            <a:cxnLst/>
            <a:rect l="0" t="0" r="0" b="0"/>
            <a:pathLst>
              <a:path w="106099" h="534261">
                <a:moveTo>
                  <a:pt x="0" y="534261"/>
                </a:moveTo>
                <a:lnTo>
                  <a:pt x="106099" y="534261"/>
                </a:lnTo>
                <a:lnTo>
                  <a:pt x="106099" y="0"/>
                </a:lnTo>
                <a:lnTo>
                  <a:pt x="0" y="0"/>
                </a:lnTo>
                <a:lnTo>
                  <a:pt x="0" y="534261"/>
                </a:lnTo>
                <a:close/>
              </a:path>
            </a:pathLst>
          </a:custGeom>
          <a:solidFill>
            <a:srgbClr val="7D8990">
              <a:alpha val="16000"/>
            </a:srgbClr>
          </a:solidFill>
          <a:ln w="8255">
            <a:solidFill>
              <a:srgbClr val="7D8990">
                <a:alpha val="16000"/>
              </a:srgbClr>
            </a:solidFill>
            <a:prstDash val="solid"/>
          </a:ln>
        </p:spPr>
      </p:sp>
      <p:sp>
        <p:nvSpPr>
          <p:cNvPr id="2255" name="LigandSeek2_vs_LigandSeek1_path_7769">
            <a:extLst>
              <a:ext uri="{FF2B5EF4-FFF2-40B4-BE49-F238E27FC236}">
                <a16:creationId xmlns:a16="http://schemas.microsoft.com/office/drawing/2014/main" id="{A0F309F0-AE28-44C7-B4A7-00800E70167B}"/>
              </a:ext>
            </a:extLst>
          </p:cNvPr>
          <p:cNvSpPr>
            <a:spLocks noGrp="1"/>
          </p:cNvSpPr>
          <p:nvPr/>
        </p:nvSpPr>
        <p:spPr>
          <a:xfrm>
            <a:off x="4337755" y="1253729"/>
            <a:ext cx="106099" cy="649017"/>
          </a:xfrm>
          <a:custGeom>
            <a:avLst/>
            <a:gdLst/>
            <a:ahLst/>
            <a:cxnLst/>
            <a:rect l="0" t="0" r="0" b="0"/>
            <a:pathLst>
              <a:path w="106099" h="649017">
                <a:moveTo>
                  <a:pt x="0" y="649017"/>
                </a:moveTo>
                <a:lnTo>
                  <a:pt x="106099" y="649017"/>
                </a:lnTo>
                <a:lnTo>
                  <a:pt x="106099" y="0"/>
                </a:lnTo>
                <a:lnTo>
                  <a:pt x="0" y="0"/>
                </a:lnTo>
                <a:lnTo>
                  <a:pt x="0" y="649017"/>
                </a:lnTo>
                <a:close/>
              </a:path>
            </a:pathLst>
          </a:custGeom>
          <a:solidFill>
            <a:srgbClr val="7D8990">
              <a:alpha val="16000"/>
            </a:srgbClr>
          </a:solidFill>
          <a:ln w="8255">
            <a:solidFill>
              <a:srgbClr val="7D8990">
                <a:alpha val="16000"/>
              </a:srgbClr>
            </a:solidFill>
            <a:prstDash val="solid"/>
          </a:ln>
        </p:spPr>
      </p:sp>
      <p:sp>
        <p:nvSpPr>
          <p:cNvPr id="2256" name="LigandSeek2_vs_LigandSeek1_path_7770">
            <a:extLst>
              <a:ext uri="{FF2B5EF4-FFF2-40B4-BE49-F238E27FC236}">
                <a16:creationId xmlns:a16="http://schemas.microsoft.com/office/drawing/2014/main" id="{ED92EF96-DB42-4665-978B-281CC740B5F4}"/>
              </a:ext>
            </a:extLst>
          </p:cNvPr>
          <p:cNvSpPr>
            <a:spLocks noGrp="1"/>
          </p:cNvSpPr>
          <p:nvPr/>
        </p:nvSpPr>
        <p:spPr>
          <a:xfrm>
            <a:off x="4953895" y="1339174"/>
            <a:ext cx="106099" cy="563572"/>
          </a:xfrm>
          <a:custGeom>
            <a:avLst/>
            <a:gdLst/>
            <a:ahLst/>
            <a:cxnLst/>
            <a:rect l="0" t="0" r="0" b="0"/>
            <a:pathLst>
              <a:path w="106099" h="563572">
                <a:moveTo>
                  <a:pt x="0" y="563572"/>
                </a:moveTo>
                <a:lnTo>
                  <a:pt x="106099" y="563572"/>
                </a:lnTo>
                <a:lnTo>
                  <a:pt x="106099" y="0"/>
                </a:lnTo>
                <a:lnTo>
                  <a:pt x="0" y="0"/>
                </a:lnTo>
                <a:lnTo>
                  <a:pt x="0" y="563572"/>
                </a:lnTo>
                <a:close/>
              </a:path>
            </a:pathLst>
          </a:custGeom>
          <a:solidFill>
            <a:srgbClr val="7D8990">
              <a:alpha val="16000"/>
            </a:srgbClr>
          </a:solidFill>
          <a:ln w="8255">
            <a:solidFill>
              <a:srgbClr val="7D8990">
                <a:alpha val="16000"/>
              </a:srgbClr>
            </a:solidFill>
            <a:prstDash val="solid"/>
          </a:ln>
        </p:spPr>
      </p:sp>
      <p:sp>
        <p:nvSpPr>
          <p:cNvPr id="2257" name="LigandSeek2_vs_LigandSeek1_path_7771">
            <a:extLst>
              <a:ext uri="{FF2B5EF4-FFF2-40B4-BE49-F238E27FC236}">
                <a16:creationId xmlns:a16="http://schemas.microsoft.com/office/drawing/2014/main" id="{9E8426DA-9A3D-4E56-87B7-E893C08F8E5B}"/>
              </a:ext>
            </a:extLst>
          </p:cNvPr>
          <p:cNvSpPr>
            <a:spLocks noGrp="1"/>
          </p:cNvSpPr>
          <p:nvPr/>
        </p:nvSpPr>
        <p:spPr>
          <a:xfrm>
            <a:off x="3847923" y="1421704"/>
            <a:ext cx="106099" cy="481042"/>
          </a:xfrm>
          <a:custGeom>
            <a:avLst/>
            <a:gdLst/>
            <a:ahLst/>
            <a:cxnLst/>
            <a:rect l="0" t="0" r="0" b="0"/>
            <a:pathLst>
              <a:path w="106099" h="481042">
                <a:moveTo>
                  <a:pt x="0" y="481042"/>
                </a:moveTo>
                <a:lnTo>
                  <a:pt x="106099" y="481042"/>
                </a:lnTo>
                <a:lnTo>
                  <a:pt x="106099" y="0"/>
                </a:lnTo>
                <a:lnTo>
                  <a:pt x="0" y="0"/>
                </a:lnTo>
                <a:lnTo>
                  <a:pt x="0" y="481042"/>
                </a:lnTo>
                <a:close/>
              </a:path>
            </a:pathLst>
          </a:custGeom>
          <a:solidFill>
            <a:srgbClr val="B08A60">
              <a:alpha val="16000"/>
            </a:srgbClr>
          </a:solidFill>
          <a:ln w="8255">
            <a:solidFill>
              <a:srgbClr val="B08A60">
                <a:alpha val="16000"/>
              </a:srgbClr>
            </a:solidFill>
            <a:prstDash val="solid"/>
          </a:ln>
        </p:spPr>
      </p:sp>
      <p:sp>
        <p:nvSpPr>
          <p:cNvPr id="2258" name="LigandSeek2_vs_LigandSeek1_path_7772">
            <a:extLst>
              <a:ext uri="{FF2B5EF4-FFF2-40B4-BE49-F238E27FC236}">
                <a16:creationId xmlns:a16="http://schemas.microsoft.com/office/drawing/2014/main" id="{B6699DE6-2A4B-4182-9AF5-6D336A636B6F}"/>
              </a:ext>
            </a:extLst>
          </p:cNvPr>
          <p:cNvSpPr>
            <a:spLocks noGrp="1"/>
          </p:cNvSpPr>
          <p:nvPr/>
        </p:nvSpPr>
        <p:spPr>
          <a:xfrm>
            <a:off x="4464063" y="1309270"/>
            <a:ext cx="106099" cy="593476"/>
          </a:xfrm>
          <a:custGeom>
            <a:avLst/>
            <a:gdLst/>
            <a:ahLst/>
            <a:cxnLst/>
            <a:rect l="0" t="0" r="0" b="0"/>
            <a:pathLst>
              <a:path w="106099" h="593476">
                <a:moveTo>
                  <a:pt x="0" y="593476"/>
                </a:moveTo>
                <a:lnTo>
                  <a:pt x="106099" y="593476"/>
                </a:lnTo>
                <a:lnTo>
                  <a:pt x="106099" y="0"/>
                </a:lnTo>
                <a:lnTo>
                  <a:pt x="0" y="0"/>
                </a:lnTo>
                <a:lnTo>
                  <a:pt x="0" y="593476"/>
                </a:lnTo>
                <a:close/>
              </a:path>
            </a:pathLst>
          </a:custGeom>
          <a:solidFill>
            <a:srgbClr val="B08A60">
              <a:alpha val="16000"/>
            </a:srgbClr>
          </a:solidFill>
          <a:ln w="8255">
            <a:solidFill>
              <a:srgbClr val="B08A60">
                <a:alpha val="16000"/>
              </a:srgbClr>
            </a:solidFill>
            <a:prstDash val="solid"/>
          </a:ln>
        </p:spPr>
      </p:sp>
      <p:sp>
        <p:nvSpPr>
          <p:cNvPr id="2259" name="LigandSeek2_vs_LigandSeek1_path_7773">
            <a:extLst>
              <a:ext uri="{FF2B5EF4-FFF2-40B4-BE49-F238E27FC236}">
                <a16:creationId xmlns:a16="http://schemas.microsoft.com/office/drawing/2014/main" id="{89417A0D-B3AB-46D5-8787-70242664893F}"/>
              </a:ext>
            </a:extLst>
          </p:cNvPr>
          <p:cNvSpPr>
            <a:spLocks noGrp="1"/>
          </p:cNvSpPr>
          <p:nvPr/>
        </p:nvSpPr>
        <p:spPr>
          <a:xfrm>
            <a:off x="5080203" y="1397752"/>
            <a:ext cx="106099" cy="504994"/>
          </a:xfrm>
          <a:custGeom>
            <a:avLst/>
            <a:gdLst/>
            <a:ahLst/>
            <a:cxnLst/>
            <a:rect l="0" t="0" r="0" b="0"/>
            <a:pathLst>
              <a:path w="106099" h="504994">
                <a:moveTo>
                  <a:pt x="0" y="504994"/>
                </a:moveTo>
                <a:lnTo>
                  <a:pt x="106099" y="504994"/>
                </a:lnTo>
                <a:lnTo>
                  <a:pt x="106099" y="0"/>
                </a:lnTo>
                <a:lnTo>
                  <a:pt x="0" y="0"/>
                </a:lnTo>
                <a:lnTo>
                  <a:pt x="0" y="504994"/>
                </a:lnTo>
                <a:close/>
              </a:path>
            </a:pathLst>
          </a:custGeom>
          <a:solidFill>
            <a:srgbClr val="B08A60">
              <a:alpha val="16000"/>
            </a:srgbClr>
          </a:solidFill>
          <a:ln w="8255">
            <a:solidFill>
              <a:srgbClr val="B08A60">
                <a:alpha val="16000"/>
              </a:srgbClr>
            </a:solidFill>
            <a:prstDash val="solid"/>
          </a:ln>
        </p:spPr>
      </p:sp>
      <p:sp>
        <p:nvSpPr>
          <p:cNvPr id="2260" name="LigandSeek2_vs_LigandSeek1_ellipse_7774">
            <a:extLst>
              <a:ext uri="{FF2B5EF4-FFF2-40B4-BE49-F238E27FC236}">
                <a16:creationId xmlns:a16="http://schemas.microsoft.com/office/drawing/2014/main" id="{BDFD5712-219C-4460-906D-C06EEC1AC482}"/>
              </a:ext>
            </a:extLst>
          </p:cNvPr>
          <p:cNvSpPr>
            <a:spLocks noGrp="1"/>
          </p:cNvSpPr>
          <p:nvPr/>
        </p:nvSpPr>
        <p:spPr>
          <a:xfrm>
            <a:off x="3486515" y="1007676"/>
            <a:ext cx="24757" cy="24757"/>
          </a:xfrm>
          <a:prstGeom prst="ellipse">
            <a:avLst/>
          </a:prstGeom>
          <a:solidFill>
            <a:srgbClr val="007C83">
              <a:alpha val="40000"/>
            </a:srgbClr>
          </a:solidFill>
          <a:ln w="0">
            <a:noFill/>
            <a:prstDash val="solid"/>
          </a:ln>
        </p:spPr>
      </p:sp>
      <p:sp>
        <p:nvSpPr>
          <p:cNvPr id="2261" name="LigandSeek2_vs_LigandSeek1_ellipse_7775">
            <a:extLst>
              <a:ext uri="{FF2B5EF4-FFF2-40B4-BE49-F238E27FC236}">
                <a16:creationId xmlns:a16="http://schemas.microsoft.com/office/drawing/2014/main" id="{110FE99D-4DA5-4AFA-83C4-83672EDF46C6}"/>
              </a:ext>
            </a:extLst>
          </p:cNvPr>
          <p:cNvSpPr>
            <a:spLocks noGrp="1"/>
          </p:cNvSpPr>
          <p:nvPr/>
        </p:nvSpPr>
        <p:spPr>
          <a:xfrm>
            <a:off x="3474434" y="1121548"/>
            <a:ext cx="24757" cy="24757"/>
          </a:xfrm>
          <a:prstGeom prst="ellipse">
            <a:avLst/>
          </a:prstGeom>
          <a:solidFill>
            <a:srgbClr val="007C83">
              <a:alpha val="40000"/>
            </a:srgbClr>
          </a:solidFill>
          <a:ln w="0">
            <a:noFill/>
            <a:prstDash val="solid"/>
          </a:ln>
        </p:spPr>
      </p:sp>
      <p:sp>
        <p:nvSpPr>
          <p:cNvPr id="2262" name="LigandSeek2_vs_LigandSeek1_ellipse_7776">
            <a:extLst>
              <a:ext uri="{FF2B5EF4-FFF2-40B4-BE49-F238E27FC236}">
                <a16:creationId xmlns:a16="http://schemas.microsoft.com/office/drawing/2014/main" id="{69B4E5A9-F7BB-4AD0-923A-407CBB0505E4}"/>
              </a:ext>
            </a:extLst>
          </p:cNvPr>
          <p:cNvSpPr>
            <a:spLocks noGrp="1"/>
          </p:cNvSpPr>
          <p:nvPr/>
        </p:nvSpPr>
        <p:spPr>
          <a:xfrm>
            <a:off x="3530339" y="1024237"/>
            <a:ext cx="24757" cy="24757"/>
          </a:xfrm>
          <a:prstGeom prst="ellipse">
            <a:avLst/>
          </a:prstGeom>
          <a:solidFill>
            <a:srgbClr val="007C83">
              <a:alpha val="40000"/>
            </a:srgbClr>
          </a:solidFill>
          <a:ln w="0">
            <a:noFill/>
            <a:prstDash val="solid"/>
          </a:ln>
        </p:spPr>
      </p:sp>
      <p:sp>
        <p:nvSpPr>
          <p:cNvPr id="2263" name="LigandSeek2_vs_LigandSeek1_ellipse_7777">
            <a:extLst>
              <a:ext uri="{FF2B5EF4-FFF2-40B4-BE49-F238E27FC236}">
                <a16:creationId xmlns:a16="http://schemas.microsoft.com/office/drawing/2014/main" id="{B2E5D880-C30D-433A-B1F8-871CF712C517}"/>
              </a:ext>
            </a:extLst>
          </p:cNvPr>
          <p:cNvSpPr>
            <a:spLocks noGrp="1"/>
          </p:cNvSpPr>
          <p:nvPr/>
        </p:nvSpPr>
        <p:spPr>
          <a:xfrm>
            <a:off x="3491934" y="1055582"/>
            <a:ext cx="24757" cy="24757"/>
          </a:xfrm>
          <a:prstGeom prst="ellipse">
            <a:avLst/>
          </a:prstGeom>
          <a:solidFill>
            <a:srgbClr val="007C83">
              <a:alpha val="40000"/>
            </a:srgbClr>
          </a:solidFill>
          <a:ln w="0">
            <a:noFill/>
            <a:prstDash val="solid"/>
          </a:ln>
        </p:spPr>
      </p:sp>
      <p:sp>
        <p:nvSpPr>
          <p:cNvPr id="2264" name="LigandSeek2_vs_LigandSeek1_ellipse_7778">
            <a:extLst>
              <a:ext uri="{FF2B5EF4-FFF2-40B4-BE49-F238E27FC236}">
                <a16:creationId xmlns:a16="http://schemas.microsoft.com/office/drawing/2014/main" id="{D0CC3DEE-FC86-4266-96A1-B4DF16334B1B}"/>
              </a:ext>
            </a:extLst>
          </p:cNvPr>
          <p:cNvSpPr>
            <a:spLocks noGrp="1"/>
          </p:cNvSpPr>
          <p:nvPr/>
        </p:nvSpPr>
        <p:spPr>
          <a:xfrm>
            <a:off x="3549061" y="1448760"/>
            <a:ext cx="24757" cy="24757"/>
          </a:xfrm>
          <a:prstGeom prst="ellipse">
            <a:avLst/>
          </a:prstGeom>
          <a:solidFill>
            <a:srgbClr val="007C83">
              <a:alpha val="40000"/>
            </a:srgbClr>
          </a:solidFill>
          <a:ln w="0">
            <a:noFill/>
            <a:prstDash val="solid"/>
          </a:ln>
        </p:spPr>
      </p:sp>
      <p:sp>
        <p:nvSpPr>
          <p:cNvPr id="2265" name="LigandSeek2_vs_LigandSeek1_ellipse_7779">
            <a:extLst>
              <a:ext uri="{FF2B5EF4-FFF2-40B4-BE49-F238E27FC236}">
                <a16:creationId xmlns:a16="http://schemas.microsoft.com/office/drawing/2014/main" id="{A81FE9CD-D109-4C63-A330-EF87181355BB}"/>
              </a:ext>
            </a:extLst>
          </p:cNvPr>
          <p:cNvSpPr>
            <a:spLocks noGrp="1"/>
          </p:cNvSpPr>
          <p:nvPr/>
        </p:nvSpPr>
        <p:spPr>
          <a:xfrm>
            <a:off x="3468380" y="1470156"/>
            <a:ext cx="24757" cy="24757"/>
          </a:xfrm>
          <a:prstGeom prst="ellipse">
            <a:avLst/>
          </a:prstGeom>
          <a:solidFill>
            <a:srgbClr val="007C83">
              <a:alpha val="40000"/>
            </a:srgbClr>
          </a:solidFill>
          <a:ln w="0">
            <a:noFill/>
            <a:prstDash val="solid"/>
          </a:ln>
        </p:spPr>
      </p:sp>
      <p:sp>
        <p:nvSpPr>
          <p:cNvPr id="2266" name="LigandSeek2_vs_LigandSeek1_ellipse_7780">
            <a:extLst>
              <a:ext uri="{FF2B5EF4-FFF2-40B4-BE49-F238E27FC236}">
                <a16:creationId xmlns:a16="http://schemas.microsoft.com/office/drawing/2014/main" id="{8644CB64-310E-4263-B229-B840F982D091}"/>
              </a:ext>
            </a:extLst>
          </p:cNvPr>
          <p:cNvSpPr>
            <a:spLocks noGrp="1"/>
          </p:cNvSpPr>
          <p:nvPr/>
        </p:nvSpPr>
        <p:spPr>
          <a:xfrm>
            <a:off x="3547505" y="1032197"/>
            <a:ext cx="24757" cy="24757"/>
          </a:xfrm>
          <a:prstGeom prst="ellipse">
            <a:avLst/>
          </a:prstGeom>
          <a:solidFill>
            <a:srgbClr val="007C83">
              <a:alpha val="40000"/>
            </a:srgbClr>
          </a:solidFill>
          <a:ln w="0">
            <a:noFill/>
            <a:prstDash val="solid"/>
          </a:ln>
        </p:spPr>
      </p:sp>
      <p:sp>
        <p:nvSpPr>
          <p:cNvPr id="2267" name="LigandSeek2_vs_LigandSeek1_ellipse_7781">
            <a:extLst>
              <a:ext uri="{FF2B5EF4-FFF2-40B4-BE49-F238E27FC236}">
                <a16:creationId xmlns:a16="http://schemas.microsoft.com/office/drawing/2014/main" id="{64DD2A34-E8BF-4A1F-A8D3-B22B342D1BA0}"/>
              </a:ext>
            </a:extLst>
          </p:cNvPr>
          <p:cNvSpPr>
            <a:spLocks noGrp="1"/>
          </p:cNvSpPr>
          <p:nvPr/>
        </p:nvSpPr>
        <p:spPr>
          <a:xfrm>
            <a:off x="3474653" y="1157943"/>
            <a:ext cx="24757" cy="24757"/>
          </a:xfrm>
          <a:prstGeom prst="ellipse">
            <a:avLst/>
          </a:prstGeom>
          <a:solidFill>
            <a:srgbClr val="007C83">
              <a:alpha val="40000"/>
            </a:srgbClr>
          </a:solidFill>
          <a:ln w="0">
            <a:noFill/>
            <a:prstDash val="solid"/>
          </a:ln>
        </p:spPr>
      </p:sp>
      <p:sp>
        <p:nvSpPr>
          <p:cNvPr id="2268" name="LigandSeek2_vs_LigandSeek1_ellipse_7782">
            <a:extLst>
              <a:ext uri="{FF2B5EF4-FFF2-40B4-BE49-F238E27FC236}">
                <a16:creationId xmlns:a16="http://schemas.microsoft.com/office/drawing/2014/main" id="{B76442CA-E1C7-428D-99BE-5287C8CAAA5B}"/>
              </a:ext>
            </a:extLst>
          </p:cNvPr>
          <p:cNvSpPr>
            <a:spLocks noGrp="1"/>
          </p:cNvSpPr>
          <p:nvPr/>
        </p:nvSpPr>
        <p:spPr>
          <a:xfrm>
            <a:off x="3478676" y="1127332"/>
            <a:ext cx="24757" cy="24757"/>
          </a:xfrm>
          <a:prstGeom prst="ellipse">
            <a:avLst/>
          </a:prstGeom>
          <a:solidFill>
            <a:srgbClr val="007C83">
              <a:alpha val="40000"/>
            </a:srgbClr>
          </a:solidFill>
          <a:ln w="0">
            <a:noFill/>
            <a:prstDash val="solid"/>
          </a:ln>
        </p:spPr>
      </p:sp>
      <p:sp>
        <p:nvSpPr>
          <p:cNvPr id="2269" name="LigandSeek2_vs_LigandSeek1_ellipse_7783">
            <a:extLst>
              <a:ext uri="{FF2B5EF4-FFF2-40B4-BE49-F238E27FC236}">
                <a16:creationId xmlns:a16="http://schemas.microsoft.com/office/drawing/2014/main" id="{A6874133-1F21-417B-A3A2-C0520DAB4433}"/>
              </a:ext>
            </a:extLst>
          </p:cNvPr>
          <p:cNvSpPr>
            <a:spLocks noGrp="1"/>
          </p:cNvSpPr>
          <p:nvPr/>
        </p:nvSpPr>
        <p:spPr>
          <a:xfrm>
            <a:off x="3517504" y="1079652"/>
            <a:ext cx="24757" cy="24757"/>
          </a:xfrm>
          <a:prstGeom prst="ellipse">
            <a:avLst/>
          </a:prstGeom>
          <a:solidFill>
            <a:srgbClr val="007C83">
              <a:alpha val="40000"/>
            </a:srgbClr>
          </a:solidFill>
          <a:ln w="0">
            <a:noFill/>
            <a:prstDash val="solid"/>
          </a:ln>
        </p:spPr>
      </p:sp>
      <p:sp>
        <p:nvSpPr>
          <p:cNvPr id="2270" name="LigandSeek2_vs_LigandSeek1_ellipse_7784">
            <a:extLst>
              <a:ext uri="{FF2B5EF4-FFF2-40B4-BE49-F238E27FC236}">
                <a16:creationId xmlns:a16="http://schemas.microsoft.com/office/drawing/2014/main" id="{5FEDE0E3-8596-4C7D-93A8-409EAF733146}"/>
              </a:ext>
            </a:extLst>
          </p:cNvPr>
          <p:cNvSpPr>
            <a:spLocks noGrp="1"/>
          </p:cNvSpPr>
          <p:nvPr/>
        </p:nvSpPr>
        <p:spPr>
          <a:xfrm>
            <a:off x="3467417" y="1107069"/>
            <a:ext cx="24757" cy="24757"/>
          </a:xfrm>
          <a:prstGeom prst="ellipse">
            <a:avLst/>
          </a:prstGeom>
          <a:solidFill>
            <a:srgbClr val="007C83">
              <a:alpha val="40000"/>
            </a:srgbClr>
          </a:solidFill>
          <a:ln w="0">
            <a:noFill/>
            <a:prstDash val="solid"/>
          </a:ln>
        </p:spPr>
      </p:sp>
      <p:sp>
        <p:nvSpPr>
          <p:cNvPr id="2271" name="LigandSeek2_vs_LigandSeek1_ellipse_7785">
            <a:extLst>
              <a:ext uri="{FF2B5EF4-FFF2-40B4-BE49-F238E27FC236}">
                <a16:creationId xmlns:a16="http://schemas.microsoft.com/office/drawing/2014/main" id="{5ADE0D1C-850D-4C27-A1C4-FF14150764B8}"/>
              </a:ext>
            </a:extLst>
          </p:cNvPr>
          <p:cNvSpPr>
            <a:spLocks noGrp="1"/>
          </p:cNvSpPr>
          <p:nvPr/>
        </p:nvSpPr>
        <p:spPr>
          <a:xfrm>
            <a:off x="3494731" y="1137139"/>
            <a:ext cx="24757" cy="24757"/>
          </a:xfrm>
          <a:prstGeom prst="ellipse">
            <a:avLst/>
          </a:prstGeom>
          <a:solidFill>
            <a:srgbClr val="007C83">
              <a:alpha val="40000"/>
            </a:srgbClr>
          </a:solidFill>
          <a:ln w="0">
            <a:noFill/>
            <a:prstDash val="solid"/>
          </a:ln>
        </p:spPr>
      </p:sp>
      <p:sp>
        <p:nvSpPr>
          <p:cNvPr id="2272" name="LigandSeek2_vs_LigandSeek1_ellipse_7786">
            <a:extLst>
              <a:ext uri="{FF2B5EF4-FFF2-40B4-BE49-F238E27FC236}">
                <a16:creationId xmlns:a16="http://schemas.microsoft.com/office/drawing/2014/main" id="{B0D838FD-9240-4BE8-B794-3B0032827F58}"/>
              </a:ext>
            </a:extLst>
          </p:cNvPr>
          <p:cNvSpPr>
            <a:spLocks noGrp="1"/>
          </p:cNvSpPr>
          <p:nvPr/>
        </p:nvSpPr>
        <p:spPr>
          <a:xfrm>
            <a:off x="3512695" y="1409541"/>
            <a:ext cx="24757" cy="24757"/>
          </a:xfrm>
          <a:prstGeom prst="ellipse">
            <a:avLst/>
          </a:prstGeom>
          <a:solidFill>
            <a:srgbClr val="007C83">
              <a:alpha val="40000"/>
            </a:srgbClr>
          </a:solidFill>
          <a:ln w="0">
            <a:noFill/>
            <a:prstDash val="solid"/>
          </a:ln>
        </p:spPr>
      </p:sp>
      <p:sp>
        <p:nvSpPr>
          <p:cNvPr id="2273" name="LigandSeek2_vs_LigandSeek1_ellipse_7787">
            <a:extLst>
              <a:ext uri="{FF2B5EF4-FFF2-40B4-BE49-F238E27FC236}">
                <a16:creationId xmlns:a16="http://schemas.microsoft.com/office/drawing/2014/main" id="{A2404218-89AA-4042-9659-EC97E6BC3E36}"/>
              </a:ext>
            </a:extLst>
          </p:cNvPr>
          <p:cNvSpPr>
            <a:spLocks noGrp="1"/>
          </p:cNvSpPr>
          <p:nvPr/>
        </p:nvSpPr>
        <p:spPr>
          <a:xfrm>
            <a:off x="3511848" y="1151960"/>
            <a:ext cx="24757" cy="24757"/>
          </a:xfrm>
          <a:prstGeom prst="ellipse">
            <a:avLst/>
          </a:prstGeom>
          <a:solidFill>
            <a:srgbClr val="007C83">
              <a:alpha val="40000"/>
            </a:srgbClr>
          </a:solidFill>
          <a:ln w="0">
            <a:noFill/>
            <a:prstDash val="solid"/>
          </a:ln>
        </p:spPr>
      </p:sp>
      <p:sp>
        <p:nvSpPr>
          <p:cNvPr id="2274" name="LigandSeek2_vs_LigandSeek1_ellipse_7788">
            <a:extLst>
              <a:ext uri="{FF2B5EF4-FFF2-40B4-BE49-F238E27FC236}">
                <a16:creationId xmlns:a16="http://schemas.microsoft.com/office/drawing/2014/main" id="{A685D8C0-40B2-438E-9E83-CA3BBD4DDC33}"/>
              </a:ext>
            </a:extLst>
          </p:cNvPr>
          <p:cNvSpPr>
            <a:spLocks noGrp="1"/>
          </p:cNvSpPr>
          <p:nvPr/>
        </p:nvSpPr>
        <p:spPr>
          <a:xfrm>
            <a:off x="3524504" y="1045399"/>
            <a:ext cx="24757" cy="24757"/>
          </a:xfrm>
          <a:prstGeom prst="ellipse">
            <a:avLst/>
          </a:prstGeom>
          <a:solidFill>
            <a:srgbClr val="007C83">
              <a:alpha val="40000"/>
            </a:srgbClr>
          </a:solidFill>
          <a:ln w="0">
            <a:noFill/>
            <a:prstDash val="solid"/>
          </a:ln>
        </p:spPr>
      </p:sp>
      <p:sp>
        <p:nvSpPr>
          <p:cNvPr id="2275" name="LigandSeek2_vs_LigandSeek1_ellipse_7789">
            <a:extLst>
              <a:ext uri="{FF2B5EF4-FFF2-40B4-BE49-F238E27FC236}">
                <a16:creationId xmlns:a16="http://schemas.microsoft.com/office/drawing/2014/main" id="{77C52163-BE87-41FD-AA5F-09436312FD3E}"/>
              </a:ext>
            </a:extLst>
          </p:cNvPr>
          <p:cNvSpPr>
            <a:spLocks noGrp="1"/>
          </p:cNvSpPr>
          <p:nvPr/>
        </p:nvSpPr>
        <p:spPr>
          <a:xfrm>
            <a:off x="3467526" y="1890368"/>
            <a:ext cx="24757" cy="24757"/>
          </a:xfrm>
          <a:prstGeom prst="ellipse">
            <a:avLst/>
          </a:prstGeom>
          <a:solidFill>
            <a:srgbClr val="007C83">
              <a:alpha val="40000"/>
            </a:srgbClr>
          </a:solidFill>
          <a:ln w="0">
            <a:noFill/>
            <a:prstDash val="solid"/>
          </a:ln>
        </p:spPr>
      </p:sp>
      <p:sp>
        <p:nvSpPr>
          <p:cNvPr id="2276" name="LigandSeek2_vs_LigandSeek1_ellipse_7790">
            <a:extLst>
              <a:ext uri="{FF2B5EF4-FFF2-40B4-BE49-F238E27FC236}">
                <a16:creationId xmlns:a16="http://schemas.microsoft.com/office/drawing/2014/main" id="{9E09DA2A-1EB6-494A-9A2C-583DB5CD9281}"/>
              </a:ext>
            </a:extLst>
          </p:cNvPr>
          <p:cNvSpPr>
            <a:spLocks noGrp="1"/>
          </p:cNvSpPr>
          <p:nvPr/>
        </p:nvSpPr>
        <p:spPr>
          <a:xfrm>
            <a:off x="3505121" y="1040249"/>
            <a:ext cx="24757" cy="24757"/>
          </a:xfrm>
          <a:prstGeom prst="ellipse">
            <a:avLst/>
          </a:prstGeom>
          <a:solidFill>
            <a:srgbClr val="007C83">
              <a:alpha val="40000"/>
            </a:srgbClr>
          </a:solidFill>
          <a:ln w="0">
            <a:noFill/>
            <a:prstDash val="solid"/>
          </a:ln>
        </p:spPr>
      </p:sp>
      <p:sp>
        <p:nvSpPr>
          <p:cNvPr id="2277" name="LigandSeek2_vs_LigandSeek1_ellipse_7791">
            <a:extLst>
              <a:ext uri="{FF2B5EF4-FFF2-40B4-BE49-F238E27FC236}">
                <a16:creationId xmlns:a16="http://schemas.microsoft.com/office/drawing/2014/main" id="{7EC39178-BDDE-49F0-926D-4338295A5E40}"/>
              </a:ext>
            </a:extLst>
          </p:cNvPr>
          <p:cNvSpPr>
            <a:spLocks noGrp="1"/>
          </p:cNvSpPr>
          <p:nvPr/>
        </p:nvSpPr>
        <p:spPr>
          <a:xfrm>
            <a:off x="3475335" y="1004085"/>
            <a:ext cx="24757" cy="24757"/>
          </a:xfrm>
          <a:prstGeom prst="ellipse">
            <a:avLst/>
          </a:prstGeom>
          <a:solidFill>
            <a:srgbClr val="007C83">
              <a:alpha val="40000"/>
            </a:srgbClr>
          </a:solidFill>
          <a:ln w="0">
            <a:noFill/>
            <a:prstDash val="solid"/>
          </a:ln>
        </p:spPr>
      </p:sp>
      <p:sp>
        <p:nvSpPr>
          <p:cNvPr id="2278" name="LigandSeek2_vs_LigandSeek1_ellipse_7792">
            <a:extLst>
              <a:ext uri="{FF2B5EF4-FFF2-40B4-BE49-F238E27FC236}">
                <a16:creationId xmlns:a16="http://schemas.microsoft.com/office/drawing/2014/main" id="{C681017A-3F7A-44B5-8C5A-B4C84B9BF4C4}"/>
              </a:ext>
            </a:extLst>
          </p:cNvPr>
          <p:cNvSpPr>
            <a:spLocks noGrp="1"/>
          </p:cNvSpPr>
          <p:nvPr/>
        </p:nvSpPr>
        <p:spPr>
          <a:xfrm>
            <a:off x="3474522" y="1262715"/>
            <a:ext cx="24757" cy="24757"/>
          </a:xfrm>
          <a:prstGeom prst="ellipse">
            <a:avLst/>
          </a:prstGeom>
          <a:solidFill>
            <a:srgbClr val="007C83">
              <a:alpha val="40000"/>
            </a:srgbClr>
          </a:solidFill>
          <a:ln w="0">
            <a:noFill/>
            <a:prstDash val="solid"/>
          </a:ln>
        </p:spPr>
      </p:sp>
      <p:sp>
        <p:nvSpPr>
          <p:cNvPr id="2279" name="LigandSeek2_vs_LigandSeek1_ellipse_7793">
            <a:extLst>
              <a:ext uri="{FF2B5EF4-FFF2-40B4-BE49-F238E27FC236}">
                <a16:creationId xmlns:a16="http://schemas.microsoft.com/office/drawing/2014/main" id="{3D1B2F30-5847-4B9E-918E-7BBF5E4A848C}"/>
              </a:ext>
            </a:extLst>
          </p:cNvPr>
          <p:cNvSpPr>
            <a:spLocks noGrp="1"/>
          </p:cNvSpPr>
          <p:nvPr/>
        </p:nvSpPr>
        <p:spPr>
          <a:xfrm>
            <a:off x="3512353" y="1890368"/>
            <a:ext cx="24757" cy="24757"/>
          </a:xfrm>
          <a:prstGeom prst="ellipse">
            <a:avLst/>
          </a:prstGeom>
          <a:solidFill>
            <a:srgbClr val="007C83">
              <a:alpha val="40000"/>
            </a:srgbClr>
          </a:solidFill>
          <a:ln w="0">
            <a:noFill/>
            <a:prstDash val="solid"/>
          </a:ln>
        </p:spPr>
      </p:sp>
      <p:sp>
        <p:nvSpPr>
          <p:cNvPr id="2280" name="LigandSeek2_vs_LigandSeek1_ellipse_7794">
            <a:extLst>
              <a:ext uri="{FF2B5EF4-FFF2-40B4-BE49-F238E27FC236}">
                <a16:creationId xmlns:a16="http://schemas.microsoft.com/office/drawing/2014/main" id="{6C15E091-FA20-4B94-9D3D-0ADA18B61267}"/>
              </a:ext>
            </a:extLst>
          </p:cNvPr>
          <p:cNvSpPr>
            <a:spLocks noGrp="1"/>
          </p:cNvSpPr>
          <p:nvPr/>
        </p:nvSpPr>
        <p:spPr>
          <a:xfrm>
            <a:off x="3477398" y="1553287"/>
            <a:ext cx="24757" cy="24757"/>
          </a:xfrm>
          <a:prstGeom prst="ellipse">
            <a:avLst/>
          </a:prstGeom>
          <a:solidFill>
            <a:srgbClr val="007C83">
              <a:alpha val="40000"/>
            </a:srgbClr>
          </a:solidFill>
          <a:ln w="0">
            <a:noFill/>
            <a:prstDash val="solid"/>
          </a:ln>
        </p:spPr>
      </p:sp>
      <p:sp>
        <p:nvSpPr>
          <p:cNvPr id="2281" name="LigandSeek2_vs_LigandSeek1_ellipse_7795">
            <a:extLst>
              <a:ext uri="{FF2B5EF4-FFF2-40B4-BE49-F238E27FC236}">
                <a16:creationId xmlns:a16="http://schemas.microsoft.com/office/drawing/2014/main" id="{AF69A072-15F0-46FB-8534-244FF986DCE3}"/>
              </a:ext>
            </a:extLst>
          </p:cNvPr>
          <p:cNvSpPr>
            <a:spLocks noGrp="1"/>
          </p:cNvSpPr>
          <p:nvPr/>
        </p:nvSpPr>
        <p:spPr>
          <a:xfrm>
            <a:off x="3481425" y="1890368"/>
            <a:ext cx="24757" cy="24757"/>
          </a:xfrm>
          <a:prstGeom prst="ellipse">
            <a:avLst/>
          </a:prstGeom>
          <a:solidFill>
            <a:srgbClr val="007C83">
              <a:alpha val="40000"/>
            </a:srgbClr>
          </a:solidFill>
          <a:ln w="0">
            <a:noFill/>
            <a:prstDash val="solid"/>
          </a:ln>
        </p:spPr>
      </p:sp>
      <p:sp>
        <p:nvSpPr>
          <p:cNvPr id="2282" name="LigandSeek2_vs_LigandSeek1_ellipse_7796">
            <a:extLst>
              <a:ext uri="{FF2B5EF4-FFF2-40B4-BE49-F238E27FC236}">
                <a16:creationId xmlns:a16="http://schemas.microsoft.com/office/drawing/2014/main" id="{600AB938-B8E9-464C-9695-541E90DB6FD8}"/>
              </a:ext>
            </a:extLst>
          </p:cNvPr>
          <p:cNvSpPr>
            <a:spLocks noGrp="1"/>
          </p:cNvSpPr>
          <p:nvPr/>
        </p:nvSpPr>
        <p:spPr>
          <a:xfrm>
            <a:off x="3519775" y="1016796"/>
            <a:ext cx="24757" cy="24757"/>
          </a:xfrm>
          <a:prstGeom prst="ellipse">
            <a:avLst/>
          </a:prstGeom>
          <a:solidFill>
            <a:srgbClr val="007C83">
              <a:alpha val="40000"/>
            </a:srgbClr>
          </a:solidFill>
          <a:ln w="0">
            <a:noFill/>
            <a:prstDash val="solid"/>
          </a:ln>
        </p:spPr>
      </p:sp>
      <p:sp>
        <p:nvSpPr>
          <p:cNvPr id="2283" name="LigandSeek2_vs_LigandSeek1_ellipse_7797">
            <a:extLst>
              <a:ext uri="{FF2B5EF4-FFF2-40B4-BE49-F238E27FC236}">
                <a16:creationId xmlns:a16="http://schemas.microsoft.com/office/drawing/2014/main" id="{19A01607-3846-4297-863C-78C6C5C32479}"/>
              </a:ext>
            </a:extLst>
          </p:cNvPr>
          <p:cNvSpPr>
            <a:spLocks noGrp="1"/>
          </p:cNvSpPr>
          <p:nvPr/>
        </p:nvSpPr>
        <p:spPr>
          <a:xfrm>
            <a:off x="3466774" y="1086007"/>
            <a:ext cx="24757" cy="24757"/>
          </a:xfrm>
          <a:prstGeom prst="ellipse">
            <a:avLst/>
          </a:prstGeom>
          <a:solidFill>
            <a:srgbClr val="007C83">
              <a:alpha val="40000"/>
            </a:srgbClr>
          </a:solidFill>
          <a:ln w="0">
            <a:noFill/>
            <a:prstDash val="solid"/>
          </a:ln>
        </p:spPr>
      </p:sp>
      <p:sp>
        <p:nvSpPr>
          <p:cNvPr id="2284" name="LigandSeek2_vs_LigandSeek1_ellipse_7798">
            <a:extLst>
              <a:ext uri="{FF2B5EF4-FFF2-40B4-BE49-F238E27FC236}">
                <a16:creationId xmlns:a16="http://schemas.microsoft.com/office/drawing/2014/main" id="{27D05788-6B82-46FD-A902-1A1497C19CE5}"/>
              </a:ext>
            </a:extLst>
          </p:cNvPr>
          <p:cNvSpPr>
            <a:spLocks noGrp="1"/>
          </p:cNvSpPr>
          <p:nvPr/>
        </p:nvSpPr>
        <p:spPr>
          <a:xfrm>
            <a:off x="3510409" y="1126452"/>
            <a:ext cx="24757" cy="24757"/>
          </a:xfrm>
          <a:prstGeom prst="ellipse">
            <a:avLst/>
          </a:prstGeom>
          <a:solidFill>
            <a:srgbClr val="007C83">
              <a:alpha val="40000"/>
            </a:srgbClr>
          </a:solidFill>
          <a:ln w="0">
            <a:noFill/>
            <a:prstDash val="solid"/>
          </a:ln>
        </p:spPr>
      </p:sp>
      <p:sp>
        <p:nvSpPr>
          <p:cNvPr id="2285" name="LigandSeek2_vs_LigandSeek1_ellipse_7799">
            <a:extLst>
              <a:ext uri="{FF2B5EF4-FFF2-40B4-BE49-F238E27FC236}">
                <a16:creationId xmlns:a16="http://schemas.microsoft.com/office/drawing/2014/main" id="{0E9827DB-B002-4076-9401-BC97F4304D57}"/>
              </a:ext>
            </a:extLst>
          </p:cNvPr>
          <p:cNvSpPr>
            <a:spLocks noGrp="1"/>
          </p:cNvSpPr>
          <p:nvPr/>
        </p:nvSpPr>
        <p:spPr>
          <a:xfrm>
            <a:off x="3520160" y="1363204"/>
            <a:ext cx="24757" cy="24757"/>
          </a:xfrm>
          <a:prstGeom prst="ellipse">
            <a:avLst/>
          </a:prstGeom>
          <a:solidFill>
            <a:srgbClr val="007C83">
              <a:alpha val="40000"/>
            </a:srgbClr>
          </a:solidFill>
          <a:ln w="0">
            <a:noFill/>
            <a:prstDash val="solid"/>
          </a:ln>
        </p:spPr>
      </p:sp>
      <p:sp>
        <p:nvSpPr>
          <p:cNvPr id="2286" name="LigandSeek2_vs_LigandSeek1_ellipse_7800">
            <a:extLst>
              <a:ext uri="{FF2B5EF4-FFF2-40B4-BE49-F238E27FC236}">
                <a16:creationId xmlns:a16="http://schemas.microsoft.com/office/drawing/2014/main" id="{87CBDE90-E8FB-42FA-B1EF-BBF58925C386}"/>
              </a:ext>
            </a:extLst>
          </p:cNvPr>
          <p:cNvSpPr>
            <a:spLocks noGrp="1"/>
          </p:cNvSpPr>
          <p:nvPr/>
        </p:nvSpPr>
        <p:spPr>
          <a:xfrm>
            <a:off x="3469411" y="1077791"/>
            <a:ext cx="24757" cy="24757"/>
          </a:xfrm>
          <a:prstGeom prst="ellipse">
            <a:avLst/>
          </a:prstGeom>
          <a:solidFill>
            <a:srgbClr val="007C83">
              <a:alpha val="40000"/>
            </a:srgbClr>
          </a:solidFill>
          <a:ln w="0">
            <a:noFill/>
            <a:prstDash val="solid"/>
          </a:ln>
        </p:spPr>
      </p:sp>
      <p:sp>
        <p:nvSpPr>
          <p:cNvPr id="2287" name="LigandSeek2_vs_LigandSeek1_ellipse_7801">
            <a:extLst>
              <a:ext uri="{FF2B5EF4-FFF2-40B4-BE49-F238E27FC236}">
                <a16:creationId xmlns:a16="http://schemas.microsoft.com/office/drawing/2014/main" id="{81DF7E5D-FEB4-474E-B09B-D88BAD94DB77}"/>
              </a:ext>
            </a:extLst>
          </p:cNvPr>
          <p:cNvSpPr>
            <a:spLocks noGrp="1"/>
          </p:cNvSpPr>
          <p:nvPr/>
        </p:nvSpPr>
        <p:spPr>
          <a:xfrm>
            <a:off x="3473478" y="1106529"/>
            <a:ext cx="24757" cy="24757"/>
          </a:xfrm>
          <a:prstGeom prst="ellipse">
            <a:avLst/>
          </a:prstGeom>
          <a:solidFill>
            <a:srgbClr val="007C83">
              <a:alpha val="40000"/>
            </a:srgbClr>
          </a:solidFill>
          <a:ln w="0">
            <a:noFill/>
            <a:prstDash val="solid"/>
          </a:ln>
        </p:spPr>
      </p:sp>
      <p:sp>
        <p:nvSpPr>
          <p:cNvPr id="2288" name="LigandSeek2_vs_LigandSeek1_ellipse_7802">
            <a:extLst>
              <a:ext uri="{FF2B5EF4-FFF2-40B4-BE49-F238E27FC236}">
                <a16:creationId xmlns:a16="http://schemas.microsoft.com/office/drawing/2014/main" id="{165E6090-2A40-45A9-8006-A8E8D39080C1}"/>
              </a:ext>
            </a:extLst>
          </p:cNvPr>
          <p:cNvSpPr>
            <a:spLocks noGrp="1"/>
          </p:cNvSpPr>
          <p:nvPr/>
        </p:nvSpPr>
        <p:spPr>
          <a:xfrm>
            <a:off x="3493574" y="1210609"/>
            <a:ext cx="24757" cy="24757"/>
          </a:xfrm>
          <a:prstGeom prst="ellipse">
            <a:avLst/>
          </a:prstGeom>
          <a:solidFill>
            <a:srgbClr val="007C83">
              <a:alpha val="40000"/>
            </a:srgbClr>
          </a:solidFill>
          <a:ln w="0">
            <a:noFill/>
            <a:prstDash val="solid"/>
          </a:ln>
        </p:spPr>
      </p:sp>
      <p:sp>
        <p:nvSpPr>
          <p:cNvPr id="2289" name="LigandSeek2_vs_LigandSeek1_ellipse_7803">
            <a:extLst>
              <a:ext uri="{FF2B5EF4-FFF2-40B4-BE49-F238E27FC236}">
                <a16:creationId xmlns:a16="http://schemas.microsoft.com/office/drawing/2014/main" id="{9EBCC3ED-EBAF-45BD-B69B-75F37F810CB6}"/>
              </a:ext>
            </a:extLst>
          </p:cNvPr>
          <p:cNvSpPr>
            <a:spLocks noGrp="1"/>
          </p:cNvSpPr>
          <p:nvPr/>
        </p:nvSpPr>
        <p:spPr>
          <a:xfrm>
            <a:off x="3487292" y="1376831"/>
            <a:ext cx="24757" cy="24757"/>
          </a:xfrm>
          <a:prstGeom prst="ellipse">
            <a:avLst/>
          </a:prstGeom>
          <a:solidFill>
            <a:srgbClr val="007C83">
              <a:alpha val="40000"/>
            </a:srgbClr>
          </a:solidFill>
          <a:ln w="0">
            <a:noFill/>
            <a:prstDash val="solid"/>
          </a:ln>
        </p:spPr>
      </p:sp>
      <p:sp>
        <p:nvSpPr>
          <p:cNvPr id="2290" name="LigandSeek2_vs_LigandSeek1_ellipse_7804">
            <a:extLst>
              <a:ext uri="{FF2B5EF4-FFF2-40B4-BE49-F238E27FC236}">
                <a16:creationId xmlns:a16="http://schemas.microsoft.com/office/drawing/2014/main" id="{57BA8E85-27F1-458D-9EA6-BF7FBA0B7ECB}"/>
              </a:ext>
            </a:extLst>
          </p:cNvPr>
          <p:cNvSpPr>
            <a:spLocks noGrp="1"/>
          </p:cNvSpPr>
          <p:nvPr/>
        </p:nvSpPr>
        <p:spPr>
          <a:xfrm>
            <a:off x="3502605" y="1577391"/>
            <a:ext cx="24757" cy="24757"/>
          </a:xfrm>
          <a:prstGeom prst="ellipse">
            <a:avLst/>
          </a:prstGeom>
          <a:solidFill>
            <a:srgbClr val="007C83">
              <a:alpha val="40000"/>
            </a:srgbClr>
          </a:solidFill>
          <a:ln w="0">
            <a:noFill/>
            <a:prstDash val="solid"/>
          </a:ln>
        </p:spPr>
      </p:sp>
      <p:sp>
        <p:nvSpPr>
          <p:cNvPr id="2291" name="LigandSeek2_vs_LigandSeek1_ellipse_7805">
            <a:extLst>
              <a:ext uri="{FF2B5EF4-FFF2-40B4-BE49-F238E27FC236}">
                <a16:creationId xmlns:a16="http://schemas.microsoft.com/office/drawing/2014/main" id="{87396FCF-6C25-4B29-AC33-82A07C8C8866}"/>
              </a:ext>
            </a:extLst>
          </p:cNvPr>
          <p:cNvSpPr>
            <a:spLocks noGrp="1"/>
          </p:cNvSpPr>
          <p:nvPr/>
        </p:nvSpPr>
        <p:spPr>
          <a:xfrm>
            <a:off x="3487297" y="980818"/>
            <a:ext cx="24757" cy="24757"/>
          </a:xfrm>
          <a:prstGeom prst="ellipse">
            <a:avLst/>
          </a:prstGeom>
          <a:solidFill>
            <a:srgbClr val="007C83">
              <a:alpha val="40000"/>
            </a:srgbClr>
          </a:solidFill>
          <a:ln w="0">
            <a:noFill/>
            <a:prstDash val="solid"/>
          </a:ln>
        </p:spPr>
      </p:sp>
      <p:sp>
        <p:nvSpPr>
          <p:cNvPr id="2292" name="LigandSeek2_vs_LigandSeek1_ellipse_7806">
            <a:extLst>
              <a:ext uri="{FF2B5EF4-FFF2-40B4-BE49-F238E27FC236}">
                <a16:creationId xmlns:a16="http://schemas.microsoft.com/office/drawing/2014/main" id="{647639E3-A078-4082-BA13-27B31700F137}"/>
              </a:ext>
            </a:extLst>
          </p:cNvPr>
          <p:cNvSpPr>
            <a:spLocks noGrp="1"/>
          </p:cNvSpPr>
          <p:nvPr/>
        </p:nvSpPr>
        <p:spPr>
          <a:xfrm>
            <a:off x="3535552" y="1070188"/>
            <a:ext cx="24757" cy="24757"/>
          </a:xfrm>
          <a:prstGeom prst="ellipse">
            <a:avLst/>
          </a:prstGeom>
          <a:solidFill>
            <a:srgbClr val="007C83">
              <a:alpha val="40000"/>
            </a:srgbClr>
          </a:solidFill>
          <a:ln w="0">
            <a:noFill/>
            <a:prstDash val="solid"/>
          </a:ln>
        </p:spPr>
      </p:sp>
      <p:sp>
        <p:nvSpPr>
          <p:cNvPr id="2293" name="LigandSeek2_vs_LigandSeek1_ellipse_7807">
            <a:extLst>
              <a:ext uri="{FF2B5EF4-FFF2-40B4-BE49-F238E27FC236}">
                <a16:creationId xmlns:a16="http://schemas.microsoft.com/office/drawing/2014/main" id="{D5923248-A0C3-4695-8BE3-75670C1F28B2}"/>
              </a:ext>
            </a:extLst>
          </p:cNvPr>
          <p:cNvSpPr>
            <a:spLocks noGrp="1"/>
          </p:cNvSpPr>
          <p:nvPr/>
        </p:nvSpPr>
        <p:spPr>
          <a:xfrm>
            <a:off x="3489527" y="1032716"/>
            <a:ext cx="24757" cy="24757"/>
          </a:xfrm>
          <a:prstGeom prst="ellipse">
            <a:avLst/>
          </a:prstGeom>
          <a:solidFill>
            <a:srgbClr val="007C83">
              <a:alpha val="40000"/>
            </a:srgbClr>
          </a:solidFill>
          <a:ln w="0">
            <a:noFill/>
            <a:prstDash val="solid"/>
          </a:ln>
        </p:spPr>
      </p:sp>
      <p:sp>
        <p:nvSpPr>
          <p:cNvPr id="2294" name="LigandSeek2_vs_LigandSeek1_ellipse_7808">
            <a:extLst>
              <a:ext uri="{FF2B5EF4-FFF2-40B4-BE49-F238E27FC236}">
                <a16:creationId xmlns:a16="http://schemas.microsoft.com/office/drawing/2014/main" id="{29A84A55-162C-48BC-B7E5-FD090E283CD8}"/>
              </a:ext>
            </a:extLst>
          </p:cNvPr>
          <p:cNvSpPr>
            <a:spLocks noGrp="1"/>
          </p:cNvSpPr>
          <p:nvPr/>
        </p:nvSpPr>
        <p:spPr>
          <a:xfrm>
            <a:off x="3467020" y="1068423"/>
            <a:ext cx="24757" cy="24757"/>
          </a:xfrm>
          <a:prstGeom prst="ellipse">
            <a:avLst/>
          </a:prstGeom>
          <a:solidFill>
            <a:srgbClr val="007C83">
              <a:alpha val="40000"/>
            </a:srgbClr>
          </a:solidFill>
          <a:ln w="0">
            <a:noFill/>
            <a:prstDash val="solid"/>
          </a:ln>
        </p:spPr>
      </p:sp>
      <p:sp>
        <p:nvSpPr>
          <p:cNvPr id="2295" name="LigandSeek2_vs_LigandSeek1_ellipse_7809">
            <a:extLst>
              <a:ext uri="{FF2B5EF4-FFF2-40B4-BE49-F238E27FC236}">
                <a16:creationId xmlns:a16="http://schemas.microsoft.com/office/drawing/2014/main" id="{838B6B3D-7F93-44C1-9E7C-A7F398402A3B}"/>
              </a:ext>
            </a:extLst>
          </p:cNvPr>
          <p:cNvSpPr>
            <a:spLocks noGrp="1"/>
          </p:cNvSpPr>
          <p:nvPr/>
        </p:nvSpPr>
        <p:spPr>
          <a:xfrm>
            <a:off x="3529447" y="1890368"/>
            <a:ext cx="24757" cy="24757"/>
          </a:xfrm>
          <a:prstGeom prst="ellipse">
            <a:avLst/>
          </a:prstGeom>
          <a:solidFill>
            <a:srgbClr val="007C83">
              <a:alpha val="40000"/>
            </a:srgbClr>
          </a:solidFill>
          <a:ln w="0">
            <a:noFill/>
            <a:prstDash val="solid"/>
          </a:ln>
        </p:spPr>
      </p:sp>
      <p:sp>
        <p:nvSpPr>
          <p:cNvPr id="2296" name="LigandSeek2_vs_LigandSeek1_ellipse_7810">
            <a:extLst>
              <a:ext uri="{FF2B5EF4-FFF2-40B4-BE49-F238E27FC236}">
                <a16:creationId xmlns:a16="http://schemas.microsoft.com/office/drawing/2014/main" id="{B4387E67-19E6-483F-A849-9DDC4EAC8569}"/>
              </a:ext>
            </a:extLst>
          </p:cNvPr>
          <p:cNvSpPr>
            <a:spLocks noGrp="1"/>
          </p:cNvSpPr>
          <p:nvPr/>
        </p:nvSpPr>
        <p:spPr>
          <a:xfrm>
            <a:off x="3483544" y="1037402"/>
            <a:ext cx="24757" cy="24757"/>
          </a:xfrm>
          <a:prstGeom prst="ellipse">
            <a:avLst/>
          </a:prstGeom>
          <a:solidFill>
            <a:srgbClr val="007C83">
              <a:alpha val="40000"/>
            </a:srgbClr>
          </a:solidFill>
          <a:ln w="0">
            <a:noFill/>
            <a:prstDash val="solid"/>
          </a:ln>
        </p:spPr>
      </p:sp>
      <p:sp>
        <p:nvSpPr>
          <p:cNvPr id="2297" name="LigandSeek2_vs_LigandSeek1_ellipse_7811">
            <a:extLst>
              <a:ext uri="{FF2B5EF4-FFF2-40B4-BE49-F238E27FC236}">
                <a16:creationId xmlns:a16="http://schemas.microsoft.com/office/drawing/2014/main" id="{9C841353-B100-4331-8321-5C191B381EFF}"/>
              </a:ext>
            </a:extLst>
          </p:cNvPr>
          <p:cNvSpPr>
            <a:spLocks noGrp="1"/>
          </p:cNvSpPr>
          <p:nvPr/>
        </p:nvSpPr>
        <p:spPr>
          <a:xfrm>
            <a:off x="3544418" y="1373217"/>
            <a:ext cx="24757" cy="24757"/>
          </a:xfrm>
          <a:prstGeom prst="ellipse">
            <a:avLst/>
          </a:prstGeom>
          <a:solidFill>
            <a:srgbClr val="007C83">
              <a:alpha val="40000"/>
            </a:srgbClr>
          </a:solidFill>
          <a:ln w="0">
            <a:noFill/>
            <a:prstDash val="solid"/>
          </a:ln>
        </p:spPr>
      </p:sp>
      <p:sp>
        <p:nvSpPr>
          <p:cNvPr id="2298" name="LigandSeek2_vs_LigandSeek1_ellipse_7812">
            <a:extLst>
              <a:ext uri="{FF2B5EF4-FFF2-40B4-BE49-F238E27FC236}">
                <a16:creationId xmlns:a16="http://schemas.microsoft.com/office/drawing/2014/main" id="{D9F72362-74F2-4FFF-8331-0AB3E96BAAF1}"/>
              </a:ext>
            </a:extLst>
          </p:cNvPr>
          <p:cNvSpPr>
            <a:spLocks noGrp="1"/>
          </p:cNvSpPr>
          <p:nvPr/>
        </p:nvSpPr>
        <p:spPr>
          <a:xfrm>
            <a:off x="3479084" y="1308622"/>
            <a:ext cx="24757" cy="24757"/>
          </a:xfrm>
          <a:prstGeom prst="ellipse">
            <a:avLst/>
          </a:prstGeom>
          <a:solidFill>
            <a:srgbClr val="007C83">
              <a:alpha val="40000"/>
            </a:srgbClr>
          </a:solidFill>
          <a:ln w="0">
            <a:noFill/>
            <a:prstDash val="solid"/>
          </a:ln>
        </p:spPr>
      </p:sp>
      <p:sp>
        <p:nvSpPr>
          <p:cNvPr id="2299" name="LigandSeek2_vs_LigandSeek1_ellipse_7813">
            <a:extLst>
              <a:ext uri="{FF2B5EF4-FFF2-40B4-BE49-F238E27FC236}">
                <a16:creationId xmlns:a16="http://schemas.microsoft.com/office/drawing/2014/main" id="{1E7F0115-77F1-43DA-A127-9030F06D660C}"/>
              </a:ext>
            </a:extLst>
          </p:cNvPr>
          <p:cNvSpPr>
            <a:spLocks noGrp="1"/>
          </p:cNvSpPr>
          <p:nvPr/>
        </p:nvSpPr>
        <p:spPr>
          <a:xfrm>
            <a:off x="3468764" y="1170386"/>
            <a:ext cx="24757" cy="24757"/>
          </a:xfrm>
          <a:prstGeom prst="ellipse">
            <a:avLst/>
          </a:prstGeom>
          <a:solidFill>
            <a:srgbClr val="007C83">
              <a:alpha val="40000"/>
            </a:srgbClr>
          </a:solidFill>
          <a:ln w="0">
            <a:noFill/>
            <a:prstDash val="solid"/>
          </a:ln>
        </p:spPr>
      </p:sp>
      <p:sp>
        <p:nvSpPr>
          <p:cNvPr id="2300" name="LigandSeek2_vs_LigandSeek1_ellipse_7814">
            <a:extLst>
              <a:ext uri="{FF2B5EF4-FFF2-40B4-BE49-F238E27FC236}">
                <a16:creationId xmlns:a16="http://schemas.microsoft.com/office/drawing/2014/main" id="{BD84AF16-FA83-486A-8E6D-748CBDC3C7D2}"/>
              </a:ext>
            </a:extLst>
          </p:cNvPr>
          <p:cNvSpPr>
            <a:spLocks noGrp="1"/>
          </p:cNvSpPr>
          <p:nvPr/>
        </p:nvSpPr>
        <p:spPr>
          <a:xfrm>
            <a:off x="3483098" y="1282523"/>
            <a:ext cx="24757" cy="24757"/>
          </a:xfrm>
          <a:prstGeom prst="ellipse">
            <a:avLst/>
          </a:prstGeom>
          <a:solidFill>
            <a:srgbClr val="007C83">
              <a:alpha val="40000"/>
            </a:srgbClr>
          </a:solidFill>
          <a:ln w="0">
            <a:noFill/>
            <a:prstDash val="solid"/>
          </a:ln>
        </p:spPr>
      </p:sp>
      <p:sp>
        <p:nvSpPr>
          <p:cNvPr id="2301" name="LigandSeek2_vs_LigandSeek1_ellipse_7815">
            <a:extLst>
              <a:ext uri="{FF2B5EF4-FFF2-40B4-BE49-F238E27FC236}">
                <a16:creationId xmlns:a16="http://schemas.microsoft.com/office/drawing/2014/main" id="{CE7BDBF8-25C2-403E-AD18-2F7E8C4D65AB}"/>
              </a:ext>
            </a:extLst>
          </p:cNvPr>
          <p:cNvSpPr>
            <a:spLocks noGrp="1"/>
          </p:cNvSpPr>
          <p:nvPr/>
        </p:nvSpPr>
        <p:spPr>
          <a:xfrm>
            <a:off x="3529572" y="1056814"/>
            <a:ext cx="24757" cy="24757"/>
          </a:xfrm>
          <a:prstGeom prst="ellipse">
            <a:avLst/>
          </a:prstGeom>
          <a:solidFill>
            <a:srgbClr val="007C83">
              <a:alpha val="40000"/>
            </a:srgbClr>
          </a:solidFill>
          <a:ln w="0">
            <a:noFill/>
            <a:prstDash val="solid"/>
          </a:ln>
        </p:spPr>
      </p:sp>
      <p:sp>
        <p:nvSpPr>
          <p:cNvPr id="2302" name="LigandSeek2_vs_LigandSeek1_ellipse_7816">
            <a:extLst>
              <a:ext uri="{FF2B5EF4-FFF2-40B4-BE49-F238E27FC236}">
                <a16:creationId xmlns:a16="http://schemas.microsoft.com/office/drawing/2014/main" id="{D400130A-6349-4A5E-AE28-3F6871894748}"/>
              </a:ext>
            </a:extLst>
          </p:cNvPr>
          <p:cNvSpPr>
            <a:spLocks noGrp="1"/>
          </p:cNvSpPr>
          <p:nvPr/>
        </p:nvSpPr>
        <p:spPr>
          <a:xfrm>
            <a:off x="3548813" y="1059174"/>
            <a:ext cx="24757" cy="24757"/>
          </a:xfrm>
          <a:prstGeom prst="ellipse">
            <a:avLst/>
          </a:prstGeom>
          <a:solidFill>
            <a:srgbClr val="007C83">
              <a:alpha val="40000"/>
            </a:srgbClr>
          </a:solidFill>
          <a:ln w="0">
            <a:noFill/>
            <a:prstDash val="solid"/>
          </a:ln>
        </p:spPr>
      </p:sp>
      <p:sp>
        <p:nvSpPr>
          <p:cNvPr id="2303" name="LigandSeek2_vs_LigandSeek1_ellipse_7817">
            <a:extLst>
              <a:ext uri="{FF2B5EF4-FFF2-40B4-BE49-F238E27FC236}">
                <a16:creationId xmlns:a16="http://schemas.microsoft.com/office/drawing/2014/main" id="{0C7D146B-CFEF-4280-B764-2FEA4A82A9D6}"/>
              </a:ext>
            </a:extLst>
          </p:cNvPr>
          <p:cNvSpPr>
            <a:spLocks noGrp="1"/>
          </p:cNvSpPr>
          <p:nvPr/>
        </p:nvSpPr>
        <p:spPr>
          <a:xfrm>
            <a:off x="3537417" y="1425269"/>
            <a:ext cx="24757" cy="24757"/>
          </a:xfrm>
          <a:prstGeom prst="ellipse">
            <a:avLst/>
          </a:prstGeom>
          <a:solidFill>
            <a:srgbClr val="007C83">
              <a:alpha val="40000"/>
            </a:srgbClr>
          </a:solidFill>
          <a:ln w="0">
            <a:noFill/>
            <a:prstDash val="solid"/>
          </a:ln>
        </p:spPr>
      </p:sp>
      <p:sp>
        <p:nvSpPr>
          <p:cNvPr id="2304" name="LigandSeek2_vs_LigandSeek1_ellipse_7818">
            <a:extLst>
              <a:ext uri="{FF2B5EF4-FFF2-40B4-BE49-F238E27FC236}">
                <a16:creationId xmlns:a16="http://schemas.microsoft.com/office/drawing/2014/main" id="{791444C5-70AB-453B-A69D-3D5E0C588A5E}"/>
              </a:ext>
            </a:extLst>
          </p:cNvPr>
          <p:cNvSpPr>
            <a:spLocks noGrp="1"/>
          </p:cNvSpPr>
          <p:nvPr/>
        </p:nvSpPr>
        <p:spPr>
          <a:xfrm>
            <a:off x="3468009" y="1096250"/>
            <a:ext cx="24757" cy="24757"/>
          </a:xfrm>
          <a:prstGeom prst="ellipse">
            <a:avLst/>
          </a:prstGeom>
          <a:solidFill>
            <a:srgbClr val="007C83">
              <a:alpha val="40000"/>
            </a:srgbClr>
          </a:solidFill>
          <a:ln w="0">
            <a:noFill/>
            <a:prstDash val="solid"/>
          </a:ln>
        </p:spPr>
      </p:sp>
      <p:sp>
        <p:nvSpPr>
          <p:cNvPr id="2305" name="LigandSeek2_vs_LigandSeek1_ellipse_7819">
            <a:extLst>
              <a:ext uri="{FF2B5EF4-FFF2-40B4-BE49-F238E27FC236}">
                <a16:creationId xmlns:a16="http://schemas.microsoft.com/office/drawing/2014/main" id="{01666389-1A68-44D2-9B51-2BC803F59A09}"/>
              </a:ext>
            </a:extLst>
          </p:cNvPr>
          <p:cNvSpPr>
            <a:spLocks noGrp="1"/>
          </p:cNvSpPr>
          <p:nvPr/>
        </p:nvSpPr>
        <p:spPr>
          <a:xfrm>
            <a:off x="3492838" y="1155611"/>
            <a:ext cx="24757" cy="24757"/>
          </a:xfrm>
          <a:prstGeom prst="ellipse">
            <a:avLst/>
          </a:prstGeom>
          <a:solidFill>
            <a:srgbClr val="007C83">
              <a:alpha val="40000"/>
            </a:srgbClr>
          </a:solidFill>
          <a:ln w="0">
            <a:noFill/>
            <a:prstDash val="solid"/>
          </a:ln>
        </p:spPr>
      </p:sp>
      <p:sp>
        <p:nvSpPr>
          <p:cNvPr id="2306" name="LigandSeek2_vs_LigandSeek1_ellipse_7820">
            <a:extLst>
              <a:ext uri="{FF2B5EF4-FFF2-40B4-BE49-F238E27FC236}">
                <a16:creationId xmlns:a16="http://schemas.microsoft.com/office/drawing/2014/main" id="{8E4ED093-1AA9-4615-84AB-AE0315AC3495}"/>
              </a:ext>
            </a:extLst>
          </p:cNvPr>
          <p:cNvSpPr>
            <a:spLocks noGrp="1"/>
          </p:cNvSpPr>
          <p:nvPr/>
        </p:nvSpPr>
        <p:spPr>
          <a:xfrm>
            <a:off x="3532869" y="976568"/>
            <a:ext cx="24757" cy="24757"/>
          </a:xfrm>
          <a:prstGeom prst="ellipse">
            <a:avLst/>
          </a:prstGeom>
          <a:solidFill>
            <a:srgbClr val="007C83">
              <a:alpha val="40000"/>
            </a:srgbClr>
          </a:solidFill>
          <a:ln w="0">
            <a:noFill/>
            <a:prstDash val="solid"/>
          </a:ln>
        </p:spPr>
      </p:sp>
      <p:sp>
        <p:nvSpPr>
          <p:cNvPr id="2307" name="LigandSeek2_vs_LigandSeek1_ellipse_7821">
            <a:extLst>
              <a:ext uri="{FF2B5EF4-FFF2-40B4-BE49-F238E27FC236}">
                <a16:creationId xmlns:a16="http://schemas.microsoft.com/office/drawing/2014/main" id="{65CC24D0-C897-4FE9-8AE5-0FCFC03A4552}"/>
              </a:ext>
            </a:extLst>
          </p:cNvPr>
          <p:cNvSpPr>
            <a:spLocks noGrp="1"/>
          </p:cNvSpPr>
          <p:nvPr/>
        </p:nvSpPr>
        <p:spPr>
          <a:xfrm>
            <a:off x="3512588" y="1568977"/>
            <a:ext cx="24757" cy="24757"/>
          </a:xfrm>
          <a:prstGeom prst="ellipse">
            <a:avLst/>
          </a:prstGeom>
          <a:solidFill>
            <a:srgbClr val="007C83">
              <a:alpha val="40000"/>
            </a:srgbClr>
          </a:solidFill>
          <a:ln w="0">
            <a:noFill/>
            <a:prstDash val="solid"/>
          </a:ln>
        </p:spPr>
      </p:sp>
      <p:sp>
        <p:nvSpPr>
          <p:cNvPr id="2308" name="LigandSeek2_vs_LigandSeek1_ellipse_7822">
            <a:extLst>
              <a:ext uri="{FF2B5EF4-FFF2-40B4-BE49-F238E27FC236}">
                <a16:creationId xmlns:a16="http://schemas.microsoft.com/office/drawing/2014/main" id="{F913C90C-2368-474A-A3AF-6A0ADC04F0F9}"/>
              </a:ext>
            </a:extLst>
          </p:cNvPr>
          <p:cNvSpPr>
            <a:spLocks noGrp="1"/>
          </p:cNvSpPr>
          <p:nvPr/>
        </p:nvSpPr>
        <p:spPr>
          <a:xfrm>
            <a:off x="3476809" y="1001898"/>
            <a:ext cx="24757" cy="24757"/>
          </a:xfrm>
          <a:prstGeom prst="ellipse">
            <a:avLst/>
          </a:prstGeom>
          <a:solidFill>
            <a:srgbClr val="007C83">
              <a:alpha val="40000"/>
            </a:srgbClr>
          </a:solidFill>
          <a:ln w="0">
            <a:noFill/>
            <a:prstDash val="solid"/>
          </a:ln>
        </p:spPr>
      </p:sp>
      <p:sp>
        <p:nvSpPr>
          <p:cNvPr id="2309" name="LigandSeek2_vs_LigandSeek1_ellipse_7823">
            <a:extLst>
              <a:ext uri="{FF2B5EF4-FFF2-40B4-BE49-F238E27FC236}">
                <a16:creationId xmlns:a16="http://schemas.microsoft.com/office/drawing/2014/main" id="{65D64DBF-FA33-41B3-8032-C66E5A12CBA7}"/>
              </a:ext>
            </a:extLst>
          </p:cNvPr>
          <p:cNvSpPr>
            <a:spLocks noGrp="1"/>
          </p:cNvSpPr>
          <p:nvPr/>
        </p:nvSpPr>
        <p:spPr>
          <a:xfrm>
            <a:off x="3543336" y="1890368"/>
            <a:ext cx="24757" cy="24757"/>
          </a:xfrm>
          <a:prstGeom prst="ellipse">
            <a:avLst/>
          </a:prstGeom>
          <a:solidFill>
            <a:srgbClr val="007C83">
              <a:alpha val="40000"/>
            </a:srgbClr>
          </a:solidFill>
          <a:ln w="0">
            <a:noFill/>
            <a:prstDash val="solid"/>
          </a:ln>
        </p:spPr>
      </p:sp>
      <p:sp>
        <p:nvSpPr>
          <p:cNvPr id="2310" name="LigandSeek2_vs_LigandSeek1_ellipse_7824">
            <a:extLst>
              <a:ext uri="{FF2B5EF4-FFF2-40B4-BE49-F238E27FC236}">
                <a16:creationId xmlns:a16="http://schemas.microsoft.com/office/drawing/2014/main" id="{E7CD9D21-ADFE-423A-9FB3-DAC849346580}"/>
              </a:ext>
            </a:extLst>
          </p:cNvPr>
          <p:cNvSpPr>
            <a:spLocks noGrp="1"/>
          </p:cNvSpPr>
          <p:nvPr/>
        </p:nvSpPr>
        <p:spPr>
          <a:xfrm>
            <a:off x="3480426" y="1722197"/>
            <a:ext cx="24757" cy="24757"/>
          </a:xfrm>
          <a:prstGeom prst="ellipse">
            <a:avLst/>
          </a:prstGeom>
          <a:solidFill>
            <a:srgbClr val="007C83">
              <a:alpha val="40000"/>
            </a:srgbClr>
          </a:solidFill>
          <a:ln w="0">
            <a:noFill/>
            <a:prstDash val="solid"/>
          </a:ln>
        </p:spPr>
      </p:sp>
      <p:sp>
        <p:nvSpPr>
          <p:cNvPr id="2311" name="LigandSeek2_vs_LigandSeek1_ellipse_7825">
            <a:extLst>
              <a:ext uri="{FF2B5EF4-FFF2-40B4-BE49-F238E27FC236}">
                <a16:creationId xmlns:a16="http://schemas.microsoft.com/office/drawing/2014/main" id="{5D5DC742-86F2-4B20-B915-AC0549290558}"/>
              </a:ext>
            </a:extLst>
          </p:cNvPr>
          <p:cNvSpPr>
            <a:spLocks noGrp="1"/>
          </p:cNvSpPr>
          <p:nvPr/>
        </p:nvSpPr>
        <p:spPr>
          <a:xfrm>
            <a:off x="3495687" y="1890368"/>
            <a:ext cx="24757" cy="24757"/>
          </a:xfrm>
          <a:prstGeom prst="ellipse">
            <a:avLst/>
          </a:prstGeom>
          <a:solidFill>
            <a:srgbClr val="007C83">
              <a:alpha val="40000"/>
            </a:srgbClr>
          </a:solidFill>
          <a:ln w="0">
            <a:noFill/>
            <a:prstDash val="solid"/>
          </a:ln>
        </p:spPr>
      </p:sp>
      <p:sp>
        <p:nvSpPr>
          <p:cNvPr id="2312" name="LigandSeek2_vs_LigandSeek1_ellipse_7826">
            <a:extLst>
              <a:ext uri="{FF2B5EF4-FFF2-40B4-BE49-F238E27FC236}">
                <a16:creationId xmlns:a16="http://schemas.microsoft.com/office/drawing/2014/main" id="{4A4690A8-D9AF-4A60-87D9-8900A16BE99B}"/>
              </a:ext>
            </a:extLst>
          </p:cNvPr>
          <p:cNvSpPr>
            <a:spLocks noGrp="1"/>
          </p:cNvSpPr>
          <p:nvPr/>
        </p:nvSpPr>
        <p:spPr>
          <a:xfrm>
            <a:off x="3534419" y="1497788"/>
            <a:ext cx="24757" cy="24757"/>
          </a:xfrm>
          <a:prstGeom prst="ellipse">
            <a:avLst/>
          </a:prstGeom>
          <a:solidFill>
            <a:srgbClr val="007C83">
              <a:alpha val="40000"/>
            </a:srgbClr>
          </a:solidFill>
          <a:ln w="0">
            <a:noFill/>
            <a:prstDash val="solid"/>
          </a:ln>
        </p:spPr>
      </p:sp>
      <p:sp>
        <p:nvSpPr>
          <p:cNvPr id="2313" name="LigandSeek2_vs_LigandSeek1_ellipse_7827">
            <a:extLst>
              <a:ext uri="{FF2B5EF4-FFF2-40B4-BE49-F238E27FC236}">
                <a16:creationId xmlns:a16="http://schemas.microsoft.com/office/drawing/2014/main" id="{AEA4E880-85BB-4A3E-A0AE-D133A5D18071}"/>
              </a:ext>
            </a:extLst>
          </p:cNvPr>
          <p:cNvSpPr>
            <a:spLocks noGrp="1"/>
          </p:cNvSpPr>
          <p:nvPr/>
        </p:nvSpPr>
        <p:spPr>
          <a:xfrm>
            <a:off x="3503537" y="1631143"/>
            <a:ext cx="24757" cy="24757"/>
          </a:xfrm>
          <a:prstGeom prst="ellipse">
            <a:avLst/>
          </a:prstGeom>
          <a:solidFill>
            <a:srgbClr val="007C83">
              <a:alpha val="40000"/>
            </a:srgbClr>
          </a:solidFill>
          <a:ln w="0">
            <a:noFill/>
            <a:prstDash val="solid"/>
          </a:ln>
        </p:spPr>
      </p:sp>
      <p:sp>
        <p:nvSpPr>
          <p:cNvPr id="2314" name="LigandSeek2_vs_LigandSeek1_ellipse_7828">
            <a:extLst>
              <a:ext uri="{FF2B5EF4-FFF2-40B4-BE49-F238E27FC236}">
                <a16:creationId xmlns:a16="http://schemas.microsoft.com/office/drawing/2014/main" id="{09DC3CC3-5F30-41A7-B838-EE04DE2C13CA}"/>
              </a:ext>
            </a:extLst>
          </p:cNvPr>
          <p:cNvSpPr>
            <a:spLocks noGrp="1"/>
          </p:cNvSpPr>
          <p:nvPr/>
        </p:nvSpPr>
        <p:spPr>
          <a:xfrm>
            <a:off x="3501716" y="1016030"/>
            <a:ext cx="24757" cy="24757"/>
          </a:xfrm>
          <a:prstGeom prst="ellipse">
            <a:avLst/>
          </a:prstGeom>
          <a:solidFill>
            <a:srgbClr val="007C83">
              <a:alpha val="40000"/>
            </a:srgbClr>
          </a:solidFill>
          <a:ln w="0">
            <a:noFill/>
            <a:prstDash val="solid"/>
          </a:ln>
        </p:spPr>
      </p:sp>
      <p:sp>
        <p:nvSpPr>
          <p:cNvPr id="2315" name="LigandSeek2_vs_LigandSeek1_ellipse_7829">
            <a:extLst>
              <a:ext uri="{FF2B5EF4-FFF2-40B4-BE49-F238E27FC236}">
                <a16:creationId xmlns:a16="http://schemas.microsoft.com/office/drawing/2014/main" id="{6CC56BFD-4502-4DD9-9806-F375624C7635}"/>
              </a:ext>
            </a:extLst>
          </p:cNvPr>
          <p:cNvSpPr>
            <a:spLocks noGrp="1"/>
          </p:cNvSpPr>
          <p:nvPr/>
        </p:nvSpPr>
        <p:spPr>
          <a:xfrm>
            <a:off x="3546049" y="1151109"/>
            <a:ext cx="24757" cy="24757"/>
          </a:xfrm>
          <a:prstGeom prst="ellipse">
            <a:avLst/>
          </a:prstGeom>
          <a:solidFill>
            <a:srgbClr val="007C83">
              <a:alpha val="40000"/>
            </a:srgbClr>
          </a:solidFill>
          <a:ln w="0">
            <a:noFill/>
            <a:prstDash val="solid"/>
          </a:ln>
        </p:spPr>
      </p:sp>
      <p:sp>
        <p:nvSpPr>
          <p:cNvPr id="2316" name="LigandSeek2_vs_LigandSeek1_ellipse_7830">
            <a:extLst>
              <a:ext uri="{FF2B5EF4-FFF2-40B4-BE49-F238E27FC236}">
                <a16:creationId xmlns:a16="http://schemas.microsoft.com/office/drawing/2014/main" id="{25ABAEB0-842D-4B83-86DB-9DDBBD551C63}"/>
              </a:ext>
            </a:extLst>
          </p:cNvPr>
          <p:cNvSpPr>
            <a:spLocks noGrp="1"/>
          </p:cNvSpPr>
          <p:nvPr/>
        </p:nvSpPr>
        <p:spPr>
          <a:xfrm>
            <a:off x="3523515" y="1300982"/>
            <a:ext cx="24757" cy="24757"/>
          </a:xfrm>
          <a:prstGeom prst="ellipse">
            <a:avLst/>
          </a:prstGeom>
          <a:solidFill>
            <a:srgbClr val="007C83">
              <a:alpha val="40000"/>
            </a:srgbClr>
          </a:solidFill>
          <a:ln w="0">
            <a:noFill/>
            <a:prstDash val="solid"/>
          </a:ln>
        </p:spPr>
      </p:sp>
      <p:sp>
        <p:nvSpPr>
          <p:cNvPr id="2317" name="LigandSeek2_vs_LigandSeek1_ellipse_7831">
            <a:extLst>
              <a:ext uri="{FF2B5EF4-FFF2-40B4-BE49-F238E27FC236}">
                <a16:creationId xmlns:a16="http://schemas.microsoft.com/office/drawing/2014/main" id="{7D3EA3E7-6DB6-4EB4-BF37-05DEFD59F08B}"/>
              </a:ext>
            </a:extLst>
          </p:cNvPr>
          <p:cNvSpPr>
            <a:spLocks noGrp="1"/>
          </p:cNvSpPr>
          <p:nvPr/>
        </p:nvSpPr>
        <p:spPr>
          <a:xfrm>
            <a:off x="3552101" y="1031329"/>
            <a:ext cx="24757" cy="24757"/>
          </a:xfrm>
          <a:prstGeom prst="ellipse">
            <a:avLst/>
          </a:prstGeom>
          <a:solidFill>
            <a:srgbClr val="007C83">
              <a:alpha val="40000"/>
            </a:srgbClr>
          </a:solidFill>
          <a:ln w="0">
            <a:noFill/>
            <a:prstDash val="solid"/>
          </a:ln>
        </p:spPr>
      </p:sp>
      <p:sp>
        <p:nvSpPr>
          <p:cNvPr id="2318" name="LigandSeek2_vs_LigandSeek1_ellipse_7832">
            <a:extLst>
              <a:ext uri="{FF2B5EF4-FFF2-40B4-BE49-F238E27FC236}">
                <a16:creationId xmlns:a16="http://schemas.microsoft.com/office/drawing/2014/main" id="{E6092F1C-5BFE-4FA0-94DC-E40D3FD49C6E}"/>
              </a:ext>
            </a:extLst>
          </p:cNvPr>
          <p:cNvSpPr>
            <a:spLocks noGrp="1"/>
          </p:cNvSpPr>
          <p:nvPr/>
        </p:nvSpPr>
        <p:spPr>
          <a:xfrm>
            <a:off x="3517415" y="1099822"/>
            <a:ext cx="24757" cy="24757"/>
          </a:xfrm>
          <a:prstGeom prst="ellipse">
            <a:avLst/>
          </a:prstGeom>
          <a:solidFill>
            <a:srgbClr val="007C83">
              <a:alpha val="40000"/>
            </a:srgbClr>
          </a:solidFill>
          <a:ln w="0">
            <a:noFill/>
            <a:prstDash val="solid"/>
          </a:ln>
        </p:spPr>
      </p:sp>
      <p:sp>
        <p:nvSpPr>
          <p:cNvPr id="2319" name="LigandSeek2_vs_LigandSeek1_ellipse_7833">
            <a:extLst>
              <a:ext uri="{FF2B5EF4-FFF2-40B4-BE49-F238E27FC236}">
                <a16:creationId xmlns:a16="http://schemas.microsoft.com/office/drawing/2014/main" id="{7B8D222B-4A9F-44E4-B5C5-A4F357FA3C12}"/>
              </a:ext>
            </a:extLst>
          </p:cNvPr>
          <p:cNvSpPr>
            <a:spLocks noGrp="1"/>
          </p:cNvSpPr>
          <p:nvPr/>
        </p:nvSpPr>
        <p:spPr>
          <a:xfrm>
            <a:off x="3518044" y="1376911"/>
            <a:ext cx="24757" cy="24757"/>
          </a:xfrm>
          <a:prstGeom prst="ellipse">
            <a:avLst/>
          </a:prstGeom>
          <a:solidFill>
            <a:srgbClr val="007C83">
              <a:alpha val="40000"/>
            </a:srgbClr>
          </a:solidFill>
          <a:ln w="0">
            <a:noFill/>
            <a:prstDash val="solid"/>
          </a:ln>
        </p:spPr>
      </p:sp>
      <p:sp>
        <p:nvSpPr>
          <p:cNvPr id="2320" name="LigandSeek2_vs_LigandSeek1_ellipse_7834">
            <a:extLst>
              <a:ext uri="{FF2B5EF4-FFF2-40B4-BE49-F238E27FC236}">
                <a16:creationId xmlns:a16="http://schemas.microsoft.com/office/drawing/2014/main" id="{73B88386-B9D5-41FB-8715-1C9480479F68}"/>
              </a:ext>
            </a:extLst>
          </p:cNvPr>
          <p:cNvSpPr>
            <a:spLocks noGrp="1"/>
          </p:cNvSpPr>
          <p:nvPr/>
        </p:nvSpPr>
        <p:spPr>
          <a:xfrm>
            <a:off x="3522395" y="1129290"/>
            <a:ext cx="24757" cy="24757"/>
          </a:xfrm>
          <a:prstGeom prst="ellipse">
            <a:avLst/>
          </a:prstGeom>
          <a:solidFill>
            <a:srgbClr val="007C83">
              <a:alpha val="40000"/>
            </a:srgbClr>
          </a:solidFill>
          <a:ln w="0">
            <a:noFill/>
            <a:prstDash val="solid"/>
          </a:ln>
        </p:spPr>
      </p:sp>
      <p:sp>
        <p:nvSpPr>
          <p:cNvPr id="2321" name="LigandSeek2_vs_LigandSeek1_ellipse_7835">
            <a:extLst>
              <a:ext uri="{FF2B5EF4-FFF2-40B4-BE49-F238E27FC236}">
                <a16:creationId xmlns:a16="http://schemas.microsoft.com/office/drawing/2014/main" id="{ED5C5106-0A50-4289-99DA-3AB955ED420B}"/>
              </a:ext>
            </a:extLst>
          </p:cNvPr>
          <p:cNvSpPr>
            <a:spLocks noGrp="1"/>
          </p:cNvSpPr>
          <p:nvPr/>
        </p:nvSpPr>
        <p:spPr>
          <a:xfrm>
            <a:off x="3550815" y="1890368"/>
            <a:ext cx="24757" cy="24757"/>
          </a:xfrm>
          <a:prstGeom prst="ellipse">
            <a:avLst/>
          </a:prstGeom>
          <a:solidFill>
            <a:srgbClr val="007C83">
              <a:alpha val="40000"/>
            </a:srgbClr>
          </a:solidFill>
          <a:ln w="0">
            <a:noFill/>
            <a:prstDash val="solid"/>
          </a:ln>
        </p:spPr>
      </p:sp>
      <p:sp>
        <p:nvSpPr>
          <p:cNvPr id="2322" name="LigandSeek2_vs_LigandSeek1_ellipse_7836">
            <a:extLst>
              <a:ext uri="{FF2B5EF4-FFF2-40B4-BE49-F238E27FC236}">
                <a16:creationId xmlns:a16="http://schemas.microsoft.com/office/drawing/2014/main" id="{A8FEE375-16A1-4DF1-99CE-BA5176E88A48}"/>
              </a:ext>
            </a:extLst>
          </p:cNvPr>
          <p:cNvSpPr>
            <a:spLocks noGrp="1"/>
          </p:cNvSpPr>
          <p:nvPr/>
        </p:nvSpPr>
        <p:spPr>
          <a:xfrm>
            <a:off x="3529311" y="1104302"/>
            <a:ext cx="24757" cy="24757"/>
          </a:xfrm>
          <a:prstGeom prst="ellipse">
            <a:avLst/>
          </a:prstGeom>
          <a:solidFill>
            <a:srgbClr val="007C83">
              <a:alpha val="40000"/>
            </a:srgbClr>
          </a:solidFill>
          <a:ln w="0">
            <a:noFill/>
            <a:prstDash val="solid"/>
          </a:ln>
        </p:spPr>
      </p:sp>
      <p:sp>
        <p:nvSpPr>
          <p:cNvPr id="2323" name="LigandSeek2_vs_LigandSeek1_ellipse_7837">
            <a:extLst>
              <a:ext uri="{FF2B5EF4-FFF2-40B4-BE49-F238E27FC236}">
                <a16:creationId xmlns:a16="http://schemas.microsoft.com/office/drawing/2014/main" id="{EF322E65-556C-41C4-97F0-966827BAE1E2}"/>
              </a:ext>
            </a:extLst>
          </p:cNvPr>
          <p:cNvSpPr>
            <a:spLocks noGrp="1"/>
          </p:cNvSpPr>
          <p:nvPr/>
        </p:nvSpPr>
        <p:spPr>
          <a:xfrm>
            <a:off x="3472194" y="1890368"/>
            <a:ext cx="24757" cy="24757"/>
          </a:xfrm>
          <a:prstGeom prst="ellipse">
            <a:avLst/>
          </a:prstGeom>
          <a:solidFill>
            <a:srgbClr val="007C83">
              <a:alpha val="40000"/>
            </a:srgbClr>
          </a:solidFill>
          <a:ln w="0">
            <a:noFill/>
            <a:prstDash val="solid"/>
          </a:ln>
        </p:spPr>
      </p:sp>
      <p:sp>
        <p:nvSpPr>
          <p:cNvPr id="2324" name="LigandSeek2_vs_LigandSeek1_ellipse_7838">
            <a:extLst>
              <a:ext uri="{FF2B5EF4-FFF2-40B4-BE49-F238E27FC236}">
                <a16:creationId xmlns:a16="http://schemas.microsoft.com/office/drawing/2014/main" id="{4D0EF952-5C88-45BE-A6EE-7F221D1C7396}"/>
              </a:ext>
            </a:extLst>
          </p:cNvPr>
          <p:cNvSpPr>
            <a:spLocks noGrp="1"/>
          </p:cNvSpPr>
          <p:nvPr/>
        </p:nvSpPr>
        <p:spPr>
          <a:xfrm>
            <a:off x="3534691" y="1383630"/>
            <a:ext cx="24757" cy="24757"/>
          </a:xfrm>
          <a:prstGeom prst="ellipse">
            <a:avLst/>
          </a:prstGeom>
          <a:solidFill>
            <a:srgbClr val="007C83">
              <a:alpha val="40000"/>
            </a:srgbClr>
          </a:solidFill>
          <a:ln w="0">
            <a:noFill/>
            <a:prstDash val="solid"/>
          </a:ln>
        </p:spPr>
      </p:sp>
      <p:sp>
        <p:nvSpPr>
          <p:cNvPr id="2325" name="LigandSeek2_vs_LigandSeek1_ellipse_7839">
            <a:extLst>
              <a:ext uri="{FF2B5EF4-FFF2-40B4-BE49-F238E27FC236}">
                <a16:creationId xmlns:a16="http://schemas.microsoft.com/office/drawing/2014/main" id="{FF0ED457-6B07-4364-BBCD-1EEE644EC47D}"/>
              </a:ext>
            </a:extLst>
          </p:cNvPr>
          <p:cNvSpPr>
            <a:spLocks noGrp="1"/>
          </p:cNvSpPr>
          <p:nvPr/>
        </p:nvSpPr>
        <p:spPr>
          <a:xfrm>
            <a:off x="3550920" y="1166658"/>
            <a:ext cx="24757" cy="24757"/>
          </a:xfrm>
          <a:prstGeom prst="ellipse">
            <a:avLst/>
          </a:prstGeom>
          <a:solidFill>
            <a:srgbClr val="007C83">
              <a:alpha val="40000"/>
            </a:srgbClr>
          </a:solidFill>
          <a:ln w="0">
            <a:noFill/>
            <a:prstDash val="solid"/>
          </a:ln>
        </p:spPr>
      </p:sp>
      <p:sp>
        <p:nvSpPr>
          <p:cNvPr id="2326" name="LigandSeek2_vs_LigandSeek1_ellipse_7840">
            <a:extLst>
              <a:ext uri="{FF2B5EF4-FFF2-40B4-BE49-F238E27FC236}">
                <a16:creationId xmlns:a16="http://schemas.microsoft.com/office/drawing/2014/main" id="{59DD3662-9898-4CFC-9B41-A56A9C035584}"/>
              </a:ext>
            </a:extLst>
          </p:cNvPr>
          <p:cNvSpPr>
            <a:spLocks noGrp="1"/>
          </p:cNvSpPr>
          <p:nvPr/>
        </p:nvSpPr>
        <p:spPr>
          <a:xfrm>
            <a:off x="3541730" y="1067364"/>
            <a:ext cx="24757" cy="24757"/>
          </a:xfrm>
          <a:prstGeom prst="ellipse">
            <a:avLst/>
          </a:prstGeom>
          <a:solidFill>
            <a:srgbClr val="007C83">
              <a:alpha val="40000"/>
            </a:srgbClr>
          </a:solidFill>
          <a:ln w="0">
            <a:noFill/>
            <a:prstDash val="solid"/>
          </a:ln>
        </p:spPr>
      </p:sp>
      <p:sp>
        <p:nvSpPr>
          <p:cNvPr id="2327" name="LigandSeek2_vs_LigandSeek1_ellipse_7841">
            <a:extLst>
              <a:ext uri="{FF2B5EF4-FFF2-40B4-BE49-F238E27FC236}">
                <a16:creationId xmlns:a16="http://schemas.microsoft.com/office/drawing/2014/main" id="{85725861-A1E8-49C1-BC5A-EC9D32781163}"/>
              </a:ext>
            </a:extLst>
          </p:cNvPr>
          <p:cNvSpPr>
            <a:spLocks noGrp="1"/>
          </p:cNvSpPr>
          <p:nvPr/>
        </p:nvSpPr>
        <p:spPr>
          <a:xfrm>
            <a:off x="3478634" y="1288483"/>
            <a:ext cx="24757" cy="24757"/>
          </a:xfrm>
          <a:prstGeom prst="ellipse">
            <a:avLst/>
          </a:prstGeom>
          <a:solidFill>
            <a:srgbClr val="007C83">
              <a:alpha val="40000"/>
            </a:srgbClr>
          </a:solidFill>
          <a:ln w="0">
            <a:noFill/>
            <a:prstDash val="solid"/>
          </a:ln>
        </p:spPr>
      </p:sp>
      <p:sp>
        <p:nvSpPr>
          <p:cNvPr id="2328" name="LigandSeek2_vs_LigandSeek1_ellipse_7842">
            <a:extLst>
              <a:ext uri="{FF2B5EF4-FFF2-40B4-BE49-F238E27FC236}">
                <a16:creationId xmlns:a16="http://schemas.microsoft.com/office/drawing/2014/main" id="{E96CA8D6-72C3-4D8F-BDA6-B45BEE323CE0}"/>
              </a:ext>
            </a:extLst>
          </p:cNvPr>
          <p:cNvSpPr>
            <a:spLocks noGrp="1"/>
          </p:cNvSpPr>
          <p:nvPr/>
        </p:nvSpPr>
        <p:spPr>
          <a:xfrm>
            <a:off x="3512950" y="1218118"/>
            <a:ext cx="24757" cy="24757"/>
          </a:xfrm>
          <a:prstGeom prst="ellipse">
            <a:avLst/>
          </a:prstGeom>
          <a:solidFill>
            <a:srgbClr val="007C83">
              <a:alpha val="40000"/>
            </a:srgbClr>
          </a:solidFill>
          <a:ln w="0">
            <a:noFill/>
            <a:prstDash val="solid"/>
          </a:ln>
        </p:spPr>
      </p:sp>
      <p:sp>
        <p:nvSpPr>
          <p:cNvPr id="2329" name="LigandSeek2_vs_LigandSeek1_ellipse_7843">
            <a:extLst>
              <a:ext uri="{FF2B5EF4-FFF2-40B4-BE49-F238E27FC236}">
                <a16:creationId xmlns:a16="http://schemas.microsoft.com/office/drawing/2014/main" id="{A3ADC46D-3D06-48B1-BD86-CF3480EC45D0}"/>
              </a:ext>
            </a:extLst>
          </p:cNvPr>
          <p:cNvSpPr>
            <a:spLocks noGrp="1"/>
          </p:cNvSpPr>
          <p:nvPr/>
        </p:nvSpPr>
        <p:spPr>
          <a:xfrm>
            <a:off x="3550282" y="1105107"/>
            <a:ext cx="24757" cy="24757"/>
          </a:xfrm>
          <a:prstGeom prst="ellipse">
            <a:avLst/>
          </a:prstGeom>
          <a:solidFill>
            <a:srgbClr val="007C83">
              <a:alpha val="40000"/>
            </a:srgbClr>
          </a:solidFill>
          <a:ln w="0">
            <a:noFill/>
            <a:prstDash val="solid"/>
          </a:ln>
        </p:spPr>
      </p:sp>
      <p:sp>
        <p:nvSpPr>
          <p:cNvPr id="2330" name="LigandSeek2_vs_LigandSeek1_ellipse_7844">
            <a:extLst>
              <a:ext uri="{FF2B5EF4-FFF2-40B4-BE49-F238E27FC236}">
                <a16:creationId xmlns:a16="http://schemas.microsoft.com/office/drawing/2014/main" id="{C5C8B0E8-3C4B-4BD8-BB5D-BC918E49FAB2}"/>
              </a:ext>
            </a:extLst>
          </p:cNvPr>
          <p:cNvSpPr>
            <a:spLocks noGrp="1"/>
          </p:cNvSpPr>
          <p:nvPr/>
        </p:nvSpPr>
        <p:spPr>
          <a:xfrm>
            <a:off x="3529594" y="965272"/>
            <a:ext cx="24757" cy="24757"/>
          </a:xfrm>
          <a:prstGeom prst="ellipse">
            <a:avLst/>
          </a:prstGeom>
          <a:solidFill>
            <a:srgbClr val="007C83">
              <a:alpha val="40000"/>
            </a:srgbClr>
          </a:solidFill>
          <a:ln w="0">
            <a:noFill/>
            <a:prstDash val="solid"/>
          </a:ln>
        </p:spPr>
      </p:sp>
      <p:sp>
        <p:nvSpPr>
          <p:cNvPr id="2331" name="LigandSeek2_vs_LigandSeek1_ellipse_7845">
            <a:extLst>
              <a:ext uri="{FF2B5EF4-FFF2-40B4-BE49-F238E27FC236}">
                <a16:creationId xmlns:a16="http://schemas.microsoft.com/office/drawing/2014/main" id="{16BDB2F2-9D5E-4B01-9ABA-87A456F0BC72}"/>
              </a:ext>
            </a:extLst>
          </p:cNvPr>
          <p:cNvSpPr>
            <a:spLocks noGrp="1"/>
          </p:cNvSpPr>
          <p:nvPr/>
        </p:nvSpPr>
        <p:spPr>
          <a:xfrm>
            <a:off x="3552228" y="1189232"/>
            <a:ext cx="24757" cy="24757"/>
          </a:xfrm>
          <a:prstGeom prst="ellipse">
            <a:avLst/>
          </a:prstGeom>
          <a:solidFill>
            <a:srgbClr val="007C83">
              <a:alpha val="40000"/>
            </a:srgbClr>
          </a:solidFill>
          <a:ln w="0">
            <a:noFill/>
            <a:prstDash val="solid"/>
          </a:ln>
        </p:spPr>
      </p:sp>
      <p:sp>
        <p:nvSpPr>
          <p:cNvPr id="2332" name="LigandSeek2_vs_LigandSeek1_ellipse_7846">
            <a:extLst>
              <a:ext uri="{FF2B5EF4-FFF2-40B4-BE49-F238E27FC236}">
                <a16:creationId xmlns:a16="http://schemas.microsoft.com/office/drawing/2014/main" id="{31C77087-307C-472F-A6B4-1E633EDD528D}"/>
              </a:ext>
            </a:extLst>
          </p:cNvPr>
          <p:cNvSpPr>
            <a:spLocks noGrp="1"/>
          </p:cNvSpPr>
          <p:nvPr/>
        </p:nvSpPr>
        <p:spPr>
          <a:xfrm>
            <a:off x="3536128" y="1890368"/>
            <a:ext cx="24757" cy="24757"/>
          </a:xfrm>
          <a:prstGeom prst="ellipse">
            <a:avLst/>
          </a:prstGeom>
          <a:solidFill>
            <a:srgbClr val="007C83">
              <a:alpha val="40000"/>
            </a:srgbClr>
          </a:solidFill>
          <a:ln w="0">
            <a:noFill/>
            <a:prstDash val="solid"/>
          </a:ln>
        </p:spPr>
      </p:sp>
      <p:sp>
        <p:nvSpPr>
          <p:cNvPr id="2333" name="LigandSeek2_vs_LigandSeek1_ellipse_7847">
            <a:extLst>
              <a:ext uri="{FF2B5EF4-FFF2-40B4-BE49-F238E27FC236}">
                <a16:creationId xmlns:a16="http://schemas.microsoft.com/office/drawing/2014/main" id="{6E76A2FC-8396-4C98-B86D-73323D26325B}"/>
              </a:ext>
            </a:extLst>
          </p:cNvPr>
          <p:cNvSpPr>
            <a:spLocks noGrp="1"/>
          </p:cNvSpPr>
          <p:nvPr/>
        </p:nvSpPr>
        <p:spPr>
          <a:xfrm>
            <a:off x="3545564" y="1140944"/>
            <a:ext cx="24757" cy="24757"/>
          </a:xfrm>
          <a:prstGeom prst="ellipse">
            <a:avLst/>
          </a:prstGeom>
          <a:solidFill>
            <a:srgbClr val="007C83">
              <a:alpha val="40000"/>
            </a:srgbClr>
          </a:solidFill>
          <a:ln w="0">
            <a:noFill/>
            <a:prstDash val="solid"/>
          </a:ln>
        </p:spPr>
      </p:sp>
      <p:sp>
        <p:nvSpPr>
          <p:cNvPr id="2334" name="LigandSeek2_vs_LigandSeek1_ellipse_7848">
            <a:extLst>
              <a:ext uri="{FF2B5EF4-FFF2-40B4-BE49-F238E27FC236}">
                <a16:creationId xmlns:a16="http://schemas.microsoft.com/office/drawing/2014/main" id="{66C13AE7-5FAF-4BF9-9A85-F4ED8A83D489}"/>
              </a:ext>
            </a:extLst>
          </p:cNvPr>
          <p:cNvSpPr>
            <a:spLocks noGrp="1"/>
          </p:cNvSpPr>
          <p:nvPr/>
        </p:nvSpPr>
        <p:spPr>
          <a:xfrm>
            <a:off x="3480607" y="1375503"/>
            <a:ext cx="24757" cy="24757"/>
          </a:xfrm>
          <a:prstGeom prst="ellipse">
            <a:avLst/>
          </a:prstGeom>
          <a:solidFill>
            <a:srgbClr val="007C83">
              <a:alpha val="40000"/>
            </a:srgbClr>
          </a:solidFill>
          <a:ln w="0">
            <a:noFill/>
            <a:prstDash val="solid"/>
          </a:ln>
        </p:spPr>
      </p:sp>
      <p:sp>
        <p:nvSpPr>
          <p:cNvPr id="2335" name="LigandSeek2_vs_LigandSeek1_ellipse_7849">
            <a:extLst>
              <a:ext uri="{FF2B5EF4-FFF2-40B4-BE49-F238E27FC236}">
                <a16:creationId xmlns:a16="http://schemas.microsoft.com/office/drawing/2014/main" id="{EE04E63F-C355-403C-A858-DCE35A46D13E}"/>
              </a:ext>
            </a:extLst>
          </p:cNvPr>
          <p:cNvSpPr>
            <a:spLocks noGrp="1"/>
          </p:cNvSpPr>
          <p:nvPr/>
        </p:nvSpPr>
        <p:spPr>
          <a:xfrm>
            <a:off x="3506465" y="1806947"/>
            <a:ext cx="24757" cy="24757"/>
          </a:xfrm>
          <a:prstGeom prst="ellipse">
            <a:avLst/>
          </a:prstGeom>
          <a:solidFill>
            <a:srgbClr val="007C83">
              <a:alpha val="40000"/>
            </a:srgbClr>
          </a:solidFill>
          <a:ln w="0">
            <a:noFill/>
            <a:prstDash val="solid"/>
          </a:ln>
        </p:spPr>
      </p:sp>
      <p:sp>
        <p:nvSpPr>
          <p:cNvPr id="2336" name="LigandSeek2_vs_LigandSeek1_ellipse_7850">
            <a:extLst>
              <a:ext uri="{FF2B5EF4-FFF2-40B4-BE49-F238E27FC236}">
                <a16:creationId xmlns:a16="http://schemas.microsoft.com/office/drawing/2014/main" id="{0C3F932E-7109-4FCF-A69B-E9DD8765599B}"/>
              </a:ext>
            </a:extLst>
          </p:cNvPr>
          <p:cNvSpPr>
            <a:spLocks noGrp="1"/>
          </p:cNvSpPr>
          <p:nvPr/>
        </p:nvSpPr>
        <p:spPr>
          <a:xfrm>
            <a:off x="3514209" y="1337021"/>
            <a:ext cx="24757" cy="24757"/>
          </a:xfrm>
          <a:prstGeom prst="ellipse">
            <a:avLst/>
          </a:prstGeom>
          <a:solidFill>
            <a:srgbClr val="007C83">
              <a:alpha val="40000"/>
            </a:srgbClr>
          </a:solidFill>
          <a:ln w="0">
            <a:noFill/>
            <a:prstDash val="solid"/>
          </a:ln>
        </p:spPr>
      </p:sp>
      <p:sp>
        <p:nvSpPr>
          <p:cNvPr id="2337" name="LigandSeek2_vs_LigandSeek1_ellipse_7851">
            <a:extLst>
              <a:ext uri="{FF2B5EF4-FFF2-40B4-BE49-F238E27FC236}">
                <a16:creationId xmlns:a16="http://schemas.microsoft.com/office/drawing/2014/main" id="{ADE6E0D9-ED19-4FC0-83A5-6C6DA714EB3C}"/>
              </a:ext>
            </a:extLst>
          </p:cNvPr>
          <p:cNvSpPr>
            <a:spLocks noGrp="1"/>
          </p:cNvSpPr>
          <p:nvPr/>
        </p:nvSpPr>
        <p:spPr>
          <a:xfrm>
            <a:off x="3502512" y="1505618"/>
            <a:ext cx="24757" cy="24757"/>
          </a:xfrm>
          <a:prstGeom prst="ellipse">
            <a:avLst/>
          </a:prstGeom>
          <a:solidFill>
            <a:srgbClr val="007C83">
              <a:alpha val="40000"/>
            </a:srgbClr>
          </a:solidFill>
          <a:ln w="0">
            <a:noFill/>
            <a:prstDash val="solid"/>
          </a:ln>
        </p:spPr>
      </p:sp>
      <p:sp>
        <p:nvSpPr>
          <p:cNvPr id="2338" name="LigandSeek2_vs_LigandSeek1_ellipse_7852">
            <a:extLst>
              <a:ext uri="{FF2B5EF4-FFF2-40B4-BE49-F238E27FC236}">
                <a16:creationId xmlns:a16="http://schemas.microsoft.com/office/drawing/2014/main" id="{900B254F-9E13-4922-9ECF-4AD120037498}"/>
              </a:ext>
            </a:extLst>
          </p:cNvPr>
          <p:cNvSpPr>
            <a:spLocks noGrp="1"/>
          </p:cNvSpPr>
          <p:nvPr/>
        </p:nvSpPr>
        <p:spPr>
          <a:xfrm>
            <a:off x="3549738" y="1763196"/>
            <a:ext cx="24757" cy="24757"/>
          </a:xfrm>
          <a:prstGeom prst="ellipse">
            <a:avLst/>
          </a:prstGeom>
          <a:solidFill>
            <a:srgbClr val="007C83">
              <a:alpha val="40000"/>
            </a:srgbClr>
          </a:solidFill>
          <a:ln w="0">
            <a:noFill/>
            <a:prstDash val="solid"/>
          </a:ln>
        </p:spPr>
      </p:sp>
      <p:sp>
        <p:nvSpPr>
          <p:cNvPr id="2339" name="LigandSeek2_vs_LigandSeek1_ellipse_7853">
            <a:extLst>
              <a:ext uri="{FF2B5EF4-FFF2-40B4-BE49-F238E27FC236}">
                <a16:creationId xmlns:a16="http://schemas.microsoft.com/office/drawing/2014/main" id="{496D9ED5-5A3C-49BC-8052-A646A8737F03}"/>
              </a:ext>
            </a:extLst>
          </p:cNvPr>
          <p:cNvSpPr>
            <a:spLocks noGrp="1"/>
          </p:cNvSpPr>
          <p:nvPr/>
        </p:nvSpPr>
        <p:spPr>
          <a:xfrm>
            <a:off x="3551478" y="1079754"/>
            <a:ext cx="24757" cy="24757"/>
          </a:xfrm>
          <a:prstGeom prst="ellipse">
            <a:avLst/>
          </a:prstGeom>
          <a:solidFill>
            <a:srgbClr val="007C83">
              <a:alpha val="40000"/>
            </a:srgbClr>
          </a:solidFill>
          <a:ln w="0">
            <a:noFill/>
            <a:prstDash val="solid"/>
          </a:ln>
        </p:spPr>
      </p:sp>
      <p:sp>
        <p:nvSpPr>
          <p:cNvPr id="2340" name="LigandSeek2_vs_LigandSeek1_ellipse_7854">
            <a:extLst>
              <a:ext uri="{FF2B5EF4-FFF2-40B4-BE49-F238E27FC236}">
                <a16:creationId xmlns:a16="http://schemas.microsoft.com/office/drawing/2014/main" id="{120A4684-21AF-4EF7-8766-C03942933DF5}"/>
              </a:ext>
            </a:extLst>
          </p:cNvPr>
          <p:cNvSpPr>
            <a:spLocks noGrp="1"/>
          </p:cNvSpPr>
          <p:nvPr/>
        </p:nvSpPr>
        <p:spPr>
          <a:xfrm>
            <a:off x="3545556" y="1017202"/>
            <a:ext cx="24757" cy="24757"/>
          </a:xfrm>
          <a:prstGeom prst="ellipse">
            <a:avLst/>
          </a:prstGeom>
          <a:solidFill>
            <a:srgbClr val="007C83">
              <a:alpha val="40000"/>
            </a:srgbClr>
          </a:solidFill>
          <a:ln w="0">
            <a:noFill/>
            <a:prstDash val="solid"/>
          </a:ln>
        </p:spPr>
      </p:sp>
      <p:sp>
        <p:nvSpPr>
          <p:cNvPr id="2341" name="LigandSeek2_vs_LigandSeek1_ellipse_7855">
            <a:extLst>
              <a:ext uri="{FF2B5EF4-FFF2-40B4-BE49-F238E27FC236}">
                <a16:creationId xmlns:a16="http://schemas.microsoft.com/office/drawing/2014/main" id="{8F9D2951-6328-491C-9480-CA65E5220FB1}"/>
              </a:ext>
            </a:extLst>
          </p:cNvPr>
          <p:cNvSpPr>
            <a:spLocks noGrp="1"/>
          </p:cNvSpPr>
          <p:nvPr/>
        </p:nvSpPr>
        <p:spPr>
          <a:xfrm>
            <a:off x="3542729" y="1042292"/>
            <a:ext cx="24757" cy="24757"/>
          </a:xfrm>
          <a:prstGeom prst="ellipse">
            <a:avLst/>
          </a:prstGeom>
          <a:solidFill>
            <a:srgbClr val="007C83">
              <a:alpha val="40000"/>
            </a:srgbClr>
          </a:solidFill>
          <a:ln w="0">
            <a:noFill/>
            <a:prstDash val="solid"/>
          </a:ln>
        </p:spPr>
      </p:sp>
      <p:sp>
        <p:nvSpPr>
          <p:cNvPr id="2342" name="LigandSeek2_vs_LigandSeek1_ellipse_7856">
            <a:extLst>
              <a:ext uri="{FF2B5EF4-FFF2-40B4-BE49-F238E27FC236}">
                <a16:creationId xmlns:a16="http://schemas.microsoft.com/office/drawing/2014/main" id="{E25E0264-9D8D-4C0E-BCC1-D09F22408225}"/>
              </a:ext>
            </a:extLst>
          </p:cNvPr>
          <p:cNvSpPr>
            <a:spLocks noGrp="1"/>
          </p:cNvSpPr>
          <p:nvPr/>
        </p:nvSpPr>
        <p:spPr>
          <a:xfrm>
            <a:off x="3484524" y="1404991"/>
            <a:ext cx="24757" cy="24757"/>
          </a:xfrm>
          <a:prstGeom prst="ellipse">
            <a:avLst/>
          </a:prstGeom>
          <a:solidFill>
            <a:srgbClr val="007C83">
              <a:alpha val="40000"/>
            </a:srgbClr>
          </a:solidFill>
          <a:ln w="0">
            <a:noFill/>
            <a:prstDash val="solid"/>
          </a:ln>
        </p:spPr>
      </p:sp>
      <p:sp>
        <p:nvSpPr>
          <p:cNvPr id="2343" name="LigandSeek2_vs_LigandSeek1_ellipse_7857">
            <a:extLst>
              <a:ext uri="{FF2B5EF4-FFF2-40B4-BE49-F238E27FC236}">
                <a16:creationId xmlns:a16="http://schemas.microsoft.com/office/drawing/2014/main" id="{4FDF83C6-5C8A-4D23-A365-A864110E2FE7}"/>
              </a:ext>
            </a:extLst>
          </p:cNvPr>
          <p:cNvSpPr>
            <a:spLocks noGrp="1"/>
          </p:cNvSpPr>
          <p:nvPr/>
        </p:nvSpPr>
        <p:spPr>
          <a:xfrm>
            <a:off x="3526433" y="1676881"/>
            <a:ext cx="24757" cy="24757"/>
          </a:xfrm>
          <a:prstGeom prst="ellipse">
            <a:avLst/>
          </a:prstGeom>
          <a:solidFill>
            <a:srgbClr val="007C83">
              <a:alpha val="40000"/>
            </a:srgbClr>
          </a:solidFill>
          <a:ln w="0">
            <a:noFill/>
            <a:prstDash val="solid"/>
          </a:ln>
        </p:spPr>
      </p:sp>
      <p:sp>
        <p:nvSpPr>
          <p:cNvPr id="2344" name="LigandSeek2_vs_LigandSeek1_ellipse_7858">
            <a:extLst>
              <a:ext uri="{FF2B5EF4-FFF2-40B4-BE49-F238E27FC236}">
                <a16:creationId xmlns:a16="http://schemas.microsoft.com/office/drawing/2014/main" id="{DE9584D7-0A0B-4004-9D0D-FA08234B91BD}"/>
              </a:ext>
            </a:extLst>
          </p:cNvPr>
          <p:cNvSpPr>
            <a:spLocks noGrp="1"/>
          </p:cNvSpPr>
          <p:nvPr/>
        </p:nvSpPr>
        <p:spPr>
          <a:xfrm>
            <a:off x="3535157" y="1202660"/>
            <a:ext cx="24757" cy="24757"/>
          </a:xfrm>
          <a:prstGeom prst="ellipse">
            <a:avLst/>
          </a:prstGeom>
          <a:solidFill>
            <a:srgbClr val="007C83">
              <a:alpha val="40000"/>
            </a:srgbClr>
          </a:solidFill>
          <a:ln w="0">
            <a:noFill/>
            <a:prstDash val="solid"/>
          </a:ln>
        </p:spPr>
      </p:sp>
      <p:sp>
        <p:nvSpPr>
          <p:cNvPr id="2345" name="LigandSeek2_vs_LigandSeek1_ellipse_7859">
            <a:extLst>
              <a:ext uri="{FF2B5EF4-FFF2-40B4-BE49-F238E27FC236}">
                <a16:creationId xmlns:a16="http://schemas.microsoft.com/office/drawing/2014/main" id="{6CFB27F9-3D28-4A26-85C0-67EFA7A0F340}"/>
              </a:ext>
            </a:extLst>
          </p:cNvPr>
          <p:cNvSpPr>
            <a:spLocks noGrp="1"/>
          </p:cNvSpPr>
          <p:nvPr/>
        </p:nvSpPr>
        <p:spPr>
          <a:xfrm>
            <a:off x="3481487" y="1032271"/>
            <a:ext cx="24757" cy="24757"/>
          </a:xfrm>
          <a:prstGeom prst="ellipse">
            <a:avLst/>
          </a:prstGeom>
          <a:solidFill>
            <a:srgbClr val="007C83">
              <a:alpha val="40000"/>
            </a:srgbClr>
          </a:solidFill>
          <a:ln w="0">
            <a:noFill/>
            <a:prstDash val="solid"/>
          </a:ln>
        </p:spPr>
      </p:sp>
      <p:sp>
        <p:nvSpPr>
          <p:cNvPr id="2346" name="LigandSeek2_vs_LigandSeek1_ellipse_7860">
            <a:extLst>
              <a:ext uri="{FF2B5EF4-FFF2-40B4-BE49-F238E27FC236}">
                <a16:creationId xmlns:a16="http://schemas.microsoft.com/office/drawing/2014/main" id="{96276787-09CC-4AAB-AE43-204B1E0B59AD}"/>
              </a:ext>
            </a:extLst>
          </p:cNvPr>
          <p:cNvSpPr>
            <a:spLocks noGrp="1"/>
          </p:cNvSpPr>
          <p:nvPr/>
        </p:nvSpPr>
        <p:spPr>
          <a:xfrm>
            <a:off x="3498924" y="1082002"/>
            <a:ext cx="24757" cy="24757"/>
          </a:xfrm>
          <a:prstGeom prst="ellipse">
            <a:avLst/>
          </a:prstGeom>
          <a:solidFill>
            <a:srgbClr val="007C83">
              <a:alpha val="40000"/>
            </a:srgbClr>
          </a:solidFill>
          <a:ln w="0">
            <a:noFill/>
            <a:prstDash val="solid"/>
          </a:ln>
        </p:spPr>
      </p:sp>
      <p:sp>
        <p:nvSpPr>
          <p:cNvPr id="2347" name="LigandSeek2_vs_LigandSeek1_ellipse_7861">
            <a:extLst>
              <a:ext uri="{FF2B5EF4-FFF2-40B4-BE49-F238E27FC236}">
                <a16:creationId xmlns:a16="http://schemas.microsoft.com/office/drawing/2014/main" id="{407C6D8C-7E24-4354-973A-2816F8FA402F}"/>
              </a:ext>
            </a:extLst>
          </p:cNvPr>
          <p:cNvSpPr>
            <a:spLocks noGrp="1"/>
          </p:cNvSpPr>
          <p:nvPr/>
        </p:nvSpPr>
        <p:spPr>
          <a:xfrm>
            <a:off x="3483011" y="1890368"/>
            <a:ext cx="24757" cy="24757"/>
          </a:xfrm>
          <a:prstGeom prst="ellipse">
            <a:avLst/>
          </a:prstGeom>
          <a:solidFill>
            <a:srgbClr val="007C83">
              <a:alpha val="40000"/>
            </a:srgbClr>
          </a:solidFill>
          <a:ln w="0">
            <a:noFill/>
            <a:prstDash val="solid"/>
          </a:ln>
        </p:spPr>
      </p:sp>
      <p:sp>
        <p:nvSpPr>
          <p:cNvPr id="2348" name="LigandSeek2_vs_LigandSeek1_ellipse_7862">
            <a:extLst>
              <a:ext uri="{FF2B5EF4-FFF2-40B4-BE49-F238E27FC236}">
                <a16:creationId xmlns:a16="http://schemas.microsoft.com/office/drawing/2014/main" id="{4EE15B2F-D1BF-4CBD-BA35-FEFA94402F23}"/>
              </a:ext>
            </a:extLst>
          </p:cNvPr>
          <p:cNvSpPr>
            <a:spLocks noGrp="1"/>
          </p:cNvSpPr>
          <p:nvPr/>
        </p:nvSpPr>
        <p:spPr>
          <a:xfrm>
            <a:off x="3532841" y="1030061"/>
            <a:ext cx="24757" cy="24757"/>
          </a:xfrm>
          <a:prstGeom prst="ellipse">
            <a:avLst/>
          </a:prstGeom>
          <a:solidFill>
            <a:srgbClr val="007C83">
              <a:alpha val="40000"/>
            </a:srgbClr>
          </a:solidFill>
          <a:ln w="0">
            <a:noFill/>
            <a:prstDash val="solid"/>
          </a:ln>
        </p:spPr>
      </p:sp>
      <p:sp>
        <p:nvSpPr>
          <p:cNvPr id="2349" name="LigandSeek2_vs_LigandSeek1_ellipse_7863">
            <a:extLst>
              <a:ext uri="{FF2B5EF4-FFF2-40B4-BE49-F238E27FC236}">
                <a16:creationId xmlns:a16="http://schemas.microsoft.com/office/drawing/2014/main" id="{6F438E7C-3EF6-4FF6-A2F2-67089C3A542B}"/>
              </a:ext>
            </a:extLst>
          </p:cNvPr>
          <p:cNvSpPr>
            <a:spLocks noGrp="1"/>
          </p:cNvSpPr>
          <p:nvPr/>
        </p:nvSpPr>
        <p:spPr>
          <a:xfrm>
            <a:off x="3507120" y="1217652"/>
            <a:ext cx="24757" cy="24757"/>
          </a:xfrm>
          <a:prstGeom prst="ellipse">
            <a:avLst/>
          </a:prstGeom>
          <a:solidFill>
            <a:srgbClr val="007C83">
              <a:alpha val="40000"/>
            </a:srgbClr>
          </a:solidFill>
          <a:ln w="0">
            <a:noFill/>
            <a:prstDash val="solid"/>
          </a:ln>
        </p:spPr>
      </p:sp>
      <p:sp>
        <p:nvSpPr>
          <p:cNvPr id="2350" name="LigandSeek2_vs_LigandSeek1_ellipse_7864">
            <a:extLst>
              <a:ext uri="{FF2B5EF4-FFF2-40B4-BE49-F238E27FC236}">
                <a16:creationId xmlns:a16="http://schemas.microsoft.com/office/drawing/2014/main" id="{4FFFBC84-6142-44B1-90C6-9031FA92F08C}"/>
              </a:ext>
            </a:extLst>
          </p:cNvPr>
          <p:cNvSpPr>
            <a:spLocks noGrp="1"/>
          </p:cNvSpPr>
          <p:nvPr/>
        </p:nvSpPr>
        <p:spPr>
          <a:xfrm>
            <a:off x="3540251" y="1021069"/>
            <a:ext cx="24757" cy="24757"/>
          </a:xfrm>
          <a:prstGeom prst="ellipse">
            <a:avLst/>
          </a:prstGeom>
          <a:solidFill>
            <a:srgbClr val="007C83">
              <a:alpha val="40000"/>
            </a:srgbClr>
          </a:solidFill>
          <a:ln w="0">
            <a:noFill/>
            <a:prstDash val="solid"/>
          </a:ln>
        </p:spPr>
      </p:sp>
      <p:sp>
        <p:nvSpPr>
          <p:cNvPr id="2351" name="LigandSeek2_vs_LigandSeek1_ellipse_7865">
            <a:extLst>
              <a:ext uri="{FF2B5EF4-FFF2-40B4-BE49-F238E27FC236}">
                <a16:creationId xmlns:a16="http://schemas.microsoft.com/office/drawing/2014/main" id="{45BC3C2B-F862-4650-A159-1DF1B4239C34}"/>
              </a:ext>
            </a:extLst>
          </p:cNvPr>
          <p:cNvSpPr>
            <a:spLocks noGrp="1"/>
          </p:cNvSpPr>
          <p:nvPr/>
        </p:nvSpPr>
        <p:spPr>
          <a:xfrm>
            <a:off x="3546436" y="1096811"/>
            <a:ext cx="24757" cy="24757"/>
          </a:xfrm>
          <a:prstGeom prst="ellipse">
            <a:avLst/>
          </a:prstGeom>
          <a:solidFill>
            <a:srgbClr val="007C83">
              <a:alpha val="40000"/>
            </a:srgbClr>
          </a:solidFill>
          <a:ln w="0">
            <a:noFill/>
            <a:prstDash val="solid"/>
          </a:ln>
        </p:spPr>
      </p:sp>
      <p:sp>
        <p:nvSpPr>
          <p:cNvPr id="2352" name="LigandSeek2_vs_LigandSeek1_ellipse_7866">
            <a:extLst>
              <a:ext uri="{FF2B5EF4-FFF2-40B4-BE49-F238E27FC236}">
                <a16:creationId xmlns:a16="http://schemas.microsoft.com/office/drawing/2014/main" id="{B89C5D11-FA4F-4819-8F3E-820A30DA0CD7}"/>
              </a:ext>
            </a:extLst>
          </p:cNvPr>
          <p:cNvSpPr>
            <a:spLocks noGrp="1"/>
          </p:cNvSpPr>
          <p:nvPr/>
        </p:nvSpPr>
        <p:spPr>
          <a:xfrm>
            <a:off x="3472476" y="1158913"/>
            <a:ext cx="24757" cy="24757"/>
          </a:xfrm>
          <a:prstGeom prst="ellipse">
            <a:avLst/>
          </a:prstGeom>
          <a:solidFill>
            <a:srgbClr val="007C83">
              <a:alpha val="40000"/>
            </a:srgbClr>
          </a:solidFill>
          <a:ln w="0">
            <a:noFill/>
            <a:prstDash val="solid"/>
          </a:ln>
        </p:spPr>
      </p:sp>
      <p:sp>
        <p:nvSpPr>
          <p:cNvPr id="2353" name="LigandSeek2_vs_LigandSeek1_ellipse_7867">
            <a:extLst>
              <a:ext uri="{FF2B5EF4-FFF2-40B4-BE49-F238E27FC236}">
                <a16:creationId xmlns:a16="http://schemas.microsoft.com/office/drawing/2014/main" id="{CB5A51CF-6E85-4D3A-AF50-9CC0CE0D6911}"/>
              </a:ext>
            </a:extLst>
          </p:cNvPr>
          <p:cNvSpPr>
            <a:spLocks noGrp="1"/>
          </p:cNvSpPr>
          <p:nvPr/>
        </p:nvSpPr>
        <p:spPr>
          <a:xfrm>
            <a:off x="3550094" y="1890368"/>
            <a:ext cx="24757" cy="24757"/>
          </a:xfrm>
          <a:prstGeom prst="ellipse">
            <a:avLst/>
          </a:prstGeom>
          <a:solidFill>
            <a:srgbClr val="007C83">
              <a:alpha val="40000"/>
            </a:srgbClr>
          </a:solidFill>
          <a:ln w="0">
            <a:noFill/>
            <a:prstDash val="solid"/>
          </a:ln>
        </p:spPr>
      </p:sp>
      <p:sp>
        <p:nvSpPr>
          <p:cNvPr id="2354" name="LigandSeek2_vs_LigandSeek1_ellipse_7868">
            <a:extLst>
              <a:ext uri="{FF2B5EF4-FFF2-40B4-BE49-F238E27FC236}">
                <a16:creationId xmlns:a16="http://schemas.microsoft.com/office/drawing/2014/main" id="{929E482D-AB08-47B1-B36E-D43439A72D19}"/>
              </a:ext>
            </a:extLst>
          </p:cNvPr>
          <p:cNvSpPr>
            <a:spLocks noGrp="1"/>
          </p:cNvSpPr>
          <p:nvPr/>
        </p:nvSpPr>
        <p:spPr>
          <a:xfrm>
            <a:off x="4127440" y="845009"/>
            <a:ext cx="24757" cy="24757"/>
          </a:xfrm>
          <a:prstGeom prst="ellipse">
            <a:avLst/>
          </a:prstGeom>
          <a:solidFill>
            <a:srgbClr val="007C83">
              <a:alpha val="40000"/>
            </a:srgbClr>
          </a:solidFill>
          <a:ln w="0">
            <a:noFill/>
            <a:prstDash val="solid"/>
          </a:ln>
        </p:spPr>
      </p:sp>
      <p:sp>
        <p:nvSpPr>
          <p:cNvPr id="2355" name="LigandSeek2_vs_LigandSeek1_ellipse_7869">
            <a:extLst>
              <a:ext uri="{FF2B5EF4-FFF2-40B4-BE49-F238E27FC236}">
                <a16:creationId xmlns:a16="http://schemas.microsoft.com/office/drawing/2014/main" id="{2EC535DA-0DB3-45BF-9245-F94DFD963DD2}"/>
              </a:ext>
            </a:extLst>
          </p:cNvPr>
          <p:cNvSpPr>
            <a:spLocks noGrp="1"/>
          </p:cNvSpPr>
          <p:nvPr/>
        </p:nvSpPr>
        <p:spPr>
          <a:xfrm>
            <a:off x="4109177" y="852929"/>
            <a:ext cx="24757" cy="24757"/>
          </a:xfrm>
          <a:prstGeom prst="ellipse">
            <a:avLst/>
          </a:prstGeom>
          <a:solidFill>
            <a:srgbClr val="007C83">
              <a:alpha val="40000"/>
            </a:srgbClr>
          </a:solidFill>
          <a:ln w="0">
            <a:noFill/>
            <a:prstDash val="solid"/>
          </a:ln>
        </p:spPr>
      </p:sp>
      <p:sp>
        <p:nvSpPr>
          <p:cNvPr id="2356" name="LigandSeek2_vs_LigandSeek1_ellipse_7870">
            <a:extLst>
              <a:ext uri="{FF2B5EF4-FFF2-40B4-BE49-F238E27FC236}">
                <a16:creationId xmlns:a16="http://schemas.microsoft.com/office/drawing/2014/main" id="{96D15B92-F83F-47CF-8427-F3E7F7290863}"/>
              </a:ext>
            </a:extLst>
          </p:cNvPr>
          <p:cNvSpPr>
            <a:spLocks noGrp="1"/>
          </p:cNvSpPr>
          <p:nvPr/>
        </p:nvSpPr>
        <p:spPr>
          <a:xfrm>
            <a:off x="4163044" y="845009"/>
            <a:ext cx="24757" cy="24757"/>
          </a:xfrm>
          <a:prstGeom prst="ellipse">
            <a:avLst/>
          </a:prstGeom>
          <a:solidFill>
            <a:srgbClr val="007C83">
              <a:alpha val="40000"/>
            </a:srgbClr>
          </a:solidFill>
          <a:ln w="0">
            <a:noFill/>
            <a:prstDash val="solid"/>
          </a:ln>
        </p:spPr>
      </p:sp>
      <p:sp>
        <p:nvSpPr>
          <p:cNvPr id="2357" name="LigandSeek2_vs_LigandSeek1_ellipse_7871">
            <a:extLst>
              <a:ext uri="{FF2B5EF4-FFF2-40B4-BE49-F238E27FC236}">
                <a16:creationId xmlns:a16="http://schemas.microsoft.com/office/drawing/2014/main" id="{C770B52D-E317-48BF-8EC0-312848BB4B22}"/>
              </a:ext>
            </a:extLst>
          </p:cNvPr>
          <p:cNvSpPr>
            <a:spLocks noGrp="1"/>
          </p:cNvSpPr>
          <p:nvPr/>
        </p:nvSpPr>
        <p:spPr>
          <a:xfrm>
            <a:off x="4150437" y="845009"/>
            <a:ext cx="24757" cy="24757"/>
          </a:xfrm>
          <a:prstGeom prst="ellipse">
            <a:avLst/>
          </a:prstGeom>
          <a:solidFill>
            <a:srgbClr val="007C83">
              <a:alpha val="40000"/>
            </a:srgbClr>
          </a:solidFill>
          <a:ln w="0">
            <a:noFill/>
            <a:prstDash val="solid"/>
          </a:ln>
        </p:spPr>
      </p:sp>
      <p:sp>
        <p:nvSpPr>
          <p:cNvPr id="2358" name="LigandSeek2_vs_LigandSeek1_ellipse_7872">
            <a:extLst>
              <a:ext uri="{FF2B5EF4-FFF2-40B4-BE49-F238E27FC236}">
                <a16:creationId xmlns:a16="http://schemas.microsoft.com/office/drawing/2014/main" id="{34067E5C-31B9-44CE-BD81-3730EFB1A797}"/>
              </a:ext>
            </a:extLst>
          </p:cNvPr>
          <p:cNvSpPr>
            <a:spLocks noGrp="1"/>
          </p:cNvSpPr>
          <p:nvPr/>
        </p:nvSpPr>
        <p:spPr>
          <a:xfrm>
            <a:off x="4099076" y="845009"/>
            <a:ext cx="24757" cy="24757"/>
          </a:xfrm>
          <a:prstGeom prst="ellipse">
            <a:avLst/>
          </a:prstGeom>
          <a:solidFill>
            <a:srgbClr val="007C83">
              <a:alpha val="40000"/>
            </a:srgbClr>
          </a:solidFill>
          <a:ln w="0">
            <a:noFill/>
            <a:prstDash val="solid"/>
          </a:ln>
        </p:spPr>
      </p:sp>
      <p:sp>
        <p:nvSpPr>
          <p:cNvPr id="2359" name="LigandSeek2_vs_LigandSeek1_ellipse_7873">
            <a:extLst>
              <a:ext uri="{FF2B5EF4-FFF2-40B4-BE49-F238E27FC236}">
                <a16:creationId xmlns:a16="http://schemas.microsoft.com/office/drawing/2014/main" id="{6CD166F5-9E68-41C8-9FCC-9D6F8CCE7849}"/>
              </a:ext>
            </a:extLst>
          </p:cNvPr>
          <p:cNvSpPr>
            <a:spLocks noGrp="1"/>
          </p:cNvSpPr>
          <p:nvPr/>
        </p:nvSpPr>
        <p:spPr>
          <a:xfrm>
            <a:off x="4095302" y="1304889"/>
            <a:ext cx="24757" cy="24757"/>
          </a:xfrm>
          <a:prstGeom prst="ellipse">
            <a:avLst/>
          </a:prstGeom>
          <a:solidFill>
            <a:srgbClr val="007C83">
              <a:alpha val="40000"/>
            </a:srgbClr>
          </a:solidFill>
          <a:ln w="0">
            <a:noFill/>
            <a:prstDash val="solid"/>
          </a:ln>
        </p:spPr>
      </p:sp>
      <p:sp>
        <p:nvSpPr>
          <p:cNvPr id="2360" name="LigandSeek2_vs_LigandSeek1_ellipse_7874">
            <a:extLst>
              <a:ext uri="{FF2B5EF4-FFF2-40B4-BE49-F238E27FC236}">
                <a16:creationId xmlns:a16="http://schemas.microsoft.com/office/drawing/2014/main" id="{FC73C0BE-99C5-401A-AAE3-FCFD5FBA1E93}"/>
              </a:ext>
            </a:extLst>
          </p:cNvPr>
          <p:cNvSpPr>
            <a:spLocks noGrp="1"/>
          </p:cNvSpPr>
          <p:nvPr/>
        </p:nvSpPr>
        <p:spPr>
          <a:xfrm>
            <a:off x="4120110" y="845009"/>
            <a:ext cx="24757" cy="24757"/>
          </a:xfrm>
          <a:prstGeom prst="ellipse">
            <a:avLst/>
          </a:prstGeom>
          <a:solidFill>
            <a:srgbClr val="007C83">
              <a:alpha val="40000"/>
            </a:srgbClr>
          </a:solidFill>
          <a:ln w="0">
            <a:noFill/>
            <a:prstDash val="solid"/>
          </a:ln>
        </p:spPr>
      </p:sp>
      <p:sp>
        <p:nvSpPr>
          <p:cNvPr id="2361" name="LigandSeek2_vs_LigandSeek1_ellipse_7875">
            <a:extLst>
              <a:ext uri="{FF2B5EF4-FFF2-40B4-BE49-F238E27FC236}">
                <a16:creationId xmlns:a16="http://schemas.microsoft.com/office/drawing/2014/main" id="{9670BAC0-AE5B-465A-81E9-E7CF11287E18}"/>
              </a:ext>
            </a:extLst>
          </p:cNvPr>
          <p:cNvSpPr>
            <a:spLocks noGrp="1"/>
          </p:cNvSpPr>
          <p:nvPr/>
        </p:nvSpPr>
        <p:spPr>
          <a:xfrm>
            <a:off x="4129970" y="845009"/>
            <a:ext cx="24757" cy="24757"/>
          </a:xfrm>
          <a:prstGeom prst="ellipse">
            <a:avLst/>
          </a:prstGeom>
          <a:solidFill>
            <a:srgbClr val="007C83">
              <a:alpha val="40000"/>
            </a:srgbClr>
          </a:solidFill>
          <a:ln w="0">
            <a:noFill/>
            <a:prstDash val="solid"/>
          </a:ln>
        </p:spPr>
      </p:sp>
      <p:sp>
        <p:nvSpPr>
          <p:cNvPr id="2362" name="LigandSeek2_vs_LigandSeek1_ellipse_7876">
            <a:extLst>
              <a:ext uri="{FF2B5EF4-FFF2-40B4-BE49-F238E27FC236}">
                <a16:creationId xmlns:a16="http://schemas.microsoft.com/office/drawing/2014/main" id="{8D39530B-F9D9-4CAE-B18C-D639FD8C9E7E}"/>
              </a:ext>
            </a:extLst>
          </p:cNvPr>
          <p:cNvSpPr>
            <a:spLocks noGrp="1"/>
          </p:cNvSpPr>
          <p:nvPr/>
        </p:nvSpPr>
        <p:spPr>
          <a:xfrm>
            <a:off x="4142587" y="1193462"/>
            <a:ext cx="24757" cy="24757"/>
          </a:xfrm>
          <a:prstGeom prst="ellipse">
            <a:avLst/>
          </a:prstGeom>
          <a:solidFill>
            <a:srgbClr val="007C83">
              <a:alpha val="40000"/>
            </a:srgbClr>
          </a:solidFill>
          <a:ln w="0">
            <a:noFill/>
            <a:prstDash val="solid"/>
          </a:ln>
        </p:spPr>
      </p:sp>
      <p:sp>
        <p:nvSpPr>
          <p:cNvPr id="2363" name="LigandSeek2_vs_LigandSeek1_ellipse_7877">
            <a:extLst>
              <a:ext uri="{FF2B5EF4-FFF2-40B4-BE49-F238E27FC236}">
                <a16:creationId xmlns:a16="http://schemas.microsoft.com/office/drawing/2014/main" id="{CA04EDF4-8B3F-4AEF-82EB-3AD1E9E7A2EA}"/>
              </a:ext>
            </a:extLst>
          </p:cNvPr>
          <p:cNvSpPr>
            <a:spLocks noGrp="1"/>
          </p:cNvSpPr>
          <p:nvPr/>
        </p:nvSpPr>
        <p:spPr>
          <a:xfrm>
            <a:off x="4088899" y="845009"/>
            <a:ext cx="24757" cy="24757"/>
          </a:xfrm>
          <a:prstGeom prst="ellipse">
            <a:avLst/>
          </a:prstGeom>
          <a:solidFill>
            <a:srgbClr val="007C83">
              <a:alpha val="40000"/>
            </a:srgbClr>
          </a:solidFill>
          <a:ln w="0">
            <a:noFill/>
            <a:prstDash val="solid"/>
          </a:ln>
        </p:spPr>
      </p:sp>
      <p:sp>
        <p:nvSpPr>
          <p:cNvPr id="2364" name="LigandSeek2_vs_LigandSeek1_ellipse_7878">
            <a:extLst>
              <a:ext uri="{FF2B5EF4-FFF2-40B4-BE49-F238E27FC236}">
                <a16:creationId xmlns:a16="http://schemas.microsoft.com/office/drawing/2014/main" id="{78DB661A-E9CE-4E10-8A2F-D1F246F3A453}"/>
              </a:ext>
            </a:extLst>
          </p:cNvPr>
          <p:cNvSpPr>
            <a:spLocks noGrp="1"/>
          </p:cNvSpPr>
          <p:nvPr/>
        </p:nvSpPr>
        <p:spPr>
          <a:xfrm>
            <a:off x="4085298" y="845009"/>
            <a:ext cx="24757" cy="24757"/>
          </a:xfrm>
          <a:prstGeom prst="ellipse">
            <a:avLst/>
          </a:prstGeom>
          <a:solidFill>
            <a:srgbClr val="007C83">
              <a:alpha val="40000"/>
            </a:srgbClr>
          </a:solidFill>
          <a:ln w="0">
            <a:noFill/>
            <a:prstDash val="solid"/>
          </a:ln>
        </p:spPr>
      </p:sp>
      <p:sp>
        <p:nvSpPr>
          <p:cNvPr id="2365" name="LigandSeek2_vs_LigandSeek1_ellipse_7879">
            <a:extLst>
              <a:ext uri="{FF2B5EF4-FFF2-40B4-BE49-F238E27FC236}">
                <a16:creationId xmlns:a16="http://schemas.microsoft.com/office/drawing/2014/main" id="{21D6653A-9B79-4698-8260-5B34AB3416A5}"/>
              </a:ext>
            </a:extLst>
          </p:cNvPr>
          <p:cNvSpPr>
            <a:spLocks noGrp="1"/>
          </p:cNvSpPr>
          <p:nvPr/>
        </p:nvSpPr>
        <p:spPr>
          <a:xfrm>
            <a:off x="4089681" y="845009"/>
            <a:ext cx="24757" cy="24757"/>
          </a:xfrm>
          <a:prstGeom prst="ellipse">
            <a:avLst/>
          </a:prstGeom>
          <a:solidFill>
            <a:srgbClr val="007C83">
              <a:alpha val="40000"/>
            </a:srgbClr>
          </a:solidFill>
          <a:ln w="0">
            <a:noFill/>
            <a:prstDash val="solid"/>
          </a:ln>
        </p:spPr>
      </p:sp>
      <p:sp>
        <p:nvSpPr>
          <p:cNvPr id="2366" name="LigandSeek2_vs_LigandSeek1_ellipse_7880">
            <a:extLst>
              <a:ext uri="{FF2B5EF4-FFF2-40B4-BE49-F238E27FC236}">
                <a16:creationId xmlns:a16="http://schemas.microsoft.com/office/drawing/2014/main" id="{4BC0B93D-4D80-4D99-9920-A63DC452BC02}"/>
              </a:ext>
            </a:extLst>
          </p:cNvPr>
          <p:cNvSpPr>
            <a:spLocks noGrp="1"/>
          </p:cNvSpPr>
          <p:nvPr/>
        </p:nvSpPr>
        <p:spPr>
          <a:xfrm>
            <a:off x="4127870" y="1251537"/>
            <a:ext cx="24757" cy="24757"/>
          </a:xfrm>
          <a:prstGeom prst="ellipse">
            <a:avLst/>
          </a:prstGeom>
          <a:solidFill>
            <a:srgbClr val="007C83">
              <a:alpha val="40000"/>
            </a:srgbClr>
          </a:solidFill>
          <a:ln w="0">
            <a:noFill/>
            <a:prstDash val="solid"/>
          </a:ln>
        </p:spPr>
      </p:sp>
      <p:sp>
        <p:nvSpPr>
          <p:cNvPr id="2367" name="LigandSeek2_vs_LigandSeek1_ellipse_7881">
            <a:extLst>
              <a:ext uri="{FF2B5EF4-FFF2-40B4-BE49-F238E27FC236}">
                <a16:creationId xmlns:a16="http://schemas.microsoft.com/office/drawing/2014/main" id="{284D4595-8BF5-4D29-BC2B-D407F72B0841}"/>
              </a:ext>
            </a:extLst>
          </p:cNvPr>
          <p:cNvSpPr>
            <a:spLocks noGrp="1"/>
          </p:cNvSpPr>
          <p:nvPr/>
        </p:nvSpPr>
        <p:spPr>
          <a:xfrm>
            <a:off x="4128903" y="845009"/>
            <a:ext cx="24757" cy="24757"/>
          </a:xfrm>
          <a:prstGeom prst="ellipse">
            <a:avLst/>
          </a:prstGeom>
          <a:solidFill>
            <a:srgbClr val="007C83">
              <a:alpha val="40000"/>
            </a:srgbClr>
          </a:solidFill>
          <a:ln w="0">
            <a:noFill/>
            <a:prstDash val="solid"/>
          </a:ln>
        </p:spPr>
      </p:sp>
      <p:sp>
        <p:nvSpPr>
          <p:cNvPr id="2368" name="LigandSeek2_vs_LigandSeek1_ellipse_7882">
            <a:extLst>
              <a:ext uri="{FF2B5EF4-FFF2-40B4-BE49-F238E27FC236}">
                <a16:creationId xmlns:a16="http://schemas.microsoft.com/office/drawing/2014/main" id="{0C343007-4225-4BC3-A202-1D4259BBB471}"/>
              </a:ext>
            </a:extLst>
          </p:cNvPr>
          <p:cNvSpPr>
            <a:spLocks noGrp="1"/>
          </p:cNvSpPr>
          <p:nvPr/>
        </p:nvSpPr>
        <p:spPr>
          <a:xfrm>
            <a:off x="4111399" y="845009"/>
            <a:ext cx="24757" cy="24757"/>
          </a:xfrm>
          <a:prstGeom prst="ellipse">
            <a:avLst/>
          </a:prstGeom>
          <a:solidFill>
            <a:srgbClr val="007C83">
              <a:alpha val="40000"/>
            </a:srgbClr>
          </a:solidFill>
          <a:ln w="0">
            <a:noFill/>
            <a:prstDash val="solid"/>
          </a:ln>
        </p:spPr>
      </p:sp>
      <p:sp>
        <p:nvSpPr>
          <p:cNvPr id="2369" name="LigandSeek2_vs_LigandSeek1_ellipse_7883">
            <a:extLst>
              <a:ext uri="{FF2B5EF4-FFF2-40B4-BE49-F238E27FC236}">
                <a16:creationId xmlns:a16="http://schemas.microsoft.com/office/drawing/2014/main" id="{1FFCD505-6B76-438F-A31C-3E574DA860A2}"/>
              </a:ext>
            </a:extLst>
          </p:cNvPr>
          <p:cNvSpPr>
            <a:spLocks noGrp="1"/>
          </p:cNvSpPr>
          <p:nvPr/>
        </p:nvSpPr>
        <p:spPr>
          <a:xfrm>
            <a:off x="4163993" y="1890368"/>
            <a:ext cx="24757" cy="24757"/>
          </a:xfrm>
          <a:prstGeom prst="ellipse">
            <a:avLst/>
          </a:prstGeom>
          <a:solidFill>
            <a:srgbClr val="007C83">
              <a:alpha val="40000"/>
            </a:srgbClr>
          </a:solidFill>
          <a:ln w="0">
            <a:noFill/>
            <a:prstDash val="solid"/>
          </a:ln>
        </p:spPr>
      </p:sp>
      <p:sp>
        <p:nvSpPr>
          <p:cNvPr id="2370" name="LigandSeek2_vs_LigandSeek1_ellipse_7884">
            <a:extLst>
              <a:ext uri="{FF2B5EF4-FFF2-40B4-BE49-F238E27FC236}">
                <a16:creationId xmlns:a16="http://schemas.microsoft.com/office/drawing/2014/main" id="{B4B7D208-AEB5-47A6-979F-2066CC817706}"/>
              </a:ext>
            </a:extLst>
          </p:cNvPr>
          <p:cNvSpPr>
            <a:spLocks noGrp="1"/>
          </p:cNvSpPr>
          <p:nvPr/>
        </p:nvSpPr>
        <p:spPr>
          <a:xfrm>
            <a:off x="4148044" y="1193462"/>
            <a:ext cx="24757" cy="24757"/>
          </a:xfrm>
          <a:prstGeom prst="ellipse">
            <a:avLst/>
          </a:prstGeom>
          <a:solidFill>
            <a:srgbClr val="007C83">
              <a:alpha val="40000"/>
            </a:srgbClr>
          </a:solidFill>
          <a:ln w="0">
            <a:noFill/>
            <a:prstDash val="solid"/>
          </a:ln>
        </p:spPr>
      </p:sp>
      <p:sp>
        <p:nvSpPr>
          <p:cNvPr id="2371" name="LigandSeek2_vs_LigandSeek1_ellipse_7885">
            <a:extLst>
              <a:ext uri="{FF2B5EF4-FFF2-40B4-BE49-F238E27FC236}">
                <a16:creationId xmlns:a16="http://schemas.microsoft.com/office/drawing/2014/main" id="{C988943B-69A7-47BF-AE9E-B0F23EE8BCF7}"/>
              </a:ext>
            </a:extLst>
          </p:cNvPr>
          <p:cNvSpPr>
            <a:spLocks noGrp="1"/>
          </p:cNvSpPr>
          <p:nvPr/>
        </p:nvSpPr>
        <p:spPr>
          <a:xfrm>
            <a:off x="4155964" y="845009"/>
            <a:ext cx="24757" cy="24757"/>
          </a:xfrm>
          <a:prstGeom prst="ellipse">
            <a:avLst/>
          </a:prstGeom>
          <a:solidFill>
            <a:srgbClr val="007C83">
              <a:alpha val="40000"/>
            </a:srgbClr>
          </a:solidFill>
          <a:ln w="0">
            <a:noFill/>
            <a:prstDash val="solid"/>
          </a:ln>
        </p:spPr>
      </p:sp>
      <p:sp>
        <p:nvSpPr>
          <p:cNvPr id="2372" name="LigandSeek2_vs_LigandSeek1_ellipse_7886">
            <a:extLst>
              <a:ext uri="{FF2B5EF4-FFF2-40B4-BE49-F238E27FC236}">
                <a16:creationId xmlns:a16="http://schemas.microsoft.com/office/drawing/2014/main" id="{C4B30388-6FA4-48EB-9385-E2A508C28D7A}"/>
              </a:ext>
            </a:extLst>
          </p:cNvPr>
          <p:cNvSpPr>
            <a:spLocks noGrp="1"/>
          </p:cNvSpPr>
          <p:nvPr/>
        </p:nvSpPr>
        <p:spPr>
          <a:xfrm>
            <a:off x="4091159" y="1538632"/>
            <a:ext cx="24757" cy="24757"/>
          </a:xfrm>
          <a:prstGeom prst="ellipse">
            <a:avLst/>
          </a:prstGeom>
          <a:solidFill>
            <a:srgbClr val="007C83">
              <a:alpha val="40000"/>
            </a:srgbClr>
          </a:solidFill>
          <a:ln w="0">
            <a:noFill/>
            <a:prstDash val="solid"/>
          </a:ln>
        </p:spPr>
      </p:sp>
      <p:sp>
        <p:nvSpPr>
          <p:cNvPr id="2373" name="LigandSeek2_vs_LigandSeek1_ellipse_7887">
            <a:extLst>
              <a:ext uri="{FF2B5EF4-FFF2-40B4-BE49-F238E27FC236}">
                <a16:creationId xmlns:a16="http://schemas.microsoft.com/office/drawing/2014/main" id="{D4448F31-A9C1-4765-B95A-2069D551D028}"/>
              </a:ext>
            </a:extLst>
          </p:cNvPr>
          <p:cNvSpPr>
            <a:spLocks noGrp="1"/>
          </p:cNvSpPr>
          <p:nvPr/>
        </p:nvSpPr>
        <p:spPr>
          <a:xfrm>
            <a:off x="4089993" y="1890368"/>
            <a:ext cx="24757" cy="24757"/>
          </a:xfrm>
          <a:prstGeom prst="ellipse">
            <a:avLst/>
          </a:prstGeom>
          <a:solidFill>
            <a:srgbClr val="007C83">
              <a:alpha val="40000"/>
            </a:srgbClr>
          </a:solidFill>
          <a:ln w="0">
            <a:noFill/>
            <a:prstDash val="solid"/>
          </a:ln>
        </p:spPr>
      </p:sp>
      <p:sp>
        <p:nvSpPr>
          <p:cNvPr id="2374" name="LigandSeek2_vs_LigandSeek1_ellipse_7888">
            <a:extLst>
              <a:ext uri="{FF2B5EF4-FFF2-40B4-BE49-F238E27FC236}">
                <a16:creationId xmlns:a16="http://schemas.microsoft.com/office/drawing/2014/main" id="{C216F166-7EFA-4E60-8D71-A462AE1505D5}"/>
              </a:ext>
            </a:extLst>
          </p:cNvPr>
          <p:cNvSpPr>
            <a:spLocks noGrp="1"/>
          </p:cNvSpPr>
          <p:nvPr/>
        </p:nvSpPr>
        <p:spPr>
          <a:xfrm>
            <a:off x="4138726" y="1629028"/>
            <a:ext cx="24757" cy="24757"/>
          </a:xfrm>
          <a:prstGeom prst="ellipse">
            <a:avLst/>
          </a:prstGeom>
          <a:solidFill>
            <a:srgbClr val="007C83">
              <a:alpha val="40000"/>
            </a:srgbClr>
          </a:solidFill>
          <a:ln w="0">
            <a:noFill/>
            <a:prstDash val="solid"/>
          </a:ln>
        </p:spPr>
      </p:sp>
      <p:sp>
        <p:nvSpPr>
          <p:cNvPr id="2375" name="LigandSeek2_vs_LigandSeek1_ellipse_7889">
            <a:extLst>
              <a:ext uri="{FF2B5EF4-FFF2-40B4-BE49-F238E27FC236}">
                <a16:creationId xmlns:a16="http://schemas.microsoft.com/office/drawing/2014/main" id="{944DD02A-C18D-4AC1-8999-E86171E9300E}"/>
              </a:ext>
            </a:extLst>
          </p:cNvPr>
          <p:cNvSpPr>
            <a:spLocks noGrp="1"/>
          </p:cNvSpPr>
          <p:nvPr/>
        </p:nvSpPr>
        <p:spPr>
          <a:xfrm>
            <a:off x="4132845" y="1890368"/>
            <a:ext cx="24757" cy="24757"/>
          </a:xfrm>
          <a:prstGeom prst="ellipse">
            <a:avLst/>
          </a:prstGeom>
          <a:solidFill>
            <a:srgbClr val="007C83">
              <a:alpha val="40000"/>
            </a:srgbClr>
          </a:solidFill>
          <a:ln w="0">
            <a:noFill/>
            <a:prstDash val="solid"/>
          </a:ln>
        </p:spPr>
      </p:sp>
      <p:sp>
        <p:nvSpPr>
          <p:cNvPr id="2376" name="LigandSeek2_vs_LigandSeek1_ellipse_7890">
            <a:extLst>
              <a:ext uri="{FF2B5EF4-FFF2-40B4-BE49-F238E27FC236}">
                <a16:creationId xmlns:a16="http://schemas.microsoft.com/office/drawing/2014/main" id="{AFFABF17-0EE9-4CB1-8A73-C2280FF9F23E}"/>
              </a:ext>
            </a:extLst>
          </p:cNvPr>
          <p:cNvSpPr>
            <a:spLocks noGrp="1"/>
          </p:cNvSpPr>
          <p:nvPr/>
        </p:nvSpPr>
        <p:spPr>
          <a:xfrm>
            <a:off x="4123728" y="975679"/>
            <a:ext cx="24757" cy="24757"/>
          </a:xfrm>
          <a:prstGeom prst="ellipse">
            <a:avLst/>
          </a:prstGeom>
          <a:solidFill>
            <a:srgbClr val="007C83">
              <a:alpha val="40000"/>
            </a:srgbClr>
          </a:solidFill>
          <a:ln w="0">
            <a:noFill/>
            <a:prstDash val="solid"/>
          </a:ln>
        </p:spPr>
      </p:sp>
      <p:sp>
        <p:nvSpPr>
          <p:cNvPr id="2377" name="LigandSeek2_vs_LigandSeek1_ellipse_7891">
            <a:extLst>
              <a:ext uri="{FF2B5EF4-FFF2-40B4-BE49-F238E27FC236}">
                <a16:creationId xmlns:a16="http://schemas.microsoft.com/office/drawing/2014/main" id="{BDC7F404-64C2-4895-A8EA-792D34FEC63B}"/>
              </a:ext>
            </a:extLst>
          </p:cNvPr>
          <p:cNvSpPr>
            <a:spLocks noGrp="1"/>
          </p:cNvSpPr>
          <p:nvPr/>
        </p:nvSpPr>
        <p:spPr>
          <a:xfrm>
            <a:off x="4166268" y="845009"/>
            <a:ext cx="24757" cy="24757"/>
          </a:xfrm>
          <a:prstGeom prst="ellipse">
            <a:avLst/>
          </a:prstGeom>
          <a:solidFill>
            <a:srgbClr val="007C83">
              <a:alpha val="40000"/>
            </a:srgbClr>
          </a:solidFill>
          <a:ln w="0">
            <a:noFill/>
            <a:prstDash val="solid"/>
          </a:ln>
        </p:spPr>
      </p:sp>
      <p:sp>
        <p:nvSpPr>
          <p:cNvPr id="2378" name="LigandSeek2_vs_LigandSeek1_ellipse_7892">
            <a:extLst>
              <a:ext uri="{FF2B5EF4-FFF2-40B4-BE49-F238E27FC236}">
                <a16:creationId xmlns:a16="http://schemas.microsoft.com/office/drawing/2014/main" id="{E2F1AD29-C6D3-441C-BEA6-D8E8706A50A7}"/>
              </a:ext>
            </a:extLst>
          </p:cNvPr>
          <p:cNvSpPr>
            <a:spLocks noGrp="1"/>
          </p:cNvSpPr>
          <p:nvPr/>
        </p:nvSpPr>
        <p:spPr>
          <a:xfrm>
            <a:off x="4151495" y="845009"/>
            <a:ext cx="24757" cy="24757"/>
          </a:xfrm>
          <a:prstGeom prst="ellipse">
            <a:avLst/>
          </a:prstGeom>
          <a:solidFill>
            <a:srgbClr val="007C83">
              <a:alpha val="40000"/>
            </a:srgbClr>
          </a:solidFill>
          <a:ln w="0">
            <a:noFill/>
            <a:prstDash val="solid"/>
          </a:ln>
        </p:spPr>
      </p:sp>
      <p:sp>
        <p:nvSpPr>
          <p:cNvPr id="2379" name="LigandSeek2_vs_LigandSeek1_ellipse_7893">
            <a:extLst>
              <a:ext uri="{FF2B5EF4-FFF2-40B4-BE49-F238E27FC236}">
                <a16:creationId xmlns:a16="http://schemas.microsoft.com/office/drawing/2014/main" id="{DCE9E8F4-2F08-4F75-84B8-51D23FEEC4D0}"/>
              </a:ext>
            </a:extLst>
          </p:cNvPr>
          <p:cNvSpPr>
            <a:spLocks noGrp="1"/>
          </p:cNvSpPr>
          <p:nvPr/>
        </p:nvSpPr>
        <p:spPr>
          <a:xfrm>
            <a:off x="4108232" y="1061548"/>
            <a:ext cx="24757" cy="24757"/>
          </a:xfrm>
          <a:prstGeom prst="ellipse">
            <a:avLst/>
          </a:prstGeom>
          <a:solidFill>
            <a:srgbClr val="007C83">
              <a:alpha val="40000"/>
            </a:srgbClr>
          </a:solidFill>
          <a:ln w="0">
            <a:noFill/>
            <a:prstDash val="solid"/>
          </a:ln>
        </p:spPr>
      </p:sp>
      <p:sp>
        <p:nvSpPr>
          <p:cNvPr id="2380" name="LigandSeek2_vs_LigandSeek1_ellipse_7894">
            <a:extLst>
              <a:ext uri="{FF2B5EF4-FFF2-40B4-BE49-F238E27FC236}">
                <a16:creationId xmlns:a16="http://schemas.microsoft.com/office/drawing/2014/main" id="{7A88EC1C-65F1-40CE-827D-C9D74FE41E7D}"/>
              </a:ext>
            </a:extLst>
          </p:cNvPr>
          <p:cNvSpPr>
            <a:spLocks noGrp="1"/>
          </p:cNvSpPr>
          <p:nvPr/>
        </p:nvSpPr>
        <p:spPr>
          <a:xfrm>
            <a:off x="4147033" y="845009"/>
            <a:ext cx="24757" cy="24757"/>
          </a:xfrm>
          <a:prstGeom prst="ellipse">
            <a:avLst/>
          </a:prstGeom>
          <a:solidFill>
            <a:srgbClr val="007C83">
              <a:alpha val="40000"/>
            </a:srgbClr>
          </a:solidFill>
          <a:ln w="0">
            <a:noFill/>
            <a:prstDash val="solid"/>
          </a:ln>
        </p:spPr>
      </p:sp>
      <p:sp>
        <p:nvSpPr>
          <p:cNvPr id="2381" name="LigandSeek2_vs_LigandSeek1_ellipse_7895">
            <a:extLst>
              <a:ext uri="{FF2B5EF4-FFF2-40B4-BE49-F238E27FC236}">
                <a16:creationId xmlns:a16="http://schemas.microsoft.com/office/drawing/2014/main" id="{5BBCB949-FFB9-4C20-8EEA-C56A61BAF2F0}"/>
              </a:ext>
            </a:extLst>
          </p:cNvPr>
          <p:cNvSpPr>
            <a:spLocks noGrp="1"/>
          </p:cNvSpPr>
          <p:nvPr/>
        </p:nvSpPr>
        <p:spPr>
          <a:xfrm>
            <a:off x="4101392" y="845009"/>
            <a:ext cx="24757" cy="24757"/>
          </a:xfrm>
          <a:prstGeom prst="ellipse">
            <a:avLst/>
          </a:prstGeom>
          <a:solidFill>
            <a:srgbClr val="007C83">
              <a:alpha val="40000"/>
            </a:srgbClr>
          </a:solidFill>
          <a:ln w="0">
            <a:noFill/>
            <a:prstDash val="solid"/>
          </a:ln>
        </p:spPr>
      </p:sp>
      <p:sp>
        <p:nvSpPr>
          <p:cNvPr id="2382" name="LigandSeek2_vs_LigandSeek1_ellipse_7896">
            <a:extLst>
              <a:ext uri="{FF2B5EF4-FFF2-40B4-BE49-F238E27FC236}">
                <a16:creationId xmlns:a16="http://schemas.microsoft.com/office/drawing/2014/main" id="{80200FA0-94ED-43DB-87A4-2AA4CB41E1D2}"/>
              </a:ext>
            </a:extLst>
          </p:cNvPr>
          <p:cNvSpPr>
            <a:spLocks noGrp="1"/>
          </p:cNvSpPr>
          <p:nvPr/>
        </p:nvSpPr>
        <p:spPr>
          <a:xfrm>
            <a:off x="4153408" y="845009"/>
            <a:ext cx="24757" cy="24757"/>
          </a:xfrm>
          <a:prstGeom prst="ellipse">
            <a:avLst/>
          </a:prstGeom>
          <a:solidFill>
            <a:srgbClr val="007C83">
              <a:alpha val="40000"/>
            </a:srgbClr>
          </a:solidFill>
          <a:ln w="0">
            <a:noFill/>
            <a:prstDash val="solid"/>
          </a:ln>
        </p:spPr>
      </p:sp>
      <p:sp>
        <p:nvSpPr>
          <p:cNvPr id="2383" name="LigandSeek2_vs_LigandSeek1_ellipse_7897">
            <a:extLst>
              <a:ext uri="{FF2B5EF4-FFF2-40B4-BE49-F238E27FC236}">
                <a16:creationId xmlns:a16="http://schemas.microsoft.com/office/drawing/2014/main" id="{5183D808-A382-4386-9546-8163D0EA7E99}"/>
              </a:ext>
            </a:extLst>
          </p:cNvPr>
          <p:cNvSpPr>
            <a:spLocks noGrp="1"/>
          </p:cNvSpPr>
          <p:nvPr/>
        </p:nvSpPr>
        <p:spPr>
          <a:xfrm>
            <a:off x="4086384" y="1429912"/>
            <a:ext cx="24757" cy="24757"/>
          </a:xfrm>
          <a:prstGeom prst="ellipse">
            <a:avLst/>
          </a:prstGeom>
          <a:solidFill>
            <a:srgbClr val="007C83">
              <a:alpha val="40000"/>
            </a:srgbClr>
          </a:solidFill>
          <a:ln w="0">
            <a:noFill/>
            <a:prstDash val="solid"/>
          </a:ln>
        </p:spPr>
      </p:sp>
      <p:sp>
        <p:nvSpPr>
          <p:cNvPr id="2384" name="LigandSeek2_vs_LigandSeek1_ellipse_7898">
            <a:extLst>
              <a:ext uri="{FF2B5EF4-FFF2-40B4-BE49-F238E27FC236}">
                <a16:creationId xmlns:a16="http://schemas.microsoft.com/office/drawing/2014/main" id="{5A2E2EFE-79D7-40BE-9174-E8F3858FBCE4}"/>
              </a:ext>
            </a:extLst>
          </p:cNvPr>
          <p:cNvSpPr>
            <a:spLocks noGrp="1"/>
          </p:cNvSpPr>
          <p:nvPr/>
        </p:nvSpPr>
        <p:spPr>
          <a:xfrm>
            <a:off x="4157266" y="1367688"/>
            <a:ext cx="24757" cy="24757"/>
          </a:xfrm>
          <a:prstGeom prst="ellipse">
            <a:avLst/>
          </a:prstGeom>
          <a:solidFill>
            <a:srgbClr val="007C83">
              <a:alpha val="40000"/>
            </a:srgbClr>
          </a:solidFill>
          <a:ln w="0">
            <a:noFill/>
            <a:prstDash val="solid"/>
          </a:ln>
        </p:spPr>
      </p:sp>
      <p:sp>
        <p:nvSpPr>
          <p:cNvPr id="2385" name="LigandSeek2_vs_LigandSeek1_ellipse_7899">
            <a:extLst>
              <a:ext uri="{FF2B5EF4-FFF2-40B4-BE49-F238E27FC236}">
                <a16:creationId xmlns:a16="http://schemas.microsoft.com/office/drawing/2014/main" id="{58C2BF96-736A-464D-841F-9373610FD038}"/>
              </a:ext>
            </a:extLst>
          </p:cNvPr>
          <p:cNvSpPr>
            <a:spLocks noGrp="1"/>
          </p:cNvSpPr>
          <p:nvPr/>
        </p:nvSpPr>
        <p:spPr>
          <a:xfrm>
            <a:off x="4144895" y="1367688"/>
            <a:ext cx="24757" cy="24757"/>
          </a:xfrm>
          <a:prstGeom prst="ellipse">
            <a:avLst/>
          </a:prstGeom>
          <a:solidFill>
            <a:srgbClr val="007C83">
              <a:alpha val="40000"/>
            </a:srgbClr>
          </a:solidFill>
          <a:ln w="0">
            <a:noFill/>
            <a:prstDash val="solid"/>
          </a:ln>
        </p:spPr>
      </p:sp>
      <p:sp>
        <p:nvSpPr>
          <p:cNvPr id="2386" name="LigandSeek2_vs_LigandSeek1_ellipse_7900">
            <a:extLst>
              <a:ext uri="{FF2B5EF4-FFF2-40B4-BE49-F238E27FC236}">
                <a16:creationId xmlns:a16="http://schemas.microsoft.com/office/drawing/2014/main" id="{6BF3A947-6229-4FA4-AB37-B2C054CC6A78}"/>
              </a:ext>
            </a:extLst>
          </p:cNvPr>
          <p:cNvSpPr>
            <a:spLocks noGrp="1"/>
          </p:cNvSpPr>
          <p:nvPr/>
        </p:nvSpPr>
        <p:spPr>
          <a:xfrm>
            <a:off x="4159331" y="1868189"/>
            <a:ext cx="24757" cy="24757"/>
          </a:xfrm>
          <a:prstGeom prst="ellipse">
            <a:avLst/>
          </a:prstGeom>
          <a:solidFill>
            <a:srgbClr val="007C83">
              <a:alpha val="40000"/>
            </a:srgbClr>
          </a:solidFill>
          <a:ln w="0">
            <a:noFill/>
            <a:prstDash val="solid"/>
          </a:ln>
        </p:spPr>
      </p:sp>
      <p:sp>
        <p:nvSpPr>
          <p:cNvPr id="2387" name="LigandSeek2_vs_LigandSeek1_ellipse_7901">
            <a:extLst>
              <a:ext uri="{FF2B5EF4-FFF2-40B4-BE49-F238E27FC236}">
                <a16:creationId xmlns:a16="http://schemas.microsoft.com/office/drawing/2014/main" id="{72896D0B-F7EA-4810-B80C-0F1EAA32276C}"/>
              </a:ext>
            </a:extLst>
          </p:cNvPr>
          <p:cNvSpPr>
            <a:spLocks noGrp="1"/>
          </p:cNvSpPr>
          <p:nvPr/>
        </p:nvSpPr>
        <p:spPr>
          <a:xfrm>
            <a:off x="4106128" y="845009"/>
            <a:ext cx="24757" cy="24757"/>
          </a:xfrm>
          <a:prstGeom prst="ellipse">
            <a:avLst/>
          </a:prstGeom>
          <a:solidFill>
            <a:srgbClr val="007C83">
              <a:alpha val="40000"/>
            </a:srgbClr>
          </a:solidFill>
          <a:ln w="0">
            <a:noFill/>
            <a:prstDash val="solid"/>
          </a:ln>
        </p:spPr>
      </p:sp>
      <p:sp>
        <p:nvSpPr>
          <p:cNvPr id="2388" name="LigandSeek2_vs_LigandSeek1_ellipse_7902">
            <a:extLst>
              <a:ext uri="{FF2B5EF4-FFF2-40B4-BE49-F238E27FC236}">
                <a16:creationId xmlns:a16="http://schemas.microsoft.com/office/drawing/2014/main" id="{B7DD7B36-E394-46EB-A501-721521EC1AB5}"/>
              </a:ext>
            </a:extLst>
          </p:cNvPr>
          <p:cNvSpPr>
            <a:spLocks noGrp="1"/>
          </p:cNvSpPr>
          <p:nvPr/>
        </p:nvSpPr>
        <p:spPr>
          <a:xfrm>
            <a:off x="4128371" y="845009"/>
            <a:ext cx="24757" cy="24757"/>
          </a:xfrm>
          <a:prstGeom prst="ellipse">
            <a:avLst/>
          </a:prstGeom>
          <a:solidFill>
            <a:srgbClr val="007C83">
              <a:alpha val="40000"/>
            </a:srgbClr>
          </a:solidFill>
          <a:ln w="0">
            <a:noFill/>
            <a:prstDash val="solid"/>
          </a:ln>
        </p:spPr>
      </p:sp>
      <p:sp>
        <p:nvSpPr>
          <p:cNvPr id="2389" name="LigandSeek2_vs_LigandSeek1_ellipse_7903">
            <a:extLst>
              <a:ext uri="{FF2B5EF4-FFF2-40B4-BE49-F238E27FC236}">
                <a16:creationId xmlns:a16="http://schemas.microsoft.com/office/drawing/2014/main" id="{9BF378E4-A2CE-4141-B96C-3ACB078BF99F}"/>
              </a:ext>
            </a:extLst>
          </p:cNvPr>
          <p:cNvSpPr>
            <a:spLocks noGrp="1"/>
          </p:cNvSpPr>
          <p:nvPr/>
        </p:nvSpPr>
        <p:spPr>
          <a:xfrm>
            <a:off x="4150760" y="1890368"/>
            <a:ext cx="24757" cy="24757"/>
          </a:xfrm>
          <a:prstGeom prst="ellipse">
            <a:avLst/>
          </a:prstGeom>
          <a:solidFill>
            <a:srgbClr val="007C83">
              <a:alpha val="40000"/>
            </a:srgbClr>
          </a:solidFill>
          <a:ln w="0">
            <a:noFill/>
            <a:prstDash val="solid"/>
          </a:ln>
        </p:spPr>
      </p:sp>
      <p:sp>
        <p:nvSpPr>
          <p:cNvPr id="2390" name="LigandSeek2_vs_LigandSeek1_ellipse_7904">
            <a:extLst>
              <a:ext uri="{FF2B5EF4-FFF2-40B4-BE49-F238E27FC236}">
                <a16:creationId xmlns:a16="http://schemas.microsoft.com/office/drawing/2014/main" id="{8DF1C43C-559F-4816-90BF-48E4B2D56E7A}"/>
              </a:ext>
            </a:extLst>
          </p:cNvPr>
          <p:cNvSpPr>
            <a:spLocks noGrp="1"/>
          </p:cNvSpPr>
          <p:nvPr/>
        </p:nvSpPr>
        <p:spPr>
          <a:xfrm>
            <a:off x="4083129" y="845009"/>
            <a:ext cx="24757" cy="24757"/>
          </a:xfrm>
          <a:prstGeom prst="ellipse">
            <a:avLst/>
          </a:prstGeom>
          <a:solidFill>
            <a:srgbClr val="007C83">
              <a:alpha val="40000"/>
            </a:srgbClr>
          </a:solidFill>
          <a:ln w="0">
            <a:noFill/>
            <a:prstDash val="solid"/>
          </a:ln>
        </p:spPr>
      </p:sp>
      <p:sp>
        <p:nvSpPr>
          <p:cNvPr id="2391" name="LigandSeek2_vs_LigandSeek1_ellipse_7905">
            <a:extLst>
              <a:ext uri="{FF2B5EF4-FFF2-40B4-BE49-F238E27FC236}">
                <a16:creationId xmlns:a16="http://schemas.microsoft.com/office/drawing/2014/main" id="{070A9C0A-C464-4202-9E07-E1AF9CA1F844}"/>
              </a:ext>
            </a:extLst>
          </p:cNvPr>
          <p:cNvSpPr>
            <a:spLocks noGrp="1"/>
          </p:cNvSpPr>
          <p:nvPr/>
        </p:nvSpPr>
        <p:spPr>
          <a:xfrm>
            <a:off x="4163537" y="1048273"/>
            <a:ext cx="24757" cy="24757"/>
          </a:xfrm>
          <a:prstGeom prst="ellipse">
            <a:avLst/>
          </a:prstGeom>
          <a:solidFill>
            <a:srgbClr val="007C83">
              <a:alpha val="40000"/>
            </a:srgbClr>
          </a:solidFill>
          <a:ln w="0">
            <a:noFill/>
            <a:prstDash val="solid"/>
          </a:ln>
        </p:spPr>
      </p:sp>
      <p:sp>
        <p:nvSpPr>
          <p:cNvPr id="2392" name="LigandSeek2_vs_LigandSeek1_ellipse_7906">
            <a:extLst>
              <a:ext uri="{FF2B5EF4-FFF2-40B4-BE49-F238E27FC236}">
                <a16:creationId xmlns:a16="http://schemas.microsoft.com/office/drawing/2014/main" id="{3A16B98D-C5FA-4EB2-B042-C075FF5F5036}"/>
              </a:ext>
            </a:extLst>
          </p:cNvPr>
          <p:cNvSpPr>
            <a:spLocks noGrp="1"/>
          </p:cNvSpPr>
          <p:nvPr/>
        </p:nvSpPr>
        <p:spPr>
          <a:xfrm>
            <a:off x="4125401" y="845009"/>
            <a:ext cx="24757" cy="24757"/>
          </a:xfrm>
          <a:prstGeom prst="ellipse">
            <a:avLst/>
          </a:prstGeom>
          <a:solidFill>
            <a:srgbClr val="007C83">
              <a:alpha val="40000"/>
            </a:srgbClr>
          </a:solidFill>
          <a:ln w="0">
            <a:noFill/>
            <a:prstDash val="solid"/>
          </a:ln>
        </p:spPr>
      </p:sp>
      <p:sp>
        <p:nvSpPr>
          <p:cNvPr id="2393" name="LigandSeek2_vs_LigandSeek1_ellipse_7907">
            <a:extLst>
              <a:ext uri="{FF2B5EF4-FFF2-40B4-BE49-F238E27FC236}">
                <a16:creationId xmlns:a16="http://schemas.microsoft.com/office/drawing/2014/main" id="{A750837A-389E-4840-85E2-ED7AC2EDEB9B}"/>
              </a:ext>
            </a:extLst>
          </p:cNvPr>
          <p:cNvSpPr>
            <a:spLocks noGrp="1"/>
          </p:cNvSpPr>
          <p:nvPr/>
        </p:nvSpPr>
        <p:spPr>
          <a:xfrm>
            <a:off x="4113019" y="845009"/>
            <a:ext cx="24757" cy="24757"/>
          </a:xfrm>
          <a:prstGeom prst="ellipse">
            <a:avLst/>
          </a:prstGeom>
          <a:solidFill>
            <a:srgbClr val="007C83">
              <a:alpha val="40000"/>
            </a:srgbClr>
          </a:solidFill>
          <a:ln w="0">
            <a:noFill/>
            <a:prstDash val="solid"/>
          </a:ln>
        </p:spPr>
      </p:sp>
      <p:sp>
        <p:nvSpPr>
          <p:cNvPr id="2394" name="LigandSeek2_vs_LigandSeek1_ellipse_7908">
            <a:extLst>
              <a:ext uri="{FF2B5EF4-FFF2-40B4-BE49-F238E27FC236}">
                <a16:creationId xmlns:a16="http://schemas.microsoft.com/office/drawing/2014/main" id="{016CE21C-1314-40F3-90F4-FC6C152CAFA2}"/>
              </a:ext>
            </a:extLst>
          </p:cNvPr>
          <p:cNvSpPr>
            <a:spLocks noGrp="1"/>
          </p:cNvSpPr>
          <p:nvPr/>
        </p:nvSpPr>
        <p:spPr>
          <a:xfrm>
            <a:off x="4090766" y="845009"/>
            <a:ext cx="24757" cy="24757"/>
          </a:xfrm>
          <a:prstGeom prst="ellipse">
            <a:avLst/>
          </a:prstGeom>
          <a:solidFill>
            <a:srgbClr val="007C83">
              <a:alpha val="40000"/>
            </a:srgbClr>
          </a:solidFill>
          <a:ln w="0">
            <a:noFill/>
            <a:prstDash val="solid"/>
          </a:ln>
        </p:spPr>
      </p:sp>
      <p:sp>
        <p:nvSpPr>
          <p:cNvPr id="2395" name="LigandSeek2_vs_LigandSeek1_ellipse_7909">
            <a:extLst>
              <a:ext uri="{FF2B5EF4-FFF2-40B4-BE49-F238E27FC236}">
                <a16:creationId xmlns:a16="http://schemas.microsoft.com/office/drawing/2014/main" id="{2D03C193-E6C6-4612-A208-F5E0D89B54FC}"/>
              </a:ext>
            </a:extLst>
          </p:cNvPr>
          <p:cNvSpPr>
            <a:spLocks noGrp="1"/>
          </p:cNvSpPr>
          <p:nvPr/>
        </p:nvSpPr>
        <p:spPr>
          <a:xfrm>
            <a:off x="4098368" y="845009"/>
            <a:ext cx="24757" cy="24757"/>
          </a:xfrm>
          <a:prstGeom prst="ellipse">
            <a:avLst/>
          </a:prstGeom>
          <a:solidFill>
            <a:srgbClr val="007C83">
              <a:alpha val="40000"/>
            </a:srgbClr>
          </a:solidFill>
          <a:ln w="0">
            <a:noFill/>
            <a:prstDash val="solid"/>
          </a:ln>
        </p:spPr>
      </p:sp>
      <p:sp>
        <p:nvSpPr>
          <p:cNvPr id="2396" name="LigandSeek2_vs_LigandSeek1_ellipse_7910">
            <a:extLst>
              <a:ext uri="{FF2B5EF4-FFF2-40B4-BE49-F238E27FC236}">
                <a16:creationId xmlns:a16="http://schemas.microsoft.com/office/drawing/2014/main" id="{0A0C32E0-0BF6-454C-8F1B-80345DEE8C4C}"/>
              </a:ext>
            </a:extLst>
          </p:cNvPr>
          <p:cNvSpPr>
            <a:spLocks noGrp="1"/>
          </p:cNvSpPr>
          <p:nvPr/>
        </p:nvSpPr>
        <p:spPr>
          <a:xfrm>
            <a:off x="4168739" y="845009"/>
            <a:ext cx="24757" cy="24757"/>
          </a:xfrm>
          <a:prstGeom prst="ellipse">
            <a:avLst/>
          </a:prstGeom>
          <a:solidFill>
            <a:srgbClr val="007C83">
              <a:alpha val="40000"/>
            </a:srgbClr>
          </a:solidFill>
          <a:ln w="0">
            <a:noFill/>
            <a:prstDash val="solid"/>
          </a:ln>
        </p:spPr>
      </p:sp>
      <p:sp>
        <p:nvSpPr>
          <p:cNvPr id="2397" name="LigandSeek2_vs_LigandSeek1_ellipse_7911">
            <a:extLst>
              <a:ext uri="{FF2B5EF4-FFF2-40B4-BE49-F238E27FC236}">
                <a16:creationId xmlns:a16="http://schemas.microsoft.com/office/drawing/2014/main" id="{F8E52F56-4AAA-44F8-B176-759A9D304B8F}"/>
              </a:ext>
            </a:extLst>
          </p:cNvPr>
          <p:cNvSpPr>
            <a:spLocks noGrp="1"/>
          </p:cNvSpPr>
          <p:nvPr/>
        </p:nvSpPr>
        <p:spPr>
          <a:xfrm>
            <a:off x="4120253" y="845009"/>
            <a:ext cx="24757" cy="24757"/>
          </a:xfrm>
          <a:prstGeom prst="ellipse">
            <a:avLst/>
          </a:prstGeom>
          <a:solidFill>
            <a:srgbClr val="007C83">
              <a:alpha val="40000"/>
            </a:srgbClr>
          </a:solidFill>
          <a:ln w="0">
            <a:noFill/>
            <a:prstDash val="solid"/>
          </a:ln>
        </p:spPr>
      </p:sp>
      <p:sp>
        <p:nvSpPr>
          <p:cNvPr id="2398" name="LigandSeek2_vs_LigandSeek1_ellipse_7912">
            <a:extLst>
              <a:ext uri="{FF2B5EF4-FFF2-40B4-BE49-F238E27FC236}">
                <a16:creationId xmlns:a16="http://schemas.microsoft.com/office/drawing/2014/main" id="{1B80CE24-F002-43C3-9FDB-38B7AB9547D4}"/>
              </a:ext>
            </a:extLst>
          </p:cNvPr>
          <p:cNvSpPr>
            <a:spLocks noGrp="1"/>
          </p:cNvSpPr>
          <p:nvPr/>
        </p:nvSpPr>
        <p:spPr>
          <a:xfrm>
            <a:off x="4107212" y="1143683"/>
            <a:ext cx="24757" cy="24757"/>
          </a:xfrm>
          <a:prstGeom prst="ellipse">
            <a:avLst/>
          </a:prstGeom>
          <a:solidFill>
            <a:srgbClr val="007C83">
              <a:alpha val="40000"/>
            </a:srgbClr>
          </a:solidFill>
          <a:ln w="0">
            <a:noFill/>
            <a:prstDash val="solid"/>
          </a:ln>
        </p:spPr>
      </p:sp>
      <p:sp>
        <p:nvSpPr>
          <p:cNvPr id="2399" name="LigandSeek2_vs_LigandSeek1_ellipse_7913">
            <a:extLst>
              <a:ext uri="{FF2B5EF4-FFF2-40B4-BE49-F238E27FC236}">
                <a16:creationId xmlns:a16="http://schemas.microsoft.com/office/drawing/2014/main" id="{8EBE56BB-E1A5-45C5-B6E9-151D7EE3456B}"/>
              </a:ext>
            </a:extLst>
          </p:cNvPr>
          <p:cNvSpPr>
            <a:spLocks noGrp="1"/>
          </p:cNvSpPr>
          <p:nvPr/>
        </p:nvSpPr>
        <p:spPr>
          <a:xfrm>
            <a:off x="4116782" y="845009"/>
            <a:ext cx="24757" cy="24757"/>
          </a:xfrm>
          <a:prstGeom prst="ellipse">
            <a:avLst/>
          </a:prstGeom>
          <a:solidFill>
            <a:srgbClr val="007C83">
              <a:alpha val="40000"/>
            </a:srgbClr>
          </a:solidFill>
          <a:ln w="0">
            <a:noFill/>
            <a:prstDash val="solid"/>
          </a:ln>
        </p:spPr>
      </p:sp>
      <p:sp>
        <p:nvSpPr>
          <p:cNvPr id="2400" name="LigandSeek2_vs_LigandSeek1_ellipse_7914">
            <a:extLst>
              <a:ext uri="{FF2B5EF4-FFF2-40B4-BE49-F238E27FC236}">
                <a16:creationId xmlns:a16="http://schemas.microsoft.com/office/drawing/2014/main" id="{CBC00E80-F133-49D8-93D6-F121AEF40AF6}"/>
              </a:ext>
            </a:extLst>
          </p:cNvPr>
          <p:cNvSpPr>
            <a:spLocks noGrp="1"/>
          </p:cNvSpPr>
          <p:nvPr/>
        </p:nvSpPr>
        <p:spPr>
          <a:xfrm>
            <a:off x="4140450" y="845009"/>
            <a:ext cx="24757" cy="24757"/>
          </a:xfrm>
          <a:prstGeom prst="ellipse">
            <a:avLst/>
          </a:prstGeom>
          <a:solidFill>
            <a:srgbClr val="007C83">
              <a:alpha val="40000"/>
            </a:srgbClr>
          </a:solidFill>
          <a:ln w="0">
            <a:noFill/>
            <a:prstDash val="solid"/>
          </a:ln>
        </p:spPr>
      </p:sp>
      <p:sp>
        <p:nvSpPr>
          <p:cNvPr id="2401" name="LigandSeek2_vs_LigandSeek1_ellipse_7915">
            <a:extLst>
              <a:ext uri="{FF2B5EF4-FFF2-40B4-BE49-F238E27FC236}">
                <a16:creationId xmlns:a16="http://schemas.microsoft.com/office/drawing/2014/main" id="{1ADA128A-C56A-4EEA-9FF1-798AC088F52D}"/>
              </a:ext>
            </a:extLst>
          </p:cNvPr>
          <p:cNvSpPr>
            <a:spLocks noGrp="1"/>
          </p:cNvSpPr>
          <p:nvPr/>
        </p:nvSpPr>
        <p:spPr>
          <a:xfrm>
            <a:off x="4106678" y="1366633"/>
            <a:ext cx="24757" cy="24757"/>
          </a:xfrm>
          <a:prstGeom prst="ellipse">
            <a:avLst/>
          </a:prstGeom>
          <a:solidFill>
            <a:srgbClr val="007C83">
              <a:alpha val="40000"/>
            </a:srgbClr>
          </a:solidFill>
          <a:ln w="0">
            <a:noFill/>
            <a:prstDash val="solid"/>
          </a:ln>
        </p:spPr>
      </p:sp>
      <p:sp>
        <p:nvSpPr>
          <p:cNvPr id="2402" name="LigandSeek2_vs_LigandSeek1_ellipse_7916">
            <a:extLst>
              <a:ext uri="{FF2B5EF4-FFF2-40B4-BE49-F238E27FC236}">
                <a16:creationId xmlns:a16="http://schemas.microsoft.com/office/drawing/2014/main" id="{2814C617-E183-4FFF-941E-5EE6EE20734B}"/>
              </a:ext>
            </a:extLst>
          </p:cNvPr>
          <p:cNvSpPr>
            <a:spLocks noGrp="1"/>
          </p:cNvSpPr>
          <p:nvPr/>
        </p:nvSpPr>
        <p:spPr>
          <a:xfrm>
            <a:off x="4136349" y="845009"/>
            <a:ext cx="24757" cy="24757"/>
          </a:xfrm>
          <a:prstGeom prst="ellipse">
            <a:avLst/>
          </a:prstGeom>
          <a:solidFill>
            <a:srgbClr val="007C83">
              <a:alpha val="40000"/>
            </a:srgbClr>
          </a:solidFill>
          <a:ln w="0">
            <a:noFill/>
            <a:prstDash val="solid"/>
          </a:ln>
        </p:spPr>
      </p:sp>
      <p:sp>
        <p:nvSpPr>
          <p:cNvPr id="2403" name="LigandSeek2_vs_LigandSeek1_ellipse_7917">
            <a:extLst>
              <a:ext uri="{FF2B5EF4-FFF2-40B4-BE49-F238E27FC236}">
                <a16:creationId xmlns:a16="http://schemas.microsoft.com/office/drawing/2014/main" id="{CB40F5F2-1764-4AAC-AD6B-BABF2FBF4270}"/>
              </a:ext>
            </a:extLst>
          </p:cNvPr>
          <p:cNvSpPr>
            <a:spLocks noGrp="1"/>
          </p:cNvSpPr>
          <p:nvPr/>
        </p:nvSpPr>
        <p:spPr>
          <a:xfrm>
            <a:off x="4160323" y="1890368"/>
            <a:ext cx="24757" cy="24757"/>
          </a:xfrm>
          <a:prstGeom prst="ellipse">
            <a:avLst/>
          </a:prstGeom>
          <a:solidFill>
            <a:srgbClr val="007C83">
              <a:alpha val="40000"/>
            </a:srgbClr>
          </a:solidFill>
          <a:ln w="0">
            <a:noFill/>
            <a:prstDash val="solid"/>
          </a:ln>
        </p:spPr>
      </p:sp>
      <p:sp>
        <p:nvSpPr>
          <p:cNvPr id="2404" name="LigandSeek2_vs_LigandSeek1_ellipse_7918">
            <a:extLst>
              <a:ext uri="{FF2B5EF4-FFF2-40B4-BE49-F238E27FC236}">
                <a16:creationId xmlns:a16="http://schemas.microsoft.com/office/drawing/2014/main" id="{23E39AF1-DB97-46A1-9D54-150ECF7E66B3}"/>
              </a:ext>
            </a:extLst>
          </p:cNvPr>
          <p:cNvSpPr>
            <a:spLocks noGrp="1"/>
          </p:cNvSpPr>
          <p:nvPr/>
        </p:nvSpPr>
        <p:spPr>
          <a:xfrm>
            <a:off x="4098462" y="1629028"/>
            <a:ext cx="24757" cy="24757"/>
          </a:xfrm>
          <a:prstGeom prst="ellipse">
            <a:avLst/>
          </a:prstGeom>
          <a:solidFill>
            <a:srgbClr val="007C83">
              <a:alpha val="40000"/>
            </a:srgbClr>
          </a:solidFill>
          <a:ln w="0">
            <a:noFill/>
            <a:prstDash val="solid"/>
          </a:ln>
        </p:spPr>
      </p:sp>
      <p:sp>
        <p:nvSpPr>
          <p:cNvPr id="2405" name="LigandSeek2_vs_LigandSeek1_ellipse_7919">
            <a:extLst>
              <a:ext uri="{FF2B5EF4-FFF2-40B4-BE49-F238E27FC236}">
                <a16:creationId xmlns:a16="http://schemas.microsoft.com/office/drawing/2014/main" id="{F2713171-499E-4184-B6FF-6C0903DAD02F}"/>
              </a:ext>
            </a:extLst>
          </p:cNvPr>
          <p:cNvSpPr>
            <a:spLocks noGrp="1"/>
          </p:cNvSpPr>
          <p:nvPr/>
        </p:nvSpPr>
        <p:spPr>
          <a:xfrm>
            <a:off x="4103987" y="1483839"/>
            <a:ext cx="24757" cy="24757"/>
          </a:xfrm>
          <a:prstGeom prst="ellipse">
            <a:avLst/>
          </a:prstGeom>
          <a:solidFill>
            <a:srgbClr val="007C83">
              <a:alpha val="40000"/>
            </a:srgbClr>
          </a:solidFill>
          <a:ln w="0">
            <a:noFill/>
            <a:prstDash val="solid"/>
          </a:ln>
        </p:spPr>
      </p:sp>
      <p:sp>
        <p:nvSpPr>
          <p:cNvPr id="2406" name="LigandSeek2_vs_LigandSeek1_ellipse_7920">
            <a:extLst>
              <a:ext uri="{FF2B5EF4-FFF2-40B4-BE49-F238E27FC236}">
                <a16:creationId xmlns:a16="http://schemas.microsoft.com/office/drawing/2014/main" id="{0ACD1BC4-B876-459F-8B73-81B038794727}"/>
              </a:ext>
            </a:extLst>
          </p:cNvPr>
          <p:cNvSpPr>
            <a:spLocks noGrp="1"/>
          </p:cNvSpPr>
          <p:nvPr/>
        </p:nvSpPr>
        <p:spPr>
          <a:xfrm>
            <a:off x="4095813" y="1106349"/>
            <a:ext cx="24757" cy="24757"/>
          </a:xfrm>
          <a:prstGeom prst="ellipse">
            <a:avLst/>
          </a:prstGeom>
          <a:solidFill>
            <a:srgbClr val="007C83">
              <a:alpha val="40000"/>
            </a:srgbClr>
          </a:solidFill>
          <a:ln w="0">
            <a:noFill/>
            <a:prstDash val="solid"/>
          </a:ln>
        </p:spPr>
      </p:sp>
      <p:sp>
        <p:nvSpPr>
          <p:cNvPr id="2407" name="LigandSeek2_vs_LigandSeek1_ellipse_7921">
            <a:extLst>
              <a:ext uri="{FF2B5EF4-FFF2-40B4-BE49-F238E27FC236}">
                <a16:creationId xmlns:a16="http://schemas.microsoft.com/office/drawing/2014/main" id="{0C6FB0DF-C79E-40F1-A01F-534DE76DDFAC}"/>
              </a:ext>
            </a:extLst>
          </p:cNvPr>
          <p:cNvSpPr>
            <a:spLocks noGrp="1"/>
          </p:cNvSpPr>
          <p:nvPr/>
        </p:nvSpPr>
        <p:spPr>
          <a:xfrm>
            <a:off x="4128048" y="1741031"/>
            <a:ext cx="24757" cy="24757"/>
          </a:xfrm>
          <a:prstGeom prst="ellipse">
            <a:avLst/>
          </a:prstGeom>
          <a:solidFill>
            <a:srgbClr val="007C83">
              <a:alpha val="40000"/>
            </a:srgbClr>
          </a:solidFill>
          <a:ln w="0">
            <a:noFill/>
            <a:prstDash val="solid"/>
          </a:ln>
        </p:spPr>
      </p:sp>
      <p:sp>
        <p:nvSpPr>
          <p:cNvPr id="2408" name="LigandSeek2_vs_LigandSeek1_ellipse_7922">
            <a:extLst>
              <a:ext uri="{FF2B5EF4-FFF2-40B4-BE49-F238E27FC236}">
                <a16:creationId xmlns:a16="http://schemas.microsoft.com/office/drawing/2014/main" id="{E9254A8A-C29D-40EE-A1BC-87736BEC51D9}"/>
              </a:ext>
            </a:extLst>
          </p:cNvPr>
          <p:cNvSpPr>
            <a:spLocks noGrp="1"/>
          </p:cNvSpPr>
          <p:nvPr/>
        </p:nvSpPr>
        <p:spPr>
          <a:xfrm>
            <a:off x="4087317" y="1106349"/>
            <a:ext cx="24757" cy="24757"/>
          </a:xfrm>
          <a:prstGeom prst="ellipse">
            <a:avLst/>
          </a:prstGeom>
          <a:solidFill>
            <a:srgbClr val="007C83">
              <a:alpha val="40000"/>
            </a:srgbClr>
          </a:solidFill>
          <a:ln w="0">
            <a:noFill/>
            <a:prstDash val="solid"/>
          </a:ln>
        </p:spPr>
      </p:sp>
      <p:sp>
        <p:nvSpPr>
          <p:cNvPr id="2409" name="LigandSeek2_vs_LigandSeek1_ellipse_7923">
            <a:extLst>
              <a:ext uri="{FF2B5EF4-FFF2-40B4-BE49-F238E27FC236}">
                <a16:creationId xmlns:a16="http://schemas.microsoft.com/office/drawing/2014/main" id="{D031EF71-1F19-4E56-9843-C246883AEDC1}"/>
              </a:ext>
            </a:extLst>
          </p:cNvPr>
          <p:cNvSpPr>
            <a:spLocks noGrp="1"/>
          </p:cNvSpPr>
          <p:nvPr/>
        </p:nvSpPr>
        <p:spPr>
          <a:xfrm>
            <a:off x="4155224" y="1019236"/>
            <a:ext cx="24757" cy="24757"/>
          </a:xfrm>
          <a:prstGeom prst="ellipse">
            <a:avLst/>
          </a:prstGeom>
          <a:solidFill>
            <a:srgbClr val="007C83">
              <a:alpha val="40000"/>
            </a:srgbClr>
          </a:solidFill>
          <a:ln w="0">
            <a:noFill/>
            <a:prstDash val="solid"/>
          </a:ln>
        </p:spPr>
      </p:sp>
      <p:sp>
        <p:nvSpPr>
          <p:cNvPr id="2410" name="LigandSeek2_vs_LigandSeek1_ellipse_7924">
            <a:extLst>
              <a:ext uri="{FF2B5EF4-FFF2-40B4-BE49-F238E27FC236}">
                <a16:creationId xmlns:a16="http://schemas.microsoft.com/office/drawing/2014/main" id="{B79A187F-4A63-4E91-91DC-662835D2718C}"/>
              </a:ext>
            </a:extLst>
          </p:cNvPr>
          <p:cNvSpPr>
            <a:spLocks noGrp="1"/>
          </p:cNvSpPr>
          <p:nvPr/>
        </p:nvSpPr>
        <p:spPr>
          <a:xfrm>
            <a:off x="4088681" y="1180395"/>
            <a:ext cx="24757" cy="24757"/>
          </a:xfrm>
          <a:prstGeom prst="ellipse">
            <a:avLst/>
          </a:prstGeom>
          <a:solidFill>
            <a:srgbClr val="007C83">
              <a:alpha val="40000"/>
            </a:srgbClr>
          </a:solidFill>
          <a:ln w="0">
            <a:noFill/>
            <a:prstDash val="solid"/>
          </a:ln>
        </p:spPr>
      </p:sp>
      <p:sp>
        <p:nvSpPr>
          <p:cNvPr id="2411" name="LigandSeek2_vs_LigandSeek1_ellipse_7925">
            <a:extLst>
              <a:ext uri="{FF2B5EF4-FFF2-40B4-BE49-F238E27FC236}">
                <a16:creationId xmlns:a16="http://schemas.microsoft.com/office/drawing/2014/main" id="{D25570A6-E1E3-476B-90C2-5871580D4AFF}"/>
              </a:ext>
            </a:extLst>
          </p:cNvPr>
          <p:cNvSpPr>
            <a:spLocks noGrp="1"/>
          </p:cNvSpPr>
          <p:nvPr/>
        </p:nvSpPr>
        <p:spPr>
          <a:xfrm>
            <a:off x="4105152" y="845009"/>
            <a:ext cx="24757" cy="24757"/>
          </a:xfrm>
          <a:prstGeom prst="ellipse">
            <a:avLst/>
          </a:prstGeom>
          <a:solidFill>
            <a:srgbClr val="007C83">
              <a:alpha val="40000"/>
            </a:srgbClr>
          </a:solidFill>
          <a:ln w="0">
            <a:noFill/>
            <a:prstDash val="solid"/>
          </a:ln>
        </p:spPr>
      </p:sp>
      <p:sp>
        <p:nvSpPr>
          <p:cNvPr id="2412" name="LigandSeek2_vs_LigandSeek1_ellipse_7926">
            <a:extLst>
              <a:ext uri="{FF2B5EF4-FFF2-40B4-BE49-F238E27FC236}">
                <a16:creationId xmlns:a16="http://schemas.microsoft.com/office/drawing/2014/main" id="{CB52A3D0-EAC2-4258-987B-4B53E72084F8}"/>
              </a:ext>
            </a:extLst>
          </p:cNvPr>
          <p:cNvSpPr>
            <a:spLocks noGrp="1"/>
          </p:cNvSpPr>
          <p:nvPr/>
        </p:nvSpPr>
        <p:spPr>
          <a:xfrm>
            <a:off x="4165206" y="845009"/>
            <a:ext cx="24757" cy="24757"/>
          </a:xfrm>
          <a:prstGeom prst="ellipse">
            <a:avLst/>
          </a:prstGeom>
          <a:solidFill>
            <a:srgbClr val="007C83">
              <a:alpha val="40000"/>
            </a:srgbClr>
          </a:solidFill>
          <a:ln w="0">
            <a:noFill/>
            <a:prstDash val="solid"/>
          </a:ln>
        </p:spPr>
      </p:sp>
      <p:sp>
        <p:nvSpPr>
          <p:cNvPr id="2413" name="LigandSeek2_vs_LigandSeek1_ellipse_7927">
            <a:extLst>
              <a:ext uri="{FF2B5EF4-FFF2-40B4-BE49-F238E27FC236}">
                <a16:creationId xmlns:a16="http://schemas.microsoft.com/office/drawing/2014/main" id="{E2F7EB4D-DA2A-4597-88CE-A889594293FB}"/>
              </a:ext>
            </a:extLst>
          </p:cNvPr>
          <p:cNvSpPr>
            <a:spLocks noGrp="1"/>
          </p:cNvSpPr>
          <p:nvPr/>
        </p:nvSpPr>
        <p:spPr>
          <a:xfrm>
            <a:off x="4104727" y="845009"/>
            <a:ext cx="24757" cy="24757"/>
          </a:xfrm>
          <a:prstGeom prst="ellipse">
            <a:avLst/>
          </a:prstGeom>
          <a:solidFill>
            <a:srgbClr val="007C83">
              <a:alpha val="40000"/>
            </a:srgbClr>
          </a:solidFill>
          <a:ln w="0">
            <a:noFill/>
            <a:prstDash val="solid"/>
          </a:ln>
        </p:spPr>
      </p:sp>
      <p:sp>
        <p:nvSpPr>
          <p:cNvPr id="2414" name="LigandSeek2_vs_LigandSeek1_ellipse_7928">
            <a:extLst>
              <a:ext uri="{FF2B5EF4-FFF2-40B4-BE49-F238E27FC236}">
                <a16:creationId xmlns:a16="http://schemas.microsoft.com/office/drawing/2014/main" id="{D39D68A9-5DC2-40AA-B3C6-EDE6006551E5}"/>
              </a:ext>
            </a:extLst>
          </p:cNvPr>
          <p:cNvSpPr>
            <a:spLocks noGrp="1"/>
          </p:cNvSpPr>
          <p:nvPr/>
        </p:nvSpPr>
        <p:spPr>
          <a:xfrm>
            <a:off x="4127639" y="1106349"/>
            <a:ext cx="24757" cy="24757"/>
          </a:xfrm>
          <a:prstGeom prst="ellipse">
            <a:avLst/>
          </a:prstGeom>
          <a:solidFill>
            <a:srgbClr val="007C83">
              <a:alpha val="40000"/>
            </a:srgbClr>
          </a:solidFill>
          <a:ln w="0">
            <a:noFill/>
            <a:prstDash val="solid"/>
          </a:ln>
        </p:spPr>
      </p:sp>
      <p:sp>
        <p:nvSpPr>
          <p:cNvPr id="2415" name="LigandSeek2_vs_LigandSeek1_ellipse_7929">
            <a:extLst>
              <a:ext uri="{FF2B5EF4-FFF2-40B4-BE49-F238E27FC236}">
                <a16:creationId xmlns:a16="http://schemas.microsoft.com/office/drawing/2014/main" id="{66592F17-408C-4174-9D7E-6C3CF86ACF1B}"/>
              </a:ext>
            </a:extLst>
          </p:cNvPr>
          <p:cNvSpPr>
            <a:spLocks noGrp="1"/>
          </p:cNvSpPr>
          <p:nvPr/>
        </p:nvSpPr>
        <p:spPr>
          <a:xfrm>
            <a:off x="4155937" y="1890368"/>
            <a:ext cx="24757" cy="24757"/>
          </a:xfrm>
          <a:prstGeom prst="ellipse">
            <a:avLst/>
          </a:prstGeom>
          <a:solidFill>
            <a:srgbClr val="007C83">
              <a:alpha val="40000"/>
            </a:srgbClr>
          </a:solidFill>
          <a:ln w="0">
            <a:noFill/>
            <a:prstDash val="solid"/>
          </a:ln>
        </p:spPr>
      </p:sp>
      <p:sp>
        <p:nvSpPr>
          <p:cNvPr id="2416" name="LigandSeek2_vs_LigandSeek1_ellipse_7930">
            <a:extLst>
              <a:ext uri="{FF2B5EF4-FFF2-40B4-BE49-F238E27FC236}">
                <a16:creationId xmlns:a16="http://schemas.microsoft.com/office/drawing/2014/main" id="{11D9D435-81FB-478F-914B-6269F4D89926}"/>
              </a:ext>
            </a:extLst>
          </p:cNvPr>
          <p:cNvSpPr>
            <a:spLocks noGrp="1"/>
          </p:cNvSpPr>
          <p:nvPr/>
        </p:nvSpPr>
        <p:spPr>
          <a:xfrm>
            <a:off x="4092203" y="845009"/>
            <a:ext cx="24757" cy="24757"/>
          </a:xfrm>
          <a:prstGeom prst="ellipse">
            <a:avLst/>
          </a:prstGeom>
          <a:solidFill>
            <a:srgbClr val="007C83">
              <a:alpha val="40000"/>
            </a:srgbClr>
          </a:solidFill>
          <a:ln w="0">
            <a:noFill/>
            <a:prstDash val="solid"/>
          </a:ln>
        </p:spPr>
      </p:sp>
      <p:sp>
        <p:nvSpPr>
          <p:cNvPr id="2417" name="LigandSeek2_vs_LigandSeek1_ellipse_7931">
            <a:extLst>
              <a:ext uri="{FF2B5EF4-FFF2-40B4-BE49-F238E27FC236}">
                <a16:creationId xmlns:a16="http://schemas.microsoft.com/office/drawing/2014/main" id="{A99FBB18-E3CE-44C2-AF58-152174167335}"/>
              </a:ext>
            </a:extLst>
          </p:cNvPr>
          <p:cNvSpPr>
            <a:spLocks noGrp="1"/>
          </p:cNvSpPr>
          <p:nvPr/>
        </p:nvSpPr>
        <p:spPr>
          <a:xfrm>
            <a:off x="4127283" y="1890368"/>
            <a:ext cx="24757" cy="24757"/>
          </a:xfrm>
          <a:prstGeom prst="ellipse">
            <a:avLst/>
          </a:prstGeom>
          <a:solidFill>
            <a:srgbClr val="007C83">
              <a:alpha val="40000"/>
            </a:srgbClr>
          </a:solidFill>
          <a:ln w="0">
            <a:noFill/>
            <a:prstDash val="solid"/>
          </a:ln>
        </p:spPr>
      </p:sp>
      <p:sp>
        <p:nvSpPr>
          <p:cNvPr id="2418" name="LigandSeek2_vs_LigandSeek1_ellipse_7932">
            <a:extLst>
              <a:ext uri="{FF2B5EF4-FFF2-40B4-BE49-F238E27FC236}">
                <a16:creationId xmlns:a16="http://schemas.microsoft.com/office/drawing/2014/main" id="{AAE07A41-0762-4005-8CED-1F7BFA3855E7}"/>
              </a:ext>
            </a:extLst>
          </p:cNvPr>
          <p:cNvSpPr>
            <a:spLocks noGrp="1"/>
          </p:cNvSpPr>
          <p:nvPr/>
        </p:nvSpPr>
        <p:spPr>
          <a:xfrm>
            <a:off x="4093374" y="1872945"/>
            <a:ext cx="24757" cy="24757"/>
          </a:xfrm>
          <a:prstGeom prst="ellipse">
            <a:avLst/>
          </a:prstGeom>
          <a:solidFill>
            <a:srgbClr val="007C83">
              <a:alpha val="40000"/>
            </a:srgbClr>
          </a:solidFill>
          <a:ln w="0">
            <a:noFill/>
            <a:prstDash val="solid"/>
          </a:ln>
        </p:spPr>
      </p:sp>
      <p:sp>
        <p:nvSpPr>
          <p:cNvPr id="2419" name="LigandSeek2_vs_LigandSeek1_ellipse_7933">
            <a:extLst>
              <a:ext uri="{FF2B5EF4-FFF2-40B4-BE49-F238E27FC236}">
                <a16:creationId xmlns:a16="http://schemas.microsoft.com/office/drawing/2014/main" id="{00292289-F922-434C-BC87-ED9953821F60}"/>
              </a:ext>
            </a:extLst>
          </p:cNvPr>
          <p:cNvSpPr>
            <a:spLocks noGrp="1"/>
          </p:cNvSpPr>
          <p:nvPr/>
        </p:nvSpPr>
        <p:spPr>
          <a:xfrm>
            <a:off x="4085572" y="845009"/>
            <a:ext cx="24757" cy="24757"/>
          </a:xfrm>
          <a:prstGeom prst="ellipse">
            <a:avLst/>
          </a:prstGeom>
          <a:solidFill>
            <a:srgbClr val="007C83">
              <a:alpha val="40000"/>
            </a:srgbClr>
          </a:solidFill>
          <a:ln w="0">
            <a:noFill/>
            <a:prstDash val="solid"/>
          </a:ln>
        </p:spPr>
      </p:sp>
      <p:sp>
        <p:nvSpPr>
          <p:cNvPr id="2420" name="LigandSeek2_vs_LigandSeek1_ellipse_7934">
            <a:extLst>
              <a:ext uri="{FF2B5EF4-FFF2-40B4-BE49-F238E27FC236}">
                <a16:creationId xmlns:a16="http://schemas.microsoft.com/office/drawing/2014/main" id="{2A688B95-526A-4DB9-96E2-F3C50B6D175B}"/>
              </a:ext>
            </a:extLst>
          </p:cNvPr>
          <p:cNvSpPr>
            <a:spLocks noGrp="1"/>
          </p:cNvSpPr>
          <p:nvPr/>
        </p:nvSpPr>
        <p:spPr>
          <a:xfrm>
            <a:off x="4125837" y="845009"/>
            <a:ext cx="24757" cy="24757"/>
          </a:xfrm>
          <a:prstGeom prst="ellipse">
            <a:avLst/>
          </a:prstGeom>
          <a:solidFill>
            <a:srgbClr val="007C83">
              <a:alpha val="40000"/>
            </a:srgbClr>
          </a:solidFill>
          <a:ln w="0">
            <a:noFill/>
            <a:prstDash val="solid"/>
          </a:ln>
        </p:spPr>
      </p:sp>
      <p:sp>
        <p:nvSpPr>
          <p:cNvPr id="2421" name="LigandSeek2_vs_LigandSeek1_ellipse_7935">
            <a:extLst>
              <a:ext uri="{FF2B5EF4-FFF2-40B4-BE49-F238E27FC236}">
                <a16:creationId xmlns:a16="http://schemas.microsoft.com/office/drawing/2014/main" id="{3E04D7EF-7736-4102-A9ED-B707A04144A2}"/>
              </a:ext>
            </a:extLst>
          </p:cNvPr>
          <p:cNvSpPr>
            <a:spLocks noGrp="1"/>
          </p:cNvSpPr>
          <p:nvPr/>
        </p:nvSpPr>
        <p:spPr>
          <a:xfrm>
            <a:off x="4130659" y="1830811"/>
            <a:ext cx="24757" cy="24757"/>
          </a:xfrm>
          <a:prstGeom prst="ellipse">
            <a:avLst/>
          </a:prstGeom>
          <a:solidFill>
            <a:srgbClr val="007C83">
              <a:alpha val="40000"/>
            </a:srgbClr>
          </a:solidFill>
          <a:ln w="0">
            <a:noFill/>
            <a:prstDash val="solid"/>
          </a:ln>
        </p:spPr>
      </p:sp>
      <p:sp>
        <p:nvSpPr>
          <p:cNvPr id="2422" name="LigandSeek2_vs_LigandSeek1_ellipse_7936">
            <a:extLst>
              <a:ext uri="{FF2B5EF4-FFF2-40B4-BE49-F238E27FC236}">
                <a16:creationId xmlns:a16="http://schemas.microsoft.com/office/drawing/2014/main" id="{095F937C-D15A-4C15-AFEC-4F9AC90E6718}"/>
              </a:ext>
            </a:extLst>
          </p:cNvPr>
          <p:cNvSpPr>
            <a:spLocks noGrp="1"/>
          </p:cNvSpPr>
          <p:nvPr/>
        </p:nvSpPr>
        <p:spPr>
          <a:xfrm>
            <a:off x="4094388" y="845009"/>
            <a:ext cx="24757" cy="24757"/>
          </a:xfrm>
          <a:prstGeom prst="ellipse">
            <a:avLst/>
          </a:prstGeom>
          <a:solidFill>
            <a:srgbClr val="007C83">
              <a:alpha val="40000"/>
            </a:srgbClr>
          </a:solidFill>
          <a:ln w="0">
            <a:noFill/>
            <a:prstDash val="solid"/>
          </a:ln>
        </p:spPr>
      </p:sp>
      <p:sp>
        <p:nvSpPr>
          <p:cNvPr id="2423" name="LigandSeek2_vs_LigandSeek1_ellipse_7937">
            <a:extLst>
              <a:ext uri="{FF2B5EF4-FFF2-40B4-BE49-F238E27FC236}">
                <a16:creationId xmlns:a16="http://schemas.microsoft.com/office/drawing/2014/main" id="{93E8777D-0AA6-41E8-8115-C1C66CA7880F}"/>
              </a:ext>
            </a:extLst>
          </p:cNvPr>
          <p:cNvSpPr>
            <a:spLocks noGrp="1"/>
          </p:cNvSpPr>
          <p:nvPr/>
        </p:nvSpPr>
        <p:spPr>
          <a:xfrm>
            <a:off x="4151581" y="845009"/>
            <a:ext cx="24757" cy="24757"/>
          </a:xfrm>
          <a:prstGeom prst="ellipse">
            <a:avLst/>
          </a:prstGeom>
          <a:solidFill>
            <a:srgbClr val="007C83">
              <a:alpha val="40000"/>
            </a:srgbClr>
          </a:solidFill>
          <a:ln w="0">
            <a:noFill/>
            <a:prstDash val="solid"/>
          </a:ln>
        </p:spPr>
      </p:sp>
      <p:sp>
        <p:nvSpPr>
          <p:cNvPr id="2424" name="LigandSeek2_vs_LigandSeek1_ellipse_7938">
            <a:extLst>
              <a:ext uri="{FF2B5EF4-FFF2-40B4-BE49-F238E27FC236}">
                <a16:creationId xmlns:a16="http://schemas.microsoft.com/office/drawing/2014/main" id="{1B2265F9-1487-49C2-BA0A-7097C0E95349}"/>
              </a:ext>
            </a:extLst>
          </p:cNvPr>
          <p:cNvSpPr>
            <a:spLocks noGrp="1"/>
          </p:cNvSpPr>
          <p:nvPr/>
        </p:nvSpPr>
        <p:spPr>
          <a:xfrm>
            <a:off x="4112383" y="845009"/>
            <a:ext cx="24757" cy="24757"/>
          </a:xfrm>
          <a:prstGeom prst="ellipse">
            <a:avLst/>
          </a:prstGeom>
          <a:solidFill>
            <a:srgbClr val="007C83">
              <a:alpha val="40000"/>
            </a:srgbClr>
          </a:solidFill>
          <a:ln w="0">
            <a:noFill/>
            <a:prstDash val="solid"/>
          </a:ln>
        </p:spPr>
      </p:sp>
      <p:sp>
        <p:nvSpPr>
          <p:cNvPr id="2425" name="LigandSeek2_vs_LigandSeek1_ellipse_7939">
            <a:extLst>
              <a:ext uri="{FF2B5EF4-FFF2-40B4-BE49-F238E27FC236}">
                <a16:creationId xmlns:a16="http://schemas.microsoft.com/office/drawing/2014/main" id="{9AF63F5D-34AC-4DAD-B00E-301908180EA6}"/>
              </a:ext>
            </a:extLst>
          </p:cNvPr>
          <p:cNvSpPr>
            <a:spLocks noGrp="1"/>
          </p:cNvSpPr>
          <p:nvPr/>
        </p:nvSpPr>
        <p:spPr>
          <a:xfrm>
            <a:off x="4106420" y="845009"/>
            <a:ext cx="24757" cy="24757"/>
          </a:xfrm>
          <a:prstGeom prst="ellipse">
            <a:avLst/>
          </a:prstGeom>
          <a:solidFill>
            <a:srgbClr val="007C83">
              <a:alpha val="40000"/>
            </a:srgbClr>
          </a:solidFill>
          <a:ln w="0">
            <a:noFill/>
            <a:prstDash val="solid"/>
          </a:ln>
        </p:spPr>
      </p:sp>
      <p:sp>
        <p:nvSpPr>
          <p:cNvPr id="2426" name="LigandSeek2_vs_LigandSeek1_ellipse_7940">
            <a:extLst>
              <a:ext uri="{FF2B5EF4-FFF2-40B4-BE49-F238E27FC236}">
                <a16:creationId xmlns:a16="http://schemas.microsoft.com/office/drawing/2014/main" id="{CD1C84B3-42C7-4BBF-8C68-6F8FF43EA80F}"/>
              </a:ext>
            </a:extLst>
          </p:cNvPr>
          <p:cNvSpPr>
            <a:spLocks noGrp="1"/>
          </p:cNvSpPr>
          <p:nvPr/>
        </p:nvSpPr>
        <p:spPr>
          <a:xfrm>
            <a:off x="4154261" y="1884923"/>
            <a:ext cx="24757" cy="24757"/>
          </a:xfrm>
          <a:prstGeom prst="ellipse">
            <a:avLst/>
          </a:prstGeom>
          <a:solidFill>
            <a:srgbClr val="007C83">
              <a:alpha val="40000"/>
            </a:srgbClr>
          </a:solidFill>
          <a:ln w="0">
            <a:noFill/>
            <a:prstDash val="solid"/>
          </a:ln>
        </p:spPr>
      </p:sp>
      <p:sp>
        <p:nvSpPr>
          <p:cNvPr id="2427" name="LigandSeek2_vs_LigandSeek1_ellipse_7941">
            <a:extLst>
              <a:ext uri="{FF2B5EF4-FFF2-40B4-BE49-F238E27FC236}">
                <a16:creationId xmlns:a16="http://schemas.microsoft.com/office/drawing/2014/main" id="{9F1A12F7-737D-4FAE-B5A9-2DF4AF3ECA00}"/>
              </a:ext>
            </a:extLst>
          </p:cNvPr>
          <p:cNvSpPr>
            <a:spLocks noGrp="1"/>
          </p:cNvSpPr>
          <p:nvPr/>
        </p:nvSpPr>
        <p:spPr>
          <a:xfrm>
            <a:off x="4108115" y="845009"/>
            <a:ext cx="24757" cy="24757"/>
          </a:xfrm>
          <a:prstGeom prst="ellipse">
            <a:avLst/>
          </a:prstGeom>
          <a:solidFill>
            <a:srgbClr val="007C83">
              <a:alpha val="40000"/>
            </a:srgbClr>
          </a:solidFill>
          <a:ln w="0">
            <a:noFill/>
            <a:prstDash val="solid"/>
          </a:ln>
        </p:spPr>
      </p:sp>
      <p:sp>
        <p:nvSpPr>
          <p:cNvPr id="2428" name="LigandSeek2_vs_LigandSeek1_ellipse_7942">
            <a:extLst>
              <a:ext uri="{FF2B5EF4-FFF2-40B4-BE49-F238E27FC236}">
                <a16:creationId xmlns:a16="http://schemas.microsoft.com/office/drawing/2014/main" id="{B1D39C1D-2064-4F0F-8048-B106B67EE894}"/>
              </a:ext>
            </a:extLst>
          </p:cNvPr>
          <p:cNvSpPr>
            <a:spLocks noGrp="1"/>
          </p:cNvSpPr>
          <p:nvPr/>
        </p:nvSpPr>
        <p:spPr>
          <a:xfrm>
            <a:off x="4088033" y="1634836"/>
            <a:ext cx="24757" cy="24757"/>
          </a:xfrm>
          <a:prstGeom prst="ellipse">
            <a:avLst/>
          </a:prstGeom>
          <a:solidFill>
            <a:srgbClr val="007C83">
              <a:alpha val="40000"/>
            </a:srgbClr>
          </a:solidFill>
          <a:ln w="0">
            <a:noFill/>
            <a:prstDash val="solid"/>
          </a:ln>
        </p:spPr>
      </p:sp>
      <p:sp>
        <p:nvSpPr>
          <p:cNvPr id="2429" name="LigandSeek2_vs_LigandSeek1_ellipse_7943">
            <a:extLst>
              <a:ext uri="{FF2B5EF4-FFF2-40B4-BE49-F238E27FC236}">
                <a16:creationId xmlns:a16="http://schemas.microsoft.com/office/drawing/2014/main" id="{B8D5E7AA-B007-48AD-A29E-54CE3A626421}"/>
              </a:ext>
            </a:extLst>
          </p:cNvPr>
          <p:cNvSpPr>
            <a:spLocks noGrp="1"/>
          </p:cNvSpPr>
          <p:nvPr/>
        </p:nvSpPr>
        <p:spPr>
          <a:xfrm>
            <a:off x="4136160" y="1530512"/>
            <a:ext cx="24757" cy="24757"/>
          </a:xfrm>
          <a:prstGeom prst="ellipse">
            <a:avLst/>
          </a:prstGeom>
          <a:solidFill>
            <a:srgbClr val="007C83">
              <a:alpha val="40000"/>
            </a:srgbClr>
          </a:solidFill>
          <a:ln w="0">
            <a:noFill/>
            <a:prstDash val="solid"/>
          </a:ln>
        </p:spPr>
      </p:sp>
      <p:sp>
        <p:nvSpPr>
          <p:cNvPr id="2430" name="LigandSeek2_vs_LigandSeek1_ellipse_7944">
            <a:extLst>
              <a:ext uri="{FF2B5EF4-FFF2-40B4-BE49-F238E27FC236}">
                <a16:creationId xmlns:a16="http://schemas.microsoft.com/office/drawing/2014/main" id="{DE1F6791-2C07-4B4D-BFE3-B3E54FBF60CB}"/>
              </a:ext>
            </a:extLst>
          </p:cNvPr>
          <p:cNvSpPr>
            <a:spLocks noGrp="1"/>
          </p:cNvSpPr>
          <p:nvPr/>
        </p:nvSpPr>
        <p:spPr>
          <a:xfrm>
            <a:off x="4099810" y="1576760"/>
            <a:ext cx="24757" cy="24757"/>
          </a:xfrm>
          <a:prstGeom prst="ellipse">
            <a:avLst/>
          </a:prstGeom>
          <a:solidFill>
            <a:srgbClr val="007C83">
              <a:alpha val="40000"/>
            </a:srgbClr>
          </a:solidFill>
          <a:ln w="0">
            <a:noFill/>
            <a:prstDash val="solid"/>
          </a:ln>
        </p:spPr>
      </p:sp>
      <p:sp>
        <p:nvSpPr>
          <p:cNvPr id="2431" name="LigandSeek2_vs_LigandSeek1_ellipse_7945">
            <a:extLst>
              <a:ext uri="{FF2B5EF4-FFF2-40B4-BE49-F238E27FC236}">
                <a16:creationId xmlns:a16="http://schemas.microsoft.com/office/drawing/2014/main" id="{1DE1406E-3246-49B0-AFB6-1AED0C6EBE4C}"/>
              </a:ext>
            </a:extLst>
          </p:cNvPr>
          <p:cNvSpPr>
            <a:spLocks noGrp="1"/>
          </p:cNvSpPr>
          <p:nvPr/>
        </p:nvSpPr>
        <p:spPr>
          <a:xfrm>
            <a:off x="4090869" y="1890368"/>
            <a:ext cx="24757" cy="24757"/>
          </a:xfrm>
          <a:prstGeom prst="ellipse">
            <a:avLst/>
          </a:prstGeom>
          <a:solidFill>
            <a:srgbClr val="007C83">
              <a:alpha val="40000"/>
            </a:srgbClr>
          </a:solidFill>
          <a:ln w="0">
            <a:noFill/>
            <a:prstDash val="solid"/>
          </a:ln>
        </p:spPr>
      </p:sp>
      <p:sp>
        <p:nvSpPr>
          <p:cNvPr id="2432" name="LigandSeek2_vs_LigandSeek1_ellipse_7946">
            <a:extLst>
              <a:ext uri="{FF2B5EF4-FFF2-40B4-BE49-F238E27FC236}">
                <a16:creationId xmlns:a16="http://schemas.microsoft.com/office/drawing/2014/main" id="{CB8B8F4E-2AFC-447B-B9A2-67ABA361A934}"/>
              </a:ext>
            </a:extLst>
          </p:cNvPr>
          <p:cNvSpPr>
            <a:spLocks noGrp="1"/>
          </p:cNvSpPr>
          <p:nvPr/>
        </p:nvSpPr>
        <p:spPr>
          <a:xfrm>
            <a:off x="4085704" y="1890368"/>
            <a:ext cx="24757" cy="24757"/>
          </a:xfrm>
          <a:prstGeom prst="ellipse">
            <a:avLst/>
          </a:prstGeom>
          <a:solidFill>
            <a:srgbClr val="007C83">
              <a:alpha val="40000"/>
            </a:srgbClr>
          </a:solidFill>
          <a:ln w="0">
            <a:noFill/>
            <a:prstDash val="solid"/>
          </a:ln>
        </p:spPr>
      </p:sp>
      <p:sp>
        <p:nvSpPr>
          <p:cNvPr id="2433" name="LigandSeek2_vs_LigandSeek1_ellipse_7947">
            <a:extLst>
              <a:ext uri="{FF2B5EF4-FFF2-40B4-BE49-F238E27FC236}">
                <a16:creationId xmlns:a16="http://schemas.microsoft.com/office/drawing/2014/main" id="{893DD2D6-C8D2-41EF-B4BC-D884486C5FD1}"/>
              </a:ext>
            </a:extLst>
          </p:cNvPr>
          <p:cNvSpPr>
            <a:spLocks noGrp="1"/>
          </p:cNvSpPr>
          <p:nvPr/>
        </p:nvSpPr>
        <p:spPr>
          <a:xfrm>
            <a:off x="4141042" y="845009"/>
            <a:ext cx="24757" cy="24757"/>
          </a:xfrm>
          <a:prstGeom prst="ellipse">
            <a:avLst/>
          </a:prstGeom>
          <a:solidFill>
            <a:srgbClr val="007C83">
              <a:alpha val="40000"/>
            </a:srgbClr>
          </a:solidFill>
          <a:ln w="0">
            <a:noFill/>
            <a:prstDash val="solid"/>
          </a:ln>
        </p:spPr>
      </p:sp>
      <p:sp>
        <p:nvSpPr>
          <p:cNvPr id="2434" name="LigandSeek2_vs_LigandSeek1_ellipse_7948">
            <a:extLst>
              <a:ext uri="{FF2B5EF4-FFF2-40B4-BE49-F238E27FC236}">
                <a16:creationId xmlns:a16="http://schemas.microsoft.com/office/drawing/2014/main" id="{F426537B-E767-4C52-AA8C-65C613D514FF}"/>
              </a:ext>
            </a:extLst>
          </p:cNvPr>
          <p:cNvSpPr>
            <a:spLocks noGrp="1"/>
          </p:cNvSpPr>
          <p:nvPr/>
        </p:nvSpPr>
        <p:spPr>
          <a:xfrm>
            <a:off x="4091469" y="845009"/>
            <a:ext cx="24757" cy="24757"/>
          </a:xfrm>
          <a:prstGeom prst="ellipse">
            <a:avLst/>
          </a:prstGeom>
          <a:solidFill>
            <a:srgbClr val="007C83">
              <a:alpha val="40000"/>
            </a:srgbClr>
          </a:solidFill>
          <a:ln w="0">
            <a:noFill/>
            <a:prstDash val="solid"/>
          </a:ln>
        </p:spPr>
      </p:sp>
      <p:sp>
        <p:nvSpPr>
          <p:cNvPr id="2435" name="LigandSeek2_vs_LigandSeek1_ellipse_7949">
            <a:extLst>
              <a:ext uri="{FF2B5EF4-FFF2-40B4-BE49-F238E27FC236}">
                <a16:creationId xmlns:a16="http://schemas.microsoft.com/office/drawing/2014/main" id="{1B293CAD-C8AC-4BFE-8A41-289684B147AB}"/>
              </a:ext>
            </a:extLst>
          </p:cNvPr>
          <p:cNvSpPr>
            <a:spLocks noGrp="1"/>
          </p:cNvSpPr>
          <p:nvPr/>
        </p:nvSpPr>
        <p:spPr>
          <a:xfrm>
            <a:off x="4105855" y="845009"/>
            <a:ext cx="24757" cy="24757"/>
          </a:xfrm>
          <a:prstGeom prst="ellipse">
            <a:avLst/>
          </a:prstGeom>
          <a:solidFill>
            <a:srgbClr val="007C83">
              <a:alpha val="40000"/>
            </a:srgbClr>
          </a:solidFill>
          <a:ln w="0">
            <a:noFill/>
            <a:prstDash val="solid"/>
          </a:ln>
        </p:spPr>
      </p:sp>
      <p:sp>
        <p:nvSpPr>
          <p:cNvPr id="2436" name="LigandSeek2_vs_LigandSeek1_ellipse_7950">
            <a:extLst>
              <a:ext uri="{FF2B5EF4-FFF2-40B4-BE49-F238E27FC236}">
                <a16:creationId xmlns:a16="http://schemas.microsoft.com/office/drawing/2014/main" id="{4AFBAED9-8B55-4C7F-BEB7-9959A258A974}"/>
              </a:ext>
            </a:extLst>
          </p:cNvPr>
          <p:cNvSpPr>
            <a:spLocks noGrp="1"/>
          </p:cNvSpPr>
          <p:nvPr/>
        </p:nvSpPr>
        <p:spPr>
          <a:xfrm>
            <a:off x="4111471" y="845009"/>
            <a:ext cx="24757" cy="24757"/>
          </a:xfrm>
          <a:prstGeom prst="ellipse">
            <a:avLst/>
          </a:prstGeom>
          <a:solidFill>
            <a:srgbClr val="007C83">
              <a:alpha val="40000"/>
            </a:srgbClr>
          </a:solidFill>
          <a:ln w="0">
            <a:noFill/>
            <a:prstDash val="solid"/>
          </a:ln>
        </p:spPr>
      </p:sp>
      <p:sp>
        <p:nvSpPr>
          <p:cNvPr id="2437" name="LigandSeek2_vs_LigandSeek1_ellipse_7951">
            <a:extLst>
              <a:ext uri="{FF2B5EF4-FFF2-40B4-BE49-F238E27FC236}">
                <a16:creationId xmlns:a16="http://schemas.microsoft.com/office/drawing/2014/main" id="{5C59FE7B-B396-4BEA-BAC0-A7BD39C961CB}"/>
              </a:ext>
            </a:extLst>
          </p:cNvPr>
          <p:cNvSpPr>
            <a:spLocks noGrp="1"/>
          </p:cNvSpPr>
          <p:nvPr/>
        </p:nvSpPr>
        <p:spPr>
          <a:xfrm>
            <a:off x="4111550" y="1697474"/>
            <a:ext cx="24757" cy="24757"/>
          </a:xfrm>
          <a:prstGeom prst="ellipse">
            <a:avLst/>
          </a:prstGeom>
          <a:solidFill>
            <a:srgbClr val="007C83">
              <a:alpha val="40000"/>
            </a:srgbClr>
          </a:solidFill>
          <a:ln w="0">
            <a:noFill/>
            <a:prstDash val="solid"/>
          </a:ln>
        </p:spPr>
      </p:sp>
      <p:sp>
        <p:nvSpPr>
          <p:cNvPr id="2438" name="LigandSeek2_vs_LigandSeek1_ellipse_7952">
            <a:extLst>
              <a:ext uri="{FF2B5EF4-FFF2-40B4-BE49-F238E27FC236}">
                <a16:creationId xmlns:a16="http://schemas.microsoft.com/office/drawing/2014/main" id="{D5681DDF-4CAE-4421-BC30-EA07D31C9F2A}"/>
              </a:ext>
            </a:extLst>
          </p:cNvPr>
          <p:cNvSpPr>
            <a:spLocks noGrp="1"/>
          </p:cNvSpPr>
          <p:nvPr/>
        </p:nvSpPr>
        <p:spPr>
          <a:xfrm>
            <a:off x="4101597" y="845009"/>
            <a:ext cx="24757" cy="24757"/>
          </a:xfrm>
          <a:prstGeom prst="ellipse">
            <a:avLst/>
          </a:prstGeom>
          <a:solidFill>
            <a:srgbClr val="007C83">
              <a:alpha val="40000"/>
            </a:srgbClr>
          </a:solidFill>
          <a:ln w="0">
            <a:noFill/>
            <a:prstDash val="solid"/>
          </a:ln>
        </p:spPr>
      </p:sp>
      <p:sp>
        <p:nvSpPr>
          <p:cNvPr id="2439" name="LigandSeek2_vs_LigandSeek1_ellipse_7953">
            <a:extLst>
              <a:ext uri="{FF2B5EF4-FFF2-40B4-BE49-F238E27FC236}">
                <a16:creationId xmlns:a16="http://schemas.microsoft.com/office/drawing/2014/main" id="{9B07ECCA-1819-4C74-996E-CEDDB9F16CFA}"/>
              </a:ext>
            </a:extLst>
          </p:cNvPr>
          <p:cNvSpPr>
            <a:spLocks noGrp="1"/>
          </p:cNvSpPr>
          <p:nvPr/>
        </p:nvSpPr>
        <p:spPr>
          <a:xfrm>
            <a:off x="4118468" y="1193462"/>
            <a:ext cx="24757" cy="24757"/>
          </a:xfrm>
          <a:prstGeom prst="ellipse">
            <a:avLst/>
          </a:prstGeom>
          <a:solidFill>
            <a:srgbClr val="007C83">
              <a:alpha val="40000"/>
            </a:srgbClr>
          </a:solidFill>
          <a:ln w="0">
            <a:noFill/>
            <a:prstDash val="solid"/>
          </a:ln>
        </p:spPr>
      </p:sp>
      <p:sp>
        <p:nvSpPr>
          <p:cNvPr id="2440" name="LigandSeek2_vs_LigandSeek1_ellipse_7954">
            <a:extLst>
              <a:ext uri="{FF2B5EF4-FFF2-40B4-BE49-F238E27FC236}">
                <a16:creationId xmlns:a16="http://schemas.microsoft.com/office/drawing/2014/main" id="{7BAF1C4B-04FB-43D8-8DDC-D71F0F9EDD29}"/>
              </a:ext>
            </a:extLst>
          </p:cNvPr>
          <p:cNvSpPr>
            <a:spLocks noGrp="1"/>
          </p:cNvSpPr>
          <p:nvPr/>
        </p:nvSpPr>
        <p:spPr>
          <a:xfrm>
            <a:off x="4122043" y="1646451"/>
            <a:ext cx="24757" cy="24757"/>
          </a:xfrm>
          <a:prstGeom prst="ellipse">
            <a:avLst/>
          </a:prstGeom>
          <a:solidFill>
            <a:srgbClr val="007C83">
              <a:alpha val="40000"/>
            </a:srgbClr>
          </a:solidFill>
          <a:ln w="0">
            <a:noFill/>
            <a:prstDash val="solid"/>
          </a:ln>
        </p:spPr>
      </p:sp>
      <p:sp>
        <p:nvSpPr>
          <p:cNvPr id="2441" name="LigandSeek2_vs_LigandSeek1_ellipse_7955">
            <a:extLst>
              <a:ext uri="{FF2B5EF4-FFF2-40B4-BE49-F238E27FC236}">
                <a16:creationId xmlns:a16="http://schemas.microsoft.com/office/drawing/2014/main" id="{D569E930-C696-4AC7-AFE9-C4C6A189FAB4}"/>
              </a:ext>
            </a:extLst>
          </p:cNvPr>
          <p:cNvSpPr>
            <a:spLocks noGrp="1"/>
          </p:cNvSpPr>
          <p:nvPr/>
        </p:nvSpPr>
        <p:spPr>
          <a:xfrm>
            <a:off x="4117010" y="1890368"/>
            <a:ext cx="24757" cy="24757"/>
          </a:xfrm>
          <a:prstGeom prst="ellipse">
            <a:avLst/>
          </a:prstGeom>
          <a:solidFill>
            <a:srgbClr val="007C83">
              <a:alpha val="40000"/>
            </a:srgbClr>
          </a:solidFill>
          <a:ln w="0">
            <a:noFill/>
            <a:prstDash val="solid"/>
          </a:ln>
        </p:spPr>
      </p:sp>
      <p:sp>
        <p:nvSpPr>
          <p:cNvPr id="2442" name="LigandSeek2_vs_LigandSeek1_ellipse_7956">
            <a:extLst>
              <a:ext uri="{FF2B5EF4-FFF2-40B4-BE49-F238E27FC236}">
                <a16:creationId xmlns:a16="http://schemas.microsoft.com/office/drawing/2014/main" id="{8BC6CE99-D18F-4ECA-B6D6-CC56071CF843}"/>
              </a:ext>
            </a:extLst>
          </p:cNvPr>
          <p:cNvSpPr>
            <a:spLocks noGrp="1"/>
          </p:cNvSpPr>
          <p:nvPr/>
        </p:nvSpPr>
        <p:spPr>
          <a:xfrm>
            <a:off x="4087786" y="845009"/>
            <a:ext cx="24757" cy="24757"/>
          </a:xfrm>
          <a:prstGeom prst="ellipse">
            <a:avLst/>
          </a:prstGeom>
          <a:solidFill>
            <a:srgbClr val="007C83">
              <a:alpha val="40000"/>
            </a:srgbClr>
          </a:solidFill>
          <a:ln w="0">
            <a:noFill/>
            <a:prstDash val="solid"/>
          </a:ln>
        </p:spPr>
      </p:sp>
      <p:sp>
        <p:nvSpPr>
          <p:cNvPr id="2443" name="LigandSeek2_vs_LigandSeek1_ellipse_7957">
            <a:extLst>
              <a:ext uri="{FF2B5EF4-FFF2-40B4-BE49-F238E27FC236}">
                <a16:creationId xmlns:a16="http://schemas.microsoft.com/office/drawing/2014/main" id="{8189A928-D27D-4D06-A95E-5C4F58F51D44}"/>
              </a:ext>
            </a:extLst>
          </p:cNvPr>
          <p:cNvSpPr>
            <a:spLocks noGrp="1"/>
          </p:cNvSpPr>
          <p:nvPr/>
        </p:nvSpPr>
        <p:spPr>
          <a:xfrm>
            <a:off x="4107563" y="888566"/>
            <a:ext cx="24757" cy="24757"/>
          </a:xfrm>
          <a:prstGeom prst="ellipse">
            <a:avLst/>
          </a:prstGeom>
          <a:solidFill>
            <a:srgbClr val="007C83">
              <a:alpha val="40000"/>
            </a:srgbClr>
          </a:solidFill>
          <a:ln w="0">
            <a:noFill/>
            <a:prstDash val="solid"/>
          </a:ln>
        </p:spPr>
      </p:sp>
      <p:sp>
        <p:nvSpPr>
          <p:cNvPr id="2444" name="LigandSeek2_vs_LigandSeek1_ellipse_7958">
            <a:extLst>
              <a:ext uri="{FF2B5EF4-FFF2-40B4-BE49-F238E27FC236}">
                <a16:creationId xmlns:a16="http://schemas.microsoft.com/office/drawing/2014/main" id="{8C64822E-A08F-4912-BBCB-BF06DA9412DD}"/>
              </a:ext>
            </a:extLst>
          </p:cNvPr>
          <p:cNvSpPr>
            <a:spLocks noGrp="1"/>
          </p:cNvSpPr>
          <p:nvPr/>
        </p:nvSpPr>
        <p:spPr>
          <a:xfrm>
            <a:off x="4131318" y="845009"/>
            <a:ext cx="24757" cy="24757"/>
          </a:xfrm>
          <a:prstGeom prst="ellipse">
            <a:avLst/>
          </a:prstGeom>
          <a:solidFill>
            <a:srgbClr val="007C83">
              <a:alpha val="40000"/>
            </a:srgbClr>
          </a:solidFill>
          <a:ln w="0">
            <a:noFill/>
            <a:prstDash val="solid"/>
          </a:ln>
        </p:spPr>
      </p:sp>
      <p:sp>
        <p:nvSpPr>
          <p:cNvPr id="2445" name="LigandSeek2_vs_LigandSeek1_ellipse_7959">
            <a:extLst>
              <a:ext uri="{FF2B5EF4-FFF2-40B4-BE49-F238E27FC236}">
                <a16:creationId xmlns:a16="http://schemas.microsoft.com/office/drawing/2014/main" id="{82CD10F6-3544-4591-B9F0-7FBEBE4B4A34}"/>
              </a:ext>
            </a:extLst>
          </p:cNvPr>
          <p:cNvSpPr>
            <a:spLocks noGrp="1"/>
          </p:cNvSpPr>
          <p:nvPr/>
        </p:nvSpPr>
        <p:spPr>
          <a:xfrm>
            <a:off x="4131909" y="845009"/>
            <a:ext cx="24757" cy="24757"/>
          </a:xfrm>
          <a:prstGeom prst="ellipse">
            <a:avLst/>
          </a:prstGeom>
          <a:solidFill>
            <a:srgbClr val="007C83">
              <a:alpha val="40000"/>
            </a:srgbClr>
          </a:solidFill>
          <a:ln w="0">
            <a:noFill/>
            <a:prstDash val="solid"/>
          </a:ln>
        </p:spPr>
      </p:sp>
      <p:sp>
        <p:nvSpPr>
          <p:cNvPr id="2446" name="LigandSeek2_vs_LigandSeek1_ellipse_7960">
            <a:extLst>
              <a:ext uri="{FF2B5EF4-FFF2-40B4-BE49-F238E27FC236}">
                <a16:creationId xmlns:a16="http://schemas.microsoft.com/office/drawing/2014/main" id="{9242C8AC-2287-4305-A3C2-778AE9A08895}"/>
              </a:ext>
            </a:extLst>
          </p:cNvPr>
          <p:cNvSpPr>
            <a:spLocks noGrp="1"/>
          </p:cNvSpPr>
          <p:nvPr/>
        </p:nvSpPr>
        <p:spPr>
          <a:xfrm>
            <a:off x="4102506" y="845009"/>
            <a:ext cx="24757" cy="24757"/>
          </a:xfrm>
          <a:prstGeom prst="ellipse">
            <a:avLst/>
          </a:prstGeom>
          <a:solidFill>
            <a:srgbClr val="007C83">
              <a:alpha val="40000"/>
            </a:srgbClr>
          </a:solidFill>
          <a:ln w="0">
            <a:noFill/>
            <a:prstDash val="solid"/>
          </a:ln>
        </p:spPr>
      </p:sp>
      <p:sp>
        <p:nvSpPr>
          <p:cNvPr id="2447" name="LigandSeek2_vs_LigandSeek1_ellipse_7961">
            <a:extLst>
              <a:ext uri="{FF2B5EF4-FFF2-40B4-BE49-F238E27FC236}">
                <a16:creationId xmlns:a16="http://schemas.microsoft.com/office/drawing/2014/main" id="{C73F592F-FE14-4663-8F09-D1AF54FB2849}"/>
              </a:ext>
            </a:extLst>
          </p:cNvPr>
          <p:cNvSpPr>
            <a:spLocks noGrp="1"/>
          </p:cNvSpPr>
          <p:nvPr/>
        </p:nvSpPr>
        <p:spPr>
          <a:xfrm>
            <a:off x="4098923" y="1765920"/>
            <a:ext cx="24757" cy="24757"/>
          </a:xfrm>
          <a:prstGeom prst="ellipse">
            <a:avLst/>
          </a:prstGeom>
          <a:solidFill>
            <a:srgbClr val="007C83">
              <a:alpha val="40000"/>
            </a:srgbClr>
          </a:solidFill>
          <a:ln w="0">
            <a:noFill/>
            <a:prstDash val="solid"/>
          </a:ln>
        </p:spPr>
      </p:sp>
      <p:sp>
        <p:nvSpPr>
          <p:cNvPr id="2448" name="LigandSeek2_vs_LigandSeek1_ellipse_7962">
            <a:extLst>
              <a:ext uri="{FF2B5EF4-FFF2-40B4-BE49-F238E27FC236}">
                <a16:creationId xmlns:a16="http://schemas.microsoft.com/office/drawing/2014/main" id="{7B5377B6-7237-4383-A428-E45C12146CEA}"/>
              </a:ext>
            </a:extLst>
          </p:cNvPr>
          <p:cNvSpPr>
            <a:spLocks noGrp="1"/>
          </p:cNvSpPr>
          <p:nvPr/>
        </p:nvSpPr>
        <p:spPr>
          <a:xfrm>
            <a:off x="4730887" y="845009"/>
            <a:ext cx="24757" cy="24757"/>
          </a:xfrm>
          <a:prstGeom prst="ellipse">
            <a:avLst/>
          </a:prstGeom>
          <a:solidFill>
            <a:srgbClr val="007C83">
              <a:alpha val="40000"/>
            </a:srgbClr>
          </a:solidFill>
          <a:ln w="0">
            <a:noFill/>
            <a:prstDash val="solid"/>
          </a:ln>
        </p:spPr>
      </p:sp>
      <p:sp>
        <p:nvSpPr>
          <p:cNvPr id="2449" name="LigandSeek2_vs_LigandSeek1_ellipse_7963">
            <a:extLst>
              <a:ext uri="{FF2B5EF4-FFF2-40B4-BE49-F238E27FC236}">
                <a16:creationId xmlns:a16="http://schemas.microsoft.com/office/drawing/2014/main" id="{B5717D6A-80C0-4DE0-BBA5-6924427BCA16}"/>
              </a:ext>
            </a:extLst>
          </p:cNvPr>
          <p:cNvSpPr>
            <a:spLocks noGrp="1"/>
          </p:cNvSpPr>
          <p:nvPr/>
        </p:nvSpPr>
        <p:spPr>
          <a:xfrm>
            <a:off x="4710388" y="852929"/>
            <a:ext cx="24757" cy="24757"/>
          </a:xfrm>
          <a:prstGeom prst="ellipse">
            <a:avLst/>
          </a:prstGeom>
          <a:solidFill>
            <a:srgbClr val="007C83">
              <a:alpha val="40000"/>
            </a:srgbClr>
          </a:solidFill>
          <a:ln w="0">
            <a:noFill/>
            <a:prstDash val="solid"/>
          </a:ln>
        </p:spPr>
      </p:sp>
      <p:sp>
        <p:nvSpPr>
          <p:cNvPr id="2450" name="LigandSeek2_vs_LigandSeek1_ellipse_7964">
            <a:extLst>
              <a:ext uri="{FF2B5EF4-FFF2-40B4-BE49-F238E27FC236}">
                <a16:creationId xmlns:a16="http://schemas.microsoft.com/office/drawing/2014/main" id="{53867A3B-CB5E-4D64-8CBD-38CF816F01D3}"/>
              </a:ext>
            </a:extLst>
          </p:cNvPr>
          <p:cNvSpPr>
            <a:spLocks noGrp="1"/>
          </p:cNvSpPr>
          <p:nvPr/>
        </p:nvSpPr>
        <p:spPr>
          <a:xfrm>
            <a:off x="4724277" y="845009"/>
            <a:ext cx="24757" cy="24757"/>
          </a:xfrm>
          <a:prstGeom prst="ellipse">
            <a:avLst/>
          </a:prstGeom>
          <a:solidFill>
            <a:srgbClr val="007C83">
              <a:alpha val="40000"/>
            </a:srgbClr>
          </a:solidFill>
          <a:ln w="0">
            <a:noFill/>
            <a:prstDash val="solid"/>
          </a:ln>
        </p:spPr>
      </p:sp>
      <p:sp>
        <p:nvSpPr>
          <p:cNvPr id="2451" name="LigandSeek2_vs_LigandSeek1_ellipse_7965">
            <a:extLst>
              <a:ext uri="{FF2B5EF4-FFF2-40B4-BE49-F238E27FC236}">
                <a16:creationId xmlns:a16="http://schemas.microsoft.com/office/drawing/2014/main" id="{7C59E90C-704C-42CC-A115-12C85D116445}"/>
              </a:ext>
            </a:extLst>
          </p:cNvPr>
          <p:cNvSpPr>
            <a:spLocks noGrp="1"/>
          </p:cNvSpPr>
          <p:nvPr/>
        </p:nvSpPr>
        <p:spPr>
          <a:xfrm>
            <a:off x="4755963" y="845009"/>
            <a:ext cx="24757" cy="24757"/>
          </a:xfrm>
          <a:prstGeom prst="ellipse">
            <a:avLst/>
          </a:prstGeom>
          <a:solidFill>
            <a:srgbClr val="007C83">
              <a:alpha val="40000"/>
            </a:srgbClr>
          </a:solidFill>
          <a:ln w="0">
            <a:noFill/>
            <a:prstDash val="solid"/>
          </a:ln>
        </p:spPr>
      </p:sp>
      <p:sp>
        <p:nvSpPr>
          <p:cNvPr id="2452" name="LigandSeek2_vs_LigandSeek1_ellipse_7966">
            <a:extLst>
              <a:ext uri="{FF2B5EF4-FFF2-40B4-BE49-F238E27FC236}">
                <a16:creationId xmlns:a16="http://schemas.microsoft.com/office/drawing/2014/main" id="{A1E17B67-0102-431E-85C3-339E194C90D4}"/>
              </a:ext>
            </a:extLst>
          </p:cNvPr>
          <p:cNvSpPr>
            <a:spLocks noGrp="1"/>
          </p:cNvSpPr>
          <p:nvPr/>
        </p:nvSpPr>
        <p:spPr>
          <a:xfrm>
            <a:off x="4752636" y="845009"/>
            <a:ext cx="24757" cy="24757"/>
          </a:xfrm>
          <a:prstGeom prst="ellipse">
            <a:avLst/>
          </a:prstGeom>
          <a:solidFill>
            <a:srgbClr val="007C83">
              <a:alpha val="40000"/>
            </a:srgbClr>
          </a:solidFill>
          <a:ln w="0">
            <a:noFill/>
            <a:prstDash val="solid"/>
          </a:ln>
        </p:spPr>
      </p:sp>
      <p:sp>
        <p:nvSpPr>
          <p:cNvPr id="2453" name="LigandSeek2_vs_LigandSeek1_ellipse_7967">
            <a:extLst>
              <a:ext uri="{FF2B5EF4-FFF2-40B4-BE49-F238E27FC236}">
                <a16:creationId xmlns:a16="http://schemas.microsoft.com/office/drawing/2014/main" id="{BB85B517-3EDE-4D73-B317-A4F689F496F2}"/>
              </a:ext>
            </a:extLst>
          </p:cNvPr>
          <p:cNvSpPr>
            <a:spLocks noGrp="1"/>
          </p:cNvSpPr>
          <p:nvPr/>
        </p:nvSpPr>
        <p:spPr>
          <a:xfrm>
            <a:off x="4715501" y="1313319"/>
            <a:ext cx="24757" cy="24757"/>
          </a:xfrm>
          <a:prstGeom prst="ellipse">
            <a:avLst/>
          </a:prstGeom>
          <a:solidFill>
            <a:srgbClr val="007C83">
              <a:alpha val="40000"/>
            </a:srgbClr>
          </a:solidFill>
          <a:ln w="0">
            <a:noFill/>
            <a:prstDash val="solid"/>
          </a:ln>
        </p:spPr>
      </p:sp>
      <p:sp>
        <p:nvSpPr>
          <p:cNvPr id="2454" name="LigandSeek2_vs_LigandSeek1_ellipse_7968">
            <a:extLst>
              <a:ext uri="{FF2B5EF4-FFF2-40B4-BE49-F238E27FC236}">
                <a16:creationId xmlns:a16="http://schemas.microsoft.com/office/drawing/2014/main" id="{16EABDB1-097F-4E84-9FDD-D67EE78C7994}"/>
              </a:ext>
            </a:extLst>
          </p:cNvPr>
          <p:cNvSpPr>
            <a:spLocks noGrp="1"/>
          </p:cNvSpPr>
          <p:nvPr/>
        </p:nvSpPr>
        <p:spPr>
          <a:xfrm>
            <a:off x="4713191" y="845009"/>
            <a:ext cx="24757" cy="24757"/>
          </a:xfrm>
          <a:prstGeom prst="ellipse">
            <a:avLst/>
          </a:prstGeom>
          <a:solidFill>
            <a:srgbClr val="007C83">
              <a:alpha val="40000"/>
            </a:srgbClr>
          </a:solidFill>
          <a:ln w="0">
            <a:noFill/>
            <a:prstDash val="solid"/>
          </a:ln>
        </p:spPr>
      </p:sp>
      <p:sp>
        <p:nvSpPr>
          <p:cNvPr id="2455" name="LigandSeek2_vs_LigandSeek1_ellipse_7969">
            <a:extLst>
              <a:ext uri="{FF2B5EF4-FFF2-40B4-BE49-F238E27FC236}">
                <a16:creationId xmlns:a16="http://schemas.microsoft.com/office/drawing/2014/main" id="{D261E2B9-440E-466A-9FFB-59329164A42C}"/>
              </a:ext>
            </a:extLst>
          </p:cNvPr>
          <p:cNvSpPr>
            <a:spLocks noGrp="1"/>
          </p:cNvSpPr>
          <p:nvPr/>
        </p:nvSpPr>
        <p:spPr>
          <a:xfrm>
            <a:off x="4743933" y="1217854"/>
            <a:ext cx="24757" cy="24757"/>
          </a:xfrm>
          <a:prstGeom prst="ellipse">
            <a:avLst/>
          </a:prstGeom>
          <a:solidFill>
            <a:srgbClr val="007C83">
              <a:alpha val="40000"/>
            </a:srgbClr>
          </a:solidFill>
          <a:ln w="0">
            <a:noFill/>
            <a:prstDash val="solid"/>
          </a:ln>
        </p:spPr>
      </p:sp>
      <p:sp>
        <p:nvSpPr>
          <p:cNvPr id="2456" name="LigandSeek2_vs_LigandSeek1_ellipse_7970">
            <a:extLst>
              <a:ext uri="{FF2B5EF4-FFF2-40B4-BE49-F238E27FC236}">
                <a16:creationId xmlns:a16="http://schemas.microsoft.com/office/drawing/2014/main" id="{7D5142B4-6746-4258-A30B-79E1E2192393}"/>
              </a:ext>
            </a:extLst>
          </p:cNvPr>
          <p:cNvSpPr>
            <a:spLocks noGrp="1"/>
          </p:cNvSpPr>
          <p:nvPr/>
        </p:nvSpPr>
        <p:spPr>
          <a:xfrm>
            <a:off x="4722355" y="1716141"/>
            <a:ext cx="24757" cy="24757"/>
          </a:xfrm>
          <a:prstGeom prst="ellipse">
            <a:avLst/>
          </a:prstGeom>
          <a:solidFill>
            <a:srgbClr val="007C83">
              <a:alpha val="40000"/>
            </a:srgbClr>
          </a:solidFill>
          <a:ln w="0">
            <a:noFill/>
            <a:prstDash val="solid"/>
          </a:ln>
        </p:spPr>
      </p:sp>
      <p:sp>
        <p:nvSpPr>
          <p:cNvPr id="2457" name="LigandSeek2_vs_LigandSeek1_ellipse_7971">
            <a:extLst>
              <a:ext uri="{FF2B5EF4-FFF2-40B4-BE49-F238E27FC236}">
                <a16:creationId xmlns:a16="http://schemas.microsoft.com/office/drawing/2014/main" id="{6EF6C4DD-FD0F-4E8F-BE9F-A381741DAE85}"/>
              </a:ext>
            </a:extLst>
          </p:cNvPr>
          <p:cNvSpPr>
            <a:spLocks noGrp="1"/>
          </p:cNvSpPr>
          <p:nvPr/>
        </p:nvSpPr>
        <p:spPr>
          <a:xfrm>
            <a:off x="4776570" y="845009"/>
            <a:ext cx="24757" cy="24757"/>
          </a:xfrm>
          <a:prstGeom prst="ellipse">
            <a:avLst/>
          </a:prstGeom>
          <a:solidFill>
            <a:srgbClr val="007C83">
              <a:alpha val="40000"/>
            </a:srgbClr>
          </a:solidFill>
          <a:ln w="0">
            <a:noFill/>
            <a:prstDash val="solid"/>
          </a:ln>
        </p:spPr>
      </p:sp>
      <p:sp>
        <p:nvSpPr>
          <p:cNvPr id="2458" name="LigandSeek2_vs_LigandSeek1_ellipse_7972">
            <a:extLst>
              <a:ext uri="{FF2B5EF4-FFF2-40B4-BE49-F238E27FC236}">
                <a16:creationId xmlns:a16="http://schemas.microsoft.com/office/drawing/2014/main" id="{09B8DDAE-8FCA-46F4-93CF-EB592A6A6F30}"/>
              </a:ext>
            </a:extLst>
          </p:cNvPr>
          <p:cNvSpPr>
            <a:spLocks noGrp="1"/>
          </p:cNvSpPr>
          <p:nvPr/>
        </p:nvSpPr>
        <p:spPr>
          <a:xfrm>
            <a:off x="4751632" y="845009"/>
            <a:ext cx="24757" cy="24757"/>
          </a:xfrm>
          <a:prstGeom prst="ellipse">
            <a:avLst/>
          </a:prstGeom>
          <a:solidFill>
            <a:srgbClr val="007C83">
              <a:alpha val="40000"/>
            </a:srgbClr>
          </a:solidFill>
          <a:ln w="0">
            <a:noFill/>
            <a:prstDash val="solid"/>
          </a:ln>
        </p:spPr>
      </p:sp>
      <p:sp>
        <p:nvSpPr>
          <p:cNvPr id="2459" name="LigandSeek2_vs_LigandSeek1_ellipse_7973">
            <a:extLst>
              <a:ext uri="{FF2B5EF4-FFF2-40B4-BE49-F238E27FC236}">
                <a16:creationId xmlns:a16="http://schemas.microsoft.com/office/drawing/2014/main" id="{3F8B5BA3-5CEF-4A0E-B34A-3C390179C46B}"/>
              </a:ext>
            </a:extLst>
          </p:cNvPr>
          <p:cNvSpPr>
            <a:spLocks noGrp="1"/>
          </p:cNvSpPr>
          <p:nvPr/>
        </p:nvSpPr>
        <p:spPr>
          <a:xfrm>
            <a:off x="4778186" y="845009"/>
            <a:ext cx="24757" cy="24757"/>
          </a:xfrm>
          <a:prstGeom prst="ellipse">
            <a:avLst/>
          </a:prstGeom>
          <a:solidFill>
            <a:srgbClr val="007C83">
              <a:alpha val="40000"/>
            </a:srgbClr>
          </a:solidFill>
          <a:ln w="0">
            <a:noFill/>
            <a:prstDash val="solid"/>
          </a:ln>
        </p:spPr>
      </p:sp>
      <p:sp>
        <p:nvSpPr>
          <p:cNvPr id="2460" name="LigandSeek2_vs_LigandSeek1_ellipse_7974">
            <a:extLst>
              <a:ext uri="{FF2B5EF4-FFF2-40B4-BE49-F238E27FC236}">
                <a16:creationId xmlns:a16="http://schemas.microsoft.com/office/drawing/2014/main" id="{CA78AD03-31B1-49C5-AAD0-4BCA832F854B}"/>
              </a:ext>
            </a:extLst>
          </p:cNvPr>
          <p:cNvSpPr>
            <a:spLocks noGrp="1"/>
          </p:cNvSpPr>
          <p:nvPr/>
        </p:nvSpPr>
        <p:spPr>
          <a:xfrm>
            <a:off x="4725756" y="1716141"/>
            <a:ext cx="24757" cy="24757"/>
          </a:xfrm>
          <a:prstGeom prst="ellipse">
            <a:avLst/>
          </a:prstGeom>
          <a:solidFill>
            <a:srgbClr val="007C83">
              <a:alpha val="40000"/>
            </a:srgbClr>
          </a:solidFill>
          <a:ln w="0">
            <a:noFill/>
            <a:prstDash val="solid"/>
          </a:ln>
        </p:spPr>
      </p:sp>
      <p:sp>
        <p:nvSpPr>
          <p:cNvPr id="2461" name="LigandSeek2_vs_LigandSeek1_ellipse_7975">
            <a:extLst>
              <a:ext uri="{FF2B5EF4-FFF2-40B4-BE49-F238E27FC236}">
                <a16:creationId xmlns:a16="http://schemas.microsoft.com/office/drawing/2014/main" id="{3521AFAA-93CC-4B10-BADA-13D872AEFEDF}"/>
              </a:ext>
            </a:extLst>
          </p:cNvPr>
          <p:cNvSpPr>
            <a:spLocks noGrp="1"/>
          </p:cNvSpPr>
          <p:nvPr/>
        </p:nvSpPr>
        <p:spPr>
          <a:xfrm>
            <a:off x="4722502" y="845009"/>
            <a:ext cx="24757" cy="24757"/>
          </a:xfrm>
          <a:prstGeom prst="ellipse">
            <a:avLst/>
          </a:prstGeom>
          <a:solidFill>
            <a:srgbClr val="007C83">
              <a:alpha val="40000"/>
            </a:srgbClr>
          </a:solidFill>
          <a:ln w="0">
            <a:noFill/>
            <a:prstDash val="solid"/>
          </a:ln>
        </p:spPr>
      </p:sp>
      <p:sp>
        <p:nvSpPr>
          <p:cNvPr id="2462" name="LigandSeek2_vs_LigandSeek1_ellipse_7976">
            <a:extLst>
              <a:ext uri="{FF2B5EF4-FFF2-40B4-BE49-F238E27FC236}">
                <a16:creationId xmlns:a16="http://schemas.microsoft.com/office/drawing/2014/main" id="{444B5142-BB75-4758-A257-62EA75521B53}"/>
              </a:ext>
            </a:extLst>
          </p:cNvPr>
          <p:cNvSpPr>
            <a:spLocks noGrp="1"/>
          </p:cNvSpPr>
          <p:nvPr/>
        </p:nvSpPr>
        <p:spPr>
          <a:xfrm>
            <a:off x="4730692" y="845009"/>
            <a:ext cx="24757" cy="24757"/>
          </a:xfrm>
          <a:prstGeom prst="ellipse">
            <a:avLst/>
          </a:prstGeom>
          <a:solidFill>
            <a:srgbClr val="007C83">
              <a:alpha val="40000"/>
            </a:srgbClr>
          </a:solidFill>
          <a:ln w="0">
            <a:noFill/>
            <a:prstDash val="solid"/>
          </a:ln>
        </p:spPr>
      </p:sp>
      <p:sp>
        <p:nvSpPr>
          <p:cNvPr id="2463" name="LigandSeek2_vs_LigandSeek1_ellipse_7977">
            <a:extLst>
              <a:ext uri="{FF2B5EF4-FFF2-40B4-BE49-F238E27FC236}">
                <a16:creationId xmlns:a16="http://schemas.microsoft.com/office/drawing/2014/main" id="{616128FA-D748-42FB-81FB-C97F56C1B739}"/>
              </a:ext>
            </a:extLst>
          </p:cNvPr>
          <p:cNvSpPr>
            <a:spLocks noGrp="1"/>
          </p:cNvSpPr>
          <p:nvPr/>
        </p:nvSpPr>
        <p:spPr>
          <a:xfrm>
            <a:off x="4708877" y="1890368"/>
            <a:ext cx="24757" cy="24757"/>
          </a:xfrm>
          <a:prstGeom prst="ellipse">
            <a:avLst/>
          </a:prstGeom>
          <a:solidFill>
            <a:srgbClr val="007C83">
              <a:alpha val="40000"/>
            </a:srgbClr>
          </a:solidFill>
          <a:ln w="0">
            <a:noFill/>
            <a:prstDash val="solid"/>
          </a:ln>
        </p:spPr>
      </p:sp>
      <p:sp>
        <p:nvSpPr>
          <p:cNvPr id="2464" name="LigandSeek2_vs_LigandSeek1_ellipse_7978">
            <a:extLst>
              <a:ext uri="{FF2B5EF4-FFF2-40B4-BE49-F238E27FC236}">
                <a16:creationId xmlns:a16="http://schemas.microsoft.com/office/drawing/2014/main" id="{4CD01FAC-453B-46EA-8F0B-AFCA5D6CD623}"/>
              </a:ext>
            </a:extLst>
          </p:cNvPr>
          <p:cNvSpPr>
            <a:spLocks noGrp="1"/>
          </p:cNvSpPr>
          <p:nvPr/>
        </p:nvSpPr>
        <p:spPr>
          <a:xfrm>
            <a:off x="4766323" y="1763016"/>
            <a:ext cx="24757" cy="24757"/>
          </a:xfrm>
          <a:prstGeom prst="ellipse">
            <a:avLst/>
          </a:prstGeom>
          <a:solidFill>
            <a:srgbClr val="007C83">
              <a:alpha val="40000"/>
            </a:srgbClr>
          </a:solidFill>
          <a:ln w="0">
            <a:noFill/>
            <a:prstDash val="solid"/>
          </a:ln>
        </p:spPr>
      </p:sp>
      <p:sp>
        <p:nvSpPr>
          <p:cNvPr id="2465" name="LigandSeek2_vs_LigandSeek1_ellipse_7979">
            <a:extLst>
              <a:ext uri="{FF2B5EF4-FFF2-40B4-BE49-F238E27FC236}">
                <a16:creationId xmlns:a16="http://schemas.microsoft.com/office/drawing/2014/main" id="{3BF237E8-1923-4131-9155-93341E6EA17B}"/>
              </a:ext>
            </a:extLst>
          </p:cNvPr>
          <p:cNvSpPr>
            <a:spLocks noGrp="1"/>
          </p:cNvSpPr>
          <p:nvPr/>
        </p:nvSpPr>
        <p:spPr>
          <a:xfrm>
            <a:off x="4730987" y="845009"/>
            <a:ext cx="24757" cy="24757"/>
          </a:xfrm>
          <a:prstGeom prst="ellipse">
            <a:avLst/>
          </a:prstGeom>
          <a:solidFill>
            <a:srgbClr val="007C83">
              <a:alpha val="40000"/>
            </a:srgbClr>
          </a:solidFill>
          <a:ln w="0">
            <a:noFill/>
            <a:prstDash val="solid"/>
          </a:ln>
        </p:spPr>
      </p:sp>
      <p:sp>
        <p:nvSpPr>
          <p:cNvPr id="2466" name="LigandSeek2_vs_LigandSeek1_ellipse_7980">
            <a:extLst>
              <a:ext uri="{FF2B5EF4-FFF2-40B4-BE49-F238E27FC236}">
                <a16:creationId xmlns:a16="http://schemas.microsoft.com/office/drawing/2014/main" id="{B14C93E7-9762-4184-8E20-F2E059C97CD9}"/>
              </a:ext>
            </a:extLst>
          </p:cNvPr>
          <p:cNvSpPr>
            <a:spLocks noGrp="1"/>
          </p:cNvSpPr>
          <p:nvPr/>
        </p:nvSpPr>
        <p:spPr>
          <a:xfrm>
            <a:off x="4730217" y="1617738"/>
            <a:ext cx="24757" cy="24757"/>
          </a:xfrm>
          <a:prstGeom prst="ellipse">
            <a:avLst/>
          </a:prstGeom>
          <a:solidFill>
            <a:srgbClr val="007C83">
              <a:alpha val="40000"/>
            </a:srgbClr>
          </a:solidFill>
          <a:ln w="0">
            <a:noFill/>
            <a:prstDash val="solid"/>
          </a:ln>
        </p:spPr>
      </p:sp>
      <p:sp>
        <p:nvSpPr>
          <p:cNvPr id="2467" name="LigandSeek2_vs_LigandSeek1_ellipse_7981">
            <a:extLst>
              <a:ext uri="{FF2B5EF4-FFF2-40B4-BE49-F238E27FC236}">
                <a16:creationId xmlns:a16="http://schemas.microsoft.com/office/drawing/2014/main" id="{BF54A3ED-9039-40E1-AACB-7436DF9DF5D1}"/>
              </a:ext>
            </a:extLst>
          </p:cNvPr>
          <p:cNvSpPr>
            <a:spLocks noGrp="1"/>
          </p:cNvSpPr>
          <p:nvPr/>
        </p:nvSpPr>
        <p:spPr>
          <a:xfrm>
            <a:off x="4720874" y="1890368"/>
            <a:ext cx="24757" cy="24757"/>
          </a:xfrm>
          <a:prstGeom prst="ellipse">
            <a:avLst/>
          </a:prstGeom>
          <a:solidFill>
            <a:srgbClr val="007C83">
              <a:alpha val="40000"/>
            </a:srgbClr>
          </a:solidFill>
          <a:ln w="0">
            <a:noFill/>
            <a:prstDash val="solid"/>
          </a:ln>
        </p:spPr>
      </p:sp>
      <p:sp>
        <p:nvSpPr>
          <p:cNvPr id="2468" name="LigandSeek2_vs_LigandSeek1_ellipse_7982">
            <a:extLst>
              <a:ext uri="{FF2B5EF4-FFF2-40B4-BE49-F238E27FC236}">
                <a16:creationId xmlns:a16="http://schemas.microsoft.com/office/drawing/2014/main" id="{0A1B6273-693F-4AFA-8E6F-B5DFDADFE9E7}"/>
              </a:ext>
            </a:extLst>
          </p:cNvPr>
          <p:cNvSpPr>
            <a:spLocks noGrp="1"/>
          </p:cNvSpPr>
          <p:nvPr/>
        </p:nvSpPr>
        <p:spPr>
          <a:xfrm>
            <a:off x="4699514" y="1629028"/>
            <a:ext cx="24757" cy="24757"/>
          </a:xfrm>
          <a:prstGeom prst="ellipse">
            <a:avLst/>
          </a:prstGeom>
          <a:solidFill>
            <a:srgbClr val="007C83">
              <a:alpha val="40000"/>
            </a:srgbClr>
          </a:solidFill>
          <a:ln w="0">
            <a:noFill/>
            <a:prstDash val="solid"/>
          </a:ln>
        </p:spPr>
      </p:sp>
      <p:sp>
        <p:nvSpPr>
          <p:cNvPr id="2469" name="LigandSeek2_vs_LigandSeek1_ellipse_7983">
            <a:extLst>
              <a:ext uri="{FF2B5EF4-FFF2-40B4-BE49-F238E27FC236}">
                <a16:creationId xmlns:a16="http://schemas.microsoft.com/office/drawing/2014/main" id="{3BF2AB30-2368-48DF-AEBE-E86B7FA6261B}"/>
              </a:ext>
            </a:extLst>
          </p:cNvPr>
          <p:cNvSpPr>
            <a:spLocks noGrp="1"/>
          </p:cNvSpPr>
          <p:nvPr/>
        </p:nvSpPr>
        <p:spPr>
          <a:xfrm>
            <a:off x="4744343" y="1890368"/>
            <a:ext cx="24757" cy="24757"/>
          </a:xfrm>
          <a:prstGeom prst="ellipse">
            <a:avLst/>
          </a:prstGeom>
          <a:solidFill>
            <a:srgbClr val="007C83">
              <a:alpha val="40000"/>
            </a:srgbClr>
          </a:solidFill>
          <a:ln w="0">
            <a:noFill/>
            <a:prstDash val="solid"/>
          </a:ln>
        </p:spPr>
      </p:sp>
      <p:sp>
        <p:nvSpPr>
          <p:cNvPr id="2470" name="LigandSeek2_vs_LigandSeek1_ellipse_7984">
            <a:extLst>
              <a:ext uri="{FF2B5EF4-FFF2-40B4-BE49-F238E27FC236}">
                <a16:creationId xmlns:a16="http://schemas.microsoft.com/office/drawing/2014/main" id="{3447EB0C-9325-4FA4-A549-A004ED3C6AA3}"/>
              </a:ext>
            </a:extLst>
          </p:cNvPr>
          <p:cNvSpPr>
            <a:spLocks noGrp="1"/>
          </p:cNvSpPr>
          <p:nvPr/>
        </p:nvSpPr>
        <p:spPr>
          <a:xfrm>
            <a:off x="4747176" y="975679"/>
            <a:ext cx="24757" cy="24757"/>
          </a:xfrm>
          <a:prstGeom prst="ellipse">
            <a:avLst/>
          </a:prstGeom>
          <a:solidFill>
            <a:srgbClr val="007C83">
              <a:alpha val="40000"/>
            </a:srgbClr>
          </a:solidFill>
          <a:ln w="0">
            <a:noFill/>
            <a:prstDash val="solid"/>
          </a:ln>
        </p:spPr>
      </p:sp>
      <p:sp>
        <p:nvSpPr>
          <p:cNvPr id="2471" name="LigandSeek2_vs_LigandSeek1_ellipse_7985">
            <a:extLst>
              <a:ext uri="{FF2B5EF4-FFF2-40B4-BE49-F238E27FC236}">
                <a16:creationId xmlns:a16="http://schemas.microsoft.com/office/drawing/2014/main" id="{5948B315-0A95-472F-98EF-61134F6DBAA2}"/>
              </a:ext>
            </a:extLst>
          </p:cNvPr>
          <p:cNvSpPr>
            <a:spLocks noGrp="1"/>
          </p:cNvSpPr>
          <p:nvPr/>
        </p:nvSpPr>
        <p:spPr>
          <a:xfrm>
            <a:off x="4770667" y="845009"/>
            <a:ext cx="24757" cy="24757"/>
          </a:xfrm>
          <a:prstGeom prst="ellipse">
            <a:avLst/>
          </a:prstGeom>
          <a:solidFill>
            <a:srgbClr val="007C83">
              <a:alpha val="40000"/>
            </a:srgbClr>
          </a:solidFill>
          <a:ln w="0">
            <a:noFill/>
            <a:prstDash val="solid"/>
          </a:ln>
        </p:spPr>
      </p:sp>
      <p:sp>
        <p:nvSpPr>
          <p:cNvPr id="2472" name="LigandSeek2_vs_LigandSeek1_ellipse_7986">
            <a:extLst>
              <a:ext uri="{FF2B5EF4-FFF2-40B4-BE49-F238E27FC236}">
                <a16:creationId xmlns:a16="http://schemas.microsoft.com/office/drawing/2014/main" id="{084CC6A4-DB5C-4416-A170-8BF81F520F29}"/>
              </a:ext>
            </a:extLst>
          </p:cNvPr>
          <p:cNvSpPr>
            <a:spLocks noGrp="1"/>
          </p:cNvSpPr>
          <p:nvPr/>
        </p:nvSpPr>
        <p:spPr>
          <a:xfrm>
            <a:off x="4727064" y="845009"/>
            <a:ext cx="24757" cy="24757"/>
          </a:xfrm>
          <a:prstGeom prst="ellipse">
            <a:avLst/>
          </a:prstGeom>
          <a:solidFill>
            <a:srgbClr val="007C83">
              <a:alpha val="40000"/>
            </a:srgbClr>
          </a:solidFill>
          <a:ln w="0">
            <a:noFill/>
            <a:prstDash val="solid"/>
          </a:ln>
        </p:spPr>
      </p:sp>
      <p:sp>
        <p:nvSpPr>
          <p:cNvPr id="2473" name="LigandSeek2_vs_LigandSeek1_ellipse_7987">
            <a:extLst>
              <a:ext uri="{FF2B5EF4-FFF2-40B4-BE49-F238E27FC236}">
                <a16:creationId xmlns:a16="http://schemas.microsoft.com/office/drawing/2014/main" id="{11ED2373-3CAF-451B-95EB-B01D56B1EFDB}"/>
              </a:ext>
            </a:extLst>
          </p:cNvPr>
          <p:cNvSpPr>
            <a:spLocks noGrp="1"/>
          </p:cNvSpPr>
          <p:nvPr/>
        </p:nvSpPr>
        <p:spPr>
          <a:xfrm>
            <a:off x="4746185" y="1210885"/>
            <a:ext cx="24757" cy="24757"/>
          </a:xfrm>
          <a:prstGeom prst="ellipse">
            <a:avLst/>
          </a:prstGeom>
          <a:solidFill>
            <a:srgbClr val="007C83">
              <a:alpha val="40000"/>
            </a:srgbClr>
          </a:solidFill>
          <a:ln w="0">
            <a:noFill/>
            <a:prstDash val="solid"/>
          </a:ln>
        </p:spPr>
      </p:sp>
      <p:sp>
        <p:nvSpPr>
          <p:cNvPr id="2474" name="LigandSeek2_vs_LigandSeek1_ellipse_7988">
            <a:extLst>
              <a:ext uri="{FF2B5EF4-FFF2-40B4-BE49-F238E27FC236}">
                <a16:creationId xmlns:a16="http://schemas.microsoft.com/office/drawing/2014/main" id="{1F857325-0C82-4E23-BBB7-7B03D19AACEE}"/>
              </a:ext>
            </a:extLst>
          </p:cNvPr>
          <p:cNvSpPr>
            <a:spLocks noGrp="1"/>
          </p:cNvSpPr>
          <p:nvPr/>
        </p:nvSpPr>
        <p:spPr>
          <a:xfrm>
            <a:off x="4746554" y="845009"/>
            <a:ext cx="24757" cy="24757"/>
          </a:xfrm>
          <a:prstGeom prst="ellipse">
            <a:avLst/>
          </a:prstGeom>
          <a:solidFill>
            <a:srgbClr val="007C83">
              <a:alpha val="40000"/>
            </a:srgbClr>
          </a:solidFill>
          <a:ln w="0">
            <a:noFill/>
            <a:prstDash val="solid"/>
          </a:ln>
        </p:spPr>
      </p:sp>
      <p:sp>
        <p:nvSpPr>
          <p:cNvPr id="2475" name="LigandSeek2_vs_LigandSeek1_ellipse_7989">
            <a:extLst>
              <a:ext uri="{FF2B5EF4-FFF2-40B4-BE49-F238E27FC236}">
                <a16:creationId xmlns:a16="http://schemas.microsoft.com/office/drawing/2014/main" id="{00E32FDC-22B8-4115-BDE5-ED2BDE343312}"/>
              </a:ext>
            </a:extLst>
          </p:cNvPr>
          <p:cNvSpPr>
            <a:spLocks noGrp="1"/>
          </p:cNvSpPr>
          <p:nvPr/>
        </p:nvSpPr>
        <p:spPr>
          <a:xfrm>
            <a:off x="4774628" y="845009"/>
            <a:ext cx="24757" cy="24757"/>
          </a:xfrm>
          <a:prstGeom prst="ellipse">
            <a:avLst/>
          </a:prstGeom>
          <a:solidFill>
            <a:srgbClr val="007C83">
              <a:alpha val="40000"/>
            </a:srgbClr>
          </a:solidFill>
          <a:ln w="0">
            <a:noFill/>
            <a:prstDash val="solid"/>
          </a:ln>
        </p:spPr>
      </p:sp>
      <p:sp>
        <p:nvSpPr>
          <p:cNvPr id="2476" name="LigandSeek2_vs_LigandSeek1_ellipse_7990">
            <a:extLst>
              <a:ext uri="{FF2B5EF4-FFF2-40B4-BE49-F238E27FC236}">
                <a16:creationId xmlns:a16="http://schemas.microsoft.com/office/drawing/2014/main" id="{B810521D-A495-47CA-8522-85BA48FA9EDA}"/>
              </a:ext>
            </a:extLst>
          </p:cNvPr>
          <p:cNvSpPr>
            <a:spLocks noGrp="1"/>
          </p:cNvSpPr>
          <p:nvPr/>
        </p:nvSpPr>
        <p:spPr>
          <a:xfrm>
            <a:off x="4777361" y="845009"/>
            <a:ext cx="24757" cy="24757"/>
          </a:xfrm>
          <a:prstGeom prst="ellipse">
            <a:avLst/>
          </a:prstGeom>
          <a:solidFill>
            <a:srgbClr val="007C83">
              <a:alpha val="40000"/>
            </a:srgbClr>
          </a:solidFill>
          <a:ln w="0">
            <a:noFill/>
            <a:prstDash val="solid"/>
          </a:ln>
        </p:spPr>
      </p:sp>
      <p:sp>
        <p:nvSpPr>
          <p:cNvPr id="2477" name="LigandSeek2_vs_LigandSeek1_ellipse_7991">
            <a:extLst>
              <a:ext uri="{FF2B5EF4-FFF2-40B4-BE49-F238E27FC236}">
                <a16:creationId xmlns:a16="http://schemas.microsoft.com/office/drawing/2014/main" id="{C3DD64AB-A5E0-4480-BB38-E7BFB6ABFE8E}"/>
              </a:ext>
            </a:extLst>
          </p:cNvPr>
          <p:cNvSpPr>
            <a:spLocks noGrp="1"/>
          </p:cNvSpPr>
          <p:nvPr/>
        </p:nvSpPr>
        <p:spPr>
          <a:xfrm>
            <a:off x="4737832" y="1429912"/>
            <a:ext cx="24757" cy="24757"/>
          </a:xfrm>
          <a:prstGeom prst="ellipse">
            <a:avLst/>
          </a:prstGeom>
          <a:solidFill>
            <a:srgbClr val="007C83">
              <a:alpha val="40000"/>
            </a:srgbClr>
          </a:solidFill>
          <a:ln w="0">
            <a:noFill/>
            <a:prstDash val="solid"/>
          </a:ln>
        </p:spPr>
      </p:sp>
      <p:sp>
        <p:nvSpPr>
          <p:cNvPr id="2478" name="LigandSeek2_vs_LigandSeek1_ellipse_7992">
            <a:extLst>
              <a:ext uri="{FF2B5EF4-FFF2-40B4-BE49-F238E27FC236}">
                <a16:creationId xmlns:a16="http://schemas.microsoft.com/office/drawing/2014/main" id="{3520A9A6-18D0-41EB-8F9D-59B9E379466A}"/>
              </a:ext>
            </a:extLst>
          </p:cNvPr>
          <p:cNvSpPr>
            <a:spLocks noGrp="1"/>
          </p:cNvSpPr>
          <p:nvPr/>
        </p:nvSpPr>
        <p:spPr>
          <a:xfrm>
            <a:off x="4779980" y="1716141"/>
            <a:ext cx="24757" cy="24757"/>
          </a:xfrm>
          <a:prstGeom prst="ellipse">
            <a:avLst/>
          </a:prstGeom>
          <a:solidFill>
            <a:srgbClr val="007C83">
              <a:alpha val="40000"/>
            </a:srgbClr>
          </a:solidFill>
          <a:ln w="0">
            <a:noFill/>
            <a:prstDash val="solid"/>
          </a:ln>
        </p:spPr>
      </p:sp>
      <p:sp>
        <p:nvSpPr>
          <p:cNvPr id="2479" name="LigandSeek2_vs_LigandSeek1_ellipse_7993">
            <a:extLst>
              <a:ext uri="{FF2B5EF4-FFF2-40B4-BE49-F238E27FC236}">
                <a16:creationId xmlns:a16="http://schemas.microsoft.com/office/drawing/2014/main" id="{01A1F718-7A83-4613-8F75-5011BF3A048F}"/>
              </a:ext>
            </a:extLst>
          </p:cNvPr>
          <p:cNvSpPr>
            <a:spLocks noGrp="1"/>
          </p:cNvSpPr>
          <p:nvPr/>
        </p:nvSpPr>
        <p:spPr>
          <a:xfrm>
            <a:off x="4737381" y="1890368"/>
            <a:ext cx="24757" cy="24757"/>
          </a:xfrm>
          <a:prstGeom prst="ellipse">
            <a:avLst/>
          </a:prstGeom>
          <a:solidFill>
            <a:srgbClr val="007C83">
              <a:alpha val="40000"/>
            </a:srgbClr>
          </a:solidFill>
          <a:ln w="0">
            <a:noFill/>
            <a:prstDash val="solid"/>
          </a:ln>
        </p:spPr>
      </p:sp>
      <p:sp>
        <p:nvSpPr>
          <p:cNvPr id="2480" name="LigandSeek2_vs_LigandSeek1_ellipse_7994">
            <a:extLst>
              <a:ext uri="{FF2B5EF4-FFF2-40B4-BE49-F238E27FC236}">
                <a16:creationId xmlns:a16="http://schemas.microsoft.com/office/drawing/2014/main" id="{153F7C69-5CFD-4D92-B957-D11E0BF402B9}"/>
              </a:ext>
            </a:extLst>
          </p:cNvPr>
          <p:cNvSpPr>
            <a:spLocks noGrp="1"/>
          </p:cNvSpPr>
          <p:nvPr/>
        </p:nvSpPr>
        <p:spPr>
          <a:xfrm>
            <a:off x="4701722" y="1877301"/>
            <a:ext cx="24757" cy="24757"/>
          </a:xfrm>
          <a:prstGeom prst="ellipse">
            <a:avLst/>
          </a:prstGeom>
          <a:solidFill>
            <a:srgbClr val="007C83">
              <a:alpha val="40000"/>
            </a:srgbClr>
          </a:solidFill>
          <a:ln w="0">
            <a:noFill/>
            <a:prstDash val="solid"/>
          </a:ln>
        </p:spPr>
      </p:sp>
      <p:sp>
        <p:nvSpPr>
          <p:cNvPr id="2481" name="LigandSeek2_vs_LigandSeek1_ellipse_7995">
            <a:extLst>
              <a:ext uri="{FF2B5EF4-FFF2-40B4-BE49-F238E27FC236}">
                <a16:creationId xmlns:a16="http://schemas.microsoft.com/office/drawing/2014/main" id="{AA36D595-3CCF-4D79-967E-3CA939632E82}"/>
              </a:ext>
            </a:extLst>
          </p:cNvPr>
          <p:cNvSpPr>
            <a:spLocks noGrp="1"/>
          </p:cNvSpPr>
          <p:nvPr/>
        </p:nvSpPr>
        <p:spPr>
          <a:xfrm>
            <a:off x="4711883" y="845009"/>
            <a:ext cx="24757" cy="24757"/>
          </a:xfrm>
          <a:prstGeom prst="ellipse">
            <a:avLst/>
          </a:prstGeom>
          <a:solidFill>
            <a:srgbClr val="007C83">
              <a:alpha val="40000"/>
            </a:srgbClr>
          </a:solidFill>
          <a:ln w="0">
            <a:noFill/>
            <a:prstDash val="solid"/>
          </a:ln>
        </p:spPr>
      </p:sp>
      <p:sp>
        <p:nvSpPr>
          <p:cNvPr id="2482" name="LigandSeek2_vs_LigandSeek1_ellipse_7996">
            <a:extLst>
              <a:ext uri="{FF2B5EF4-FFF2-40B4-BE49-F238E27FC236}">
                <a16:creationId xmlns:a16="http://schemas.microsoft.com/office/drawing/2014/main" id="{47C856B1-1787-496C-8F49-39649B670A4E}"/>
              </a:ext>
            </a:extLst>
          </p:cNvPr>
          <p:cNvSpPr>
            <a:spLocks noGrp="1"/>
          </p:cNvSpPr>
          <p:nvPr/>
        </p:nvSpPr>
        <p:spPr>
          <a:xfrm>
            <a:off x="4763286" y="845009"/>
            <a:ext cx="24757" cy="24757"/>
          </a:xfrm>
          <a:prstGeom prst="ellipse">
            <a:avLst/>
          </a:prstGeom>
          <a:solidFill>
            <a:srgbClr val="007C83">
              <a:alpha val="40000"/>
            </a:srgbClr>
          </a:solidFill>
          <a:ln w="0">
            <a:noFill/>
            <a:prstDash val="solid"/>
          </a:ln>
        </p:spPr>
      </p:sp>
      <p:sp>
        <p:nvSpPr>
          <p:cNvPr id="2483" name="LigandSeek2_vs_LigandSeek1_ellipse_7997">
            <a:extLst>
              <a:ext uri="{FF2B5EF4-FFF2-40B4-BE49-F238E27FC236}">
                <a16:creationId xmlns:a16="http://schemas.microsoft.com/office/drawing/2014/main" id="{2AC1AB72-916E-4922-9746-11C4BF00683E}"/>
              </a:ext>
            </a:extLst>
          </p:cNvPr>
          <p:cNvSpPr>
            <a:spLocks noGrp="1"/>
          </p:cNvSpPr>
          <p:nvPr/>
        </p:nvSpPr>
        <p:spPr>
          <a:xfrm>
            <a:off x="4739828" y="1890368"/>
            <a:ext cx="24757" cy="24757"/>
          </a:xfrm>
          <a:prstGeom prst="ellipse">
            <a:avLst/>
          </a:prstGeom>
          <a:solidFill>
            <a:srgbClr val="007C83">
              <a:alpha val="40000"/>
            </a:srgbClr>
          </a:solidFill>
          <a:ln w="0">
            <a:noFill/>
            <a:prstDash val="solid"/>
          </a:ln>
        </p:spPr>
      </p:sp>
      <p:sp>
        <p:nvSpPr>
          <p:cNvPr id="2484" name="LigandSeek2_vs_LigandSeek1_ellipse_7998">
            <a:extLst>
              <a:ext uri="{FF2B5EF4-FFF2-40B4-BE49-F238E27FC236}">
                <a16:creationId xmlns:a16="http://schemas.microsoft.com/office/drawing/2014/main" id="{BEB9E74D-EB69-488B-98C9-F93C24051B34}"/>
              </a:ext>
            </a:extLst>
          </p:cNvPr>
          <p:cNvSpPr>
            <a:spLocks noGrp="1"/>
          </p:cNvSpPr>
          <p:nvPr/>
        </p:nvSpPr>
        <p:spPr>
          <a:xfrm>
            <a:off x="4721750" y="845009"/>
            <a:ext cx="24757" cy="24757"/>
          </a:xfrm>
          <a:prstGeom prst="ellipse">
            <a:avLst/>
          </a:prstGeom>
          <a:solidFill>
            <a:srgbClr val="007C83">
              <a:alpha val="40000"/>
            </a:srgbClr>
          </a:solidFill>
          <a:ln w="0">
            <a:noFill/>
            <a:prstDash val="solid"/>
          </a:ln>
        </p:spPr>
      </p:sp>
      <p:sp>
        <p:nvSpPr>
          <p:cNvPr id="2485" name="LigandSeek2_vs_LigandSeek1_ellipse_7999">
            <a:extLst>
              <a:ext uri="{FF2B5EF4-FFF2-40B4-BE49-F238E27FC236}">
                <a16:creationId xmlns:a16="http://schemas.microsoft.com/office/drawing/2014/main" id="{D0B6DF4B-3193-471D-AF4B-4C6A13AC6683}"/>
              </a:ext>
            </a:extLst>
          </p:cNvPr>
          <p:cNvSpPr>
            <a:spLocks noGrp="1"/>
          </p:cNvSpPr>
          <p:nvPr/>
        </p:nvSpPr>
        <p:spPr>
          <a:xfrm>
            <a:off x="4782917" y="1048273"/>
            <a:ext cx="24757" cy="24757"/>
          </a:xfrm>
          <a:prstGeom prst="ellipse">
            <a:avLst/>
          </a:prstGeom>
          <a:solidFill>
            <a:srgbClr val="007C83">
              <a:alpha val="40000"/>
            </a:srgbClr>
          </a:solidFill>
          <a:ln w="0">
            <a:noFill/>
            <a:prstDash val="solid"/>
          </a:ln>
        </p:spPr>
      </p:sp>
      <p:sp>
        <p:nvSpPr>
          <p:cNvPr id="2486" name="LigandSeek2_vs_LigandSeek1_ellipse_8000">
            <a:extLst>
              <a:ext uri="{FF2B5EF4-FFF2-40B4-BE49-F238E27FC236}">
                <a16:creationId xmlns:a16="http://schemas.microsoft.com/office/drawing/2014/main" id="{22E4A470-336A-4B9D-AD84-F96580B36CAD}"/>
              </a:ext>
            </a:extLst>
          </p:cNvPr>
          <p:cNvSpPr>
            <a:spLocks noGrp="1"/>
          </p:cNvSpPr>
          <p:nvPr/>
        </p:nvSpPr>
        <p:spPr>
          <a:xfrm>
            <a:off x="4736809" y="1890368"/>
            <a:ext cx="24757" cy="24757"/>
          </a:xfrm>
          <a:prstGeom prst="ellipse">
            <a:avLst/>
          </a:prstGeom>
          <a:solidFill>
            <a:srgbClr val="007C83">
              <a:alpha val="40000"/>
            </a:srgbClr>
          </a:solidFill>
          <a:ln w="0">
            <a:noFill/>
            <a:prstDash val="solid"/>
          </a:ln>
        </p:spPr>
      </p:sp>
      <p:sp>
        <p:nvSpPr>
          <p:cNvPr id="2487" name="LigandSeek2_vs_LigandSeek1_ellipse_8001">
            <a:extLst>
              <a:ext uri="{FF2B5EF4-FFF2-40B4-BE49-F238E27FC236}">
                <a16:creationId xmlns:a16="http://schemas.microsoft.com/office/drawing/2014/main" id="{9F0B4734-9962-451A-AE88-CDF58677F840}"/>
              </a:ext>
            </a:extLst>
          </p:cNvPr>
          <p:cNvSpPr>
            <a:spLocks noGrp="1"/>
          </p:cNvSpPr>
          <p:nvPr/>
        </p:nvSpPr>
        <p:spPr>
          <a:xfrm>
            <a:off x="4743535" y="845009"/>
            <a:ext cx="24757" cy="24757"/>
          </a:xfrm>
          <a:prstGeom prst="ellipse">
            <a:avLst/>
          </a:prstGeom>
          <a:solidFill>
            <a:srgbClr val="007C83">
              <a:alpha val="40000"/>
            </a:srgbClr>
          </a:solidFill>
          <a:ln w="0">
            <a:noFill/>
            <a:prstDash val="solid"/>
          </a:ln>
        </p:spPr>
      </p:sp>
      <p:sp>
        <p:nvSpPr>
          <p:cNvPr id="2488" name="LigandSeek2_vs_LigandSeek1_ellipse_8002">
            <a:extLst>
              <a:ext uri="{FF2B5EF4-FFF2-40B4-BE49-F238E27FC236}">
                <a16:creationId xmlns:a16="http://schemas.microsoft.com/office/drawing/2014/main" id="{60267A61-19D5-4032-AEE1-7EB7210213A4}"/>
              </a:ext>
            </a:extLst>
          </p:cNvPr>
          <p:cNvSpPr>
            <a:spLocks noGrp="1"/>
          </p:cNvSpPr>
          <p:nvPr/>
        </p:nvSpPr>
        <p:spPr>
          <a:xfrm>
            <a:off x="4731923" y="845009"/>
            <a:ext cx="24757" cy="24757"/>
          </a:xfrm>
          <a:prstGeom prst="ellipse">
            <a:avLst/>
          </a:prstGeom>
          <a:solidFill>
            <a:srgbClr val="007C83">
              <a:alpha val="40000"/>
            </a:srgbClr>
          </a:solidFill>
          <a:ln w="0">
            <a:noFill/>
            <a:prstDash val="solid"/>
          </a:ln>
        </p:spPr>
      </p:sp>
      <p:sp>
        <p:nvSpPr>
          <p:cNvPr id="2489" name="LigandSeek2_vs_LigandSeek1_ellipse_8003">
            <a:extLst>
              <a:ext uri="{FF2B5EF4-FFF2-40B4-BE49-F238E27FC236}">
                <a16:creationId xmlns:a16="http://schemas.microsoft.com/office/drawing/2014/main" id="{748807AF-2E8A-4F09-8660-C066C4FF5F12}"/>
              </a:ext>
            </a:extLst>
          </p:cNvPr>
          <p:cNvSpPr>
            <a:spLocks noGrp="1"/>
          </p:cNvSpPr>
          <p:nvPr/>
        </p:nvSpPr>
        <p:spPr>
          <a:xfrm>
            <a:off x="4771242" y="845009"/>
            <a:ext cx="24757" cy="24757"/>
          </a:xfrm>
          <a:prstGeom prst="ellipse">
            <a:avLst/>
          </a:prstGeom>
          <a:solidFill>
            <a:srgbClr val="007C83">
              <a:alpha val="40000"/>
            </a:srgbClr>
          </a:solidFill>
          <a:ln w="0">
            <a:noFill/>
            <a:prstDash val="solid"/>
          </a:ln>
        </p:spPr>
      </p:sp>
      <p:sp>
        <p:nvSpPr>
          <p:cNvPr id="2490" name="LigandSeek2_vs_LigandSeek1_ellipse_8004">
            <a:extLst>
              <a:ext uri="{FF2B5EF4-FFF2-40B4-BE49-F238E27FC236}">
                <a16:creationId xmlns:a16="http://schemas.microsoft.com/office/drawing/2014/main" id="{E2684063-8674-4E46-8605-0E26C2CA9DED}"/>
              </a:ext>
            </a:extLst>
          </p:cNvPr>
          <p:cNvSpPr>
            <a:spLocks noGrp="1"/>
          </p:cNvSpPr>
          <p:nvPr/>
        </p:nvSpPr>
        <p:spPr>
          <a:xfrm>
            <a:off x="4764285" y="845009"/>
            <a:ext cx="24757" cy="24757"/>
          </a:xfrm>
          <a:prstGeom prst="ellipse">
            <a:avLst/>
          </a:prstGeom>
          <a:solidFill>
            <a:srgbClr val="007C83">
              <a:alpha val="40000"/>
            </a:srgbClr>
          </a:solidFill>
          <a:ln w="0">
            <a:noFill/>
            <a:prstDash val="solid"/>
          </a:ln>
        </p:spPr>
      </p:sp>
      <p:sp>
        <p:nvSpPr>
          <p:cNvPr id="2491" name="LigandSeek2_vs_LigandSeek1_ellipse_8005">
            <a:extLst>
              <a:ext uri="{FF2B5EF4-FFF2-40B4-BE49-F238E27FC236}">
                <a16:creationId xmlns:a16="http://schemas.microsoft.com/office/drawing/2014/main" id="{B9510D79-E400-4C03-87C8-593C20AD7D70}"/>
              </a:ext>
            </a:extLst>
          </p:cNvPr>
          <p:cNvSpPr>
            <a:spLocks noGrp="1"/>
          </p:cNvSpPr>
          <p:nvPr/>
        </p:nvSpPr>
        <p:spPr>
          <a:xfrm>
            <a:off x="4772656" y="1629028"/>
            <a:ext cx="24757" cy="24757"/>
          </a:xfrm>
          <a:prstGeom prst="ellipse">
            <a:avLst/>
          </a:prstGeom>
          <a:solidFill>
            <a:srgbClr val="007C83">
              <a:alpha val="40000"/>
            </a:srgbClr>
          </a:solidFill>
          <a:ln w="0">
            <a:noFill/>
            <a:prstDash val="solid"/>
          </a:ln>
        </p:spPr>
      </p:sp>
      <p:sp>
        <p:nvSpPr>
          <p:cNvPr id="2492" name="LigandSeek2_vs_LigandSeek1_ellipse_8006">
            <a:extLst>
              <a:ext uri="{FF2B5EF4-FFF2-40B4-BE49-F238E27FC236}">
                <a16:creationId xmlns:a16="http://schemas.microsoft.com/office/drawing/2014/main" id="{3CCE73AC-0833-461C-8E75-4BA314B76338}"/>
              </a:ext>
            </a:extLst>
          </p:cNvPr>
          <p:cNvSpPr>
            <a:spLocks noGrp="1"/>
          </p:cNvSpPr>
          <p:nvPr/>
        </p:nvSpPr>
        <p:spPr>
          <a:xfrm>
            <a:off x="4771817" y="1765920"/>
            <a:ext cx="24757" cy="24757"/>
          </a:xfrm>
          <a:prstGeom prst="ellipse">
            <a:avLst/>
          </a:prstGeom>
          <a:solidFill>
            <a:srgbClr val="007C83">
              <a:alpha val="40000"/>
            </a:srgbClr>
          </a:solidFill>
          <a:ln w="0">
            <a:noFill/>
            <a:prstDash val="solid"/>
          </a:ln>
        </p:spPr>
      </p:sp>
      <p:sp>
        <p:nvSpPr>
          <p:cNvPr id="2493" name="LigandSeek2_vs_LigandSeek1_ellipse_8007">
            <a:extLst>
              <a:ext uri="{FF2B5EF4-FFF2-40B4-BE49-F238E27FC236}">
                <a16:creationId xmlns:a16="http://schemas.microsoft.com/office/drawing/2014/main" id="{223FBF75-6ACC-4A74-A9E0-EB52C37E77E7}"/>
              </a:ext>
            </a:extLst>
          </p:cNvPr>
          <p:cNvSpPr>
            <a:spLocks noGrp="1"/>
          </p:cNvSpPr>
          <p:nvPr/>
        </p:nvSpPr>
        <p:spPr>
          <a:xfrm>
            <a:off x="4700263" y="845009"/>
            <a:ext cx="24757" cy="24757"/>
          </a:xfrm>
          <a:prstGeom prst="ellipse">
            <a:avLst/>
          </a:prstGeom>
          <a:solidFill>
            <a:srgbClr val="007C83">
              <a:alpha val="40000"/>
            </a:srgbClr>
          </a:solidFill>
          <a:ln w="0">
            <a:noFill/>
            <a:prstDash val="solid"/>
          </a:ln>
        </p:spPr>
      </p:sp>
      <p:sp>
        <p:nvSpPr>
          <p:cNvPr id="2494" name="LigandSeek2_vs_LigandSeek1_ellipse_8008">
            <a:extLst>
              <a:ext uri="{FF2B5EF4-FFF2-40B4-BE49-F238E27FC236}">
                <a16:creationId xmlns:a16="http://schemas.microsoft.com/office/drawing/2014/main" id="{CCBFC052-6C4E-4DDA-9F9F-51E13243E1CB}"/>
              </a:ext>
            </a:extLst>
          </p:cNvPr>
          <p:cNvSpPr>
            <a:spLocks noGrp="1"/>
          </p:cNvSpPr>
          <p:nvPr/>
        </p:nvSpPr>
        <p:spPr>
          <a:xfrm>
            <a:off x="4726088" y="845009"/>
            <a:ext cx="24757" cy="24757"/>
          </a:xfrm>
          <a:prstGeom prst="ellipse">
            <a:avLst/>
          </a:prstGeom>
          <a:solidFill>
            <a:srgbClr val="007C83">
              <a:alpha val="40000"/>
            </a:srgbClr>
          </a:solidFill>
          <a:ln w="0">
            <a:noFill/>
            <a:prstDash val="solid"/>
          </a:ln>
        </p:spPr>
      </p:sp>
      <p:sp>
        <p:nvSpPr>
          <p:cNvPr id="2495" name="LigandSeek2_vs_LigandSeek1_ellipse_8009">
            <a:extLst>
              <a:ext uri="{FF2B5EF4-FFF2-40B4-BE49-F238E27FC236}">
                <a16:creationId xmlns:a16="http://schemas.microsoft.com/office/drawing/2014/main" id="{AF135156-F653-43FE-8A49-7609D5A1660A}"/>
              </a:ext>
            </a:extLst>
          </p:cNvPr>
          <p:cNvSpPr>
            <a:spLocks noGrp="1"/>
          </p:cNvSpPr>
          <p:nvPr/>
        </p:nvSpPr>
        <p:spPr>
          <a:xfrm>
            <a:off x="4713414" y="1766408"/>
            <a:ext cx="24757" cy="24757"/>
          </a:xfrm>
          <a:prstGeom prst="ellipse">
            <a:avLst/>
          </a:prstGeom>
          <a:solidFill>
            <a:srgbClr val="007C83">
              <a:alpha val="40000"/>
            </a:srgbClr>
          </a:solidFill>
          <a:ln w="0">
            <a:noFill/>
            <a:prstDash val="solid"/>
          </a:ln>
        </p:spPr>
      </p:sp>
      <p:sp>
        <p:nvSpPr>
          <p:cNvPr id="2496" name="LigandSeek2_vs_LigandSeek1_ellipse_8010">
            <a:extLst>
              <a:ext uri="{FF2B5EF4-FFF2-40B4-BE49-F238E27FC236}">
                <a16:creationId xmlns:a16="http://schemas.microsoft.com/office/drawing/2014/main" id="{E74F285D-9E0C-449C-A8CF-18A9C05B6DBF}"/>
              </a:ext>
            </a:extLst>
          </p:cNvPr>
          <p:cNvSpPr>
            <a:spLocks noGrp="1"/>
          </p:cNvSpPr>
          <p:nvPr/>
        </p:nvSpPr>
        <p:spPr>
          <a:xfrm>
            <a:off x="4766676" y="845009"/>
            <a:ext cx="24757" cy="24757"/>
          </a:xfrm>
          <a:prstGeom prst="ellipse">
            <a:avLst/>
          </a:prstGeom>
          <a:solidFill>
            <a:srgbClr val="007C83">
              <a:alpha val="40000"/>
            </a:srgbClr>
          </a:solidFill>
          <a:ln w="0">
            <a:noFill/>
            <a:prstDash val="solid"/>
          </a:ln>
        </p:spPr>
      </p:sp>
      <p:sp>
        <p:nvSpPr>
          <p:cNvPr id="2497" name="LigandSeek2_vs_LigandSeek1_ellipse_8011">
            <a:extLst>
              <a:ext uri="{FF2B5EF4-FFF2-40B4-BE49-F238E27FC236}">
                <a16:creationId xmlns:a16="http://schemas.microsoft.com/office/drawing/2014/main" id="{11FBFE64-7C8E-4067-AD16-3EE19CA85EA1}"/>
              </a:ext>
            </a:extLst>
          </p:cNvPr>
          <p:cNvSpPr>
            <a:spLocks noGrp="1"/>
          </p:cNvSpPr>
          <p:nvPr/>
        </p:nvSpPr>
        <p:spPr>
          <a:xfrm>
            <a:off x="4736511" y="1890368"/>
            <a:ext cx="24757" cy="24757"/>
          </a:xfrm>
          <a:prstGeom prst="ellipse">
            <a:avLst/>
          </a:prstGeom>
          <a:solidFill>
            <a:srgbClr val="007C83">
              <a:alpha val="40000"/>
            </a:srgbClr>
          </a:solidFill>
          <a:ln w="0">
            <a:noFill/>
            <a:prstDash val="solid"/>
          </a:ln>
        </p:spPr>
      </p:sp>
      <p:sp>
        <p:nvSpPr>
          <p:cNvPr id="2498" name="LigandSeek2_vs_LigandSeek1_ellipse_8012">
            <a:extLst>
              <a:ext uri="{FF2B5EF4-FFF2-40B4-BE49-F238E27FC236}">
                <a16:creationId xmlns:a16="http://schemas.microsoft.com/office/drawing/2014/main" id="{BFA2AF8B-AD42-45DE-AE00-77D0F0FE8D13}"/>
              </a:ext>
            </a:extLst>
          </p:cNvPr>
          <p:cNvSpPr>
            <a:spLocks noGrp="1"/>
          </p:cNvSpPr>
          <p:nvPr/>
        </p:nvSpPr>
        <p:spPr>
          <a:xfrm>
            <a:off x="4714725" y="1629028"/>
            <a:ext cx="24757" cy="24757"/>
          </a:xfrm>
          <a:prstGeom prst="ellipse">
            <a:avLst/>
          </a:prstGeom>
          <a:solidFill>
            <a:srgbClr val="007C83">
              <a:alpha val="40000"/>
            </a:srgbClr>
          </a:solidFill>
          <a:ln w="0">
            <a:noFill/>
            <a:prstDash val="solid"/>
          </a:ln>
        </p:spPr>
      </p:sp>
      <p:sp>
        <p:nvSpPr>
          <p:cNvPr id="2499" name="LigandSeek2_vs_LigandSeek1_ellipse_8013">
            <a:extLst>
              <a:ext uri="{FF2B5EF4-FFF2-40B4-BE49-F238E27FC236}">
                <a16:creationId xmlns:a16="http://schemas.microsoft.com/office/drawing/2014/main" id="{1C16C6F8-C553-4398-A849-FBD13A45A298}"/>
              </a:ext>
            </a:extLst>
          </p:cNvPr>
          <p:cNvSpPr>
            <a:spLocks noGrp="1"/>
          </p:cNvSpPr>
          <p:nvPr/>
        </p:nvSpPr>
        <p:spPr>
          <a:xfrm>
            <a:off x="4707534" y="1774217"/>
            <a:ext cx="24757" cy="24757"/>
          </a:xfrm>
          <a:prstGeom prst="ellipse">
            <a:avLst/>
          </a:prstGeom>
          <a:solidFill>
            <a:srgbClr val="007C83">
              <a:alpha val="40000"/>
            </a:srgbClr>
          </a:solidFill>
          <a:ln w="0">
            <a:noFill/>
            <a:prstDash val="solid"/>
          </a:ln>
        </p:spPr>
      </p:sp>
      <p:sp>
        <p:nvSpPr>
          <p:cNvPr id="2500" name="LigandSeek2_vs_LigandSeek1_ellipse_8014">
            <a:extLst>
              <a:ext uri="{FF2B5EF4-FFF2-40B4-BE49-F238E27FC236}">
                <a16:creationId xmlns:a16="http://schemas.microsoft.com/office/drawing/2014/main" id="{92080724-0869-4AEC-8A78-33CCFC2A31B8}"/>
              </a:ext>
            </a:extLst>
          </p:cNvPr>
          <p:cNvSpPr>
            <a:spLocks noGrp="1"/>
          </p:cNvSpPr>
          <p:nvPr/>
        </p:nvSpPr>
        <p:spPr>
          <a:xfrm>
            <a:off x="4745527" y="1367688"/>
            <a:ext cx="24757" cy="24757"/>
          </a:xfrm>
          <a:prstGeom prst="ellipse">
            <a:avLst/>
          </a:prstGeom>
          <a:solidFill>
            <a:srgbClr val="007C83">
              <a:alpha val="40000"/>
            </a:srgbClr>
          </a:solidFill>
          <a:ln w="0">
            <a:noFill/>
            <a:prstDash val="solid"/>
          </a:ln>
        </p:spPr>
      </p:sp>
      <p:sp>
        <p:nvSpPr>
          <p:cNvPr id="2501" name="LigandSeek2_vs_LigandSeek1_ellipse_8015">
            <a:extLst>
              <a:ext uri="{FF2B5EF4-FFF2-40B4-BE49-F238E27FC236}">
                <a16:creationId xmlns:a16="http://schemas.microsoft.com/office/drawing/2014/main" id="{7A8AF364-B2D9-493D-85FD-81F83C9EED75}"/>
              </a:ext>
            </a:extLst>
          </p:cNvPr>
          <p:cNvSpPr>
            <a:spLocks noGrp="1"/>
          </p:cNvSpPr>
          <p:nvPr/>
        </p:nvSpPr>
        <p:spPr>
          <a:xfrm>
            <a:off x="4747572" y="1890368"/>
            <a:ext cx="24757" cy="24757"/>
          </a:xfrm>
          <a:prstGeom prst="ellipse">
            <a:avLst/>
          </a:prstGeom>
          <a:solidFill>
            <a:srgbClr val="007C83">
              <a:alpha val="40000"/>
            </a:srgbClr>
          </a:solidFill>
          <a:ln w="0">
            <a:noFill/>
            <a:prstDash val="solid"/>
          </a:ln>
        </p:spPr>
      </p:sp>
      <p:sp>
        <p:nvSpPr>
          <p:cNvPr id="2502" name="LigandSeek2_vs_LigandSeek1_ellipse_8016">
            <a:extLst>
              <a:ext uri="{FF2B5EF4-FFF2-40B4-BE49-F238E27FC236}">
                <a16:creationId xmlns:a16="http://schemas.microsoft.com/office/drawing/2014/main" id="{0E867873-B1EF-4DFF-BEDC-E31B787D4680}"/>
              </a:ext>
            </a:extLst>
          </p:cNvPr>
          <p:cNvSpPr>
            <a:spLocks noGrp="1"/>
          </p:cNvSpPr>
          <p:nvPr/>
        </p:nvSpPr>
        <p:spPr>
          <a:xfrm>
            <a:off x="4779665" y="1426490"/>
            <a:ext cx="24757" cy="24757"/>
          </a:xfrm>
          <a:prstGeom prst="ellipse">
            <a:avLst/>
          </a:prstGeom>
          <a:solidFill>
            <a:srgbClr val="007C83">
              <a:alpha val="40000"/>
            </a:srgbClr>
          </a:solidFill>
          <a:ln w="0">
            <a:noFill/>
            <a:prstDash val="solid"/>
          </a:ln>
        </p:spPr>
      </p:sp>
      <p:sp>
        <p:nvSpPr>
          <p:cNvPr id="2503" name="LigandSeek2_vs_LigandSeek1_ellipse_8017">
            <a:extLst>
              <a:ext uri="{FF2B5EF4-FFF2-40B4-BE49-F238E27FC236}">
                <a16:creationId xmlns:a16="http://schemas.microsoft.com/office/drawing/2014/main" id="{6B888EC7-0D27-4CE8-873A-797154B0FE2D}"/>
              </a:ext>
            </a:extLst>
          </p:cNvPr>
          <p:cNvSpPr>
            <a:spLocks noGrp="1"/>
          </p:cNvSpPr>
          <p:nvPr/>
        </p:nvSpPr>
        <p:spPr>
          <a:xfrm>
            <a:off x="4729129" y="1019236"/>
            <a:ext cx="24757" cy="24757"/>
          </a:xfrm>
          <a:prstGeom prst="ellipse">
            <a:avLst/>
          </a:prstGeom>
          <a:solidFill>
            <a:srgbClr val="007C83">
              <a:alpha val="40000"/>
            </a:srgbClr>
          </a:solidFill>
          <a:ln w="0">
            <a:noFill/>
            <a:prstDash val="solid"/>
          </a:ln>
        </p:spPr>
      </p:sp>
      <p:sp>
        <p:nvSpPr>
          <p:cNvPr id="2504" name="LigandSeek2_vs_LigandSeek1_ellipse_8018">
            <a:extLst>
              <a:ext uri="{FF2B5EF4-FFF2-40B4-BE49-F238E27FC236}">
                <a16:creationId xmlns:a16="http://schemas.microsoft.com/office/drawing/2014/main" id="{FF422695-2F0E-4679-93A2-3827F7B18510}"/>
              </a:ext>
            </a:extLst>
          </p:cNvPr>
          <p:cNvSpPr>
            <a:spLocks noGrp="1"/>
          </p:cNvSpPr>
          <p:nvPr/>
        </p:nvSpPr>
        <p:spPr>
          <a:xfrm>
            <a:off x="4778983" y="1180395"/>
            <a:ext cx="24757" cy="24757"/>
          </a:xfrm>
          <a:prstGeom prst="ellipse">
            <a:avLst/>
          </a:prstGeom>
          <a:solidFill>
            <a:srgbClr val="007C83">
              <a:alpha val="40000"/>
            </a:srgbClr>
          </a:solidFill>
          <a:ln w="0">
            <a:noFill/>
            <a:prstDash val="solid"/>
          </a:ln>
        </p:spPr>
      </p:sp>
      <p:sp>
        <p:nvSpPr>
          <p:cNvPr id="2505" name="LigandSeek2_vs_LigandSeek1_ellipse_8019">
            <a:extLst>
              <a:ext uri="{FF2B5EF4-FFF2-40B4-BE49-F238E27FC236}">
                <a16:creationId xmlns:a16="http://schemas.microsoft.com/office/drawing/2014/main" id="{6B781BE7-64A7-4A22-AAF8-1037E2C53905}"/>
              </a:ext>
            </a:extLst>
          </p:cNvPr>
          <p:cNvSpPr>
            <a:spLocks noGrp="1"/>
          </p:cNvSpPr>
          <p:nvPr/>
        </p:nvSpPr>
        <p:spPr>
          <a:xfrm>
            <a:off x="4700108" y="845009"/>
            <a:ext cx="24757" cy="24757"/>
          </a:xfrm>
          <a:prstGeom prst="ellipse">
            <a:avLst/>
          </a:prstGeom>
          <a:solidFill>
            <a:srgbClr val="007C83">
              <a:alpha val="40000"/>
            </a:srgbClr>
          </a:solidFill>
          <a:ln w="0">
            <a:noFill/>
            <a:prstDash val="solid"/>
          </a:ln>
        </p:spPr>
      </p:sp>
      <p:sp>
        <p:nvSpPr>
          <p:cNvPr id="2506" name="LigandSeek2_vs_LigandSeek1_ellipse_8020">
            <a:extLst>
              <a:ext uri="{FF2B5EF4-FFF2-40B4-BE49-F238E27FC236}">
                <a16:creationId xmlns:a16="http://schemas.microsoft.com/office/drawing/2014/main" id="{2C843E20-D35D-4D36-BB3E-04FB1E23F36F}"/>
              </a:ext>
            </a:extLst>
          </p:cNvPr>
          <p:cNvSpPr>
            <a:spLocks noGrp="1"/>
          </p:cNvSpPr>
          <p:nvPr/>
        </p:nvSpPr>
        <p:spPr>
          <a:xfrm>
            <a:off x="4707781" y="845009"/>
            <a:ext cx="24757" cy="24757"/>
          </a:xfrm>
          <a:prstGeom prst="ellipse">
            <a:avLst/>
          </a:prstGeom>
          <a:solidFill>
            <a:srgbClr val="007C83">
              <a:alpha val="40000"/>
            </a:srgbClr>
          </a:solidFill>
          <a:ln w="0">
            <a:noFill/>
            <a:prstDash val="solid"/>
          </a:ln>
        </p:spPr>
      </p:sp>
      <p:sp>
        <p:nvSpPr>
          <p:cNvPr id="2507" name="LigandSeek2_vs_LigandSeek1_ellipse_8021">
            <a:extLst>
              <a:ext uri="{FF2B5EF4-FFF2-40B4-BE49-F238E27FC236}">
                <a16:creationId xmlns:a16="http://schemas.microsoft.com/office/drawing/2014/main" id="{758275C8-986B-4FF0-AFD3-379645E412E6}"/>
              </a:ext>
            </a:extLst>
          </p:cNvPr>
          <p:cNvSpPr>
            <a:spLocks noGrp="1"/>
          </p:cNvSpPr>
          <p:nvPr/>
        </p:nvSpPr>
        <p:spPr>
          <a:xfrm>
            <a:off x="4768356" y="1890368"/>
            <a:ext cx="24757" cy="24757"/>
          </a:xfrm>
          <a:prstGeom prst="ellipse">
            <a:avLst/>
          </a:prstGeom>
          <a:solidFill>
            <a:srgbClr val="007C83">
              <a:alpha val="40000"/>
            </a:srgbClr>
          </a:solidFill>
          <a:ln w="0">
            <a:noFill/>
            <a:prstDash val="solid"/>
          </a:ln>
        </p:spPr>
      </p:sp>
      <p:sp>
        <p:nvSpPr>
          <p:cNvPr id="2508" name="LigandSeek2_vs_LigandSeek1_ellipse_8022">
            <a:extLst>
              <a:ext uri="{FF2B5EF4-FFF2-40B4-BE49-F238E27FC236}">
                <a16:creationId xmlns:a16="http://schemas.microsoft.com/office/drawing/2014/main" id="{857B8849-4B38-4DB2-8065-81C5C1822B64}"/>
              </a:ext>
            </a:extLst>
          </p:cNvPr>
          <p:cNvSpPr>
            <a:spLocks noGrp="1"/>
          </p:cNvSpPr>
          <p:nvPr/>
        </p:nvSpPr>
        <p:spPr>
          <a:xfrm>
            <a:off x="4701307" y="1106349"/>
            <a:ext cx="24757" cy="24757"/>
          </a:xfrm>
          <a:prstGeom prst="ellipse">
            <a:avLst/>
          </a:prstGeom>
          <a:solidFill>
            <a:srgbClr val="007C83">
              <a:alpha val="40000"/>
            </a:srgbClr>
          </a:solidFill>
          <a:ln w="0">
            <a:noFill/>
            <a:prstDash val="solid"/>
          </a:ln>
        </p:spPr>
      </p:sp>
      <p:sp>
        <p:nvSpPr>
          <p:cNvPr id="2509" name="LigandSeek2_vs_LigandSeek1_ellipse_8023">
            <a:extLst>
              <a:ext uri="{FF2B5EF4-FFF2-40B4-BE49-F238E27FC236}">
                <a16:creationId xmlns:a16="http://schemas.microsoft.com/office/drawing/2014/main" id="{3EB0357E-4099-4495-A77F-AEC3516887F0}"/>
              </a:ext>
            </a:extLst>
          </p:cNvPr>
          <p:cNvSpPr>
            <a:spLocks noGrp="1"/>
          </p:cNvSpPr>
          <p:nvPr/>
        </p:nvSpPr>
        <p:spPr>
          <a:xfrm>
            <a:off x="4726228" y="1890368"/>
            <a:ext cx="24757" cy="24757"/>
          </a:xfrm>
          <a:prstGeom prst="ellipse">
            <a:avLst/>
          </a:prstGeom>
          <a:solidFill>
            <a:srgbClr val="007C83">
              <a:alpha val="40000"/>
            </a:srgbClr>
          </a:solidFill>
          <a:ln w="0">
            <a:noFill/>
            <a:prstDash val="solid"/>
          </a:ln>
        </p:spPr>
      </p:sp>
      <p:sp>
        <p:nvSpPr>
          <p:cNvPr id="2510" name="LigandSeek2_vs_LigandSeek1_ellipse_8024">
            <a:extLst>
              <a:ext uri="{FF2B5EF4-FFF2-40B4-BE49-F238E27FC236}">
                <a16:creationId xmlns:a16="http://schemas.microsoft.com/office/drawing/2014/main" id="{B2AA894E-297D-4F51-894B-7201F9FFB2CF}"/>
              </a:ext>
            </a:extLst>
          </p:cNvPr>
          <p:cNvSpPr>
            <a:spLocks noGrp="1"/>
          </p:cNvSpPr>
          <p:nvPr/>
        </p:nvSpPr>
        <p:spPr>
          <a:xfrm>
            <a:off x="4778366" y="845009"/>
            <a:ext cx="24757" cy="24757"/>
          </a:xfrm>
          <a:prstGeom prst="ellipse">
            <a:avLst/>
          </a:prstGeom>
          <a:solidFill>
            <a:srgbClr val="007C83">
              <a:alpha val="40000"/>
            </a:srgbClr>
          </a:solidFill>
          <a:ln w="0">
            <a:noFill/>
            <a:prstDash val="solid"/>
          </a:ln>
        </p:spPr>
      </p:sp>
      <p:sp>
        <p:nvSpPr>
          <p:cNvPr id="2511" name="LigandSeek2_vs_LigandSeek1_ellipse_8025">
            <a:extLst>
              <a:ext uri="{FF2B5EF4-FFF2-40B4-BE49-F238E27FC236}">
                <a16:creationId xmlns:a16="http://schemas.microsoft.com/office/drawing/2014/main" id="{AC3596EF-7967-4C01-818E-D65E8011AC1F}"/>
              </a:ext>
            </a:extLst>
          </p:cNvPr>
          <p:cNvSpPr>
            <a:spLocks noGrp="1"/>
          </p:cNvSpPr>
          <p:nvPr/>
        </p:nvSpPr>
        <p:spPr>
          <a:xfrm>
            <a:off x="4748552" y="1890368"/>
            <a:ext cx="24757" cy="24757"/>
          </a:xfrm>
          <a:prstGeom prst="ellipse">
            <a:avLst/>
          </a:prstGeom>
          <a:solidFill>
            <a:srgbClr val="007C83">
              <a:alpha val="40000"/>
            </a:srgbClr>
          </a:solidFill>
          <a:ln w="0">
            <a:noFill/>
            <a:prstDash val="solid"/>
          </a:ln>
        </p:spPr>
      </p:sp>
      <p:sp>
        <p:nvSpPr>
          <p:cNvPr id="2512" name="LigandSeek2_vs_LigandSeek1_ellipse_8026">
            <a:extLst>
              <a:ext uri="{FF2B5EF4-FFF2-40B4-BE49-F238E27FC236}">
                <a16:creationId xmlns:a16="http://schemas.microsoft.com/office/drawing/2014/main" id="{4F1D0859-3329-4C71-9221-D0D59A85BBDE}"/>
              </a:ext>
            </a:extLst>
          </p:cNvPr>
          <p:cNvSpPr>
            <a:spLocks noGrp="1"/>
          </p:cNvSpPr>
          <p:nvPr/>
        </p:nvSpPr>
        <p:spPr>
          <a:xfrm>
            <a:off x="4733710" y="1872945"/>
            <a:ext cx="24757" cy="24757"/>
          </a:xfrm>
          <a:prstGeom prst="ellipse">
            <a:avLst/>
          </a:prstGeom>
          <a:solidFill>
            <a:srgbClr val="007C83">
              <a:alpha val="40000"/>
            </a:srgbClr>
          </a:solidFill>
          <a:ln w="0">
            <a:noFill/>
            <a:prstDash val="solid"/>
          </a:ln>
        </p:spPr>
      </p:sp>
      <p:sp>
        <p:nvSpPr>
          <p:cNvPr id="2513" name="LigandSeek2_vs_LigandSeek1_ellipse_8027">
            <a:extLst>
              <a:ext uri="{FF2B5EF4-FFF2-40B4-BE49-F238E27FC236}">
                <a16:creationId xmlns:a16="http://schemas.microsoft.com/office/drawing/2014/main" id="{B2834617-D0F9-4611-B414-0254A0C492FE}"/>
              </a:ext>
            </a:extLst>
          </p:cNvPr>
          <p:cNvSpPr>
            <a:spLocks noGrp="1"/>
          </p:cNvSpPr>
          <p:nvPr/>
        </p:nvSpPr>
        <p:spPr>
          <a:xfrm>
            <a:off x="4726745" y="845009"/>
            <a:ext cx="24757" cy="24757"/>
          </a:xfrm>
          <a:prstGeom prst="ellipse">
            <a:avLst/>
          </a:prstGeom>
          <a:solidFill>
            <a:srgbClr val="007C83">
              <a:alpha val="40000"/>
            </a:srgbClr>
          </a:solidFill>
          <a:ln w="0">
            <a:noFill/>
            <a:prstDash val="solid"/>
          </a:ln>
        </p:spPr>
      </p:sp>
      <p:sp>
        <p:nvSpPr>
          <p:cNvPr id="2514" name="LigandSeek2_vs_LigandSeek1_ellipse_8028">
            <a:extLst>
              <a:ext uri="{FF2B5EF4-FFF2-40B4-BE49-F238E27FC236}">
                <a16:creationId xmlns:a16="http://schemas.microsoft.com/office/drawing/2014/main" id="{F41DA183-E840-488B-A109-456B19AB69F4}"/>
              </a:ext>
            </a:extLst>
          </p:cNvPr>
          <p:cNvSpPr>
            <a:spLocks noGrp="1"/>
          </p:cNvSpPr>
          <p:nvPr/>
        </p:nvSpPr>
        <p:spPr>
          <a:xfrm>
            <a:off x="4740767" y="845009"/>
            <a:ext cx="24757" cy="24757"/>
          </a:xfrm>
          <a:prstGeom prst="ellipse">
            <a:avLst/>
          </a:prstGeom>
          <a:solidFill>
            <a:srgbClr val="007C83">
              <a:alpha val="40000"/>
            </a:srgbClr>
          </a:solidFill>
          <a:ln w="0">
            <a:noFill/>
            <a:prstDash val="solid"/>
          </a:ln>
        </p:spPr>
      </p:sp>
      <p:sp>
        <p:nvSpPr>
          <p:cNvPr id="2515" name="LigandSeek2_vs_LigandSeek1_ellipse_8029">
            <a:extLst>
              <a:ext uri="{FF2B5EF4-FFF2-40B4-BE49-F238E27FC236}">
                <a16:creationId xmlns:a16="http://schemas.microsoft.com/office/drawing/2014/main" id="{39FCDC35-9AB7-41CE-9F89-61761FCF5BA9}"/>
              </a:ext>
            </a:extLst>
          </p:cNvPr>
          <p:cNvSpPr>
            <a:spLocks noGrp="1"/>
          </p:cNvSpPr>
          <p:nvPr/>
        </p:nvSpPr>
        <p:spPr>
          <a:xfrm>
            <a:off x="4769230" y="1890368"/>
            <a:ext cx="24757" cy="24757"/>
          </a:xfrm>
          <a:prstGeom prst="ellipse">
            <a:avLst/>
          </a:prstGeom>
          <a:solidFill>
            <a:srgbClr val="007C83">
              <a:alpha val="40000"/>
            </a:srgbClr>
          </a:solidFill>
          <a:ln w="0">
            <a:noFill/>
            <a:prstDash val="solid"/>
          </a:ln>
        </p:spPr>
      </p:sp>
      <p:sp>
        <p:nvSpPr>
          <p:cNvPr id="2516" name="LigandSeek2_vs_LigandSeek1_ellipse_8030">
            <a:extLst>
              <a:ext uri="{FF2B5EF4-FFF2-40B4-BE49-F238E27FC236}">
                <a16:creationId xmlns:a16="http://schemas.microsoft.com/office/drawing/2014/main" id="{872EC274-FB9E-4D75-A046-FDA7ACDF7372}"/>
              </a:ext>
            </a:extLst>
          </p:cNvPr>
          <p:cNvSpPr>
            <a:spLocks noGrp="1"/>
          </p:cNvSpPr>
          <p:nvPr/>
        </p:nvSpPr>
        <p:spPr>
          <a:xfrm>
            <a:off x="4761384" y="845009"/>
            <a:ext cx="24757" cy="24757"/>
          </a:xfrm>
          <a:prstGeom prst="ellipse">
            <a:avLst/>
          </a:prstGeom>
          <a:solidFill>
            <a:srgbClr val="007C83">
              <a:alpha val="40000"/>
            </a:srgbClr>
          </a:solidFill>
          <a:ln w="0">
            <a:noFill/>
            <a:prstDash val="solid"/>
          </a:ln>
        </p:spPr>
      </p:sp>
      <p:sp>
        <p:nvSpPr>
          <p:cNvPr id="2517" name="LigandSeek2_vs_LigandSeek1_ellipse_8031">
            <a:extLst>
              <a:ext uri="{FF2B5EF4-FFF2-40B4-BE49-F238E27FC236}">
                <a16:creationId xmlns:a16="http://schemas.microsoft.com/office/drawing/2014/main" id="{D08B902A-2D4A-40C6-ADE3-9996F445B6A4}"/>
              </a:ext>
            </a:extLst>
          </p:cNvPr>
          <p:cNvSpPr>
            <a:spLocks noGrp="1"/>
          </p:cNvSpPr>
          <p:nvPr/>
        </p:nvSpPr>
        <p:spPr>
          <a:xfrm>
            <a:off x="4781971" y="845009"/>
            <a:ext cx="24757" cy="24757"/>
          </a:xfrm>
          <a:prstGeom prst="ellipse">
            <a:avLst/>
          </a:prstGeom>
          <a:solidFill>
            <a:srgbClr val="007C83">
              <a:alpha val="40000"/>
            </a:srgbClr>
          </a:solidFill>
          <a:ln w="0">
            <a:noFill/>
            <a:prstDash val="solid"/>
          </a:ln>
        </p:spPr>
      </p:sp>
      <p:sp>
        <p:nvSpPr>
          <p:cNvPr id="2518" name="LigandSeek2_vs_LigandSeek1_ellipse_8032">
            <a:extLst>
              <a:ext uri="{FF2B5EF4-FFF2-40B4-BE49-F238E27FC236}">
                <a16:creationId xmlns:a16="http://schemas.microsoft.com/office/drawing/2014/main" id="{078EBB17-8941-4DB9-AF7D-4FBC917B4170}"/>
              </a:ext>
            </a:extLst>
          </p:cNvPr>
          <p:cNvSpPr>
            <a:spLocks noGrp="1"/>
          </p:cNvSpPr>
          <p:nvPr/>
        </p:nvSpPr>
        <p:spPr>
          <a:xfrm>
            <a:off x="4713529" y="845009"/>
            <a:ext cx="24757" cy="24757"/>
          </a:xfrm>
          <a:prstGeom prst="ellipse">
            <a:avLst/>
          </a:prstGeom>
          <a:solidFill>
            <a:srgbClr val="007C83">
              <a:alpha val="40000"/>
            </a:srgbClr>
          </a:solidFill>
          <a:ln w="0">
            <a:noFill/>
            <a:prstDash val="solid"/>
          </a:ln>
        </p:spPr>
      </p:sp>
      <p:sp>
        <p:nvSpPr>
          <p:cNvPr id="2519" name="LigandSeek2_vs_LigandSeek1_ellipse_8033">
            <a:extLst>
              <a:ext uri="{FF2B5EF4-FFF2-40B4-BE49-F238E27FC236}">
                <a16:creationId xmlns:a16="http://schemas.microsoft.com/office/drawing/2014/main" id="{4DDF4E9B-018A-482D-8E08-73DD2F37A464}"/>
              </a:ext>
            </a:extLst>
          </p:cNvPr>
          <p:cNvSpPr>
            <a:spLocks noGrp="1"/>
          </p:cNvSpPr>
          <p:nvPr/>
        </p:nvSpPr>
        <p:spPr>
          <a:xfrm>
            <a:off x="4715151" y="845009"/>
            <a:ext cx="24757" cy="24757"/>
          </a:xfrm>
          <a:prstGeom prst="ellipse">
            <a:avLst/>
          </a:prstGeom>
          <a:solidFill>
            <a:srgbClr val="007C83">
              <a:alpha val="40000"/>
            </a:srgbClr>
          </a:solidFill>
          <a:ln w="0">
            <a:noFill/>
            <a:prstDash val="solid"/>
          </a:ln>
        </p:spPr>
      </p:sp>
      <p:sp>
        <p:nvSpPr>
          <p:cNvPr id="2520" name="LigandSeek2_vs_LigandSeek1_ellipse_8034">
            <a:extLst>
              <a:ext uri="{FF2B5EF4-FFF2-40B4-BE49-F238E27FC236}">
                <a16:creationId xmlns:a16="http://schemas.microsoft.com/office/drawing/2014/main" id="{337DCF98-4DB7-4886-95F0-EFEEAB89BE35}"/>
              </a:ext>
            </a:extLst>
          </p:cNvPr>
          <p:cNvSpPr>
            <a:spLocks noGrp="1"/>
          </p:cNvSpPr>
          <p:nvPr/>
        </p:nvSpPr>
        <p:spPr>
          <a:xfrm>
            <a:off x="4755079" y="1884923"/>
            <a:ext cx="24757" cy="24757"/>
          </a:xfrm>
          <a:prstGeom prst="ellipse">
            <a:avLst/>
          </a:prstGeom>
          <a:solidFill>
            <a:srgbClr val="007C83">
              <a:alpha val="40000"/>
            </a:srgbClr>
          </a:solidFill>
          <a:ln w="0">
            <a:noFill/>
            <a:prstDash val="solid"/>
          </a:ln>
        </p:spPr>
      </p:sp>
      <p:sp>
        <p:nvSpPr>
          <p:cNvPr id="2521" name="LigandSeek2_vs_LigandSeek1_ellipse_8035">
            <a:extLst>
              <a:ext uri="{FF2B5EF4-FFF2-40B4-BE49-F238E27FC236}">
                <a16:creationId xmlns:a16="http://schemas.microsoft.com/office/drawing/2014/main" id="{2AA75E03-F562-40D7-9858-BB831A6D0446}"/>
              </a:ext>
            </a:extLst>
          </p:cNvPr>
          <p:cNvSpPr>
            <a:spLocks noGrp="1"/>
          </p:cNvSpPr>
          <p:nvPr/>
        </p:nvSpPr>
        <p:spPr>
          <a:xfrm>
            <a:off x="4761545" y="845009"/>
            <a:ext cx="24757" cy="24757"/>
          </a:xfrm>
          <a:prstGeom prst="ellipse">
            <a:avLst/>
          </a:prstGeom>
          <a:solidFill>
            <a:srgbClr val="007C83">
              <a:alpha val="40000"/>
            </a:srgbClr>
          </a:solidFill>
          <a:ln w="0">
            <a:noFill/>
            <a:prstDash val="solid"/>
          </a:ln>
        </p:spPr>
      </p:sp>
      <p:sp>
        <p:nvSpPr>
          <p:cNvPr id="2522" name="LigandSeek2_vs_LigandSeek1_ellipse_8036">
            <a:extLst>
              <a:ext uri="{FF2B5EF4-FFF2-40B4-BE49-F238E27FC236}">
                <a16:creationId xmlns:a16="http://schemas.microsoft.com/office/drawing/2014/main" id="{180A6A94-FB77-40B8-9335-BB52CCF2177B}"/>
              </a:ext>
            </a:extLst>
          </p:cNvPr>
          <p:cNvSpPr>
            <a:spLocks noGrp="1"/>
          </p:cNvSpPr>
          <p:nvPr/>
        </p:nvSpPr>
        <p:spPr>
          <a:xfrm>
            <a:off x="4762121" y="1881656"/>
            <a:ext cx="24757" cy="24757"/>
          </a:xfrm>
          <a:prstGeom prst="ellipse">
            <a:avLst/>
          </a:prstGeom>
          <a:solidFill>
            <a:srgbClr val="007C83">
              <a:alpha val="40000"/>
            </a:srgbClr>
          </a:solidFill>
          <a:ln w="0">
            <a:noFill/>
            <a:prstDash val="solid"/>
          </a:ln>
        </p:spPr>
      </p:sp>
      <p:sp>
        <p:nvSpPr>
          <p:cNvPr id="2523" name="LigandSeek2_vs_LigandSeek1_ellipse_8037">
            <a:extLst>
              <a:ext uri="{FF2B5EF4-FFF2-40B4-BE49-F238E27FC236}">
                <a16:creationId xmlns:a16="http://schemas.microsoft.com/office/drawing/2014/main" id="{41FCB190-CA88-4B8F-9275-E36E6E996057}"/>
              </a:ext>
            </a:extLst>
          </p:cNvPr>
          <p:cNvSpPr>
            <a:spLocks noGrp="1"/>
          </p:cNvSpPr>
          <p:nvPr/>
        </p:nvSpPr>
        <p:spPr>
          <a:xfrm>
            <a:off x="4716784" y="1691943"/>
            <a:ext cx="24757" cy="24757"/>
          </a:xfrm>
          <a:prstGeom prst="ellipse">
            <a:avLst/>
          </a:prstGeom>
          <a:solidFill>
            <a:srgbClr val="007C83">
              <a:alpha val="40000"/>
            </a:srgbClr>
          </a:solidFill>
          <a:ln w="0">
            <a:noFill/>
            <a:prstDash val="solid"/>
          </a:ln>
        </p:spPr>
      </p:sp>
      <p:sp>
        <p:nvSpPr>
          <p:cNvPr id="2524" name="LigandSeek2_vs_LigandSeek1_ellipse_8038">
            <a:extLst>
              <a:ext uri="{FF2B5EF4-FFF2-40B4-BE49-F238E27FC236}">
                <a16:creationId xmlns:a16="http://schemas.microsoft.com/office/drawing/2014/main" id="{C15CFD85-3798-4BE0-AA38-F877A74C6F4B}"/>
              </a:ext>
            </a:extLst>
          </p:cNvPr>
          <p:cNvSpPr>
            <a:spLocks noGrp="1"/>
          </p:cNvSpPr>
          <p:nvPr/>
        </p:nvSpPr>
        <p:spPr>
          <a:xfrm>
            <a:off x="4778625" y="1840243"/>
            <a:ext cx="24757" cy="24757"/>
          </a:xfrm>
          <a:prstGeom prst="ellipse">
            <a:avLst/>
          </a:prstGeom>
          <a:solidFill>
            <a:srgbClr val="007C83">
              <a:alpha val="40000"/>
            </a:srgbClr>
          </a:solidFill>
          <a:ln w="0">
            <a:noFill/>
            <a:prstDash val="solid"/>
          </a:ln>
        </p:spPr>
      </p:sp>
      <p:sp>
        <p:nvSpPr>
          <p:cNvPr id="2525" name="LigandSeek2_vs_LigandSeek1_ellipse_8039">
            <a:extLst>
              <a:ext uri="{FF2B5EF4-FFF2-40B4-BE49-F238E27FC236}">
                <a16:creationId xmlns:a16="http://schemas.microsoft.com/office/drawing/2014/main" id="{6572D2B0-0EFB-48EC-83F0-2859B86686AC}"/>
              </a:ext>
            </a:extLst>
          </p:cNvPr>
          <p:cNvSpPr>
            <a:spLocks noGrp="1"/>
          </p:cNvSpPr>
          <p:nvPr/>
        </p:nvSpPr>
        <p:spPr>
          <a:xfrm>
            <a:off x="4721936" y="1890368"/>
            <a:ext cx="24757" cy="24757"/>
          </a:xfrm>
          <a:prstGeom prst="ellipse">
            <a:avLst/>
          </a:prstGeom>
          <a:solidFill>
            <a:srgbClr val="007C83">
              <a:alpha val="40000"/>
            </a:srgbClr>
          </a:solidFill>
          <a:ln w="0">
            <a:noFill/>
            <a:prstDash val="solid"/>
          </a:ln>
        </p:spPr>
      </p:sp>
      <p:sp>
        <p:nvSpPr>
          <p:cNvPr id="2526" name="LigandSeek2_vs_LigandSeek1_ellipse_8040">
            <a:extLst>
              <a:ext uri="{FF2B5EF4-FFF2-40B4-BE49-F238E27FC236}">
                <a16:creationId xmlns:a16="http://schemas.microsoft.com/office/drawing/2014/main" id="{6ECB62EF-F630-4A93-BD17-E7202D9F58BA}"/>
              </a:ext>
            </a:extLst>
          </p:cNvPr>
          <p:cNvSpPr>
            <a:spLocks noGrp="1"/>
          </p:cNvSpPr>
          <p:nvPr/>
        </p:nvSpPr>
        <p:spPr>
          <a:xfrm>
            <a:off x="4742583" y="1890368"/>
            <a:ext cx="24757" cy="24757"/>
          </a:xfrm>
          <a:prstGeom prst="ellipse">
            <a:avLst/>
          </a:prstGeom>
          <a:solidFill>
            <a:srgbClr val="007C83">
              <a:alpha val="40000"/>
            </a:srgbClr>
          </a:solidFill>
          <a:ln w="0">
            <a:noFill/>
            <a:prstDash val="solid"/>
          </a:ln>
        </p:spPr>
      </p:sp>
      <p:sp>
        <p:nvSpPr>
          <p:cNvPr id="2527" name="LigandSeek2_vs_LigandSeek1_ellipse_8041">
            <a:extLst>
              <a:ext uri="{FF2B5EF4-FFF2-40B4-BE49-F238E27FC236}">
                <a16:creationId xmlns:a16="http://schemas.microsoft.com/office/drawing/2014/main" id="{566B71CD-312C-45F2-B25C-0D64D5922A6D}"/>
              </a:ext>
            </a:extLst>
          </p:cNvPr>
          <p:cNvSpPr>
            <a:spLocks noGrp="1"/>
          </p:cNvSpPr>
          <p:nvPr/>
        </p:nvSpPr>
        <p:spPr>
          <a:xfrm>
            <a:off x="4710478" y="845009"/>
            <a:ext cx="24757" cy="24757"/>
          </a:xfrm>
          <a:prstGeom prst="ellipse">
            <a:avLst/>
          </a:prstGeom>
          <a:solidFill>
            <a:srgbClr val="007C83">
              <a:alpha val="40000"/>
            </a:srgbClr>
          </a:solidFill>
          <a:ln w="0">
            <a:noFill/>
            <a:prstDash val="solid"/>
          </a:ln>
        </p:spPr>
      </p:sp>
      <p:sp>
        <p:nvSpPr>
          <p:cNvPr id="2528" name="LigandSeek2_vs_LigandSeek1_ellipse_8042">
            <a:extLst>
              <a:ext uri="{FF2B5EF4-FFF2-40B4-BE49-F238E27FC236}">
                <a16:creationId xmlns:a16="http://schemas.microsoft.com/office/drawing/2014/main" id="{ADFF195C-5C1F-40F8-849D-7E11DD8518A1}"/>
              </a:ext>
            </a:extLst>
          </p:cNvPr>
          <p:cNvSpPr>
            <a:spLocks noGrp="1"/>
          </p:cNvSpPr>
          <p:nvPr/>
        </p:nvSpPr>
        <p:spPr>
          <a:xfrm>
            <a:off x="4778166" y="845009"/>
            <a:ext cx="24757" cy="24757"/>
          </a:xfrm>
          <a:prstGeom prst="ellipse">
            <a:avLst/>
          </a:prstGeom>
          <a:solidFill>
            <a:srgbClr val="007C83">
              <a:alpha val="40000"/>
            </a:srgbClr>
          </a:solidFill>
          <a:ln w="0">
            <a:noFill/>
            <a:prstDash val="solid"/>
          </a:ln>
        </p:spPr>
      </p:sp>
      <p:sp>
        <p:nvSpPr>
          <p:cNvPr id="2529" name="LigandSeek2_vs_LigandSeek1_ellipse_8043">
            <a:extLst>
              <a:ext uri="{FF2B5EF4-FFF2-40B4-BE49-F238E27FC236}">
                <a16:creationId xmlns:a16="http://schemas.microsoft.com/office/drawing/2014/main" id="{E9088966-1AB4-4F8B-ACFF-BFE9917BB118}"/>
              </a:ext>
            </a:extLst>
          </p:cNvPr>
          <p:cNvSpPr>
            <a:spLocks noGrp="1"/>
          </p:cNvSpPr>
          <p:nvPr/>
        </p:nvSpPr>
        <p:spPr>
          <a:xfrm>
            <a:off x="4745511" y="845009"/>
            <a:ext cx="24757" cy="24757"/>
          </a:xfrm>
          <a:prstGeom prst="ellipse">
            <a:avLst/>
          </a:prstGeom>
          <a:solidFill>
            <a:srgbClr val="007C83">
              <a:alpha val="40000"/>
            </a:srgbClr>
          </a:solidFill>
          <a:ln w="0">
            <a:noFill/>
            <a:prstDash val="solid"/>
          </a:ln>
        </p:spPr>
      </p:sp>
      <p:sp>
        <p:nvSpPr>
          <p:cNvPr id="2530" name="LigandSeek2_vs_LigandSeek1_ellipse_8044">
            <a:extLst>
              <a:ext uri="{FF2B5EF4-FFF2-40B4-BE49-F238E27FC236}">
                <a16:creationId xmlns:a16="http://schemas.microsoft.com/office/drawing/2014/main" id="{50FCEBE3-1EAA-44D2-9896-F25D81CEC267}"/>
              </a:ext>
            </a:extLst>
          </p:cNvPr>
          <p:cNvSpPr>
            <a:spLocks noGrp="1"/>
          </p:cNvSpPr>
          <p:nvPr/>
        </p:nvSpPr>
        <p:spPr>
          <a:xfrm>
            <a:off x="4718929" y="845009"/>
            <a:ext cx="24757" cy="24757"/>
          </a:xfrm>
          <a:prstGeom prst="ellipse">
            <a:avLst/>
          </a:prstGeom>
          <a:solidFill>
            <a:srgbClr val="007C83">
              <a:alpha val="40000"/>
            </a:srgbClr>
          </a:solidFill>
          <a:ln w="0">
            <a:noFill/>
            <a:prstDash val="solid"/>
          </a:ln>
        </p:spPr>
      </p:sp>
      <p:sp>
        <p:nvSpPr>
          <p:cNvPr id="2531" name="LigandSeek2_vs_LigandSeek1_ellipse_8045">
            <a:extLst>
              <a:ext uri="{FF2B5EF4-FFF2-40B4-BE49-F238E27FC236}">
                <a16:creationId xmlns:a16="http://schemas.microsoft.com/office/drawing/2014/main" id="{3C9F7D6E-46A3-4A3E-B0C7-680929FE840B}"/>
              </a:ext>
            </a:extLst>
          </p:cNvPr>
          <p:cNvSpPr>
            <a:spLocks noGrp="1"/>
          </p:cNvSpPr>
          <p:nvPr/>
        </p:nvSpPr>
        <p:spPr>
          <a:xfrm>
            <a:off x="4741012" y="1890368"/>
            <a:ext cx="24757" cy="24757"/>
          </a:xfrm>
          <a:prstGeom prst="ellipse">
            <a:avLst/>
          </a:prstGeom>
          <a:solidFill>
            <a:srgbClr val="007C83">
              <a:alpha val="40000"/>
            </a:srgbClr>
          </a:solidFill>
          <a:ln w="0">
            <a:noFill/>
            <a:prstDash val="solid"/>
          </a:ln>
        </p:spPr>
      </p:sp>
      <p:sp>
        <p:nvSpPr>
          <p:cNvPr id="2532" name="LigandSeek2_vs_LigandSeek1_ellipse_8046">
            <a:extLst>
              <a:ext uri="{FF2B5EF4-FFF2-40B4-BE49-F238E27FC236}">
                <a16:creationId xmlns:a16="http://schemas.microsoft.com/office/drawing/2014/main" id="{ED0E007C-2177-412B-B555-CC22981A9376}"/>
              </a:ext>
            </a:extLst>
          </p:cNvPr>
          <p:cNvSpPr>
            <a:spLocks noGrp="1"/>
          </p:cNvSpPr>
          <p:nvPr/>
        </p:nvSpPr>
        <p:spPr>
          <a:xfrm>
            <a:off x="4717114" y="845009"/>
            <a:ext cx="24757" cy="24757"/>
          </a:xfrm>
          <a:prstGeom prst="ellipse">
            <a:avLst/>
          </a:prstGeom>
          <a:solidFill>
            <a:srgbClr val="007C83">
              <a:alpha val="40000"/>
            </a:srgbClr>
          </a:solidFill>
          <a:ln w="0">
            <a:noFill/>
            <a:prstDash val="solid"/>
          </a:ln>
        </p:spPr>
      </p:sp>
      <p:sp>
        <p:nvSpPr>
          <p:cNvPr id="2533" name="LigandSeek2_vs_LigandSeek1_ellipse_8047">
            <a:extLst>
              <a:ext uri="{FF2B5EF4-FFF2-40B4-BE49-F238E27FC236}">
                <a16:creationId xmlns:a16="http://schemas.microsoft.com/office/drawing/2014/main" id="{138460AD-CFB4-4BD1-AE4B-7A0BEA0EA56C}"/>
              </a:ext>
            </a:extLst>
          </p:cNvPr>
          <p:cNvSpPr>
            <a:spLocks noGrp="1"/>
          </p:cNvSpPr>
          <p:nvPr/>
        </p:nvSpPr>
        <p:spPr>
          <a:xfrm>
            <a:off x="4784135" y="1716141"/>
            <a:ext cx="24757" cy="24757"/>
          </a:xfrm>
          <a:prstGeom prst="ellipse">
            <a:avLst/>
          </a:prstGeom>
          <a:solidFill>
            <a:srgbClr val="007C83">
              <a:alpha val="40000"/>
            </a:srgbClr>
          </a:solidFill>
          <a:ln w="0">
            <a:noFill/>
            <a:prstDash val="solid"/>
          </a:ln>
        </p:spPr>
      </p:sp>
      <p:sp>
        <p:nvSpPr>
          <p:cNvPr id="2534" name="LigandSeek2_vs_LigandSeek1_ellipse_8048">
            <a:extLst>
              <a:ext uri="{FF2B5EF4-FFF2-40B4-BE49-F238E27FC236}">
                <a16:creationId xmlns:a16="http://schemas.microsoft.com/office/drawing/2014/main" id="{EC9C559D-71D5-4C66-AEE5-83FE90BE0E8E}"/>
              </a:ext>
            </a:extLst>
          </p:cNvPr>
          <p:cNvSpPr>
            <a:spLocks noGrp="1"/>
          </p:cNvSpPr>
          <p:nvPr/>
        </p:nvSpPr>
        <p:spPr>
          <a:xfrm>
            <a:off x="4724519" y="1646451"/>
            <a:ext cx="24757" cy="24757"/>
          </a:xfrm>
          <a:prstGeom prst="ellipse">
            <a:avLst/>
          </a:prstGeom>
          <a:solidFill>
            <a:srgbClr val="007C83">
              <a:alpha val="40000"/>
            </a:srgbClr>
          </a:solidFill>
          <a:ln w="0">
            <a:noFill/>
            <a:prstDash val="solid"/>
          </a:ln>
        </p:spPr>
      </p:sp>
      <p:sp>
        <p:nvSpPr>
          <p:cNvPr id="2535" name="LigandSeek2_vs_LigandSeek1_ellipse_8049">
            <a:extLst>
              <a:ext uri="{FF2B5EF4-FFF2-40B4-BE49-F238E27FC236}">
                <a16:creationId xmlns:a16="http://schemas.microsoft.com/office/drawing/2014/main" id="{651B4FC7-EE68-461E-8284-25E180F07030}"/>
              </a:ext>
            </a:extLst>
          </p:cNvPr>
          <p:cNvSpPr>
            <a:spLocks noGrp="1"/>
          </p:cNvSpPr>
          <p:nvPr/>
        </p:nvSpPr>
        <p:spPr>
          <a:xfrm>
            <a:off x="4718346" y="1890368"/>
            <a:ext cx="24757" cy="24757"/>
          </a:xfrm>
          <a:prstGeom prst="ellipse">
            <a:avLst/>
          </a:prstGeom>
          <a:solidFill>
            <a:srgbClr val="007C83">
              <a:alpha val="40000"/>
            </a:srgbClr>
          </a:solidFill>
          <a:ln w="0">
            <a:noFill/>
            <a:prstDash val="solid"/>
          </a:ln>
        </p:spPr>
      </p:sp>
      <p:sp>
        <p:nvSpPr>
          <p:cNvPr id="2536" name="LigandSeek2_vs_LigandSeek1_ellipse_8050">
            <a:extLst>
              <a:ext uri="{FF2B5EF4-FFF2-40B4-BE49-F238E27FC236}">
                <a16:creationId xmlns:a16="http://schemas.microsoft.com/office/drawing/2014/main" id="{D91101CA-0962-4F04-81BB-04025EBFEC32}"/>
              </a:ext>
            </a:extLst>
          </p:cNvPr>
          <p:cNvSpPr>
            <a:spLocks noGrp="1"/>
          </p:cNvSpPr>
          <p:nvPr/>
        </p:nvSpPr>
        <p:spPr>
          <a:xfrm>
            <a:off x="4751636" y="845009"/>
            <a:ext cx="24757" cy="24757"/>
          </a:xfrm>
          <a:prstGeom prst="ellipse">
            <a:avLst/>
          </a:prstGeom>
          <a:solidFill>
            <a:srgbClr val="007C83">
              <a:alpha val="40000"/>
            </a:srgbClr>
          </a:solidFill>
          <a:ln w="0">
            <a:noFill/>
            <a:prstDash val="solid"/>
          </a:ln>
        </p:spPr>
      </p:sp>
      <p:sp>
        <p:nvSpPr>
          <p:cNvPr id="2537" name="LigandSeek2_vs_LigandSeek1_ellipse_8051">
            <a:extLst>
              <a:ext uri="{FF2B5EF4-FFF2-40B4-BE49-F238E27FC236}">
                <a16:creationId xmlns:a16="http://schemas.microsoft.com/office/drawing/2014/main" id="{0B1019F9-0D42-4901-83E3-580CE4E59654}"/>
              </a:ext>
            </a:extLst>
          </p:cNvPr>
          <p:cNvSpPr>
            <a:spLocks noGrp="1"/>
          </p:cNvSpPr>
          <p:nvPr/>
        </p:nvSpPr>
        <p:spPr>
          <a:xfrm>
            <a:off x="4743203" y="888566"/>
            <a:ext cx="24757" cy="24757"/>
          </a:xfrm>
          <a:prstGeom prst="ellipse">
            <a:avLst/>
          </a:prstGeom>
          <a:solidFill>
            <a:srgbClr val="007C83">
              <a:alpha val="40000"/>
            </a:srgbClr>
          </a:solidFill>
          <a:ln w="0">
            <a:noFill/>
            <a:prstDash val="solid"/>
          </a:ln>
        </p:spPr>
      </p:sp>
      <p:sp>
        <p:nvSpPr>
          <p:cNvPr id="2538" name="LigandSeek2_vs_LigandSeek1_ellipse_8052">
            <a:extLst>
              <a:ext uri="{FF2B5EF4-FFF2-40B4-BE49-F238E27FC236}">
                <a16:creationId xmlns:a16="http://schemas.microsoft.com/office/drawing/2014/main" id="{F4F5A05E-E8E9-4F07-8B20-75509D8F2443}"/>
              </a:ext>
            </a:extLst>
          </p:cNvPr>
          <p:cNvSpPr>
            <a:spLocks noGrp="1"/>
          </p:cNvSpPr>
          <p:nvPr/>
        </p:nvSpPr>
        <p:spPr>
          <a:xfrm>
            <a:off x="4724025" y="845009"/>
            <a:ext cx="24757" cy="24757"/>
          </a:xfrm>
          <a:prstGeom prst="ellipse">
            <a:avLst/>
          </a:prstGeom>
          <a:solidFill>
            <a:srgbClr val="007C83">
              <a:alpha val="40000"/>
            </a:srgbClr>
          </a:solidFill>
          <a:ln w="0">
            <a:noFill/>
            <a:prstDash val="solid"/>
          </a:ln>
        </p:spPr>
      </p:sp>
      <p:sp>
        <p:nvSpPr>
          <p:cNvPr id="2539" name="LigandSeek2_vs_LigandSeek1_ellipse_8053">
            <a:extLst>
              <a:ext uri="{FF2B5EF4-FFF2-40B4-BE49-F238E27FC236}">
                <a16:creationId xmlns:a16="http://schemas.microsoft.com/office/drawing/2014/main" id="{2C24350E-3591-4D88-A9B2-2900F28F3EBB}"/>
              </a:ext>
            </a:extLst>
          </p:cNvPr>
          <p:cNvSpPr>
            <a:spLocks noGrp="1"/>
          </p:cNvSpPr>
          <p:nvPr/>
        </p:nvSpPr>
        <p:spPr>
          <a:xfrm>
            <a:off x="4783521" y="845009"/>
            <a:ext cx="24757" cy="24757"/>
          </a:xfrm>
          <a:prstGeom prst="ellipse">
            <a:avLst/>
          </a:prstGeom>
          <a:solidFill>
            <a:srgbClr val="007C83">
              <a:alpha val="40000"/>
            </a:srgbClr>
          </a:solidFill>
          <a:ln w="0">
            <a:noFill/>
            <a:prstDash val="solid"/>
          </a:ln>
        </p:spPr>
      </p:sp>
      <p:sp>
        <p:nvSpPr>
          <p:cNvPr id="2540" name="LigandSeek2_vs_LigandSeek1_ellipse_8054">
            <a:extLst>
              <a:ext uri="{FF2B5EF4-FFF2-40B4-BE49-F238E27FC236}">
                <a16:creationId xmlns:a16="http://schemas.microsoft.com/office/drawing/2014/main" id="{9E718B7A-4730-4E07-AFA6-426FC82C7B72}"/>
              </a:ext>
            </a:extLst>
          </p:cNvPr>
          <p:cNvSpPr>
            <a:spLocks noGrp="1"/>
          </p:cNvSpPr>
          <p:nvPr/>
        </p:nvSpPr>
        <p:spPr>
          <a:xfrm>
            <a:off x="4708857" y="845009"/>
            <a:ext cx="24757" cy="24757"/>
          </a:xfrm>
          <a:prstGeom prst="ellipse">
            <a:avLst/>
          </a:prstGeom>
          <a:solidFill>
            <a:srgbClr val="007C83">
              <a:alpha val="40000"/>
            </a:srgbClr>
          </a:solidFill>
          <a:ln w="0">
            <a:noFill/>
            <a:prstDash val="solid"/>
          </a:ln>
        </p:spPr>
      </p:sp>
      <p:sp>
        <p:nvSpPr>
          <p:cNvPr id="2541" name="LigandSeek2_vs_LigandSeek1_ellipse_8055">
            <a:extLst>
              <a:ext uri="{FF2B5EF4-FFF2-40B4-BE49-F238E27FC236}">
                <a16:creationId xmlns:a16="http://schemas.microsoft.com/office/drawing/2014/main" id="{E625CDB2-3BBA-4C91-88BB-407CC5A7CCEC}"/>
              </a:ext>
            </a:extLst>
          </p:cNvPr>
          <p:cNvSpPr>
            <a:spLocks noGrp="1"/>
          </p:cNvSpPr>
          <p:nvPr/>
        </p:nvSpPr>
        <p:spPr>
          <a:xfrm>
            <a:off x="4706096" y="1815699"/>
            <a:ext cx="24757" cy="24757"/>
          </a:xfrm>
          <a:prstGeom prst="ellipse">
            <a:avLst/>
          </a:prstGeom>
          <a:solidFill>
            <a:srgbClr val="007C83">
              <a:alpha val="40000"/>
            </a:srgbClr>
          </a:solidFill>
          <a:ln w="0">
            <a:noFill/>
            <a:prstDash val="solid"/>
          </a:ln>
        </p:spPr>
      </p:sp>
      <p:sp>
        <p:nvSpPr>
          <p:cNvPr id="2542" name="LigandSeek2_vs_LigandSeek1_ellipse_8056">
            <a:extLst>
              <a:ext uri="{FF2B5EF4-FFF2-40B4-BE49-F238E27FC236}">
                <a16:creationId xmlns:a16="http://schemas.microsoft.com/office/drawing/2014/main" id="{37E0AE1B-1324-4127-B115-B3555BF5549D}"/>
              </a:ext>
            </a:extLst>
          </p:cNvPr>
          <p:cNvSpPr>
            <a:spLocks noGrp="1"/>
          </p:cNvSpPr>
          <p:nvPr/>
        </p:nvSpPr>
        <p:spPr>
          <a:xfrm>
            <a:off x="3615591" y="1102328"/>
            <a:ext cx="24757" cy="24757"/>
          </a:xfrm>
          <a:prstGeom prst="ellipse">
            <a:avLst/>
          </a:prstGeom>
          <a:solidFill>
            <a:srgbClr val="566AB4">
              <a:alpha val="40000"/>
            </a:srgbClr>
          </a:solidFill>
          <a:ln w="0">
            <a:noFill/>
            <a:prstDash val="solid"/>
          </a:ln>
        </p:spPr>
      </p:sp>
      <p:sp>
        <p:nvSpPr>
          <p:cNvPr id="2543" name="LigandSeek2_vs_LigandSeek1_ellipse_8057">
            <a:extLst>
              <a:ext uri="{FF2B5EF4-FFF2-40B4-BE49-F238E27FC236}">
                <a16:creationId xmlns:a16="http://schemas.microsoft.com/office/drawing/2014/main" id="{35013640-24A6-4DAF-8FD2-7CFEF5BD397D}"/>
              </a:ext>
            </a:extLst>
          </p:cNvPr>
          <p:cNvSpPr>
            <a:spLocks noGrp="1"/>
          </p:cNvSpPr>
          <p:nvPr/>
        </p:nvSpPr>
        <p:spPr>
          <a:xfrm>
            <a:off x="3632107" y="1204639"/>
            <a:ext cx="24757" cy="24757"/>
          </a:xfrm>
          <a:prstGeom prst="ellipse">
            <a:avLst/>
          </a:prstGeom>
          <a:solidFill>
            <a:srgbClr val="566AB4">
              <a:alpha val="40000"/>
            </a:srgbClr>
          </a:solidFill>
          <a:ln w="0">
            <a:noFill/>
            <a:prstDash val="solid"/>
          </a:ln>
        </p:spPr>
      </p:sp>
      <p:sp>
        <p:nvSpPr>
          <p:cNvPr id="2544" name="LigandSeek2_vs_LigandSeek1_ellipse_8058">
            <a:extLst>
              <a:ext uri="{FF2B5EF4-FFF2-40B4-BE49-F238E27FC236}">
                <a16:creationId xmlns:a16="http://schemas.microsoft.com/office/drawing/2014/main" id="{D1CBD4FB-62BD-4574-9734-26869DE72D44}"/>
              </a:ext>
            </a:extLst>
          </p:cNvPr>
          <p:cNvSpPr>
            <a:spLocks noGrp="1"/>
          </p:cNvSpPr>
          <p:nvPr/>
        </p:nvSpPr>
        <p:spPr>
          <a:xfrm>
            <a:off x="3609241" y="1036203"/>
            <a:ext cx="24757" cy="24757"/>
          </a:xfrm>
          <a:prstGeom prst="ellipse">
            <a:avLst/>
          </a:prstGeom>
          <a:solidFill>
            <a:srgbClr val="566AB4">
              <a:alpha val="40000"/>
            </a:srgbClr>
          </a:solidFill>
          <a:ln w="0">
            <a:noFill/>
            <a:prstDash val="solid"/>
          </a:ln>
        </p:spPr>
      </p:sp>
      <p:sp>
        <p:nvSpPr>
          <p:cNvPr id="2545" name="LigandSeek2_vs_LigandSeek1_ellipse_8059">
            <a:extLst>
              <a:ext uri="{FF2B5EF4-FFF2-40B4-BE49-F238E27FC236}">
                <a16:creationId xmlns:a16="http://schemas.microsoft.com/office/drawing/2014/main" id="{E0E59349-A527-4259-B6E5-12A257FB7ADB}"/>
              </a:ext>
            </a:extLst>
          </p:cNvPr>
          <p:cNvSpPr>
            <a:spLocks noGrp="1"/>
          </p:cNvSpPr>
          <p:nvPr/>
        </p:nvSpPr>
        <p:spPr>
          <a:xfrm>
            <a:off x="3660810" y="1057313"/>
            <a:ext cx="24757" cy="24757"/>
          </a:xfrm>
          <a:prstGeom prst="ellipse">
            <a:avLst/>
          </a:prstGeom>
          <a:solidFill>
            <a:srgbClr val="566AB4">
              <a:alpha val="40000"/>
            </a:srgbClr>
          </a:solidFill>
          <a:ln w="0">
            <a:noFill/>
            <a:prstDash val="solid"/>
          </a:ln>
        </p:spPr>
      </p:sp>
      <p:sp>
        <p:nvSpPr>
          <p:cNvPr id="2546" name="LigandSeek2_vs_LigandSeek1_ellipse_8060">
            <a:extLst>
              <a:ext uri="{FF2B5EF4-FFF2-40B4-BE49-F238E27FC236}">
                <a16:creationId xmlns:a16="http://schemas.microsoft.com/office/drawing/2014/main" id="{FC34E295-7F5F-419E-B132-39EEF19C0C51}"/>
              </a:ext>
            </a:extLst>
          </p:cNvPr>
          <p:cNvSpPr>
            <a:spLocks noGrp="1"/>
          </p:cNvSpPr>
          <p:nvPr/>
        </p:nvSpPr>
        <p:spPr>
          <a:xfrm>
            <a:off x="3629327" y="1004732"/>
            <a:ext cx="24757" cy="24757"/>
          </a:xfrm>
          <a:prstGeom prst="ellipse">
            <a:avLst/>
          </a:prstGeom>
          <a:solidFill>
            <a:srgbClr val="566AB4">
              <a:alpha val="40000"/>
            </a:srgbClr>
          </a:solidFill>
          <a:ln w="0">
            <a:noFill/>
            <a:prstDash val="solid"/>
          </a:ln>
        </p:spPr>
      </p:sp>
      <p:sp>
        <p:nvSpPr>
          <p:cNvPr id="2547" name="LigandSeek2_vs_LigandSeek1_ellipse_8061">
            <a:extLst>
              <a:ext uri="{FF2B5EF4-FFF2-40B4-BE49-F238E27FC236}">
                <a16:creationId xmlns:a16="http://schemas.microsoft.com/office/drawing/2014/main" id="{A2886924-0677-4BEC-83A8-710802D4598B}"/>
              </a:ext>
            </a:extLst>
          </p:cNvPr>
          <p:cNvSpPr>
            <a:spLocks noGrp="1"/>
          </p:cNvSpPr>
          <p:nvPr/>
        </p:nvSpPr>
        <p:spPr>
          <a:xfrm>
            <a:off x="3655895" y="1437330"/>
            <a:ext cx="24757" cy="24757"/>
          </a:xfrm>
          <a:prstGeom prst="ellipse">
            <a:avLst/>
          </a:prstGeom>
          <a:solidFill>
            <a:srgbClr val="566AB4">
              <a:alpha val="40000"/>
            </a:srgbClr>
          </a:solidFill>
          <a:ln w="0">
            <a:noFill/>
            <a:prstDash val="solid"/>
          </a:ln>
        </p:spPr>
      </p:sp>
      <p:sp>
        <p:nvSpPr>
          <p:cNvPr id="2548" name="LigandSeek2_vs_LigandSeek1_ellipse_8062">
            <a:extLst>
              <a:ext uri="{FF2B5EF4-FFF2-40B4-BE49-F238E27FC236}">
                <a16:creationId xmlns:a16="http://schemas.microsoft.com/office/drawing/2014/main" id="{68928691-3ADE-403C-8CF8-4A1C1DB1A09E}"/>
              </a:ext>
            </a:extLst>
          </p:cNvPr>
          <p:cNvSpPr>
            <a:spLocks noGrp="1"/>
          </p:cNvSpPr>
          <p:nvPr/>
        </p:nvSpPr>
        <p:spPr>
          <a:xfrm>
            <a:off x="3662407" y="1301860"/>
            <a:ext cx="24757" cy="24757"/>
          </a:xfrm>
          <a:prstGeom prst="ellipse">
            <a:avLst/>
          </a:prstGeom>
          <a:solidFill>
            <a:srgbClr val="566AB4">
              <a:alpha val="40000"/>
            </a:srgbClr>
          </a:solidFill>
          <a:ln w="0">
            <a:noFill/>
            <a:prstDash val="solid"/>
          </a:ln>
        </p:spPr>
      </p:sp>
      <p:sp>
        <p:nvSpPr>
          <p:cNvPr id="2549" name="LigandSeek2_vs_LigandSeek1_ellipse_8063">
            <a:extLst>
              <a:ext uri="{FF2B5EF4-FFF2-40B4-BE49-F238E27FC236}">
                <a16:creationId xmlns:a16="http://schemas.microsoft.com/office/drawing/2014/main" id="{2AB138B0-CA94-4219-816D-E96A4819145C}"/>
              </a:ext>
            </a:extLst>
          </p:cNvPr>
          <p:cNvSpPr>
            <a:spLocks noGrp="1"/>
          </p:cNvSpPr>
          <p:nvPr/>
        </p:nvSpPr>
        <p:spPr>
          <a:xfrm>
            <a:off x="3600829" y="1358476"/>
            <a:ext cx="24757" cy="24757"/>
          </a:xfrm>
          <a:prstGeom prst="ellipse">
            <a:avLst/>
          </a:prstGeom>
          <a:solidFill>
            <a:srgbClr val="566AB4">
              <a:alpha val="40000"/>
            </a:srgbClr>
          </a:solidFill>
          <a:ln w="0">
            <a:noFill/>
            <a:prstDash val="solid"/>
          </a:ln>
        </p:spPr>
      </p:sp>
      <p:sp>
        <p:nvSpPr>
          <p:cNvPr id="2550" name="LigandSeek2_vs_LigandSeek1_ellipse_8064">
            <a:extLst>
              <a:ext uri="{FF2B5EF4-FFF2-40B4-BE49-F238E27FC236}">
                <a16:creationId xmlns:a16="http://schemas.microsoft.com/office/drawing/2014/main" id="{4C774AFC-ACFD-4777-98E2-36C3340ED96F}"/>
              </a:ext>
            </a:extLst>
          </p:cNvPr>
          <p:cNvSpPr>
            <a:spLocks noGrp="1"/>
          </p:cNvSpPr>
          <p:nvPr/>
        </p:nvSpPr>
        <p:spPr>
          <a:xfrm>
            <a:off x="3677926" y="1129086"/>
            <a:ext cx="24757" cy="24757"/>
          </a:xfrm>
          <a:prstGeom prst="ellipse">
            <a:avLst/>
          </a:prstGeom>
          <a:solidFill>
            <a:srgbClr val="566AB4">
              <a:alpha val="40000"/>
            </a:srgbClr>
          </a:solidFill>
          <a:ln w="0">
            <a:noFill/>
            <a:prstDash val="solid"/>
          </a:ln>
        </p:spPr>
      </p:sp>
      <p:sp>
        <p:nvSpPr>
          <p:cNvPr id="2551" name="LigandSeek2_vs_LigandSeek1_ellipse_8065">
            <a:extLst>
              <a:ext uri="{FF2B5EF4-FFF2-40B4-BE49-F238E27FC236}">
                <a16:creationId xmlns:a16="http://schemas.microsoft.com/office/drawing/2014/main" id="{714E8D30-D355-4F35-8D81-CF969C8DE5FC}"/>
              </a:ext>
            </a:extLst>
          </p:cNvPr>
          <p:cNvSpPr>
            <a:spLocks noGrp="1"/>
          </p:cNvSpPr>
          <p:nvPr/>
        </p:nvSpPr>
        <p:spPr>
          <a:xfrm>
            <a:off x="3633357" y="1095741"/>
            <a:ext cx="24757" cy="24757"/>
          </a:xfrm>
          <a:prstGeom prst="ellipse">
            <a:avLst/>
          </a:prstGeom>
          <a:solidFill>
            <a:srgbClr val="566AB4">
              <a:alpha val="40000"/>
            </a:srgbClr>
          </a:solidFill>
          <a:ln w="0">
            <a:noFill/>
            <a:prstDash val="solid"/>
          </a:ln>
        </p:spPr>
      </p:sp>
      <p:sp>
        <p:nvSpPr>
          <p:cNvPr id="2552" name="LigandSeek2_vs_LigandSeek1_ellipse_8066">
            <a:extLst>
              <a:ext uri="{FF2B5EF4-FFF2-40B4-BE49-F238E27FC236}">
                <a16:creationId xmlns:a16="http://schemas.microsoft.com/office/drawing/2014/main" id="{7EE111BF-6336-4322-8B60-8D4E8D67BE4E}"/>
              </a:ext>
            </a:extLst>
          </p:cNvPr>
          <p:cNvSpPr>
            <a:spLocks noGrp="1"/>
          </p:cNvSpPr>
          <p:nvPr/>
        </p:nvSpPr>
        <p:spPr>
          <a:xfrm>
            <a:off x="3595599" y="1374738"/>
            <a:ext cx="24757" cy="24757"/>
          </a:xfrm>
          <a:prstGeom prst="ellipse">
            <a:avLst/>
          </a:prstGeom>
          <a:solidFill>
            <a:srgbClr val="566AB4">
              <a:alpha val="40000"/>
            </a:srgbClr>
          </a:solidFill>
          <a:ln w="0">
            <a:noFill/>
            <a:prstDash val="solid"/>
          </a:ln>
        </p:spPr>
      </p:sp>
      <p:sp>
        <p:nvSpPr>
          <p:cNvPr id="2553" name="LigandSeek2_vs_LigandSeek1_ellipse_8067">
            <a:extLst>
              <a:ext uri="{FF2B5EF4-FFF2-40B4-BE49-F238E27FC236}">
                <a16:creationId xmlns:a16="http://schemas.microsoft.com/office/drawing/2014/main" id="{CF23B7EE-BDD9-497D-9F56-42CC497D1B77}"/>
              </a:ext>
            </a:extLst>
          </p:cNvPr>
          <p:cNvSpPr>
            <a:spLocks noGrp="1"/>
          </p:cNvSpPr>
          <p:nvPr/>
        </p:nvSpPr>
        <p:spPr>
          <a:xfrm>
            <a:off x="3635417" y="1310680"/>
            <a:ext cx="24757" cy="24757"/>
          </a:xfrm>
          <a:prstGeom prst="ellipse">
            <a:avLst/>
          </a:prstGeom>
          <a:solidFill>
            <a:srgbClr val="566AB4">
              <a:alpha val="40000"/>
            </a:srgbClr>
          </a:solidFill>
          <a:ln w="0">
            <a:noFill/>
            <a:prstDash val="solid"/>
          </a:ln>
        </p:spPr>
      </p:sp>
      <p:sp>
        <p:nvSpPr>
          <p:cNvPr id="2554" name="LigandSeek2_vs_LigandSeek1_ellipse_8068">
            <a:extLst>
              <a:ext uri="{FF2B5EF4-FFF2-40B4-BE49-F238E27FC236}">
                <a16:creationId xmlns:a16="http://schemas.microsoft.com/office/drawing/2014/main" id="{C503E595-C60C-488A-9FEF-E159A9B9F9B5}"/>
              </a:ext>
            </a:extLst>
          </p:cNvPr>
          <p:cNvSpPr>
            <a:spLocks noGrp="1"/>
          </p:cNvSpPr>
          <p:nvPr/>
        </p:nvSpPr>
        <p:spPr>
          <a:xfrm>
            <a:off x="3638056" y="1645275"/>
            <a:ext cx="24757" cy="24757"/>
          </a:xfrm>
          <a:prstGeom prst="ellipse">
            <a:avLst/>
          </a:prstGeom>
          <a:solidFill>
            <a:srgbClr val="566AB4">
              <a:alpha val="40000"/>
            </a:srgbClr>
          </a:solidFill>
          <a:ln w="0">
            <a:noFill/>
            <a:prstDash val="solid"/>
          </a:ln>
        </p:spPr>
      </p:sp>
      <p:sp>
        <p:nvSpPr>
          <p:cNvPr id="2555" name="LigandSeek2_vs_LigandSeek1_ellipse_8069">
            <a:extLst>
              <a:ext uri="{FF2B5EF4-FFF2-40B4-BE49-F238E27FC236}">
                <a16:creationId xmlns:a16="http://schemas.microsoft.com/office/drawing/2014/main" id="{FB35EF16-496E-4EC2-9800-2BB73082A240}"/>
              </a:ext>
            </a:extLst>
          </p:cNvPr>
          <p:cNvSpPr>
            <a:spLocks noGrp="1"/>
          </p:cNvSpPr>
          <p:nvPr/>
        </p:nvSpPr>
        <p:spPr>
          <a:xfrm>
            <a:off x="3602260" y="1425318"/>
            <a:ext cx="24757" cy="24757"/>
          </a:xfrm>
          <a:prstGeom prst="ellipse">
            <a:avLst/>
          </a:prstGeom>
          <a:solidFill>
            <a:srgbClr val="566AB4">
              <a:alpha val="40000"/>
            </a:srgbClr>
          </a:solidFill>
          <a:ln w="0">
            <a:noFill/>
            <a:prstDash val="solid"/>
          </a:ln>
        </p:spPr>
      </p:sp>
      <p:sp>
        <p:nvSpPr>
          <p:cNvPr id="2556" name="LigandSeek2_vs_LigandSeek1_ellipse_8070">
            <a:extLst>
              <a:ext uri="{FF2B5EF4-FFF2-40B4-BE49-F238E27FC236}">
                <a16:creationId xmlns:a16="http://schemas.microsoft.com/office/drawing/2014/main" id="{988BD83D-11E9-4538-83E5-F992371FF590}"/>
              </a:ext>
            </a:extLst>
          </p:cNvPr>
          <p:cNvSpPr>
            <a:spLocks noGrp="1"/>
          </p:cNvSpPr>
          <p:nvPr/>
        </p:nvSpPr>
        <p:spPr>
          <a:xfrm>
            <a:off x="3595584" y="1045694"/>
            <a:ext cx="24757" cy="24757"/>
          </a:xfrm>
          <a:prstGeom prst="ellipse">
            <a:avLst/>
          </a:prstGeom>
          <a:solidFill>
            <a:srgbClr val="566AB4">
              <a:alpha val="40000"/>
            </a:srgbClr>
          </a:solidFill>
          <a:ln w="0">
            <a:noFill/>
            <a:prstDash val="solid"/>
          </a:ln>
        </p:spPr>
      </p:sp>
      <p:sp>
        <p:nvSpPr>
          <p:cNvPr id="2557" name="LigandSeek2_vs_LigandSeek1_ellipse_8071">
            <a:extLst>
              <a:ext uri="{FF2B5EF4-FFF2-40B4-BE49-F238E27FC236}">
                <a16:creationId xmlns:a16="http://schemas.microsoft.com/office/drawing/2014/main" id="{FEBD9087-4338-4CB5-AD3F-74AFF2DC2638}"/>
              </a:ext>
            </a:extLst>
          </p:cNvPr>
          <p:cNvSpPr>
            <a:spLocks noGrp="1"/>
          </p:cNvSpPr>
          <p:nvPr/>
        </p:nvSpPr>
        <p:spPr>
          <a:xfrm>
            <a:off x="3657744" y="1890368"/>
            <a:ext cx="24757" cy="24757"/>
          </a:xfrm>
          <a:prstGeom prst="ellipse">
            <a:avLst/>
          </a:prstGeom>
          <a:solidFill>
            <a:srgbClr val="566AB4">
              <a:alpha val="40000"/>
            </a:srgbClr>
          </a:solidFill>
          <a:ln w="0">
            <a:noFill/>
            <a:prstDash val="solid"/>
          </a:ln>
        </p:spPr>
      </p:sp>
      <p:sp>
        <p:nvSpPr>
          <p:cNvPr id="2558" name="LigandSeek2_vs_LigandSeek1_ellipse_8072">
            <a:extLst>
              <a:ext uri="{FF2B5EF4-FFF2-40B4-BE49-F238E27FC236}">
                <a16:creationId xmlns:a16="http://schemas.microsoft.com/office/drawing/2014/main" id="{317599A0-E0CB-4857-9829-B6F6C515117C}"/>
              </a:ext>
            </a:extLst>
          </p:cNvPr>
          <p:cNvSpPr>
            <a:spLocks noGrp="1"/>
          </p:cNvSpPr>
          <p:nvPr/>
        </p:nvSpPr>
        <p:spPr>
          <a:xfrm>
            <a:off x="3656394" y="1039570"/>
            <a:ext cx="24757" cy="24757"/>
          </a:xfrm>
          <a:prstGeom prst="ellipse">
            <a:avLst/>
          </a:prstGeom>
          <a:solidFill>
            <a:srgbClr val="566AB4">
              <a:alpha val="40000"/>
            </a:srgbClr>
          </a:solidFill>
          <a:ln w="0">
            <a:noFill/>
            <a:prstDash val="solid"/>
          </a:ln>
        </p:spPr>
      </p:sp>
      <p:sp>
        <p:nvSpPr>
          <p:cNvPr id="2559" name="LigandSeek2_vs_LigandSeek1_ellipse_8073">
            <a:extLst>
              <a:ext uri="{FF2B5EF4-FFF2-40B4-BE49-F238E27FC236}">
                <a16:creationId xmlns:a16="http://schemas.microsoft.com/office/drawing/2014/main" id="{D343F30C-644A-4881-807B-A66DE8CE2C4B}"/>
              </a:ext>
            </a:extLst>
          </p:cNvPr>
          <p:cNvSpPr>
            <a:spLocks noGrp="1"/>
          </p:cNvSpPr>
          <p:nvPr/>
        </p:nvSpPr>
        <p:spPr>
          <a:xfrm>
            <a:off x="3628078" y="1007484"/>
            <a:ext cx="24757" cy="24757"/>
          </a:xfrm>
          <a:prstGeom prst="ellipse">
            <a:avLst/>
          </a:prstGeom>
          <a:solidFill>
            <a:srgbClr val="566AB4">
              <a:alpha val="40000"/>
            </a:srgbClr>
          </a:solidFill>
          <a:ln w="0">
            <a:noFill/>
            <a:prstDash val="solid"/>
          </a:ln>
        </p:spPr>
      </p:sp>
      <p:sp>
        <p:nvSpPr>
          <p:cNvPr id="2560" name="LigandSeek2_vs_LigandSeek1_ellipse_8074">
            <a:extLst>
              <a:ext uri="{FF2B5EF4-FFF2-40B4-BE49-F238E27FC236}">
                <a16:creationId xmlns:a16="http://schemas.microsoft.com/office/drawing/2014/main" id="{475BF21D-06A4-43BC-BD29-A68EB1B652F0}"/>
              </a:ext>
            </a:extLst>
          </p:cNvPr>
          <p:cNvSpPr>
            <a:spLocks noGrp="1"/>
          </p:cNvSpPr>
          <p:nvPr/>
        </p:nvSpPr>
        <p:spPr>
          <a:xfrm>
            <a:off x="3629409" y="1361964"/>
            <a:ext cx="24757" cy="24757"/>
          </a:xfrm>
          <a:prstGeom prst="ellipse">
            <a:avLst/>
          </a:prstGeom>
          <a:solidFill>
            <a:srgbClr val="566AB4">
              <a:alpha val="40000"/>
            </a:srgbClr>
          </a:solidFill>
          <a:ln w="0">
            <a:noFill/>
            <a:prstDash val="solid"/>
          </a:ln>
        </p:spPr>
      </p:sp>
      <p:sp>
        <p:nvSpPr>
          <p:cNvPr id="2561" name="LigandSeek2_vs_LigandSeek1_ellipse_8075">
            <a:extLst>
              <a:ext uri="{FF2B5EF4-FFF2-40B4-BE49-F238E27FC236}">
                <a16:creationId xmlns:a16="http://schemas.microsoft.com/office/drawing/2014/main" id="{0B9D4040-D064-435F-B07B-495DD54EF8D5}"/>
              </a:ext>
            </a:extLst>
          </p:cNvPr>
          <p:cNvSpPr>
            <a:spLocks noGrp="1"/>
          </p:cNvSpPr>
          <p:nvPr/>
        </p:nvSpPr>
        <p:spPr>
          <a:xfrm>
            <a:off x="3676309" y="1890368"/>
            <a:ext cx="24757" cy="24757"/>
          </a:xfrm>
          <a:prstGeom prst="ellipse">
            <a:avLst/>
          </a:prstGeom>
          <a:solidFill>
            <a:srgbClr val="566AB4">
              <a:alpha val="40000"/>
            </a:srgbClr>
          </a:solidFill>
          <a:ln w="0">
            <a:noFill/>
            <a:prstDash val="solid"/>
          </a:ln>
        </p:spPr>
      </p:sp>
      <p:sp>
        <p:nvSpPr>
          <p:cNvPr id="2562" name="LigandSeek2_vs_LigandSeek1_ellipse_8076">
            <a:extLst>
              <a:ext uri="{FF2B5EF4-FFF2-40B4-BE49-F238E27FC236}">
                <a16:creationId xmlns:a16="http://schemas.microsoft.com/office/drawing/2014/main" id="{BEF8DED8-3E11-4CC1-A794-D35106FC4411}"/>
              </a:ext>
            </a:extLst>
          </p:cNvPr>
          <p:cNvSpPr>
            <a:spLocks noGrp="1"/>
          </p:cNvSpPr>
          <p:nvPr/>
        </p:nvSpPr>
        <p:spPr>
          <a:xfrm>
            <a:off x="3616627" y="1427622"/>
            <a:ext cx="24757" cy="24757"/>
          </a:xfrm>
          <a:prstGeom prst="ellipse">
            <a:avLst/>
          </a:prstGeom>
          <a:solidFill>
            <a:srgbClr val="566AB4">
              <a:alpha val="40000"/>
            </a:srgbClr>
          </a:solidFill>
          <a:ln w="0">
            <a:noFill/>
            <a:prstDash val="solid"/>
          </a:ln>
        </p:spPr>
      </p:sp>
      <p:sp>
        <p:nvSpPr>
          <p:cNvPr id="2563" name="LigandSeek2_vs_LigandSeek1_ellipse_8077">
            <a:extLst>
              <a:ext uri="{FF2B5EF4-FFF2-40B4-BE49-F238E27FC236}">
                <a16:creationId xmlns:a16="http://schemas.microsoft.com/office/drawing/2014/main" id="{B751BA46-77AA-4941-9F1F-52CB1FB05ABD}"/>
              </a:ext>
            </a:extLst>
          </p:cNvPr>
          <p:cNvSpPr>
            <a:spLocks noGrp="1"/>
          </p:cNvSpPr>
          <p:nvPr/>
        </p:nvSpPr>
        <p:spPr>
          <a:xfrm>
            <a:off x="3651317" y="1890368"/>
            <a:ext cx="24757" cy="24757"/>
          </a:xfrm>
          <a:prstGeom prst="ellipse">
            <a:avLst/>
          </a:prstGeom>
          <a:solidFill>
            <a:srgbClr val="566AB4">
              <a:alpha val="40000"/>
            </a:srgbClr>
          </a:solidFill>
          <a:ln w="0">
            <a:noFill/>
            <a:prstDash val="solid"/>
          </a:ln>
        </p:spPr>
      </p:sp>
      <p:sp>
        <p:nvSpPr>
          <p:cNvPr id="2564" name="LigandSeek2_vs_LigandSeek1_ellipse_8078">
            <a:extLst>
              <a:ext uri="{FF2B5EF4-FFF2-40B4-BE49-F238E27FC236}">
                <a16:creationId xmlns:a16="http://schemas.microsoft.com/office/drawing/2014/main" id="{0F758B30-371C-468B-9862-91D217986D05}"/>
              </a:ext>
            </a:extLst>
          </p:cNvPr>
          <p:cNvSpPr>
            <a:spLocks noGrp="1"/>
          </p:cNvSpPr>
          <p:nvPr/>
        </p:nvSpPr>
        <p:spPr>
          <a:xfrm>
            <a:off x="3674462" y="1016798"/>
            <a:ext cx="24757" cy="24757"/>
          </a:xfrm>
          <a:prstGeom prst="ellipse">
            <a:avLst/>
          </a:prstGeom>
          <a:solidFill>
            <a:srgbClr val="566AB4">
              <a:alpha val="40000"/>
            </a:srgbClr>
          </a:solidFill>
          <a:ln w="0">
            <a:noFill/>
            <a:prstDash val="solid"/>
          </a:ln>
        </p:spPr>
      </p:sp>
      <p:sp>
        <p:nvSpPr>
          <p:cNvPr id="2565" name="LigandSeek2_vs_LigandSeek1_ellipse_8079">
            <a:extLst>
              <a:ext uri="{FF2B5EF4-FFF2-40B4-BE49-F238E27FC236}">
                <a16:creationId xmlns:a16="http://schemas.microsoft.com/office/drawing/2014/main" id="{DB7FBA3C-3A69-431C-BDC9-90E1931298A3}"/>
              </a:ext>
            </a:extLst>
          </p:cNvPr>
          <p:cNvSpPr>
            <a:spLocks noGrp="1"/>
          </p:cNvSpPr>
          <p:nvPr/>
        </p:nvSpPr>
        <p:spPr>
          <a:xfrm>
            <a:off x="3621194" y="1094275"/>
            <a:ext cx="24757" cy="24757"/>
          </a:xfrm>
          <a:prstGeom prst="ellipse">
            <a:avLst/>
          </a:prstGeom>
          <a:solidFill>
            <a:srgbClr val="566AB4">
              <a:alpha val="40000"/>
            </a:srgbClr>
          </a:solidFill>
          <a:ln w="0">
            <a:noFill/>
            <a:prstDash val="solid"/>
          </a:ln>
        </p:spPr>
      </p:sp>
      <p:sp>
        <p:nvSpPr>
          <p:cNvPr id="2566" name="LigandSeek2_vs_LigandSeek1_ellipse_8080">
            <a:extLst>
              <a:ext uri="{FF2B5EF4-FFF2-40B4-BE49-F238E27FC236}">
                <a16:creationId xmlns:a16="http://schemas.microsoft.com/office/drawing/2014/main" id="{1CA31043-D5E2-46AD-8678-B66741D5D502}"/>
              </a:ext>
            </a:extLst>
          </p:cNvPr>
          <p:cNvSpPr>
            <a:spLocks noGrp="1"/>
          </p:cNvSpPr>
          <p:nvPr/>
        </p:nvSpPr>
        <p:spPr>
          <a:xfrm>
            <a:off x="3626808" y="1173550"/>
            <a:ext cx="24757" cy="24757"/>
          </a:xfrm>
          <a:prstGeom prst="ellipse">
            <a:avLst/>
          </a:prstGeom>
          <a:solidFill>
            <a:srgbClr val="566AB4">
              <a:alpha val="40000"/>
            </a:srgbClr>
          </a:solidFill>
          <a:ln w="0">
            <a:noFill/>
            <a:prstDash val="solid"/>
          </a:ln>
        </p:spPr>
      </p:sp>
      <p:sp>
        <p:nvSpPr>
          <p:cNvPr id="2567" name="LigandSeek2_vs_LigandSeek1_ellipse_8081">
            <a:extLst>
              <a:ext uri="{FF2B5EF4-FFF2-40B4-BE49-F238E27FC236}">
                <a16:creationId xmlns:a16="http://schemas.microsoft.com/office/drawing/2014/main" id="{FF732148-898E-4F1D-AE36-C62CB3C553B8}"/>
              </a:ext>
            </a:extLst>
          </p:cNvPr>
          <p:cNvSpPr>
            <a:spLocks noGrp="1"/>
          </p:cNvSpPr>
          <p:nvPr/>
        </p:nvSpPr>
        <p:spPr>
          <a:xfrm>
            <a:off x="3596237" y="1468890"/>
            <a:ext cx="24757" cy="24757"/>
          </a:xfrm>
          <a:prstGeom prst="ellipse">
            <a:avLst/>
          </a:prstGeom>
          <a:solidFill>
            <a:srgbClr val="566AB4">
              <a:alpha val="40000"/>
            </a:srgbClr>
          </a:solidFill>
          <a:ln w="0">
            <a:noFill/>
            <a:prstDash val="solid"/>
          </a:ln>
        </p:spPr>
      </p:sp>
      <p:sp>
        <p:nvSpPr>
          <p:cNvPr id="2568" name="LigandSeek2_vs_LigandSeek1_ellipse_8082">
            <a:extLst>
              <a:ext uri="{FF2B5EF4-FFF2-40B4-BE49-F238E27FC236}">
                <a16:creationId xmlns:a16="http://schemas.microsoft.com/office/drawing/2014/main" id="{CB7BBE02-E9BC-417C-84BD-B4F4B7910074}"/>
              </a:ext>
            </a:extLst>
          </p:cNvPr>
          <p:cNvSpPr>
            <a:spLocks noGrp="1"/>
          </p:cNvSpPr>
          <p:nvPr/>
        </p:nvSpPr>
        <p:spPr>
          <a:xfrm>
            <a:off x="3633626" y="1811975"/>
            <a:ext cx="24757" cy="24757"/>
          </a:xfrm>
          <a:prstGeom prst="ellipse">
            <a:avLst/>
          </a:prstGeom>
          <a:solidFill>
            <a:srgbClr val="566AB4">
              <a:alpha val="40000"/>
            </a:srgbClr>
          </a:solidFill>
          <a:ln w="0">
            <a:noFill/>
            <a:prstDash val="solid"/>
          </a:ln>
        </p:spPr>
      </p:sp>
      <p:sp>
        <p:nvSpPr>
          <p:cNvPr id="2569" name="LigandSeek2_vs_LigandSeek1_ellipse_8083">
            <a:extLst>
              <a:ext uri="{FF2B5EF4-FFF2-40B4-BE49-F238E27FC236}">
                <a16:creationId xmlns:a16="http://schemas.microsoft.com/office/drawing/2014/main" id="{E2DB6DF6-C3A7-4782-A466-931853142DCE}"/>
              </a:ext>
            </a:extLst>
          </p:cNvPr>
          <p:cNvSpPr>
            <a:spLocks noGrp="1"/>
          </p:cNvSpPr>
          <p:nvPr/>
        </p:nvSpPr>
        <p:spPr>
          <a:xfrm>
            <a:off x="3673107" y="1109833"/>
            <a:ext cx="24757" cy="24757"/>
          </a:xfrm>
          <a:prstGeom prst="ellipse">
            <a:avLst/>
          </a:prstGeom>
          <a:solidFill>
            <a:srgbClr val="566AB4">
              <a:alpha val="40000"/>
            </a:srgbClr>
          </a:solidFill>
          <a:ln w="0">
            <a:noFill/>
            <a:prstDash val="solid"/>
          </a:ln>
        </p:spPr>
      </p:sp>
      <p:sp>
        <p:nvSpPr>
          <p:cNvPr id="2570" name="LigandSeek2_vs_LigandSeek1_ellipse_8084">
            <a:extLst>
              <a:ext uri="{FF2B5EF4-FFF2-40B4-BE49-F238E27FC236}">
                <a16:creationId xmlns:a16="http://schemas.microsoft.com/office/drawing/2014/main" id="{3DD78D26-BC8E-4306-B80C-48E050B32E2D}"/>
              </a:ext>
            </a:extLst>
          </p:cNvPr>
          <p:cNvSpPr>
            <a:spLocks noGrp="1"/>
          </p:cNvSpPr>
          <p:nvPr/>
        </p:nvSpPr>
        <p:spPr>
          <a:xfrm>
            <a:off x="3593789" y="1890368"/>
            <a:ext cx="24757" cy="24757"/>
          </a:xfrm>
          <a:prstGeom prst="ellipse">
            <a:avLst/>
          </a:prstGeom>
          <a:solidFill>
            <a:srgbClr val="566AB4">
              <a:alpha val="40000"/>
            </a:srgbClr>
          </a:solidFill>
          <a:ln w="0">
            <a:noFill/>
            <a:prstDash val="solid"/>
          </a:ln>
        </p:spPr>
      </p:sp>
      <p:sp>
        <p:nvSpPr>
          <p:cNvPr id="2571" name="LigandSeek2_vs_LigandSeek1_ellipse_8085">
            <a:extLst>
              <a:ext uri="{FF2B5EF4-FFF2-40B4-BE49-F238E27FC236}">
                <a16:creationId xmlns:a16="http://schemas.microsoft.com/office/drawing/2014/main" id="{992F27FF-E125-4C93-8968-B5478FF8E7F7}"/>
              </a:ext>
            </a:extLst>
          </p:cNvPr>
          <p:cNvSpPr>
            <a:spLocks noGrp="1"/>
          </p:cNvSpPr>
          <p:nvPr/>
        </p:nvSpPr>
        <p:spPr>
          <a:xfrm>
            <a:off x="3644312" y="1397716"/>
            <a:ext cx="24757" cy="24757"/>
          </a:xfrm>
          <a:prstGeom prst="ellipse">
            <a:avLst/>
          </a:prstGeom>
          <a:solidFill>
            <a:srgbClr val="566AB4">
              <a:alpha val="40000"/>
            </a:srgbClr>
          </a:solidFill>
          <a:ln w="0">
            <a:noFill/>
            <a:prstDash val="solid"/>
          </a:ln>
        </p:spPr>
      </p:sp>
      <p:sp>
        <p:nvSpPr>
          <p:cNvPr id="2572" name="LigandSeek2_vs_LigandSeek1_ellipse_8086">
            <a:extLst>
              <a:ext uri="{FF2B5EF4-FFF2-40B4-BE49-F238E27FC236}">
                <a16:creationId xmlns:a16="http://schemas.microsoft.com/office/drawing/2014/main" id="{6AEFE904-0EB6-4127-ABB9-5E63CD2FA255}"/>
              </a:ext>
            </a:extLst>
          </p:cNvPr>
          <p:cNvSpPr>
            <a:spLocks noGrp="1"/>
          </p:cNvSpPr>
          <p:nvPr/>
        </p:nvSpPr>
        <p:spPr>
          <a:xfrm>
            <a:off x="3677312" y="1855147"/>
            <a:ext cx="24757" cy="24757"/>
          </a:xfrm>
          <a:prstGeom prst="ellipse">
            <a:avLst/>
          </a:prstGeom>
          <a:solidFill>
            <a:srgbClr val="566AB4">
              <a:alpha val="40000"/>
            </a:srgbClr>
          </a:solidFill>
          <a:ln w="0">
            <a:noFill/>
            <a:prstDash val="solid"/>
          </a:ln>
        </p:spPr>
      </p:sp>
      <p:sp>
        <p:nvSpPr>
          <p:cNvPr id="2573" name="LigandSeek2_vs_LigandSeek1_ellipse_8087">
            <a:extLst>
              <a:ext uri="{FF2B5EF4-FFF2-40B4-BE49-F238E27FC236}">
                <a16:creationId xmlns:a16="http://schemas.microsoft.com/office/drawing/2014/main" id="{C9DB3D69-7D37-47DE-BABB-103F8399E2B5}"/>
              </a:ext>
            </a:extLst>
          </p:cNvPr>
          <p:cNvSpPr>
            <a:spLocks noGrp="1"/>
          </p:cNvSpPr>
          <p:nvPr/>
        </p:nvSpPr>
        <p:spPr>
          <a:xfrm>
            <a:off x="3670506" y="980991"/>
            <a:ext cx="24757" cy="24757"/>
          </a:xfrm>
          <a:prstGeom prst="ellipse">
            <a:avLst/>
          </a:prstGeom>
          <a:solidFill>
            <a:srgbClr val="566AB4">
              <a:alpha val="40000"/>
            </a:srgbClr>
          </a:solidFill>
          <a:ln w="0">
            <a:noFill/>
            <a:prstDash val="solid"/>
          </a:ln>
        </p:spPr>
      </p:sp>
      <p:sp>
        <p:nvSpPr>
          <p:cNvPr id="2574" name="LigandSeek2_vs_LigandSeek1_ellipse_8088">
            <a:extLst>
              <a:ext uri="{FF2B5EF4-FFF2-40B4-BE49-F238E27FC236}">
                <a16:creationId xmlns:a16="http://schemas.microsoft.com/office/drawing/2014/main" id="{747C0D52-0AE5-4D9B-B5EB-763479D19171}"/>
              </a:ext>
            </a:extLst>
          </p:cNvPr>
          <p:cNvSpPr>
            <a:spLocks noGrp="1"/>
          </p:cNvSpPr>
          <p:nvPr/>
        </p:nvSpPr>
        <p:spPr>
          <a:xfrm>
            <a:off x="3660946" y="1100572"/>
            <a:ext cx="24757" cy="24757"/>
          </a:xfrm>
          <a:prstGeom prst="ellipse">
            <a:avLst/>
          </a:prstGeom>
          <a:solidFill>
            <a:srgbClr val="566AB4">
              <a:alpha val="40000"/>
            </a:srgbClr>
          </a:solidFill>
          <a:ln w="0">
            <a:noFill/>
            <a:prstDash val="solid"/>
          </a:ln>
        </p:spPr>
      </p:sp>
      <p:sp>
        <p:nvSpPr>
          <p:cNvPr id="2575" name="LigandSeek2_vs_LigandSeek1_ellipse_8089">
            <a:extLst>
              <a:ext uri="{FF2B5EF4-FFF2-40B4-BE49-F238E27FC236}">
                <a16:creationId xmlns:a16="http://schemas.microsoft.com/office/drawing/2014/main" id="{29A118A9-084F-40FF-9D47-A07E4D9F142B}"/>
              </a:ext>
            </a:extLst>
          </p:cNvPr>
          <p:cNvSpPr>
            <a:spLocks noGrp="1"/>
          </p:cNvSpPr>
          <p:nvPr/>
        </p:nvSpPr>
        <p:spPr>
          <a:xfrm>
            <a:off x="3613619" y="1063094"/>
            <a:ext cx="24757" cy="24757"/>
          </a:xfrm>
          <a:prstGeom prst="ellipse">
            <a:avLst/>
          </a:prstGeom>
          <a:solidFill>
            <a:srgbClr val="566AB4">
              <a:alpha val="40000"/>
            </a:srgbClr>
          </a:solidFill>
          <a:ln w="0">
            <a:noFill/>
            <a:prstDash val="solid"/>
          </a:ln>
        </p:spPr>
      </p:sp>
      <p:sp>
        <p:nvSpPr>
          <p:cNvPr id="2576" name="LigandSeek2_vs_LigandSeek1_ellipse_8090">
            <a:extLst>
              <a:ext uri="{FF2B5EF4-FFF2-40B4-BE49-F238E27FC236}">
                <a16:creationId xmlns:a16="http://schemas.microsoft.com/office/drawing/2014/main" id="{3253F644-75FC-4097-A961-B205EC56510B}"/>
              </a:ext>
            </a:extLst>
          </p:cNvPr>
          <p:cNvSpPr>
            <a:spLocks noGrp="1"/>
          </p:cNvSpPr>
          <p:nvPr/>
        </p:nvSpPr>
        <p:spPr>
          <a:xfrm>
            <a:off x="3673363" y="1716580"/>
            <a:ext cx="24757" cy="24757"/>
          </a:xfrm>
          <a:prstGeom prst="ellipse">
            <a:avLst/>
          </a:prstGeom>
          <a:solidFill>
            <a:srgbClr val="566AB4">
              <a:alpha val="40000"/>
            </a:srgbClr>
          </a:solidFill>
          <a:ln w="0">
            <a:noFill/>
            <a:prstDash val="solid"/>
          </a:ln>
        </p:spPr>
      </p:sp>
      <p:sp>
        <p:nvSpPr>
          <p:cNvPr id="2577" name="LigandSeek2_vs_LigandSeek1_ellipse_8091">
            <a:extLst>
              <a:ext uri="{FF2B5EF4-FFF2-40B4-BE49-F238E27FC236}">
                <a16:creationId xmlns:a16="http://schemas.microsoft.com/office/drawing/2014/main" id="{AC390D7F-C205-4D2C-891F-5EE8D1760028}"/>
              </a:ext>
            </a:extLst>
          </p:cNvPr>
          <p:cNvSpPr>
            <a:spLocks noGrp="1"/>
          </p:cNvSpPr>
          <p:nvPr/>
        </p:nvSpPr>
        <p:spPr>
          <a:xfrm>
            <a:off x="3663449" y="1890368"/>
            <a:ext cx="24757" cy="24757"/>
          </a:xfrm>
          <a:prstGeom prst="ellipse">
            <a:avLst/>
          </a:prstGeom>
          <a:solidFill>
            <a:srgbClr val="566AB4">
              <a:alpha val="40000"/>
            </a:srgbClr>
          </a:solidFill>
          <a:ln w="0">
            <a:noFill/>
            <a:prstDash val="solid"/>
          </a:ln>
        </p:spPr>
      </p:sp>
      <p:sp>
        <p:nvSpPr>
          <p:cNvPr id="2578" name="LigandSeek2_vs_LigandSeek1_ellipse_8092">
            <a:extLst>
              <a:ext uri="{FF2B5EF4-FFF2-40B4-BE49-F238E27FC236}">
                <a16:creationId xmlns:a16="http://schemas.microsoft.com/office/drawing/2014/main" id="{9C0C54B4-1E27-40A2-85A9-CAE6E5EE214E}"/>
              </a:ext>
            </a:extLst>
          </p:cNvPr>
          <p:cNvSpPr>
            <a:spLocks noGrp="1"/>
          </p:cNvSpPr>
          <p:nvPr/>
        </p:nvSpPr>
        <p:spPr>
          <a:xfrm>
            <a:off x="3662360" y="1038485"/>
            <a:ext cx="24757" cy="24757"/>
          </a:xfrm>
          <a:prstGeom prst="ellipse">
            <a:avLst/>
          </a:prstGeom>
          <a:solidFill>
            <a:srgbClr val="566AB4">
              <a:alpha val="40000"/>
            </a:srgbClr>
          </a:solidFill>
          <a:ln w="0">
            <a:noFill/>
            <a:prstDash val="solid"/>
          </a:ln>
        </p:spPr>
      </p:sp>
      <p:sp>
        <p:nvSpPr>
          <p:cNvPr id="2579" name="LigandSeek2_vs_LigandSeek1_ellipse_8093">
            <a:extLst>
              <a:ext uri="{FF2B5EF4-FFF2-40B4-BE49-F238E27FC236}">
                <a16:creationId xmlns:a16="http://schemas.microsoft.com/office/drawing/2014/main" id="{433C3542-DC6D-4856-B364-2E46C265F22A}"/>
              </a:ext>
            </a:extLst>
          </p:cNvPr>
          <p:cNvSpPr>
            <a:spLocks noGrp="1"/>
          </p:cNvSpPr>
          <p:nvPr/>
        </p:nvSpPr>
        <p:spPr>
          <a:xfrm>
            <a:off x="3607024" y="1491781"/>
            <a:ext cx="24757" cy="24757"/>
          </a:xfrm>
          <a:prstGeom prst="ellipse">
            <a:avLst/>
          </a:prstGeom>
          <a:solidFill>
            <a:srgbClr val="566AB4">
              <a:alpha val="40000"/>
            </a:srgbClr>
          </a:solidFill>
          <a:ln w="0">
            <a:noFill/>
            <a:prstDash val="solid"/>
          </a:ln>
        </p:spPr>
      </p:sp>
      <p:sp>
        <p:nvSpPr>
          <p:cNvPr id="2580" name="LigandSeek2_vs_LigandSeek1_ellipse_8094">
            <a:extLst>
              <a:ext uri="{FF2B5EF4-FFF2-40B4-BE49-F238E27FC236}">
                <a16:creationId xmlns:a16="http://schemas.microsoft.com/office/drawing/2014/main" id="{35CC0D34-C7B5-44EC-8F2D-22303FB11943}"/>
              </a:ext>
            </a:extLst>
          </p:cNvPr>
          <p:cNvSpPr>
            <a:spLocks noGrp="1"/>
          </p:cNvSpPr>
          <p:nvPr/>
        </p:nvSpPr>
        <p:spPr>
          <a:xfrm>
            <a:off x="3634763" y="1441466"/>
            <a:ext cx="24757" cy="24757"/>
          </a:xfrm>
          <a:prstGeom prst="ellipse">
            <a:avLst/>
          </a:prstGeom>
          <a:solidFill>
            <a:srgbClr val="566AB4">
              <a:alpha val="40000"/>
            </a:srgbClr>
          </a:solidFill>
          <a:ln w="0">
            <a:noFill/>
            <a:prstDash val="solid"/>
          </a:ln>
        </p:spPr>
      </p:sp>
      <p:sp>
        <p:nvSpPr>
          <p:cNvPr id="2581" name="LigandSeek2_vs_LigandSeek1_ellipse_8095">
            <a:extLst>
              <a:ext uri="{FF2B5EF4-FFF2-40B4-BE49-F238E27FC236}">
                <a16:creationId xmlns:a16="http://schemas.microsoft.com/office/drawing/2014/main" id="{B31B596E-7724-4371-80BD-BBF3B45DC0EA}"/>
              </a:ext>
            </a:extLst>
          </p:cNvPr>
          <p:cNvSpPr>
            <a:spLocks noGrp="1"/>
          </p:cNvSpPr>
          <p:nvPr/>
        </p:nvSpPr>
        <p:spPr>
          <a:xfrm>
            <a:off x="3667565" y="1360900"/>
            <a:ext cx="24757" cy="24757"/>
          </a:xfrm>
          <a:prstGeom prst="ellipse">
            <a:avLst/>
          </a:prstGeom>
          <a:solidFill>
            <a:srgbClr val="566AB4">
              <a:alpha val="40000"/>
            </a:srgbClr>
          </a:solidFill>
          <a:ln w="0">
            <a:noFill/>
            <a:prstDash val="solid"/>
          </a:ln>
        </p:spPr>
      </p:sp>
      <p:sp>
        <p:nvSpPr>
          <p:cNvPr id="2582" name="LigandSeek2_vs_LigandSeek1_ellipse_8096">
            <a:extLst>
              <a:ext uri="{FF2B5EF4-FFF2-40B4-BE49-F238E27FC236}">
                <a16:creationId xmlns:a16="http://schemas.microsoft.com/office/drawing/2014/main" id="{118EF3C5-CEC8-486B-9FB3-3647452D4C78}"/>
              </a:ext>
            </a:extLst>
          </p:cNvPr>
          <p:cNvSpPr>
            <a:spLocks noGrp="1"/>
          </p:cNvSpPr>
          <p:nvPr/>
        </p:nvSpPr>
        <p:spPr>
          <a:xfrm>
            <a:off x="3603170" y="1630599"/>
            <a:ext cx="24757" cy="24757"/>
          </a:xfrm>
          <a:prstGeom prst="ellipse">
            <a:avLst/>
          </a:prstGeom>
          <a:solidFill>
            <a:srgbClr val="566AB4">
              <a:alpha val="40000"/>
            </a:srgbClr>
          </a:solidFill>
          <a:ln w="0">
            <a:noFill/>
            <a:prstDash val="solid"/>
          </a:ln>
        </p:spPr>
      </p:sp>
      <p:sp>
        <p:nvSpPr>
          <p:cNvPr id="2583" name="LigandSeek2_vs_LigandSeek1_ellipse_8097">
            <a:extLst>
              <a:ext uri="{FF2B5EF4-FFF2-40B4-BE49-F238E27FC236}">
                <a16:creationId xmlns:a16="http://schemas.microsoft.com/office/drawing/2014/main" id="{7BF1CFF9-66BF-4861-B553-9133DA47011F}"/>
              </a:ext>
            </a:extLst>
          </p:cNvPr>
          <p:cNvSpPr>
            <a:spLocks noGrp="1"/>
          </p:cNvSpPr>
          <p:nvPr/>
        </p:nvSpPr>
        <p:spPr>
          <a:xfrm>
            <a:off x="3606773" y="1151760"/>
            <a:ext cx="24757" cy="24757"/>
          </a:xfrm>
          <a:prstGeom prst="ellipse">
            <a:avLst/>
          </a:prstGeom>
          <a:solidFill>
            <a:srgbClr val="566AB4">
              <a:alpha val="40000"/>
            </a:srgbClr>
          </a:solidFill>
          <a:ln w="0">
            <a:noFill/>
            <a:prstDash val="solid"/>
          </a:ln>
        </p:spPr>
      </p:sp>
      <p:sp>
        <p:nvSpPr>
          <p:cNvPr id="2584" name="LigandSeek2_vs_LigandSeek1_ellipse_8098">
            <a:extLst>
              <a:ext uri="{FF2B5EF4-FFF2-40B4-BE49-F238E27FC236}">
                <a16:creationId xmlns:a16="http://schemas.microsoft.com/office/drawing/2014/main" id="{C4D16AD9-05CE-4FE8-8072-52A93B26A455}"/>
              </a:ext>
            </a:extLst>
          </p:cNvPr>
          <p:cNvSpPr>
            <a:spLocks noGrp="1"/>
          </p:cNvSpPr>
          <p:nvPr/>
        </p:nvSpPr>
        <p:spPr>
          <a:xfrm>
            <a:off x="3620553" y="1060251"/>
            <a:ext cx="24757" cy="24757"/>
          </a:xfrm>
          <a:prstGeom prst="ellipse">
            <a:avLst/>
          </a:prstGeom>
          <a:solidFill>
            <a:srgbClr val="566AB4">
              <a:alpha val="40000"/>
            </a:srgbClr>
          </a:solidFill>
          <a:ln w="0">
            <a:noFill/>
            <a:prstDash val="solid"/>
          </a:ln>
        </p:spPr>
      </p:sp>
      <p:sp>
        <p:nvSpPr>
          <p:cNvPr id="2585" name="LigandSeek2_vs_LigandSeek1_ellipse_8099">
            <a:extLst>
              <a:ext uri="{FF2B5EF4-FFF2-40B4-BE49-F238E27FC236}">
                <a16:creationId xmlns:a16="http://schemas.microsoft.com/office/drawing/2014/main" id="{8C53D6DD-DEAF-413A-A94F-F1B8570F6C45}"/>
              </a:ext>
            </a:extLst>
          </p:cNvPr>
          <p:cNvSpPr>
            <a:spLocks noGrp="1"/>
          </p:cNvSpPr>
          <p:nvPr/>
        </p:nvSpPr>
        <p:spPr>
          <a:xfrm>
            <a:off x="3629579" y="1890368"/>
            <a:ext cx="24757" cy="24757"/>
          </a:xfrm>
          <a:prstGeom prst="ellipse">
            <a:avLst/>
          </a:prstGeom>
          <a:solidFill>
            <a:srgbClr val="566AB4">
              <a:alpha val="40000"/>
            </a:srgbClr>
          </a:solidFill>
          <a:ln w="0">
            <a:noFill/>
            <a:prstDash val="solid"/>
          </a:ln>
        </p:spPr>
      </p:sp>
      <p:sp>
        <p:nvSpPr>
          <p:cNvPr id="2586" name="LigandSeek2_vs_LigandSeek1_ellipse_8100">
            <a:extLst>
              <a:ext uri="{FF2B5EF4-FFF2-40B4-BE49-F238E27FC236}">
                <a16:creationId xmlns:a16="http://schemas.microsoft.com/office/drawing/2014/main" id="{3BD60AAD-742B-4871-85E6-25895ECEF029}"/>
              </a:ext>
            </a:extLst>
          </p:cNvPr>
          <p:cNvSpPr>
            <a:spLocks noGrp="1"/>
          </p:cNvSpPr>
          <p:nvPr/>
        </p:nvSpPr>
        <p:spPr>
          <a:xfrm>
            <a:off x="3628821" y="1100658"/>
            <a:ext cx="24757" cy="24757"/>
          </a:xfrm>
          <a:prstGeom prst="ellipse">
            <a:avLst/>
          </a:prstGeom>
          <a:solidFill>
            <a:srgbClr val="566AB4">
              <a:alpha val="40000"/>
            </a:srgbClr>
          </a:solidFill>
          <a:ln w="0">
            <a:noFill/>
            <a:prstDash val="solid"/>
          </a:ln>
        </p:spPr>
      </p:sp>
      <p:sp>
        <p:nvSpPr>
          <p:cNvPr id="2587" name="LigandSeek2_vs_LigandSeek1_ellipse_8101">
            <a:extLst>
              <a:ext uri="{FF2B5EF4-FFF2-40B4-BE49-F238E27FC236}">
                <a16:creationId xmlns:a16="http://schemas.microsoft.com/office/drawing/2014/main" id="{F0394409-EC91-46A0-8985-B898AE094564}"/>
              </a:ext>
            </a:extLst>
          </p:cNvPr>
          <p:cNvSpPr>
            <a:spLocks noGrp="1"/>
          </p:cNvSpPr>
          <p:nvPr/>
        </p:nvSpPr>
        <p:spPr>
          <a:xfrm>
            <a:off x="3603709" y="1156903"/>
            <a:ext cx="24757" cy="24757"/>
          </a:xfrm>
          <a:prstGeom prst="ellipse">
            <a:avLst/>
          </a:prstGeom>
          <a:solidFill>
            <a:srgbClr val="566AB4">
              <a:alpha val="40000"/>
            </a:srgbClr>
          </a:solidFill>
          <a:ln w="0">
            <a:noFill/>
            <a:prstDash val="solid"/>
          </a:ln>
        </p:spPr>
      </p:sp>
      <p:sp>
        <p:nvSpPr>
          <p:cNvPr id="2588" name="LigandSeek2_vs_LigandSeek1_ellipse_8102">
            <a:extLst>
              <a:ext uri="{FF2B5EF4-FFF2-40B4-BE49-F238E27FC236}">
                <a16:creationId xmlns:a16="http://schemas.microsoft.com/office/drawing/2014/main" id="{B23230FB-F81C-4F66-935E-12EF1F003C9D}"/>
              </a:ext>
            </a:extLst>
          </p:cNvPr>
          <p:cNvSpPr>
            <a:spLocks noGrp="1"/>
          </p:cNvSpPr>
          <p:nvPr/>
        </p:nvSpPr>
        <p:spPr>
          <a:xfrm>
            <a:off x="3650748" y="977724"/>
            <a:ext cx="24757" cy="24757"/>
          </a:xfrm>
          <a:prstGeom prst="ellipse">
            <a:avLst/>
          </a:prstGeom>
          <a:solidFill>
            <a:srgbClr val="566AB4">
              <a:alpha val="40000"/>
            </a:srgbClr>
          </a:solidFill>
          <a:ln w="0">
            <a:noFill/>
            <a:prstDash val="solid"/>
          </a:ln>
        </p:spPr>
      </p:sp>
      <p:sp>
        <p:nvSpPr>
          <p:cNvPr id="2589" name="LigandSeek2_vs_LigandSeek1_ellipse_8103">
            <a:extLst>
              <a:ext uri="{FF2B5EF4-FFF2-40B4-BE49-F238E27FC236}">
                <a16:creationId xmlns:a16="http://schemas.microsoft.com/office/drawing/2014/main" id="{D7ACEA86-FF38-44C1-97D7-EF14FC363C8E}"/>
              </a:ext>
            </a:extLst>
          </p:cNvPr>
          <p:cNvSpPr>
            <a:spLocks noGrp="1"/>
          </p:cNvSpPr>
          <p:nvPr/>
        </p:nvSpPr>
        <p:spPr>
          <a:xfrm>
            <a:off x="3652184" y="1597541"/>
            <a:ext cx="24757" cy="24757"/>
          </a:xfrm>
          <a:prstGeom prst="ellipse">
            <a:avLst/>
          </a:prstGeom>
          <a:solidFill>
            <a:srgbClr val="566AB4">
              <a:alpha val="40000"/>
            </a:srgbClr>
          </a:solidFill>
          <a:ln w="0">
            <a:noFill/>
            <a:prstDash val="solid"/>
          </a:ln>
        </p:spPr>
      </p:sp>
      <p:sp>
        <p:nvSpPr>
          <p:cNvPr id="2590" name="LigandSeek2_vs_LigandSeek1_ellipse_8104">
            <a:extLst>
              <a:ext uri="{FF2B5EF4-FFF2-40B4-BE49-F238E27FC236}">
                <a16:creationId xmlns:a16="http://schemas.microsoft.com/office/drawing/2014/main" id="{D0D77E03-8738-47CA-9BF9-2341D8DA2CB6}"/>
              </a:ext>
            </a:extLst>
          </p:cNvPr>
          <p:cNvSpPr>
            <a:spLocks noGrp="1"/>
          </p:cNvSpPr>
          <p:nvPr/>
        </p:nvSpPr>
        <p:spPr>
          <a:xfrm>
            <a:off x="3645674" y="1010746"/>
            <a:ext cx="24757" cy="24757"/>
          </a:xfrm>
          <a:prstGeom prst="ellipse">
            <a:avLst/>
          </a:prstGeom>
          <a:solidFill>
            <a:srgbClr val="566AB4">
              <a:alpha val="40000"/>
            </a:srgbClr>
          </a:solidFill>
          <a:ln w="0">
            <a:noFill/>
            <a:prstDash val="solid"/>
          </a:ln>
        </p:spPr>
      </p:sp>
      <p:sp>
        <p:nvSpPr>
          <p:cNvPr id="2591" name="LigandSeek2_vs_LigandSeek1_ellipse_8105">
            <a:extLst>
              <a:ext uri="{FF2B5EF4-FFF2-40B4-BE49-F238E27FC236}">
                <a16:creationId xmlns:a16="http://schemas.microsoft.com/office/drawing/2014/main" id="{F21288B1-DA7F-41FA-A25B-F24F68B79977}"/>
              </a:ext>
            </a:extLst>
          </p:cNvPr>
          <p:cNvSpPr>
            <a:spLocks noGrp="1"/>
          </p:cNvSpPr>
          <p:nvPr/>
        </p:nvSpPr>
        <p:spPr>
          <a:xfrm>
            <a:off x="3619921" y="1890368"/>
            <a:ext cx="24757" cy="24757"/>
          </a:xfrm>
          <a:prstGeom prst="ellipse">
            <a:avLst/>
          </a:prstGeom>
          <a:solidFill>
            <a:srgbClr val="566AB4">
              <a:alpha val="40000"/>
            </a:srgbClr>
          </a:solidFill>
          <a:ln w="0">
            <a:noFill/>
            <a:prstDash val="solid"/>
          </a:ln>
        </p:spPr>
      </p:sp>
      <p:sp>
        <p:nvSpPr>
          <p:cNvPr id="2592" name="LigandSeek2_vs_LigandSeek1_ellipse_8106">
            <a:extLst>
              <a:ext uri="{FF2B5EF4-FFF2-40B4-BE49-F238E27FC236}">
                <a16:creationId xmlns:a16="http://schemas.microsoft.com/office/drawing/2014/main" id="{2CED87FA-ACF5-4236-BD9F-0F1721AD16CB}"/>
              </a:ext>
            </a:extLst>
          </p:cNvPr>
          <p:cNvSpPr>
            <a:spLocks noGrp="1"/>
          </p:cNvSpPr>
          <p:nvPr/>
        </p:nvSpPr>
        <p:spPr>
          <a:xfrm>
            <a:off x="3631533" y="1733631"/>
            <a:ext cx="24757" cy="24757"/>
          </a:xfrm>
          <a:prstGeom prst="ellipse">
            <a:avLst/>
          </a:prstGeom>
          <a:solidFill>
            <a:srgbClr val="566AB4">
              <a:alpha val="40000"/>
            </a:srgbClr>
          </a:solidFill>
          <a:ln w="0">
            <a:noFill/>
            <a:prstDash val="solid"/>
          </a:ln>
        </p:spPr>
      </p:sp>
      <p:sp>
        <p:nvSpPr>
          <p:cNvPr id="2593" name="LigandSeek2_vs_LigandSeek1_ellipse_8107">
            <a:extLst>
              <a:ext uri="{FF2B5EF4-FFF2-40B4-BE49-F238E27FC236}">
                <a16:creationId xmlns:a16="http://schemas.microsoft.com/office/drawing/2014/main" id="{2A2BA3A6-24A3-4D04-A789-382F1CFCDA48}"/>
              </a:ext>
            </a:extLst>
          </p:cNvPr>
          <p:cNvSpPr>
            <a:spLocks noGrp="1"/>
          </p:cNvSpPr>
          <p:nvPr/>
        </p:nvSpPr>
        <p:spPr>
          <a:xfrm>
            <a:off x="3636692" y="1488743"/>
            <a:ext cx="24757" cy="24757"/>
          </a:xfrm>
          <a:prstGeom prst="ellipse">
            <a:avLst/>
          </a:prstGeom>
          <a:solidFill>
            <a:srgbClr val="566AB4">
              <a:alpha val="40000"/>
            </a:srgbClr>
          </a:solidFill>
          <a:ln w="0">
            <a:noFill/>
            <a:prstDash val="solid"/>
          </a:ln>
        </p:spPr>
      </p:sp>
      <p:sp>
        <p:nvSpPr>
          <p:cNvPr id="2594" name="LigandSeek2_vs_LigandSeek1_ellipse_8108">
            <a:extLst>
              <a:ext uri="{FF2B5EF4-FFF2-40B4-BE49-F238E27FC236}">
                <a16:creationId xmlns:a16="http://schemas.microsoft.com/office/drawing/2014/main" id="{7D99D312-907B-4B0C-9234-4674A0E53532}"/>
              </a:ext>
            </a:extLst>
          </p:cNvPr>
          <p:cNvSpPr>
            <a:spLocks noGrp="1"/>
          </p:cNvSpPr>
          <p:nvPr/>
        </p:nvSpPr>
        <p:spPr>
          <a:xfrm>
            <a:off x="3658704" y="1505581"/>
            <a:ext cx="24757" cy="24757"/>
          </a:xfrm>
          <a:prstGeom prst="ellipse">
            <a:avLst/>
          </a:prstGeom>
          <a:solidFill>
            <a:srgbClr val="566AB4">
              <a:alpha val="40000"/>
            </a:srgbClr>
          </a:solidFill>
          <a:ln w="0">
            <a:noFill/>
            <a:prstDash val="solid"/>
          </a:ln>
        </p:spPr>
      </p:sp>
      <p:sp>
        <p:nvSpPr>
          <p:cNvPr id="2595" name="LigandSeek2_vs_LigandSeek1_ellipse_8109">
            <a:extLst>
              <a:ext uri="{FF2B5EF4-FFF2-40B4-BE49-F238E27FC236}">
                <a16:creationId xmlns:a16="http://schemas.microsoft.com/office/drawing/2014/main" id="{6D04C735-21CD-4837-947D-D1D202399DA7}"/>
              </a:ext>
            </a:extLst>
          </p:cNvPr>
          <p:cNvSpPr>
            <a:spLocks noGrp="1"/>
          </p:cNvSpPr>
          <p:nvPr/>
        </p:nvSpPr>
        <p:spPr>
          <a:xfrm>
            <a:off x="3650822" y="1890368"/>
            <a:ext cx="24757" cy="24757"/>
          </a:xfrm>
          <a:prstGeom prst="ellipse">
            <a:avLst/>
          </a:prstGeom>
          <a:solidFill>
            <a:srgbClr val="566AB4">
              <a:alpha val="40000"/>
            </a:srgbClr>
          </a:solidFill>
          <a:ln w="0">
            <a:noFill/>
            <a:prstDash val="solid"/>
          </a:ln>
        </p:spPr>
      </p:sp>
      <p:sp>
        <p:nvSpPr>
          <p:cNvPr id="2596" name="LigandSeek2_vs_LigandSeek1_ellipse_8110">
            <a:extLst>
              <a:ext uri="{FF2B5EF4-FFF2-40B4-BE49-F238E27FC236}">
                <a16:creationId xmlns:a16="http://schemas.microsoft.com/office/drawing/2014/main" id="{78B97992-44F0-4345-AEF2-8E9F6C597288}"/>
              </a:ext>
            </a:extLst>
          </p:cNvPr>
          <p:cNvSpPr>
            <a:spLocks noGrp="1"/>
          </p:cNvSpPr>
          <p:nvPr/>
        </p:nvSpPr>
        <p:spPr>
          <a:xfrm>
            <a:off x="3640822" y="1023575"/>
            <a:ext cx="24757" cy="24757"/>
          </a:xfrm>
          <a:prstGeom prst="ellipse">
            <a:avLst/>
          </a:prstGeom>
          <a:solidFill>
            <a:srgbClr val="566AB4">
              <a:alpha val="40000"/>
            </a:srgbClr>
          </a:solidFill>
          <a:ln w="0">
            <a:noFill/>
            <a:prstDash val="solid"/>
          </a:ln>
        </p:spPr>
      </p:sp>
      <p:sp>
        <p:nvSpPr>
          <p:cNvPr id="2597" name="LigandSeek2_vs_LigandSeek1_ellipse_8111">
            <a:extLst>
              <a:ext uri="{FF2B5EF4-FFF2-40B4-BE49-F238E27FC236}">
                <a16:creationId xmlns:a16="http://schemas.microsoft.com/office/drawing/2014/main" id="{E581ED07-2F1E-4A2A-9AF3-EEF7A0F4201E}"/>
              </a:ext>
            </a:extLst>
          </p:cNvPr>
          <p:cNvSpPr>
            <a:spLocks noGrp="1"/>
          </p:cNvSpPr>
          <p:nvPr/>
        </p:nvSpPr>
        <p:spPr>
          <a:xfrm>
            <a:off x="3669279" y="1890368"/>
            <a:ext cx="24757" cy="24757"/>
          </a:xfrm>
          <a:prstGeom prst="ellipse">
            <a:avLst/>
          </a:prstGeom>
          <a:solidFill>
            <a:srgbClr val="566AB4">
              <a:alpha val="40000"/>
            </a:srgbClr>
          </a:solidFill>
          <a:ln w="0">
            <a:noFill/>
            <a:prstDash val="solid"/>
          </a:ln>
        </p:spPr>
      </p:sp>
      <p:sp>
        <p:nvSpPr>
          <p:cNvPr id="2598" name="LigandSeek2_vs_LigandSeek1_ellipse_8112">
            <a:extLst>
              <a:ext uri="{FF2B5EF4-FFF2-40B4-BE49-F238E27FC236}">
                <a16:creationId xmlns:a16="http://schemas.microsoft.com/office/drawing/2014/main" id="{F64B8FE5-1039-450D-9659-27ED271B0B7D}"/>
              </a:ext>
            </a:extLst>
          </p:cNvPr>
          <p:cNvSpPr>
            <a:spLocks noGrp="1"/>
          </p:cNvSpPr>
          <p:nvPr/>
        </p:nvSpPr>
        <p:spPr>
          <a:xfrm>
            <a:off x="3602403" y="1591490"/>
            <a:ext cx="24757" cy="24757"/>
          </a:xfrm>
          <a:prstGeom prst="ellipse">
            <a:avLst/>
          </a:prstGeom>
          <a:solidFill>
            <a:srgbClr val="566AB4">
              <a:alpha val="40000"/>
            </a:srgbClr>
          </a:solidFill>
          <a:ln w="0">
            <a:noFill/>
            <a:prstDash val="solid"/>
          </a:ln>
        </p:spPr>
      </p:sp>
      <p:sp>
        <p:nvSpPr>
          <p:cNvPr id="2599" name="LigandSeek2_vs_LigandSeek1_ellipse_8113">
            <a:extLst>
              <a:ext uri="{FF2B5EF4-FFF2-40B4-BE49-F238E27FC236}">
                <a16:creationId xmlns:a16="http://schemas.microsoft.com/office/drawing/2014/main" id="{151ECCE3-72FE-41C6-8A3A-DB5D7711E024}"/>
              </a:ext>
            </a:extLst>
          </p:cNvPr>
          <p:cNvSpPr>
            <a:spLocks noGrp="1"/>
          </p:cNvSpPr>
          <p:nvPr/>
        </p:nvSpPr>
        <p:spPr>
          <a:xfrm>
            <a:off x="3649095" y="1033337"/>
            <a:ext cx="24757" cy="24757"/>
          </a:xfrm>
          <a:prstGeom prst="ellipse">
            <a:avLst/>
          </a:prstGeom>
          <a:solidFill>
            <a:srgbClr val="566AB4">
              <a:alpha val="40000"/>
            </a:srgbClr>
          </a:solidFill>
          <a:ln w="0">
            <a:noFill/>
            <a:prstDash val="solid"/>
          </a:ln>
        </p:spPr>
      </p:sp>
      <p:sp>
        <p:nvSpPr>
          <p:cNvPr id="2600" name="LigandSeek2_vs_LigandSeek1_ellipse_8114">
            <a:extLst>
              <a:ext uri="{FF2B5EF4-FFF2-40B4-BE49-F238E27FC236}">
                <a16:creationId xmlns:a16="http://schemas.microsoft.com/office/drawing/2014/main" id="{2DFD784B-AED1-4F4E-8A94-A614FDBC65E9}"/>
              </a:ext>
            </a:extLst>
          </p:cNvPr>
          <p:cNvSpPr>
            <a:spLocks noGrp="1"/>
          </p:cNvSpPr>
          <p:nvPr/>
        </p:nvSpPr>
        <p:spPr>
          <a:xfrm>
            <a:off x="3628172" y="1209953"/>
            <a:ext cx="24757" cy="24757"/>
          </a:xfrm>
          <a:prstGeom prst="ellipse">
            <a:avLst/>
          </a:prstGeom>
          <a:solidFill>
            <a:srgbClr val="566AB4">
              <a:alpha val="40000"/>
            </a:srgbClr>
          </a:solidFill>
          <a:ln w="0">
            <a:noFill/>
            <a:prstDash val="solid"/>
          </a:ln>
        </p:spPr>
      </p:sp>
      <p:sp>
        <p:nvSpPr>
          <p:cNvPr id="2601" name="LigandSeek2_vs_LigandSeek1_ellipse_8115">
            <a:extLst>
              <a:ext uri="{FF2B5EF4-FFF2-40B4-BE49-F238E27FC236}">
                <a16:creationId xmlns:a16="http://schemas.microsoft.com/office/drawing/2014/main" id="{97D5A41A-52F2-4A10-9B36-B68C0C916092}"/>
              </a:ext>
            </a:extLst>
          </p:cNvPr>
          <p:cNvSpPr>
            <a:spLocks noGrp="1"/>
          </p:cNvSpPr>
          <p:nvPr/>
        </p:nvSpPr>
        <p:spPr>
          <a:xfrm>
            <a:off x="3601669" y="1433555"/>
            <a:ext cx="24757" cy="24757"/>
          </a:xfrm>
          <a:prstGeom prst="ellipse">
            <a:avLst/>
          </a:prstGeom>
          <a:solidFill>
            <a:srgbClr val="566AB4">
              <a:alpha val="40000"/>
            </a:srgbClr>
          </a:solidFill>
          <a:ln w="0">
            <a:noFill/>
            <a:prstDash val="solid"/>
          </a:ln>
        </p:spPr>
      </p:sp>
      <p:sp>
        <p:nvSpPr>
          <p:cNvPr id="2602" name="LigandSeek2_vs_LigandSeek1_ellipse_8116">
            <a:extLst>
              <a:ext uri="{FF2B5EF4-FFF2-40B4-BE49-F238E27FC236}">
                <a16:creationId xmlns:a16="http://schemas.microsoft.com/office/drawing/2014/main" id="{13D73C14-B979-4826-A2EF-A435583EBB8B}"/>
              </a:ext>
            </a:extLst>
          </p:cNvPr>
          <p:cNvSpPr>
            <a:spLocks noGrp="1"/>
          </p:cNvSpPr>
          <p:nvPr/>
        </p:nvSpPr>
        <p:spPr>
          <a:xfrm>
            <a:off x="3660223" y="1129518"/>
            <a:ext cx="24757" cy="24757"/>
          </a:xfrm>
          <a:prstGeom prst="ellipse">
            <a:avLst/>
          </a:prstGeom>
          <a:solidFill>
            <a:srgbClr val="566AB4">
              <a:alpha val="40000"/>
            </a:srgbClr>
          </a:solidFill>
          <a:ln w="0">
            <a:noFill/>
            <a:prstDash val="solid"/>
          </a:ln>
        </p:spPr>
      </p:sp>
      <p:sp>
        <p:nvSpPr>
          <p:cNvPr id="2603" name="LigandSeek2_vs_LigandSeek1_ellipse_8117">
            <a:extLst>
              <a:ext uri="{FF2B5EF4-FFF2-40B4-BE49-F238E27FC236}">
                <a16:creationId xmlns:a16="http://schemas.microsoft.com/office/drawing/2014/main" id="{58AFFFEA-D5E2-44B1-83F9-8A84F78F40C2}"/>
              </a:ext>
            </a:extLst>
          </p:cNvPr>
          <p:cNvSpPr>
            <a:spLocks noGrp="1"/>
          </p:cNvSpPr>
          <p:nvPr/>
        </p:nvSpPr>
        <p:spPr>
          <a:xfrm>
            <a:off x="3666586" y="1890368"/>
            <a:ext cx="24757" cy="24757"/>
          </a:xfrm>
          <a:prstGeom prst="ellipse">
            <a:avLst/>
          </a:prstGeom>
          <a:solidFill>
            <a:srgbClr val="566AB4">
              <a:alpha val="40000"/>
            </a:srgbClr>
          </a:solidFill>
          <a:ln w="0">
            <a:noFill/>
            <a:prstDash val="solid"/>
          </a:ln>
        </p:spPr>
      </p:sp>
      <p:sp>
        <p:nvSpPr>
          <p:cNvPr id="2604" name="LigandSeek2_vs_LigandSeek1_ellipse_8118">
            <a:extLst>
              <a:ext uri="{FF2B5EF4-FFF2-40B4-BE49-F238E27FC236}">
                <a16:creationId xmlns:a16="http://schemas.microsoft.com/office/drawing/2014/main" id="{68AAF0A8-3447-429F-9C35-C8ACF36EA2FF}"/>
              </a:ext>
            </a:extLst>
          </p:cNvPr>
          <p:cNvSpPr>
            <a:spLocks noGrp="1"/>
          </p:cNvSpPr>
          <p:nvPr/>
        </p:nvSpPr>
        <p:spPr>
          <a:xfrm>
            <a:off x="3593187" y="1101522"/>
            <a:ext cx="24757" cy="24757"/>
          </a:xfrm>
          <a:prstGeom prst="ellipse">
            <a:avLst/>
          </a:prstGeom>
          <a:solidFill>
            <a:srgbClr val="566AB4">
              <a:alpha val="40000"/>
            </a:srgbClr>
          </a:solidFill>
          <a:ln w="0">
            <a:noFill/>
            <a:prstDash val="solid"/>
          </a:ln>
        </p:spPr>
      </p:sp>
      <p:sp>
        <p:nvSpPr>
          <p:cNvPr id="2605" name="LigandSeek2_vs_LigandSeek1_ellipse_8119">
            <a:extLst>
              <a:ext uri="{FF2B5EF4-FFF2-40B4-BE49-F238E27FC236}">
                <a16:creationId xmlns:a16="http://schemas.microsoft.com/office/drawing/2014/main" id="{67DC7759-F81A-45BC-846D-B9541F4255F7}"/>
              </a:ext>
            </a:extLst>
          </p:cNvPr>
          <p:cNvSpPr>
            <a:spLocks noGrp="1"/>
          </p:cNvSpPr>
          <p:nvPr/>
        </p:nvSpPr>
        <p:spPr>
          <a:xfrm>
            <a:off x="3632616" y="1890368"/>
            <a:ext cx="24757" cy="24757"/>
          </a:xfrm>
          <a:prstGeom prst="ellipse">
            <a:avLst/>
          </a:prstGeom>
          <a:solidFill>
            <a:srgbClr val="566AB4">
              <a:alpha val="40000"/>
            </a:srgbClr>
          </a:solidFill>
          <a:ln w="0">
            <a:noFill/>
            <a:prstDash val="solid"/>
          </a:ln>
        </p:spPr>
      </p:sp>
      <p:sp>
        <p:nvSpPr>
          <p:cNvPr id="2606" name="LigandSeek2_vs_LigandSeek1_ellipse_8120">
            <a:extLst>
              <a:ext uri="{FF2B5EF4-FFF2-40B4-BE49-F238E27FC236}">
                <a16:creationId xmlns:a16="http://schemas.microsoft.com/office/drawing/2014/main" id="{FFE72035-610F-4156-87C6-8A7DA9A90C1F}"/>
              </a:ext>
            </a:extLst>
          </p:cNvPr>
          <p:cNvSpPr>
            <a:spLocks noGrp="1"/>
          </p:cNvSpPr>
          <p:nvPr/>
        </p:nvSpPr>
        <p:spPr>
          <a:xfrm>
            <a:off x="3606271" y="1890368"/>
            <a:ext cx="24757" cy="24757"/>
          </a:xfrm>
          <a:prstGeom prst="ellipse">
            <a:avLst/>
          </a:prstGeom>
          <a:solidFill>
            <a:srgbClr val="566AB4">
              <a:alpha val="40000"/>
            </a:srgbClr>
          </a:solidFill>
          <a:ln w="0">
            <a:noFill/>
            <a:prstDash val="solid"/>
          </a:ln>
        </p:spPr>
      </p:sp>
      <p:sp>
        <p:nvSpPr>
          <p:cNvPr id="2607" name="LigandSeek2_vs_LigandSeek1_ellipse_8121">
            <a:extLst>
              <a:ext uri="{FF2B5EF4-FFF2-40B4-BE49-F238E27FC236}">
                <a16:creationId xmlns:a16="http://schemas.microsoft.com/office/drawing/2014/main" id="{363D182A-EED8-4AC1-838A-818F018AAB6F}"/>
              </a:ext>
            </a:extLst>
          </p:cNvPr>
          <p:cNvSpPr>
            <a:spLocks noGrp="1"/>
          </p:cNvSpPr>
          <p:nvPr/>
        </p:nvSpPr>
        <p:spPr>
          <a:xfrm>
            <a:off x="3620450" y="1317217"/>
            <a:ext cx="24757" cy="24757"/>
          </a:xfrm>
          <a:prstGeom prst="ellipse">
            <a:avLst/>
          </a:prstGeom>
          <a:solidFill>
            <a:srgbClr val="566AB4">
              <a:alpha val="40000"/>
            </a:srgbClr>
          </a:solidFill>
          <a:ln w="0">
            <a:noFill/>
            <a:prstDash val="solid"/>
          </a:ln>
        </p:spPr>
      </p:sp>
      <p:sp>
        <p:nvSpPr>
          <p:cNvPr id="2608" name="LigandSeek2_vs_LigandSeek1_ellipse_8122">
            <a:extLst>
              <a:ext uri="{FF2B5EF4-FFF2-40B4-BE49-F238E27FC236}">
                <a16:creationId xmlns:a16="http://schemas.microsoft.com/office/drawing/2014/main" id="{43FD92A0-A0DF-4CCE-A898-CF847817210E}"/>
              </a:ext>
            </a:extLst>
          </p:cNvPr>
          <p:cNvSpPr>
            <a:spLocks noGrp="1"/>
          </p:cNvSpPr>
          <p:nvPr/>
        </p:nvSpPr>
        <p:spPr>
          <a:xfrm>
            <a:off x="3596826" y="1076825"/>
            <a:ext cx="24757" cy="24757"/>
          </a:xfrm>
          <a:prstGeom prst="ellipse">
            <a:avLst/>
          </a:prstGeom>
          <a:solidFill>
            <a:srgbClr val="566AB4">
              <a:alpha val="40000"/>
            </a:srgbClr>
          </a:solidFill>
          <a:ln w="0">
            <a:noFill/>
            <a:prstDash val="solid"/>
          </a:ln>
        </p:spPr>
      </p:sp>
      <p:sp>
        <p:nvSpPr>
          <p:cNvPr id="2609" name="LigandSeek2_vs_LigandSeek1_ellipse_8123">
            <a:extLst>
              <a:ext uri="{FF2B5EF4-FFF2-40B4-BE49-F238E27FC236}">
                <a16:creationId xmlns:a16="http://schemas.microsoft.com/office/drawing/2014/main" id="{9C01E1AC-92B9-48F8-A30A-5BFBA1ADF2E9}"/>
              </a:ext>
            </a:extLst>
          </p:cNvPr>
          <p:cNvSpPr>
            <a:spLocks noGrp="1"/>
          </p:cNvSpPr>
          <p:nvPr/>
        </p:nvSpPr>
        <p:spPr>
          <a:xfrm>
            <a:off x="3667892" y="1226398"/>
            <a:ext cx="24757" cy="24757"/>
          </a:xfrm>
          <a:prstGeom prst="ellipse">
            <a:avLst/>
          </a:prstGeom>
          <a:solidFill>
            <a:srgbClr val="566AB4">
              <a:alpha val="40000"/>
            </a:srgbClr>
          </a:solidFill>
          <a:ln w="0">
            <a:noFill/>
            <a:prstDash val="solid"/>
          </a:ln>
        </p:spPr>
      </p:sp>
      <p:sp>
        <p:nvSpPr>
          <p:cNvPr id="2610" name="LigandSeek2_vs_LigandSeek1_ellipse_8124">
            <a:extLst>
              <a:ext uri="{FF2B5EF4-FFF2-40B4-BE49-F238E27FC236}">
                <a16:creationId xmlns:a16="http://schemas.microsoft.com/office/drawing/2014/main" id="{5C6FB48C-79C7-43BD-A1A3-8665F340D5EB}"/>
              </a:ext>
            </a:extLst>
          </p:cNvPr>
          <p:cNvSpPr>
            <a:spLocks noGrp="1"/>
          </p:cNvSpPr>
          <p:nvPr/>
        </p:nvSpPr>
        <p:spPr>
          <a:xfrm>
            <a:off x="3655642" y="1257813"/>
            <a:ext cx="24757" cy="24757"/>
          </a:xfrm>
          <a:prstGeom prst="ellipse">
            <a:avLst/>
          </a:prstGeom>
          <a:solidFill>
            <a:srgbClr val="566AB4">
              <a:alpha val="40000"/>
            </a:srgbClr>
          </a:solidFill>
          <a:ln w="0">
            <a:noFill/>
            <a:prstDash val="solid"/>
          </a:ln>
        </p:spPr>
      </p:sp>
      <p:sp>
        <p:nvSpPr>
          <p:cNvPr id="2611" name="LigandSeek2_vs_LigandSeek1_ellipse_8125">
            <a:extLst>
              <a:ext uri="{FF2B5EF4-FFF2-40B4-BE49-F238E27FC236}">
                <a16:creationId xmlns:a16="http://schemas.microsoft.com/office/drawing/2014/main" id="{715ABC99-F543-4C35-AA14-4B97A6C86A5A}"/>
              </a:ext>
            </a:extLst>
          </p:cNvPr>
          <p:cNvSpPr>
            <a:spLocks noGrp="1"/>
          </p:cNvSpPr>
          <p:nvPr/>
        </p:nvSpPr>
        <p:spPr>
          <a:xfrm>
            <a:off x="3608513" y="1103655"/>
            <a:ext cx="24757" cy="24757"/>
          </a:xfrm>
          <a:prstGeom prst="ellipse">
            <a:avLst/>
          </a:prstGeom>
          <a:solidFill>
            <a:srgbClr val="566AB4">
              <a:alpha val="40000"/>
            </a:srgbClr>
          </a:solidFill>
          <a:ln w="0">
            <a:noFill/>
            <a:prstDash val="solid"/>
          </a:ln>
        </p:spPr>
      </p:sp>
      <p:sp>
        <p:nvSpPr>
          <p:cNvPr id="2612" name="LigandSeek2_vs_LigandSeek1_ellipse_8126">
            <a:extLst>
              <a:ext uri="{FF2B5EF4-FFF2-40B4-BE49-F238E27FC236}">
                <a16:creationId xmlns:a16="http://schemas.microsoft.com/office/drawing/2014/main" id="{E9B11AF4-EFCA-4B14-8AF9-B74A19B8138E}"/>
              </a:ext>
            </a:extLst>
          </p:cNvPr>
          <p:cNvSpPr>
            <a:spLocks noGrp="1"/>
          </p:cNvSpPr>
          <p:nvPr/>
        </p:nvSpPr>
        <p:spPr>
          <a:xfrm>
            <a:off x="3621916" y="1181119"/>
            <a:ext cx="24757" cy="24757"/>
          </a:xfrm>
          <a:prstGeom prst="ellipse">
            <a:avLst/>
          </a:prstGeom>
          <a:solidFill>
            <a:srgbClr val="566AB4">
              <a:alpha val="40000"/>
            </a:srgbClr>
          </a:solidFill>
          <a:ln w="0">
            <a:noFill/>
            <a:prstDash val="solid"/>
          </a:ln>
        </p:spPr>
      </p:sp>
      <p:sp>
        <p:nvSpPr>
          <p:cNvPr id="2613" name="LigandSeek2_vs_LigandSeek1_ellipse_8127">
            <a:extLst>
              <a:ext uri="{FF2B5EF4-FFF2-40B4-BE49-F238E27FC236}">
                <a16:creationId xmlns:a16="http://schemas.microsoft.com/office/drawing/2014/main" id="{1E212DDC-3FDC-4234-A352-327FDB9389A3}"/>
              </a:ext>
            </a:extLst>
          </p:cNvPr>
          <p:cNvSpPr>
            <a:spLocks noGrp="1"/>
          </p:cNvSpPr>
          <p:nvPr/>
        </p:nvSpPr>
        <p:spPr>
          <a:xfrm>
            <a:off x="3594853" y="1184911"/>
            <a:ext cx="24757" cy="24757"/>
          </a:xfrm>
          <a:prstGeom prst="ellipse">
            <a:avLst/>
          </a:prstGeom>
          <a:solidFill>
            <a:srgbClr val="566AB4">
              <a:alpha val="40000"/>
            </a:srgbClr>
          </a:solidFill>
          <a:ln w="0">
            <a:noFill/>
            <a:prstDash val="solid"/>
          </a:ln>
        </p:spPr>
      </p:sp>
      <p:sp>
        <p:nvSpPr>
          <p:cNvPr id="2614" name="LigandSeek2_vs_LigandSeek1_ellipse_8128">
            <a:extLst>
              <a:ext uri="{FF2B5EF4-FFF2-40B4-BE49-F238E27FC236}">
                <a16:creationId xmlns:a16="http://schemas.microsoft.com/office/drawing/2014/main" id="{0B5C5CB5-29FF-40B6-8955-D12FBCB6407C}"/>
              </a:ext>
            </a:extLst>
          </p:cNvPr>
          <p:cNvSpPr>
            <a:spLocks noGrp="1"/>
          </p:cNvSpPr>
          <p:nvPr/>
        </p:nvSpPr>
        <p:spPr>
          <a:xfrm>
            <a:off x="3641173" y="1890368"/>
            <a:ext cx="24757" cy="24757"/>
          </a:xfrm>
          <a:prstGeom prst="ellipse">
            <a:avLst/>
          </a:prstGeom>
          <a:solidFill>
            <a:srgbClr val="566AB4">
              <a:alpha val="40000"/>
            </a:srgbClr>
          </a:solidFill>
          <a:ln w="0">
            <a:noFill/>
            <a:prstDash val="solid"/>
          </a:ln>
        </p:spPr>
      </p:sp>
      <p:sp>
        <p:nvSpPr>
          <p:cNvPr id="2615" name="LigandSeek2_vs_LigandSeek1_ellipse_8129">
            <a:extLst>
              <a:ext uri="{FF2B5EF4-FFF2-40B4-BE49-F238E27FC236}">
                <a16:creationId xmlns:a16="http://schemas.microsoft.com/office/drawing/2014/main" id="{5E24CA54-BEDD-46F0-A202-4CC5B389B6A3}"/>
              </a:ext>
            </a:extLst>
          </p:cNvPr>
          <p:cNvSpPr>
            <a:spLocks noGrp="1"/>
          </p:cNvSpPr>
          <p:nvPr/>
        </p:nvSpPr>
        <p:spPr>
          <a:xfrm>
            <a:off x="3658911" y="1152994"/>
            <a:ext cx="24757" cy="24757"/>
          </a:xfrm>
          <a:prstGeom prst="ellipse">
            <a:avLst/>
          </a:prstGeom>
          <a:solidFill>
            <a:srgbClr val="566AB4">
              <a:alpha val="40000"/>
            </a:srgbClr>
          </a:solidFill>
          <a:ln w="0">
            <a:noFill/>
            <a:prstDash val="solid"/>
          </a:ln>
        </p:spPr>
      </p:sp>
      <p:sp>
        <p:nvSpPr>
          <p:cNvPr id="2616" name="LigandSeek2_vs_LigandSeek1_ellipse_8130">
            <a:extLst>
              <a:ext uri="{FF2B5EF4-FFF2-40B4-BE49-F238E27FC236}">
                <a16:creationId xmlns:a16="http://schemas.microsoft.com/office/drawing/2014/main" id="{6B85B781-24B7-4F53-83E0-7C27938E30A5}"/>
              </a:ext>
            </a:extLst>
          </p:cNvPr>
          <p:cNvSpPr>
            <a:spLocks noGrp="1"/>
          </p:cNvSpPr>
          <p:nvPr/>
        </p:nvSpPr>
        <p:spPr>
          <a:xfrm>
            <a:off x="3605676" y="1330762"/>
            <a:ext cx="24757" cy="24757"/>
          </a:xfrm>
          <a:prstGeom prst="ellipse">
            <a:avLst/>
          </a:prstGeom>
          <a:solidFill>
            <a:srgbClr val="566AB4">
              <a:alpha val="40000"/>
            </a:srgbClr>
          </a:solidFill>
          <a:ln w="0">
            <a:noFill/>
            <a:prstDash val="solid"/>
          </a:ln>
        </p:spPr>
      </p:sp>
      <p:sp>
        <p:nvSpPr>
          <p:cNvPr id="2617" name="LigandSeek2_vs_LigandSeek1_ellipse_8131">
            <a:extLst>
              <a:ext uri="{FF2B5EF4-FFF2-40B4-BE49-F238E27FC236}">
                <a16:creationId xmlns:a16="http://schemas.microsoft.com/office/drawing/2014/main" id="{89B5C9E1-28A1-4490-9BDA-2F06C38719E9}"/>
              </a:ext>
            </a:extLst>
          </p:cNvPr>
          <p:cNvSpPr>
            <a:spLocks noGrp="1"/>
          </p:cNvSpPr>
          <p:nvPr/>
        </p:nvSpPr>
        <p:spPr>
          <a:xfrm>
            <a:off x="3653624" y="1890368"/>
            <a:ext cx="24757" cy="24757"/>
          </a:xfrm>
          <a:prstGeom prst="ellipse">
            <a:avLst/>
          </a:prstGeom>
          <a:solidFill>
            <a:srgbClr val="566AB4">
              <a:alpha val="40000"/>
            </a:srgbClr>
          </a:solidFill>
          <a:ln w="0">
            <a:noFill/>
            <a:prstDash val="solid"/>
          </a:ln>
        </p:spPr>
      </p:sp>
      <p:sp>
        <p:nvSpPr>
          <p:cNvPr id="2618" name="LigandSeek2_vs_LigandSeek1_ellipse_8132">
            <a:extLst>
              <a:ext uri="{FF2B5EF4-FFF2-40B4-BE49-F238E27FC236}">
                <a16:creationId xmlns:a16="http://schemas.microsoft.com/office/drawing/2014/main" id="{252C68B0-4B9E-43F5-BEC6-0698174C2623}"/>
              </a:ext>
            </a:extLst>
          </p:cNvPr>
          <p:cNvSpPr>
            <a:spLocks noGrp="1"/>
          </p:cNvSpPr>
          <p:nvPr/>
        </p:nvSpPr>
        <p:spPr>
          <a:xfrm>
            <a:off x="3599924" y="1776961"/>
            <a:ext cx="24757" cy="24757"/>
          </a:xfrm>
          <a:prstGeom prst="ellipse">
            <a:avLst/>
          </a:prstGeom>
          <a:solidFill>
            <a:srgbClr val="566AB4">
              <a:alpha val="40000"/>
            </a:srgbClr>
          </a:solidFill>
          <a:ln w="0">
            <a:noFill/>
            <a:prstDash val="solid"/>
          </a:ln>
        </p:spPr>
      </p:sp>
      <p:sp>
        <p:nvSpPr>
          <p:cNvPr id="2619" name="LigandSeek2_vs_LigandSeek1_ellipse_8133">
            <a:extLst>
              <a:ext uri="{FF2B5EF4-FFF2-40B4-BE49-F238E27FC236}">
                <a16:creationId xmlns:a16="http://schemas.microsoft.com/office/drawing/2014/main" id="{22CF5852-C112-4766-929C-853F4FBBADE3}"/>
              </a:ext>
            </a:extLst>
          </p:cNvPr>
          <p:cNvSpPr>
            <a:spLocks noGrp="1"/>
          </p:cNvSpPr>
          <p:nvPr/>
        </p:nvSpPr>
        <p:spPr>
          <a:xfrm>
            <a:off x="3616299" y="1763218"/>
            <a:ext cx="24757" cy="24757"/>
          </a:xfrm>
          <a:prstGeom prst="ellipse">
            <a:avLst/>
          </a:prstGeom>
          <a:solidFill>
            <a:srgbClr val="566AB4">
              <a:alpha val="40000"/>
            </a:srgbClr>
          </a:solidFill>
          <a:ln w="0">
            <a:noFill/>
            <a:prstDash val="solid"/>
          </a:ln>
        </p:spPr>
      </p:sp>
      <p:sp>
        <p:nvSpPr>
          <p:cNvPr id="2620" name="LigandSeek2_vs_LigandSeek1_ellipse_8134">
            <a:extLst>
              <a:ext uri="{FF2B5EF4-FFF2-40B4-BE49-F238E27FC236}">
                <a16:creationId xmlns:a16="http://schemas.microsoft.com/office/drawing/2014/main" id="{F51E2B9C-84DE-4D21-A030-785D807106FA}"/>
              </a:ext>
            </a:extLst>
          </p:cNvPr>
          <p:cNvSpPr>
            <a:spLocks noGrp="1"/>
          </p:cNvSpPr>
          <p:nvPr/>
        </p:nvSpPr>
        <p:spPr>
          <a:xfrm>
            <a:off x="3617396" y="1754644"/>
            <a:ext cx="24757" cy="24757"/>
          </a:xfrm>
          <a:prstGeom prst="ellipse">
            <a:avLst/>
          </a:prstGeom>
          <a:solidFill>
            <a:srgbClr val="566AB4">
              <a:alpha val="40000"/>
            </a:srgbClr>
          </a:solidFill>
          <a:ln w="0">
            <a:noFill/>
            <a:prstDash val="solid"/>
          </a:ln>
        </p:spPr>
      </p:sp>
      <p:sp>
        <p:nvSpPr>
          <p:cNvPr id="2621" name="LigandSeek2_vs_LigandSeek1_ellipse_8135">
            <a:extLst>
              <a:ext uri="{FF2B5EF4-FFF2-40B4-BE49-F238E27FC236}">
                <a16:creationId xmlns:a16="http://schemas.microsoft.com/office/drawing/2014/main" id="{E419701C-7AE6-41F5-B525-7052EC2AB3AE}"/>
              </a:ext>
            </a:extLst>
          </p:cNvPr>
          <p:cNvSpPr>
            <a:spLocks noGrp="1"/>
          </p:cNvSpPr>
          <p:nvPr/>
        </p:nvSpPr>
        <p:spPr>
          <a:xfrm>
            <a:off x="3644924" y="1048136"/>
            <a:ext cx="24757" cy="24757"/>
          </a:xfrm>
          <a:prstGeom prst="ellipse">
            <a:avLst/>
          </a:prstGeom>
          <a:solidFill>
            <a:srgbClr val="566AB4">
              <a:alpha val="40000"/>
            </a:srgbClr>
          </a:solidFill>
          <a:ln w="0">
            <a:noFill/>
            <a:prstDash val="solid"/>
          </a:ln>
        </p:spPr>
      </p:sp>
      <p:sp>
        <p:nvSpPr>
          <p:cNvPr id="2622" name="LigandSeek2_vs_LigandSeek1_ellipse_8136">
            <a:extLst>
              <a:ext uri="{FF2B5EF4-FFF2-40B4-BE49-F238E27FC236}">
                <a16:creationId xmlns:a16="http://schemas.microsoft.com/office/drawing/2014/main" id="{A0ED2057-3C05-4A72-9EA1-B5C36F885378}"/>
              </a:ext>
            </a:extLst>
          </p:cNvPr>
          <p:cNvSpPr>
            <a:spLocks noGrp="1"/>
          </p:cNvSpPr>
          <p:nvPr/>
        </p:nvSpPr>
        <p:spPr>
          <a:xfrm>
            <a:off x="3648532" y="1603371"/>
            <a:ext cx="24757" cy="24757"/>
          </a:xfrm>
          <a:prstGeom prst="ellipse">
            <a:avLst/>
          </a:prstGeom>
          <a:solidFill>
            <a:srgbClr val="566AB4">
              <a:alpha val="40000"/>
            </a:srgbClr>
          </a:solidFill>
          <a:ln w="0">
            <a:noFill/>
            <a:prstDash val="solid"/>
          </a:ln>
        </p:spPr>
      </p:sp>
      <p:sp>
        <p:nvSpPr>
          <p:cNvPr id="2623" name="LigandSeek2_vs_LigandSeek1_ellipse_8137">
            <a:extLst>
              <a:ext uri="{FF2B5EF4-FFF2-40B4-BE49-F238E27FC236}">
                <a16:creationId xmlns:a16="http://schemas.microsoft.com/office/drawing/2014/main" id="{3B103C8F-272A-4077-BB60-377C7FB737C7}"/>
              </a:ext>
            </a:extLst>
          </p:cNvPr>
          <p:cNvSpPr>
            <a:spLocks noGrp="1"/>
          </p:cNvSpPr>
          <p:nvPr/>
        </p:nvSpPr>
        <p:spPr>
          <a:xfrm>
            <a:off x="3628126" y="1098990"/>
            <a:ext cx="24757" cy="24757"/>
          </a:xfrm>
          <a:prstGeom prst="ellipse">
            <a:avLst/>
          </a:prstGeom>
          <a:solidFill>
            <a:srgbClr val="566AB4">
              <a:alpha val="40000"/>
            </a:srgbClr>
          </a:solidFill>
          <a:ln w="0">
            <a:noFill/>
            <a:prstDash val="solid"/>
          </a:ln>
        </p:spPr>
      </p:sp>
      <p:sp>
        <p:nvSpPr>
          <p:cNvPr id="2624" name="LigandSeek2_vs_LigandSeek1_ellipse_8138">
            <a:extLst>
              <a:ext uri="{FF2B5EF4-FFF2-40B4-BE49-F238E27FC236}">
                <a16:creationId xmlns:a16="http://schemas.microsoft.com/office/drawing/2014/main" id="{CD657808-D2C1-44DF-9FC3-4F390036A0CD}"/>
              </a:ext>
            </a:extLst>
          </p:cNvPr>
          <p:cNvSpPr>
            <a:spLocks noGrp="1"/>
          </p:cNvSpPr>
          <p:nvPr/>
        </p:nvSpPr>
        <p:spPr>
          <a:xfrm>
            <a:off x="3638445" y="1470507"/>
            <a:ext cx="24757" cy="24757"/>
          </a:xfrm>
          <a:prstGeom prst="ellipse">
            <a:avLst/>
          </a:prstGeom>
          <a:solidFill>
            <a:srgbClr val="566AB4">
              <a:alpha val="40000"/>
            </a:srgbClr>
          </a:solidFill>
          <a:ln w="0">
            <a:noFill/>
            <a:prstDash val="solid"/>
          </a:ln>
        </p:spPr>
      </p:sp>
      <p:sp>
        <p:nvSpPr>
          <p:cNvPr id="2625" name="LigandSeek2_vs_LigandSeek1_ellipse_8139">
            <a:extLst>
              <a:ext uri="{FF2B5EF4-FFF2-40B4-BE49-F238E27FC236}">
                <a16:creationId xmlns:a16="http://schemas.microsoft.com/office/drawing/2014/main" id="{457CB5BF-9725-42BA-8FA5-234B10B4F187}"/>
              </a:ext>
            </a:extLst>
          </p:cNvPr>
          <p:cNvSpPr>
            <a:spLocks noGrp="1"/>
          </p:cNvSpPr>
          <p:nvPr/>
        </p:nvSpPr>
        <p:spPr>
          <a:xfrm>
            <a:off x="3632042" y="1678607"/>
            <a:ext cx="24757" cy="24757"/>
          </a:xfrm>
          <a:prstGeom prst="ellipse">
            <a:avLst/>
          </a:prstGeom>
          <a:solidFill>
            <a:srgbClr val="566AB4">
              <a:alpha val="40000"/>
            </a:srgbClr>
          </a:solidFill>
          <a:ln w="0">
            <a:noFill/>
            <a:prstDash val="solid"/>
          </a:ln>
        </p:spPr>
      </p:sp>
      <p:sp>
        <p:nvSpPr>
          <p:cNvPr id="2626" name="LigandSeek2_vs_LigandSeek1_ellipse_8140">
            <a:extLst>
              <a:ext uri="{FF2B5EF4-FFF2-40B4-BE49-F238E27FC236}">
                <a16:creationId xmlns:a16="http://schemas.microsoft.com/office/drawing/2014/main" id="{3C763C72-DE72-46A3-8EC0-54BB59FC50C3}"/>
              </a:ext>
            </a:extLst>
          </p:cNvPr>
          <p:cNvSpPr>
            <a:spLocks noGrp="1"/>
          </p:cNvSpPr>
          <p:nvPr/>
        </p:nvSpPr>
        <p:spPr>
          <a:xfrm>
            <a:off x="3627237" y="1181231"/>
            <a:ext cx="24757" cy="24757"/>
          </a:xfrm>
          <a:prstGeom prst="ellipse">
            <a:avLst/>
          </a:prstGeom>
          <a:solidFill>
            <a:srgbClr val="566AB4">
              <a:alpha val="40000"/>
            </a:srgbClr>
          </a:solidFill>
          <a:ln w="0">
            <a:noFill/>
            <a:prstDash val="solid"/>
          </a:ln>
        </p:spPr>
      </p:sp>
      <p:sp>
        <p:nvSpPr>
          <p:cNvPr id="2627" name="LigandSeek2_vs_LigandSeek1_ellipse_8141">
            <a:extLst>
              <a:ext uri="{FF2B5EF4-FFF2-40B4-BE49-F238E27FC236}">
                <a16:creationId xmlns:a16="http://schemas.microsoft.com/office/drawing/2014/main" id="{B5B025A3-3A0B-49FB-9261-2F4E0F12AC8E}"/>
              </a:ext>
            </a:extLst>
          </p:cNvPr>
          <p:cNvSpPr>
            <a:spLocks noGrp="1"/>
          </p:cNvSpPr>
          <p:nvPr/>
        </p:nvSpPr>
        <p:spPr>
          <a:xfrm>
            <a:off x="3608127" y="1088565"/>
            <a:ext cx="24757" cy="24757"/>
          </a:xfrm>
          <a:prstGeom prst="ellipse">
            <a:avLst/>
          </a:prstGeom>
          <a:solidFill>
            <a:srgbClr val="566AB4">
              <a:alpha val="40000"/>
            </a:srgbClr>
          </a:solidFill>
          <a:ln w="0">
            <a:noFill/>
            <a:prstDash val="solid"/>
          </a:ln>
        </p:spPr>
      </p:sp>
      <p:sp>
        <p:nvSpPr>
          <p:cNvPr id="2628" name="LigandSeek2_vs_LigandSeek1_ellipse_8142">
            <a:extLst>
              <a:ext uri="{FF2B5EF4-FFF2-40B4-BE49-F238E27FC236}">
                <a16:creationId xmlns:a16="http://schemas.microsoft.com/office/drawing/2014/main" id="{D59F69F1-FA52-4798-B9A6-AC35784FA63E}"/>
              </a:ext>
            </a:extLst>
          </p:cNvPr>
          <p:cNvSpPr>
            <a:spLocks noGrp="1"/>
          </p:cNvSpPr>
          <p:nvPr/>
        </p:nvSpPr>
        <p:spPr>
          <a:xfrm>
            <a:off x="3599461" y="1081141"/>
            <a:ext cx="24757" cy="24757"/>
          </a:xfrm>
          <a:prstGeom prst="ellipse">
            <a:avLst/>
          </a:prstGeom>
          <a:solidFill>
            <a:srgbClr val="566AB4">
              <a:alpha val="40000"/>
            </a:srgbClr>
          </a:solidFill>
          <a:ln w="0">
            <a:noFill/>
            <a:prstDash val="solid"/>
          </a:ln>
        </p:spPr>
      </p:sp>
      <p:sp>
        <p:nvSpPr>
          <p:cNvPr id="2629" name="LigandSeek2_vs_LigandSeek1_ellipse_8143">
            <a:extLst>
              <a:ext uri="{FF2B5EF4-FFF2-40B4-BE49-F238E27FC236}">
                <a16:creationId xmlns:a16="http://schemas.microsoft.com/office/drawing/2014/main" id="{0C685CB1-ACE9-4319-B256-D50EE2B1BEA2}"/>
              </a:ext>
            </a:extLst>
          </p:cNvPr>
          <p:cNvSpPr>
            <a:spLocks noGrp="1"/>
          </p:cNvSpPr>
          <p:nvPr/>
        </p:nvSpPr>
        <p:spPr>
          <a:xfrm>
            <a:off x="3618526" y="1890368"/>
            <a:ext cx="24757" cy="24757"/>
          </a:xfrm>
          <a:prstGeom prst="ellipse">
            <a:avLst/>
          </a:prstGeom>
          <a:solidFill>
            <a:srgbClr val="566AB4">
              <a:alpha val="40000"/>
            </a:srgbClr>
          </a:solidFill>
          <a:ln w="0">
            <a:noFill/>
            <a:prstDash val="solid"/>
          </a:ln>
        </p:spPr>
      </p:sp>
      <p:sp>
        <p:nvSpPr>
          <p:cNvPr id="2630" name="LigandSeek2_vs_LigandSeek1_ellipse_8144">
            <a:extLst>
              <a:ext uri="{FF2B5EF4-FFF2-40B4-BE49-F238E27FC236}">
                <a16:creationId xmlns:a16="http://schemas.microsoft.com/office/drawing/2014/main" id="{90749559-3C1C-4993-89ED-15C3A26EB409}"/>
              </a:ext>
            </a:extLst>
          </p:cNvPr>
          <p:cNvSpPr>
            <a:spLocks noGrp="1"/>
          </p:cNvSpPr>
          <p:nvPr/>
        </p:nvSpPr>
        <p:spPr>
          <a:xfrm>
            <a:off x="3602497" y="1050218"/>
            <a:ext cx="24757" cy="24757"/>
          </a:xfrm>
          <a:prstGeom prst="ellipse">
            <a:avLst/>
          </a:prstGeom>
          <a:solidFill>
            <a:srgbClr val="566AB4">
              <a:alpha val="40000"/>
            </a:srgbClr>
          </a:solidFill>
          <a:ln w="0">
            <a:noFill/>
            <a:prstDash val="solid"/>
          </a:ln>
        </p:spPr>
      </p:sp>
      <p:sp>
        <p:nvSpPr>
          <p:cNvPr id="2631" name="LigandSeek2_vs_LigandSeek1_ellipse_8145">
            <a:extLst>
              <a:ext uri="{FF2B5EF4-FFF2-40B4-BE49-F238E27FC236}">
                <a16:creationId xmlns:a16="http://schemas.microsoft.com/office/drawing/2014/main" id="{1BE5A0BA-8043-4CD1-897F-1AACAE121732}"/>
              </a:ext>
            </a:extLst>
          </p:cNvPr>
          <p:cNvSpPr>
            <a:spLocks noGrp="1"/>
          </p:cNvSpPr>
          <p:nvPr/>
        </p:nvSpPr>
        <p:spPr>
          <a:xfrm>
            <a:off x="3625454" y="1221616"/>
            <a:ext cx="24757" cy="24757"/>
          </a:xfrm>
          <a:prstGeom prst="ellipse">
            <a:avLst/>
          </a:prstGeom>
          <a:solidFill>
            <a:srgbClr val="566AB4">
              <a:alpha val="40000"/>
            </a:srgbClr>
          </a:solidFill>
          <a:ln w="0">
            <a:noFill/>
            <a:prstDash val="solid"/>
          </a:ln>
        </p:spPr>
      </p:sp>
      <p:sp>
        <p:nvSpPr>
          <p:cNvPr id="2632" name="LigandSeek2_vs_LigandSeek1_ellipse_8146">
            <a:extLst>
              <a:ext uri="{FF2B5EF4-FFF2-40B4-BE49-F238E27FC236}">
                <a16:creationId xmlns:a16="http://schemas.microsoft.com/office/drawing/2014/main" id="{5DEF3939-52F9-4670-9E41-5B83E6326927}"/>
              </a:ext>
            </a:extLst>
          </p:cNvPr>
          <p:cNvSpPr>
            <a:spLocks noGrp="1"/>
          </p:cNvSpPr>
          <p:nvPr/>
        </p:nvSpPr>
        <p:spPr>
          <a:xfrm>
            <a:off x="3614701" y="1113526"/>
            <a:ext cx="24757" cy="24757"/>
          </a:xfrm>
          <a:prstGeom prst="ellipse">
            <a:avLst/>
          </a:prstGeom>
          <a:solidFill>
            <a:srgbClr val="566AB4">
              <a:alpha val="40000"/>
            </a:srgbClr>
          </a:solidFill>
          <a:ln w="0">
            <a:noFill/>
            <a:prstDash val="solid"/>
          </a:ln>
        </p:spPr>
      </p:sp>
      <p:sp>
        <p:nvSpPr>
          <p:cNvPr id="2633" name="LigandSeek2_vs_LigandSeek1_ellipse_8147">
            <a:extLst>
              <a:ext uri="{FF2B5EF4-FFF2-40B4-BE49-F238E27FC236}">
                <a16:creationId xmlns:a16="http://schemas.microsoft.com/office/drawing/2014/main" id="{99E538B4-0D39-4C7C-9195-F84414C5D65E}"/>
              </a:ext>
            </a:extLst>
          </p:cNvPr>
          <p:cNvSpPr>
            <a:spLocks noGrp="1"/>
          </p:cNvSpPr>
          <p:nvPr/>
        </p:nvSpPr>
        <p:spPr>
          <a:xfrm>
            <a:off x="3618283" y="1441211"/>
            <a:ext cx="24757" cy="24757"/>
          </a:xfrm>
          <a:prstGeom prst="ellipse">
            <a:avLst/>
          </a:prstGeom>
          <a:solidFill>
            <a:srgbClr val="566AB4">
              <a:alpha val="40000"/>
            </a:srgbClr>
          </a:solidFill>
          <a:ln w="0">
            <a:noFill/>
            <a:prstDash val="solid"/>
          </a:ln>
        </p:spPr>
      </p:sp>
      <p:sp>
        <p:nvSpPr>
          <p:cNvPr id="2634" name="LigandSeek2_vs_LigandSeek1_ellipse_8148">
            <a:extLst>
              <a:ext uri="{FF2B5EF4-FFF2-40B4-BE49-F238E27FC236}">
                <a16:creationId xmlns:a16="http://schemas.microsoft.com/office/drawing/2014/main" id="{1D85CA05-FE78-4906-BFA2-3F6E21A3E6EC}"/>
              </a:ext>
            </a:extLst>
          </p:cNvPr>
          <p:cNvSpPr>
            <a:spLocks noGrp="1"/>
          </p:cNvSpPr>
          <p:nvPr/>
        </p:nvSpPr>
        <p:spPr>
          <a:xfrm>
            <a:off x="3646601" y="1505501"/>
            <a:ext cx="24757" cy="24757"/>
          </a:xfrm>
          <a:prstGeom prst="ellipse">
            <a:avLst/>
          </a:prstGeom>
          <a:solidFill>
            <a:srgbClr val="566AB4">
              <a:alpha val="40000"/>
            </a:srgbClr>
          </a:solidFill>
          <a:ln w="0">
            <a:noFill/>
            <a:prstDash val="solid"/>
          </a:ln>
        </p:spPr>
      </p:sp>
      <p:sp>
        <p:nvSpPr>
          <p:cNvPr id="2635" name="LigandSeek2_vs_LigandSeek1_ellipse_8149">
            <a:extLst>
              <a:ext uri="{FF2B5EF4-FFF2-40B4-BE49-F238E27FC236}">
                <a16:creationId xmlns:a16="http://schemas.microsoft.com/office/drawing/2014/main" id="{325A43AD-3DED-49B1-AA40-72FF1604962C}"/>
              </a:ext>
            </a:extLst>
          </p:cNvPr>
          <p:cNvSpPr>
            <a:spLocks noGrp="1"/>
          </p:cNvSpPr>
          <p:nvPr/>
        </p:nvSpPr>
        <p:spPr>
          <a:xfrm>
            <a:off x="3668547" y="1890368"/>
            <a:ext cx="24757" cy="24757"/>
          </a:xfrm>
          <a:prstGeom prst="ellipse">
            <a:avLst/>
          </a:prstGeom>
          <a:solidFill>
            <a:srgbClr val="566AB4">
              <a:alpha val="40000"/>
            </a:srgbClr>
          </a:solidFill>
          <a:ln w="0">
            <a:noFill/>
            <a:prstDash val="solid"/>
          </a:ln>
        </p:spPr>
      </p:sp>
      <p:sp>
        <p:nvSpPr>
          <p:cNvPr id="2636" name="LigandSeek2_vs_LigandSeek1_ellipse_8150">
            <a:extLst>
              <a:ext uri="{FF2B5EF4-FFF2-40B4-BE49-F238E27FC236}">
                <a16:creationId xmlns:a16="http://schemas.microsoft.com/office/drawing/2014/main" id="{A9FA12DA-B474-4CED-9AC4-3FA4E00794F1}"/>
              </a:ext>
            </a:extLst>
          </p:cNvPr>
          <p:cNvSpPr>
            <a:spLocks noGrp="1"/>
          </p:cNvSpPr>
          <p:nvPr/>
        </p:nvSpPr>
        <p:spPr>
          <a:xfrm>
            <a:off x="4217080" y="845009"/>
            <a:ext cx="24757" cy="24757"/>
          </a:xfrm>
          <a:prstGeom prst="ellipse">
            <a:avLst/>
          </a:prstGeom>
          <a:solidFill>
            <a:srgbClr val="566AB4">
              <a:alpha val="40000"/>
            </a:srgbClr>
          </a:solidFill>
          <a:ln w="0">
            <a:noFill/>
            <a:prstDash val="solid"/>
          </a:ln>
        </p:spPr>
      </p:sp>
      <p:sp>
        <p:nvSpPr>
          <p:cNvPr id="2637" name="LigandSeek2_vs_LigandSeek1_ellipse_8151">
            <a:extLst>
              <a:ext uri="{FF2B5EF4-FFF2-40B4-BE49-F238E27FC236}">
                <a16:creationId xmlns:a16="http://schemas.microsoft.com/office/drawing/2014/main" id="{5D8E7154-9D5A-40E4-92E0-8512C56B6958}"/>
              </a:ext>
            </a:extLst>
          </p:cNvPr>
          <p:cNvSpPr>
            <a:spLocks noGrp="1"/>
          </p:cNvSpPr>
          <p:nvPr/>
        </p:nvSpPr>
        <p:spPr>
          <a:xfrm>
            <a:off x="4284232" y="861568"/>
            <a:ext cx="24757" cy="24757"/>
          </a:xfrm>
          <a:prstGeom prst="ellipse">
            <a:avLst/>
          </a:prstGeom>
          <a:solidFill>
            <a:srgbClr val="566AB4">
              <a:alpha val="40000"/>
            </a:srgbClr>
          </a:solidFill>
          <a:ln w="0">
            <a:noFill/>
            <a:prstDash val="solid"/>
          </a:ln>
        </p:spPr>
      </p:sp>
      <p:sp>
        <p:nvSpPr>
          <p:cNvPr id="2638" name="LigandSeek2_vs_LigandSeek1_ellipse_8152">
            <a:extLst>
              <a:ext uri="{FF2B5EF4-FFF2-40B4-BE49-F238E27FC236}">
                <a16:creationId xmlns:a16="http://schemas.microsoft.com/office/drawing/2014/main" id="{3FF161D0-2862-49CE-8D91-FF18279F9688}"/>
              </a:ext>
            </a:extLst>
          </p:cNvPr>
          <p:cNvSpPr>
            <a:spLocks noGrp="1"/>
          </p:cNvSpPr>
          <p:nvPr/>
        </p:nvSpPr>
        <p:spPr>
          <a:xfrm>
            <a:off x="4264618" y="845009"/>
            <a:ext cx="24757" cy="24757"/>
          </a:xfrm>
          <a:prstGeom prst="ellipse">
            <a:avLst/>
          </a:prstGeom>
          <a:solidFill>
            <a:srgbClr val="566AB4">
              <a:alpha val="40000"/>
            </a:srgbClr>
          </a:solidFill>
          <a:ln w="0">
            <a:noFill/>
            <a:prstDash val="solid"/>
          </a:ln>
        </p:spPr>
      </p:sp>
      <p:sp>
        <p:nvSpPr>
          <p:cNvPr id="2639" name="LigandSeek2_vs_LigandSeek1_ellipse_8153">
            <a:extLst>
              <a:ext uri="{FF2B5EF4-FFF2-40B4-BE49-F238E27FC236}">
                <a16:creationId xmlns:a16="http://schemas.microsoft.com/office/drawing/2014/main" id="{A2790235-FDFA-446D-AF94-B009DFC6791E}"/>
              </a:ext>
            </a:extLst>
          </p:cNvPr>
          <p:cNvSpPr>
            <a:spLocks noGrp="1"/>
          </p:cNvSpPr>
          <p:nvPr/>
        </p:nvSpPr>
        <p:spPr>
          <a:xfrm>
            <a:off x="4252109" y="845009"/>
            <a:ext cx="24757" cy="24757"/>
          </a:xfrm>
          <a:prstGeom prst="ellipse">
            <a:avLst/>
          </a:prstGeom>
          <a:solidFill>
            <a:srgbClr val="566AB4">
              <a:alpha val="40000"/>
            </a:srgbClr>
          </a:solidFill>
          <a:ln w="0">
            <a:noFill/>
            <a:prstDash val="solid"/>
          </a:ln>
        </p:spPr>
      </p:sp>
      <p:sp>
        <p:nvSpPr>
          <p:cNvPr id="2640" name="LigandSeek2_vs_LigandSeek1_ellipse_8154">
            <a:extLst>
              <a:ext uri="{FF2B5EF4-FFF2-40B4-BE49-F238E27FC236}">
                <a16:creationId xmlns:a16="http://schemas.microsoft.com/office/drawing/2014/main" id="{FD3F59C5-F914-4F19-84D9-266B9C63D24D}"/>
              </a:ext>
            </a:extLst>
          </p:cNvPr>
          <p:cNvSpPr>
            <a:spLocks noGrp="1"/>
          </p:cNvSpPr>
          <p:nvPr/>
        </p:nvSpPr>
        <p:spPr>
          <a:xfrm>
            <a:off x="4285042" y="845009"/>
            <a:ext cx="24757" cy="24757"/>
          </a:xfrm>
          <a:prstGeom prst="ellipse">
            <a:avLst/>
          </a:prstGeom>
          <a:solidFill>
            <a:srgbClr val="566AB4">
              <a:alpha val="40000"/>
            </a:srgbClr>
          </a:solidFill>
          <a:ln w="0">
            <a:noFill/>
            <a:prstDash val="solid"/>
          </a:ln>
        </p:spPr>
      </p:sp>
      <p:sp>
        <p:nvSpPr>
          <p:cNvPr id="2641" name="LigandSeek2_vs_LigandSeek1_ellipse_8155">
            <a:extLst>
              <a:ext uri="{FF2B5EF4-FFF2-40B4-BE49-F238E27FC236}">
                <a16:creationId xmlns:a16="http://schemas.microsoft.com/office/drawing/2014/main" id="{63F0A99D-F15F-4FFF-87B1-E78826674553}"/>
              </a:ext>
            </a:extLst>
          </p:cNvPr>
          <p:cNvSpPr>
            <a:spLocks noGrp="1"/>
          </p:cNvSpPr>
          <p:nvPr/>
        </p:nvSpPr>
        <p:spPr>
          <a:xfrm>
            <a:off x="4223610" y="1386628"/>
            <a:ext cx="24757" cy="24757"/>
          </a:xfrm>
          <a:prstGeom prst="ellipse">
            <a:avLst/>
          </a:prstGeom>
          <a:solidFill>
            <a:srgbClr val="566AB4">
              <a:alpha val="40000"/>
            </a:srgbClr>
          </a:solidFill>
          <a:ln w="0">
            <a:noFill/>
            <a:prstDash val="solid"/>
          </a:ln>
        </p:spPr>
      </p:sp>
      <p:sp>
        <p:nvSpPr>
          <p:cNvPr id="2642" name="LigandSeek2_vs_LigandSeek1_ellipse_8156">
            <a:extLst>
              <a:ext uri="{FF2B5EF4-FFF2-40B4-BE49-F238E27FC236}">
                <a16:creationId xmlns:a16="http://schemas.microsoft.com/office/drawing/2014/main" id="{DB93BE74-1F5B-479F-B32B-1FE47E0E7136}"/>
              </a:ext>
            </a:extLst>
          </p:cNvPr>
          <p:cNvSpPr>
            <a:spLocks noGrp="1"/>
          </p:cNvSpPr>
          <p:nvPr/>
        </p:nvSpPr>
        <p:spPr>
          <a:xfrm>
            <a:off x="4257051" y="1258451"/>
            <a:ext cx="24757" cy="24757"/>
          </a:xfrm>
          <a:prstGeom prst="ellipse">
            <a:avLst/>
          </a:prstGeom>
          <a:solidFill>
            <a:srgbClr val="566AB4">
              <a:alpha val="40000"/>
            </a:srgbClr>
          </a:solidFill>
          <a:ln w="0">
            <a:noFill/>
            <a:prstDash val="solid"/>
          </a:ln>
        </p:spPr>
      </p:sp>
      <p:sp>
        <p:nvSpPr>
          <p:cNvPr id="2643" name="LigandSeek2_vs_LigandSeek1_ellipse_8157">
            <a:extLst>
              <a:ext uri="{FF2B5EF4-FFF2-40B4-BE49-F238E27FC236}">
                <a16:creationId xmlns:a16="http://schemas.microsoft.com/office/drawing/2014/main" id="{EF4608E4-6C2F-4ECB-9164-72B2D03FF5B9}"/>
              </a:ext>
            </a:extLst>
          </p:cNvPr>
          <p:cNvSpPr>
            <a:spLocks noGrp="1"/>
          </p:cNvSpPr>
          <p:nvPr/>
        </p:nvSpPr>
        <p:spPr>
          <a:xfrm>
            <a:off x="4216938" y="1412037"/>
            <a:ext cx="24757" cy="24757"/>
          </a:xfrm>
          <a:prstGeom prst="ellipse">
            <a:avLst/>
          </a:prstGeom>
          <a:solidFill>
            <a:srgbClr val="566AB4">
              <a:alpha val="40000"/>
            </a:srgbClr>
          </a:solidFill>
          <a:ln w="0">
            <a:noFill/>
            <a:prstDash val="solid"/>
          </a:ln>
        </p:spPr>
      </p:sp>
      <p:sp>
        <p:nvSpPr>
          <p:cNvPr id="2644" name="LigandSeek2_vs_LigandSeek1_ellipse_8158">
            <a:extLst>
              <a:ext uri="{FF2B5EF4-FFF2-40B4-BE49-F238E27FC236}">
                <a16:creationId xmlns:a16="http://schemas.microsoft.com/office/drawing/2014/main" id="{B866EE48-F2CE-4BBF-8033-4E9504892D47}"/>
              </a:ext>
            </a:extLst>
          </p:cNvPr>
          <p:cNvSpPr>
            <a:spLocks noGrp="1"/>
          </p:cNvSpPr>
          <p:nvPr/>
        </p:nvSpPr>
        <p:spPr>
          <a:xfrm>
            <a:off x="4241490" y="1193462"/>
            <a:ext cx="24757" cy="24757"/>
          </a:xfrm>
          <a:prstGeom prst="ellipse">
            <a:avLst/>
          </a:prstGeom>
          <a:solidFill>
            <a:srgbClr val="566AB4">
              <a:alpha val="40000"/>
            </a:srgbClr>
          </a:solidFill>
          <a:ln w="0">
            <a:noFill/>
            <a:prstDash val="solid"/>
          </a:ln>
        </p:spPr>
      </p:sp>
      <p:sp>
        <p:nvSpPr>
          <p:cNvPr id="2645" name="LigandSeek2_vs_LigandSeek1_ellipse_8159">
            <a:extLst>
              <a:ext uri="{FF2B5EF4-FFF2-40B4-BE49-F238E27FC236}">
                <a16:creationId xmlns:a16="http://schemas.microsoft.com/office/drawing/2014/main" id="{813A4662-78CE-429F-80CB-CAB826A83C90}"/>
              </a:ext>
            </a:extLst>
          </p:cNvPr>
          <p:cNvSpPr>
            <a:spLocks noGrp="1"/>
          </p:cNvSpPr>
          <p:nvPr/>
        </p:nvSpPr>
        <p:spPr>
          <a:xfrm>
            <a:off x="4293031" y="845009"/>
            <a:ext cx="24757" cy="24757"/>
          </a:xfrm>
          <a:prstGeom prst="ellipse">
            <a:avLst/>
          </a:prstGeom>
          <a:solidFill>
            <a:srgbClr val="566AB4">
              <a:alpha val="40000"/>
            </a:srgbClr>
          </a:solidFill>
          <a:ln w="0">
            <a:noFill/>
            <a:prstDash val="solid"/>
          </a:ln>
        </p:spPr>
      </p:sp>
      <p:sp>
        <p:nvSpPr>
          <p:cNvPr id="2646" name="LigandSeek2_vs_LigandSeek1_ellipse_8160">
            <a:extLst>
              <a:ext uri="{FF2B5EF4-FFF2-40B4-BE49-F238E27FC236}">
                <a16:creationId xmlns:a16="http://schemas.microsoft.com/office/drawing/2014/main" id="{04A90C78-28AB-44D0-BD34-7A82692F3323}"/>
              </a:ext>
            </a:extLst>
          </p:cNvPr>
          <p:cNvSpPr>
            <a:spLocks noGrp="1"/>
          </p:cNvSpPr>
          <p:nvPr/>
        </p:nvSpPr>
        <p:spPr>
          <a:xfrm>
            <a:off x="4286282" y="845009"/>
            <a:ext cx="24757" cy="24757"/>
          </a:xfrm>
          <a:prstGeom prst="ellipse">
            <a:avLst/>
          </a:prstGeom>
          <a:solidFill>
            <a:srgbClr val="566AB4">
              <a:alpha val="40000"/>
            </a:srgbClr>
          </a:solidFill>
          <a:ln w="0">
            <a:noFill/>
            <a:prstDash val="solid"/>
          </a:ln>
        </p:spPr>
      </p:sp>
      <p:sp>
        <p:nvSpPr>
          <p:cNvPr id="2647" name="LigandSeek2_vs_LigandSeek1_ellipse_8161">
            <a:extLst>
              <a:ext uri="{FF2B5EF4-FFF2-40B4-BE49-F238E27FC236}">
                <a16:creationId xmlns:a16="http://schemas.microsoft.com/office/drawing/2014/main" id="{1C7F85E8-CC3C-4B16-B2CF-FEECCAD19513}"/>
              </a:ext>
            </a:extLst>
          </p:cNvPr>
          <p:cNvSpPr>
            <a:spLocks noGrp="1"/>
          </p:cNvSpPr>
          <p:nvPr/>
        </p:nvSpPr>
        <p:spPr>
          <a:xfrm>
            <a:off x="4273643" y="888494"/>
            <a:ext cx="24757" cy="24757"/>
          </a:xfrm>
          <a:prstGeom prst="ellipse">
            <a:avLst/>
          </a:prstGeom>
          <a:solidFill>
            <a:srgbClr val="566AB4">
              <a:alpha val="40000"/>
            </a:srgbClr>
          </a:solidFill>
          <a:ln w="0">
            <a:noFill/>
            <a:prstDash val="solid"/>
          </a:ln>
        </p:spPr>
      </p:sp>
      <p:sp>
        <p:nvSpPr>
          <p:cNvPr id="2648" name="LigandSeek2_vs_LigandSeek1_ellipse_8162">
            <a:extLst>
              <a:ext uri="{FF2B5EF4-FFF2-40B4-BE49-F238E27FC236}">
                <a16:creationId xmlns:a16="http://schemas.microsoft.com/office/drawing/2014/main" id="{46D16BCA-5417-474D-AE97-F57E25D61095}"/>
              </a:ext>
            </a:extLst>
          </p:cNvPr>
          <p:cNvSpPr>
            <a:spLocks noGrp="1"/>
          </p:cNvSpPr>
          <p:nvPr/>
        </p:nvSpPr>
        <p:spPr>
          <a:xfrm>
            <a:off x="4212697" y="1410952"/>
            <a:ext cx="24757" cy="24757"/>
          </a:xfrm>
          <a:prstGeom prst="ellipse">
            <a:avLst/>
          </a:prstGeom>
          <a:solidFill>
            <a:srgbClr val="566AB4">
              <a:alpha val="40000"/>
            </a:srgbClr>
          </a:solidFill>
          <a:ln w="0">
            <a:noFill/>
            <a:prstDash val="solid"/>
          </a:ln>
        </p:spPr>
      </p:sp>
      <p:sp>
        <p:nvSpPr>
          <p:cNvPr id="2649" name="LigandSeek2_vs_LigandSeek1_ellipse_8163">
            <a:extLst>
              <a:ext uri="{FF2B5EF4-FFF2-40B4-BE49-F238E27FC236}">
                <a16:creationId xmlns:a16="http://schemas.microsoft.com/office/drawing/2014/main" id="{859ECFD7-00FD-449F-8C97-C99F9E67F284}"/>
              </a:ext>
            </a:extLst>
          </p:cNvPr>
          <p:cNvSpPr>
            <a:spLocks noGrp="1"/>
          </p:cNvSpPr>
          <p:nvPr/>
        </p:nvSpPr>
        <p:spPr>
          <a:xfrm>
            <a:off x="4211541" y="1716141"/>
            <a:ext cx="24757" cy="24757"/>
          </a:xfrm>
          <a:prstGeom prst="ellipse">
            <a:avLst/>
          </a:prstGeom>
          <a:solidFill>
            <a:srgbClr val="566AB4">
              <a:alpha val="40000"/>
            </a:srgbClr>
          </a:solidFill>
          <a:ln w="0">
            <a:noFill/>
            <a:prstDash val="solid"/>
          </a:ln>
        </p:spPr>
      </p:sp>
      <p:sp>
        <p:nvSpPr>
          <p:cNvPr id="2650" name="LigandSeek2_vs_LigandSeek1_ellipse_8164">
            <a:extLst>
              <a:ext uri="{FF2B5EF4-FFF2-40B4-BE49-F238E27FC236}">
                <a16:creationId xmlns:a16="http://schemas.microsoft.com/office/drawing/2014/main" id="{A1D2734B-2DF4-4EDF-AD14-CC4E463E06BD}"/>
              </a:ext>
            </a:extLst>
          </p:cNvPr>
          <p:cNvSpPr>
            <a:spLocks noGrp="1"/>
          </p:cNvSpPr>
          <p:nvPr/>
        </p:nvSpPr>
        <p:spPr>
          <a:xfrm>
            <a:off x="4267656" y="845009"/>
            <a:ext cx="24757" cy="24757"/>
          </a:xfrm>
          <a:prstGeom prst="ellipse">
            <a:avLst/>
          </a:prstGeom>
          <a:solidFill>
            <a:srgbClr val="566AB4">
              <a:alpha val="40000"/>
            </a:srgbClr>
          </a:solidFill>
          <a:ln w="0">
            <a:noFill/>
            <a:prstDash val="solid"/>
          </a:ln>
        </p:spPr>
      </p:sp>
      <p:sp>
        <p:nvSpPr>
          <p:cNvPr id="2651" name="LigandSeek2_vs_LigandSeek1_ellipse_8165">
            <a:extLst>
              <a:ext uri="{FF2B5EF4-FFF2-40B4-BE49-F238E27FC236}">
                <a16:creationId xmlns:a16="http://schemas.microsoft.com/office/drawing/2014/main" id="{10C23B44-C473-46FF-A620-CF9FC86934EA}"/>
              </a:ext>
            </a:extLst>
          </p:cNvPr>
          <p:cNvSpPr>
            <a:spLocks noGrp="1"/>
          </p:cNvSpPr>
          <p:nvPr/>
        </p:nvSpPr>
        <p:spPr>
          <a:xfrm>
            <a:off x="4211210" y="1890368"/>
            <a:ext cx="24757" cy="24757"/>
          </a:xfrm>
          <a:prstGeom prst="ellipse">
            <a:avLst/>
          </a:prstGeom>
          <a:solidFill>
            <a:srgbClr val="566AB4">
              <a:alpha val="40000"/>
            </a:srgbClr>
          </a:solidFill>
          <a:ln w="0">
            <a:noFill/>
            <a:prstDash val="solid"/>
          </a:ln>
        </p:spPr>
      </p:sp>
      <p:sp>
        <p:nvSpPr>
          <p:cNvPr id="2652" name="LigandSeek2_vs_LigandSeek1_ellipse_8166">
            <a:extLst>
              <a:ext uri="{FF2B5EF4-FFF2-40B4-BE49-F238E27FC236}">
                <a16:creationId xmlns:a16="http://schemas.microsoft.com/office/drawing/2014/main" id="{67BFB5A1-70A4-41A3-AAEC-3291E3B8C3AC}"/>
              </a:ext>
            </a:extLst>
          </p:cNvPr>
          <p:cNvSpPr>
            <a:spLocks noGrp="1"/>
          </p:cNvSpPr>
          <p:nvPr/>
        </p:nvSpPr>
        <p:spPr>
          <a:xfrm>
            <a:off x="4275981" y="1193462"/>
            <a:ext cx="24757" cy="24757"/>
          </a:xfrm>
          <a:prstGeom prst="ellipse">
            <a:avLst/>
          </a:prstGeom>
          <a:solidFill>
            <a:srgbClr val="566AB4">
              <a:alpha val="40000"/>
            </a:srgbClr>
          </a:solidFill>
          <a:ln w="0">
            <a:noFill/>
            <a:prstDash val="solid"/>
          </a:ln>
        </p:spPr>
      </p:sp>
      <p:sp>
        <p:nvSpPr>
          <p:cNvPr id="2653" name="LigandSeek2_vs_LigandSeek1_ellipse_8167">
            <a:extLst>
              <a:ext uri="{FF2B5EF4-FFF2-40B4-BE49-F238E27FC236}">
                <a16:creationId xmlns:a16="http://schemas.microsoft.com/office/drawing/2014/main" id="{24BF93E9-0CEF-490E-8497-1A4436FDF28B}"/>
              </a:ext>
            </a:extLst>
          </p:cNvPr>
          <p:cNvSpPr>
            <a:spLocks noGrp="1"/>
          </p:cNvSpPr>
          <p:nvPr/>
        </p:nvSpPr>
        <p:spPr>
          <a:xfrm>
            <a:off x="4294915" y="845009"/>
            <a:ext cx="24757" cy="24757"/>
          </a:xfrm>
          <a:prstGeom prst="ellipse">
            <a:avLst/>
          </a:prstGeom>
          <a:solidFill>
            <a:srgbClr val="566AB4">
              <a:alpha val="40000"/>
            </a:srgbClr>
          </a:solidFill>
          <a:ln w="0">
            <a:noFill/>
            <a:prstDash val="solid"/>
          </a:ln>
        </p:spPr>
      </p:sp>
      <p:sp>
        <p:nvSpPr>
          <p:cNvPr id="2654" name="LigandSeek2_vs_LigandSeek1_ellipse_8168">
            <a:extLst>
              <a:ext uri="{FF2B5EF4-FFF2-40B4-BE49-F238E27FC236}">
                <a16:creationId xmlns:a16="http://schemas.microsoft.com/office/drawing/2014/main" id="{DA1ECF21-9ACF-4E5B-9E3F-220EB184AC77}"/>
              </a:ext>
            </a:extLst>
          </p:cNvPr>
          <p:cNvSpPr>
            <a:spLocks noGrp="1"/>
          </p:cNvSpPr>
          <p:nvPr/>
        </p:nvSpPr>
        <p:spPr>
          <a:xfrm>
            <a:off x="4286647" y="1551314"/>
            <a:ext cx="24757" cy="24757"/>
          </a:xfrm>
          <a:prstGeom prst="ellipse">
            <a:avLst/>
          </a:prstGeom>
          <a:solidFill>
            <a:srgbClr val="566AB4">
              <a:alpha val="40000"/>
            </a:srgbClr>
          </a:solidFill>
          <a:ln w="0">
            <a:noFill/>
            <a:prstDash val="solid"/>
          </a:ln>
        </p:spPr>
      </p:sp>
      <p:sp>
        <p:nvSpPr>
          <p:cNvPr id="2655" name="LigandSeek2_vs_LigandSeek1_ellipse_8169">
            <a:extLst>
              <a:ext uri="{FF2B5EF4-FFF2-40B4-BE49-F238E27FC236}">
                <a16:creationId xmlns:a16="http://schemas.microsoft.com/office/drawing/2014/main" id="{1A5DA280-286F-4D0F-82F9-FADF524CA38A}"/>
              </a:ext>
            </a:extLst>
          </p:cNvPr>
          <p:cNvSpPr>
            <a:spLocks noGrp="1"/>
          </p:cNvSpPr>
          <p:nvPr/>
        </p:nvSpPr>
        <p:spPr>
          <a:xfrm>
            <a:off x="4271218" y="1890368"/>
            <a:ext cx="24757" cy="24757"/>
          </a:xfrm>
          <a:prstGeom prst="ellipse">
            <a:avLst/>
          </a:prstGeom>
          <a:solidFill>
            <a:srgbClr val="566AB4">
              <a:alpha val="40000"/>
            </a:srgbClr>
          </a:solidFill>
          <a:ln w="0">
            <a:noFill/>
            <a:prstDash val="solid"/>
          </a:ln>
        </p:spPr>
      </p:sp>
      <p:sp>
        <p:nvSpPr>
          <p:cNvPr id="2656" name="LigandSeek2_vs_LigandSeek1_ellipse_8170">
            <a:extLst>
              <a:ext uri="{FF2B5EF4-FFF2-40B4-BE49-F238E27FC236}">
                <a16:creationId xmlns:a16="http://schemas.microsoft.com/office/drawing/2014/main" id="{11B43DCE-E9A9-456B-A990-A9E8C660045C}"/>
              </a:ext>
            </a:extLst>
          </p:cNvPr>
          <p:cNvSpPr>
            <a:spLocks noGrp="1"/>
          </p:cNvSpPr>
          <p:nvPr/>
        </p:nvSpPr>
        <p:spPr>
          <a:xfrm>
            <a:off x="4280987" y="1716141"/>
            <a:ext cx="24757" cy="24757"/>
          </a:xfrm>
          <a:prstGeom prst="ellipse">
            <a:avLst/>
          </a:prstGeom>
          <a:solidFill>
            <a:srgbClr val="566AB4">
              <a:alpha val="40000"/>
            </a:srgbClr>
          </a:solidFill>
          <a:ln w="0">
            <a:noFill/>
            <a:prstDash val="solid"/>
          </a:ln>
        </p:spPr>
      </p:sp>
      <p:sp>
        <p:nvSpPr>
          <p:cNvPr id="2657" name="LigandSeek2_vs_LigandSeek1_ellipse_8171">
            <a:extLst>
              <a:ext uri="{FF2B5EF4-FFF2-40B4-BE49-F238E27FC236}">
                <a16:creationId xmlns:a16="http://schemas.microsoft.com/office/drawing/2014/main" id="{D1A5C516-C0C3-4D05-BBF0-140545FC08C2}"/>
              </a:ext>
            </a:extLst>
          </p:cNvPr>
          <p:cNvSpPr>
            <a:spLocks noGrp="1"/>
          </p:cNvSpPr>
          <p:nvPr/>
        </p:nvSpPr>
        <p:spPr>
          <a:xfrm>
            <a:off x="4220444" y="1890368"/>
            <a:ext cx="24757" cy="24757"/>
          </a:xfrm>
          <a:prstGeom prst="ellipse">
            <a:avLst/>
          </a:prstGeom>
          <a:solidFill>
            <a:srgbClr val="566AB4">
              <a:alpha val="40000"/>
            </a:srgbClr>
          </a:solidFill>
          <a:ln w="0">
            <a:noFill/>
            <a:prstDash val="solid"/>
          </a:ln>
        </p:spPr>
      </p:sp>
      <p:sp>
        <p:nvSpPr>
          <p:cNvPr id="2658" name="LigandSeek2_vs_LigandSeek1_ellipse_8172">
            <a:extLst>
              <a:ext uri="{FF2B5EF4-FFF2-40B4-BE49-F238E27FC236}">
                <a16:creationId xmlns:a16="http://schemas.microsoft.com/office/drawing/2014/main" id="{9ADD0F7D-A46F-4C45-A80F-CC36E233F8F9}"/>
              </a:ext>
            </a:extLst>
          </p:cNvPr>
          <p:cNvSpPr>
            <a:spLocks noGrp="1"/>
          </p:cNvSpPr>
          <p:nvPr/>
        </p:nvSpPr>
        <p:spPr>
          <a:xfrm>
            <a:off x="4284134" y="975679"/>
            <a:ext cx="24757" cy="24757"/>
          </a:xfrm>
          <a:prstGeom prst="ellipse">
            <a:avLst/>
          </a:prstGeom>
          <a:solidFill>
            <a:srgbClr val="566AB4">
              <a:alpha val="40000"/>
            </a:srgbClr>
          </a:solidFill>
          <a:ln w="0">
            <a:noFill/>
            <a:prstDash val="solid"/>
          </a:ln>
        </p:spPr>
      </p:sp>
      <p:sp>
        <p:nvSpPr>
          <p:cNvPr id="2659" name="LigandSeek2_vs_LigandSeek1_ellipse_8173">
            <a:extLst>
              <a:ext uri="{FF2B5EF4-FFF2-40B4-BE49-F238E27FC236}">
                <a16:creationId xmlns:a16="http://schemas.microsoft.com/office/drawing/2014/main" id="{77FF3344-D529-4A31-9C75-42EFD5C815B1}"/>
              </a:ext>
            </a:extLst>
          </p:cNvPr>
          <p:cNvSpPr>
            <a:spLocks noGrp="1"/>
          </p:cNvSpPr>
          <p:nvPr/>
        </p:nvSpPr>
        <p:spPr>
          <a:xfrm>
            <a:off x="4272439" y="845009"/>
            <a:ext cx="24757" cy="24757"/>
          </a:xfrm>
          <a:prstGeom prst="ellipse">
            <a:avLst/>
          </a:prstGeom>
          <a:solidFill>
            <a:srgbClr val="566AB4">
              <a:alpha val="40000"/>
            </a:srgbClr>
          </a:solidFill>
          <a:ln w="0">
            <a:noFill/>
            <a:prstDash val="solid"/>
          </a:ln>
        </p:spPr>
      </p:sp>
      <p:sp>
        <p:nvSpPr>
          <p:cNvPr id="2660" name="LigandSeek2_vs_LigandSeek1_ellipse_8174">
            <a:extLst>
              <a:ext uri="{FF2B5EF4-FFF2-40B4-BE49-F238E27FC236}">
                <a16:creationId xmlns:a16="http://schemas.microsoft.com/office/drawing/2014/main" id="{43772336-06F2-42FA-9E8D-405A25E6ECC5}"/>
              </a:ext>
            </a:extLst>
          </p:cNvPr>
          <p:cNvSpPr>
            <a:spLocks noGrp="1"/>
          </p:cNvSpPr>
          <p:nvPr/>
        </p:nvSpPr>
        <p:spPr>
          <a:xfrm>
            <a:off x="4239911" y="845009"/>
            <a:ext cx="24757" cy="24757"/>
          </a:xfrm>
          <a:prstGeom prst="ellipse">
            <a:avLst/>
          </a:prstGeom>
          <a:solidFill>
            <a:srgbClr val="566AB4">
              <a:alpha val="40000"/>
            </a:srgbClr>
          </a:solidFill>
          <a:ln w="0">
            <a:noFill/>
            <a:prstDash val="solid"/>
          </a:ln>
        </p:spPr>
      </p:sp>
      <p:sp>
        <p:nvSpPr>
          <p:cNvPr id="2661" name="LigandSeek2_vs_LigandSeek1_ellipse_8175">
            <a:extLst>
              <a:ext uri="{FF2B5EF4-FFF2-40B4-BE49-F238E27FC236}">
                <a16:creationId xmlns:a16="http://schemas.microsoft.com/office/drawing/2014/main" id="{D27536F5-44EA-458E-99EE-99AB27D2A01F}"/>
              </a:ext>
            </a:extLst>
          </p:cNvPr>
          <p:cNvSpPr>
            <a:spLocks noGrp="1"/>
          </p:cNvSpPr>
          <p:nvPr/>
        </p:nvSpPr>
        <p:spPr>
          <a:xfrm>
            <a:off x="4221746" y="1568841"/>
            <a:ext cx="24757" cy="24757"/>
          </a:xfrm>
          <a:prstGeom prst="ellipse">
            <a:avLst/>
          </a:prstGeom>
          <a:solidFill>
            <a:srgbClr val="566AB4">
              <a:alpha val="40000"/>
            </a:srgbClr>
          </a:solidFill>
          <a:ln w="0">
            <a:noFill/>
            <a:prstDash val="solid"/>
          </a:ln>
        </p:spPr>
      </p:sp>
      <p:sp>
        <p:nvSpPr>
          <p:cNvPr id="2662" name="LigandSeek2_vs_LigandSeek1_ellipse_8176">
            <a:extLst>
              <a:ext uri="{FF2B5EF4-FFF2-40B4-BE49-F238E27FC236}">
                <a16:creationId xmlns:a16="http://schemas.microsoft.com/office/drawing/2014/main" id="{81DF0617-28F0-4259-B028-5DCCD195F68C}"/>
              </a:ext>
            </a:extLst>
          </p:cNvPr>
          <p:cNvSpPr>
            <a:spLocks noGrp="1"/>
          </p:cNvSpPr>
          <p:nvPr/>
        </p:nvSpPr>
        <p:spPr>
          <a:xfrm>
            <a:off x="4231252" y="1716141"/>
            <a:ext cx="24757" cy="24757"/>
          </a:xfrm>
          <a:prstGeom prst="ellipse">
            <a:avLst/>
          </a:prstGeom>
          <a:solidFill>
            <a:srgbClr val="566AB4">
              <a:alpha val="40000"/>
            </a:srgbClr>
          </a:solidFill>
          <a:ln w="0">
            <a:noFill/>
            <a:prstDash val="solid"/>
          </a:ln>
        </p:spPr>
      </p:sp>
      <p:sp>
        <p:nvSpPr>
          <p:cNvPr id="2663" name="LigandSeek2_vs_LigandSeek1_ellipse_8177">
            <a:extLst>
              <a:ext uri="{FF2B5EF4-FFF2-40B4-BE49-F238E27FC236}">
                <a16:creationId xmlns:a16="http://schemas.microsoft.com/office/drawing/2014/main" id="{CF8B6D13-5133-4DAA-9CF0-64B766939B08}"/>
              </a:ext>
            </a:extLst>
          </p:cNvPr>
          <p:cNvSpPr>
            <a:spLocks noGrp="1"/>
          </p:cNvSpPr>
          <p:nvPr/>
        </p:nvSpPr>
        <p:spPr>
          <a:xfrm>
            <a:off x="4278641" y="845009"/>
            <a:ext cx="24757" cy="24757"/>
          </a:xfrm>
          <a:prstGeom prst="ellipse">
            <a:avLst/>
          </a:prstGeom>
          <a:solidFill>
            <a:srgbClr val="566AB4">
              <a:alpha val="40000"/>
            </a:srgbClr>
          </a:solidFill>
          <a:ln w="0">
            <a:noFill/>
            <a:prstDash val="solid"/>
          </a:ln>
        </p:spPr>
      </p:sp>
      <p:sp>
        <p:nvSpPr>
          <p:cNvPr id="2664" name="LigandSeek2_vs_LigandSeek1_ellipse_8178">
            <a:extLst>
              <a:ext uri="{FF2B5EF4-FFF2-40B4-BE49-F238E27FC236}">
                <a16:creationId xmlns:a16="http://schemas.microsoft.com/office/drawing/2014/main" id="{065D999C-B657-4055-A114-6559E52E108A}"/>
              </a:ext>
            </a:extLst>
          </p:cNvPr>
          <p:cNvSpPr>
            <a:spLocks noGrp="1"/>
          </p:cNvSpPr>
          <p:nvPr/>
        </p:nvSpPr>
        <p:spPr>
          <a:xfrm>
            <a:off x="4284680" y="1890368"/>
            <a:ext cx="24757" cy="24757"/>
          </a:xfrm>
          <a:prstGeom prst="ellipse">
            <a:avLst/>
          </a:prstGeom>
          <a:solidFill>
            <a:srgbClr val="566AB4">
              <a:alpha val="40000"/>
            </a:srgbClr>
          </a:solidFill>
          <a:ln w="0">
            <a:noFill/>
            <a:prstDash val="solid"/>
          </a:ln>
        </p:spPr>
      </p:sp>
      <p:sp>
        <p:nvSpPr>
          <p:cNvPr id="2665" name="LigandSeek2_vs_LigandSeek1_ellipse_8179">
            <a:extLst>
              <a:ext uri="{FF2B5EF4-FFF2-40B4-BE49-F238E27FC236}">
                <a16:creationId xmlns:a16="http://schemas.microsoft.com/office/drawing/2014/main" id="{E3464BEB-4A40-486F-9090-32D7C8DA0F3B}"/>
              </a:ext>
            </a:extLst>
          </p:cNvPr>
          <p:cNvSpPr>
            <a:spLocks noGrp="1"/>
          </p:cNvSpPr>
          <p:nvPr/>
        </p:nvSpPr>
        <p:spPr>
          <a:xfrm>
            <a:off x="4262076" y="1650674"/>
            <a:ext cx="24757" cy="24757"/>
          </a:xfrm>
          <a:prstGeom prst="ellipse">
            <a:avLst/>
          </a:prstGeom>
          <a:solidFill>
            <a:srgbClr val="566AB4">
              <a:alpha val="40000"/>
            </a:srgbClr>
          </a:solidFill>
          <a:ln w="0">
            <a:noFill/>
            <a:prstDash val="solid"/>
          </a:ln>
        </p:spPr>
      </p:sp>
      <p:sp>
        <p:nvSpPr>
          <p:cNvPr id="2666" name="LigandSeek2_vs_LigandSeek1_ellipse_8180">
            <a:extLst>
              <a:ext uri="{FF2B5EF4-FFF2-40B4-BE49-F238E27FC236}">
                <a16:creationId xmlns:a16="http://schemas.microsoft.com/office/drawing/2014/main" id="{A65E44B4-1445-4372-8C58-7EF5A910A39F}"/>
              </a:ext>
            </a:extLst>
          </p:cNvPr>
          <p:cNvSpPr>
            <a:spLocks noGrp="1"/>
          </p:cNvSpPr>
          <p:nvPr/>
        </p:nvSpPr>
        <p:spPr>
          <a:xfrm>
            <a:off x="4272001" y="1367688"/>
            <a:ext cx="24757" cy="24757"/>
          </a:xfrm>
          <a:prstGeom prst="ellipse">
            <a:avLst/>
          </a:prstGeom>
          <a:solidFill>
            <a:srgbClr val="566AB4">
              <a:alpha val="40000"/>
            </a:srgbClr>
          </a:solidFill>
          <a:ln w="0">
            <a:noFill/>
            <a:prstDash val="solid"/>
          </a:ln>
        </p:spPr>
      </p:sp>
      <p:sp>
        <p:nvSpPr>
          <p:cNvPr id="2667" name="LigandSeek2_vs_LigandSeek1_ellipse_8181">
            <a:extLst>
              <a:ext uri="{FF2B5EF4-FFF2-40B4-BE49-F238E27FC236}">
                <a16:creationId xmlns:a16="http://schemas.microsoft.com/office/drawing/2014/main" id="{7956AA7D-5552-4985-8DF0-9EAF963E833C}"/>
              </a:ext>
            </a:extLst>
          </p:cNvPr>
          <p:cNvSpPr>
            <a:spLocks noGrp="1"/>
          </p:cNvSpPr>
          <p:nvPr/>
        </p:nvSpPr>
        <p:spPr>
          <a:xfrm>
            <a:off x="4254207" y="1367688"/>
            <a:ext cx="24757" cy="24757"/>
          </a:xfrm>
          <a:prstGeom prst="ellipse">
            <a:avLst/>
          </a:prstGeom>
          <a:solidFill>
            <a:srgbClr val="566AB4">
              <a:alpha val="40000"/>
            </a:srgbClr>
          </a:solidFill>
          <a:ln w="0">
            <a:noFill/>
            <a:prstDash val="solid"/>
          </a:ln>
        </p:spPr>
      </p:sp>
      <p:sp>
        <p:nvSpPr>
          <p:cNvPr id="2668" name="LigandSeek2_vs_LigandSeek1_ellipse_8182">
            <a:extLst>
              <a:ext uri="{FF2B5EF4-FFF2-40B4-BE49-F238E27FC236}">
                <a16:creationId xmlns:a16="http://schemas.microsoft.com/office/drawing/2014/main" id="{1DC8998C-4BEB-4433-8183-D1A280BDECE3}"/>
              </a:ext>
            </a:extLst>
          </p:cNvPr>
          <p:cNvSpPr>
            <a:spLocks noGrp="1"/>
          </p:cNvSpPr>
          <p:nvPr/>
        </p:nvSpPr>
        <p:spPr>
          <a:xfrm>
            <a:off x="4274700" y="1873412"/>
            <a:ext cx="24757" cy="24757"/>
          </a:xfrm>
          <a:prstGeom prst="ellipse">
            <a:avLst/>
          </a:prstGeom>
          <a:solidFill>
            <a:srgbClr val="566AB4">
              <a:alpha val="40000"/>
            </a:srgbClr>
          </a:solidFill>
          <a:ln w="0">
            <a:noFill/>
            <a:prstDash val="solid"/>
          </a:ln>
        </p:spPr>
      </p:sp>
      <p:sp>
        <p:nvSpPr>
          <p:cNvPr id="2669" name="LigandSeek2_vs_LigandSeek1_ellipse_8183">
            <a:extLst>
              <a:ext uri="{FF2B5EF4-FFF2-40B4-BE49-F238E27FC236}">
                <a16:creationId xmlns:a16="http://schemas.microsoft.com/office/drawing/2014/main" id="{7089447B-DB9D-4DED-A30E-3517423EBACB}"/>
              </a:ext>
            </a:extLst>
          </p:cNvPr>
          <p:cNvSpPr>
            <a:spLocks noGrp="1"/>
          </p:cNvSpPr>
          <p:nvPr/>
        </p:nvSpPr>
        <p:spPr>
          <a:xfrm>
            <a:off x="4286440" y="845009"/>
            <a:ext cx="24757" cy="24757"/>
          </a:xfrm>
          <a:prstGeom prst="ellipse">
            <a:avLst/>
          </a:prstGeom>
          <a:solidFill>
            <a:srgbClr val="566AB4">
              <a:alpha val="40000"/>
            </a:srgbClr>
          </a:solidFill>
          <a:ln w="0">
            <a:noFill/>
            <a:prstDash val="solid"/>
          </a:ln>
        </p:spPr>
      </p:sp>
      <p:sp>
        <p:nvSpPr>
          <p:cNvPr id="2670" name="LigandSeek2_vs_LigandSeek1_ellipse_8184">
            <a:extLst>
              <a:ext uri="{FF2B5EF4-FFF2-40B4-BE49-F238E27FC236}">
                <a16:creationId xmlns:a16="http://schemas.microsoft.com/office/drawing/2014/main" id="{42C30854-6556-4D8C-B2DC-59DA6D38B728}"/>
              </a:ext>
            </a:extLst>
          </p:cNvPr>
          <p:cNvSpPr>
            <a:spLocks noGrp="1"/>
          </p:cNvSpPr>
          <p:nvPr/>
        </p:nvSpPr>
        <p:spPr>
          <a:xfrm>
            <a:off x="4283455" y="1890368"/>
            <a:ext cx="24757" cy="24757"/>
          </a:xfrm>
          <a:prstGeom prst="ellipse">
            <a:avLst/>
          </a:prstGeom>
          <a:solidFill>
            <a:srgbClr val="566AB4">
              <a:alpha val="40000"/>
            </a:srgbClr>
          </a:solidFill>
          <a:ln w="0">
            <a:noFill/>
            <a:prstDash val="solid"/>
          </a:ln>
        </p:spPr>
      </p:sp>
      <p:sp>
        <p:nvSpPr>
          <p:cNvPr id="2671" name="LigandSeek2_vs_LigandSeek1_ellipse_8185">
            <a:extLst>
              <a:ext uri="{FF2B5EF4-FFF2-40B4-BE49-F238E27FC236}">
                <a16:creationId xmlns:a16="http://schemas.microsoft.com/office/drawing/2014/main" id="{B1AE93AA-1D3B-4D34-936A-7C414D0F22E0}"/>
              </a:ext>
            </a:extLst>
          </p:cNvPr>
          <p:cNvSpPr>
            <a:spLocks noGrp="1"/>
          </p:cNvSpPr>
          <p:nvPr/>
        </p:nvSpPr>
        <p:spPr>
          <a:xfrm>
            <a:off x="4286548" y="1890368"/>
            <a:ext cx="24757" cy="24757"/>
          </a:xfrm>
          <a:prstGeom prst="ellipse">
            <a:avLst/>
          </a:prstGeom>
          <a:solidFill>
            <a:srgbClr val="566AB4">
              <a:alpha val="40000"/>
            </a:srgbClr>
          </a:solidFill>
          <a:ln w="0">
            <a:noFill/>
            <a:prstDash val="solid"/>
          </a:ln>
        </p:spPr>
      </p:sp>
      <p:sp>
        <p:nvSpPr>
          <p:cNvPr id="2672" name="LigandSeek2_vs_LigandSeek1_ellipse_8186">
            <a:extLst>
              <a:ext uri="{FF2B5EF4-FFF2-40B4-BE49-F238E27FC236}">
                <a16:creationId xmlns:a16="http://schemas.microsoft.com/office/drawing/2014/main" id="{B7762F54-8526-419F-B103-6D888E2DCB0E}"/>
              </a:ext>
            </a:extLst>
          </p:cNvPr>
          <p:cNvSpPr>
            <a:spLocks noGrp="1"/>
          </p:cNvSpPr>
          <p:nvPr/>
        </p:nvSpPr>
        <p:spPr>
          <a:xfrm>
            <a:off x="4261083" y="845009"/>
            <a:ext cx="24757" cy="24757"/>
          </a:xfrm>
          <a:prstGeom prst="ellipse">
            <a:avLst/>
          </a:prstGeom>
          <a:solidFill>
            <a:srgbClr val="566AB4">
              <a:alpha val="40000"/>
            </a:srgbClr>
          </a:solidFill>
          <a:ln w="0">
            <a:noFill/>
            <a:prstDash val="solid"/>
          </a:ln>
        </p:spPr>
      </p:sp>
      <p:sp>
        <p:nvSpPr>
          <p:cNvPr id="2673" name="LigandSeek2_vs_LigandSeek1_ellipse_8187">
            <a:extLst>
              <a:ext uri="{FF2B5EF4-FFF2-40B4-BE49-F238E27FC236}">
                <a16:creationId xmlns:a16="http://schemas.microsoft.com/office/drawing/2014/main" id="{9EFF84D8-B580-470E-AAC1-A3940711D05B}"/>
              </a:ext>
            </a:extLst>
          </p:cNvPr>
          <p:cNvSpPr>
            <a:spLocks noGrp="1"/>
          </p:cNvSpPr>
          <p:nvPr/>
        </p:nvSpPr>
        <p:spPr>
          <a:xfrm>
            <a:off x="4271380" y="932122"/>
            <a:ext cx="24757" cy="24757"/>
          </a:xfrm>
          <a:prstGeom prst="ellipse">
            <a:avLst/>
          </a:prstGeom>
          <a:solidFill>
            <a:srgbClr val="566AB4">
              <a:alpha val="40000"/>
            </a:srgbClr>
          </a:solidFill>
          <a:ln w="0">
            <a:noFill/>
            <a:prstDash val="solid"/>
          </a:ln>
        </p:spPr>
      </p:sp>
      <p:sp>
        <p:nvSpPr>
          <p:cNvPr id="2674" name="LigandSeek2_vs_LigandSeek1_ellipse_8188">
            <a:extLst>
              <a:ext uri="{FF2B5EF4-FFF2-40B4-BE49-F238E27FC236}">
                <a16:creationId xmlns:a16="http://schemas.microsoft.com/office/drawing/2014/main" id="{8225B983-5A73-4F01-8A9A-B4E06214005F}"/>
              </a:ext>
            </a:extLst>
          </p:cNvPr>
          <p:cNvSpPr>
            <a:spLocks noGrp="1"/>
          </p:cNvSpPr>
          <p:nvPr/>
        </p:nvSpPr>
        <p:spPr>
          <a:xfrm>
            <a:off x="4279032" y="845009"/>
            <a:ext cx="24757" cy="24757"/>
          </a:xfrm>
          <a:prstGeom prst="ellipse">
            <a:avLst/>
          </a:prstGeom>
          <a:solidFill>
            <a:srgbClr val="566AB4">
              <a:alpha val="40000"/>
            </a:srgbClr>
          </a:solidFill>
          <a:ln w="0">
            <a:noFill/>
            <a:prstDash val="solid"/>
          </a:ln>
        </p:spPr>
      </p:sp>
      <p:sp>
        <p:nvSpPr>
          <p:cNvPr id="2675" name="LigandSeek2_vs_LigandSeek1_ellipse_8189">
            <a:extLst>
              <a:ext uri="{FF2B5EF4-FFF2-40B4-BE49-F238E27FC236}">
                <a16:creationId xmlns:a16="http://schemas.microsoft.com/office/drawing/2014/main" id="{8121963C-B965-467E-AD1D-D5D9ADC989DB}"/>
              </a:ext>
            </a:extLst>
          </p:cNvPr>
          <p:cNvSpPr>
            <a:spLocks noGrp="1"/>
          </p:cNvSpPr>
          <p:nvPr/>
        </p:nvSpPr>
        <p:spPr>
          <a:xfrm>
            <a:off x="4261065" y="1367688"/>
            <a:ext cx="24757" cy="24757"/>
          </a:xfrm>
          <a:prstGeom prst="ellipse">
            <a:avLst/>
          </a:prstGeom>
          <a:solidFill>
            <a:srgbClr val="566AB4">
              <a:alpha val="40000"/>
            </a:srgbClr>
          </a:solidFill>
          <a:ln w="0">
            <a:noFill/>
            <a:prstDash val="solid"/>
          </a:ln>
        </p:spPr>
      </p:sp>
      <p:sp>
        <p:nvSpPr>
          <p:cNvPr id="2676" name="LigandSeek2_vs_LigandSeek1_ellipse_8190">
            <a:extLst>
              <a:ext uri="{FF2B5EF4-FFF2-40B4-BE49-F238E27FC236}">
                <a16:creationId xmlns:a16="http://schemas.microsoft.com/office/drawing/2014/main" id="{4112C747-8810-42A6-81CA-5D5149ABDFD4}"/>
              </a:ext>
            </a:extLst>
          </p:cNvPr>
          <p:cNvSpPr>
            <a:spLocks noGrp="1"/>
          </p:cNvSpPr>
          <p:nvPr/>
        </p:nvSpPr>
        <p:spPr>
          <a:xfrm>
            <a:off x="4229289" y="1299450"/>
            <a:ext cx="24757" cy="24757"/>
          </a:xfrm>
          <a:prstGeom prst="ellipse">
            <a:avLst/>
          </a:prstGeom>
          <a:solidFill>
            <a:srgbClr val="566AB4">
              <a:alpha val="40000"/>
            </a:srgbClr>
          </a:solidFill>
          <a:ln w="0">
            <a:noFill/>
            <a:prstDash val="solid"/>
          </a:ln>
        </p:spPr>
      </p:sp>
      <p:sp>
        <p:nvSpPr>
          <p:cNvPr id="2677" name="LigandSeek2_vs_LigandSeek1_ellipse_8191">
            <a:extLst>
              <a:ext uri="{FF2B5EF4-FFF2-40B4-BE49-F238E27FC236}">
                <a16:creationId xmlns:a16="http://schemas.microsoft.com/office/drawing/2014/main" id="{F891440F-5B57-4624-AEB6-4C6C07B88A64}"/>
              </a:ext>
            </a:extLst>
          </p:cNvPr>
          <p:cNvSpPr>
            <a:spLocks noGrp="1"/>
          </p:cNvSpPr>
          <p:nvPr/>
        </p:nvSpPr>
        <p:spPr>
          <a:xfrm>
            <a:off x="4232581" y="845009"/>
            <a:ext cx="24757" cy="24757"/>
          </a:xfrm>
          <a:prstGeom prst="ellipse">
            <a:avLst/>
          </a:prstGeom>
          <a:solidFill>
            <a:srgbClr val="566AB4">
              <a:alpha val="40000"/>
            </a:srgbClr>
          </a:solidFill>
          <a:ln w="0">
            <a:noFill/>
            <a:prstDash val="solid"/>
          </a:ln>
        </p:spPr>
      </p:sp>
      <p:sp>
        <p:nvSpPr>
          <p:cNvPr id="2678" name="LigandSeek2_vs_LigandSeek1_ellipse_8192">
            <a:extLst>
              <a:ext uri="{FF2B5EF4-FFF2-40B4-BE49-F238E27FC236}">
                <a16:creationId xmlns:a16="http://schemas.microsoft.com/office/drawing/2014/main" id="{483F86BE-EE56-4DA6-8257-9C331D15C03E}"/>
              </a:ext>
            </a:extLst>
          </p:cNvPr>
          <p:cNvSpPr>
            <a:spLocks noGrp="1"/>
          </p:cNvSpPr>
          <p:nvPr/>
        </p:nvSpPr>
        <p:spPr>
          <a:xfrm>
            <a:off x="4216096" y="845009"/>
            <a:ext cx="24757" cy="24757"/>
          </a:xfrm>
          <a:prstGeom prst="ellipse">
            <a:avLst/>
          </a:prstGeom>
          <a:solidFill>
            <a:srgbClr val="566AB4">
              <a:alpha val="40000"/>
            </a:srgbClr>
          </a:solidFill>
          <a:ln w="0">
            <a:noFill/>
            <a:prstDash val="solid"/>
          </a:ln>
        </p:spPr>
      </p:sp>
      <p:sp>
        <p:nvSpPr>
          <p:cNvPr id="2679" name="LigandSeek2_vs_LigandSeek1_ellipse_8193">
            <a:extLst>
              <a:ext uri="{FF2B5EF4-FFF2-40B4-BE49-F238E27FC236}">
                <a16:creationId xmlns:a16="http://schemas.microsoft.com/office/drawing/2014/main" id="{FC3A9D13-24A3-4965-A121-DEAAB674CB9C}"/>
              </a:ext>
            </a:extLst>
          </p:cNvPr>
          <p:cNvSpPr>
            <a:spLocks noGrp="1"/>
          </p:cNvSpPr>
          <p:nvPr/>
        </p:nvSpPr>
        <p:spPr>
          <a:xfrm>
            <a:off x="4212662" y="1367688"/>
            <a:ext cx="24757" cy="24757"/>
          </a:xfrm>
          <a:prstGeom prst="ellipse">
            <a:avLst/>
          </a:prstGeom>
          <a:solidFill>
            <a:srgbClr val="566AB4">
              <a:alpha val="40000"/>
            </a:srgbClr>
          </a:solidFill>
          <a:ln w="0">
            <a:noFill/>
            <a:prstDash val="solid"/>
          </a:ln>
        </p:spPr>
      </p:sp>
      <p:sp>
        <p:nvSpPr>
          <p:cNvPr id="2680" name="LigandSeek2_vs_LigandSeek1_ellipse_8194">
            <a:extLst>
              <a:ext uri="{FF2B5EF4-FFF2-40B4-BE49-F238E27FC236}">
                <a16:creationId xmlns:a16="http://schemas.microsoft.com/office/drawing/2014/main" id="{7CBBE7E6-E980-441F-B37F-84E749071977}"/>
              </a:ext>
            </a:extLst>
          </p:cNvPr>
          <p:cNvSpPr>
            <a:spLocks noGrp="1"/>
          </p:cNvSpPr>
          <p:nvPr/>
        </p:nvSpPr>
        <p:spPr>
          <a:xfrm>
            <a:off x="4283959" y="1143683"/>
            <a:ext cx="24757" cy="24757"/>
          </a:xfrm>
          <a:prstGeom prst="ellipse">
            <a:avLst/>
          </a:prstGeom>
          <a:solidFill>
            <a:srgbClr val="566AB4">
              <a:alpha val="40000"/>
            </a:srgbClr>
          </a:solidFill>
          <a:ln w="0">
            <a:noFill/>
            <a:prstDash val="solid"/>
          </a:ln>
        </p:spPr>
      </p:sp>
      <p:sp>
        <p:nvSpPr>
          <p:cNvPr id="2681" name="LigandSeek2_vs_LigandSeek1_ellipse_8195">
            <a:extLst>
              <a:ext uri="{FF2B5EF4-FFF2-40B4-BE49-F238E27FC236}">
                <a16:creationId xmlns:a16="http://schemas.microsoft.com/office/drawing/2014/main" id="{8F31D011-897C-42DB-8240-7F0D208863A0}"/>
              </a:ext>
            </a:extLst>
          </p:cNvPr>
          <p:cNvSpPr>
            <a:spLocks noGrp="1"/>
          </p:cNvSpPr>
          <p:nvPr/>
        </p:nvSpPr>
        <p:spPr>
          <a:xfrm>
            <a:off x="4251675" y="845009"/>
            <a:ext cx="24757" cy="24757"/>
          </a:xfrm>
          <a:prstGeom prst="ellipse">
            <a:avLst/>
          </a:prstGeom>
          <a:solidFill>
            <a:srgbClr val="566AB4">
              <a:alpha val="40000"/>
            </a:srgbClr>
          </a:solidFill>
          <a:ln w="0">
            <a:noFill/>
            <a:prstDash val="solid"/>
          </a:ln>
        </p:spPr>
      </p:sp>
      <p:sp>
        <p:nvSpPr>
          <p:cNvPr id="2682" name="LigandSeek2_vs_LigandSeek1_ellipse_8196">
            <a:extLst>
              <a:ext uri="{FF2B5EF4-FFF2-40B4-BE49-F238E27FC236}">
                <a16:creationId xmlns:a16="http://schemas.microsoft.com/office/drawing/2014/main" id="{CE4C1CBC-61EF-4BD6-A91B-2E23F36D3890}"/>
              </a:ext>
            </a:extLst>
          </p:cNvPr>
          <p:cNvSpPr>
            <a:spLocks noGrp="1"/>
          </p:cNvSpPr>
          <p:nvPr/>
        </p:nvSpPr>
        <p:spPr>
          <a:xfrm>
            <a:off x="4257827" y="845009"/>
            <a:ext cx="24757" cy="24757"/>
          </a:xfrm>
          <a:prstGeom prst="ellipse">
            <a:avLst/>
          </a:prstGeom>
          <a:solidFill>
            <a:srgbClr val="566AB4">
              <a:alpha val="40000"/>
            </a:srgbClr>
          </a:solidFill>
          <a:ln w="0">
            <a:noFill/>
            <a:prstDash val="solid"/>
          </a:ln>
        </p:spPr>
      </p:sp>
      <p:sp>
        <p:nvSpPr>
          <p:cNvPr id="2683" name="LigandSeek2_vs_LigandSeek1_ellipse_8197">
            <a:extLst>
              <a:ext uri="{FF2B5EF4-FFF2-40B4-BE49-F238E27FC236}">
                <a16:creationId xmlns:a16="http://schemas.microsoft.com/office/drawing/2014/main" id="{E4CE5ECB-5C7A-4095-8B23-8CD5071F7F4A}"/>
              </a:ext>
            </a:extLst>
          </p:cNvPr>
          <p:cNvSpPr>
            <a:spLocks noGrp="1"/>
          </p:cNvSpPr>
          <p:nvPr/>
        </p:nvSpPr>
        <p:spPr>
          <a:xfrm>
            <a:off x="4275680" y="1573940"/>
            <a:ext cx="24757" cy="24757"/>
          </a:xfrm>
          <a:prstGeom prst="ellipse">
            <a:avLst/>
          </a:prstGeom>
          <a:solidFill>
            <a:srgbClr val="566AB4">
              <a:alpha val="40000"/>
            </a:srgbClr>
          </a:solidFill>
          <a:ln w="0">
            <a:noFill/>
            <a:prstDash val="solid"/>
          </a:ln>
        </p:spPr>
      </p:sp>
      <p:sp>
        <p:nvSpPr>
          <p:cNvPr id="2684" name="LigandSeek2_vs_LigandSeek1_ellipse_8198">
            <a:extLst>
              <a:ext uri="{FF2B5EF4-FFF2-40B4-BE49-F238E27FC236}">
                <a16:creationId xmlns:a16="http://schemas.microsoft.com/office/drawing/2014/main" id="{DB05E820-9A65-4242-9C50-3EB428D034EF}"/>
              </a:ext>
            </a:extLst>
          </p:cNvPr>
          <p:cNvSpPr>
            <a:spLocks noGrp="1"/>
          </p:cNvSpPr>
          <p:nvPr/>
        </p:nvSpPr>
        <p:spPr>
          <a:xfrm>
            <a:off x="4257303" y="897987"/>
            <a:ext cx="24757" cy="24757"/>
          </a:xfrm>
          <a:prstGeom prst="ellipse">
            <a:avLst/>
          </a:prstGeom>
          <a:solidFill>
            <a:srgbClr val="566AB4">
              <a:alpha val="40000"/>
            </a:srgbClr>
          </a:solidFill>
          <a:ln w="0">
            <a:noFill/>
            <a:prstDash val="solid"/>
          </a:ln>
        </p:spPr>
      </p:sp>
      <p:sp>
        <p:nvSpPr>
          <p:cNvPr id="2685" name="LigandSeek2_vs_LigandSeek1_ellipse_8199">
            <a:extLst>
              <a:ext uri="{FF2B5EF4-FFF2-40B4-BE49-F238E27FC236}">
                <a16:creationId xmlns:a16="http://schemas.microsoft.com/office/drawing/2014/main" id="{DBDC6F47-5985-4DFC-BADF-022D10B273CE}"/>
              </a:ext>
            </a:extLst>
          </p:cNvPr>
          <p:cNvSpPr>
            <a:spLocks noGrp="1"/>
          </p:cNvSpPr>
          <p:nvPr/>
        </p:nvSpPr>
        <p:spPr>
          <a:xfrm>
            <a:off x="4242749" y="1890368"/>
            <a:ext cx="24757" cy="24757"/>
          </a:xfrm>
          <a:prstGeom prst="ellipse">
            <a:avLst/>
          </a:prstGeom>
          <a:solidFill>
            <a:srgbClr val="566AB4">
              <a:alpha val="40000"/>
            </a:srgbClr>
          </a:solidFill>
          <a:ln w="0">
            <a:noFill/>
            <a:prstDash val="solid"/>
          </a:ln>
        </p:spPr>
      </p:sp>
      <p:sp>
        <p:nvSpPr>
          <p:cNvPr id="2686" name="LigandSeek2_vs_LigandSeek1_ellipse_8200">
            <a:extLst>
              <a:ext uri="{FF2B5EF4-FFF2-40B4-BE49-F238E27FC236}">
                <a16:creationId xmlns:a16="http://schemas.microsoft.com/office/drawing/2014/main" id="{C3C67230-86B8-4DB7-9CB9-075E702246C6}"/>
              </a:ext>
            </a:extLst>
          </p:cNvPr>
          <p:cNvSpPr>
            <a:spLocks noGrp="1"/>
          </p:cNvSpPr>
          <p:nvPr/>
        </p:nvSpPr>
        <p:spPr>
          <a:xfrm>
            <a:off x="4256027" y="1629028"/>
            <a:ext cx="24757" cy="24757"/>
          </a:xfrm>
          <a:prstGeom prst="ellipse">
            <a:avLst/>
          </a:prstGeom>
          <a:solidFill>
            <a:srgbClr val="566AB4">
              <a:alpha val="40000"/>
            </a:srgbClr>
          </a:solidFill>
          <a:ln w="0">
            <a:noFill/>
            <a:prstDash val="solid"/>
          </a:ln>
        </p:spPr>
      </p:sp>
      <p:sp>
        <p:nvSpPr>
          <p:cNvPr id="2687" name="LigandSeek2_vs_LigandSeek1_ellipse_8201">
            <a:extLst>
              <a:ext uri="{FF2B5EF4-FFF2-40B4-BE49-F238E27FC236}">
                <a16:creationId xmlns:a16="http://schemas.microsoft.com/office/drawing/2014/main" id="{EBE3E377-AAB2-426E-9E2E-E4586133F2D8}"/>
              </a:ext>
            </a:extLst>
          </p:cNvPr>
          <p:cNvSpPr>
            <a:spLocks noGrp="1"/>
          </p:cNvSpPr>
          <p:nvPr/>
        </p:nvSpPr>
        <p:spPr>
          <a:xfrm>
            <a:off x="4217795" y="1599990"/>
            <a:ext cx="24757" cy="24757"/>
          </a:xfrm>
          <a:prstGeom prst="ellipse">
            <a:avLst/>
          </a:prstGeom>
          <a:solidFill>
            <a:srgbClr val="566AB4">
              <a:alpha val="40000"/>
            </a:srgbClr>
          </a:solidFill>
          <a:ln w="0">
            <a:noFill/>
            <a:prstDash val="solid"/>
          </a:ln>
        </p:spPr>
      </p:sp>
      <p:sp>
        <p:nvSpPr>
          <p:cNvPr id="2688" name="LigandSeek2_vs_LigandSeek1_ellipse_8202">
            <a:extLst>
              <a:ext uri="{FF2B5EF4-FFF2-40B4-BE49-F238E27FC236}">
                <a16:creationId xmlns:a16="http://schemas.microsoft.com/office/drawing/2014/main" id="{C039A56C-DF08-4AF6-B057-B515FC390C92}"/>
              </a:ext>
            </a:extLst>
          </p:cNvPr>
          <p:cNvSpPr>
            <a:spLocks noGrp="1"/>
          </p:cNvSpPr>
          <p:nvPr/>
        </p:nvSpPr>
        <p:spPr>
          <a:xfrm>
            <a:off x="4217196" y="1367688"/>
            <a:ext cx="24757" cy="24757"/>
          </a:xfrm>
          <a:prstGeom prst="ellipse">
            <a:avLst/>
          </a:prstGeom>
          <a:solidFill>
            <a:srgbClr val="566AB4">
              <a:alpha val="40000"/>
            </a:srgbClr>
          </a:solidFill>
          <a:ln w="0">
            <a:noFill/>
            <a:prstDash val="solid"/>
          </a:ln>
        </p:spPr>
      </p:sp>
      <p:sp>
        <p:nvSpPr>
          <p:cNvPr id="2689" name="LigandSeek2_vs_LigandSeek1_ellipse_8203">
            <a:extLst>
              <a:ext uri="{FF2B5EF4-FFF2-40B4-BE49-F238E27FC236}">
                <a16:creationId xmlns:a16="http://schemas.microsoft.com/office/drawing/2014/main" id="{E7C3E701-D66D-42A8-87E3-1F9AD7BF0302}"/>
              </a:ext>
            </a:extLst>
          </p:cNvPr>
          <p:cNvSpPr>
            <a:spLocks noGrp="1"/>
          </p:cNvSpPr>
          <p:nvPr/>
        </p:nvSpPr>
        <p:spPr>
          <a:xfrm>
            <a:off x="4274842" y="1741031"/>
            <a:ext cx="24757" cy="24757"/>
          </a:xfrm>
          <a:prstGeom prst="ellipse">
            <a:avLst/>
          </a:prstGeom>
          <a:solidFill>
            <a:srgbClr val="566AB4">
              <a:alpha val="40000"/>
            </a:srgbClr>
          </a:solidFill>
          <a:ln w="0">
            <a:noFill/>
            <a:prstDash val="solid"/>
          </a:ln>
        </p:spPr>
      </p:sp>
      <p:sp>
        <p:nvSpPr>
          <p:cNvPr id="2690" name="LigandSeek2_vs_LigandSeek1_ellipse_8204">
            <a:extLst>
              <a:ext uri="{FF2B5EF4-FFF2-40B4-BE49-F238E27FC236}">
                <a16:creationId xmlns:a16="http://schemas.microsoft.com/office/drawing/2014/main" id="{8D871F06-0200-4675-A6B5-DA714D794663}"/>
              </a:ext>
            </a:extLst>
          </p:cNvPr>
          <p:cNvSpPr>
            <a:spLocks noGrp="1"/>
          </p:cNvSpPr>
          <p:nvPr/>
        </p:nvSpPr>
        <p:spPr>
          <a:xfrm>
            <a:off x="4224515" y="1106349"/>
            <a:ext cx="24757" cy="24757"/>
          </a:xfrm>
          <a:prstGeom prst="ellipse">
            <a:avLst/>
          </a:prstGeom>
          <a:solidFill>
            <a:srgbClr val="566AB4">
              <a:alpha val="40000"/>
            </a:srgbClr>
          </a:solidFill>
          <a:ln w="0">
            <a:noFill/>
            <a:prstDash val="solid"/>
          </a:ln>
        </p:spPr>
      </p:sp>
      <p:sp>
        <p:nvSpPr>
          <p:cNvPr id="2691" name="LigandSeek2_vs_LigandSeek1_ellipse_8205">
            <a:extLst>
              <a:ext uri="{FF2B5EF4-FFF2-40B4-BE49-F238E27FC236}">
                <a16:creationId xmlns:a16="http://schemas.microsoft.com/office/drawing/2014/main" id="{8D7FCAC5-5E2A-4D87-97A7-E442FB3BF961}"/>
              </a:ext>
            </a:extLst>
          </p:cNvPr>
          <p:cNvSpPr>
            <a:spLocks noGrp="1"/>
          </p:cNvSpPr>
          <p:nvPr/>
        </p:nvSpPr>
        <p:spPr>
          <a:xfrm>
            <a:off x="4224570" y="1367688"/>
            <a:ext cx="24757" cy="24757"/>
          </a:xfrm>
          <a:prstGeom prst="ellipse">
            <a:avLst/>
          </a:prstGeom>
          <a:solidFill>
            <a:srgbClr val="566AB4">
              <a:alpha val="40000"/>
            </a:srgbClr>
          </a:solidFill>
          <a:ln w="0">
            <a:noFill/>
            <a:prstDash val="solid"/>
          </a:ln>
        </p:spPr>
      </p:sp>
      <p:sp>
        <p:nvSpPr>
          <p:cNvPr id="2692" name="LigandSeek2_vs_LigandSeek1_ellipse_8206">
            <a:extLst>
              <a:ext uri="{FF2B5EF4-FFF2-40B4-BE49-F238E27FC236}">
                <a16:creationId xmlns:a16="http://schemas.microsoft.com/office/drawing/2014/main" id="{D9DA95FC-6034-464E-813C-8461AA45485C}"/>
              </a:ext>
            </a:extLst>
          </p:cNvPr>
          <p:cNvSpPr>
            <a:spLocks noGrp="1"/>
          </p:cNvSpPr>
          <p:nvPr/>
        </p:nvSpPr>
        <p:spPr>
          <a:xfrm>
            <a:off x="4232564" y="1180395"/>
            <a:ext cx="24757" cy="24757"/>
          </a:xfrm>
          <a:prstGeom prst="ellipse">
            <a:avLst/>
          </a:prstGeom>
          <a:solidFill>
            <a:srgbClr val="566AB4">
              <a:alpha val="40000"/>
            </a:srgbClr>
          </a:solidFill>
          <a:ln w="0">
            <a:noFill/>
            <a:prstDash val="solid"/>
          </a:ln>
        </p:spPr>
      </p:sp>
      <p:sp>
        <p:nvSpPr>
          <p:cNvPr id="2693" name="LigandSeek2_vs_LigandSeek1_ellipse_8207">
            <a:extLst>
              <a:ext uri="{FF2B5EF4-FFF2-40B4-BE49-F238E27FC236}">
                <a16:creationId xmlns:a16="http://schemas.microsoft.com/office/drawing/2014/main" id="{10D9AE31-839D-4CC8-A31A-CBD43ACE46E3}"/>
              </a:ext>
            </a:extLst>
          </p:cNvPr>
          <p:cNvSpPr>
            <a:spLocks noGrp="1"/>
          </p:cNvSpPr>
          <p:nvPr/>
        </p:nvSpPr>
        <p:spPr>
          <a:xfrm>
            <a:off x="4287796" y="845009"/>
            <a:ext cx="24757" cy="24757"/>
          </a:xfrm>
          <a:prstGeom prst="ellipse">
            <a:avLst/>
          </a:prstGeom>
          <a:solidFill>
            <a:srgbClr val="566AB4">
              <a:alpha val="40000"/>
            </a:srgbClr>
          </a:solidFill>
          <a:ln w="0">
            <a:noFill/>
            <a:prstDash val="solid"/>
          </a:ln>
        </p:spPr>
      </p:sp>
      <p:sp>
        <p:nvSpPr>
          <p:cNvPr id="2694" name="LigandSeek2_vs_LigandSeek1_ellipse_8208">
            <a:extLst>
              <a:ext uri="{FF2B5EF4-FFF2-40B4-BE49-F238E27FC236}">
                <a16:creationId xmlns:a16="http://schemas.microsoft.com/office/drawing/2014/main" id="{CF2F0D69-6465-4F5E-953A-C2D41BE0FC6B}"/>
              </a:ext>
            </a:extLst>
          </p:cNvPr>
          <p:cNvSpPr>
            <a:spLocks noGrp="1"/>
          </p:cNvSpPr>
          <p:nvPr/>
        </p:nvSpPr>
        <p:spPr>
          <a:xfrm>
            <a:off x="4238974" y="1396985"/>
            <a:ext cx="24757" cy="24757"/>
          </a:xfrm>
          <a:prstGeom prst="ellipse">
            <a:avLst/>
          </a:prstGeom>
          <a:solidFill>
            <a:srgbClr val="566AB4">
              <a:alpha val="40000"/>
            </a:srgbClr>
          </a:solidFill>
          <a:ln w="0">
            <a:noFill/>
            <a:prstDash val="solid"/>
          </a:ln>
        </p:spPr>
      </p:sp>
      <p:sp>
        <p:nvSpPr>
          <p:cNvPr id="2695" name="LigandSeek2_vs_LigandSeek1_ellipse_8209">
            <a:extLst>
              <a:ext uri="{FF2B5EF4-FFF2-40B4-BE49-F238E27FC236}">
                <a16:creationId xmlns:a16="http://schemas.microsoft.com/office/drawing/2014/main" id="{AF156C03-801E-4BBA-8EF5-6F8FB14AC6C9}"/>
              </a:ext>
            </a:extLst>
          </p:cNvPr>
          <p:cNvSpPr>
            <a:spLocks noGrp="1"/>
          </p:cNvSpPr>
          <p:nvPr/>
        </p:nvSpPr>
        <p:spPr>
          <a:xfrm>
            <a:off x="4218861" y="845009"/>
            <a:ext cx="24757" cy="24757"/>
          </a:xfrm>
          <a:prstGeom prst="ellipse">
            <a:avLst/>
          </a:prstGeom>
          <a:solidFill>
            <a:srgbClr val="566AB4">
              <a:alpha val="40000"/>
            </a:srgbClr>
          </a:solidFill>
          <a:ln w="0">
            <a:noFill/>
            <a:prstDash val="solid"/>
          </a:ln>
        </p:spPr>
      </p:sp>
      <p:sp>
        <p:nvSpPr>
          <p:cNvPr id="2696" name="LigandSeek2_vs_LigandSeek1_ellipse_8210">
            <a:extLst>
              <a:ext uri="{FF2B5EF4-FFF2-40B4-BE49-F238E27FC236}">
                <a16:creationId xmlns:a16="http://schemas.microsoft.com/office/drawing/2014/main" id="{D5AE6802-70FA-4674-94FB-793E349B1029}"/>
              </a:ext>
            </a:extLst>
          </p:cNvPr>
          <p:cNvSpPr>
            <a:spLocks noGrp="1"/>
          </p:cNvSpPr>
          <p:nvPr/>
        </p:nvSpPr>
        <p:spPr>
          <a:xfrm>
            <a:off x="4214441" y="1106349"/>
            <a:ext cx="24757" cy="24757"/>
          </a:xfrm>
          <a:prstGeom prst="ellipse">
            <a:avLst/>
          </a:prstGeom>
          <a:solidFill>
            <a:srgbClr val="566AB4">
              <a:alpha val="40000"/>
            </a:srgbClr>
          </a:solidFill>
          <a:ln w="0">
            <a:noFill/>
            <a:prstDash val="solid"/>
          </a:ln>
        </p:spPr>
      </p:sp>
      <p:sp>
        <p:nvSpPr>
          <p:cNvPr id="2697" name="LigandSeek2_vs_LigandSeek1_ellipse_8211">
            <a:extLst>
              <a:ext uri="{FF2B5EF4-FFF2-40B4-BE49-F238E27FC236}">
                <a16:creationId xmlns:a16="http://schemas.microsoft.com/office/drawing/2014/main" id="{83143CE0-7AB4-4F73-BA13-39B879C0850F}"/>
              </a:ext>
            </a:extLst>
          </p:cNvPr>
          <p:cNvSpPr>
            <a:spLocks noGrp="1"/>
          </p:cNvSpPr>
          <p:nvPr/>
        </p:nvSpPr>
        <p:spPr>
          <a:xfrm>
            <a:off x="4218502" y="1890368"/>
            <a:ext cx="24757" cy="24757"/>
          </a:xfrm>
          <a:prstGeom prst="ellipse">
            <a:avLst/>
          </a:prstGeom>
          <a:solidFill>
            <a:srgbClr val="566AB4">
              <a:alpha val="40000"/>
            </a:srgbClr>
          </a:solidFill>
          <a:ln w="0">
            <a:noFill/>
            <a:prstDash val="solid"/>
          </a:ln>
        </p:spPr>
      </p:sp>
      <p:sp>
        <p:nvSpPr>
          <p:cNvPr id="2698" name="LigandSeek2_vs_LigandSeek1_ellipse_8212">
            <a:extLst>
              <a:ext uri="{FF2B5EF4-FFF2-40B4-BE49-F238E27FC236}">
                <a16:creationId xmlns:a16="http://schemas.microsoft.com/office/drawing/2014/main" id="{209E79FA-290B-4FCB-A22B-7B4A10B3AC1C}"/>
              </a:ext>
            </a:extLst>
          </p:cNvPr>
          <p:cNvSpPr>
            <a:spLocks noGrp="1"/>
          </p:cNvSpPr>
          <p:nvPr/>
        </p:nvSpPr>
        <p:spPr>
          <a:xfrm>
            <a:off x="4286332" y="845009"/>
            <a:ext cx="24757" cy="24757"/>
          </a:xfrm>
          <a:prstGeom prst="ellipse">
            <a:avLst/>
          </a:prstGeom>
          <a:solidFill>
            <a:srgbClr val="566AB4">
              <a:alpha val="40000"/>
            </a:srgbClr>
          </a:solidFill>
          <a:ln w="0">
            <a:noFill/>
            <a:prstDash val="solid"/>
          </a:ln>
        </p:spPr>
      </p:sp>
      <p:sp>
        <p:nvSpPr>
          <p:cNvPr id="2699" name="LigandSeek2_vs_LigandSeek1_ellipse_8213">
            <a:extLst>
              <a:ext uri="{FF2B5EF4-FFF2-40B4-BE49-F238E27FC236}">
                <a16:creationId xmlns:a16="http://schemas.microsoft.com/office/drawing/2014/main" id="{C54D63BF-A315-49EC-8DC1-0F90CA94B9F1}"/>
              </a:ext>
            </a:extLst>
          </p:cNvPr>
          <p:cNvSpPr>
            <a:spLocks noGrp="1"/>
          </p:cNvSpPr>
          <p:nvPr/>
        </p:nvSpPr>
        <p:spPr>
          <a:xfrm>
            <a:off x="4276920" y="1890368"/>
            <a:ext cx="24757" cy="24757"/>
          </a:xfrm>
          <a:prstGeom prst="ellipse">
            <a:avLst/>
          </a:prstGeom>
          <a:solidFill>
            <a:srgbClr val="566AB4">
              <a:alpha val="40000"/>
            </a:srgbClr>
          </a:solidFill>
          <a:ln w="0">
            <a:noFill/>
            <a:prstDash val="solid"/>
          </a:ln>
        </p:spPr>
      </p:sp>
      <p:sp>
        <p:nvSpPr>
          <p:cNvPr id="2700" name="LigandSeek2_vs_LigandSeek1_ellipse_8214">
            <a:extLst>
              <a:ext uri="{FF2B5EF4-FFF2-40B4-BE49-F238E27FC236}">
                <a16:creationId xmlns:a16="http://schemas.microsoft.com/office/drawing/2014/main" id="{71CA516E-E298-44EC-A036-BCC368DD2E28}"/>
              </a:ext>
            </a:extLst>
          </p:cNvPr>
          <p:cNvSpPr>
            <a:spLocks noGrp="1"/>
          </p:cNvSpPr>
          <p:nvPr/>
        </p:nvSpPr>
        <p:spPr>
          <a:xfrm>
            <a:off x="4240881" y="1872945"/>
            <a:ext cx="24757" cy="24757"/>
          </a:xfrm>
          <a:prstGeom prst="ellipse">
            <a:avLst/>
          </a:prstGeom>
          <a:solidFill>
            <a:srgbClr val="566AB4">
              <a:alpha val="40000"/>
            </a:srgbClr>
          </a:solidFill>
          <a:ln w="0">
            <a:noFill/>
            <a:prstDash val="solid"/>
          </a:ln>
        </p:spPr>
      </p:sp>
      <p:sp>
        <p:nvSpPr>
          <p:cNvPr id="2701" name="LigandSeek2_vs_LigandSeek1_ellipse_8215">
            <a:extLst>
              <a:ext uri="{FF2B5EF4-FFF2-40B4-BE49-F238E27FC236}">
                <a16:creationId xmlns:a16="http://schemas.microsoft.com/office/drawing/2014/main" id="{D0FD881E-17F8-4FF9-B427-D74F5F69C36E}"/>
              </a:ext>
            </a:extLst>
          </p:cNvPr>
          <p:cNvSpPr>
            <a:spLocks noGrp="1"/>
          </p:cNvSpPr>
          <p:nvPr/>
        </p:nvSpPr>
        <p:spPr>
          <a:xfrm>
            <a:off x="4278523" y="845009"/>
            <a:ext cx="24757" cy="24757"/>
          </a:xfrm>
          <a:prstGeom prst="ellipse">
            <a:avLst/>
          </a:prstGeom>
          <a:solidFill>
            <a:srgbClr val="566AB4">
              <a:alpha val="40000"/>
            </a:srgbClr>
          </a:solidFill>
          <a:ln w="0">
            <a:noFill/>
            <a:prstDash val="solid"/>
          </a:ln>
        </p:spPr>
      </p:sp>
      <p:sp>
        <p:nvSpPr>
          <p:cNvPr id="2702" name="LigandSeek2_vs_LigandSeek1_ellipse_8216">
            <a:extLst>
              <a:ext uri="{FF2B5EF4-FFF2-40B4-BE49-F238E27FC236}">
                <a16:creationId xmlns:a16="http://schemas.microsoft.com/office/drawing/2014/main" id="{7F0753F2-7C24-499D-9BE5-636C2931834A}"/>
              </a:ext>
            </a:extLst>
          </p:cNvPr>
          <p:cNvSpPr>
            <a:spLocks noGrp="1"/>
          </p:cNvSpPr>
          <p:nvPr/>
        </p:nvSpPr>
        <p:spPr>
          <a:xfrm>
            <a:off x="4256576" y="845009"/>
            <a:ext cx="24757" cy="24757"/>
          </a:xfrm>
          <a:prstGeom prst="ellipse">
            <a:avLst/>
          </a:prstGeom>
          <a:solidFill>
            <a:srgbClr val="566AB4">
              <a:alpha val="40000"/>
            </a:srgbClr>
          </a:solidFill>
          <a:ln w="0">
            <a:noFill/>
            <a:prstDash val="solid"/>
          </a:ln>
        </p:spPr>
      </p:sp>
      <p:sp>
        <p:nvSpPr>
          <p:cNvPr id="2703" name="LigandSeek2_vs_LigandSeek1_ellipse_8217">
            <a:extLst>
              <a:ext uri="{FF2B5EF4-FFF2-40B4-BE49-F238E27FC236}">
                <a16:creationId xmlns:a16="http://schemas.microsoft.com/office/drawing/2014/main" id="{C3056B55-BD0D-4748-838D-BE253477041A}"/>
              </a:ext>
            </a:extLst>
          </p:cNvPr>
          <p:cNvSpPr>
            <a:spLocks noGrp="1"/>
          </p:cNvSpPr>
          <p:nvPr/>
        </p:nvSpPr>
        <p:spPr>
          <a:xfrm>
            <a:off x="4210951" y="1884145"/>
            <a:ext cx="24757" cy="24757"/>
          </a:xfrm>
          <a:prstGeom prst="ellipse">
            <a:avLst/>
          </a:prstGeom>
          <a:solidFill>
            <a:srgbClr val="566AB4">
              <a:alpha val="40000"/>
            </a:srgbClr>
          </a:solidFill>
          <a:ln w="0">
            <a:noFill/>
            <a:prstDash val="solid"/>
          </a:ln>
        </p:spPr>
      </p:sp>
      <p:sp>
        <p:nvSpPr>
          <p:cNvPr id="2704" name="LigandSeek2_vs_LigandSeek1_ellipse_8218">
            <a:extLst>
              <a:ext uri="{FF2B5EF4-FFF2-40B4-BE49-F238E27FC236}">
                <a16:creationId xmlns:a16="http://schemas.microsoft.com/office/drawing/2014/main" id="{FC4BAD98-F6D4-483C-BABD-AFB445BFC3CA}"/>
              </a:ext>
            </a:extLst>
          </p:cNvPr>
          <p:cNvSpPr>
            <a:spLocks noGrp="1"/>
          </p:cNvSpPr>
          <p:nvPr/>
        </p:nvSpPr>
        <p:spPr>
          <a:xfrm>
            <a:off x="4247194" y="1541915"/>
            <a:ext cx="24757" cy="24757"/>
          </a:xfrm>
          <a:prstGeom prst="ellipse">
            <a:avLst/>
          </a:prstGeom>
          <a:solidFill>
            <a:srgbClr val="566AB4">
              <a:alpha val="40000"/>
            </a:srgbClr>
          </a:solidFill>
          <a:ln w="0">
            <a:noFill/>
            <a:prstDash val="solid"/>
          </a:ln>
        </p:spPr>
      </p:sp>
      <p:sp>
        <p:nvSpPr>
          <p:cNvPr id="2705" name="LigandSeek2_vs_LigandSeek1_ellipse_8219">
            <a:extLst>
              <a:ext uri="{FF2B5EF4-FFF2-40B4-BE49-F238E27FC236}">
                <a16:creationId xmlns:a16="http://schemas.microsoft.com/office/drawing/2014/main" id="{E870ED8A-90A4-482A-A106-0FC728E1CAAC}"/>
              </a:ext>
            </a:extLst>
          </p:cNvPr>
          <p:cNvSpPr>
            <a:spLocks noGrp="1"/>
          </p:cNvSpPr>
          <p:nvPr/>
        </p:nvSpPr>
        <p:spPr>
          <a:xfrm>
            <a:off x="4260629" y="845009"/>
            <a:ext cx="24757" cy="24757"/>
          </a:xfrm>
          <a:prstGeom prst="ellipse">
            <a:avLst/>
          </a:prstGeom>
          <a:solidFill>
            <a:srgbClr val="566AB4">
              <a:alpha val="40000"/>
            </a:srgbClr>
          </a:solidFill>
          <a:ln w="0">
            <a:noFill/>
            <a:prstDash val="solid"/>
          </a:ln>
        </p:spPr>
      </p:sp>
      <p:sp>
        <p:nvSpPr>
          <p:cNvPr id="2706" name="LigandSeek2_vs_LigandSeek1_ellipse_8220">
            <a:extLst>
              <a:ext uri="{FF2B5EF4-FFF2-40B4-BE49-F238E27FC236}">
                <a16:creationId xmlns:a16="http://schemas.microsoft.com/office/drawing/2014/main" id="{0A245BDF-1A09-4045-9F97-47132837D7BB}"/>
              </a:ext>
            </a:extLst>
          </p:cNvPr>
          <p:cNvSpPr>
            <a:spLocks noGrp="1"/>
          </p:cNvSpPr>
          <p:nvPr/>
        </p:nvSpPr>
        <p:spPr>
          <a:xfrm>
            <a:off x="4246905" y="845009"/>
            <a:ext cx="24757" cy="24757"/>
          </a:xfrm>
          <a:prstGeom prst="ellipse">
            <a:avLst/>
          </a:prstGeom>
          <a:solidFill>
            <a:srgbClr val="566AB4">
              <a:alpha val="40000"/>
            </a:srgbClr>
          </a:solidFill>
          <a:ln w="0">
            <a:noFill/>
            <a:prstDash val="solid"/>
          </a:ln>
        </p:spPr>
      </p:sp>
      <p:sp>
        <p:nvSpPr>
          <p:cNvPr id="2707" name="LigandSeek2_vs_LigandSeek1_ellipse_8221">
            <a:extLst>
              <a:ext uri="{FF2B5EF4-FFF2-40B4-BE49-F238E27FC236}">
                <a16:creationId xmlns:a16="http://schemas.microsoft.com/office/drawing/2014/main" id="{462837E4-7438-4103-97E7-6868716D961C}"/>
              </a:ext>
            </a:extLst>
          </p:cNvPr>
          <p:cNvSpPr>
            <a:spLocks noGrp="1"/>
          </p:cNvSpPr>
          <p:nvPr/>
        </p:nvSpPr>
        <p:spPr>
          <a:xfrm>
            <a:off x="4223603" y="845009"/>
            <a:ext cx="24757" cy="24757"/>
          </a:xfrm>
          <a:prstGeom prst="ellipse">
            <a:avLst/>
          </a:prstGeom>
          <a:solidFill>
            <a:srgbClr val="566AB4">
              <a:alpha val="40000"/>
            </a:srgbClr>
          </a:solidFill>
          <a:ln w="0">
            <a:noFill/>
            <a:prstDash val="solid"/>
          </a:ln>
        </p:spPr>
      </p:sp>
      <p:sp>
        <p:nvSpPr>
          <p:cNvPr id="2708" name="LigandSeek2_vs_LigandSeek1_ellipse_8222">
            <a:extLst>
              <a:ext uri="{FF2B5EF4-FFF2-40B4-BE49-F238E27FC236}">
                <a16:creationId xmlns:a16="http://schemas.microsoft.com/office/drawing/2014/main" id="{F87AE7E6-F5A9-4034-9707-F10FD690F4B5}"/>
              </a:ext>
            </a:extLst>
          </p:cNvPr>
          <p:cNvSpPr>
            <a:spLocks noGrp="1"/>
          </p:cNvSpPr>
          <p:nvPr/>
        </p:nvSpPr>
        <p:spPr>
          <a:xfrm>
            <a:off x="4248195" y="1890368"/>
            <a:ext cx="24757" cy="24757"/>
          </a:xfrm>
          <a:prstGeom prst="ellipse">
            <a:avLst/>
          </a:prstGeom>
          <a:solidFill>
            <a:srgbClr val="566AB4">
              <a:alpha val="40000"/>
            </a:srgbClr>
          </a:solidFill>
          <a:ln w="0">
            <a:noFill/>
            <a:prstDash val="solid"/>
          </a:ln>
        </p:spPr>
      </p:sp>
      <p:sp>
        <p:nvSpPr>
          <p:cNvPr id="2709" name="LigandSeek2_vs_LigandSeek1_ellipse_8223">
            <a:extLst>
              <a:ext uri="{FF2B5EF4-FFF2-40B4-BE49-F238E27FC236}">
                <a16:creationId xmlns:a16="http://schemas.microsoft.com/office/drawing/2014/main" id="{42920271-4F21-4000-AE7C-558D82D798BA}"/>
              </a:ext>
            </a:extLst>
          </p:cNvPr>
          <p:cNvSpPr>
            <a:spLocks noGrp="1"/>
          </p:cNvSpPr>
          <p:nvPr/>
        </p:nvSpPr>
        <p:spPr>
          <a:xfrm>
            <a:off x="4266981" y="845009"/>
            <a:ext cx="24757" cy="24757"/>
          </a:xfrm>
          <a:prstGeom prst="ellipse">
            <a:avLst/>
          </a:prstGeom>
          <a:solidFill>
            <a:srgbClr val="566AB4">
              <a:alpha val="40000"/>
            </a:srgbClr>
          </a:solidFill>
          <a:ln w="0">
            <a:noFill/>
            <a:prstDash val="solid"/>
          </a:ln>
        </p:spPr>
      </p:sp>
      <p:sp>
        <p:nvSpPr>
          <p:cNvPr id="2710" name="LigandSeek2_vs_LigandSeek1_ellipse_8224">
            <a:extLst>
              <a:ext uri="{FF2B5EF4-FFF2-40B4-BE49-F238E27FC236}">
                <a16:creationId xmlns:a16="http://schemas.microsoft.com/office/drawing/2014/main" id="{D8B1163C-97DF-410B-A6A7-80B1B9F05C9D}"/>
              </a:ext>
            </a:extLst>
          </p:cNvPr>
          <p:cNvSpPr>
            <a:spLocks noGrp="1"/>
          </p:cNvSpPr>
          <p:nvPr/>
        </p:nvSpPr>
        <p:spPr>
          <a:xfrm>
            <a:off x="4242728" y="1600958"/>
            <a:ext cx="24757" cy="24757"/>
          </a:xfrm>
          <a:prstGeom prst="ellipse">
            <a:avLst/>
          </a:prstGeom>
          <a:solidFill>
            <a:srgbClr val="566AB4">
              <a:alpha val="40000"/>
            </a:srgbClr>
          </a:solidFill>
          <a:ln w="0">
            <a:noFill/>
            <a:prstDash val="solid"/>
          </a:ln>
        </p:spPr>
      </p:sp>
      <p:sp>
        <p:nvSpPr>
          <p:cNvPr id="2711" name="LigandSeek2_vs_LigandSeek1_ellipse_8225">
            <a:extLst>
              <a:ext uri="{FF2B5EF4-FFF2-40B4-BE49-F238E27FC236}">
                <a16:creationId xmlns:a16="http://schemas.microsoft.com/office/drawing/2014/main" id="{C085A747-1797-4AE8-9FE1-872A028EBF9F}"/>
              </a:ext>
            </a:extLst>
          </p:cNvPr>
          <p:cNvSpPr>
            <a:spLocks noGrp="1"/>
          </p:cNvSpPr>
          <p:nvPr/>
        </p:nvSpPr>
        <p:spPr>
          <a:xfrm>
            <a:off x="4216083" y="1529156"/>
            <a:ext cx="24757" cy="24757"/>
          </a:xfrm>
          <a:prstGeom prst="ellipse">
            <a:avLst/>
          </a:prstGeom>
          <a:solidFill>
            <a:srgbClr val="566AB4">
              <a:alpha val="40000"/>
            </a:srgbClr>
          </a:solidFill>
          <a:ln w="0">
            <a:noFill/>
            <a:prstDash val="solid"/>
          </a:ln>
        </p:spPr>
      </p:sp>
      <p:sp>
        <p:nvSpPr>
          <p:cNvPr id="2712" name="LigandSeek2_vs_LigandSeek1_ellipse_8226">
            <a:extLst>
              <a:ext uri="{FF2B5EF4-FFF2-40B4-BE49-F238E27FC236}">
                <a16:creationId xmlns:a16="http://schemas.microsoft.com/office/drawing/2014/main" id="{EB250D1A-F50B-4EA6-8A9F-5B3B602ABAC5}"/>
              </a:ext>
            </a:extLst>
          </p:cNvPr>
          <p:cNvSpPr>
            <a:spLocks noGrp="1"/>
          </p:cNvSpPr>
          <p:nvPr/>
        </p:nvSpPr>
        <p:spPr>
          <a:xfrm>
            <a:off x="4209838" y="1817193"/>
            <a:ext cx="24757" cy="24757"/>
          </a:xfrm>
          <a:prstGeom prst="ellipse">
            <a:avLst/>
          </a:prstGeom>
          <a:solidFill>
            <a:srgbClr val="566AB4">
              <a:alpha val="40000"/>
            </a:srgbClr>
          </a:solidFill>
          <a:ln w="0">
            <a:noFill/>
            <a:prstDash val="solid"/>
          </a:ln>
        </p:spPr>
      </p:sp>
      <p:sp>
        <p:nvSpPr>
          <p:cNvPr id="2713" name="LigandSeek2_vs_LigandSeek1_ellipse_8227">
            <a:extLst>
              <a:ext uri="{FF2B5EF4-FFF2-40B4-BE49-F238E27FC236}">
                <a16:creationId xmlns:a16="http://schemas.microsoft.com/office/drawing/2014/main" id="{DB838031-242A-4C61-AC22-F41B2CF95DD2}"/>
              </a:ext>
            </a:extLst>
          </p:cNvPr>
          <p:cNvSpPr>
            <a:spLocks noGrp="1"/>
          </p:cNvSpPr>
          <p:nvPr/>
        </p:nvSpPr>
        <p:spPr>
          <a:xfrm>
            <a:off x="4215777" y="1890368"/>
            <a:ext cx="24757" cy="24757"/>
          </a:xfrm>
          <a:prstGeom prst="ellipse">
            <a:avLst/>
          </a:prstGeom>
          <a:solidFill>
            <a:srgbClr val="566AB4">
              <a:alpha val="40000"/>
            </a:srgbClr>
          </a:solidFill>
          <a:ln w="0">
            <a:noFill/>
            <a:prstDash val="solid"/>
          </a:ln>
        </p:spPr>
      </p:sp>
      <p:sp>
        <p:nvSpPr>
          <p:cNvPr id="2714" name="LigandSeek2_vs_LigandSeek1_ellipse_8228">
            <a:extLst>
              <a:ext uri="{FF2B5EF4-FFF2-40B4-BE49-F238E27FC236}">
                <a16:creationId xmlns:a16="http://schemas.microsoft.com/office/drawing/2014/main" id="{70081B12-7161-42D8-B551-178417FCBE69}"/>
              </a:ext>
            </a:extLst>
          </p:cNvPr>
          <p:cNvSpPr>
            <a:spLocks noGrp="1"/>
          </p:cNvSpPr>
          <p:nvPr/>
        </p:nvSpPr>
        <p:spPr>
          <a:xfrm>
            <a:off x="4287235" y="1890368"/>
            <a:ext cx="24757" cy="24757"/>
          </a:xfrm>
          <a:prstGeom prst="ellipse">
            <a:avLst/>
          </a:prstGeom>
          <a:solidFill>
            <a:srgbClr val="566AB4">
              <a:alpha val="40000"/>
            </a:srgbClr>
          </a:solidFill>
          <a:ln w="0">
            <a:noFill/>
            <a:prstDash val="solid"/>
          </a:ln>
        </p:spPr>
      </p:sp>
      <p:sp>
        <p:nvSpPr>
          <p:cNvPr id="2715" name="LigandSeek2_vs_LigandSeek1_ellipse_8229">
            <a:extLst>
              <a:ext uri="{FF2B5EF4-FFF2-40B4-BE49-F238E27FC236}">
                <a16:creationId xmlns:a16="http://schemas.microsoft.com/office/drawing/2014/main" id="{C57BFB41-BA97-4F29-8DD7-AC750822DF24}"/>
              </a:ext>
            </a:extLst>
          </p:cNvPr>
          <p:cNvSpPr>
            <a:spLocks noGrp="1"/>
          </p:cNvSpPr>
          <p:nvPr/>
        </p:nvSpPr>
        <p:spPr>
          <a:xfrm>
            <a:off x="4243213" y="845009"/>
            <a:ext cx="24757" cy="24757"/>
          </a:xfrm>
          <a:prstGeom prst="ellipse">
            <a:avLst/>
          </a:prstGeom>
          <a:solidFill>
            <a:srgbClr val="566AB4">
              <a:alpha val="40000"/>
            </a:srgbClr>
          </a:solidFill>
          <a:ln w="0">
            <a:noFill/>
            <a:prstDash val="solid"/>
          </a:ln>
        </p:spPr>
      </p:sp>
      <p:sp>
        <p:nvSpPr>
          <p:cNvPr id="2716" name="LigandSeek2_vs_LigandSeek1_ellipse_8230">
            <a:extLst>
              <a:ext uri="{FF2B5EF4-FFF2-40B4-BE49-F238E27FC236}">
                <a16:creationId xmlns:a16="http://schemas.microsoft.com/office/drawing/2014/main" id="{EFF68209-61C5-415C-9C43-9E6D6D64D7A3}"/>
              </a:ext>
            </a:extLst>
          </p:cNvPr>
          <p:cNvSpPr>
            <a:spLocks noGrp="1"/>
          </p:cNvSpPr>
          <p:nvPr/>
        </p:nvSpPr>
        <p:spPr>
          <a:xfrm>
            <a:off x="4212522" y="845009"/>
            <a:ext cx="24757" cy="24757"/>
          </a:xfrm>
          <a:prstGeom prst="ellipse">
            <a:avLst/>
          </a:prstGeom>
          <a:solidFill>
            <a:srgbClr val="566AB4">
              <a:alpha val="40000"/>
            </a:srgbClr>
          </a:solidFill>
          <a:ln w="0">
            <a:noFill/>
            <a:prstDash val="solid"/>
          </a:ln>
        </p:spPr>
      </p:sp>
      <p:sp>
        <p:nvSpPr>
          <p:cNvPr id="2717" name="LigandSeek2_vs_LigandSeek1_ellipse_8231">
            <a:extLst>
              <a:ext uri="{FF2B5EF4-FFF2-40B4-BE49-F238E27FC236}">
                <a16:creationId xmlns:a16="http://schemas.microsoft.com/office/drawing/2014/main" id="{B68FF635-88F8-4806-863B-5D982F33DD55}"/>
              </a:ext>
            </a:extLst>
          </p:cNvPr>
          <p:cNvSpPr>
            <a:spLocks noGrp="1"/>
          </p:cNvSpPr>
          <p:nvPr/>
        </p:nvSpPr>
        <p:spPr>
          <a:xfrm>
            <a:off x="4240861" y="845009"/>
            <a:ext cx="24757" cy="24757"/>
          </a:xfrm>
          <a:prstGeom prst="ellipse">
            <a:avLst/>
          </a:prstGeom>
          <a:solidFill>
            <a:srgbClr val="566AB4">
              <a:alpha val="40000"/>
            </a:srgbClr>
          </a:solidFill>
          <a:ln w="0">
            <a:noFill/>
            <a:prstDash val="solid"/>
          </a:ln>
        </p:spPr>
      </p:sp>
      <p:sp>
        <p:nvSpPr>
          <p:cNvPr id="2718" name="LigandSeek2_vs_LigandSeek1_ellipse_8232">
            <a:extLst>
              <a:ext uri="{FF2B5EF4-FFF2-40B4-BE49-F238E27FC236}">
                <a16:creationId xmlns:a16="http://schemas.microsoft.com/office/drawing/2014/main" id="{7ED4B21C-29CC-4289-A648-F7E2F689222F}"/>
              </a:ext>
            </a:extLst>
          </p:cNvPr>
          <p:cNvSpPr>
            <a:spLocks noGrp="1"/>
          </p:cNvSpPr>
          <p:nvPr/>
        </p:nvSpPr>
        <p:spPr>
          <a:xfrm>
            <a:off x="4293273" y="1716141"/>
            <a:ext cx="24757" cy="24757"/>
          </a:xfrm>
          <a:prstGeom prst="ellipse">
            <a:avLst/>
          </a:prstGeom>
          <a:solidFill>
            <a:srgbClr val="566AB4">
              <a:alpha val="40000"/>
            </a:srgbClr>
          </a:solidFill>
          <a:ln w="0">
            <a:noFill/>
            <a:prstDash val="solid"/>
          </a:ln>
        </p:spPr>
      </p:sp>
      <p:sp>
        <p:nvSpPr>
          <p:cNvPr id="2719" name="LigandSeek2_vs_LigandSeek1_ellipse_8233">
            <a:extLst>
              <a:ext uri="{FF2B5EF4-FFF2-40B4-BE49-F238E27FC236}">
                <a16:creationId xmlns:a16="http://schemas.microsoft.com/office/drawing/2014/main" id="{D6A68F54-3B3E-44BC-AF2F-E37E80D2E0F5}"/>
              </a:ext>
            </a:extLst>
          </p:cNvPr>
          <p:cNvSpPr>
            <a:spLocks noGrp="1"/>
          </p:cNvSpPr>
          <p:nvPr/>
        </p:nvSpPr>
        <p:spPr>
          <a:xfrm>
            <a:off x="4238244" y="1669681"/>
            <a:ext cx="24757" cy="24757"/>
          </a:xfrm>
          <a:prstGeom prst="ellipse">
            <a:avLst/>
          </a:prstGeom>
          <a:solidFill>
            <a:srgbClr val="566AB4">
              <a:alpha val="40000"/>
            </a:srgbClr>
          </a:solidFill>
          <a:ln w="0">
            <a:noFill/>
            <a:prstDash val="solid"/>
          </a:ln>
        </p:spPr>
      </p:sp>
      <p:sp>
        <p:nvSpPr>
          <p:cNvPr id="2720" name="LigandSeek2_vs_LigandSeek1_ellipse_8234">
            <a:extLst>
              <a:ext uri="{FF2B5EF4-FFF2-40B4-BE49-F238E27FC236}">
                <a16:creationId xmlns:a16="http://schemas.microsoft.com/office/drawing/2014/main" id="{72AE31E5-FE08-478A-A334-FC6424F5677C}"/>
              </a:ext>
            </a:extLst>
          </p:cNvPr>
          <p:cNvSpPr>
            <a:spLocks noGrp="1"/>
          </p:cNvSpPr>
          <p:nvPr/>
        </p:nvSpPr>
        <p:spPr>
          <a:xfrm>
            <a:off x="4225809" y="1454802"/>
            <a:ext cx="24757" cy="24757"/>
          </a:xfrm>
          <a:prstGeom prst="ellipse">
            <a:avLst/>
          </a:prstGeom>
          <a:solidFill>
            <a:srgbClr val="566AB4">
              <a:alpha val="40000"/>
            </a:srgbClr>
          </a:solidFill>
          <a:ln w="0">
            <a:noFill/>
            <a:prstDash val="solid"/>
          </a:ln>
        </p:spPr>
      </p:sp>
      <p:sp>
        <p:nvSpPr>
          <p:cNvPr id="2721" name="LigandSeek2_vs_LigandSeek1_ellipse_8235">
            <a:extLst>
              <a:ext uri="{FF2B5EF4-FFF2-40B4-BE49-F238E27FC236}">
                <a16:creationId xmlns:a16="http://schemas.microsoft.com/office/drawing/2014/main" id="{E66EA704-B133-42FC-ABA6-CCC5F6275B9A}"/>
              </a:ext>
            </a:extLst>
          </p:cNvPr>
          <p:cNvSpPr>
            <a:spLocks noGrp="1"/>
          </p:cNvSpPr>
          <p:nvPr/>
        </p:nvSpPr>
        <p:spPr>
          <a:xfrm>
            <a:off x="4222592" y="1193462"/>
            <a:ext cx="24757" cy="24757"/>
          </a:xfrm>
          <a:prstGeom prst="ellipse">
            <a:avLst/>
          </a:prstGeom>
          <a:solidFill>
            <a:srgbClr val="566AB4">
              <a:alpha val="40000"/>
            </a:srgbClr>
          </a:solidFill>
          <a:ln w="0">
            <a:noFill/>
            <a:prstDash val="solid"/>
          </a:ln>
        </p:spPr>
      </p:sp>
      <p:sp>
        <p:nvSpPr>
          <p:cNvPr id="2722" name="LigandSeek2_vs_LigandSeek1_ellipse_8236">
            <a:extLst>
              <a:ext uri="{FF2B5EF4-FFF2-40B4-BE49-F238E27FC236}">
                <a16:creationId xmlns:a16="http://schemas.microsoft.com/office/drawing/2014/main" id="{E99D702C-C959-4597-BC5F-7CB353226D07}"/>
              </a:ext>
            </a:extLst>
          </p:cNvPr>
          <p:cNvSpPr>
            <a:spLocks noGrp="1"/>
          </p:cNvSpPr>
          <p:nvPr/>
        </p:nvSpPr>
        <p:spPr>
          <a:xfrm>
            <a:off x="4235881" y="1263153"/>
            <a:ext cx="24757" cy="24757"/>
          </a:xfrm>
          <a:prstGeom prst="ellipse">
            <a:avLst/>
          </a:prstGeom>
          <a:solidFill>
            <a:srgbClr val="566AB4">
              <a:alpha val="40000"/>
            </a:srgbClr>
          </a:solidFill>
          <a:ln w="0">
            <a:noFill/>
            <a:prstDash val="solid"/>
          </a:ln>
        </p:spPr>
      </p:sp>
      <p:sp>
        <p:nvSpPr>
          <p:cNvPr id="2723" name="LigandSeek2_vs_LigandSeek1_ellipse_8237">
            <a:extLst>
              <a:ext uri="{FF2B5EF4-FFF2-40B4-BE49-F238E27FC236}">
                <a16:creationId xmlns:a16="http://schemas.microsoft.com/office/drawing/2014/main" id="{F0CD0950-9CCA-4AD1-AE77-C2E46B3CB53D}"/>
              </a:ext>
            </a:extLst>
          </p:cNvPr>
          <p:cNvSpPr>
            <a:spLocks noGrp="1"/>
          </p:cNvSpPr>
          <p:nvPr/>
        </p:nvSpPr>
        <p:spPr>
          <a:xfrm>
            <a:off x="4229655" y="1890368"/>
            <a:ext cx="24757" cy="24757"/>
          </a:xfrm>
          <a:prstGeom prst="ellipse">
            <a:avLst/>
          </a:prstGeom>
          <a:solidFill>
            <a:srgbClr val="566AB4">
              <a:alpha val="40000"/>
            </a:srgbClr>
          </a:solidFill>
          <a:ln w="0">
            <a:noFill/>
            <a:prstDash val="solid"/>
          </a:ln>
        </p:spPr>
      </p:sp>
      <p:sp>
        <p:nvSpPr>
          <p:cNvPr id="2724" name="LigandSeek2_vs_LigandSeek1_ellipse_8238">
            <a:extLst>
              <a:ext uri="{FF2B5EF4-FFF2-40B4-BE49-F238E27FC236}">
                <a16:creationId xmlns:a16="http://schemas.microsoft.com/office/drawing/2014/main" id="{726BF91E-B585-42B8-8094-67F74BEC557E}"/>
              </a:ext>
            </a:extLst>
          </p:cNvPr>
          <p:cNvSpPr>
            <a:spLocks noGrp="1"/>
          </p:cNvSpPr>
          <p:nvPr/>
        </p:nvSpPr>
        <p:spPr>
          <a:xfrm>
            <a:off x="4271458" y="845009"/>
            <a:ext cx="24757" cy="24757"/>
          </a:xfrm>
          <a:prstGeom prst="ellipse">
            <a:avLst/>
          </a:prstGeom>
          <a:solidFill>
            <a:srgbClr val="566AB4">
              <a:alpha val="40000"/>
            </a:srgbClr>
          </a:solidFill>
          <a:ln w="0">
            <a:noFill/>
            <a:prstDash val="solid"/>
          </a:ln>
        </p:spPr>
      </p:sp>
      <p:sp>
        <p:nvSpPr>
          <p:cNvPr id="2725" name="LigandSeek2_vs_LigandSeek1_ellipse_8239">
            <a:extLst>
              <a:ext uri="{FF2B5EF4-FFF2-40B4-BE49-F238E27FC236}">
                <a16:creationId xmlns:a16="http://schemas.microsoft.com/office/drawing/2014/main" id="{815313CA-76D6-4ACB-9B8A-8906594FCCFA}"/>
              </a:ext>
            </a:extLst>
          </p:cNvPr>
          <p:cNvSpPr>
            <a:spLocks noGrp="1"/>
          </p:cNvSpPr>
          <p:nvPr/>
        </p:nvSpPr>
        <p:spPr>
          <a:xfrm>
            <a:off x="4271119" y="1269375"/>
            <a:ext cx="24757" cy="24757"/>
          </a:xfrm>
          <a:prstGeom prst="ellipse">
            <a:avLst/>
          </a:prstGeom>
          <a:solidFill>
            <a:srgbClr val="566AB4">
              <a:alpha val="40000"/>
            </a:srgbClr>
          </a:solidFill>
          <a:ln w="0">
            <a:noFill/>
            <a:prstDash val="solid"/>
          </a:ln>
        </p:spPr>
      </p:sp>
      <p:sp>
        <p:nvSpPr>
          <p:cNvPr id="2726" name="LigandSeek2_vs_LigandSeek1_ellipse_8240">
            <a:extLst>
              <a:ext uri="{FF2B5EF4-FFF2-40B4-BE49-F238E27FC236}">
                <a16:creationId xmlns:a16="http://schemas.microsoft.com/office/drawing/2014/main" id="{91F939B2-D911-4E60-A28D-C9E936E62BCC}"/>
              </a:ext>
            </a:extLst>
          </p:cNvPr>
          <p:cNvSpPr>
            <a:spLocks noGrp="1"/>
          </p:cNvSpPr>
          <p:nvPr/>
        </p:nvSpPr>
        <p:spPr>
          <a:xfrm>
            <a:off x="4212754" y="845009"/>
            <a:ext cx="24757" cy="24757"/>
          </a:xfrm>
          <a:prstGeom prst="ellipse">
            <a:avLst/>
          </a:prstGeom>
          <a:solidFill>
            <a:srgbClr val="566AB4">
              <a:alpha val="40000"/>
            </a:srgbClr>
          </a:solidFill>
          <a:ln w="0">
            <a:noFill/>
            <a:prstDash val="solid"/>
          </a:ln>
        </p:spPr>
      </p:sp>
      <p:sp>
        <p:nvSpPr>
          <p:cNvPr id="2727" name="LigandSeek2_vs_LigandSeek1_ellipse_8241">
            <a:extLst>
              <a:ext uri="{FF2B5EF4-FFF2-40B4-BE49-F238E27FC236}">
                <a16:creationId xmlns:a16="http://schemas.microsoft.com/office/drawing/2014/main" id="{A7EF2DE3-3FAE-4C29-BDB1-9F5D72C22C57}"/>
              </a:ext>
            </a:extLst>
          </p:cNvPr>
          <p:cNvSpPr>
            <a:spLocks noGrp="1"/>
          </p:cNvSpPr>
          <p:nvPr/>
        </p:nvSpPr>
        <p:spPr>
          <a:xfrm>
            <a:off x="4235257" y="1629028"/>
            <a:ext cx="24757" cy="24757"/>
          </a:xfrm>
          <a:prstGeom prst="ellipse">
            <a:avLst/>
          </a:prstGeom>
          <a:solidFill>
            <a:srgbClr val="566AB4">
              <a:alpha val="40000"/>
            </a:srgbClr>
          </a:solidFill>
          <a:ln w="0">
            <a:noFill/>
            <a:prstDash val="solid"/>
          </a:ln>
        </p:spPr>
      </p:sp>
      <p:sp>
        <p:nvSpPr>
          <p:cNvPr id="2728" name="LigandSeek2_vs_LigandSeek1_ellipse_8242">
            <a:extLst>
              <a:ext uri="{FF2B5EF4-FFF2-40B4-BE49-F238E27FC236}">
                <a16:creationId xmlns:a16="http://schemas.microsoft.com/office/drawing/2014/main" id="{492C1BD6-9A1A-4BB2-B220-B01D9667F2F4}"/>
              </a:ext>
            </a:extLst>
          </p:cNvPr>
          <p:cNvSpPr>
            <a:spLocks noGrp="1"/>
          </p:cNvSpPr>
          <p:nvPr/>
        </p:nvSpPr>
        <p:spPr>
          <a:xfrm>
            <a:off x="4225677" y="1367688"/>
            <a:ext cx="24757" cy="24757"/>
          </a:xfrm>
          <a:prstGeom prst="ellipse">
            <a:avLst/>
          </a:prstGeom>
          <a:solidFill>
            <a:srgbClr val="566AB4">
              <a:alpha val="40000"/>
            </a:srgbClr>
          </a:solidFill>
          <a:ln w="0">
            <a:noFill/>
            <a:prstDash val="solid"/>
          </a:ln>
        </p:spPr>
      </p:sp>
      <p:sp>
        <p:nvSpPr>
          <p:cNvPr id="2729" name="LigandSeek2_vs_LigandSeek1_ellipse_8243">
            <a:extLst>
              <a:ext uri="{FF2B5EF4-FFF2-40B4-BE49-F238E27FC236}">
                <a16:creationId xmlns:a16="http://schemas.microsoft.com/office/drawing/2014/main" id="{54A858D1-FFAC-4B0E-A946-09EF89232048}"/>
              </a:ext>
            </a:extLst>
          </p:cNvPr>
          <p:cNvSpPr>
            <a:spLocks noGrp="1"/>
          </p:cNvSpPr>
          <p:nvPr/>
        </p:nvSpPr>
        <p:spPr>
          <a:xfrm>
            <a:off x="4282913" y="1815699"/>
            <a:ext cx="24757" cy="24757"/>
          </a:xfrm>
          <a:prstGeom prst="ellipse">
            <a:avLst/>
          </a:prstGeom>
          <a:solidFill>
            <a:srgbClr val="566AB4">
              <a:alpha val="40000"/>
            </a:srgbClr>
          </a:solidFill>
          <a:ln w="0">
            <a:noFill/>
            <a:prstDash val="solid"/>
          </a:ln>
        </p:spPr>
      </p:sp>
      <p:sp>
        <p:nvSpPr>
          <p:cNvPr id="2730" name="LigandSeek2_vs_LigandSeek1_ellipse_8244">
            <a:extLst>
              <a:ext uri="{FF2B5EF4-FFF2-40B4-BE49-F238E27FC236}">
                <a16:creationId xmlns:a16="http://schemas.microsoft.com/office/drawing/2014/main" id="{71B7F181-CC11-47D5-954E-25F6F43D6D0B}"/>
              </a:ext>
            </a:extLst>
          </p:cNvPr>
          <p:cNvSpPr>
            <a:spLocks noGrp="1"/>
          </p:cNvSpPr>
          <p:nvPr/>
        </p:nvSpPr>
        <p:spPr>
          <a:xfrm>
            <a:off x="4874284" y="845009"/>
            <a:ext cx="24757" cy="24757"/>
          </a:xfrm>
          <a:prstGeom prst="ellipse">
            <a:avLst/>
          </a:prstGeom>
          <a:solidFill>
            <a:srgbClr val="566AB4">
              <a:alpha val="40000"/>
            </a:srgbClr>
          </a:solidFill>
          <a:ln w="0">
            <a:noFill/>
            <a:prstDash val="solid"/>
          </a:ln>
        </p:spPr>
      </p:sp>
      <p:sp>
        <p:nvSpPr>
          <p:cNvPr id="2731" name="LigandSeek2_vs_LigandSeek1_ellipse_8245">
            <a:extLst>
              <a:ext uri="{FF2B5EF4-FFF2-40B4-BE49-F238E27FC236}">
                <a16:creationId xmlns:a16="http://schemas.microsoft.com/office/drawing/2014/main" id="{A3B38794-8437-4370-81FA-EA74D4A5174C}"/>
              </a:ext>
            </a:extLst>
          </p:cNvPr>
          <p:cNvSpPr>
            <a:spLocks noGrp="1"/>
          </p:cNvSpPr>
          <p:nvPr/>
        </p:nvSpPr>
        <p:spPr>
          <a:xfrm>
            <a:off x="4899992" y="861568"/>
            <a:ext cx="24757" cy="24757"/>
          </a:xfrm>
          <a:prstGeom prst="ellipse">
            <a:avLst/>
          </a:prstGeom>
          <a:solidFill>
            <a:srgbClr val="566AB4">
              <a:alpha val="40000"/>
            </a:srgbClr>
          </a:solidFill>
          <a:ln w="0">
            <a:noFill/>
            <a:prstDash val="solid"/>
          </a:ln>
        </p:spPr>
      </p:sp>
      <p:sp>
        <p:nvSpPr>
          <p:cNvPr id="2732" name="LigandSeek2_vs_LigandSeek1_ellipse_8246">
            <a:extLst>
              <a:ext uri="{FF2B5EF4-FFF2-40B4-BE49-F238E27FC236}">
                <a16:creationId xmlns:a16="http://schemas.microsoft.com/office/drawing/2014/main" id="{F910D383-B03B-41FD-995E-4FFACC4D0E12}"/>
              </a:ext>
            </a:extLst>
          </p:cNvPr>
          <p:cNvSpPr>
            <a:spLocks noGrp="1"/>
          </p:cNvSpPr>
          <p:nvPr/>
        </p:nvSpPr>
        <p:spPr>
          <a:xfrm>
            <a:off x="4841271" y="845009"/>
            <a:ext cx="24757" cy="24757"/>
          </a:xfrm>
          <a:prstGeom prst="ellipse">
            <a:avLst/>
          </a:prstGeom>
          <a:solidFill>
            <a:srgbClr val="566AB4">
              <a:alpha val="40000"/>
            </a:srgbClr>
          </a:solidFill>
          <a:ln w="0">
            <a:noFill/>
            <a:prstDash val="solid"/>
          </a:ln>
        </p:spPr>
      </p:sp>
      <p:sp>
        <p:nvSpPr>
          <p:cNvPr id="2733" name="LigandSeek2_vs_LigandSeek1_ellipse_8247">
            <a:extLst>
              <a:ext uri="{FF2B5EF4-FFF2-40B4-BE49-F238E27FC236}">
                <a16:creationId xmlns:a16="http://schemas.microsoft.com/office/drawing/2014/main" id="{A0219E0C-D0F4-42E6-892C-FF73A6C2634E}"/>
              </a:ext>
            </a:extLst>
          </p:cNvPr>
          <p:cNvSpPr>
            <a:spLocks noGrp="1"/>
          </p:cNvSpPr>
          <p:nvPr/>
        </p:nvSpPr>
        <p:spPr>
          <a:xfrm>
            <a:off x="4898084" y="845009"/>
            <a:ext cx="24757" cy="24757"/>
          </a:xfrm>
          <a:prstGeom prst="ellipse">
            <a:avLst/>
          </a:prstGeom>
          <a:solidFill>
            <a:srgbClr val="566AB4">
              <a:alpha val="40000"/>
            </a:srgbClr>
          </a:solidFill>
          <a:ln w="0">
            <a:noFill/>
            <a:prstDash val="solid"/>
          </a:ln>
        </p:spPr>
      </p:sp>
      <p:sp>
        <p:nvSpPr>
          <p:cNvPr id="2734" name="LigandSeek2_vs_LigandSeek1_ellipse_8248">
            <a:extLst>
              <a:ext uri="{FF2B5EF4-FFF2-40B4-BE49-F238E27FC236}">
                <a16:creationId xmlns:a16="http://schemas.microsoft.com/office/drawing/2014/main" id="{4F487099-4154-4316-B9D3-72CD3E5C6DBC}"/>
              </a:ext>
            </a:extLst>
          </p:cNvPr>
          <p:cNvSpPr>
            <a:spLocks noGrp="1"/>
          </p:cNvSpPr>
          <p:nvPr/>
        </p:nvSpPr>
        <p:spPr>
          <a:xfrm>
            <a:off x="4866929" y="845009"/>
            <a:ext cx="24757" cy="24757"/>
          </a:xfrm>
          <a:prstGeom prst="ellipse">
            <a:avLst/>
          </a:prstGeom>
          <a:solidFill>
            <a:srgbClr val="566AB4">
              <a:alpha val="40000"/>
            </a:srgbClr>
          </a:solidFill>
          <a:ln w="0">
            <a:noFill/>
            <a:prstDash val="solid"/>
          </a:ln>
        </p:spPr>
      </p:sp>
      <p:sp>
        <p:nvSpPr>
          <p:cNvPr id="2735" name="LigandSeek2_vs_LigandSeek1_ellipse_8249">
            <a:extLst>
              <a:ext uri="{FF2B5EF4-FFF2-40B4-BE49-F238E27FC236}">
                <a16:creationId xmlns:a16="http://schemas.microsoft.com/office/drawing/2014/main" id="{8D36D425-BA79-40F3-93B2-32EA029533B9}"/>
              </a:ext>
            </a:extLst>
          </p:cNvPr>
          <p:cNvSpPr>
            <a:spLocks noGrp="1"/>
          </p:cNvSpPr>
          <p:nvPr/>
        </p:nvSpPr>
        <p:spPr>
          <a:xfrm>
            <a:off x="4895612" y="1386628"/>
            <a:ext cx="24757" cy="24757"/>
          </a:xfrm>
          <a:prstGeom prst="ellipse">
            <a:avLst/>
          </a:prstGeom>
          <a:solidFill>
            <a:srgbClr val="566AB4">
              <a:alpha val="40000"/>
            </a:srgbClr>
          </a:solidFill>
          <a:ln w="0">
            <a:noFill/>
            <a:prstDash val="solid"/>
          </a:ln>
        </p:spPr>
      </p:sp>
      <p:sp>
        <p:nvSpPr>
          <p:cNvPr id="2736" name="LigandSeek2_vs_LigandSeek1_ellipse_8250">
            <a:extLst>
              <a:ext uri="{FF2B5EF4-FFF2-40B4-BE49-F238E27FC236}">
                <a16:creationId xmlns:a16="http://schemas.microsoft.com/office/drawing/2014/main" id="{F877C059-317F-4246-8BF1-839272643EAC}"/>
              </a:ext>
            </a:extLst>
          </p:cNvPr>
          <p:cNvSpPr>
            <a:spLocks noGrp="1"/>
          </p:cNvSpPr>
          <p:nvPr/>
        </p:nvSpPr>
        <p:spPr>
          <a:xfrm>
            <a:off x="4881054" y="1258451"/>
            <a:ext cx="24757" cy="24757"/>
          </a:xfrm>
          <a:prstGeom prst="ellipse">
            <a:avLst/>
          </a:prstGeom>
          <a:solidFill>
            <a:srgbClr val="566AB4">
              <a:alpha val="40000"/>
            </a:srgbClr>
          </a:solidFill>
          <a:ln w="0">
            <a:noFill/>
            <a:prstDash val="solid"/>
          </a:ln>
        </p:spPr>
      </p:sp>
      <p:sp>
        <p:nvSpPr>
          <p:cNvPr id="2737" name="LigandSeek2_vs_LigandSeek1_ellipse_8251">
            <a:extLst>
              <a:ext uri="{FF2B5EF4-FFF2-40B4-BE49-F238E27FC236}">
                <a16:creationId xmlns:a16="http://schemas.microsoft.com/office/drawing/2014/main" id="{838C45F2-D436-47D1-ACC6-522EC0ABFB00}"/>
              </a:ext>
            </a:extLst>
          </p:cNvPr>
          <p:cNvSpPr>
            <a:spLocks noGrp="1"/>
          </p:cNvSpPr>
          <p:nvPr/>
        </p:nvSpPr>
        <p:spPr>
          <a:xfrm>
            <a:off x="4884919" y="1412037"/>
            <a:ext cx="24757" cy="24757"/>
          </a:xfrm>
          <a:prstGeom prst="ellipse">
            <a:avLst/>
          </a:prstGeom>
          <a:solidFill>
            <a:srgbClr val="566AB4">
              <a:alpha val="40000"/>
            </a:srgbClr>
          </a:solidFill>
          <a:ln w="0">
            <a:noFill/>
            <a:prstDash val="solid"/>
          </a:ln>
        </p:spPr>
      </p:sp>
      <p:sp>
        <p:nvSpPr>
          <p:cNvPr id="2738" name="LigandSeek2_vs_LigandSeek1_ellipse_8252">
            <a:extLst>
              <a:ext uri="{FF2B5EF4-FFF2-40B4-BE49-F238E27FC236}">
                <a16:creationId xmlns:a16="http://schemas.microsoft.com/office/drawing/2014/main" id="{903B9D99-3811-496C-B9EF-ABEB45B0B6DD}"/>
              </a:ext>
            </a:extLst>
          </p:cNvPr>
          <p:cNvSpPr>
            <a:spLocks noGrp="1"/>
          </p:cNvSpPr>
          <p:nvPr/>
        </p:nvSpPr>
        <p:spPr>
          <a:xfrm>
            <a:off x="4872396" y="1541915"/>
            <a:ext cx="24757" cy="24757"/>
          </a:xfrm>
          <a:prstGeom prst="ellipse">
            <a:avLst/>
          </a:prstGeom>
          <a:solidFill>
            <a:srgbClr val="566AB4">
              <a:alpha val="40000"/>
            </a:srgbClr>
          </a:solidFill>
          <a:ln w="0">
            <a:noFill/>
            <a:prstDash val="solid"/>
          </a:ln>
        </p:spPr>
      </p:sp>
      <p:sp>
        <p:nvSpPr>
          <p:cNvPr id="2739" name="LigandSeek2_vs_LigandSeek1_ellipse_8253">
            <a:extLst>
              <a:ext uri="{FF2B5EF4-FFF2-40B4-BE49-F238E27FC236}">
                <a16:creationId xmlns:a16="http://schemas.microsoft.com/office/drawing/2014/main" id="{3F3BB414-23A8-49E2-97AE-AE5593B6D5F6}"/>
              </a:ext>
            </a:extLst>
          </p:cNvPr>
          <p:cNvSpPr>
            <a:spLocks noGrp="1"/>
          </p:cNvSpPr>
          <p:nvPr/>
        </p:nvSpPr>
        <p:spPr>
          <a:xfrm>
            <a:off x="4893712" y="845009"/>
            <a:ext cx="24757" cy="24757"/>
          </a:xfrm>
          <a:prstGeom prst="ellipse">
            <a:avLst/>
          </a:prstGeom>
          <a:solidFill>
            <a:srgbClr val="566AB4">
              <a:alpha val="40000"/>
            </a:srgbClr>
          </a:solidFill>
          <a:ln w="0">
            <a:noFill/>
            <a:prstDash val="solid"/>
          </a:ln>
        </p:spPr>
      </p:sp>
      <p:sp>
        <p:nvSpPr>
          <p:cNvPr id="2740" name="LigandSeek2_vs_LigandSeek1_ellipse_8254">
            <a:extLst>
              <a:ext uri="{FF2B5EF4-FFF2-40B4-BE49-F238E27FC236}">
                <a16:creationId xmlns:a16="http://schemas.microsoft.com/office/drawing/2014/main" id="{E9C68BF4-C8AB-4FC6-8C98-2891F48E0823}"/>
              </a:ext>
            </a:extLst>
          </p:cNvPr>
          <p:cNvSpPr>
            <a:spLocks noGrp="1"/>
          </p:cNvSpPr>
          <p:nvPr/>
        </p:nvSpPr>
        <p:spPr>
          <a:xfrm>
            <a:off x="4898711" y="845009"/>
            <a:ext cx="24757" cy="24757"/>
          </a:xfrm>
          <a:prstGeom prst="ellipse">
            <a:avLst/>
          </a:prstGeom>
          <a:solidFill>
            <a:srgbClr val="566AB4">
              <a:alpha val="40000"/>
            </a:srgbClr>
          </a:solidFill>
          <a:ln w="0">
            <a:noFill/>
            <a:prstDash val="solid"/>
          </a:ln>
        </p:spPr>
      </p:sp>
      <p:sp>
        <p:nvSpPr>
          <p:cNvPr id="2741" name="LigandSeek2_vs_LigandSeek1_ellipse_8255">
            <a:extLst>
              <a:ext uri="{FF2B5EF4-FFF2-40B4-BE49-F238E27FC236}">
                <a16:creationId xmlns:a16="http://schemas.microsoft.com/office/drawing/2014/main" id="{9B6B619C-5A31-44C4-8AC1-60435A76CB3F}"/>
              </a:ext>
            </a:extLst>
          </p:cNvPr>
          <p:cNvSpPr>
            <a:spLocks noGrp="1"/>
          </p:cNvSpPr>
          <p:nvPr/>
        </p:nvSpPr>
        <p:spPr>
          <a:xfrm>
            <a:off x="4873926" y="888494"/>
            <a:ext cx="24757" cy="24757"/>
          </a:xfrm>
          <a:prstGeom prst="ellipse">
            <a:avLst/>
          </a:prstGeom>
          <a:solidFill>
            <a:srgbClr val="566AB4">
              <a:alpha val="40000"/>
            </a:srgbClr>
          </a:solidFill>
          <a:ln w="0">
            <a:noFill/>
            <a:prstDash val="solid"/>
          </a:ln>
        </p:spPr>
      </p:sp>
      <p:sp>
        <p:nvSpPr>
          <p:cNvPr id="2742" name="LigandSeek2_vs_LigandSeek1_ellipse_8256">
            <a:extLst>
              <a:ext uri="{FF2B5EF4-FFF2-40B4-BE49-F238E27FC236}">
                <a16:creationId xmlns:a16="http://schemas.microsoft.com/office/drawing/2014/main" id="{5EDF9B14-9607-4F5E-8C5C-B8343CF8D776}"/>
              </a:ext>
            </a:extLst>
          </p:cNvPr>
          <p:cNvSpPr>
            <a:spLocks noGrp="1"/>
          </p:cNvSpPr>
          <p:nvPr/>
        </p:nvSpPr>
        <p:spPr>
          <a:xfrm>
            <a:off x="4903055" y="1719368"/>
            <a:ext cx="24757" cy="24757"/>
          </a:xfrm>
          <a:prstGeom prst="ellipse">
            <a:avLst/>
          </a:prstGeom>
          <a:solidFill>
            <a:srgbClr val="566AB4">
              <a:alpha val="40000"/>
            </a:srgbClr>
          </a:solidFill>
          <a:ln w="0">
            <a:noFill/>
            <a:prstDash val="solid"/>
          </a:ln>
        </p:spPr>
      </p:sp>
      <p:sp>
        <p:nvSpPr>
          <p:cNvPr id="2743" name="LigandSeek2_vs_LigandSeek1_ellipse_8257">
            <a:extLst>
              <a:ext uri="{FF2B5EF4-FFF2-40B4-BE49-F238E27FC236}">
                <a16:creationId xmlns:a16="http://schemas.microsoft.com/office/drawing/2014/main" id="{942AD284-ADBA-4BF5-8732-8CC9D0C7424F}"/>
              </a:ext>
            </a:extLst>
          </p:cNvPr>
          <p:cNvSpPr>
            <a:spLocks noGrp="1"/>
          </p:cNvSpPr>
          <p:nvPr/>
        </p:nvSpPr>
        <p:spPr>
          <a:xfrm>
            <a:off x="4839473" y="1890368"/>
            <a:ext cx="24757" cy="24757"/>
          </a:xfrm>
          <a:prstGeom prst="ellipse">
            <a:avLst/>
          </a:prstGeom>
          <a:solidFill>
            <a:srgbClr val="566AB4">
              <a:alpha val="40000"/>
            </a:srgbClr>
          </a:solidFill>
          <a:ln w="0">
            <a:noFill/>
            <a:prstDash val="solid"/>
          </a:ln>
        </p:spPr>
      </p:sp>
      <p:sp>
        <p:nvSpPr>
          <p:cNvPr id="2744" name="LigandSeek2_vs_LigandSeek1_ellipse_8258">
            <a:extLst>
              <a:ext uri="{FF2B5EF4-FFF2-40B4-BE49-F238E27FC236}">
                <a16:creationId xmlns:a16="http://schemas.microsoft.com/office/drawing/2014/main" id="{38492242-D2BE-46A5-A3A6-75B4A178952C}"/>
              </a:ext>
            </a:extLst>
          </p:cNvPr>
          <p:cNvSpPr>
            <a:spLocks noGrp="1"/>
          </p:cNvSpPr>
          <p:nvPr/>
        </p:nvSpPr>
        <p:spPr>
          <a:xfrm>
            <a:off x="4881174" y="845009"/>
            <a:ext cx="24757" cy="24757"/>
          </a:xfrm>
          <a:prstGeom prst="ellipse">
            <a:avLst/>
          </a:prstGeom>
          <a:solidFill>
            <a:srgbClr val="566AB4">
              <a:alpha val="40000"/>
            </a:srgbClr>
          </a:solidFill>
          <a:ln w="0">
            <a:noFill/>
            <a:prstDash val="solid"/>
          </a:ln>
        </p:spPr>
      </p:sp>
      <p:sp>
        <p:nvSpPr>
          <p:cNvPr id="2745" name="LigandSeek2_vs_LigandSeek1_ellipse_8259">
            <a:extLst>
              <a:ext uri="{FF2B5EF4-FFF2-40B4-BE49-F238E27FC236}">
                <a16:creationId xmlns:a16="http://schemas.microsoft.com/office/drawing/2014/main" id="{61ACD18C-CE72-492D-B951-B658747610BC}"/>
              </a:ext>
            </a:extLst>
          </p:cNvPr>
          <p:cNvSpPr>
            <a:spLocks noGrp="1"/>
          </p:cNvSpPr>
          <p:nvPr/>
        </p:nvSpPr>
        <p:spPr>
          <a:xfrm>
            <a:off x="4872385" y="1890368"/>
            <a:ext cx="24757" cy="24757"/>
          </a:xfrm>
          <a:prstGeom prst="ellipse">
            <a:avLst/>
          </a:prstGeom>
          <a:solidFill>
            <a:srgbClr val="566AB4">
              <a:alpha val="40000"/>
            </a:srgbClr>
          </a:solidFill>
          <a:ln w="0">
            <a:noFill/>
            <a:prstDash val="solid"/>
          </a:ln>
        </p:spPr>
      </p:sp>
      <p:sp>
        <p:nvSpPr>
          <p:cNvPr id="2746" name="LigandSeek2_vs_LigandSeek1_ellipse_8260">
            <a:extLst>
              <a:ext uri="{FF2B5EF4-FFF2-40B4-BE49-F238E27FC236}">
                <a16:creationId xmlns:a16="http://schemas.microsoft.com/office/drawing/2014/main" id="{70383BDA-7D36-4884-80AC-1DD8EB9A706D}"/>
              </a:ext>
            </a:extLst>
          </p:cNvPr>
          <p:cNvSpPr>
            <a:spLocks noGrp="1"/>
          </p:cNvSpPr>
          <p:nvPr/>
        </p:nvSpPr>
        <p:spPr>
          <a:xfrm>
            <a:off x="4859219" y="1763016"/>
            <a:ext cx="24757" cy="24757"/>
          </a:xfrm>
          <a:prstGeom prst="ellipse">
            <a:avLst/>
          </a:prstGeom>
          <a:solidFill>
            <a:srgbClr val="566AB4">
              <a:alpha val="40000"/>
            </a:srgbClr>
          </a:solidFill>
          <a:ln w="0">
            <a:noFill/>
            <a:prstDash val="solid"/>
          </a:ln>
        </p:spPr>
      </p:sp>
      <p:sp>
        <p:nvSpPr>
          <p:cNvPr id="2747" name="LigandSeek2_vs_LigandSeek1_ellipse_8261">
            <a:extLst>
              <a:ext uri="{FF2B5EF4-FFF2-40B4-BE49-F238E27FC236}">
                <a16:creationId xmlns:a16="http://schemas.microsoft.com/office/drawing/2014/main" id="{E65FF65D-7CAD-4091-A900-8063E051F4D6}"/>
              </a:ext>
            </a:extLst>
          </p:cNvPr>
          <p:cNvSpPr>
            <a:spLocks noGrp="1"/>
          </p:cNvSpPr>
          <p:nvPr/>
        </p:nvSpPr>
        <p:spPr>
          <a:xfrm>
            <a:off x="4875505" y="845009"/>
            <a:ext cx="24757" cy="24757"/>
          </a:xfrm>
          <a:prstGeom prst="ellipse">
            <a:avLst/>
          </a:prstGeom>
          <a:solidFill>
            <a:srgbClr val="566AB4">
              <a:alpha val="40000"/>
            </a:srgbClr>
          </a:solidFill>
          <a:ln w="0">
            <a:noFill/>
            <a:prstDash val="solid"/>
          </a:ln>
        </p:spPr>
      </p:sp>
      <p:sp>
        <p:nvSpPr>
          <p:cNvPr id="2748" name="LigandSeek2_vs_LigandSeek1_ellipse_8262">
            <a:extLst>
              <a:ext uri="{FF2B5EF4-FFF2-40B4-BE49-F238E27FC236}">
                <a16:creationId xmlns:a16="http://schemas.microsoft.com/office/drawing/2014/main" id="{B1E6C7A4-CFFA-4684-B52C-352E4DA52D7E}"/>
              </a:ext>
            </a:extLst>
          </p:cNvPr>
          <p:cNvSpPr>
            <a:spLocks noGrp="1"/>
          </p:cNvSpPr>
          <p:nvPr/>
        </p:nvSpPr>
        <p:spPr>
          <a:xfrm>
            <a:off x="4842276" y="1645167"/>
            <a:ext cx="24757" cy="24757"/>
          </a:xfrm>
          <a:prstGeom prst="ellipse">
            <a:avLst/>
          </a:prstGeom>
          <a:solidFill>
            <a:srgbClr val="566AB4">
              <a:alpha val="40000"/>
            </a:srgbClr>
          </a:solidFill>
          <a:ln w="0">
            <a:noFill/>
            <a:prstDash val="solid"/>
          </a:ln>
        </p:spPr>
      </p:sp>
      <p:sp>
        <p:nvSpPr>
          <p:cNvPr id="2749" name="LigandSeek2_vs_LigandSeek1_ellipse_8263">
            <a:extLst>
              <a:ext uri="{FF2B5EF4-FFF2-40B4-BE49-F238E27FC236}">
                <a16:creationId xmlns:a16="http://schemas.microsoft.com/office/drawing/2014/main" id="{0ADDA055-22B6-492C-9D43-60495DB65118}"/>
              </a:ext>
            </a:extLst>
          </p:cNvPr>
          <p:cNvSpPr>
            <a:spLocks noGrp="1"/>
          </p:cNvSpPr>
          <p:nvPr/>
        </p:nvSpPr>
        <p:spPr>
          <a:xfrm>
            <a:off x="4899148" y="1890368"/>
            <a:ext cx="24757" cy="24757"/>
          </a:xfrm>
          <a:prstGeom prst="ellipse">
            <a:avLst/>
          </a:prstGeom>
          <a:solidFill>
            <a:srgbClr val="566AB4">
              <a:alpha val="40000"/>
            </a:srgbClr>
          </a:solidFill>
          <a:ln w="0">
            <a:noFill/>
            <a:prstDash val="solid"/>
          </a:ln>
        </p:spPr>
      </p:sp>
      <p:sp>
        <p:nvSpPr>
          <p:cNvPr id="2750" name="LigandSeek2_vs_LigandSeek1_ellipse_8264">
            <a:extLst>
              <a:ext uri="{FF2B5EF4-FFF2-40B4-BE49-F238E27FC236}">
                <a16:creationId xmlns:a16="http://schemas.microsoft.com/office/drawing/2014/main" id="{469F54D9-8726-43E6-8788-BA26AE783A80}"/>
              </a:ext>
            </a:extLst>
          </p:cNvPr>
          <p:cNvSpPr>
            <a:spLocks noGrp="1"/>
          </p:cNvSpPr>
          <p:nvPr/>
        </p:nvSpPr>
        <p:spPr>
          <a:xfrm>
            <a:off x="4897846" y="1716141"/>
            <a:ext cx="24757" cy="24757"/>
          </a:xfrm>
          <a:prstGeom prst="ellipse">
            <a:avLst/>
          </a:prstGeom>
          <a:solidFill>
            <a:srgbClr val="566AB4">
              <a:alpha val="40000"/>
            </a:srgbClr>
          </a:solidFill>
          <a:ln w="0">
            <a:noFill/>
            <a:prstDash val="solid"/>
          </a:ln>
        </p:spPr>
      </p:sp>
      <p:sp>
        <p:nvSpPr>
          <p:cNvPr id="2751" name="LigandSeek2_vs_LigandSeek1_ellipse_8265">
            <a:extLst>
              <a:ext uri="{FF2B5EF4-FFF2-40B4-BE49-F238E27FC236}">
                <a16:creationId xmlns:a16="http://schemas.microsoft.com/office/drawing/2014/main" id="{1CD0967F-A71C-4C21-B103-9CA53CBBBBDF}"/>
              </a:ext>
            </a:extLst>
          </p:cNvPr>
          <p:cNvSpPr>
            <a:spLocks noGrp="1"/>
          </p:cNvSpPr>
          <p:nvPr/>
        </p:nvSpPr>
        <p:spPr>
          <a:xfrm>
            <a:off x="4836651" y="1890368"/>
            <a:ext cx="24757" cy="24757"/>
          </a:xfrm>
          <a:prstGeom prst="ellipse">
            <a:avLst/>
          </a:prstGeom>
          <a:solidFill>
            <a:srgbClr val="566AB4">
              <a:alpha val="40000"/>
            </a:srgbClr>
          </a:solidFill>
          <a:ln w="0">
            <a:noFill/>
            <a:prstDash val="solid"/>
          </a:ln>
        </p:spPr>
      </p:sp>
      <p:sp>
        <p:nvSpPr>
          <p:cNvPr id="2752" name="LigandSeek2_vs_LigandSeek1_ellipse_8266">
            <a:extLst>
              <a:ext uri="{FF2B5EF4-FFF2-40B4-BE49-F238E27FC236}">
                <a16:creationId xmlns:a16="http://schemas.microsoft.com/office/drawing/2014/main" id="{30B9DE80-7032-495A-8A96-0B28ED35D152}"/>
              </a:ext>
            </a:extLst>
          </p:cNvPr>
          <p:cNvSpPr>
            <a:spLocks noGrp="1"/>
          </p:cNvSpPr>
          <p:nvPr/>
        </p:nvSpPr>
        <p:spPr>
          <a:xfrm>
            <a:off x="4908549" y="975679"/>
            <a:ext cx="24757" cy="24757"/>
          </a:xfrm>
          <a:prstGeom prst="ellipse">
            <a:avLst/>
          </a:prstGeom>
          <a:solidFill>
            <a:srgbClr val="566AB4">
              <a:alpha val="40000"/>
            </a:srgbClr>
          </a:solidFill>
          <a:ln w="0">
            <a:noFill/>
            <a:prstDash val="solid"/>
          </a:ln>
        </p:spPr>
      </p:sp>
      <p:sp>
        <p:nvSpPr>
          <p:cNvPr id="2753" name="LigandSeek2_vs_LigandSeek1_ellipse_8267">
            <a:extLst>
              <a:ext uri="{FF2B5EF4-FFF2-40B4-BE49-F238E27FC236}">
                <a16:creationId xmlns:a16="http://schemas.microsoft.com/office/drawing/2014/main" id="{8A2B12E8-CD24-4106-90DD-728DF8969A89}"/>
              </a:ext>
            </a:extLst>
          </p:cNvPr>
          <p:cNvSpPr>
            <a:spLocks noGrp="1"/>
          </p:cNvSpPr>
          <p:nvPr/>
        </p:nvSpPr>
        <p:spPr>
          <a:xfrm>
            <a:off x="4899231" y="845009"/>
            <a:ext cx="24757" cy="24757"/>
          </a:xfrm>
          <a:prstGeom prst="ellipse">
            <a:avLst/>
          </a:prstGeom>
          <a:solidFill>
            <a:srgbClr val="566AB4">
              <a:alpha val="40000"/>
            </a:srgbClr>
          </a:solidFill>
          <a:ln w="0">
            <a:noFill/>
            <a:prstDash val="solid"/>
          </a:ln>
        </p:spPr>
      </p:sp>
      <p:sp>
        <p:nvSpPr>
          <p:cNvPr id="2754" name="LigandSeek2_vs_LigandSeek1_ellipse_8268">
            <a:extLst>
              <a:ext uri="{FF2B5EF4-FFF2-40B4-BE49-F238E27FC236}">
                <a16:creationId xmlns:a16="http://schemas.microsoft.com/office/drawing/2014/main" id="{C7FED233-57DF-4F5E-A60B-F0BD440BCDE8}"/>
              </a:ext>
            </a:extLst>
          </p:cNvPr>
          <p:cNvSpPr>
            <a:spLocks noGrp="1"/>
          </p:cNvSpPr>
          <p:nvPr/>
        </p:nvSpPr>
        <p:spPr>
          <a:xfrm>
            <a:off x="4903133" y="845009"/>
            <a:ext cx="24757" cy="24757"/>
          </a:xfrm>
          <a:prstGeom prst="ellipse">
            <a:avLst/>
          </a:prstGeom>
          <a:solidFill>
            <a:srgbClr val="566AB4">
              <a:alpha val="40000"/>
            </a:srgbClr>
          </a:solidFill>
          <a:ln w="0">
            <a:noFill/>
            <a:prstDash val="solid"/>
          </a:ln>
        </p:spPr>
      </p:sp>
      <p:sp>
        <p:nvSpPr>
          <p:cNvPr id="2755" name="LigandSeek2_vs_LigandSeek1_ellipse_8269">
            <a:extLst>
              <a:ext uri="{FF2B5EF4-FFF2-40B4-BE49-F238E27FC236}">
                <a16:creationId xmlns:a16="http://schemas.microsoft.com/office/drawing/2014/main" id="{801C37EB-F993-4800-8D8E-257B866110D2}"/>
              </a:ext>
            </a:extLst>
          </p:cNvPr>
          <p:cNvSpPr>
            <a:spLocks noGrp="1"/>
          </p:cNvSpPr>
          <p:nvPr/>
        </p:nvSpPr>
        <p:spPr>
          <a:xfrm>
            <a:off x="4835917" y="1679712"/>
            <a:ext cx="24757" cy="24757"/>
          </a:xfrm>
          <a:prstGeom prst="ellipse">
            <a:avLst/>
          </a:prstGeom>
          <a:solidFill>
            <a:srgbClr val="566AB4">
              <a:alpha val="40000"/>
            </a:srgbClr>
          </a:solidFill>
          <a:ln w="0">
            <a:noFill/>
            <a:prstDash val="solid"/>
          </a:ln>
        </p:spPr>
      </p:sp>
      <p:sp>
        <p:nvSpPr>
          <p:cNvPr id="2756" name="LigandSeek2_vs_LigandSeek1_ellipse_8270">
            <a:extLst>
              <a:ext uri="{FF2B5EF4-FFF2-40B4-BE49-F238E27FC236}">
                <a16:creationId xmlns:a16="http://schemas.microsoft.com/office/drawing/2014/main" id="{9127B615-E523-4CF7-B264-764B842FDD2A}"/>
              </a:ext>
            </a:extLst>
          </p:cNvPr>
          <p:cNvSpPr>
            <a:spLocks noGrp="1"/>
          </p:cNvSpPr>
          <p:nvPr/>
        </p:nvSpPr>
        <p:spPr>
          <a:xfrm>
            <a:off x="4852611" y="1716141"/>
            <a:ext cx="24757" cy="24757"/>
          </a:xfrm>
          <a:prstGeom prst="ellipse">
            <a:avLst/>
          </a:prstGeom>
          <a:solidFill>
            <a:srgbClr val="566AB4">
              <a:alpha val="40000"/>
            </a:srgbClr>
          </a:solidFill>
          <a:ln w="0">
            <a:noFill/>
            <a:prstDash val="solid"/>
          </a:ln>
        </p:spPr>
      </p:sp>
      <p:sp>
        <p:nvSpPr>
          <p:cNvPr id="2757" name="LigandSeek2_vs_LigandSeek1_ellipse_8271">
            <a:extLst>
              <a:ext uri="{FF2B5EF4-FFF2-40B4-BE49-F238E27FC236}">
                <a16:creationId xmlns:a16="http://schemas.microsoft.com/office/drawing/2014/main" id="{A700EEC4-2476-44A6-9406-088554A2130D}"/>
              </a:ext>
            </a:extLst>
          </p:cNvPr>
          <p:cNvSpPr>
            <a:spLocks noGrp="1"/>
          </p:cNvSpPr>
          <p:nvPr/>
        </p:nvSpPr>
        <p:spPr>
          <a:xfrm>
            <a:off x="4846767" y="845009"/>
            <a:ext cx="24757" cy="24757"/>
          </a:xfrm>
          <a:prstGeom prst="ellipse">
            <a:avLst/>
          </a:prstGeom>
          <a:solidFill>
            <a:srgbClr val="566AB4">
              <a:alpha val="40000"/>
            </a:srgbClr>
          </a:solidFill>
          <a:ln w="0">
            <a:noFill/>
            <a:prstDash val="solid"/>
          </a:ln>
        </p:spPr>
      </p:sp>
      <p:sp>
        <p:nvSpPr>
          <p:cNvPr id="2758" name="LigandSeek2_vs_LigandSeek1_ellipse_8272">
            <a:extLst>
              <a:ext uri="{FF2B5EF4-FFF2-40B4-BE49-F238E27FC236}">
                <a16:creationId xmlns:a16="http://schemas.microsoft.com/office/drawing/2014/main" id="{3F951E34-BC74-4C5D-B2F8-94FE2F2BA5EB}"/>
              </a:ext>
            </a:extLst>
          </p:cNvPr>
          <p:cNvSpPr>
            <a:spLocks noGrp="1"/>
          </p:cNvSpPr>
          <p:nvPr/>
        </p:nvSpPr>
        <p:spPr>
          <a:xfrm>
            <a:off x="4837121" y="1890368"/>
            <a:ext cx="24757" cy="24757"/>
          </a:xfrm>
          <a:prstGeom prst="ellipse">
            <a:avLst/>
          </a:prstGeom>
          <a:solidFill>
            <a:srgbClr val="566AB4">
              <a:alpha val="40000"/>
            </a:srgbClr>
          </a:solidFill>
          <a:ln w="0">
            <a:noFill/>
            <a:prstDash val="solid"/>
          </a:ln>
        </p:spPr>
      </p:sp>
      <p:sp>
        <p:nvSpPr>
          <p:cNvPr id="2759" name="LigandSeek2_vs_LigandSeek1_ellipse_8273">
            <a:extLst>
              <a:ext uri="{FF2B5EF4-FFF2-40B4-BE49-F238E27FC236}">
                <a16:creationId xmlns:a16="http://schemas.microsoft.com/office/drawing/2014/main" id="{2F726BBB-8A85-4068-9C38-07BB13156B63}"/>
              </a:ext>
            </a:extLst>
          </p:cNvPr>
          <p:cNvSpPr>
            <a:spLocks noGrp="1"/>
          </p:cNvSpPr>
          <p:nvPr/>
        </p:nvSpPr>
        <p:spPr>
          <a:xfrm>
            <a:off x="4847911" y="1890368"/>
            <a:ext cx="24757" cy="24757"/>
          </a:xfrm>
          <a:prstGeom prst="ellipse">
            <a:avLst/>
          </a:prstGeom>
          <a:solidFill>
            <a:srgbClr val="566AB4">
              <a:alpha val="40000"/>
            </a:srgbClr>
          </a:solidFill>
          <a:ln w="0">
            <a:noFill/>
            <a:prstDash val="solid"/>
          </a:ln>
        </p:spPr>
      </p:sp>
      <p:sp>
        <p:nvSpPr>
          <p:cNvPr id="2760" name="LigandSeek2_vs_LigandSeek1_ellipse_8274">
            <a:extLst>
              <a:ext uri="{FF2B5EF4-FFF2-40B4-BE49-F238E27FC236}">
                <a16:creationId xmlns:a16="http://schemas.microsoft.com/office/drawing/2014/main" id="{E6D8E4E9-F776-497D-BDD9-4D12A9FDD354}"/>
              </a:ext>
            </a:extLst>
          </p:cNvPr>
          <p:cNvSpPr>
            <a:spLocks noGrp="1"/>
          </p:cNvSpPr>
          <p:nvPr/>
        </p:nvSpPr>
        <p:spPr>
          <a:xfrm>
            <a:off x="4866930" y="1803254"/>
            <a:ext cx="24757" cy="24757"/>
          </a:xfrm>
          <a:prstGeom prst="ellipse">
            <a:avLst/>
          </a:prstGeom>
          <a:solidFill>
            <a:srgbClr val="566AB4">
              <a:alpha val="40000"/>
            </a:srgbClr>
          </a:solidFill>
          <a:ln w="0">
            <a:noFill/>
            <a:prstDash val="solid"/>
          </a:ln>
        </p:spPr>
      </p:sp>
      <p:sp>
        <p:nvSpPr>
          <p:cNvPr id="2761" name="LigandSeek2_vs_LigandSeek1_ellipse_8275">
            <a:extLst>
              <a:ext uri="{FF2B5EF4-FFF2-40B4-BE49-F238E27FC236}">
                <a16:creationId xmlns:a16="http://schemas.microsoft.com/office/drawing/2014/main" id="{9D9F8D63-D52B-4606-A3FC-607151D23314}"/>
              </a:ext>
            </a:extLst>
          </p:cNvPr>
          <p:cNvSpPr>
            <a:spLocks noGrp="1"/>
          </p:cNvSpPr>
          <p:nvPr/>
        </p:nvSpPr>
        <p:spPr>
          <a:xfrm>
            <a:off x="4901519" y="1890368"/>
            <a:ext cx="24757" cy="24757"/>
          </a:xfrm>
          <a:prstGeom prst="ellipse">
            <a:avLst/>
          </a:prstGeom>
          <a:solidFill>
            <a:srgbClr val="566AB4">
              <a:alpha val="40000"/>
            </a:srgbClr>
          </a:solidFill>
          <a:ln w="0">
            <a:noFill/>
            <a:prstDash val="solid"/>
          </a:ln>
        </p:spPr>
      </p:sp>
      <p:sp>
        <p:nvSpPr>
          <p:cNvPr id="2762" name="LigandSeek2_vs_LigandSeek1_ellipse_8276">
            <a:extLst>
              <a:ext uri="{FF2B5EF4-FFF2-40B4-BE49-F238E27FC236}">
                <a16:creationId xmlns:a16="http://schemas.microsoft.com/office/drawing/2014/main" id="{6B4945D1-45E3-4240-B749-39C3CADB02A6}"/>
              </a:ext>
            </a:extLst>
          </p:cNvPr>
          <p:cNvSpPr>
            <a:spLocks noGrp="1"/>
          </p:cNvSpPr>
          <p:nvPr/>
        </p:nvSpPr>
        <p:spPr>
          <a:xfrm>
            <a:off x="4849244" y="1877301"/>
            <a:ext cx="24757" cy="24757"/>
          </a:xfrm>
          <a:prstGeom prst="ellipse">
            <a:avLst/>
          </a:prstGeom>
          <a:solidFill>
            <a:srgbClr val="566AB4">
              <a:alpha val="40000"/>
            </a:srgbClr>
          </a:solidFill>
          <a:ln w="0">
            <a:noFill/>
            <a:prstDash val="solid"/>
          </a:ln>
        </p:spPr>
      </p:sp>
      <p:sp>
        <p:nvSpPr>
          <p:cNvPr id="2763" name="LigandSeek2_vs_LigandSeek1_ellipse_8277">
            <a:extLst>
              <a:ext uri="{FF2B5EF4-FFF2-40B4-BE49-F238E27FC236}">
                <a16:creationId xmlns:a16="http://schemas.microsoft.com/office/drawing/2014/main" id="{37E7BAC0-EE14-41A9-B129-F611915A4825}"/>
              </a:ext>
            </a:extLst>
          </p:cNvPr>
          <p:cNvSpPr>
            <a:spLocks noGrp="1"/>
          </p:cNvSpPr>
          <p:nvPr/>
        </p:nvSpPr>
        <p:spPr>
          <a:xfrm>
            <a:off x="4891200" y="845009"/>
            <a:ext cx="24757" cy="24757"/>
          </a:xfrm>
          <a:prstGeom prst="ellipse">
            <a:avLst/>
          </a:prstGeom>
          <a:solidFill>
            <a:srgbClr val="566AB4">
              <a:alpha val="40000"/>
            </a:srgbClr>
          </a:solidFill>
          <a:ln w="0">
            <a:noFill/>
            <a:prstDash val="solid"/>
          </a:ln>
        </p:spPr>
      </p:sp>
      <p:sp>
        <p:nvSpPr>
          <p:cNvPr id="2764" name="LigandSeek2_vs_LigandSeek1_ellipse_8278">
            <a:extLst>
              <a:ext uri="{FF2B5EF4-FFF2-40B4-BE49-F238E27FC236}">
                <a16:creationId xmlns:a16="http://schemas.microsoft.com/office/drawing/2014/main" id="{09EF9561-970E-4BC6-92C7-B93D93736786}"/>
              </a:ext>
            </a:extLst>
          </p:cNvPr>
          <p:cNvSpPr>
            <a:spLocks noGrp="1"/>
          </p:cNvSpPr>
          <p:nvPr/>
        </p:nvSpPr>
        <p:spPr>
          <a:xfrm>
            <a:off x="4879077" y="1890368"/>
            <a:ext cx="24757" cy="24757"/>
          </a:xfrm>
          <a:prstGeom prst="ellipse">
            <a:avLst/>
          </a:prstGeom>
          <a:solidFill>
            <a:srgbClr val="566AB4">
              <a:alpha val="40000"/>
            </a:srgbClr>
          </a:solidFill>
          <a:ln w="0">
            <a:noFill/>
            <a:prstDash val="solid"/>
          </a:ln>
        </p:spPr>
      </p:sp>
      <p:sp>
        <p:nvSpPr>
          <p:cNvPr id="2765" name="LigandSeek2_vs_LigandSeek1_ellipse_8279">
            <a:extLst>
              <a:ext uri="{FF2B5EF4-FFF2-40B4-BE49-F238E27FC236}">
                <a16:creationId xmlns:a16="http://schemas.microsoft.com/office/drawing/2014/main" id="{79034FB0-69EE-469A-B134-23F077A6174B}"/>
              </a:ext>
            </a:extLst>
          </p:cNvPr>
          <p:cNvSpPr>
            <a:spLocks noGrp="1"/>
          </p:cNvSpPr>
          <p:nvPr/>
        </p:nvSpPr>
        <p:spPr>
          <a:xfrm>
            <a:off x="4840553" y="1890368"/>
            <a:ext cx="24757" cy="24757"/>
          </a:xfrm>
          <a:prstGeom prst="ellipse">
            <a:avLst/>
          </a:prstGeom>
          <a:solidFill>
            <a:srgbClr val="566AB4">
              <a:alpha val="40000"/>
            </a:srgbClr>
          </a:solidFill>
          <a:ln w="0">
            <a:noFill/>
            <a:prstDash val="solid"/>
          </a:ln>
        </p:spPr>
      </p:sp>
      <p:sp>
        <p:nvSpPr>
          <p:cNvPr id="2766" name="LigandSeek2_vs_LigandSeek1_ellipse_8280">
            <a:extLst>
              <a:ext uri="{FF2B5EF4-FFF2-40B4-BE49-F238E27FC236}">
                <a16:creationId xmlns:a16="http://schemas.microsoft.com/office/drawing/2014/main" id="{9BA2AD75-7492-4888-8599-5C990C0D283D}"/>
              </a:ext>
            </a:extLst>
          </p:cNvPr>
          <p:cNvSpPr>
            <a:spLocks noGrp="1"/>
          </p:cNvSpPr>
          <p:nvPr/>
        </p:nvSpPr>
        <p:spPr>
          <a:xfrm>
            <a:off x="4875146" y="845009"/>
            <a:ext cx="24757" cy="24757"/>
          </a:xfrm>
          <a:prstGeom prst="ellipse">
            <a:avLst/>
          </a:prstGeom>
          <a:solidFill>
            <a:srgbClr val="566AB4">
              <a:alpha val="40000"/>
            </a:srgbClr>
          </a:solidFill>
          <a:ln w="0">
            <a:noFill/>
            <a:prstDash val="solid"/>
          </a:ln>
        </p:spPr>
      </p:sp>
      <p:sp>
        <p:nvSpPr>
          <p:cNvPr id="2767" name="LigandSeek2_vs_LigandSeek1_ellipse_8281">
            <a:extLst>
              <a:ext uri="{FF2B5EF4-FFF2-40B4-BE49-F238E27FC236}">
                <a16:creationId xmlns:a16="http://schemas.microsoft.com/office/drawing/2014/main" id="{3E6A4DF0-1CAB-41E3-B7E0-895E03C8FB02}"/>
              </a:ext>
            </a:extLst>
          </p:cNvPr>
          <p:cNvSpPr>
            <a:spLocks noGrp="1"/>
          </p:cNvSpPr>
          <p:nvPr/>
        </p:nvSpPr>
        <p:spPr>
          <a:xfrm>
            <a:off x="4860695" y="932122"/>
            <a:ext cx="24757" cy="24757"/>
          </a:xfrm>
          <a:prstGeom prst="ellipse">
            <a:avLst/>
          </a:prstGeom>
          <a:solidFill>
            <a:srgbClr val="566AB4">
              <a:alpha val="40000"/>
            </a:srgbClr>
          </a:solidFill>
          <a:ln w="0">
            <a:noFill/>
            <a:prstDash val="solid"/>
          </a:ln>
        </p:spPr>
      </p:sp>
      <p:sp>
        <p:nvSpPr>
          <p:cNvPr id="2768" name="LigandSeek2_vs_LigandSeek1_ellipse_8282">
            <a:extLst>
              <a:ext uri="{FF2B5EF4-FFF2-40B4-BE49-F238E27FC236}">
                <a16:creationId xmlns:a16="http://schemas.microsoft.com/office/drawing/2014/main" id="{A1080C7C-CD9C-4A81-B97F-E4F25ABCC14E}"/>
              </a:ext>
            </a:extLst>
          </p:cNvPr>
          <p:cNvSpPr>
            <a:spLocks noGrp="1"/>
          </p:cNvSpPr>
          <p:nvPr/>
        </p:nvSpPr>
        <p:spPr>
          <a:xfrm>
            <a:off x="4868316" y="845009"/>
            <a:ext cx="24757" cy="24757"/>
          </a:xfrm>
          <a:prstGeom prst="ellipse">
            <a:avLst/>
          </a:prstGeom>
          <a:solidFill>
            <a:srgbClr val="566AB4">
              <a:alpha val="40000"/>
            </a:srgbClr>
          </a:solidFill>
          <a:ln w="0">
            <a:noFill/>
            <a:prstDash val="solid"/>
          </a:ln>
        </p:spPr>
      </p:sp>
      <p:sp>
        <p:nvSpPr>
          <p:cNvPr id="2769" name="LigandSeek2_vs_LigandSeek1_ellipse_8283">
            <a:extLst>
              <a:ext uri="{FF2B5EF4-FFF2-40B4-BE49-F238E27FC236}">
                <a16:creationId xmlns:a16="http://schemas.microsoft.com/office/drawing/2014/main" id="{F40059F3-8998-43B9-B583-EACBF102A0BA}"/>
              </a:ext>
            </a:extLst>
          </p:cNvPr>
          <p:cNvSpPr>
            <a:spLocks noGrp="1"/>
          </p:cNvSpPr>
          <p:nvPr/>
        </p:nvSpPr>
        <p:spPr>
          <a:xfrm>
            <a:off x="4851732" y="1367688"/>
            <a:ext cx="24757" cy="24757"/>
          </a:xfrm>
          <a:prstGeom prst="ellipse">
            <a:avLst/>
          </a:prstGeom>
          <a:solidFill>
            <a:srgbClr val="566AB4">
              <a:alpha val="40000"/>
            </a:srgbClr>
          </a:solidFill>
          <a:ln w="0">
            <a:noFill/>
            <a:prstDash val="solid"/>
          </a:ln>
        </p:spPr>
      </p:sp>
      <p:sp>
        <p:nvSpPr>
          <p:cNvPr id="2770" name="LigandSeek2_vs_LigandSeek1_ellipse_8284">
            <a:extLst>
              <a:ext uri="{FF2B5EF4-FFF2-40B4-BE49-F238E27FC236}">
                <a16:creationId xmlns:a16="http://schemas.microsoft.com/office/drawing/2014/main" id="{85EC5A91-3D3B-4575-850E-687E8AFBFC60}"/>
              </a:ext>
            </a:extLst>
          </p:cNvPr>
          <p:cNvSpPr>
            <a:spLocks noGrp="1"/>
          </p:cNvSpPr>
          <p:nvPr/>
        </p:nvSpPr>
        <p:spPr>
          <a:xfrm>
            <a:off x="4900830" y="1711786"/>
            <a:ext cx="24757" cy="24757"/>
          </a:xfrm>
          <a:prstGeom prst="ellipse">
            <a:avLst/>
          </a:prstGeom>
          <a:solidFill>
            <a:srgbClr val="566AB4">
              <a:alpha val="40000"/>
            </a:srgbClr>
          </a:solidFill>
          <a:ln w="0">
            <a:noFill/>
            <a:prstDash val="solid"/>
          </a:ln>
        </p:spPr>
      </p:sp>
      <p:sp>
        <p:nvSpPr>
          <p:cNvPr id="2771" name="LigandSeek2_vs_LigandSeek1_ellipse_8285">
            <a:extLst>
              <a:ext uri="{FF2B5EF4-FFF2-40B4-BE49-F238E27FC236}">
                <a16:creationId xmlns:a16="http://schemas.microsoft.com/office/drawing/2014/main" id="{3D1CB20D-D987-4AF4-815E-FAB8FCF20F91}"/>
              </a:ext>
            </a:extLst>
          </p:cNvPr>
          <p:cNvSpPr>
            <a:spLocks noGrp="1"/>
          </p:cNvSpPr>
          <p:nvPr/>
        </p:nvSpPr>
        <p:spPr>
          <a:xfrm>
            <a:off x="4862320" y="845009"/>
            <a:ext cx="24757" cy="24757"/>
          </a:xfrm>
          <a:prstGeom prst="ellipse">
            <a:avLst/>
          </a:prstGeom>
          <a:solidFill>
            <a:srgbClr val="566AB4">
              <a:alpha val="40000"/>
            </a:srgbClr>
          </a:solidFill>
          <a:ln w="0">
            <a:noFill/>
            <a:prstDash val="solid"/>
          </a:ln>
        </p:spPr>
      </p:sp>
      <p:sp>
        <p:nvSpPr>
          <p:cNvPr id="2772" name="LigandSeek2_vs_LigandSeek1_ellipse_8286">
            <a:extLst>
              <a:ext uri="{FF2B5EF4-FFF2-40B4-BE49-F238E27FC236}">
                <a16:creationId xmlns:a16="http://schemas.microsoft.com/office/drawing/2014/main" id="{0B2F5085-066A-474B-AF51-DC231ED4F676}"/>
              </a:ext>
            </a:extLst>
          </p:cNvPr>
          <p:cNvSpPr>
            <a:spLocks noGrp="1"/>
          </p:cNvSpPr>
          <p:nvPr/>
        </p:nvSpPr>
        <p:spPr>
          <a:xfrm>
            <a:off x="4837774" y="845009"/>
            <a:ext cx="24757" cy="24757"/>
          </a:xfrm>
          <a:prstGeom prst="ellipse">
            <a:avLst/>
          </a:prstGeom>
          <a:solidFill>
            <a:srgbClr val="566AB4">
              <a:alpha val="40000"/>
            </a:srgbClr>
          </a:solidFill>
          <a:ln w="0">
            <a:noFill/>
            <a:prstDash val="solid"/>
          </a:ln>
        </p:spPr>
      </p:sp>
      <p:sp>
        <p:nvSpPr>
          <p:cNvPr id="2773" name="LigandSeek2_vs_LigandSeek1_ellipse_8287">
            <a:extLst>
              <a:ext uri="{FF2B5EF4-FFF2-40B4-BE49-F238E27FC236}">
                <a16:creationId xmlns:a16="http://schemas.microsoft.com/office/drawing/2014/main" id="{E8EB013E-B7B3-40CE-9E90-5DE5A5B1462D}"/>
              </a:ext>
            </a:extLst>
          </p:cNvPr>
          <p:cNvSpPr>
            <a:spLocks noGrp="1"/>
          </p:cNvSpPr>
          <p:nvPr/>
        </p:nvSpPr>
        <p:spPr>
          <a:xfrm>
            <a:off x="4857901" y="1367688"/>
            <a:ext cx="24757" cy="24757"/>
          </a:xfrm>
          <a:prstGeom prst="ellipse">
            <a:avLst/>
          </a:prstGeom>
          <a:solidFill>
            <a:srgbClr val="566AB4">
              <a:alpha val="40000"/>
            </a:srgbClr>
          </a:solidFill>
          <a:ln w="0">
            <a:noFill/>
            <a:prstDash val="solid"/>
          </a:ln>
        </p:spPr>
      </p:sp>
      <p:sp>
        <p:nvSpPr>
          <p:cNvPr id="2774" name="LigandSeek2_vs_LigandSeek1_ellipse_8288">
            <a:extLst>
              <a:ext uri="{FF2B5EF4-FFF2-40B4-BE49-F238E27FC236}">
                <a16:creationId xmlns:a16="http://schemas.microsoft.com/office/drawing/2014/main" id="{A8ACF8F5-B959-476A-98FA-B46C64EE8EB4}"/>
              </a:ext>
            </a:extLst>
          </p:cNvPr>
          <p:cNvSpPr>
            <a:spLocks noGrp="1"/>
          </p:cNvSpPr>
          <p:nvPr/>
        </p:nvSpPr>
        <p:spPr>
          <a:xfrm>
            <a:off x="4858105" y="1741031"/>
            <a:ext cx="24757" cy="24757"/>
          </a:xfrm>
          <a:prstGeom prst="ellipse">
            <a:avLst/>
          </a:prstGeom>
          <a:solidFill>
            <a:srgbClr val="566AB4">
              <a:alpha val="40000"/>
            </a:srgbClr>
          </a:solidFill>
          <a:ln w="0">
            <a:noFill/>
            <a:prstDash val="solid"/>
          </a:ln>
        </p:spPr>
      </p:sp>
      <p:sp>
        <p:nvSpPr>
          <p:cNvPr id="2775" name="LigandSeek2_vs_LigandSeek1_ellipse_8289">
            <a:extLst>
              <a:ext uri="{FF2B5EF4-FFF2-40B4-BE49-F238E27FC236}">
                <a16:creationId xmlns:a16="http://schemas.microsoft.com/office/drawing/2014/main" id="{2A2F6685-637C-4A27-935B-5873C3CA6FB3}"/>
              </a:ext>
            </a:extLst>
          </p:cNvPr>
          <p:cNvSpPr>
            <a:spLocks noGrp="1"/>
          </p:cNvSpPr>
          <p:nvPr/>
        </p:nvSpPr>
        <p:spPr>
          <a:xfrm>
            <a:off x="4842710" y="845009"/>
            <a:ext cx="24757" cy="24757"/>
          </a:xfrm>
          <a:prstGeom prst="ellipse">
            <a:avLst/>
          </a:prstGeom>
          <a:solidFill>
            <a:srgbClr val="566AB4">
              <a:alpha val="40000"/>
            </a:srgbClr>
          </a:solidFill>
          <a:ln w="0">
            <a:noFill/>
            <a:prstDash val="solid"/>
          </a:ln>
        </p:spPr>
      </p:sp>
      <p:sp>
        <p:nvSpPr>
          <p:cNvPr id="2776" name="LigandSeek2_vs_LigandSeek1_ellipse_8290">
            <a:extLst>
              <a:ext uri="{FF2B5EF4-FFF2-40B4-BE49-F238E27FC236}">
                <a16:creationId xmlns:a16="http://schemas.microsoft.com/office/drawing/2014/main" id="{A86F1CE3-A729-4A8C-8051-6441EE79D572}"/>
              </a:ext>
            </a:extLst>
          </p:cNvPr>
          <p:cNvSpPr>
            <a:spLocks noGrp="1"/>
          </p:cNvSpPr>
          <p:nvPr/>
        </p:nvSpPr>
        <p:spPr>
          <a:xfrm>
            <a:off x="4908400" y="845009"/>
            <a:ext cx="24757" cy="24757"/>
          </a:xfrm>
          <a:prstGeom prst="ellipse">
            <a:avLst/>
          </a:prstGeom>
          <a:solidFill>
            <a:srgbClr val="566AB4">
              <a:alpha val="40000"/>
            </a:srgbClr>
          </a:solidFill>
          <a:ln w="0">
            <a:noFill/>
            <a:prstDash val="solid"/>
          </a:ln>
        </p:spPr>
      </p:sp>
      <p:sp>
        <p:nvSpPr>
          <p:cNvPr id="2777" name="LigandSeek2_vs_LigandSeek1_ellipse_8291">
            <a:extLst>
              <a:ext uri="{FF2B5EF4-FFF2-40B4-BE49-F238E27FC236}">
                <a16:creationId xmlns:a16="http://schemas.microsoft.com/office/drawing/2014/main" id="{A5975A6E-F739-4D78-8C2D-E93652D32F13}"/>
              </a:ext>
            </a:extLst>
          </p:cNvPr>
          <p:cNvSpPr>
            <a:spLocks noGrp="1"/>
          </p:cNvSpPr>
          <p:nvPr/>
        </p:nvSpPr>
        <p:spPr>
          <a:xfrm>
            <a:off x="4878406" y="1781485"/>
            <a:ext cx="24757" cy="24757"/>
          </a:xfrm>
          <a:prstGeom prst="ellipse">
            <a:avLst/>
          </a:prstGeom>
          <a:solidFill>
            <a:srgbClr val="566AB4">
              <a:alpha val="40000"/>
            </a:srgbClr>
          </a:solidFill>
          <a:ln w="0">
            <a:noFill/>
            <a:prstDash val="solid"/>
          </a:ln>
        </p:spPr>
      </p:sp>
      <p:sp>
        <p:nvSpPr>
          <p:cNvPr id="2778" name="LigandSeek2_vs_LigandSeek1_ellipse_8292">
            <a:extLst>
              <a:ext uri="{FF2B5EF4-FFF2-40B4-BE49-F238E27FC236}">
                <a16:creationId xmlns:a16="http://schemas.microsoft.com/office/drawing/2014/main" id="{31A22952-E464-4B32-B813-9841D20A70E6}"/>
              </a:ext>
            </a:extLst>
          </p:cNvPr>
          <p:cNvSpPr>
            <a:spLocks noGrp="1"/>
          </p:cNvSpPr>
          <p:nvPr/>
        </p:nvSpPr>
        <p:spPr>
          <a:xfrm>
            <a:off x="4834042" y="897987"/>
            <a:ext cx="24757" cy="24757"/>
          </a:xfrm>
          <a:prstGeom prst="ellipse">
            <a:avLst/>
          </a:prstGeom>
          <a:solidFill>
            <a:srgbClr val="566AB4">
              <a:alpha val="40000"/>
            </a:srgbClr>
          </a:solidFill>
          <a:ln w="0">
            <a:noFill/>
            <a:prstDash val="solid"/>
          </a:ln>
        </p:spPr>
      </p:sp>
      <p:sp>
        <p:nvSpPr>
          <p:cNvPr id="2779" name="LigandSeek2_vs_LigandSeek1_ellipse_8293">
            <a:extLst>
              <a:ext uri="{FF2B5EF4-FFF2-40B4-BE49-F238E27FC236}">
                <a16:creationId xmlns:a16="http://schemas.microsoft.com/office/drawing/2014/main" id="{BA2524C3-EA2A-42E3-81B6-DA1D3E59E821}"/>
              </a:ext>
            </a:extLst>
          </p:cNvPr>
          <p:cNvSpPr>
            <a:spLocks noGrp="1"/>
          </p:cNvSpPr>
          <p:nvPr/>
        </p:nvSpPr>
        <p:spPr>
          <a:xfrm>
            <a:off x="4910793" y="1890368"/>
            <a:ext cx="24757" cy="24757"/>
          </a:xfrm>
          <a:prstGeom prst="ellipse">
            <a:avLst/>
          </a:prstGeom>
          <a:solidFill>
            <a:srgbClr val="566AB4">
              <a:alpha val="40000"/>
            </a:srgbClr>
          </a:solidFill>
          <a:ln w="0">
            <a:noFill/>
            <a:prstDash val="solid"/>
          </a:ln>
        </p:spPr>
      </p:sp>
      <p:sp>
        <p:nvSpPr>
          <p:cNvPr id="2780" name="LigandSeek2_vs_LigandSeek1_ellipse_8294">
            <a:extLst>
              <a:ext uri="{FF2B5EF4-FFF2-40B4-BE49-F238E27FC236}">
                <a16:creationId xmlns:a16="http://schemas.microsoft.com/office/drawing/2014/main" id="{D5C74E1F-4BE3-4053-AD08-8AC9A32DAD81}"/>
              </a:ext>
            </a:extLst>
          </p:cNvPr>
          <p:cNvSpPr>
            <a:spLocks noGrp="1"/>
          </p:cNvSpPr>
          <p:nvPr/>
        </p:nvSpPr>
        <p:spPr>
          <a:xfrm>
            <a:off x="4831627" y="1629028"/>
            <a:ext cx="24757" cy="24757"/>
          </a:xfrm>
          <a:prstGeom prst="ellipse">
            <a:avLst/>
          </a:prstGeom>
          <a:solidFill>
            <a:srgbClr val="566AB4">
              <a:alpha val="40000"/>
            </a:srgbClr>
          </a:solidFill>
          <a:ln w="0">
            <a:noFill/>
            <a:prstDash val="solid"/>
          </a:ln>
        </p:spPr>
      </p:sp>
      <p:sp>
        <p:nvSpPr>
          <p:cNvPr id="2781" name="LigandSeek2_vs_LigandSeek1_ellipse_8295">
            <a:extLst>
              <a:ext uri="{FF2B5EF4-FFF2-40B4-BE49-F238E27FC236}">
                <a16:creationId xmlns:a16="http://schemas.microsoft.com/office/drawing/2014/main" id="{4800B8BD-D03A-41A8-A252-0A5964B4D303}"/>
              </a:ext>
            </a:extLst>
          </p:cNvPr>
          <p:cNvSpPr>
            <a:spLocks noGrp="1"/>
          </p:cNvSpPr>
          <p:nvPr/>
        </p:nvSpPr>
        <p:spPr>
          <a:xfrm>
            <a:off x="4896120" y="1599990"/>
            <a:ext cx="24757" cy="24757"/>
          </a:xfrm>
          <a:prstGeom prst="ellipse">
            <a:avLst/>
          </a:prstGeom>
          <a:solidFill>
            <a:srgbClr val="566AB4">
              <a:alpha val="40000"/>
            </a:srgbClr>
          </a:solidFill>
          <a:ln w="0">
            <a:noFill/>
            <a:prstDash val="solid"/>
          </a:ln>
        </p:spPr>
      </p:sp>
      <p:sp>
        <p:nvSpPr>
          <p:cNvPr id="2782" name="LigandSeek2_vs_LigandSeek1_ellipse_8296">
            <a:extLst>
              <a:ext uri="{FF2B5EF4-FFF2-40B4-BE49-F238E27FC236}">
                <a16:creationId xmlns:a16="http://schemas.microsoft.com/office/drawing/2014/main" id="{8948CEE2-7990-48E4-88CC-8DAC78B843D4}"/>
              </a:ext>
            </a:extLst>
          </p:cNvPr>
          <p:cNvSpPr>
            <a:spLocks noGrp="1"/>
          </p:cNvSpPr>
          <p:nvPr/>
        </p:nvSpPr>
        <p:spPr>
          <a:xfrm>
            <a:off x="4851465" y="1629028"/>
            <a:ext cx="24757" cy="24757"/>
          </a:xfrm>
          <a:prstGeom prst="ellipse">
            <a:avLst/>
          </a:prstGeom>
          <a:solidFill>
            <a:srgbClr val="566AB4">
              <a:alpha val="40000"/>
            </a:srgbClr>
          </a:solidFill>
          <a:ln w="0">
            <a:noFill/>
            <a:prstDash val="solid"/>
          </a:ln>
        </p:spPr>
      </p:sp>
      <p:sp>
        <p:nvSpPr>
          <p:cNvPr id="2783" name="LigandSeek2_vs_LigandSeek1_ellipse_8297">
            <a:extLst>
              <a:ext uri="{FF2B5EF4-FFF2-40B4-BE49-F238E27FC236}">
                <a16:creationId xmlns:a16="http://schemas.microsoft.com/office/drawing/2014/main" id="{A27E12B3-E3D1-49CB-80D0-4BA4697718C0}"/>
              </a:ext>
            </a:extLst>
          </p:cNvPr>
          <p:cNvSpPr>
            <a:spLocks noGrp="1"/>
          </p:cNvSpPr>
          <p:nvPr/>
        </p:nvSpPr>
        <p:spPr>
          <a:xfrm>
            <a:off x="4851839" y="1741031"/>
            <a:ext cx="24757" cy="24757"/>
          </a:xfrm>
          <a:prstGeom prst="ellipse">
            <a:avLst/>
          </a:prstGeom>
          <a:solidFill>
            <a:srgbClr val="566AB4">
              <a:alpha val="40000"/>
            </a:srgbClr>
          </a:solidFill>
          <a:ln w="0">
            <a:noFill/>
            <a:prstDash val="solid"/>
          </a:ln>
        </p:spPr>
      </p:sp>
      <p:sp>
        <p:nvSpPr>
          <p:cNvPr id="2784" name="LigandSeek2_vs_LigandSeek1_ellipse_8298">
            <a:extLst>
              <a:ext uri="{FF2B5EF4-FFF2-40B4-BE49-F238E27FC236}">
                <a16:creationId xmlns:a16="http://schemas.microsoft.com/office/drawing/2014/main" id="{E085D5A0-7E05-403F-B1DE-658287115342}"/>
              </a:ext>
            </a:extLst>
          </p:cNvPr>
          <p:cNvSpPr>
            <a:spLocks noGrp="1"/>
          </p:cNvSpPr>
          <p:nvPr/>
        </p:nvSpPr>
        <p:spPr>
          <a:xfrm>
            <a:off x="4899012" y="1426490"/>
            <a:ext cx="24757" cy="24757"/>
          </a:xfrm>
          <a:prstGeom prst="ellipse">
            <a:avLst/>
          </a:prstGeom>
          <a:solidFill>
            <a:srgbClr val="566AB4">
              <a:alpha val="40000"/>
            </a:srgbClr>
          </a:solidFill>
          <a:ln w="0">
            <a:noFill/>
            <a:prstDash val="solid"/>
          </a:ln>
        </p:spPr>
      </p:sp>
      <p:sp>
        <p:nvSpPr>
          <p:cNvPr id="2785" name="LigandSeek2_vs_LigandSeek1_ellipse_8299">
            <a:extLst>
              <a:ext uri="{FF2B5EF4-FFF2-40B4-BE49-F238E27FC236}">
                <a16:creationId xmlns:a16="http://schemas.microsoft.com/office/drawing/2014/main" id="{58AAA3B6-0578-407E-8303-27CDBBE7492C}"/>
              </a:ext>
            </a:extLst>
          </p:cNvPr>
          <p:cNvSpPr>
            <a:spLocks noGrp="1"/>
          </p:cNvSpPr>
          <p:nvPr/>
        </p:nvSpPr>
        <p:spPr>
          <a:xfrm>
            <a:off x="4841063" y="1367688"/>
            <a:ext cx="24757" cy="24757"/>
          </a:xfrm>
          <a:prstGeom prst="ellipse">
            <a:avLst/>
          </a:prstGeom>
          <a:solidFill>
            <a:srgbClr val="566AB4">
              <a:alpha val="40000"/>
            </a:srgbClr>
          </a:solidFill>
          <a:ln w="0">
            <a:noFill/>
            <a:prstDash val="solid"/>
          </a:ln>
        </p:spPr>
      </p:sp>
      <p:sp>
        <p:nvSpPr>
          <p:cNvPr id="2786" name="LigandSeek2_vs_LigandSeek1_ellipse_8300">
            <a:extLst>
              <a:ext uri="{FF2B5EF4-FFF2-40B4-BE49-F238E27FC236}">
                <a16:creationId xmlns:a16="http://schemas.microsoft.com/office/drawing/2014/main" id="{6F44A49F-8B8B-4507-BBEE-5F963D296197}"/>
              </a:ext>
            </a:extLst>
          </p:cNvPr>
          <p:cNvSpPr>
            <a:spLocks noGrp="1"/>
          </p:cNvSpPr>
          <p:nvPr/>
        </p:nvSpPr>
        <p:spPr>
          <a:xfrm>
            <a:off x="4892817" y="1180395"/>
            <a:ext cx="24757" cy="24757"/>
          </a:xfrm>
          <a:prstGeom prst="ellipse">
            <a:avLst/>
          </a:prstGeom>
          <a:solidFill>
            <a:srgbClr val="566AB4">
              <a:alpha val="40000"/>
            </a:srgbClr>
          </a:solidFill>
          <a:ln w="0">
            <a:noFill/>
            <a:prstDash val="solid"/>
          </a:ln>
        </p:spPr>
      </p:sp>
      <p:sp>
        <p:nvSpPr>
          <p:cNvPr id="2787" name="LigandSeek2_vs_LigandSeek1_ellipse_8301">
            <a:extLst>
              <a:ext uri="{FF2B5EF4-FFF2-40B4-BE49-F238E27FC236}">
                <a16:creationId xmlns:a16="http://schemas.microsoft.com/office/drawing/2014/main" id="{4D599F7A-67CB-4E78-B4C4-AA3E0FAA4BBA}"/>
              </a:ext>
            </a:extLst>
          </p:cNvPr>
          <p:cNvSpPr>
            <a:spLocks noGrp="1"/>
          </p:cNvSpPr>
          <p:nvPr/>
        </p:nvSpPr>
        <p:spPr>
          <a:xfrm>
            <a:off x="4891981" y="845009"/>
            <a:ext cx="24757" cy="24757"/>
          </a:xfrm>
          <a:prstGeom prst="ellipse">
            <a:avLst/>
          </a:prstGeom>
          <a:solidFill>
            <a:srgbClr val="566AB4">
              <a:alpha val="40000"/>
            </a:srgbClr>
          </a:solidFill>
          <a:ln w="0">
            <a:noFill/>
            <a:prstDash val="solid"/>
          </a:ln>
        </p:spPr>
      </p:sp>
      <p:sp>
        <p:nvSpPr>
          <p:cNvPr id="2788" name="LigandSeek2_vs_LigandSeek1_ellipse_8302">
            <a:extLst>
              <a:ext uri="{FF2B5EF4-FFF2-40B4-BE49-F238E27FC236}">
                <a16:creationId xmlns:a16="http://schemas.microsoft.com/office/drawing/2014/main" id="{9A16A629-E802-405C-977C-F4BC58E606AE}"/>
              </a:ext>
            </a:extLst>
          </p:cNvPr>
          <p:cNvSpPr>
            <a:spLocks noGrp="1"/>
          </p:cNvSpPr>
          <p:nvPr/>
        </p:nvSpPr>
        <p:spPr>
          <a:xfrm>
            <a:off x="4894580" y="1396985"/>
            <a:ext cx="24757" cy="24757"/>
          </a:xfrm>
          <a:prstGeom prst="ellipse">
            <a:avLst/>
          </a:prstGeom>
          <a:solidFill>
            <a:srgbClr val="566AB4">
              <a:alpha val="40000"/>
            </a:srgbClr>
          </a:solidFill>
          <a:ln w="0">
            <a:noFill/>
            <a:prstDash val="solid"/>
          </a:ln>
        </p:spPr>
      </p:sp>
      <p:sp>
        <p:nvSpPr>
          <p:cNvPr id="2789" name="LigandSeek2_vs_LigandSeek1_ellipse_8303">
            <a:extLst>
              <a:ext uri="{FF2B5EF4-FFF2-40B4-BE49-F238E27FC236}">
                <a16:creationId xmlns:a16="http://schemas.microsoft.com/office/drawing/2014/main" id="{3A123432-C708-4889-A669-D46F04F6F1D9}"/>
              </a:ext>
            </a:extLst>
          </p:cNvPr>
          <p:cNvSpPr>
            <a:spLocks noGrp="1"/>
          </p:cNvSpPr>
          <p:nvPr/>
        </p:nvSpPr>
        <p:spPr>
          <a:xfrm>
            <a:off x="4835241" y="1890368"/>
            <a:ext cx="24757" cy="24757"/>
          </a:xfrm>
          <a:prstGeom prst="ellipse">
            <a:avLst/>
          </a:prstGeom>
          <a:solidFill>
            <a:srgbClr val="566AB4">
              <a:alpha val="40000"/>
            </a:srgbClr>
          </a:solidFill>
          <a:ln w="0">
            <a:noFill/>
            <a:prstDash val="solid"/>
          </a:ln>
        </p:spPr>
      </p:sp>
      <p:sp>
        <p:nvSpPr>
          <p:cNvPr id="2790" name="LigandSeek2_vs_LigandSeek1_ellipse_8304">
            <a:extLst>
              <a:ext uri="{FF2B5EF4-FFF2-40B4-BE49-F238E27FC236}">
                <a16:creationId xmlns:a16="http://schemas.microsoft.com/office/drawing/2014/main" id="{C0DDF08F-2286-45BA-9B6C-D83457E8D289}"/>
              </a:ext>
            </a:extLst>
          </p:cNvPr>
          <p:cNvSpPr>
            <a:spLocks noGrp="1"/>
          </p:cNvSpPr>
          <p:nvPr/>
        </p:nvSpPr>
        <p:spPr>
          <a:xfrm>
            <a:off x="4848984" y="1106349"/>
            <a:ext cx="24757" cy="24757"/>
          </a:xfrm>
          <a:prstGeom prst="ellipse">
            <a:avLst/>
          </a:prstGeom>
          <a:solidFill>
            <a:srgbClr val="566AB4">
              <a:alpha val="40000"/>
            </a:srgbClr>
          </a:solidFill>
          <a:ln w="0">
            <a:noFill/>
            <a:prstDash val="solid"/>
          </a:ln>
        </p:spPr>
      </p:sp>
      <p:sp>
        <p:nvSpPr>
          <p:cNvPr id="2791" name="LigandSeek2_vs_LigandSeek1_ellipse_8305">
            <a:extLst>
              <a:ext uri="{FF2B5EF4-FFF2-40B4-BE49-F238E27FC236}">
                <a16:creationId xmlns:a16="http://schemas.microsoft.com/office/drawing/2014/main" id="{2035C6EB-8692-4569-ACAD-DCA7311EFE2E}"/>
              </a:ext>
            </a:extLst>
          </p:cNvPr>
          <p:cNvSpPr>
            <a:spLocks noGrp="1"/>
          </p:cNvSpPr>
          <p:nvPr/>
        </p:nvSpPr>
        <p:spPr>
          <a:xfrm>
            <a:off x="4860751" y="1890368"/>
            <a:ext cx="24757" cy="24757"/>
          </a:xfrm>
          <a:prstGeom prst="ellipse">
            <a:avLst/>
          </a:prstGeom>
          <a:solidFill>
            <a:srgbClr val="566AB4">
              <a:alpha val="40000"/>
            </a:srgbClr>
          </a:solidFill>
          <a:ln w="0">
            <a:noFill/>
            <a:prstDash val="solid"/>
          </a:ln>
        </p:spPr>
      </p:sp>
      <p:sp>
        <p:nvSpPr>
          <p:cNvPr id="2792" name="LigandSeek2_vs_LigandSeek1_ellipse_8306">
            <a:extLst>
              <a:ext uri="{FF2B5EF4-FFF2-40B4-BE49-F238E27FC236}">
                <a16:creationId xmlns:a16="http://schemas.microsoft.com/office/drawing/2014/main" id="{A28FF4AE-8A5C-455B-A802-38B506698141}"/>
              </a:ext>
            </a:extLst>
          </p:cNvPr>
          <p:cNvSpPr>
            <a:spLocks noGrp="1"/>
          </p:cNvSpPr>
          <p:nvPr/>
        </p:nvSpPr>
        <p:spPr>
          <a:xfrm>
            <a:off x="4899471" y="845009"/>
            <a:ext cx="24757" cy="24757"/>
          </a:xfrm>
          <a:prstGeom prst="ellipse">
            <a:avLst/>
          </a:prstGeom>
          <a:solidFill>
            <a:srgbClr val="566AB4">
              <a:alpha val="40000"/>
            </a:srgbClr>
          </a:solidFill>
          <a:ln w="0">
            <a:noFill/>
            <a:prstDash val="solid"/>
          </a:ln>
        </p:spPr>
      </p:sp>
      <p:sp>
        <p:nvSpPr>
          <p:cNvPr id="2793" name="LigandSeek2_vs_LigandSeek1_ellipse_8307">
            <a:extLst>
              <a:ext uri="{FF2B5EF4-FFF2-40B4-BE49-F238E27FC236}">
                <a16:creationId xmlns:a16="http://schemas.microsoft.com/office/drawing/2014/main" id="{8D877086-D2C5-4E81-90F4-42D33478AF79}"/>
              </a:ext>
            </a:extLst>
          </p:cNvPr>
          <p:cNvSpPr>
            <a:spLocks noGrp="1"/>
          </p:cNvSpPr>
          <p:nvPr/>
        </p:nvSpPr>
        <p:spPr>
          <a:xfrm>
            <a:off x="4889319" y="1890368"/>
            <a:ext cx="24757" cy="24757"/>
          </a:xfrm>
          <a:prstGeom prst="ellipse">
            <a:avLst/>
          </a:prstGeom>
          <a:solidFill>
            <a:srgbClr val="566AB4">
              <a:alpha val="40000"/>
            </a:srgbClr>
          </a:solidFill>
          <a:ln w="0">
            <a:noFill/>
            <a:prstDash val="solid"/>
          </a:ln>
        </p:spPr>
      </p:sp>
      <p:sp>
        <p:nvSpPr>
          <p:cNvPr id="2794" name="LigandSeek2_vs_LigandSeek1_ellipse_8308">
            <a:extLst>
              <a:ext uri="{FF2B5EF4-FFF2-40B4-BE49-F238E27FC236}">
                <a16:creationId xmlns:a16="http://schemas.microsoft.com/office/drawing/2014/main" id="{ADCF847D-BFB6-43A3-86ED-62C4ADA41B20}"/>
              </a:ext>
            </a:extLst>
          </p:cNvPr>
          <p:cNvSpPr>
            <a:spLocks noGrp="1"/>
          </p:cNvSpPr>
          <p:nvPr/>
        </p:nvSpPr>
        <p:spPr>
          <a:xfrm>
            <a:off x="4875981" y="1872945"/>
            <a:ext cx="24757" cy="24757"/>
          </a:xfrm>
          <a:prstGeom prst="ellipse">
            <a:avLst/>
          </a:prstGeom>
          <a:solidFill>
            <a:srgbClr val="566AB4">
              <a:alpha val="40000"/>
            </a:srgbClr>
          </a:solidFill>
          <a:ln w="0">
            <a:noFill/>
            <a:prstDash val="solid"/>
          </a:ln>
        </p:spPr>
      </p:sp>
      <p:sp>
        <p:nvSpPr>
          <p:cNvPr id="2795" name="LigandSeek2_vs_LigandSeek1_ellipse_8309">
            <a:extLst>
              <a:ext uri="{FF2B5EF4-FFF2-40B4-BE49-F238E27FC236}">
                <a16:creationId xmlns:a16="http://schemas.microsoft.com/office/drawing/2014/main" id="{443E3D7E-80C0-4488-BA57-90AC52D27538}"/>
              </a:ext>
            </a:extLst>
          </p:cNvPr>
          <p:cNvSpPr>
            <a:spLocks noGrp="1"/>
          </p:cNvSpPr>
          <p:nvPr/>
        </p:nvSpPr>
        <p:spPr>
          <a:xfrm>
            <a:off x="4906348" y="845009"/>
            <a:ext cx="24757" cy="24757"/>
          </a:xfrm>
          <a:prstGeom prst="ellipse">
            <a:avLst/>
          </a:prstGeom>
          <a:solidFill>
            <a:srgbClr val="566AB4">
              <a:alpha val="40000"/>
            </a:srgbClr>
          </a:solidFill>
          <a:ln w="0">
            <a:noFill/>
            <a:prstDash val="solid"/>
          </a:ln>
        </p:spPr>
      </p:sp>
      <p:sp>
        <p:nvSpPr>
          <p:cNvPr id="2796" name="LigandSeek2_vs_LigandSeek1_ellipse_8310">
            <a:extLst>
              <a:ext uri="{FF2B5EF4-FFF2-40B4-BE49-F238E27FC236}">
                <a16:creationId xmlns:a16="http://schemas.microsoft.com/office/drawing/2014/main" id="{EB46D6E1-5337-44E9-AE93-9EA7C16B6823}"/>
              </a:ext>
            </a:extLst>
          </p:cNvPr>
          <p:cNvSpPr>
            <a:spLocks noGrp="1"/>
          </p:cNvSpPr>
          <p:nvPr/>
        </p:nvSpPr>
        <p:spPr>
          <a:xfrm>
            <a:off x="4878920" y="845009"/>
            <a:ext cx="24757" cy="24757"/>
          </a:xfrm>
          <a:prstGeom prst="ellipse">
            <a:avLst/>
          </a:prstGeom>
          <a:solidFill>
            <a:srgbClr val="566AB4">
              <a:alpha val="40000"/>
            </a:srgbClr>
          </a:solidFill>
          <a:ln w="0">
            <a:noFill/>
            <a:prstDash val="solid"/>
          </a:ln>
        </p:spPr>
      </p:sp>
      <p:sp>
        <p:nvSpPr>
          <p:cNvPr id="2797" name="LigandSeek2_vs_LigandSeek1_ellipse_8311">
            <a:extLst>
              <a:ext uri="{FF2B5EF4-FFF2-40B4-BE49-F238E27FC236}">
                <a16:creationId xmlns:a16="http://schemas.microsoft.com/office/drawing/2014/main" id="{9FDC7A21-EBE2-4BF1-8935-AAB1BA460DF0}"/>
              </a:ext>
            </a:extLst>
          </p:cNvPr>
          <p:cNvSpPr>
            <a:spLocks noGrp="1"/>
          </p:cNvSpPr>
          <p:nvPr/>
        </p:nvSpPr>
        <p:spPr>
          <a:xfrm>
            <a:off x="4860684" y="1884145"/>
            <a:ext cx="24757" cy="24757"/>
          </a:xfrm>
          <a:prstGeom prst="ellipse">
            <a:avLst/>
          </a:prstGeom>
          <a:solidFill>
            <a:srgbClr val="566AB4">
              <a:alpha val="40000"/>
            </a:srgbClr>
          </a:solidFill>
          <a:ln w="0">
            <a:noFill/>
            <a:prstDash val="solid"/>
          </a:ln>
        </p:spPr>
      </p:sp>
      <p:sp>
        <p:nvSpPr>
          <p:cNvPr id="2798" name="LigandSeek2_vs_LigandSeek1_ellipse_8312">
            <a:extLst>
              <a:ext uri="{FF2B5EF4-FFF2-40B4-BE49-F238E27FC236}">
                <a16:creationId xmlns:a16="http://schemas.microsoft.com/office/drawing/2014/main" id="{852FB0F2-7E7C-4C7B-A170-848C5A27056B}"/>
              </a:ext>
            </a:extLst>
          </p:cNvPr>
          <p:cNvSpPr>
            <a:spLocks noGrp="1"/>
          </p:cNvSpPr>
          <p:nvPr/>
        </p:nvSpPr>
        <p:spPr>
          <a:xfrm>
            <a:off x="4908566" y="1541915"/>
            <a:ext cx="24757" cy="24757"/>
          </a:xfrm>
          <a:prstGeom prst="ellipse">
            <a:avLst/>
          </a:prstGeom>
          <a:solidFill>
            <a:srgbClr val="566AB4">
              <a:alpha val="40000"/>
            </a:srgbClr>
          </a:solidFill>
          <a:ln w="0">
            <a:noFill/>
            <a:prstDash val="solid"/>
          </a:ln>
        </p:spPr>
      </p:sp>
      <p:sp>
        <p:nvSpPr>
          <p:cNvPr id="2799" name="LigandSeek2_vs_LigandSeek1_ellipse_8313">
            <a:extLst>
              <a:ext uri="{FF2B5EF4-FFF2-40B4-BE49-F238E27FC236}">
                <a16:creationId xmlns:a16="http://schemas.microsoft.com/office/drawing/2014/main" id="{434A33A1-7ABE-463B-923C-666B35AE6297}"/>
              </a:ext>
            </a:extLst>
          </p:cNvPr>
          <p:cNvSpPr>
            <a:spLocks noGrp="1"/>
          </p:cNvSpPr>
          <p:nvPr/>
        </p:nvSpPr>
        <p:spPr>
          <a:xfrm>
            <a:off x="4860650" y="845009"/>
            <a:ext cx="24757" cy="24757"/>
          </a:xfrm>
          <a:prstGeom prst="ellipse">
            <a:avLst/>
          </a:prstGeom>
          <a:solidFill>
            <a:srgbClr val="566AB4">
              <a:alpha val="40000"/>
            </a:srgbClr>
          </a:solidFill>
          <a:ln w="0">
            <a:noFill/>
            <a:prstDash val="solid"/>
          </a:ln>
        </p:spPr>
      </p:sp>
      <p:sp>
        <p:nvSpPr>
          <p:cNvPr id="2800" name="LigandSeek2_vs_LigandSeek1_ellipse_8314">
            <a:extLst>
              <a:ext uri="{FF2B5EF4-FFF2-40B4-BE49-F238E27FC236}">
                <a16:creationId xmlns:a16="http://schemas.microsoft.com/office/drawing/2014/main" id="{6646A9FB-3EBC-4534-BB70-1DCEC5188988}"/>
              </a:ext>
            </a:extLst>
          </p:cNvPr>
          <p:cNvSpPr>
            <a:spLocks noGrp="1"/>
          </p:cNvSpPr>
          <p:nvPr/>
        </p:nvSpPr>
        <p:spPr>
          <a:xfrm>
            <a:off x="4873967" y="845009"/>
            <a:ext cx="24757" cy="24757"/>
          </a:xfrm>
          <a:prstGeom prst="ellipse">
            <a:avLst/>
          </a:prstGeom>
          <a:solidFill>
            <a:srgbClr val="566AB4">
              <a:alpha val="40000"/>
            </a:srgbClr>
          </a:solidFill>
          <a:ln w="0">
            <a:noFill/>
            <a:prstDash val="solid"/>
          </a:ln>
        </p:spPr>
      </p:sp>
      <p:sp>
        <p:nvSpPr>
          <p:cNvPr id="2801" name="LigandSeek2_vs_LigandSeek1_ellipse_8315">
            <a:extLst>
              <a:ext uri="{FF2B5EF4-FFF2-40B4-BE49-F238E27FC236}">
                <a16:creationId xmlns:a16="http://schemas.microsoft.com/office/drawing/2014/main" id="{33AC73CE-DB01-4384-B997-57F797FD50B1}"/>
              </a:ext>
            </a:extLst>
          </p:cNvPr>
          <p:cNvSpPr>
            <a:spLocks noGrp="1"/>
          </p:cNvSpPr>
          <p:nvPr/>
        </p:nvSpPr>
        <p:spPr>
          <a:xfrm>
            <a:off x="4902917" y="845009"/>
            <a:ext cx="24757" cy="24757"/>
          </a:xfrm>
          <a:prstGeom prst="ellipse">
            <a:avLst/>
          </a:prstGeom>
          <a:solidFill>
            <a:srgbClr val="566AB4">
              <a:alpha val="40000"/>
            </a:srgbClr>
          </a:solidFill>
          <a:ln w="0">
            <a:noFill/>
            <a:prstDash val="solid"/>
          </a:ln>
        </p:spPr>
      </p:sp>
      <p:sp>
        <p:nvSpPr>
          <p:cNvPr id="2802" name="LigandSeek2_vs_LigandSeek1_ellipse_8316">
            <a:extLst>
              <a:ext uri="{FF2B5EF4-FFF2-40B4-BE49-F238E27FC236}">
                <a16:creationId xmlns:a16="http://schemas.microsoft.com/office/drawing/2014/main" id="{324FEB10-4EF0-492B-B853-EEA2A9DE0598}"/>
              </a:ext>
            </a:extLst>
          </p:cNvPr>
          <p:cNvSpPr>
            <a:spLocks noGrp="1"/>
          </p:cNvSpPr>
          <p:nvPr/>
        </p:nvSpPr>
        <p:spPr>
          <a:xfrm>
            <a:off x="4872355" y="1890368"/>
            <a:ext cx="24757" cy="24757"/>
          </a:xfrm>
          <a:prstGeom prst="ellipse">
            <a:avLst/>
          </a:prstGeom>
          <a:solidFill>
            <a:srgbClr val="566AB4">
              <a:alpha val="40000"/>
            </a:srgbClr>
          </a:solidFill>
          <a:ln w="0">
            <a:noFill/>
            <a:prstDash val="solid"/>
          </a:ln>
        </p:spPr>
      </p:sp>
      <p:sp>
        <p:nvSpPr>
          <p:cNvPr id="2803" name="LigandSeek2_vs_LigandSeek1_ellipse_8317">
            <a:extLst>
              <a:ext uri="{FF2B5EF4-FFF2-40B4-BE49-F238E27FC236}">
                <a16:creationId xmlns:a16="http://schemas.microsoft.com/office/drawing/2014/main" id="{2B5325B7-5213-4D53-A4C0-E638A41B6502}"/>
              </a:ext>
            </a:extLst>
          </p:cNvPr>
          <p:cNvSpPr>
            <a:spLocks noGrp="1"/>
          </p:cNvSpPr>
          <p:nvPr/>
        </p:nvSpPr>
        <p:spPr>
          <a:xfrm>
            <a:off x="4887510" y="845009"/>
            <a:ext cx="24757" cy="24757"/>
          </a:xfrm>
          <a:prstGeom prst="ellipse">
            <a:avLst/>
          </a:prstGeom>
          <a:solidFill>
            <a:srgbClr val="566AB4">
              <a:alpha val="40000"/>
            </a:srgbClr>
          </a:solidFill>
          <a:ln w="0">
            <a:noFill/>
            <a:prstDash val="solid"/>
          </a:ln>
        </p:spPr>
      </p:sp>
      <p:sp>
        <p:nvSpPr>
          <p:cNvPr id="2804" name="LigandSeek2_vs_LigandSeek1_ellipse_8318">
            <a:extLst>
              <a:ext uri="{FF2B5EF4-FFF2-40B4-BE49-F238E27FC236}">
                <a16:creationId xmlns:a16="http://schemas.microsoft.com/office/drawing/2014/main" id="{46111CAE-4485-4329-A64A-F034C157264F}"/>
              </a:ext>
            </a:extLst>
          </p:cNvPr>
          <p:cNvSpPr>
            <a:spLocks noGrp="1"/>
          </p:cNvSpPr>
          <p:nvPr/>
        </p:nvSpPr>
        <p:spPr>
          <a:xfrm>
            <a:off x="4825701" y="1880688"/>
            <a:ext cx="24757" cy="24757"/>
          </a:xfrm>
          <a:prstGeom prst="ellipse">
            <a:avLst/>
          </a:prstGeom>
          <a:solidFill>
            <a:srgbClr val="566AB4">
              <a:alpha val="40000"/>
            </a:srgbClr>
          </a:solidFill>
          <a:ln w="0">
            <a:noFill/>
            <a:prstDash val="solid"/>
          </a:ln>
        </p:spPr>
      </p:sp>
      <p:sp>
        <p:nvSpPr>
          <p:cNvPr id="2805" name="LigandSeek2_vs_LigandSeek1_ellipse_8319">
            <a:extLst>
              <a:ext uri="{FF2B5EF4-FFF2-40B4-BE49-F238E27FC236}">
                <a16:creationId xmlns:a16="http://schemas.microsoft.com/office/drawing/2014/main" id="{6091C590-ABBB-4FB4-AC1C-44D56FCDFA06}"/>
              </a:ext>
            </a:extLst>
          </p:cNvPr>
          <p:cNvSpPr>
            <a:spLocks noGrp="1"/>
          </p:cNvSpPr>
          <p:nvPr/>
        </p:nvSpPr>
        <p:spPr>
          <a:xfrm>
            <a:off x="4906702" y="1621769"/>
            <a:ext cx="24757" cy="24757"/>
          </a:xfrm>
          <a:prstGeom prst="ellipse">
            <a:avLst/>
          </a:prstGeom>
          <a:solidFill>
            <a:srgbClr val="566AB4">
              <a:alpha val="40000"/>
            </a:srgbClr>
          </a:solidFill>
          <a:ln w="0">
            <a:noFill/>
            <a:prstDash val="solid"/>
          </a:ln>
        </p:spPr>
      </p:sp>
      <p:sp>
        <p:nvSpPr>
          <p:cNvPr id="2806" name="LigandSeek2_vs_LigandSeek1_ellipse_8320">
            <a:extLst>
              <a:ext uri="{FF2B5EF4-FFF2-40B4-BE49-F238E27FC236}">
                <a16:creationId xmlns:a16="http://schemas.microsoft.com/office/drawing/2014/main" id="{8A3B6958-A30F-4C29-B615-2123EAB5A8FB}"/>
              </a:ext>
            </a:extLst>
          </p:cNvPr>
          <p:cNvSpPr>
            <a:spLocks noGrp="1"/>
          </p:cNvSpPr>
          <p:nvPr/>
        </p:nvSpPr>
        <p:spPr>
          <a:xfrm>
            <a:off x="4850460" y="1871783"/>
            <a:ext cx="24757" cy="24757"/>
          </a:xfrm>
          <a:prstGeom prst="ellipse">
            <a:avLst/>
          </a:prstGeom>
          <a:solidFill>
            <a:srgbClr val="566AB4">
              <a:alpha val="40000"/>
            </a:srgbClr>
          </a:solidFill>
          <a:ln w="0">
            <a:noFill/>
            <a:prstDash val="solid"/>
          </a:ln>
        </p:spPr>
      </p:sp>
      <p:sp>
        <p:nvSpPr>
          <p:cNvPr id="2807" name="LigandSeek2_vs_LigandSeek1_ellipse_8321">
            <a:extLst>
              <a:ext uri="{FF2B5EF4-FFF2-40B4-BE49-F238E27FC236}">
                <a16:creationId xmlns:a16="http://schemas.microsoft.com/office/drawing/2014/main" id="{BBBFA107-FBFF-4CEF-BAA6-9FA9B859409B}"/>
              </a:ext>
            </a:extLst>
          </p:cNvPr>
          <p:cNvSpPr>
            <a:spLocks noGrp="1"/>
          </p:cNvSpPr>
          <p:nvPr/>
        </p:nvSpPr>
        <p:spPr>
          <a:xfrm>
            <a:off x="4844385" y="1890368"/>
            <a:ext cx="24757" cy="24757"/>
          </a:xfrm>
          <a:prstGeom prst="ellipse">
            <a:avLst/>
          </a:prstGeom>
          <a:solidFill>
            <a:srgbClr val="566AB4">
              <a:alpha val="40000"/>
            </a:srgbClr>
          </a:solidFill>
          <a:ln w="0">
            <a:noFill/>
            <a:prstDash val="solid"/>
          </a:ln>
        </p:spPr>
      </p:sp>
      <p:sp>
        <p:nvSpPr>
          <p:cNvPr id="2808" name="LigandSeek2_vs_LigandSeek1_ellipse_8322">
            <a:extLst>
              <a:ext uri="{FF2B5EF4-FFF2-40B4-BE49-F238E27FC236}">
                <a16:creationId xmlns:a16="http://schemas.microsoft.com/office/drawing/2014/main" id="{5E9E0722-43E1-4E31-82CD-BF9338085EA6}"/>
              </a:ext>
            </a:extLst>
          </p:cNvPr>
          <p:cNvSpPr>
            <a:spLocks noGrp="1"/>
          </p:cNvSpPr>
          <p:nvPr/>
        </p:nvSpPr>
        <p:spPr>
          <a:xfrm>
            <a:off x="4893777" y="1890368"/>
            <a:ext cx="24757" cy="24757"/>
          </a:xfrm>
          <a:prstGeom prst="ellipse">
            <a:avLst/>
          </a:prstGeom>
          <a:solidFill>
            <a:srgbClr val="566AB4">
              <a:alpha val="40000"/>
            </a:srgbClr>
          </a:solidFill>
          <a:ln w="0">
            <a:noFill/>
            <a:prstDash val="solid"/>
          </a:ln>
        </p:spPr>
      </p:sp>
      <p:sp>
        <p:nvSpPr>
          <p:cNvPr id="2809" name="LigandSeek2_vs_LigandSeek1_ellipse_8323">
            <a:extLst>
              <a:ext uri="{FF2B5EF4-FFF2-40B4-BE49-F238E27FC236}">
                <a16:creationId xmlns:a16="http://schemas.microsoft.com/office/drawing/2014/main" id="{DC4BF24A-3B5E-4AC5-BF27-C0521EB685DD}"/>
              </a:ext>
            </a:extLst>
          </p:cNvPr>
          <p:cNvSpPr>
            <a:spLocks noGrp="1"/>
          </p:cNvSpPr>
          <p:nvPr/>
        </p:nvSpPr>
        <p:spPr>
          <a:xfrm>
            <a:off x="4902551" y="845009"/>
            <a:ext cx="24757" cy="24757"/>
          </a:xfrm>
          <a:prstGeom prst="ellipse">
            <a:avLst/>
          </a:prstGeom>
          <a:solidFill>
            <a:srgbClr val="566AB4">
              <a:alpha val="40000"/>
            </a:srgbClr>
          </a:solidFill>
          <a:ln w="0">
            <a:noFill/>
            <a:prstDash val="solid"/>
          </a:ln>
        </p:spPr>
      </p:sp>
      <p:sp>
        <p:nvSpPr>
          <p:cNvPr id="2810" name="LigandSeek2_vs_LigandSeek1_ellipse_8324">
            <a:extLst>
              <a:ext uri="{FF2B5EF4-FFF2-40B4-BE49-F238E27FC236}">
                <a16:creationId xmlns:a16="http://schemas.microsoft.com/office/drawing/2014/main" id="{A6809292-12B9-4670-A6CC-16257A44B508}"/>
              </a:ext>
            </a:extLst>
          </p:cNvPr>
          <p:cNvSpPr>
            <a:spLocks noGrp="1"/>
          </p:cNvSpPr>
          <p:nvPr/>
        </p:nvSpPr>
        <p:spPr>
          <a:xfrm>
            <a:off x="4904405" y="845009"/>
            <a:ext cx="24757" cy="24757"/>
          </a:xfrm>
          <a:prstGeom prst="ellipse">
            <a:avLst/>
          </a:prstGeom>
          <a:solidFill>
            <a:srgbClr val="566AB4">
              <a:alpha val="40000"/>
            </a:srgbClr>
          </a:solidFill>
          <a:ln w="0">
            <a:noFill/>
            <a:prstDash val="solid"/>
          </a:ln>
        </p:spPr>
      </p:sp>
      <p:sp>
        <p:nvSpPr>
          <p:cNvPr id="2811" name="LigandSeek2_vs_LigandSeek1_ellipse_8325">
            <a:extLst>
              <a:ext uri="{FF2B5EF4-FFF2-40B4-BE49-F238E27FC236}">
                <a16:creationId xmlns:a16="http://schemas.microsoft.com/office/drawing/2014/main" id="{1FBA2867-F601-46EF-AF2B-2F2FC2C20796}"/>
              </a:ext>
            </a:extLst>
          </p:cNvPr>
          <p:cNvSpPr>
            <a:spLocks noGrp="1"/>
          </p:cNvSpPr>
          <p:nvPr/>
        </p:nvSpPr>
        <p:spPr>
          <a:xfrm>
            <a:off x="4871448" y="845009"/>
            <a:ext cx="24757" cy="24757"/>
          </a:xfrm>
          <a:prstGeom prst="ellipse">
            <a:avLst/>
          </a:prstGeom>
          <a:solidFill>
            <a:srgbClr val="566AB4">
              <a:alpha val="40000"/>
            </a:srgbClr>
          </a:solidFill>
          <a:ln w="0">
            <a:noFill/>
            <a:prstDash val="solid"/>
          </a:ln>
        </p:spPr>
      </p:sp>
      <p:sp>
        <p:nvSpPr>
          <p:cNvPr id="2812" name="LigandSeek2_vs_LigandSeek1_ellipse_8326">
            <a:extLst>
              <a:ext uri="{FF2B5EF4-FFF2-40B4-BE49-F238E27FC236}">
                <a16:creationId xmlns:a16="http://schemas.microsoft.com/office/drawing/2014/main" id="{9952BB8C-A8FE-4C19-8E23-C22886F4E8EA}"/>
              </a:ext>
            </a:extLst>
          </p:cNvPr>
          <p:cNvSpPr>
            <a:spLocks noGrp="1"/>
          </p:cNvSpPr>
          <p:nvPr/>
        </p:nvSpPr>
        <p:spPr>
          <a:xfrm>
            <a:off x="4865502" y="1716141"/>
            <a:ext cx="24757" cy="24757"/>
          </a:xfrm>
          <a:prstGeom prst="ellipse">
            <a:avLst/>
          </a:prstGeom>
          <a:solidFill>
            <a:srgbClr val="566AB4">
              <a:alpha val="40000"/>
            </a:srgbClr>
          </a:solidFill>
          <a:ln w="0">
            <a:noFill/>
            <a:prstDash val="solid"/>
          </a:ln>
        </p:spPr>
      </p:sp>
      <p:sp>
        <p:nvSpPr>
          <p:cNvPr id="2813" name="LigandSeek2_vs_LigandSeek1_ellipse_8327">
            <a:extLst>
              <a:ext uri="{FF2B5EF4-FFF2-40B4-BE49-F238E27FC236}">
                <a16:creationId xmlns:a16="http://schemas.microsoft.com/office/drawing/2014/main" id="{76163D73-E2F8-4DCA-9873-E1847277C01B}"/>
              </a:ext>
            </a:extLst>
          </p:cNvPr>
          <p:cNvSpPr>
            <a:spLocks noGrp="1"/>
          </p:cNvSpPr>
          <p:nvPr/>
        </p:nvSpPr>
        <p:spPr>
          <a:xfrm>
            <a:off x="4829487" y="1890368"/>
            <a:ext cx="24757" cy="24757"/>
          </a:xfrm>
          <a:prstGeom prst="ellipse">
            <a:avLst/>
          </a:prstGeom>
          <a:solidFill>
            <a:srgbClr val="566AB4">
              <a:alpha val="40000"/>
            </a:srgbClr>
          </a:solidFill>
          <a:ln w="0">
            <a:noFill/>
            <a:prstDash val="solid"/>
          </a:ln>
        </p:spPr>
      </p:sp>
      <p:sp>
        <p:nvSpPr>
          <p:cNvPr id="2814" name="LigandSeek2_vs_LigandSeek1_ellipse_8328">
            <a:extLst>
              <a:ext uri="{FF2B5EF4-FFF2-40B4-BE49-F238E27FC236}">
                <a16:creationId xmlns:a16="http://schemas.microsoft.com/office/drawing/2014/main" id="{08FA1C09-35BE-485C-8A14-1675D6BEBBB5}"/>
              </a:ext>
            </a:extLst>
          </p:cNvPr>
          <p:cNvSpPr>
            <a:spLocks noGrp="1"/>
          </p:cNvSpPr>
          <p:nvPr/>
        </p:nvSpPr>
        <p:spPr>
          <a:xfrm>
            <a:off x="4889423" y="1454802"/>
            <a:ext cx="24757" cy="24757"/>
          </a:xfrm>
          <a:prstGeom prst="ellipse">
            <a:avLst/>
          </a:prstGeom>
          <a:solidFill>
            <a:srgbClr val="566AB4">
              <a:alpha val="40000"/>
            </a:srgbClr>
          </a:solidFill>
          <a:ln w="0">
            <a:noFill/>
            <a:prstDash val="solid"/>
          </a:ln>
        </p:spPr>
      </p:sp>
      <p:sp>
        <p:nvSpPr>
          <p:cNvPr id="2815" name="LigandSeek2_vs_LigandSeek1_ellipse_8329">
            <a:extLst>
              <a:ext uri="{FF2B5EF4-FFF2-40B4-BE49-F238E27FC236}">
                <a16:creationId xmlns:a16="http://schemas.microsoft.com/office/drawing/2014/main" id="{5390EB36-1DBA-49EC-9F07-8D39424C56B9}"/>
              </a:ext>
            </a:extLst>
          </p:cNvPr>
          <p:cNvSpPr>
            <a:spLocks noGrp="1"/>
          </p:cNvSpPr>
          <p:nvPr/>
        </p:nvSpPr>
        <p:spPr>
          <a:xfrm>
            <a:off x="4858837" y="1716141"/>
            <a:ext cx="24757" cy="24757"/>
          </a:xfrm>
          <a:prstGeom prst="ellipse">
            <a:avLst/>
          </a:prstGeom>
          <a:solidFill>
            <a:srgbClr val="566AB4">
              <a:alpha val="40000"/>
            </a:srgbClr>
          </a:solidFill>
          <a:ln w="0">
            <a:noFill/>
            <a:prstDash val="solid"/>
          </a:ln>
        </p:spPr>
      </p:sp>
      <p:sp>
        <p:nvSpPr>
          <p:cNvPr id="2816" name="LigandSeek2_vs_LigandSeek1_ellipse_8330">
            <a:extLst>
              <a:ext uri="{FF2B5EF4-FFF2-40B4-BE49-F238E27FC236}">
                <a16:creationId xmlns:a16="http://schemas.microsoft.com/office/drawing/2014/main" id="{C49E69D2-126C-4753-905E-5AB8E3CB710B}"/>
              </a:ext>
            </a:extLst>
          </p:cNvPr>
          <p:cNvSpPr>
            <a:spLocks noGrp="1"/>
          </p:cNvSpPr>
          <p:nvPr/>
        </p:nvSpPr>
        <p:spPr>
          <a:xfrm>
            <a:off x="4855856" y="1646451"/>
            <a:ext cx="24757" cy="24757"/>
          </a:xfrm>
          <a:prstGeom prst="ellipse">
            <a:avLst/>
          </a:prstGeom>
          <a:solidFill>
            <a:srgbClr val="566AB4">
              <a:alpha val="40000"/>
            </a:srgbClr>
          </a:solidFill>
          <a:ln w="0">
            <a:noFill/>
            <a:prstDash val="solid"/>
          </a:ln>
        </p:spPr>
      </p:sp>
      <p:sp>
        <p:nvSpPr>
          <p:cNvPr id="2817" name="LigandSeek2_vs_LigandSeek1_ellipse_8331">
            <a:extLst>
              <a:ext uri="{FF2B5EF4-FFF2-40B4-BE49-F238E27FC236}">
                <a16:creationId xmlns:a16="http://schemas.microsoft.com/office/drawing/2014/main" id="{49051EF6-A95D-4AAA-A94D-6F5DB32F9118}"/>
              </a:ext>
            </a:extLst>
          </p:cNvPr>
          <p:cNvSpPr>
            <a:spLocks noGrp="1"/>
          </p:cNvSpPr>
          <p:nvPr/>
        </p:nvSpPr>
        <p:spPr>
          <a:xfrm>
            <a:off x="4858838" y="1890368"/>
            <a:ext cx="24757" cy="24757"/>
          </a:xfrm>
          <a:prstGeom prst="ellipse">
            <a:avLst/>
          </a:prstGeom>
          <a:solidFill>
            <a:srgbClr val="566AB4">
              <a:alpha val="40000"/>
            </a:srgbClr>
          </a:solidFill>
          <a:ln w="0">
            <a:noFill/>
            <a:prstDash val="solid"/>
          </a:ln>
        </p:spPr>
      </p:sp>
      <p:sp>
        <p:nvSpPr>
          <p:cNvPr id="2818" name="LigandSeek2_vs_LigandSeek1_ellipse_8332">
            <a:extLst>
              <a:ext uri="{FF2B5EF4-FFF2-40B4-BE49-F238E27FC236}">
                <a16:creationId xmlns:a16="http://schemas.microsoft.com/office/drawing/2014/main" id="{34FB00AD-D410-4E07-8769-21054A6A0975}"/>
              </a:ext>
            </a:extLst>
          </p:cNvPr>
          <p:cNvSpPr>
            <a:spLocks noGrp="1"/>
          </p:cNvSpPr>
          <p:nvPr/>
        </p:nvSpPr>
        <p:spPr>
          <a:xfrm>
            <a:off x="4896938" y="845009"/>
            <a:ext cx="24757" cy="24757"/>
          </a:xfrm>
          <a:prstGeom prst="ellipse">
            <a:avLst/>
          </a:prstGeom>
          <a:solidFill>
            <a:srgbClr val="566AB4">
              <a:alpha val="40000"/>
            </a:srgbClr>
          </a:solidFill>
          <a:ln w="0">
            <a:noFill/>
            <a:prstDash val="solid"/>
          </a:ln>
        </p:spPr>
      </p:sp>
      <p:sp>
        <p:nvSpPr>
          <p:cNvPr id="2819" name="LigandSeek2_vs_LigandSeek1_ellipse_8333">
            <a:extLst>
              <a:ext uri="{FF2B5EF4-FFF2-40B4-BE49-F238E27FC236}">
                <a16:creationId xmlns:a16="http://schemas.microsoft.com/office/drawing/2014/main" id="{BFB9F143-5528-4544-9DFA-7ABEBA3C7AD0}"/>
              </a:ext>
            </a:extLst>
          </p:cNvPr>
          <p:cNvSpPr>
            <a:spLocks noGrp="1"/>
          </p:cNvSpPr>
          <p:nvPr/>
        </p:nvSpPr>
        <p:spPr>
          <a:xfrm>
            <a:off x="4832300" y="1269375"/>
            <a:ext cx="24757" cy="24757"/>
          </a:xfrm>
          <a:prstGeom prst="ellipse">
            <a:avLst/>
          </a:prstGeom>
          <a:solidFill>
            <a:srgbClr val="566AB4">
              <a:alpha val="40000"/>
            </a:srgbClr>
          </a:solidFill>
          <a:ln w="0">
            <a:noFill/>
            <a:prstDash val="solid"/>
          </a:ln>
        </p:spPr>
      </p:sp>
      <p:sp>
        <p:nvSpPr>
          <p:cNvPr id="2820" name="LigandSeek2_vs_LigandSeek1_ellipse_8334">
            <a:extLst>
              <a:ext uri="{FF2B5EF4-FFF2-40B4-BE49-F238E27FC236}">
                <a16:creationId xmlns:a16="http://schemas.microsoft.com/office/drawing/2014/main" id="{FF135AE5-B5B4-4949-AFA3-9686B358C0F0}"/>
              </a:ext>
            </a:extLst>
          </p:cNvPr>
          <p:cNvSpPr>
            <a:spLocks noGrp="1"/>
          </p:cNvSpPr>
          <p:nvPr/>
        </p:nvSpPr>
        <p:spPr>
          <a:xfrm>
            <a:off x="4865063" y="845009"/>
            <a:ext cx="24757" cy="24757"/>
          </a:xfrm>
          <a:prstGeom prst="ellipse">
            <a:avLst/>
          </a:prstGeom>
          <a:solidFill>
            <a:srgbClr val="566AB4">
              <a:alpha val="40000"/>
            </a:srgbClr>
          </a:solidFill>
          <a:ln w="0">
            <a:noFill/>
            <a:prstDash val="solid"/>
          </a:ln>
        </p:spPr>
      </p:sp>
      <p:sp>
        <p:nvSpPr>
          <p:cNvPr id="2821" name="LigandSeek2_vs_LigandSeek1_ellipse_8335">
            <a:extLst>
              <a:ext uri="{FF2B5EF4-FFF2-40B4-BE49-F238E27FC236}">
                <a16:creationId xmlns:a16="http://schemas.microsoft.com/office/drawing/2014/main" id="{27164122-0502-4DE7-8F09-5F0EE641D947}"/>
              </a:ext>
            </a:extLst>
          </p:cNvPr>
          <p:cNvSpPr>
            <a:spLocks noGrp="1"/>
          </p:cNvSpPr>
          <p:nvPr/>
        </p:nvSpPr>
        <p:spPr>
          <a:xfrm>
            <a:off x="4897745" y="1629028"/>
            <a:ext cx="24757" cy="24757"/>
          </a:xfrm>
          <a:prstGeom prst="ellipse">
            <a:avLst/>
          </a:prstGeom>
          <a:solidFill>
            <a:srgbClr val="566AB4">
              <a:alpha val="40000"/>
            </a:srgbClr>
          </a:solidFill>
          <a:ln w="0">
            <a:noFill/>
            <a:prstDash val="solid"/>
          </a:ln>
        </p:spPr>
      </p:sp>
      <p:sp>
        <p:nvSpPr>
          <p:cNvPr id="2822" name="LigandSeek2_vs_LigandSeek1_ellipse_8336">
            <a:extLst>
              <a:ext uri="{FF2B5EF4-FFF2-40B4-BE49-F238E27FC236}">
                <a16:creationId xmlns:a16="http://schemas.microsoft.com/office/drawing/2014/main" id="{C70B6D7A-9C84-4FA7-9256-06254EC60DED}"/>
              </a:ext>
            </a:extLst>
          </p:cNvPr>
          <p:cNvSpPr>
            <a:spLocks noGrp="1"/>
          </p:cNvSpPr>
          <p:nvPr/>
        </p:nvSpPr>
        <p:spPr>
          <a:xfrm>
            <a:off x="4833974" y="1367688"/>
            <a:ext cx="24757" cy="24757"/>
          </a:xfrm>
          <a:prstGeom prst="ellipse">
            <a:avLst/>
          </a:prstGeom>
          <a:solidFill>
            <a:srgbClr val="566AB4">
              <a:alpha val="40000"/>
            </a:srgbClr>
          </a:solidFill>
          <a:ln w="0">
            <a:noFill/>
            <a:prstDash val="solid"/>
          </a:ln>
        </p:spPr>
      </p:sp>
      <p:sp>
        <p:nvSpPr>
          <p:cNvPr id="2823" name="LigandSeek2_vs_LigandSeek1_ellipse_8337">
            <a:extLst>
              <a:ext uri="{FF2B5EF4-FFF2-40B4-BE49-F238E27FC236}">
                <a16:creationId xmlns:a16="http://schemas.microsoft.com/office/drawing/2014/main" id="{0385F38C-698B-42F3-83EA-AA71265FAA3D}"/>
              </a:ext>
            </a:extLst>
          </p:cNvPr>
          <p:cNvSpPr>
            <a:spLocks noGrp="1"/>
          </p:cNvSpPr>
          <p:nvPr/>
        </p:nvSpPr>
        <p:spPr>
          <a:xfrm>
            <a:off x="4885927" y="1815699"/>
            <a:ext cx="24757" cy="24757"/>
          </a:xfrm>
          <a:prstGeom prst="ellipse">
            <a:avLst/>
          </a:prstGeom>
          <a:solidFill>
            <a:srgbClr val="566AB4">
              <a:alpha val="40000"/>
            </a:srgbClr>
          </a:solidFill>
          <a:ln w="0">
            <a:noFill/>
            <a:prstDash val="solid"/>
          </a:ln>
        </p:spPr>
      </p:sp>
      <p:sp>
        <p:nvSpPr>
          <p:cNvPr id="2824" name="LigandSeek2_vs_LigandSeek1_ellipse_8338">
            <a:extLst>
              <a:ext uri="{FF2B5EF4-FFF2-40B4-BE49-F238E27FC236}">
                <a16:creationId xmlns:a16="http://schemas.microsoft.com/office/drawing/2014/main" id="{C69BF5E4-0E28-4995-96B8-474CFFDC8D54}"/>
              </a:ext>
            </a:extLst>
          </p:cNvPr>
          <p:cNvSpPr>
            <a:spLocks noGrp="1"/>
          </p:cNvSpPr>
          <p:nvPr/>
        </p:nvSpPr>
        <p:spPr>
          <a:xfrm>
            <a:off x="3777540" y="1015680"/>
            <a:ext cx="24757" cy="24757"/>
          </a:xfrm>
          <a:prstGeom prst="ellipse">
            <a:avLst/>
          </a:prstGeom>
          <a:solidFill>
            <a:srgbClr val="7D8990">
              <a:alpha val="40000"/>
            </a:srgbClr>
          </a:solidFill>
          <a:ln w="0">
            <a:noFill/>
            <a:prstDash val="solid"/>
          </a:ln>
        </p:spPr>
      </p:sp>
      <p:sp>
        <p:nvSpPr>
          <p:cNvPr id="2825" name="LigandSeek2_vs_LigandSeek1_ellipse_8339">
            <a:extLst>
              <a:ext uri="{FF2B5EF4-FFF2-40B4-BE49-F238E27FC236}">
                <a16:creationId xmlns:a16="http://schemas.microsoft.com/office/drawing/2014/main" id="{E88355DC-5444-42EB-980C-0545ED2B1608}"/>
              </a:ext>
            </a:extLst>
          </p:cNvPr>
          <p:cNvSpPr>
            <a:spLocks noGrp="1"/>
          </p:cNvSpPr>
          <p:nvPr/>
        </p:nvSpPr>
        <p:spPr>
          <a:xfrm>
            <a:off x="3747719" y="1068761"/>
            <a:ext cx="24757" cy="24757"/>
          </a:xfrm>
          <a:prstGeom prst="ellipse">
            <a:avLst/>
          </a:prstGeom>
          <a:solidFill>
            <a:srgbClr val="7D8990">
              <a:alpha val="40000"/>
            </a:srgbClr>
          </a:solidFill>
          <a:ln w="0">
            <a:noFill/>
            <a:prstDash val="solid"/>
          </a:ln>
        </p:spPr>
      </p:sp>
      <p:sp>
        <p:nvSpPr>
          <p:cNvPr id="2826" name="LigandSeek2_vs_LigandSeek1_ellipse_8340">
            <a:extLst>
              <a:ext uri="{FF2B5EF4-FFF2-40B4-BE49-F238E27FC236}">
                <a16:creationId xmlns:a16="http://schemas.microsoft.com/office/drawing/2014/main" id="{E9A08D49-C04C-4593-84B7-307926BCFC40}"/>
              </a:ext>
            </a:extLst>
          </p:cNvPr>
          <p:cNvSpPr>
            <a:spLocks noGrp="1"/>
          </p:cNvSpPr>
          <p:nvPr/>
        </p:nvSpPr>
        <p:spPr>
          <a:xfrm>
            <a:off x="3772592" y="1015910"/>
            <a:ext cx="24757" cy="24757"/>
          </a:xfrm>
          <a:prstGeom prst="ellipse">
            <a:avLst/>
          </a:prstGeom>
          <a:solidFill>
            <a:srgbClr val="7D8990">
              <a:alpha val="40000"/>
            </a:srgbClr>
          </a:solidFill>
          <a:ln w="0">
            <a:noFill/>
            <a:prstDash val="solid"/>
          </a:ln>
        </p:spPr>
      </p:sp>
      <p:sp>
        <p:nvSpPr>
          <p:cNvPr id="2827" name="LigandSeek2_vs_LigandSeek1_ellipse_8341">
            <a:extLst>
              <a:ext uri="{FF2B5EF4-FFF2-40B4-BE49-F238E27FC236}">
                <a16:creationId xmlns:a16="http://schemas.microsoft.com/office/drawing/2014/main" id="{04F998AE-B80C-4532-BDB7-BE6952C940F3}"/>
              </a:ext>
            </a:extLst>
          </p:cNvPr>
          <p:cNvSpPr>
            <a:spLocks noGrp="1"/>
          </p:cNvSpPr>
          <p:nvPr/>
        </p:nvSpPr>
        <p:spPr>
          <a:xfrm>
            <a:off x="3794605" y="1041729"/>
            <a:ext cx="24757" cy="24757"/>
          </a:xfrm>
          <a:prstGeom prst="ellipse">
            <a:avLst/>
          </a:prstGeom>
          <a:solidFill>
            <a:srgbClr val="7D8990">
              <a:alpha val="40000"/>
            </a:srgbClr>
          </a:solidFill>
          <a:ln w="0">
            <a:noFill/>
            <a:prstDash val="solid"/>
          </a:ln>
        </p:spPr>
      </p:sp>
      <p:sp>
        <p:nvSpPr>
          <p:cNvPr id="2828" name="LigandSeek2_vs_LigandSeek1_ellipse_8342">
            <a:extLst>
              <a:ext uri="{FF2B5EF4-FFF2-40B4-BE49-F238E27FC236}">
                <a16:creationId xmlns:a16="http://schemas.microsoft.com/office/drawing/2014/main" id="{69787DD5-2F1D-4AEB-87BD-70F880C2AECD}"/>
              </a:ext>
            </a:extLst>
          </p:cNvPr>
          <p:cNvSpPr>
            <a:spLocks noGrp="1"/>
          </p:cNvSpPr>
          <p:nvPr/>
        </p:nvSpPr>
        <p:spPr>
          <a:xfrm>
            <a:off x="3755385" y="1040446"/>
            <a:ext cx="24757" cy="24757"/>
          </a:xfrm>
          <a:prstGeom prst="ellipse">
            <a:avLst/>
          </a:prstGeom>
          <a:solidFill>
            <a:srgbClr val="7D8990">
              <a:alpha val="40000"/>
            </a:srgbClr>
          </a:solidFill>
          <a:ln w="0">
            <a:noFill/>
            <a:prstDash val="solid"/>
          </a:ln>
        </p:spPr>
      </p:sp>
      <p:sp>
        <p:nvSpPr>
          <p:cNvPr id="2829" name="LigandSeek2_vs_LigandSeek1_ellipse_8343">
            <a:extLst>
              <a:ext uri="{FF2B5EF4-FFF2-40B4-BE49-F238E27FC236}">
                <a16:creationId xmlns:a16="http://schemas.microsoft.com/office/drawing/2014/main" id="{064F6C24-D1CF-4E24-B270-5959989E9913}"/>
              </a:ext>
            </a:extLst>
          </p:cNvPr>
          <p:cNvSpPr>
            <a:spLocks noGrp="1"/>
          </p:cNvSpPr>
          <p:nvPr/>
        </p:nvSpPr>
        <p:spPr>
          <a:xfrm>
            <a:off x="3755900" y="1392282"/>
            <a:ext cx="24757" cy="24757"/>
          </a:xfrm>
          <a:prstGeom prst="ellipse">
            <a:avLst/>
          </a:prstGeom>
          <a:solidFill>
            <a:srgbClr val="7D8990">
              <a:alpha val="40000"/>
            </a:srgbClr>
          </a:solidFill>
          <a:ln w="0">
            <a:noFill/>
            <a:prstDash val="solid"/>
          </a:ln>
        </p:spPr>
      </p:sp>
      <p:sp>
        <p:nvSpPr>
          <p:cNvPr id="2830" name="LigandSeek2_vs_LigandSeek1_ellipse_8344">
            <a:extLst>
              <a:ext uri="{FF2B5EF4-FFF2-40B4-BE49-F238E27FC236}">
                <a16:creationId xmlns:a16="http://schemas.microsoft.com/office/drawing/2014/main" id="{EA67B2A2-3A2A-442E-A0F4-BB3DBF30A35E}"/>
              </a:ext>
            </a:extLst>
          </p:cNvPr>
          <p:cNvSpPr>
            <a:spLocks noGrp="1"/>
          </p:cNvSpPr>
          <p:nvPr/>
        </p:nvSpPr>
        <p:spPr>
          <a:xfrm>
            <a:off x="3748403" y="1040284"/>
            <a:ext cx="24757" cy="24757"/>
          </a:xfrm>
          <a:prstGeom prst="ellipse">
            <a:avLst/>
          </a:prstGeom>
          <a:solidFill>
            <a:srgbClr val="7D8990">
              <a:alpha val="40000"/>
            </a:srgbClr>
          </a:solidFill>
          <a:ln w="0">
            <a:noFill/>
            <a:prstDash val="solid"/>
          </a:ln>
        </p:spPr>
      </p:sp>
      <p:sp>
        <p:nvSpPr>
          <p:cNvPr id="2831" name="LigandSeek2_vs_LigandSeek1_ellipse_8345">
            <a:extLst>
              <a:ext uri="{FF2B5EF4-FFF2-40B4-BE49-F238E27FC236}">
                <a16:creationId xmlns:a16="http://schemas.microsoft.com/office/drawing/2014/main" id="{4238EB65-4979-4324-90CA-54223406F4AB}"/>
              </a:ext>
            </a:extLst>
          </p:cNvPr>
          <p:cNvSpPr>
            <a:spLocks noGrp="1"/>
          </p:cNvSpPr>
          <p:nvPr/>
        </p:nvSpPr>
        <p:spPr>
          <a:xfrm>
            <a:off x="3727330" y="1085082"/>
            <a:ext cx="24757" cy="24757"/>
          </a:xfrm>
          <a:prstGeom prst="ellipse">
            <a:avLst/>
          </a:prstGeom>
          <a:solidFill>
            <a:srgbClr val="7D8990">
              <a:alpha val="40000"/>
            </a:srgbClr>
          </a:solidFill>
          <a:ln w="0">
            <a:noFill/>
            <a:prstDash val="solid"/>
          </a:ln>
        </p:spPr>
      </p:sp>
      <p:sp>
        <p:nvSpPr>
          <p:cNvPr id="2832" name="LigandSeek2_vs_LigandSeek1_ellipse_8346">
            <a:extLst>
              <a:ext uri="{FF2B5EF4-FFF2-40B4-BE49-F238E27FC236}">
                <a16:creationId xmlns:a16="http://schemas.microsoft.com/office/drawing/2014/main" id="{2C0B0F86-6CB6-49EA-8556-7EE4C76DDB18}"/>
              </a:ext>
            </a:extLst>
          </p:cNvPr>
          <p:cNvSpPr>
            <a:spLocks noGrp="1"/>
          </p:cNvSpPr>
          <p:nvPr/>
        </p:nvSpPr>
        <p:spPr>
          <a:xfrm>
            <a:off x="3782529" y="1511899"/>
            <a:ext cx="24757" cy="24757"/>
          </a:xfrm>
          <a:prstGeom prst="ellipse">
            <a:avLst/>
          </a:prstGeom>
          <a:solidFill>
            <a:srgbClr val="7D8990">
              <a:alpha val="40000"/>
            </a:srgbClr>
          </a:solidFill>
          <a:ln w="0">
            <a:noFill/>
            <a:prstDash val="solid"/>
          </a:ln>
        </p:spPr>
      </p:sp>
      <p:sp>
        <p:nvSpPr>
          <p:cNvPr id="2833" name="LigandSeek2_vs_LigandSeek1_ellipse_8347">
            <a:extLst>
              <a:ext uri="{FF2B5EF4-FFF2-40B4-BE49-F238E27FC236}">
                <a16:creationId xmlns:a16="http://schemas.microsoft.com/office/drawing/2014/main" id="{142D0EB0-7AD4-437E-98F2-504AF0AB39AF}"/>
              </a:ext>
            </a:extLst>
          </p:cNvPr>
          <p:cNvSpPr>
            <a:spLocks noGrp="1"/>
          </p:cNvSpPr>
          <p:nvPr/>
        </p:nvSpPr>
        <p:spPr>
          <a:xfrm>
            <a:off x="3767617" y="1058301"/>
            <a:ext cx="24757" cy="24757"/>
          </a:xfrm>
          <a:prstGeom prst="ellipse">
            <a:avLst/>
          </a:prstGeom>
          <a:solidFill>
            <a:srgbClr val="7D8990">
              <a:alpha val="40000"/>
            </a:srgbClr>
          </a:solidFill>
          <a:ln w="0">
            <a:noFill/>
            <a:prstDash val="solid"/>
          </a:ln>
        </p:spPr>
      </p:sp>
      <p:sp>
        <p:nvSpPr>
          <p:cNvPr id="2834" name="LigandSeek2_vs_LigandSeek1_ellipse_8348">
            <a:extLst>
              <a:ext uri="{FF2B5EF4-FFF2-40B4-BE49-F238E27FC236}">
                <a16:creationId xmlns:a16="http://schemas.microsoft.com/office/drawing/2014/main" id="{43569159-E6D1-42AF-A826-2B9399C94DB7}"/>
              </a:ext>
            </a:extLst>
          </p:cNvPr>
          <p:cNvSpPr>
            <a:spLocks noGrp="1"/>
          </p:cNvSpPr>
          <p:nvPr/>
        </p:nvSpPr>
        <p:spPr>
          <a:xfrm>
            <a:off x="3761635" y="1411245"/>
            <a:ext cx="24757" cy="24757"/>
          </a:xfrm>
          <a:prstGeom prst="ellipse">
            <a:avLst/>
          </a:prstGeom>
          <a:solidFill>
            <a:srgbClr val="7D8990">
              <a:alpha val="40000"/>
            </a:srgbClr>
          </a:solidFill>
          <a:ln w="0">
            <a:noFill/>
            <a:prstDash val="solid"/>
          </a:ln>
        </p:spPr>
      </p:sp>
      <p:sp>
        <p:nvSpPr>
          <p:cNvPr id="2835" name="LigandSeek2_vs_LigandSeek1_ellipse_8349">
            <a:extLst>
              <a:ext uri="{FF2B5EF4-FFF2-40B4-BE49-F238E27FC236}">
                <a16:creationId xmlns:a16="http://schemas.microsoft.com/office/drawing/2014/main" id="{722A4FF0-80AD-4543-A4A0-AB18C115177D}"/>
              </a:ext>
            </a:extLst>
          </p:cNvPr>
          <p:cNvSpPr>
            <a:spLocks noGrp="1"/>
          </p:cNvSpPr>
          <p:nvPr/>
        </p:nvSpPr>
        <p:spPr>
          <a:xfrm>
            <a:off x="3725488" y="1095598"/>
            <a:ext cx="24757" cy="24757"/>
          </a:xfrm>
          <a:prstGeom prst="ellipse">
            <a:avLst/>
          </a:prstGeom>
          <a:solidFill>
            <a:srgbClr val="7D8990">
              <a:alpha val="40000"/>
            </a:srgbClr>
          </a:solidFill>
          <a:ln w="0">
            <a:noFill/>
            <a:prstDash val="solid"/>
          </a:ln>
        </p:spPr>
      </p:sp>
      <p:sp>
        <p:nvSpPr>
          <p:cNvPr id="2836" name="LigandSeek2_vs_LigandSeek1_ellipse_8350">
            <a:extLst>
              <a:ext uri="{FF2B5EF4-FFF2-40B4-BE49-F238E27FC236}">
                <a16:creationId xmlns:a16="http://schemas.microsoft.com/office/drawing/2014/main" id="{4497B98D-4675-41C5-A25A-D52371C299C6}"/>
              </a:ext>
            </a:extLst>
          </p:cNvPr>
          <p:cNvSpPr>
            <a:spLocks noGrp="1"/>
          </p:cNvSpPr>
          <p:nvPr/>
        </p:nvSpPr>
        <p:spPr>
          <a:xfrm>
            <a:off x="3796430" y="1659266"/>
            <a:ext cx="24757" cy="24757"/>
          </a:xfrm>
          <a:prstGeom prst="ellipse">
            <a:avLst/>
          </a:prstGeom>
          <a:solidFill>
            <a:srgbClr val="7D8990">
              <a:alpha val="40000"/>
            </a:srgbClr>
          </a:solidFill>
          <a:ln w="0">
            <a:noFill/>
            <a:prstDash val="solid"/>
          </a:ln>
        </p:spPr>
      </p:sp>
      <p:sp>
        <p:nvSpPr>
          <p:cNvPr id="2837" name="LigandSeek2_vs_LigandSeek1_ellipse_8351">
            <a:extLst>
              <a:ext uri="{FF2B5EF4-FFF2-40B4-BE49-F238E27FC236}">
                <a16:creationId xmlns:a16="http://schemas.microsoft.com/office/drawing/2014/main" id="{9F556058-21B8-4676-9F61-E6E7F914705F}"/>
              </a:ext>
            </a:extLst>
          </p:cNvPr>
          <p:cNvSpPr>
            <a:spLocks noGrp="1"/>
          </p:cNvSpPr>
          <p:nvPr/>
        </p:nvSpPr>
        <p:spPr>
          <a:xfrm>
            <a:off x="3803750" y="1134569"/>
            <a:ext cx="24757" cy="24757"/>
          </a:xfrm>
          <a:prstGeom prst="ellipse">
            <a:avLst/>
          </a:prstGeom>
          <a:solidFill>
            <a:srgbClr val="7D8990">
              <a:alpha val="40000"/>
            </a:srgbClr>
          </a:solidFill>
          <a:ln w="0">
            <a:noFill/>
            <a:prstDash val="solid"/>
          </a:ln>
        </p:spPr>
      </p:sp>
      <p:sp>
        <p:nvSpPr>
          <p:cNvPr id="2838" name="LigandSeek2_vs_LigandSeek1_ellipse_8352">
            <a:extLst>
              <a:ext uri="{FF2B5EF4-FFF2-40B4-BE49-F238E27FC236}">
                <a16:creationId xmlns:a16="http://schemas.microsoft.com/office/drawing/2014/main" id="{5D5A1697-1BFE-45BC-8043-F14D773BECDD}"/>
              </a:ext>
            </a:extLst>
          </p:cNvPr>
          <p:cNvSpPr>
            <a:spLocks noGrp="1"/>
          </p:cNvSpPr>
          <p:nvPr/>
        </p:nvSpPr>
        <p:spPr>
          <a:xfrm>
            <a:off x="3732309" y="1029194"/>
            <a:ext cx="24757" cy="24757"/>
          </a:xfrm>
          <a:prstGeom prst="ellipse">
            <a:avLst/>
          </a:prstGeom>
          <a:solidFill>
            <a:srgbClr val="7D8990">
              <a:alpha val="40000"/>
            </a:srgbClr>
          </a:solidFill>
          <a:ln w="0">
            <a:noFill/>
            <a:prstDash val="solid"/>
          </a:ln>
        </p:spPr>
      </p:sp>
      <p:sp>
        <p:nvSpPr>
          <p:cNvPr id="2839" name="LigandSeek2_vs_LigandSeek1_ellipse_8353">
            <a:extLst>
              <a:ext uri="{FF2B5EF4-FFF2-40B4-BE49-F238E27FC236}">
                <a16:creationId xmlns:a16="http://schemas.microsoft.com/office/drawing/2014/main" id="{444CB285-7B2D-48E0-9A4E-8953DB6BCD0F}"/>
              </a:ext>
            </a:extLst>
          </p:cNvPr>
          <p:cNvSpPr>
            <a:spLocks noGrp="1"/>
          </p:cNvSpPr>
          <p:nvPr/>
        </p:nvSpPr>
        <p:spPr>
          <a:xfrm>
            <a:off x="3720769" y="1664344"/>
            <a:ext cx="24757" cy="24757"/>
          </a:xfrm>
          <a:prstGeom prst="ellipse">
            <a:avLst/>
          </a:prstGeom>
          <a:solidFill>
            <a:srgbClr val="7D8990">
              <a:alpha val="40000"/>
            </a:srgbClr>
          </a:solidFill>
          <a:ln w="0">
            <a:noFill/>
            <a:prstDash val="solid"/>
          </a:ln>
        </p:spPr>
      </p:sp>
      <p:sp>
        <p:nvSpPr>
          <p:cNvPr id="2840" name="LigandSeek2_vs_LigandSeek1_ellipse_8354">
            <a:extLst>
              <a:ext uri="{FF2B5EF4-FFF2-40B4-BE49-F238E27FC236}">
                <a16:creationId xmlns:a16="http://schemas.microsoft.com/office/drawing/2014/main" id="{9065F508-EEBA-4E0D-B713-04011A63A677}"/>
              </a:ext>
            </a:extLst>
          </p:cNvPr>
          <p:cNvSpPr>
            <a:spLocks noGrp="1"/>
          </p:cNvSpPr>
          <p:nvPr/>
        </p:nvSpPr>
        <p:spPr>
          <a:xfrm>
            <a:off x="3796639" y="1083310"/>
            <a:ext cx="24757" cy="24757"/>
          </a:xfrm>
          <a:prstGeom prst="ellipse">
            <a:avLst/>
          </a:prstGeom>
          <a:solidFill>
            <a:srgbClr val="7D8990">
              <a:alpha val="40000"/>
            </a:srgbClr>
          </a:solidFill>
          <a:ln w="0">
            <a:noFill/>
            <a:prstDash val="solid"/>
          </a:ln>
        </p:spPr>
      </p:sp>
      <p:sp>
        <p:nvSpPr>
          <p:cNvPr id="2841" name="LigandSeek2_vs_LigandSeek1_ellipse_8355">
            <a:extLst>
              <a:ext uri="{FF2B5EF4-FFF2-40B4-BE49-F238E27FC236}">
                <a16:creationId xmlns:a16="http://schemas.microsoft.com/office/drawing/2014/main" id="{64B769EB-7DA5-4E17-A802-1591D30E2F2B}"/>
              </a:ext>
            </a:extLst>
          </p:cNvPr>
          <p:cNvSpPr>
            <a:spLocks noGrp="1"/>
          </p:cNvSpPr>
          <p:nvPr/>
        </p:nvSpPr>
        <p:spPr>
          <a:xfrm>
            <a:off x="3741518" y="985669"/>
            <a:ext cx="24757" cy="24757"/>
          </a:xfrm>
          <a:prstGeom prst="ellipse">
            <a:avLst/>
          </a:prstGeom>
          <a:solidFill>
            <a:srgbClr val="7D8990">
              <a:alpha val="40000"/>
            </a:srgbClr>
          </a:solidFill>
          <a:ln w="0">
            <a:noFill/>
            <a:prstDash val="solid"/>
          </a:ln>
        </p:spPr>
      </p:sp>
      <p:sp>
        <p:nvSpPr>
          <p:cNvPr id="2842" name="LigandSeek2_vs_LigandSeek1_ellipse_8356">
            <a:extLst>
              <a:ext uri="{FF2B5EF4-FFF2-40B4-BE49-F238E27FC236}">
                <a16:creationId xmlns:a16="http://schemas.microsoft.com/office/drawing/2014/main" id="{81A74B4B-314B-486D-B9C9-D547DA83AD02}"/>
              </a:ext>
            </a:extLst>
          </p:cNvPr>
          <p:cNvSpPr>
            <a:spLocks noGrp="1"/>
          </p:cNvSpPr>
          <p:nvPr/>
        </p:nvSpPr>
        <p:spPr>
          <a:xfrm>
            <a:off x="3740898" y="1291375"/>
            <a:ext cx="24757" cy="24757"/>
          </a:xfrm>
          <a:prstGeom prst="ellipse">
            <a:avLst/>
          </a:prstGeom>
          <a:solidFill>
            <a:srgbClr val="7D8990">
              <a:alpha val="40000"/>
            </a:srgbClr>
          </a:solidFill>
          <a:ln w="0">
            <a:noFill/>
            <a:prstDash val="solid"/>
          </a:ln>
        </p:spPr>
      </p:sp>
      <p:sp>
        <p:nvSpPr>
          <p:cNvPr id="2843" name="LigandSeek2_vs_LigandSeek1_ellipse_8357">
            <a:extLst>
              <a:ext uri="{FF2B5EF4-FFF2-40B4-BE49-F238E27FC236}">
                <a16:creationId xmlns:a16="http://schemas.microsoft.com/office/drawing/2014/main" id="{17611DF9-ACE1-4D46-86AF-0307D6EAB676}"/>
              </a:ext>
            </a:extLst>
          </p:cNvPr>
          <p:cNvSpPr>
            <a:spLocks noGrp="1"/>
          </p:cNvSpPr>
          <p:nvPr/>
        </p:nvSpPr>
        <p:spPr>
          <a:xfrm>
            <a:off x="3769995" y="1525083"/>
            <a:ext cx="24757" cy="24757"/>
          </a:xfrm>
          <a:prstGeom prst="ellipse">
            <a:avLst/>
          </a:prstGeom>
          <a:solidFill>
            <a:srgbClr val="7D8990">
              <a:alpha val="40000"/>
            </a:srgbClr>
          </a:solidFill>
          <a:ln w="0">
            <a:noFill/>
            <a:prstDash val="solid"/>
          </a:ln>
        </p:spPr>
      </p:sp>
      <p:sp>
        <p:nvSpPr>
          <p:cNvPr id="2844" name="LigandSeek2_vs_LigandSeek1_ellipse_8358">
            <a:extLst>
              <a:ext uri="{FF2B5EF4-FFF2-40B4-BE49-F238E27FC236}">
                <a16:creationId xmlns:a16="http://schemas.microsoft.com/office/drawing/2014/main" id="{F2F490C3-0600-4A30-AA4A-8CF1C1745AF3}"/>
              </a:ext>
            </a:extLst>
          </p:cNvPr>
          <p:cNvSpPr>
            <a:spLocks noGrp="1"/>
          </p:cNvSpPr>
          <p:nvPr/>
        </p:nvSpPr>
        <p:spPr>
          <a:xfrm>
            <a:off x="3775337" y="1728620"/>
            <a:ext cx="24757" cy="24757"/>
          </a:xfrm>
          <a:prstGeom prst="ellipse">
            <a:avLst/>
          </a:prstGeom>
          <a:solidFill>
            <a:srgbClr val="7D8990">
              <a:alpha val="40000"/>
            </a:srgbClr>
          </a:solidFill>
          <a:ln w="0">
            <a:noFill/>
            <a:prstDash val="solid"/>
          </a:ln>
        </p:spPr>
      </p:sp>
      <p:sp>
        <p:nvSpPr>
          <p:cNvPr id="2845" name="LigandSeek2_vs_LigandSeek1_ellipse_8359">
            <a:extLst>
              <a:ext uri="{FF2B5EF4-FFF2-40B4-BE49-F238E27FC236}">
                <a16:creationId xmlns:a16="http://schemas.microsoft.com/office/drawing/2014/main" id="{E670626F-582A-419B-AE25-F883721DFEFA}"/>
              </a:ext>
            </a:extLst>
          </p:cNvPr>
          <p:cNvSpPr>
            <a:spLocks noGrp="1"/>
          </p:cNvSpPr>
          <p:nvPr/>
        </p:nvSpPr>
        <p:spPr>
          <a:xfrm>
            <a:off x="3805111" y="1890368"/>
            <a:ext cx="24757" cy="24757"/>
          </a:xfrm>
          <a:prstGeom prst="ellipse">
            <a:avLst/>
          </a:prstGeom>
          <a:solidFill>
            <a:srgbClr val="7D8990">
              <a:alpha val="40000"/>
            </a:srgbClr>
          </a:solidFill>
          <a:ln w="0">
            <a:noFill/>
            <a:prstDash val="solid"/>
          </a:ln>
        </p:spPr>
      </p:sp>
      <p:sp>
        <p:nvSpPr>
          <p:cNvPr id="2846" name="LigandSeek2_vs_LigandSeek1_ellipse_8360">
            <a:extLst>
              <a:ext uri="{FF2B5EF4-FFF2-40B4-BE49-F238E27FC236}">
                <a16:creationId xmlns:a16="http://schemas.microsoft.com/office/drawing/2014/main" id="{FCAF0BDB-2DB9-4443-BCA5-B3F07BA9CE49}"/>
              </a:ext>
            </a:extLst>
          </p:cNvPr>
          <p:cNvSpPr>
            <a:spLocks noGrp="1"/>
          </p:cNvSpPr>
          <p:nvPr/>
        </p:nvSpPr>
        <p:spPr>
          <a:xfrm>
            <a:off x="3762361" y="982020"/>
            <a:ext cx="24757" cy="24757"/>
          </a:xfrm>
          <a:prstGeom prst="ellipse">
            <a:avLst/>
          </a:prstGeom>
          <a:solidFill>
            <a:srgbClr val="7D8990">
              <a:alpha val="40000"/>
            </a:srgbClr>
          </a:solidFill>
          <a:ln w="0">
            <a:noFill/>
            <a:prstDash val="solid"/>
          </a:ln>
        </p:spPr>
      </p:sp>
      <p:sp>
        <p:nvSpPr>
          <p:cNvPr id="2847" name="LigandSeek2_vs_LigandSeek1_ellipse_8361">
            <a:extLst>
              <a:ext uri="{FF2B5EF4-FFF2-40B4-BE49-F238E27FC236}">
                <a16:creationId xmlns:a16="http://schemas.microsoft.com/office/drawing/2014/main" id="{2C20E7E7-66CF-4D32-A512-A78677AC67E5}"/>
              </a:ext>
            </a:extLst>
          </p:cNvPr>
          <p:cNvSpPr>
            <a:spLocks noGrp="1"/>
          </p:cNvSpPr>
          <p:nvPr/>
        </p:nvSpPr>
        <p:spPr>
          <a:xfrm>
            <a:off x="3771887" y="1759753"/>
            <a:ext cx="24757" cy="24757"/>
          </a:xfrm>
          <a:prstGeom prst="ellipse">
            <a:avLst/>
          </a:prstGeom>
          <a:solidFill>
            <a:srgbClr val="7D8990">
              <a:alpha val="40000"/>
            </a:srgbClr>
          </a:solidFill>
          <a:ln w="0">
            <a:noFill/>
            <a:prstDash val="solid"/>
          </a:ln>
        </p:spPr>
      </p:sp>
      <p:sp>
        <p:nvSpPr>
          <p:cNvPr id="2848" name="LigandSeek2_vs_LigandSeek1_ellipse_8362">
            <a:extLst>
              <a:ext uri="{FF2B5EF4-FFF2-40B4-BE49-F238E27FC236}">
                <a16:creationId xmlns:a16="http://schemas.microsoft.com/office/drawing/2014/main" id="{DA2FD2B4-28C0-4C2E-A362-7D341F77C619}"/>
              </a:ext>
            </a:extLst>
          </p:cNvPr>
          <p:cNvSpPr>
            <a:spLocks noGrp="1"/>
          </p:cNvSpPr>
          <p:nvPr/>
        </p:nvSpPr>
        <p:spPr>
          <a:xfrm>
            <a:off x="3756520" y="1890368"/>
            <a:ext cx="24757" cy="24757"/>
          </a:xfrm>
          <a:prstGeom prst="ellipse">
            <a:avLst/>
          </a:prstGeom>
          <a:solidFill>
            <a:srgbClr val="7D8990">
              <a:alpha val="40000"/>
            </a:srgbClr>
          </a:solidFill>
          <a:ln w="0">
            <a:noFill/>
            <a:prstDash val="solid"/>
          </a:ln>
        </p:spPr>
      </p:sp>
      <p:sp>
        <p:nvSpPr>
          <p:cNvPr id="2849" name="LigandSeek2_vs_LigandSeek1_ellipse_8363">
            <a:extLst>
              <a:ext uri="{FF2B5EF4-FFF2-40B4-BE49-F238E27FC236}">
                <a16:creationId xmlns:a16="http://schemas.microsoft.com/office/drawing/2014/main" id="{6E9C9A58-788A-4198-A8CE-18508AF09A1B}"/>
              </a:ext>
            </a:extLst>
          </p:cNvPr>
          <p:cNvSpPr>
            <a:spLocks noGrp="1"/>
          </p:cNvSpPr>
          <p:nvPr/>
        </p:nvSpPr>
        <p:spPr>
          <a:xfrm>
            <a:off x="3727960" y="1472224"/>
            <a:ext cx="24757" cy="24757"/>
          </a:xfrm>
          <a:prstGeom prst="ellipse">
            <a:avLst/>
          </a:prstGeom>
          <a:solidFill>
            <a:srgbClr val="7D8990">
              <a:alpha val="40000"/>
            </a:srgbClr>
          </a:solidFill>
          <a:ln w="0">
            <a:noFill/>
            <a:prstDash val="solid"/>
          </a:ln>
        </p:spPr>
      </p:sp>
      <p:sp>
        <p:nvSpPr>
          <p:cNvPr id="2850" name="LigandSeek2_vs_LigandSeek1_ellipse_8364">
            <a:extLst>
              <a:ext uri="{FF2B5EF4-FFF2-40B4-BE49-F238E27FC236}">
                <a16:creationId xmlns:a16="http://schemas.microsoft.com/office/drawing/2014/main" id="{15C53DDB-3A40-4B76-9E94-D848629551AA}"/>
              </a:ext>
            </a:extLst>
          </p:cNvPr>
          <p:cNvSpPr>
            <a:spLocks noGrp="1"/>
          </p:cNvSpPr>
          <p:nvPr/>
        </p:nvSpPr>
        <p:spPr>
          <a:xfrm>
            <a:off x="3728276" y="1083826"/>
            <a:ext cx="24757" cy="24757"/>
          </a:xfrm>
          <a:prstGeom prst="ellipse">
            <a:avLst/>
          </a:prstGeom>
          <a:solidFill>
            <a:srgbClr val="7D8990">
              <a:alpha val="40000"/>
            </a:srgbClr>
          </a:solidFill>
          <a:ln w="0">
            <a:noFill/>
            <a:prstDash val="solid"/>
          </a:ln>
        </p:spPr>
      </p:sp>
      <p:sp>
        <p:nvSpPr>
          <p:cNvPr id="2851" name="LigandSeek2_vs_LigandSeek1_ellipse_8365">
            <a:extLst>
              <a:ext uri="{FF2B5EF4-FFF2-40B4-BE49-F238E27FC236}">
                <a16:creationId xmlns:a16="http://schemas.microsoft.com/office/drawing/2014/main" id="{3F7271E5-EF95-4284-9939-5D56B2AEAA4C}"/>
              </a:ext>
            </a:extLst>
          </p:cNvPr>
          <p:cNvSpPr>
            <a:spLocks noGrp="1"/>
          </p:cNvSpPr>
          <p:nvPr/>
        </p:nvSpPr>
        <p:spPr>
          <a:xfrm>
            <a:off x="3748251" y="1086969"/>
            <a:ext cx="24757" cy="24757"/>
          </a:xfrm>
          <a:prstGeom prst="ellipse">
            <a:avLst/>
          </a:prstGeom>
          <a:solidFill>
            <a:srgbClr val="7D8990">
              <a:alpha val="40000"/>
            </a:srgbClr>
          </a:solidFill>
          <a:ln w="0">
            <a:noFill/>
            <a:prstDash val="solid"/>
          </a:ln>
        </p:spPr>
      </p:sp>
      <p:sp>
        <p:nvSpPr>
          <p:cNvPr id="2852" name="LigandSeek2_vs_LigandSeek1_ellipse_8366">
            <a:extLst>
              <a:ext uri="{FF2B5EF4-FFF2-40B4-BE49-F238E27FC236}">
                <a16:creationId xmlns:a16="http://schemas.microsoft.com/office/drawing/2014/main" id="{27A4858F-2D8C-403C-8FD7-2C1510DFE327}"/>
              </a:ext>
            </a:extLst>
          </p:cNvPr>
          <p:cNvSpPr>
            <a:spLocks noGrp="1"/>
          </p:cNvSpPr>
          <p:nvPr/>
        </p:nvSpPr>
        <p:spPr>
          <a:xfrm>
            <a:off x="3726191" y="1890368"/>
            <a:ext cx="24757" cy="24757"/>
          </a:xfrm>
          <a:prstGeom prst="ellipse">
            <a:avLst/>
          </a:prstGeom>
          <a:solidFill>
            <a:srgbClr val="7D8990">
              <a:alpha val="40000"/>
            </a:srgbClr>
          </a:solidFill>
          <a:ln w="0">
            <a:noFill/>
            <a:prstDash val="solid"/>
          </a:ln>
        </p:spPr>
      </p:sp>
      <p:sp>
        <p:nvSpPr>
          <p:cNvPr id="2853" name="LigandSeek2_vs_LigandSeek1_ellipse_8367">
            <a:extLst>
              <a:ext uri="{FF2B5EF4-FFF2-40B4-BE49-F238E27FC236}">
                <a16:creationId xmlns:a16="http://schemas.microsoft.com/office/drawing/2014/main" id="{891A43E2-A8AA-429C-ACAB-C3094D689EFB}"/>
              </a:ext>
            </a:extLst>
          </p:cNvPr>
          <p:cNvSpPr>
            <a:spLocks noGrp="1"/>
          </p:cNvSpPr>
          <p:nvPr/>
        </p:nvSpPr>
        <p:spPr>
          <a:xfrm>
            <a:off x="3739095" y="1441789"/>
            <a:ext cx="24757" cy="24757"/>
          </a:xfrm>
          <a:prstGeom prst="ellipse">
            <a:avLst/>
          </a:prstGeom>
          <a:solidFill>
            <a:srgbClr val="7D8990">
              <a:alpha val="40000"/>
            </a:srgbClr>
          </a:solidFill>
          <a:ln w="0">
            <a:noFill/>
            <a:prstDash val="solid"/>
          </a:ln>
        </p:spPr>
      </p:sp>
      <p:sp>
        <p:nvSpPr>
          <p:cNvPr id="2854" name="LigandSeek2_vs_LigandSeek1_ellipse_8368">
            <a:extLst>
              <a:ext uri="{FF2B5EF4-FFF2-40B4-BE49-F238E27FC236}">
                <a16:creationId xmlns:a16="http://schemas.microsoft.com/office/drawing/2014/main" id="{6AFB3624-127B-4E96-A7EB-9C83DE9175A0}"/>
              </a:ext>
            </a:extLst>
          </p:cNvPr>
          <p:cNvSpPr>
            <a:spLocks noGrp="1"/>
          </p:cNvSpPr>
          <p:nvPr/>
        </p:nvSpPr>
        <p:spPr>
          <a:xfrm>
            <a:off x="3789584" y="1555491"/>
            <a:ext cx="24757" cy="24757"/>
          </a:xfrm>
          <a:prstGeom prst="ellipse">
            <a:avLst/>
          </a:prstGeom>
          <a:solidFill>
            <a:srgbClr val="7D8990">
              <a:alpha val="40000"/>
            </a:srgbClr>
          </a:solidFill>
          <a:ln w="0">
            <a:noFill/>
            <a:prstDash val="solid"/>
          </a:ln>
        </p:spPr>
      </p:sp>
      <p:sp>
        <p:nvSpPr>
          <p:cNvPr id="2855" name="LigandSeek2_vs_LigandSeek1_ellipse_8369">
            <a:extLst>
              <a:ext uri="{FF2B5EF4-FFF2-40B4-BE49-F238E27FC236}">
                <a16:creationId xmlns:a16="http://schemas.microsoft.com/office/drawing/2014/main" id="{B1ECEFC4-8FDF-4EFE-985C-58BA7226E634}"/>
              </a:ext>
            </a:extLst>
          </p:cNvPr>
          <p:cNvSpPr>
            <a:spLocks noGrp="1"/>
          </p:cNvSpPr>
          <p:nvPr/>
        </p:nvSpPr>
        <p:spPr>
          <a:xfrm>
            <a:off x="3759326" y="986497"/>
            <a:ext cx="24757" cy="24757"/>
          </a:xfrm>
          <a:prstGeom prst="ellipse">
            <a:avLst/>
          </a:prstGeom>
          <a:solidFill>
            <a:srgbClr val="7D8990">
              <a:alpha val="40000"/>
            </a:srgbClr>
          </a:solidFill>
          <a:ln w="0">
            <a:noFill/>
            <a:prstDash val="solid"/>
          </a:ln>
        </p:spPr>
      </p:sp>
      <p:sp>
        <p:nvSpPr>
          <p:cNvPr id="2856" name="LigandSeek2_vs_LigandSeek1_ellipse_8370">
            <a:extLst>
              <a:ext uri="{FF2B5EF4-FFF2-40B4-BE49-F238E27FC236}">
                <a16:creationId xmlns:a16="http://schemas.microsoft.com/office/drawing/2014/main" id="{AB805295-C65A-40C2-B26F-3BED34656A91}"/>
              </a:ext>
            </a:extLst>
          </p:cNvPr>
          <p:cNvSpPr>
            <a:spLocks noGrp="1"/>
          </p:cNvSpPr>
          <p:nvPr/>
        </p:nvSpPr>
        <p:spPr>
          <a:xfrm>
            <a:off x="3769805" y="1226911"/>
            <a:ext cx="24757" cy="24757"/>
          </a:xfrm>
          <a:prstGeom prst="ellipse">
            <a:avLst/>
          </a:prstGeom>
          <a:solidFill>
            <a:srgbClr val="7D8990">
              <a:alpha val="40000"/>
            </a:srgbClr>
          </a:solidFill>
          <a:ln w="0">
            <a:noFill/>
            <a:prstDash val="solid"/>
          </a:ln>
        </p:spPr>
      </p:sp>
      <p:sp>
        <p:nvSpPr>
          <p:cNvPr id="2857" name="LigandSeek2_vs_LigandSeek1_ellipse_8371">
            <a:extLst>
              <a:ext uri="{FF2B5EF4-FFF2-40B4-BE49-F238E27FC236}">
                <a16:creationId xmlns:a16="http://schemas.microsoft.com/office/drawing/2014/main" id="{8CB36663-3B99-4AFD-9739-02C02DA4C2EE}"/>
              </a:ext>
            </a:extLst>
          </p:cNvPr>
          <p:cNvSpPr>
            <a:spLocks noGrp="1"/>
          </p:cNvSpPr>
          <p:nvPr/>
        </p:nvSpPr>
        <p:spPr>
          <a:xfrm>
            <a:off x="3785086" y="1024705"/>
            <a:ext cx="24757" cy="24757"/>
          </a:xfrm>
          <a:prstGeom prst="ellipse">
            <a:avLst/>
          </a:prstGeom>
          <a:solidFill>
            <a:srgbClr val="7D8990">
              <a:alpha val="40000"/>
            </a:srgbClr>
          </a:solidFill>
          <a:ln w="0">
            <a:noFill/>
            <a:prstDash val="solid"/>
          </a:ln>
        </p:spPr>
      </p:sp>
      <p:sp>
        <p:nvSpPr>
          <p:cNvPr id="2858" name="LigandSeek2_vs_LigandSeek1_ellipse_8372">
            <a:extLst>
              <a:ext uri="{FF2B5EF4-FFF2-40B4-BE49-F238E27FC236}">
                <a16:creationId xmlns:a16="http://schemas.microsoft.com/office/drawing/2014/main" id="{CB3BAF3A-30F9-4F6B-9D2B-E3B38D0F1AD3}"/>
              </a:ext>
            </a:extLst>
          </p:cNvPr>
          <p:cNvSpPr>
            <a:spLocks noGrp="1"/>
          </p:cNvSpPr>
          <p:nvPr/>
        </p:nvSpPr>
        <p:spPr>
          <a:xfrm>
            <a:off x="3750354" y="1814831"/>
            <a:ext cx="24757" cy="24757"/>
          </a:xfrm>
          <a:prstGeom prst="ellipse">
            <a:avLst/>
          </a:prstGeom>
          <a:solidFill>
            <a:srgbClr val="7D8990">
              <a:alpha val="40000"/>
            </a:srgbClr>
          </a:solidFill>
          <a:ln w="0">
            <a:noFill/>
            <a:prstDash val="solid"/>
          </a:ln>
        </p:spPr>
      </p:sp>
      <p:sp>
        <p:nvSpPr>
          <p:cNvPr id="2859" name="LigandSeek2_vs_LigandSeek1_ellipse_8373">
            <a:extLst>
              <a:ext uri="{FF2B5EF4-FFF2-40B4-BE49-F238E27FC236}">
                <a16:creationId xmlns:a16="http://schemas.microsoft.com/office/drawing/2014/main" id="{DC0D5EC4-C175-473F-8ABF-ACF54BA3D82C}"/>
              </a:ext>
            </a:extLst>
          </p:cNvPr>
          <p:cNvSpPr>
            <a:spLocks noGrp="1"/>
          </p:cNvSpPr>
          <p:nvPr/>
        </p:nvSpPr>
        <p:spPr>
          <a:xfrm>
            <a:off x="3777921" y="1890368"/>
            <a:ext cx="24757" cy="24757"/>
          </a:xfrm>
          <a:prstGeom prst="ellipse">
            <a:avLst/>
          </a:prstGeom>
          <a:solidFill>
            <a:srgbClr val="7D8990">
              <a:alpha val="40000"/>
            </a:srgbClr>
          </a:solidFill>
          <a:ln w="0">
            <a:noFill/>
            <a:prstDash val="solid"/>
          </a:ln>
        </p:spPr>
      </p:sp>
      <p:sp>
        <p:nvSpPr>
          <p:cNvPr id="2860" name="LigandSeek2_vs_LigandSeek1_ellipse_8374">
            <a:extLst>
              <a:ext uri="{FF2B5EF4-FFF2-40B4-BE49-F238E27FC236}">
                <a16:creationId xmlns:a16="http://schemas.microsoft.com/office/drawing/2014/main" id="{C626F0F0-6A97-46F3-B187-BDB625FCBC2B}"/>
              </a:ext>
            </a:extLst>
          </p:cNvPr>
          <p:cNvSpPr>
            <a:spLocks noGrp="1"/>
          </p:cNvSpPr>
          <p:nvPr/>
        </p:nvSpPr>
        <p:spPr>
          <a:xfrm>
            <a:off x="3777894" y="1013615"/>
            <a:ext cx="24757" cy="24757"/>
          </a:xfrm>
          <a:prstGeom prst="ellipse">
            <a:avLst/>
          </a:prstGeom>
          <a:solidFill>
            <a:srgbClr val="7D8990">
              <a:alpha val="40000"/>
            </a:srgbClr>
          </a:solidFill>
          <a:ln w="0">
            <a:noFill/>
            <a:prstDash val="solid"/>
          </a:ln>
        </p:spPr>
      </p:sp>
      <p:sp>
        <p:nvSpPr>
          <p:cNvPr id="2861" name="LigandSeek2_vs_LigandSeek1_ellipse_8375">
            <a:extLst>
              <a:ext uri="{FF2B5EF4-FFF2-40B4-BE49-F238E27FC236}">
                <a16:creationId xmlns:a16="http://schemas.microsoft.com/office/drawing/2014/main" id="{B8398072-BDF7-4561-8217-AC2FFAE0D0E4}"/>
              </a:ext>
            </a:extLst>
          </p:cNvPr>
          <p:cNvSpPr>
            <a:spLocks noGrp="1"/>
          </p:cNvSpPr>
          <p:nvPr/>
        </p:nvSpPr>
        <p:spPr>
          <a:xfrm>
            <a:off x="3747122" y="1266476"/>
            <a:ext cx="24757" cy="24757"/>
          </a:xfrm>
          <a:prstGeom prst="ellipse">
            <a:avLst/>
          </a:prstGeom>
          <a:solidFill>
            <a:srgbClr val="7D8990">
              <a:alpha val="40000"/>
            </a:srgbClr>
          </a:solidFill>
          <a:ln w="0">
            <a:noFill/>
            <a:prstDash val="solid"/>
          </a:ln>
        </p:spPr>
      </p:sp>
      <p:sp>
        <p:nvSpPr>
          <p:cNvPr id="2862" name="LigandSeek2_vs_LigandSeek1_ellipse_8376">
            <a:extLst>
              <a:ext uri="{FF2B5EF4-FFF2-40B4-BE49-F238E27FC236}">
                <a16:creationId xmlns:a16="http://schemas.microsoft.com/office/drawing/2014/main" id="{8508FC36-2B02-4B6C-AAC1-AE1739F6B568}"/>
              </a:ext>
            </a:extLst>
          </p:cNvPr>
          <p:cNvSpPr>
            <a:spLocks noGrp="1"/>
          </p:cNvSpPr>
          <p:nvPr/>
        </p:nvSpPr>
        <p:spPr>
          <a:xfrm>
            <a:off x="3723329" y="1519528"/>
            <a:ext cx="24757" cy="24757"/>
          </a:xfrm>
          <a:prstGeom prst="ellipse">
            <a:avLst/>
          </a:prstGeom>
          <a:solidFill>
            <a:srgbClr val="7D8990">
              <a:alpha val="40000"/>
            </a:srgbClr>
          </a:solidFill>
          <a:ln w="0">
            <a:noFill/>
            <a:prstDash val="solid"/>
          </a:ln>
        </p:spPr>
      </p:sp>
      <p:sp>
        <p:nvSpPr>
          <p:cNvPr id="2863" name="LigandSeek2_vs_LigandSeek1_ellipse_8377">
            <a:extLst>
              <a:ext uri="{FF2B5EF4-FFF2-40B4-BE49-F238E27FC236}">
                <a16:creationId xmlns:a16="http://schemas.microsoft.com/office/drawing/2014/main" id="{9E6B4A39-9405-49E8-9DD1-E8476B7B4A1B}"/>
              </a:ext>
            </a:extLst>
          </p:cNvPr>
          <p:cNvSpPr>
            <a:spLocks noGrp="1"/>
          </p:cNvSpPr>
          <p:nvPr/>
        </p:nvSpPr>
        <p:spPr>
          <a:xfrm>
            <a:off x="3790525" y="1886607"/>
            <a:ext cx="24757" cy="24757"/>
          </a:xfrm>
          <a:prstGeom prst="ellipse">
            <a:avLst/>
          </a:prstGeom>
          <a:solidFill>
            <a:srgbClr val="7D8990">
              <a:alpha val="40000"/>
            </a:srgbClr>
          </a:solidFill>
          <a:ln w="0">
            <a:noFill/>
            <a:prstDash val="solid"/>
          </a:ln>
        </p:spPr>
      </p:sp>
      <p:sp>
        <p:nvSpPr>
          <p:cNvPr id="2864" name="LigandSeek2_vs_LigandSeek1_ellipse_8378">
            <a:extLst>
              <a:ext uri="{FF2B5EF4-FFF2-40B4-BE49-F238E27FC236}">
                <a16:creationId xmlns:a16="http://schemas.microsoft.com/office/drawing/2014/main" id="{514AAE11-EB53-42D2-B23E-ED210F6BDC2F}"/>
              </a:ext>
            </a:extLst>
          </p:cNvPr>
          <p:cNvSpPr>
            <a:spLocks noGrp="1"/>
          </p:cNvSpPr>
          <p:nvPr/>
        </p:nvSpPr>
        <p:spPr>
          <a:xfrm>
            <a:off x="3737114" y="1151161"/>
            <a:ext cx="24757" cy="24757"/>
          </a:xfrm>
          <a:prstGeom prst="ellipse">
            <a:avLst/>
          </a:prstGeom>
          <a:solidFill>
            <a:srgbClr val="7D8990">
              <a:alpha val="40000"/>
            </a:srgbClr>
          </a:solidFill>
          <a:ln w="0">
            <a:noFill/>
            <a:prstDash val="solid"/>
          </a:ln>
        </p:spPr>
      </p:sp>
      <p:sp>
        <p:nvSpPr>
          <p:cNvPr id="2865" name="LigandSeek2_vs_LigandSeek1_ellipse_8379">
            <a:extLst>
              <a:ext uri="{FF2B5EF4-FFF2-40B4-BE49-F238E27FC236}">
                <a16:creationId xmlns:a16="http://schemas.microsoft.com/office/drawing/2014/main" id="{48EBC4ED-6E3D-4F96-956A-4CCA192E33F8}"/>
              </a:ext>
            </a:extLst>
          </p:cNvPr>
          <p:cNvSpPr>
            <a:spLocks noGrp="1"/>
          </p:cNvSpPr>
          <p:nvPr/>
        </p:nvSpPr>
        <p:spPr>
          <a:xfrm>
            <a:off x="3763581" y="1020209"/>
            <a:ext cx="24757" cy="24757"/>
          </a:xfrm>
          <a:prstGeom prst="ellipse">
            <a:avLst/>
          </a:prstGeom>
          <a:solidFill>
            <a:srgbClr val="7D8990">
              <a:alpha val="40000"/>
            </a:srgbClr>
          </a:solidFill>
          <a:ln w="0">
            <a:noFill/>
            <a:prstDash val="solid"/>
          </a:ln>
        </p:spPr>
      </p:sp>
      <p:sp>
        <p:nvSpPr>
          <p:cNvPr id="2866" name="LigandSeek2_vs_LigandSeek1_ellipse_8380">
            <a:extLst>
              <a:ext uri="{FF2B5EF4-FFF2-40B4-BE49-F238E27FC236}">
                <a16:creationId xmlns:a16="http://schemas.microsoft.com/office/drawing/2014/main" id="{5F294344-C8E1-43FC-B17F-9E8EB2504273}"/>
              </a:ext>
            </a:extLst>
          </p:cNvPr>
          <p:cNvSpPr>
            <a:spLocks noGrp="1"/>
          </p:cNvSpPr>
          <p:nvPr/>
        </p:nvSpPr>
        <p:spPr>
          <a:xfrm>
            <a:off x="3729496" y="1026800"/>
            <a:ext cx="24757" cy="24757"/>
          </a:xfrm>
          <a:prstGeom prst="ellipse">
            <a:avLst/>
          </a:prstGeom>
          <a:solidFill>
            <a:srgbClr val="7D8990">
              <a:alpha val="40000"/>
            </a:srgbClr>
          </a:solidFill>
          <a:ln w="0">
            <a:noFill/>
            <a:prstDash val="solid"/>
          </a:ln>
        </p:spPr>
      </p:sp>
      <p:sp>
        <p:nvSpPr>
          <p:cNvPr id="2867" name="LigandSeek2_vs_LigandSeek1_ellipse_8381">
            <a:extLst>
              <a:ext uri="{FF2B5EF4-FFF2-40B4-BE49-F238E27FC236}">
                <a16:creationId xmlns:a16="http://schemas.microsoft.com/office/drawing/2014/main" id="{A8E26294-D5B4-4398-9383-5B41FD1895C0}"/>
              </a:ext>
            </a:extLst>
          </p:cNvPr>
          <p:cNvSpPr>
            <a:spLocks noGrp="1"/>
          </p:cNvSpPr>
          <p:nvPr/>
        </p:nvSpPr>
        <p:spPr>
          <a:xfrm>
            <a:off x="3732958" y="1353375"/>
            <a:ext cx="24757" cy="24757"/>
          </a:xfrm>
          <a:prstGeom prst="ellipse">
            <a:avLst/>
          </a:prstGeom>
          <a:solidFill>
            <a:srgbClr val="7D8990">
              <a:alpha val="40000"/>
            </a:srgbClr>
          </a:solidFill>
          <a:ln w="0">
            <a:noFill/>
            <a:prstDash val="solid"/>
          </a:ln>
        </p:spPr>
      </p:sp>
      <p:sp>
        <p:nvSpPr>
          <p:cNvPr id="2868" name="LigandSeek2_vs_LigandSeek1_ellipse_8382">
            <a:extLst>
              <a:ext uri="{FF2B5EF4-FFF2-40B4-BE49-F238E27FC236}">
                <a16:creationId xmlns:a16="http://schemas.microsoft.com/office/drawing/2014/main" id="{A6AAD26E-8269-4F84-9B42-D1729C082362}"/>
              </a:ext>
            </a:extLst>
          </p:cNvPr>
          <p:cNvSpPr>
            <a:spLocks noGrp="1"/>
          </p:cNvSpPr>
          <p:nvPr/>
        </p:nvSpPr>
        <p:spPr>
          <a:xfrm>
            <a:off x="3738046" y="1108450"/>
            <a:ext cx="24757" cy="24757"/>
          </a:xfrm>
          <a:prstGeom prst="ellipse">
            <a:avLst/>
          </a:prstGeom>
          <a:solidFill>
            <a:srgbClr val="7D8990">
              <a:alpha val="40000"/>
            </a:srgbClr>
          </a:solidFill>
          <a:ln w="0">
            <a:noFill/>
            <a:prstDash val="solid"/>
          </a:ln>
        </p:spPr>
      </p:sp>
      <p:sp>
        <p:nvSpPr>
          <p:cNvPr id="2869" name="LigandSeek2_vs_LigandSeek1_ellipse_8383">
            <a:extLst>
              <a:ext uri="{FF2B5EF4-FFF2-40B4-BE49-F238E27FC236}">
                <a16:creationId xmlns:a16="http://schemas.microsoft.com/office/drawing/2014/main" id="{91F02732-04AB-49CA-BCFD-B2F02BD725A5}"/>
              </a:ext>
            </a:extLst>
          </p:cNvPr>
          <p:cNvSpPr>
            <a:spLocks noGrp="1"/>
          </p:cNvSpPr>
          <p:nvPr/>
        </p:nvSpPr>
        <p:spPr>
          <a:xfrm>
            <a:off x="3721425" y="1209669"/>
            <a:ext cx="24757" cy="24757"/>
          </a:xfrm>
          <a:prstGeom prst="ellipse">
            <a:avLst/>
          </a:prstGeom>
          <a:solidFill>
            <a:srgbClr val="7D8990">
              <a:alpha val="40000"/>
            </a:srgbClr>
          </a:solidFill>
          <a:ln w="0">
            <a:noFill/>
            <a:prstDash val="solid"/>
          </a:ln>
        </p:spPr>
      </p:sp>
      <p:sp>
        <p:nvSpPr>
          <p:cNvPr id="2870" name="LigandSeek2_vs_LigandSeek1_ellipse_8384">
            <a:extLst>
              <a:ext uri="{FF2B5EF4-FFF2-40B4-BE49-F238E27FC236}">
                <a16:creationId xmlns:a16="http://schemas.microsoft.com/office/drawing/2014/main" id="{91C2F2D2-AE62-4671-8D82-48E17DF37F4C}"/>
              </a:ext>
            </a:extLst>
          </p:cNvPr>
          <p:cNvSpPr>
            <a:spLocks noGrp="1"/>
          </p:cNvSpPr>
          <p:nvPr/>
        </p:nvSpPr>
        <p:spPr>
          <a:xfrm>
            <a:off x="3798776" y="1184304"/>
            <a:ext cx="24757" cy="24757"/>
          </a:xfrm>
          <a:prstGeom prst="ellipse">
            <a:avLst/>
          </a:prstGeom>
          <a:solidFill>
            <a:srgbClr val="7D8990">
              <a:alpha val="40000"/>
            </a:srgbClr>
          </a:solidFill>
          <a:ln w="0">
            <a:noFill/>
            <a:prstDash val="solid"/>
          </a:ln>
        </p:spPr>
      </p:sp>
      <p:sp>
        <p:nvSpPr>
          <p:cNvPr id="2871" name="LigandSeek2_vs_LigandSeek1_ellipse_8385">
            <a:extLst>
              <a:ext uri="{FF2B5EF4-FFF2-40B4-BE49-F238E27FC236}">
                <a16:creationId xmlns:a16="http://schemas.microsoft.com/office/drawing/2014/main" id="{F2C34C42-9BB9-49AB-A1CC-F79FDF864AD2}"/>
              </a:ext>
            </a:extLst>
          </p:cNvPr>
          <p:cNvSpPr>
            <a:spLocks noGrp="1"/>
          </p:cNvSpPr>
          <p:nvPr/>
        </p:nvSpPr>
        <p:spPr>
          <a:xfrm>
            <a:off x="3725794" y="1653545"/>
            <a:ext cx="24757" cy="24757"/>
          </a:xfrm>
          <a:prstGeom prst="ellipse">
            <a:avLst/>
          </a:prstGeom>
          <a:solidFill>
            <a:srgbClr val="7D8990">
              <a:alpha val="40000"/>
            </a:srgbClr>
          </a:solidFill>
          <a:ln w="0">
            <a:noFill/>
            <a:prstDash val="solid"/>
          </a:ln>
        </p:spPr>
      </p:sp>
      <p:sp>
        <p:nvSpPr>
          <p:cNvPr id="2872" name="LigandSeek2_vs_LigandSeek1_ellipse_8386">
            <a:extLst>
              <a:ext uri="{FF2B5EF4-FFF2-40B4-BE49-F238E27FC236}">
                <a16:creationId xmlns:a16="http://schemas.microsoft.com/office/drawing/2014/main" id="{C9BAC024-57C5-48CA-BD86-9FB27E144057}"/>
              </a:ext>
            </a:extLst>
          </p:cNvPr>
          <p:cNvSpPr>
            <a:spLocks noGrp="1"/>
          </p:cNvSpPr>
          <p:nvPr/>
        </p:nvSpPr>
        <p:spPr>
          <a:xfrm>
            <a:off x="3727759" y="1198990"/>
            <a:ext cx="24757" cy="24757"/>
          </a:xfrm>
          <a:prstGeom prst="ellipse">
            <a:avLst/>
          </a:prstGeom>
          <a:solidFill>
            <a:srgbClr val="7D8990">
              <a:alpha val="40000"/>
            </a:srgbClr>
          </a:solidFill>
          <a:ln w="0">
            <a:noFill/>
            <a:prstDash val="solid"/>
          </a:ln>
        </p:spPr>
      </p:sp>
      <p:sp>
        <p:nvSpPr>
          <p:cNvPr id="2873" name="LigandSeek2_vs_LigandSeek1_ellipse_8387">
            <a:extLst>
              <a:ext uri="{FF2B5EF4-FFF2-40B4-BE49-F238E27FC236}">
                <a16:creationId xmlns:a16="http://schemas.microsoft.com/office/drawing/2014/main" id="{6412C77C-98BD-40E6-BDF0-58B6F38F9892}"/>
              </a:ext>
            </a:extLst>
          </p:cNvPr>
          <p:cNvSpPr>
            <a:spLocks noGrp="1"/>
          </p:cNvSpPr>
          <p:nvPr/>
        </p:nvSpPr>
        <p:spPr>
          <a:xfrm>
            <a:off x="3797762" y="1890368"/>
            <a:ext cx="24757" cy="24757"/>
          </a:xfrm>
          <a:prstGeom prst="ellipse">
            <a:avLst/>
          </a:prstGeom>
          <a:solidFill>
            <a:srgbClr val="7D8990">
              <a:alpha val="40000"/>
            </a:srgbClr>
          </a:solidFill>
          <a:ln w="0">
            <a:noFill/>
            <a:prstDash val="solid"/>
          </a:ln>
        </p:spPr>
      </p:sp>
      <p:sp>
        <p:nvSpPr>
          <p:cNvPr id="2874" name="LigandSeek2_vs_LigandSeek1_ellipse_8388">
            <a:extLst>
              <a:ext uri="{FF2B5EF4-FFF2-40B4-BE49-F238E27FC236}">
                <a16:creationId xmlns:a16="http://schemas.microsoft.com/office/drawing/2014/main" id="{2F8D77DA-7012-4203-9C0E-1288D0158FCA}"/>
              </a:ext>
            </a:extLst>
          </p:cNvPr>
          <p:cNvSpPr>
            <a:spLocks noGrp="1"/>
          </p:cNvSpPr>
          <p:nvPr/>
        </p:nvSpPr>
        <p:spPr>
          <a:xfrm>
            <a:off x="3766474" y="1863414"/>
            <a:ext cx="24757" cy="24757"/>
          </a:xfrm>
          <a:prstGeom prst="ellipse">
            <a:avLst/>
          </a:prstGeom>
          <a:solidFill>
            <a:srgbClr val="7D8990">
              <a:alpha val="40000"/>
            </a:srgbClr>
          </a:solidFill>
          <a:ln w="0">
            <a:noFill/>
            <a:prstDash val="solid"/>
          </a:ln>
        </p:spPr>
      </p:sp>
      <p:sp>
        <p:nvSpPr>
          <p:cNvPr id="2875" name="LigandSeek2_vs_LigandSeek1_ellipse_8389">
            <a:extLst>
              <a:ext uri="{FF2B5EF4-FFF2-40B4-BE49-F238E27FC236}">
                <a16:creationId xmlns:a16="http://schemas.microsoft.com/office/drawing/2014/main" id="{2D5CC1B2-0389-4B98-8B04-D604C588C57C}"/>
              </a:ext>
            </a:extLst>
          </p:cNvPr>
          <p:cNvSpPr>
            <a:spLocks noGrp="1"/>
          </p:cNvSpPr>
          <p:nvPr/>
        </p:nvSpPr>
        <p:spPr>
          <a:xfrm>
            <a:off x="3771525" y="1890368"/>
            <a:ext cx="24757" cy="24757"/>
          </a:xfrm>
          <a:prstGeom prst="ellipse">
            <a:avLst/>
          </a:prstGeom>
          <a:solidFill>
            <a:srgbClr val="7D8990">
              <a:alpha val="40000"/>
            </a:srgbClr>
          </a:solidFill>
          <a:ln w="0">
            <a:noFill/>
            <a:prstDash val="solid"/>
          </a:ln>
        </p:spPr>
      </p:sp>
      <p:sp>
        <p:nvSpPr>
          <p:cNvPr id="2876" name="LigandSeek2_vs_LigandSeek1_ellipse_8390">
            <a:extLst>
              <a:ext uri="{FF2B5EF4-FFF2-40B4-BE49-F238E27FC236}">
                <a16:creationId xmlns:a16="http://schemas.microsoft.com/office/drawing/2014/main" id="{1355554B-239D-4556-8B83-3ED26E8CDB5F}"/>
              </a:ext>
            </a:extLst>
          </p:cNvPr>
          <p:cNvSpPr>
            <a:spLocks noGrp="1"/>
          </p:cNvSpPr>
          <p:nvPr/>
        </p:nvSpPr>
        <p:spPr>
          <a:xfrm>
            <a:off x="3756814" y="1434813"/>
            <a:ext cx="24757" cy="24757"/>
          </a:xfrm>
          <a:prstGeom prst="ellipse">
            <a:avLst/>
          </a:prstGeom>
          <a:solidFill>
            <a:srgbClr val="7D8990">
              <a:alpha val="40000"/>
            </a:srgbClr>
          </a:solidFill>
          <a:ln w="0">
            <a:noFill/>
            <a:prstDash val="solid"/>
          </a:ln>
        </p:spPr>
      </p:sp>
      <p:sp>
        <p:nvSpPr>
          <p:cNvPr id="2877" name="LigandSeek2_vs_LigandSeek1_ellipse_8391">
            <a:extLst>
              <a:ext uri="{FF2B5EF4-FFF2-40B4-BE49-F238E27FC236}">
                <a16:creationId xmlns:a16="http://schemas.microsoft.com/office/drawing/2014/main" id="{F8D11F2C-7C68-4BB0-B9F4-D37140D8CA31}"/>
              </a:ext>
            </a:extLst>
          </p:cNvPr>
          <p:cNvSpPr>
            <a:spLocks noGrp="1"/>
          </p:cNvSpPr>
          <p:nvPr/>
        </p:nvSpPr>
        <p:spPr>
          <a:xfrm>
            <a:off x="3749958" y="1661852"/>
            <a:ext cx="24757" cy="24757"/>
          </a:xfrm>
          <a:prstGeom prst="ellipse">
            <a:avLst/>
          </a:prstGeom>
          <a:solidFill>
            <a:srgbClr val="7D8990">
              <a:alpha val="40000"/>
            </a:srgbClr>
          </a:solidFill>
          <a:ln w="0">
            <a:noFill/>
            <a:prstDash val="solid"/>
          </a:ln>
        </p:spPr>
      </p:sp>
      <p:sp>
        <p:nvSpPr>
          <p:cNvPr id="2878" name="LigandSeek2_vs_LigandSeek1_ellipse_8392">
            <a:extLst>
              <a:ext uri="{FF2B5EF4-FFF2-40B4-BE49-F238E27FC236}">
                <a16:creationId xmlns:a16="http://schemas.microsoft.com/office/drawing/2014/main" id="{E6B44B0E-0765-475B-9802-5894AE2AA19C}"/>
              </a:ext>
            </a:extLst>
          </p:cNvPr>
          <p:cNvSpPr>
            <a:spLocks noGrp="1"/>
          </p:cNvSpPr>
          <p:nvPr/>
        </p:nvSpPr>
        <p:spPr>
          <a:xfrm>
            <a:off x="3734410" y="1010708"/>
            <a:ext cx="24757" cy="24757"/>
          </a:xfrm>
          <a:prstGeom prst="ellipse">
            <a:avLst/>
          </a:prstGeom>
          <a:solidFill>
            <a:srgbClr val="7D8990">
              <a:alpha val="40000"/>
            </a:srgbClr>
          </a:solidFill>
          <a:ln w="0">
            <a:noFill/>
            <a:prstDash val="solid"/>
          </a:ln>
        </p:spPr>
      </p:sp>
      <p:sp>
        <p:nvSpPr>
          <p:cNvPr id="2879" name="LigandSeek2_vs_LigandSeek1_ellipse_8393">
            <a:extLst>
              <a:ext uri="{FF2B5EF4-FFF2-40B4-BE49-F238E27FC236}">
                <a16:creationId xmlns:a16="http://schemas.microsoft.com/office/drawing/2014/main" id="{36D6B1AB-2507-4CD8-987B-1068BCA9B00F}"/>
              </a:ext>
            </a:extLst>
          </p:cNvPr>
          <p:cNvSpPr>
            <a:spLocks noGrp="1"/>
          </p:cNvSpPr>
          <p:nvPr/>
        </p:nvSpPr>
        <p:spPr>
          <a:xfrm>
            <a:off x="3749446" y="1228269"/>
            <a:ext cx="24757" cy="24757"/>
          </a:xfrm>
          <a:prstGeom prst="ellipse">
            <a:avLst/>
          </a:prstGeom>
          <a:solidFill>
            <a:srgbClr val="7D8990">
              <a:alpha val="40000"/>
            </a:srgbClr>
          </a:solidFill>
          <a:ln w="0">
            <a:noFill/>
            <a:prstDash val="solid"/>
          </a:ln>
        </p:spPr>
      </p:sp>
      <p:sp>
        <p:nvSpPr>
          <p:cNvPr id="2880" name="LigandSeek2_vs_LigandSeek1_ellipse_8394">
            <a:extLst>
              <a:ext uri="{FF2B5EF4-FFF2-40B4-BE49-F238E27FC236}">
                <a16:creationId xmlns:a16="http://schemas.microsoft.com/office/drawing/2014/main" id="{3444535E-61E3-4A84-A963-3C3AB700AEB9}"/>
              </a:ext>
            </a:extLst>
          </p:cNvPr>
          <p:cNvSpPr>
            <a:spLocks noGrp="1"/>
          </p:cNvSpPr>
          <p:nvPr/>
        </p:nvSpPr>
        <p:spPr>
          <a:xfrm>
            <a:off x="3765831" y="1259208"/>
            <a:ext cx="24757" cy="24757"/>
          </a:xfrm>
          <a:prstGeom prst="ellipse">
            <a:avLst/>
          </a:prstGeom>
          <a:solidFill>
            <a:srgbClr val="7D8990">
              <a:alpha val="40000"/>
            </a:srgbClr>
          </a:solidFill>
          <a:ln w="0">
            <a:noFill/>
            <a:prstDash val="solid"/>
          </a:ln>
        </p:spPr>
      </p:sp>
      <p:sp>
        <p:nvSpPr>
          <p:cNvPr id="2881" name="LigandSeek2_vs_LigandSeek1_ellipse_8395">
            <a:extLst>
              <a:ext uri="{FF2B5EF4-FFF2-40B4-BE49-F238E27FC236}">
                <a16:creationId xmlns:a16="http://schemas.microsoft.com/office/drawing/2014/main" id="{26F35951-78CD-48E4-92DD-8DEE5D4EA41B}"/>
              </a:ext>
            </a:extLst>
          </p:cNvPr>
          <p:cNvSpPr>
            <a:spLocks noGrp="1"/>
          </p:cNvSpPr>
          <p:nvPr/>
        </p:nvSpPr>
        <p:spPr>
          <a:xfrm>
            <a:off x="3775781" y="979548"/>
            <a:ext cx="24757" cy="24757"/>
          </a:xfrm>
          <a:prstGeom prst="ellipse">
            <a:avLst/>
          </a:prstGeom>
          <a:solidFill>
            <a:srgbClr val="7D8990">
              <a:alpha val="40000"/>
            </a:srgbClr>
          </a:solidFill>
          <a:ln w="0">
            <a:noFill/>
            <a:prstDash val="solid"/>
          </a:ln>
        </p:spPr>
      </p:sp>
      <p:sp>
        <p:nvSpPr>
          <p:cNvPr id="2882" name="LigandSeek2_vs_LigandSeek1_ellipse_8396">
            <a:extLst>
              <a:ext uri="{FF2B5EF4-FFF2-40B4-BE49-F238E27FC236}">
                <a16:creationId xmlns:a16="http://schemas.microsoft.com/office/drawing/2014/main" id="{6B7E809E-B0D4-4ED1-974F-06C3FEDBCEFD}"/>
              </a:ext>
            </a:extLst>
          </p:cNvPr>
          <p:cNvSpPr>
            <a:spLocks noGrp="1"/>
          </p:cNvSpPr>
          <p:nvPr/>
        </p:nvSpPr>
        <p:spPr>
          <a:xfrm>
            <a:off x="3732439" y="1145444"/>
            <a:ext cx="24757" cy="24757"/>
          </a:xfrm>
          <a:prstGeom prst="ellipse">
            <a:avLst/>
          </a:prstGeom>
          <a:solidFill>
            <a:srgbClr val="7D8990">
              <a:alpha val="40000"/>
            </a:srgbClr>
          </a:solidFill>
          <a:ln w="0">
            <a:noFill/>
            <a:prstDash val="solid"/>
          </a:ln>
        </p:spPr>
      </p:sp>
      <p:sp>
        <p:nvSpPr>
          <p:cNvPr id="2883" name="LigandSeek2_vs_LigandSeek1_ellipse_8397">
            <a:extLst>
              <a:ext uri="{FF2B5EF4-FFF2-40B4-BE49-F238E27FC236}">
                <a16:creationId xmlns:a16="http://schemas.microsoft.com/office/drawing/2014/main" id="{31416708-88A1-4908-A2BE-27597E455EE0}"/>
              </a:ext>
            </a:extLst>
          </p:cNvPr>
          <p:cNvSpPr>
            <a:spLocks noGrp="1"/>
          </p:cNvSpPr>
          <p:nvPr/>
        </p:nvSpPr>
        <p:spPr>
          <a:xfrm>
            <a:off x="3792157" y="1612650"/>
            <a:ext cx="24757" cy="24757"/>
          </a:xfrm>
          <a:prstGeom prst="ellipse">
            <a:avLst/>
          </a:prstGeom>
          <a:solidFill>
            <a:srgbClr val="7D8990">
              <a:alpha val="40000"/>
            </a:srgbClr>
          </a:solidFill>
          <a:ln w="0">
            <a:noFill/>
            <a:prstDash val="solid"/>
          </a:ln>
        </p:spPr>
      </p:sp>
      <p:sp>
        <p:nvSpPr>
          <p:cNvPr id="2884" name="LigandSeek2_vs_LigandSeek1_ellipse_8398">
            <a:extLst>
              <a:ext uri="{FF2B5EF4-FFF2-40B4-BE49-F238E27FC236}">
                <a16:creationId xmlns:a16="http://schemas.microsoft.com/office/drawing/2014/main" id="{7D13063C-1DA6-4FEA-B72F-DF9057AAC7AD}"/>
              </a:ext>
            </a:extLst>
          </p:cNvPr>
          <p:cNvSpPr>
            <a:spLocks noGrp="1"/>
          </p:cNvSpPr>
          <p:nvPr/>
        </p:nvSpPr>
        <p:spPr>
          <a:xfrm>
            <a:off x="3779290" y="1146634"/>
            <a:ext cx="24757" cy="24757"/>
          </a:xfrm>
          <a:prstGeom prst="ellipse">
            <a:avLst/>
          </a:prstGeom>
          <a:solidFill>
            <a:srgbClr val="7D8990">
              <a:alpha val="40000"/>
            </a:srgbClr>
          </a:solidFill>
          <a:ln w="0">
            <a:noFill/>
            <a:prstDash val="solid"/>
          </a:ln>
        </p:spPr>
      </p:sp>
      <p:sp>
        <p:nvSpPr>
          <p:cNvPr id="2885" name="LigandSeek2_vs_LigandSeek1_ellipse_8399">
            <a:extLst>
              <a:ext uri="{FF2B5EF4-FFF2-40B4-BE49-F238E27FC236}">
                <a16:creationId xmlns:a16="http://schemas.microsoft.com/office/drawing/2014/main" id="{22831447-3F07-4C55-BCFE-6668BECEC378}"/>
              </a:ext>
            </a:extLst>
          </p:cNvPr>
          <p:cNvSpPr>
            <a:spLocks noGrp="1"/>
          </p:cNvSpPr>
          <p:nvPr/>
        </p:nvSpPr>
        <p:spPr>
          <a:xfrm>
            <a:off x="3769850" y="1719492"/>
            <a:ext cx="24757" cy="24757"/>
          </a:xfrm>
          <a:prstGeom prst="ellipse">
            <a:avLst/>
          </a:prstGeom>
          <a:solidFill>
            <a:srgbClr val="7D8990">
              <a:alpha val="40000"/>
            </a:srgbClr>
          </a:solidFill>
          <a:ln w="0">
            <a:noFill/>
            <a:prstDash val="solid"/>
          </a:ln>
        </p:spPr>
      </p:sp>
      <p:sp>
        <p:nvSpPr>
          <p:cNvPr id="2886" name="LigandSeek2_vs_LigandSeek1_ellipse_8400">
            <a:extLst>
              <a:ext uri="{FF2B5EF4-FFF2-40B4-BE49-F238E27FC236}">
                <a16:creationId xmlns:a16="http://schemas.microsoft.com/office/drawing/2014/main" id="{0860CDEB-C6FC-428C-B488-B30EBCC9C382}"/>
              </a:ext>
            </a:extLst>
          </p:cNvPr>
          <p:cNvSpPr>
            <a:spLocks noGrp="1"/>
          </p:cNvSpPr>
          <p:nvPr/>
        </p:nvSpPr>
        <p:spPr>
          <a:xfrm>
            <a:off x="3755089" y="1062303"/>
            <a:ext cx="24757" cy="24757"/>
          </a:xfrm>
          <a:prstGeom prst="ellipse">
            <a:avLst/>
          </a:prstGeom>
          <a:solidFill>
            <a:srgbClr val="7D8990">
              <a:alpha val="40000"/>
            </a:srgbClr>
          </a:solidFill>
          <a:ln w="0">
            <a:noFill/>
            <a:prstDash val="solid"/>
          </a:ln>
        </p:spPr>
      </p:sp>
      <p:sp>
        <p:nvSpPr>
          <p:cNvPr id="2887" name="LigandSeek2_vs_LigandSeek1_ellipse_8401">
            <a:extLst>
              <a:ext uri="{FF2B5EF4-FFF2-40B4-BE49-F238E27FC236}">
                <a16:creationId xmlns:a16="http://schemas.microsoft.com/office/drawing/2014/main" id="{F3585975-FC94-46AB-A1B8-06626C277864}"/>
              </a:ext>
            </a:extLst>
          </p:cNvPr>
          <p:cNvSpPr>
            <a:spLocks noGrp="1"/>
          </p:cNvSpPr>
          <p:nvPr/>
        </p:nvSpPr>
        <p:spPr>
          <a:xfrm>
            <a:off x="3759447" y="1890368"/>
            <a:ext cx="24757" cy="24757"/>
          </a:xfrm>
          <a:prstGeom prst="ellipse">
            <a:avLst/>
          </a:prstGeom>
          <a:solidFill>
            <a:srgbClr val="7D8990">
              <a:alpha val="40000"/>
            </a:srgbClr>
          </a:solidFill>
          <a:ln w="0">
            <a:noFill/>
            <a:prstDash val="solid"/>
          </a:ln>
        </p:spPr>
      </p:sp>
      <p:sp>
        <p:nvSpPr>
          <p:cNvPr id="2888" name="LigandSeek2_vs_LigandSeek1_ellipse_8402">
            <a:extLst>
              <a:ext uri="{FF2B5EF4-FFF2-40B4-BE49-F238E27FC236}">
                <a16:creationId xmlns:a16="http://schemas.microsoft.com/office/drawing/2014/main" id="{AF7B4956-D63B-4A21-B511-CEF00B225B06}"/>
              </a:ext>
            </a:extLst>
          </p:cNvPr>
          <p:cNvSpPr>
            <a:spLocks noGrp="1"/>
          </p:cNvSpPr>
          <p:nvPr/>
        </p:nvSpPr>
        <p:spPr>
          <a:xfrm>
            <a:off x="3787428" y="1425858"/>
            <a:ext cx="24757" cy="24757"/>
          </a:xfrm>
          <a:prstGeom prst="ellipse">
            <a:avLst/>
          </a:prstGeom>
          <a:solidFill>
            <a:srgbClr val="7D8990">
              <a:alpha val="40000"/>
            </a:srgbClr>
          </a:solidFill>
          <a:ln w="0">
            <a:noFill/>
            <a:prstDash val="solid"/>
          </a:ln>
        </p:spPr>
      </p:sp>
      <p:sp>
        <p:nvSpPr>
          <p:cNvPr id="2889" name="LigandSeek2_vs_LigandSeek1_ellipse_8403">
            <a:extLst>
              <a:ext uri="{FF2B5EF4-FFF2-40B4-BE49-F238E27FC236}">
                <a16:creationId xmlns:a16="http://schemas.microsoft.com/office/drawing/2014/main" id="{E9F8568E-95EF-4134-95D2-96CC938D0679}"/>
              </a:ext>
            </a:extLst>
          </p:cNvPr>
          <p:cNvSpPr>
            <a:spLocks noGrp="1"/>
          </p:cNvSpPr>
          <p:nvPr/>
        </p:nvSpPr>
        <p:spPr>
          <a:xfrm>
            <a:off x="3765091" y="1007620"/>
            <a:ext cx="24757" cy="24757"/>
          </a:xfrm>
          <a:prstGeom prst="ellipse">
            <a:avLst/>
          </a:prstGeom>
          <a:solidFill>
            <a:srgbClr val="7D8990">
              <a:alpha val="40000"/>
            </a:srgbClr>
          </a:solidFill>
          <a:ln w="0">
            <a:noFill/>
            <a:prstDash val="solid"/>
          </a:ln>
        </p:spPr>
      </p:sp>
      <p:sp>
        <p:nvSpPr>
          <p:cNvPr id="2890" name="LigandSeek2_vs_LigandSeek1_ellipse_8404">
            <a:extLst>
              <a:ext uri="{FF2B5EF4-FFF2-40B4-BE49-F238E27FC236}">
                <a16:creationId xmlns:a16="http://schemas.microsoft.com/office/drawing/2014/main" id="{5C98D11B-DD80-4796-8E40-99265C7A0D07}"/>
              </a:ext>
            </a:extLst>
          </p:cNvPr>
          <p:cNvSpPr>
            <a:spLocks noGrp="1"/>
          </p:cNvSpPr>
          <p:nvPr/>
        </p:nvSpPr>
        <p:spPr>
          <a:xfrm>
            <a:off x="3723323" y="1043569"/>
            <a:ext cx="24757" cy="24757"/>
          </a:xfrm>
          <a:prstGeom prst="ellipse">
            <a:avLst/>
          </a:prstGeom>
          <a:solidFill>
            <a:srgbClr val="7D8990">
              <a:alpha val="40000"/>
            </a:srgbClr>
          </a:solidFill>
          <a:ln w="0">
            <a:noFill/>
            <a:prstDash val="solid"/>
          </a:ln>
        </p:spPr>
      </p:sp>
      <p:sp>
        <p:nvSpPr>
          <p:cNvPr id="2891" name="LigandSeek2_vs_LigandSeek1_ellipse_8405">
            <a:extLst>
              <a:ext uri="{FF2B5EF4-FFF2-40B4-BE49-F238E27FC236}">
                <a16:creationId xmlns:a16="http://schemas.microsoft.com/office/drawing/2014/main" id="{54A202DF-EDF7-4AB2-B09F-A3A9151CE0F9}"/>
              </a:ext>
            </a:extLst>
          </p:cNvPr>
          <p:cNvSpPr>
            <a:spLocks noGrp="1"/>
          </p:cNvSpPr>
          <p:nvPr/>
        </p:nvSpPr>
        <p:spPr>
          <a:xfrm>
            <a:off x="3766734" y="1281767"/>
            <a:ext cx="24757" cy="24757"/>
          </a:xfrm>
          <a:prstGeom prst="ellipse">
            <a:avLst/>
          </a:prstGeom>
          <a:solidFill>
            <a:srgbClr val="7D8990">
              <a:alpha val="40000"/>
            </a:srgbClr>
          </a:solidFill>
          <a:ln w="0">
            <a:noFill/>
            <a:prstDash val="solid"/>
          </a:ln>
        </p:spPr>
      </p:sp>
      <p:sp>
        <p:nvSpPr>
          <p:cNvPr id="2892" name="LigandSeek2_vs_LigandSeek1_ellipse_8406">
            <a:extLst>
              <a:ext uri="{FF2B5EF4-FFF2-40B4-BE49-F238E27FC236}">
                <a16:creationId xmlns:a16="http://schemas.microsoft.com/office/drawing/2014/main" id="{3A61BDDA-EA98-426F-B018-4ED6A4AA382F}"/>
              </a:ext>
            </a:extLst>
          </p:cNvPr>
          <p:cNvSpPr>
            <a:spLocks noGrp="1"/>
          </p:cNvSpPr>
          <p:nvPr/>
        </p:nvSpPr>
        <p:spPr>
          <a:xfrm>
            <a:off x="3791852" y="1318613"/>
            <a:ext cx="24757" cy="24757"/>
          </a:xfrm>
          <a:prstGeom prst="ellipse">
            <a:avLst/>
          </a:prstGeom>
          <a:solidFill>
            <a:srgbClr val="7D8990">
              <a:alpha val="40000"/>
            </a:srgbClr>
          </a:solidFill>
          <a:ln w="0">
            <a:noFill/>
            <a:prstDash val="solid"/>
          </a:ln>
        </p:spPr>
      </p:sp>
      <p:sp>
        <p:nvSpPr>
          <p:cNvPr id="2893" name="LigandSeek2_vs_LigandSeek1_ellipse_8407">
            <a:extLst>
              <a:ext uri="{FF2B5EF4-FFF2-40B4-BE49-F238E27FC236}">
                <a16:creationId xmlns:a16="http://schemas.microsoft.com/office/drawing/2014/main" id="{D62CEE1D-855B-475E-9489-179B83AAE300}"/>
              </a:ext>
            </a:extLst>
          </p:cNvPr>
          <p:cNvSpPr>
            <a:spLocks noGrp="1"/>
          </p:cNvSpPr>
          <p:nvPr/>
        </p:nvSpPr>
        <p:spPr>
          <a:xfrm>
            <a:off x="3724600" y="1082505"/>
            <a:ext cx="24757" cy="24757"/>
          </a:xfrm>
          <a:prstGeom prst="ellipse">
            <a:avLst/>
          </a:prstGeom>
          <a:solidFill>
            <a:srgbClr val="7D8990">
              <a:alpha val="40000"/>
            </a:srgbClr>
          </a:solidFill>
          <a:ln w="0">
            <a:noFill/>
            <a:prstDash val="solid"/>
          </a:ln>
        </p:spPr>
      </p:sp>
      <p:sp>
        <p:nvSpPr>
          <p:cNvPr id="2894" name="LigandSeek2_vs_LigandSeek1_ellipse_8408">
            <a:extLst>
              <a:ext uri="{FF2B5EF4-FFF2-40B4-BE49-F238E27FC236}">
                <a16:creationId xmlns:a16="http://schemas.microsoft.com/office/drawing/2014/main" id="{49206C4D-BB8B-45D1-B439-589310D40CF7}"/>
              </a:ext>
            </a:extLst>
          </p:cNvPr>
          <p:cNvSpPr>
            <a:spLocks noGrp="1"/>
          </p:cNvSpPr>
          <p:nvPr/>
        </p:nvSpPr>
        <p:spPr>
          <a:xfrm>
            <a:off x="3777219" y="1181943"/>
            <a:ext cx="24757" cy="24757"/>
          </a:xfrm>
          <a:prstGeom prst="ellipse">
            <a:avLst/>
          </a:prstGeom>
          <a:solidFill>
            <a:srgbClr val="7D8990">
              <a:alpha val="40000"/>
            </a:srgbClr>
          </a:solidFill>
          <a:ln w="0">
            <a:noFill/>
            <a:prstDash val="solid"/>
          </a:ln>
        </p:spPr>
      </p:sp>
      <p:sp>
        <p:nvSpPr>
          <p:cNvPr id="2895" name="LigandSeek2_vs_LigandSeek1_ellipse_8409">
            <a:extLst>
              <a:ext uri="{FF2B5EF4-FFF2-40B4-BE49-F238E27FC236}">
                <a16:creationId xmlns:a16="http://schemas.microsoft.com/office/drawing/2014/main" id="{06FC4292-731F-43FF-9B6F-FC8654273FF2}"/>
              </a:ext>
            </a:extLst>
          </p:cNvPr>
          <p:cNvSpPr>
            <a:spLocks noGrp="1"/>
          </p:cNvSpPr>
          <p:nvPr/>
        </p:nvSpPr>
        <p:spPr>
          <a:xfrm>
            <a:off x="3746203" y="1455780"/>
            <a:ext cx="24757" cy="24757"/>
          </a:xfrm>
          <a:prstGeom prst="ellipse">
            <a:avLst/>
          </a:prstGeom>
          <a:solidFill>
            <a:srgbClr val="7D8990">
              <a:alpha val="40000"/>
            </a:srgbClr>
          </a:solidFill>
          <a:ln w="0">
            <a:noFill/>
            <a:prstDash val="solid"/>
          </a:ln>
        </p:spPr>
      </p:sp>
      <p:sp>
        <p:nvSpPr>
          <p:cNvPr id="2896" name="LigandSeek2_vs_LigandSeek1_ellipse_8410">
            <a:extLst>
              <a:ext uri="{FF2B5EF4-FFF2-40B4-BE49-F238E27FC236}">
                <a16:creationId xmlns:a16="http://schemas.microsoft.com/office/drawing/2014/main" id="{9CFF4794-9F6F-40A0-AFBC-98B92B72521B}"/>
              </a:ext>
            </a:extLst>
          </p:cNvPr>
          <p:cNvSpPr>
            <a:spLocks noGrp="1"/>
          </p:cNvSpPr>
          <p:nvPr/>
        </p:nvSpPr>
        <p:spPr>
          <a:xfrm>
            <a:off x="3785641" y="1890368"/>
            <a:ext cx="24757" cy="24757"/>
          </a:xfrm>
          <a:prstGeom prst="ellipse">
            <a:avLst/>
          </a:prstGeom>
          <a:solidFill>
            <a:srgbClr val="7D8990">
              <a:alpha val="40000"/>
            </a:srgbClr>
          </a:solidFill>
          <a:ln w="0">
            <a:noFill/>
            <a:prstDash val="solid"/>
          </a:ln>
        </p:spPr>
      </p:sp>
      <p:sp>
        <p:nvSpPr>
          <p:cNvPr id="2897" name="LigandSeek2_vs_LigandSeek1_ellipse_8411">
            <a:extLst>
              <a:ext uri="{FF2B5EF4-FFF2-40B4-BE49-F238E27FC236}">
                <a16:creationId xmlns:a16="http://schemas.microsoft.com/office/drawing/2014/main" id="{3DE1116E-2D95-49E3-AB8B-F98052775E0B}"/>
              </a:ext>
            </a:extLst>
          </p:cNvPr>
          <p:cNvSpPr>
            <a:spLocks noGrp="1"/>
          </p:cNvSpPr>
          <p:nvPr/>
        </p:nvSpPr>
        <p:spPr>
          <a:xfrm>
            <a:off x="3780764" y="1150625"/>
            <a:ext cx="24757" cy="24757"/>
          </a:xfrm>
          <a:prstGeom prst="ellipse">
            <a:avLst/>
          </a:prstGeom>
          <a:solidFill>
            <a:srgbClr val="7D8990">
              <a:alpha val="40000"/>
            </a:srgbClr>
          </a:solidFill>
          <a:ln w="0">
            <a:noFill/>
            <a:prstDash val="solid"/>
          </a:ln>
        </p:spPr>
      </p:sp>
      <p:sp>
        <p:nvSpPr>
          <p:cNvPr id="2898" name="LigandSeek2_vs_LigandSeek1_ellipse_8412">
            <a:extLst>
              <a:ext uri="{FF2B5EF4-FFF2-40B4-BE49-F238E27FC236}">
                <a16:creationId xmlns:a16="http://schemas.microsoft.com/office/drawing/2014/main" id="{46CAFD9E-1B47-4EEB-A05D-C513F232A93A}"/>
              </a:ext>
            </a:extLst>
          </p:cNvPr>
          <p:cNvSpPr>
            <a:spLocks noGrp="1"/>
          </p:cNvSpPr>
          <p:nvPr/>
        </p:nvSpPr>
        <p:spPr>
          <a:xfrm>
            <a:off x="3731444" y="1411562"/>
            <a:ext cx="24757" cy="24757"/>
          </a:xfrm>
          <a:prstGeom prst="ellipse">
            <a:avLst/>
          </a:prstGeom>
          <a:solidFill>
            <a:srgbClr val="7D8990">
              <a:alpha val="40000"/>
            </a:srgbClr>
          </a:solidFill>
          <a:ln w="0">
            <a:noFill/>
            <a:prstDash val="solid"/>
          </a:ln>
        </p:spPr>
      </p:sp>
      <p:sp>
        <p:nvSpPr>
          <p:cNvPr id="2899" name="LigandSeek2_vs_LigandSeek1_ellipse_8413">
            <a:extLst>
              <a:ext uri="{FF2B5EF4-FFF2-40B4-BE49-F238E27FC236}">
                <a16:creationId xmlns:a16="http://schemas.microsoft.com/office/drawing/2014/main" id="{A9365431-ECD6-4823-89AA-B430D9094EF1}"/>
              </a:ext>
            </a:extLst>
          </p:cNvPr>
          <p:cNvSpPr>
            <a:spLocks noGrp="1"/>
          </p:cNvSpPr>
          <p:nvPr/>
        </p:nvSpPr>
        <p:spPr>
          <a:xfrm>
            <a:off x="3780879" y="1809159"/>
            <a:ext cx="24757" cy="24757"/>
          </a:xfrm>
          <a:prstGeom prst="ellipse">
            <a:avLst/>
          </a:prstGeom>
          <a:solidFill>
            <a:srgbClr val="7D8990">
              <a:alpha val="40000"/>
            </a:srgbClr>
          </a:solidFill>
          <a:ln w="0">
            <a:noFill/>
            <a:prstDash val="solid"/>
          </a:ln>
        </p:spPr>
      </p:sp>
      <p:sp>
        <p:nvSpPr>
          <p:cNvPr id="2900" name="LigandSeek2_vs_LigandSeek1_ellipse_8414">
            <a:extLst>
              <a:ext uri="{FF2B5EF4-FFF2-40B4-BE49-F238E27FC236}">
                <a16:creationId xmlns:a16="http://schemas.microsoft.com/office/drawing/2014/main" id="{F74E6092-3861-49B7-AF59-247EE1E94C18}"/>
              </a:ext>
            </a:extLst>
          </p:cNvPr>
          <p:cNvSpPr>
            <a:spLocks noGrp="1"/>
          </p:cNvSpPr>
          <p:nvPr/>
        </p:nvSpPr>
        <p:spPr>
          <a:xfrm>
            <a:off x="3720525" y="1419071"/>
            <a:ext cx="24757" cy="24757"/>
          </a:xfrm>
          <a:prstGeom prst="ellipse">
            <a:avLst/>
          </a:prstGeom>
          <a:solidFill>
            <a:srgbClr val="7D8990">
              <a:alpha val="40000"/>
            </a:srgbClr>
          </a:solidFill>
          <a:ln w="0">
            <a:noFill/>
            <a:prstDash val="solid"/>
          </a:ln>
        </p:spPr>
      </p:sp>
      <p:sp>
        <p:nvSpPr>
          <p:cNvPr id="2901" name="LigandSeek2_vs_LigandSeek1_ellipse_8415">
            <a:extLst>
              <a:ext uri="{FF2B5EF4-FFF2-40B4-BE49-F238E27FC236}">
                <a16:creationId xmlns:a16="http://schemas.microsoft.com/office/drawing/2014/main" id="{17D24709-4E3B-4B1C-AA50-C57FBABE3DA7}"/>
              </a:ext>
            </a:extLst>
          </p:cNvPr>
          <p:cNvSpPr>
            <a:spLocks noGrp="1"/>
          </p:cNvSpPr>
          <p:nvPr/>
        </p:nvSpPr>
        <p:spPr>
          <a:xfrm>
            <a:off x="3738796" y="1509284"/>
            <a:ext cx="24757" cy="24757"/>
          </a:xfrm>
          <a:prstGeom prst="ellipse">
            <a:avLst/>
          </a:prstGeom>
          <a:solidFill>
            <a:srgbClr val="7D8990">
              <a:alpha val="40000"/>
            </a:srgbClr>
          </a:solidFill>
          <a:ln w="0">
            <a:noFill/>
            <a:prstDash val="solid"/>
          </a:ln>
        </p:spPr>
      </p:sp>
      <p:sp>
        <p:nvSpPr>
          <p:cNvPr id="2902" name="LigandSeek2_vs_LigandSeek1_ellipse_8416">
            <a:extLst>
              <a:ext uri="{FF2B5EF4-FFF2-40B4-BE49-F238E27FC236}">
                <a16:creationId xmlns:a16="http://schemas.microsoft.com/office/drawing/2014/main" id="{854EB163-66E2-4763-A553-A9C79D25938C}"/>
              </a:ext>
            </a:extLst>
          </p:cNvPr>
          <p:cNvSpPr>
            <a:spLocks noGrp="1"/>
          </p:cNvSpPr>
          <p:nvPr/>
        </p:nvSpPr>
        <p:spPr>
          <a:xfrm>
            <a:off x="3790255" y="1890368"/>
            <a:ext cx="24757" cy="24757"/>
          </a:xfrm>
          <a:prstGeom prst="ellipse">
            <a:avLst/>
          </a:prstGeom>
          <a:solidFill>
            <a:srgbClr val="7D8990">
              <a:alpha val="40000"/>
            </a:srgbClr>
          </a:solidFill>
          <a:ln w="0">
            <a:noFill/>
            <a:prstDash val="solid"/>
          </a:ln>
        </p:spPr>
      </p:sp>
      <p:sp>
        <p:nvSpPr>
          <p:cNvPr id="2903" name="LigandSeek2_vs_LigandSeek1_ellipse_8417">
            <a:extLst>
              <a:ext uri="{FF2B5EF4-FFF2-40B4-BE49-F238E27FC236}">
                <a16:creationId xmlns:a16="http://schemas.microsoft.com/office/drawing/2014/main" id="{DBC73B9F-5D76-4701-9D2B-D3E2FDECE716}"/>
              </a:ext>
            </a:extLst>
          </p:cNvPr>
          <p:cNvSpPr>
            <a:spLocks noGrp="1"/>
          </p:cNvSpPr>
          <p:nvPr/>
        </p:nvSpPr>
        <p:spPr>
          <a:xfrm>
            <a:off x="3740492" y="1076647"/>
            <a:ext cx="24757" cy="24757"/>
          </a:xfrm>
          <a:prstGeom prst="ellipse">
            <a:avLst/>
          </a:prstGeom>
          <a:solidFill>
            <a:srgbClr val="7D8990">
              <a:alpha val="40000"/>
            </a:srgbClr>
          </a:solidFill>
          <a:ln w="0">
            <a:noFill/>
            <a:prstDash val="solid"/>
          </a:ln>
        </p:spPr>
      </p:sp>
      <p:sp>
        <p:nvSpPr>
          <p:cNvPr id="2904" name="LigandSeek2_vs_LigandSeek1_ellipse_8418">
            <a:extLst>
              <a:ext uri="{FF2B5EF4-FFF2-40B4-BE49-F238E27FC236}">
                <a16:creationId xmlns:a16="http://schemas.microsoft.com/office/drawing/2014/main" id="{615DB4B6-6EBD-4B0F-9E1C-2216614E1394}"/>
              </a:ext>
            </a:extLst>
          </p:cNvPr>
          <p:cNvSpPr>
            <a:spLocks noGrp="1"/>
          </p:cNvSpPr>
          <p:nvPr/>
        </p:nvSpPr>
        <p:spPr>
          <a:xfrm>
            <a:off x="3732601" y="1016717"/>
            <a:ext cx="24757" cy="24757"/>
          </a:xfrm>
          <a:prstGeom prst="ellipse">
            <a:avLst/>
          </a:prstGeom>
          <a:solidFill>
            <a:srgbClr val="7D8990">
              <a:alpha val="40000"/>
            </a:srgbClr>
          </a:solidFill>
          <a:ln w="0">
            <a:noFill/>
            <a:prstDash val="solid"/>
          </a:ln>
        </p:spPr>
      </p:sp>
      <p:sp>
        <p:nvSpPr>
          <p:cNvPr id="2905" name="LigandSeek2_vs_LigandSeek1_ellipse_8419">
            <a:extLst>
              <a:ext uri="{FF2B5EF4-FFF2-40B4-BE49-F238E27FC236}">
                <a16:creationId xmlns:a16="http://schemas.microsoft.com/office/drawing/2014/main" id="{A629C90D-E1BD-4A42-A2D6-C7DF0370D56A}"/>
              </a:ext>
            </a:extLst>
          </p:cNvPr>
          <p:cNvSpPr>
            <a:spLocks noGrp="1"/>
          </p:cNvSpPr>
          <p:nvPr/>
        </p:nvSpPr>
        <p:spPr>
          <a:xfrm>
            <a:off x="3797376" y="1070643"/>
            <a:ext cx="24757" cy="24757"/>
          </a:xfrm>
          <a:prstGeom prst="ellipse">
            <a:avLst/>
          </a:prstGeom>
          <a:solidFill>
            <a:srgbClr val="7D8990">
              <a:alpha val="40000"/>
            </a:srgbClr>
          </a:solidFill>
          <a:ln w="0">
            <a:noFill/>
            <a:prstDash val="solid"/>
          </a:ln>
        </p:spPr>
      </p:sp>
      <p:sp>
        <p:nvSpPr>
          <p:cNvPr id="2906" name="LigandSeek2_vs_LigandSeek1_ellipse_8420">
            <a:extLst>
              <a:ext uri="{FF2B5EF4-FFF2-40B4-BE49-F238E27FC236}">
                <a16:creationId xmlns:a16="http://schemas.microsoft.com/office/drawing/2014/main" id="{E1BC6564-2386-4C70-A3F8-409E29693930}"/>
              </a:ext>
            </a:extLst>
          </p:cNvPr>
          <p:cNvSpPr>
            <a:spLocks noGrp="1"/>
          </p:cNvSpPr>
          <p:nvPr/>
        </p:nvSpPr>
        <p:spPr>
          <a:xfrm>
            <a:off x="3790433" y="1403425"/>
            <a:ext cx="24757" cy="24757"/>
          </a:xfrm>
          <a:prstGeom prst="ellipse">
            <a:avLst/>
          </a:prstGeom>
          <a:solidFill>
            <a:srgbClr val="7D8990">
              <a:alpha val="40000"/>
            </a:srgbClr>
          </a:solidFill>
          <a:ln w="0">
            <a:noFill/>
            <a:prstDash val="solid"/>
          </a:ln>
        </p:spPr>
      </p:sp>
      <p:sp>
        <p:nvSpPr>
          <p:cNvPr id="2907" name="LigandSeek2_vs_LigandSeek1_ellipse_8421">
            <a:extLst>
              <a:ext uri="{FF2B5EF4-FFF2-40B4-BE49-F238E27FC236}">
                <a16:creationId xmlns:a16="http://schemas.microsoft.com/office/drawing/2014/main" id="{E6C3CDB2-08BB-4395-8C9C-7BE0876A9A58}"/>
              </a:ext>
            </a:extLst>
          </p:cNvPr>
          <p:cNvSpPr>
            <a:spLocks noGrp="1"/>
          </p:cNvSpPr>
          <p:nvPr/>
        </p:nvSpPr>
        <p:spPr>
          <a:xfrm>
            <a:off x="3784974" y="1547903"/>
            <a:ext cx="24757" cy="24757"/>
          </a:xfrm>
          <a:prstGeom prst="ellipse">
            <a:avLst/>
          </a:prstGeom>
          <a:solidFill>
            <a:srgbClr val="7D8990">
              <a:alpha val="40000"/>
            </a:srgbClr>
          </a:solidFill>
          <a:ln w="0">
            <a:noFill/>
            <a:prstDash val="solid"/>
          </a:ln>
        </p:spPr>
      </p:sp>
      <p:sp>
        <p:nvSpPr>
          <p:cNvPr id="2908" name="LigandSeek2_vs_LigandSeek1_ellipse_8422">
            <a:extLst>
              <a:ext uri="{FF2B5EF4-FFF2-40B4-BE49-F238E27FC236}">
                <a16:creationId xmlns:a16="http://schemas.microsoft.com/office/drawing/2014/main" id="{26F4B02F-5B65-402F-8F0C-FA4CE7B822C1}"/>
              </a:ext>
            </a:extLst>
          </p:cNvPr>
          <p:cNvSpPr>
            <a:spLocks noGrp="1"/>
          </p:cNvSpPr>
          <p:nvPr/>
        </p:nvSpPr>
        <p:spPr>
          <a:xfrm>
            <a:off x="3742256" y="1240167"/>
            <a:ext cx="24757" cy="24757"/>
          </a:xfrm>
          <a:prstGeom prst="ellipse">
            <a:avLst/>
          </a:prstGeom>
          <a:solidFill>
            <a:srgbClr val="7D8990">
              <a:alpha val="40000"/>
            </a:srgbClr>
          </a:solidFill>
          <a:ln w="0">
            <a:noFill/>
            <a:prstDash val="solid"/>
          </a:ln>
        </p:spPr>
      </p:sp>
      <p:sp>
        <p:nvSpPr>
          <p:cNvPr id="2909" name="LigandSeek2_vs_LigandSeek1_ellipse_8423">
            <a:extLst>
              <a:ext uri="{FF2B5EF4-FFF2-40B4-BE49-F238E27FC236}">
                <a16:creationId xmlns:a16="http://schemas.microsoft.com/office/drawing/2014/main" id="{737921EC-AB8A-4346-B5C2-3A1F721F99E6}"/>
              </a:ext>
            </a:extLst>
          </p:cNvPr>
          <p:cNvSpPr>
            <a:spLocks noGrp="1"/>
          </p:cNvSpPr>
          <p:nvPr/>
        </p:nvSpPr>
        <p:spPr>
          <a:xfrm>
            <a:off x="3732634" y="1056285"/>
            <a:ext cx="24757" cy="24757"/>
          </a:xfrm>
          <a:prstGeom prst="ellipse">
            <a:avLst/>
          </a:prstGeom>
          <a:solidFill>
            <a:srgbClr val="7D8990">
              <a:alpha val="40000"/>
            </a:srgbClr>
          </a:solidFill>
          <a:ln w="0">
            <a:noFill/>
            <a:prstDash val="solid"/>
          </a:ln>
        </p:spPr>
      </p:sp>
      <p:sp>
        <p:nvSpPr>
          <p:cNvPr id="2910" name="LigandSeek2_vs_LigandSeek1_ellipse_8424">
            <a:extLst>
              <a:ext uri="{FF2B5EF4-FFF2-40B4-BE49-F238E27FC236}">
                <a16:creationId xmlns:a16="http://schemas.microsoft.com/office/drawing/2014/main" id="{7E106EBA-764B-40B9-9ACC-36A68D36F780}"/>
              </a:ext>
            </a:extLst>
          </p:cNvPr>
          <p:cNvSpPr>
            <a:spLocks noGrp="1"/>
          </p:cNvSpPr>
          <p:nvPr/>
        </p:nvSpPr>
        <p:spPr>
          <a:xfrm>
            <a:off x="3762618" y="1076647"/>
            <a:ext cx="24757" cy="24757"/>
          </a:xfrm>
          <a:prstGeom prst="ellipse">
            <a:avLst/>
          </a:prstGeom>
          <a:solidFill>
            <a:srgbClr val="7D8990">
              <a:alpha val="40000"/>
            </a:srgbClr>
          </a:solidFill>
          <a:ln w="0">
            <a:noFill/>
            <a:prstDash val="solid"/>
          </a:ln>
        </p:spPr>
      </p:sp>
      <p:sp>
        <p:nvSpPr>
          <p:cNvPr id="2911" name="LigandSeek2_vs_LigandSeek1_ellipse_8425">
            <a:extLst>
              <a:ext uri="{FF2B5EF4-FFF2-40B4-BE49-F238E27FC236}">
                <a16:creationId xmlns:a16="http://schemas.microsoft.com/office/drawing/2014/main" id="{95F610DE-A003-40FB-A717-77ADE2480F5C}"/>
              </a:ext>
            </a:extLst>
          </p:cNvPr>
          <p:cNvSpPr>
            <a:spLocks noGrp="1"/>
          </p:cNvSpPr>
          <p:nvPr/>
        </p:nvSpPr>
        <p:spPr>
          <a:xfrm>
            <a:off x="3786802" y="1890368"/>
            <a:ext cx="24757" cy="24757"/>
          </a:xfrm>
          <a:prstGeom prst="ellipse">
            <a:avLst/>
          </a:prstGeom>
          <a:solidFill>
            <a:srgbClr val="7D8990">
              <a:alpha val="40000"/>
            </a:srgbClr>
          </a:solidFill>
          <a:ln w="0">
            <a:noFill/>
            <a:prstDash val="solid"/>
          </a:ln>
        </p:spPr>
      </p:sp>
      <p:sp>
        <p:nvSpPr>
          <p:cNvPr id="2912" name="LigandSeek2_vs_LigandSeek1_ellipse_8426">
            <a:extLst>
              <a:ext uri="{FF2B5EF4-FFF2-40B4-BE49-F238E27FC236}">
                <a16:creationId xmlns:a16="http://schemas.microsoft.com/office/drawing/2014/main" id="{4B582C56-C9B2-454E-985E-A2EA088253A8}"/>
              </a:ext>
            </a:extLst>
          </p:cNvPr>
          <p:cNvSpPr>
            <a:spLocks noGrp="1"/>
          </p:cNvSpPr>
          <p:nvPr/>
        </p:nvSpPr>
        <p:spPr>
          <a:xfrm>
            <a:off x="3781002" y="1038594"/>
            <a:ext cx="24757" cy="24757"/>
          </a:xfrm>
          <a:prstGeom prst="ellipse">
            <a:avLst/>
          </a:prstGeom>
          <a:solidFill>
            <a:srgbClr val="7D8990">
              <a:alpha val="40000"/>
            </a:srgbClr>
          </a:solidFill>
          <a:ln w="0">
            <a:noFill/>
            <a:prstDash val="solid"/>
          </a:ln>
        </p:spPr>
      </p:sp>
      <p:sp>
        <p:nvSpPr>
          <p:cNvPr id="2913" name="LigandSeek2_vs_LigandSeek1_ellipse_8427">
            <a:extLst>
              <a:ext uri="{FF2B5EF4-FFF2-40B4-BE49-F238E27FC236}">
                <a16:creationId xmlns:a16="http://schemas.microsoft.com/office/drawing/2014/main" id="{F7D71BFD-683D-4D51-B93A-4AEFD845922C}"/>
              </a:ext>
            </a:extLst>
          </p:cNvPr>
          <p:cNvSpPr>
            <a:spLocks noGrp="1"/>
          </p:cNvSpPr>
          <p:nvPr/>
        </p:nvSpPr>
        <p:spPr>
          <a:xfrm>
            <a:off x="3785234" y="1189151"/>
            <a:ext cx="24757" cy="24757"/>
          </a:xfrm>
          <a:prstGeom prst="ellipse">
            <a:avLst/>
          </a:prstGeom>
          <a:solidFill>
            <a:srgbClr val="7D8990">
              <a:alpha val="40000"/>
            </a:srgbClr>
          </a:solidFill>
          <a:ln w="0">
            <a:noFill/>
            <a:prstDash val="solid"/>
          </a:ln>
        </p:spPr>
      </p:sp>
      <p:sp>
        <p:nvSpPr>
          <p:cNvPr id="2914" name="LigandSeek2_vs_LigandSeek1_ellipse_8428">
            <a:extLst>
              <a:ext uri="{FF2B5EF4-FFF2-40B4-BE49-F238E27FC236}">
                <a16:creationId xmlns:a16="http://schemas.microsoft.com/office/drawing/2014/main" id="{FFA0AC8A-5CF6-4736-B813-7A4E402B990B}"/>
              </a:ext>
            </a:extLst>
          </p:cNvPr>
          <p:cNvSpPr>
            <a:spLocks noGrp="1"/>
          </p:cNvSpPr>
          <p:nvPr/>
        </p:nvSpPr>
        <p:spPr>
          <a:xfrm>
            <a:off x="3741823" y="1228258"/>
            <a:ext cx="24757" cy="24757"/>
          </a:xfrm>
          <a:prstGeom prst="ellipse">
            <a:avLst/>
          </a:prstGeom>
          <a:solidFill>
            <a:srgbClr val="7D8990">
              <a:alpha val="40000"/>
            </a:srgbClr>
          </a:solidFill>
          <a:ln w="0">
            <a:noFill/>
            <a:prstDash val="solid"/>
          </a:ln>
        </p:spPr>
      </p:sp>
      <p:sp>
        <p:nvSpPr>
          <p:cNvPr id="2915" name="LigandSeek2_vs_LigandSeek1_ellipse_8429">
            <a:extLst>
              <a:ext uri="{FF2B5EF4-FFF2-40B4-BE49-F238E27FC236}">
                <a16:creationId xmlns:a16="http://schemas.microsoft.com/office/drawing/2014/main" id="{585F79E7-5709-4270-B99B-4C834B4E2EFC}"/>
              </a:ext>
            </a:extLst>
          </p:cNvPr>
          <p:cNvSpPr>
            <a:spLocks noGrp="1"/>
          </p:cNvSpPr>
          <p:nvPr/>
        </p:nvSpPr>
        <p:spPr>
          <a:xfrm>
            <a:off x="3770148" y="1849975"/>
            <a:ext cx="24757" cy="24757"/>
          </a:xfrm>
          <a:prstGeom prst="ellipse">
            <a:avLst/>
          </a:prstGeom>
          <a:solidFill>
            <a:srgbClr val="7D8990">
              <a:alpha val="40000"/>
            </a:srgbClr>
          </a:solidFill>
          <a:ln w="0">
            <a:noFill/>
            <a:prstDash val="solid"/>
          </a:ln>
        </p:spPr>
      </p:sp>
      <p:sp>
        <p:nvSpPr>
          <p:cNvPr id="2916" name="LigandSeek2_vs_LigandSeek1_ellipse_8430">
            <a:extLst>
              <a:ext uri="{FF2B5EF4-FFF2-40B4-BE49-F238E27FC236}">
                <a16:creationId xmlns:a16="http://schemas.microsoft.com/office/drawing/2014/main" id="{9FBB3420-6842-40CD-B0AA-84ECCBB0408E}"/>
              </a:ext>
            </a:extLst>
          </p:cNvPr>
          <p:cNvSpPr>
            <a:spLocks noGrp="1"/>
          </p:cNvSpPr>
          <p:nvPr/>
        </p:nvSpPr>
        <p:spPr>
          <a:xfrm>
            <a:off x="3748324" y="1757518"/>
            <a:ext cx="24757" cy="24757"/>
          </a:xfrm>
          <a:prstGeom prst="ellipse">
            <a:avLst/>
          </a:prstGeom>
          <a:solidFill>
            <a:srgbClr val="7D8990">
              <a:alpha val="40000"/>
            </a:srgbClr>
          </a:solidFill>
          <a:ln w="0">
            <a:noFill/>
            <a:prstDash val="solid"/>
          </a:ln>
        </p:spPr>
      </p:sp>
      <p:sp>
        <p:nvSpPr>
          <p:cNvPr id="2917" name="LigandSeek2_vs_LigandSeek1_ellipse_8431">
            <a:extLst>
              <a:ext uri="{FF2B5EF4-FFF2-40B4-BE49-F238E27FC236}">
                <a16:creationId xmlns:a16="http://schemas.microsoft.com/office/drawing/2014/main" id="{FFD10E08-A71E-439B-9C63-3B6A2060272C}"/>
              </a:ext>
            </a:extLst>
          </p:cNvPr>
          <p:cNvSpPr>
            <a:spLocks noGrp="1"/>
          </p:cNvSpPr>
          <p:nvPr/>
        </p:nvSpPr>
        <p:spPr>
          <a:xfrm>
            <a:off x="3771434" y="1890368"/>
            <a:ext cx="24757" cy="24757"/>
          </a:xfrm>
          <a:prstGeom prst="ellipse">
            <a:avLst/>
          </a:prstGeom>
          <a:solidFill>
            <a:srgbClr val="7D8990">
              <a:alpha val="40000"/>
            </a:srgbClr>
          </a:solidFill>
          <a:ln w="0">
            <a:noFill/>
            <a:prstDash val="solid"/>
          </a:ln>
        </p:spPr>
      </p:sp>
      <p:sp>
        <p:nvSpPr>
          <p:cNvPr id="2918" name="LigandSeek2_vs_LigandSeek1_ellipse_8432">
            <a:extLst>
              <a:ext uri="{FF2B5EF4-FFF2-40B4-BE49-F238E27FC236}">
                <a16:creationId xmlns:a16="http://schemas.microsoft.com/office/drawing/2014/main" id="{F4375166-5929-429A-B1C4-0660EE2D4094}"/>
              </a:ext>
            </a:extLst>
          </p:cNvPr>
          <p:cNvSpPr>
            <a:spLocks noGrp="1"/>
          </p:cNvSpPr>
          <p:nvPr/>
        </p:nvSpPr>
        <p:spPr>
          <a:xfrm>
            <a:off x="4367002" y="845009"/>
            <a:ext cx="24757" cy="24757"/>
          </a:xfrm>
          <a:prstGeom prst="ellipse">
            <a:avLst/>
          </a:prstGeom>
          <a:solidFill>
            <a:srgbClr val="7D8990">
              <a:alpha val="40000"/>
            </a:srgbClr>
          </a:solidFill>
          <a:ln w="0">
            <a:noFill/>
            <a:prstDash val="solid"/>
          </a:ln>
        </p:spPr>
      </p:sp>
      <p:sp>
        <p:nvSpPr>
          <p:cNvPr id="2919" name="LigandSeek2_vs_LigandSeek1_ellipse_8433">
            <a:extLst>
              <a:ext uri="{FF2B5EF4-FFF2-40B4-BE49-F238E27FC236}">
                <a16:creationId xmlns:a16="http://schemas.microsoft.com/office/drawing/2014/main" id="{4A1B02C8-2B1D-4E43-8866-784260E08D0E}"/>
              </a:ext>
            </a:extLst>
          </p:cNvPr>
          <p:cNvSpPr>
            <a:spLocks noGrp="1"/>
          </p:cNvSpPr>
          <p:nvPr/>
        </p:nvSpPr>
        <p:spPr>
          <a:xfrm>
            <a:off x="4348533" y="852929"/>
            <a:ext cx="24757" cy="24757"/>
          </a:xfrm>
          <a:prstGeom prst="ellipse">
            <a:avLst/>
          </a:prstGeom>
          <a:solidFill>
            <a:srgbClr val="7D8990">
              <a:alpha val="40000"/>
            </a:srgbClr>
          </a:solidFill>
          <a:ln w="0">
            <a:noFill/>
            <a:prstDash val="solid"/>
          </a:ln>
        </p:spPr>
      </p:sp>
      <p:sp>
        <p:nvSpPr>
          <p:cNvPr id="2920" name="LigandSeek2_vs_LigandSeek1_ellipse_8434">
            <a:extLst>
              <a:ext uri="{FF2B5EF4-FFF2-40B4-BE49-F238E27FC236}">
                <a16:creationId xmlns:a16="http://schemas.microsoft.com/office/drawing/2014/main" id="{7A46D638-2004-4D72-9AF9-B059BC31E642}"/>
              </a:ext>
            </a:extLst>
          </p:cNvPr>
          <p:cNvSpPr>
            <a:spLocks noGrp="1"/>
          </p:cNvSpPr>
          <p:nvPr/>
        </p:nvSpPr>
        <p:spPr>
          <a:xfrm>
            <a:off x="4372211" y="845009"/>
            <a:ext cx="24757" cy="24757"/>
          </a:xfrm>
          <a:prstGeom prst="ellipse">
            <a:avLst/>
          </a:prstGeom>
          <a:solidFill>
            <a:srgbClr val="7D8990">
              <a:alpha val="40000"/>
            </a:srgbClr>
          </a:solidFill>
          <a:ln w="0">
            <a:noFill/>
            <a:prstDash val="solid"/>
          </a:ln>
        </p:spPr>
      </p:sp>
      <p:sp>
        <p:nvSpPr>
          <p:cNvPr id="2921" name="LigandSeek2_vs_LigandSeek1_ellipse_8435">
            <a:extLst>
              <a:ext uri="{FF2B5EF4-FFF2-40B4-BE49-F238E27FC236}">
                <a16:creationId xmlns:a16="http://schemas.microsoft.com/office/drawing/2014/main" id="{531C8081-92E2-4D5C-BE8E-F13A7B866BDE}"/>
              </a:ext>
            </a:extLst>
          </p:cNvPr>
          <p:cNvSpPr>
            <a:spLocks noGrp="1"/>
          </p:cNvSpPr>
          <p:nvPr/>
        </p:nvSpPr>
        <p:spPr>
          <a:xfrm>
            <a:off x="4410927" y="845009"/>
            <a:ext cx="24757" cy="24757"/>
          </a:xfrm>
          <a:prstGeom prst="ellipse">
            <a:avLst/>
          </a:prstGeom>
          <a:solidFill>
            <a:srgbClr val="7D8990">
              <a:alpha val="40000"/>
            </a:srgbClr>
          </a:solidFill>
          <a:ln w="0">
            <a:noFill/>
            <a:prstDash val="solid"/>
          </a:ln>
        </p:spPr>
      </p:sp>
      <p:sp>
        <p:nvSpPr>
          <p:cNvPr id="2922" name="LigandSeek2_vs_LigandSeek1_ellipse_8436">
            <a:extLst>
              <a:ext uri="{FF2B5EF4-FFF2-40B4-BE49-F238E27FC236}">
                <a16:creationId xmlns:a16="http://schemas.microsoft.com/office/drawing/2014/main" id="{6C2299E8-C7EC-45BE-A05B-D1CD82AA316A}"/>
              </a:ext>
            </a:extLst>
          </p:cNvPr>
          <p:cNvSpPr>
            <a:spLocks noGrp="1"/>
          </p:cNvSpPr>
          <p:nvPr/>
        </p:nvSpPr>
        <p:spPr>
          <a:xfrm>
            <a:off x="4366676" y="845009"/>
            <a:ext cx="24757" cy="24757"/>
          </a:xfrm>
          <a:prstGeom prst="ellipse">
            <a:avLst/>
          </a:prstGeom>
          <a:solidFill>
            <a:srgbClr val="7D8990">
              <a:alpha val="40000"/>
            </a:srgbClr>
          </a:solidFill>
          <a:ln w="0">
            <a:noFill/>
            <a:prstDash val="solid"/>
          </a:ln>
        </p:spPr>
      </p:sp>
      <p:sp>
        <p:nvSpPr>
          <p:cNvPr id="2923" name="LigandSeek2_vs_LigandSeek1_ellipse_8437">
            <a:extLst>
              <a:ext uri="{FF2B5EF4-FFF2-40B4-BE49-F238E27FC236}">
                <a16:creationId xmlns:a16="http://schemas.microsoft.com/office/drawing/2014/main" id="{A01F5E2F-5649-462E-835C-9721E41F9C3E}"/>
              </a:ext>
            </a:extLst>
          </p:cNvPr>
          <p:cNvSpPr>
            <a:spLocks noGrp="1"/>
          </p:cNvSpPr>
          <p:nvPr/>
        </p:nvSpPr>
        <p:spPr>
          <a:xfrm>
            <a:off x="4408724" y="1159380"/>
            <a:ext cx="24757" cy="24757"/>
          </a:xfrm>
          <a:prstGeom prst="ellipse">
            <a:avLst/>
          </a:prstGeom>
          <a:solidFill>
            <a:srgbClr val="7D8990">
              <a:alpha val="40000"/>
            </a:srgbClr>
          </a:solidFill>
          <a:ln w="0">
            <a:noFill/>
            <a:prstDash val="solid"/>
          </a:ln>
        </p:spPr>
      </p:sp>
      <p:sp>
        <p:nvSpPr>
          <p:cNvPr id="2924" name="LigandSeek2_vs_LigandSeek1_ellipse_8438">
            <a:extLst>
              <a:ext uri="{FF2B5EF4-FFF2-40B4-BE49-F238E27FC236}">
                <a16:creationId xmlns:a16="http://schemas.microsoft.com/office/drawing/2014/main" id="{CB0BC1BA-C16A-4BC5-B28B-44C31678FDA1}"/>
              </a:ext>
            </a:extLst>
          </p:cNvPr>
          <p:cNvSpPr>
            <a:spLocks noGrp="1"/>
          </p:cNvSpPr>
          <p:nvPr/>
        </p:nvSpPr>
        <p:spPr>
          <a:xfrm>
            <a:off x="4350270" y="845009"/>
            <a:ext cx="24757" cy="24757"/>
          </a:xfrm>
          <a:prstGeom prst="ellipse">
            <a:avLst/>
          </a:prstGeom>
          <a:solidFill>
            <a:srgbClr val="7D8990">
              <a:alpha val="40000"/>
            </a:srgbClr>
          </a:solidFill>
          <a:ln w="0">
            <a:noFill/>
            <a:prstDash val="solid"/>
          </a:ln>
        </p:spPr>
      </p:sp>
      <p:sp>
        <p:nvSpPr>
          <p:cNvPr id="2925" name="LigandSeek2_vs_LigandSeek1_ellipse_8439">
            <a:extLst>
              <a:ext uri="{FF2B5EF4-FFF2-40B4-BE49-F238E27FC236}">
                <a16:creationId xmlns:a16="http://schemas.microsoft.com/office/drawing/2014/main" id="{57E728D4-A9B8-4306-92EF-DC9687A5755F}"/>
              </a:ext>
            </a:extLst>
          </p:cNvPr>
          <p:cNvSpPr>
            <a:spLocks noGrp="1"/>
          </p:cNvSpPr>
          <p:nvPr/>
        </p:nvSpPr>
        <p:spPr>
          <a:xfrm>
            <a:off x="4355681" y="845009"/>
            <a:ext cx="24757" cy="24757"/>
          </a:xfrm>
          <a:prstGeom prst="ellipse">
            <a:avLst/>
          </a:prstGeom>
          <a:solidFill>
            <a:srgbClr val="7D8990">
              <a:alpha val="40000"/>
            </a:srgbClr>
          </a:solidFill>
          <a:ln w="0">
            <a:noFill/>
            <a:prstDash val="solid"/>
          </a:ln>
        </p:spPr>
      </p:sp>
      <p:sp>
        <p:nvSpPr>
          <p:cNvPr id="2926" name="LigandSeek2_vs_LigandSeek1_ellipse_8440">
            <a:extLst>
              <a:ext uri="{FF2B5EF4-FFF2-40B4-BE49-F238E27FC236}">
                <a16:creationId xmlns:a16="http://schemas.microsoft.com/office/drawing/2014/main" id="{AC0F909C-169D-4127-A58D-8A0E9F7C07F9}"/>
              </a:ext>
            </a:extLst>
          </p:cNvPr>
          <p:cNvSpPr>
            <a:spLocks noGrp="1"/>
          </p:cNvSpPr>
          <p:nvPr/>
        </p:nvSpPr>
        <p:spPr>
          <a:xfrm>
            <a:off x="4402029" y="1193462"/>
            <a:ext cx="24757" cy="24757"/>
          </a:xfrm>
          <a:prstGeom prst="ellipse">
            <a:avLst/>
          </a:prstGeom>
          <a:solidFill>
            <a:srgbClr val="7D8990">
              <a:alpha val="40000"/>
            </a:srgbClr>
          </a:solidFill>
          <a:ln w="0">
            <a:noFill/>
            <a:prstDash val="solid"/>
          </a:ln>
        </p:spPr>
      </p:sp>
      <p:sp>
        <p:nvSpPr>
          <p:cNvPr id="2927" name="LigandSeek2_vs_LigandSeek1_ellipse_8441">
            <a:extLst>
              <a:ext uri="{FF2B5EF4-FFF2-40B4-BE49-F238E27FC236}">
                <a16:creationId xmlns:a16="http://schemas.microsoft.com/office/drawing/2014/main" id="{1BD6E26B-06F8-4493-B5AB-1E89636889BB}"/>
              </a:ext>
            </a:extLst>
          </p:cNvPr>
          <p:cNvSpPr>
            <a:spLocks noGrp="1"/>
          </p:cNvSpPr>
          <p:nvPr/>
        </p:nvSpPr>
        <p:spPr>
          <a:xfrm>
            <a:off x="4389667" y="845009"/>
            <a:ext cx="24757" cy="24757"/>
          </a:xfrm>
          <a:prstGeom prst="ellipse">
            <a:avLst/>
          </a:prstGeom>
          <a:solidFill>
            <a:srgbClr val="7D8990">
              <a:alpha val="40000"/>
            </a:srgbClr>
          </a:solidFill>
          <a:ln w="0">
            <a:noFill/>
            <a:prstDash val="solid"/>
          </a:ln>
        </p:spPr>
      </p:sp>
      <p:sp>
        <p:nvSpPr>
          <p:cNvPr id="2928" name="LigandSeek2_vs_LigandSeek1_ellipse_8442">
            <a:extLst>
              <a:ext uri="{FF2B5EF4-FFF2-40B4-BE49-F238E27FC236}">
                <a16:creationId xmlns:a16="http://schemas.microsoft.com/office/drawing/2014/main" id="{BD05653C-E9DE-46CA-B115-67DCA089CE74}"/>
              </a:ext>
            </a:extLst>
          </p:cNvPr>
          <p:cNvSpPr>
            <a:spLocks noGrp="1"/>
          </p:cNvSpPr>
          <p:nvPr/>
        </p:nvSpPr>
        <p:spPr>
          <a:xfrm>
            <a:off x="4381099" y="845009"/>
            <a:ext cx="24757" cy="24757"/>
          </a:xfrm>
          <a:prstGeom prst="ellipse">
            <a:avLst/>
          </a:prstGeom>
          <a:solidFill>
            <a:srgbClr val="7D8990">
              <a:alpha val="40000"/>
            </a:srgbClr>
          </a:solidFill>
          <a:ln w="0">
            <a:noFill/>
            <a:prstDash val="solid"/>
          </a:ln>
        </p:spPr>
      </p:sp>
      <p:sp>
        <p:nvSpPr>
          <p:cNvPr id="2929" name="LigandSeek2_vs_LigandSeek1_ellipse_8443">
            <a:extLst>
              <a:ext uri="{FF2B5EF4-FFF2-40B4-BE49-F238E27FC236}">
                <a16:creationId xmlns:a16="http://schemas.microsoft.com/office/drawing/2014/main" id="{8AFBE744-C61F-425A-A7F2-9286F33675C6}"/>
              </a:ext>
            </a:extLst>
          </p:cNvPr>
          <p:cNvSpPr>
            <a:spLocks noGrp="1"/>
          </p:cNvSpPr>
          <p:nvPr/>
        </p:nvSpPr>
        <p:spPr>
          <a:xfrm>
            <a:off x="4370445" y="845009"/>
            <a:ext cx="24757" cy="24757"/>
          </a:xfrm>
          <a:prstGeom prst="ellipse">
            <a:avLst/>
          </a:prstGeom>
          <a:solidFill>
            <a:srgbClr val="7D8990">
              <a:alpha val="40000"/>
            </a:srgbClr>
          </a:solidFill>
          <a:ln w="0">
            <a:noFill/>
            <a:prstDash val="solid"/>
          </a:ln>
        </p:spPr>
      </p:sp>
      <p:sp>
        <p:nvSpPr>
          <p:cNvPr id="2930" name="LigandSeek2_vs_LigandSeek1_ellipse_8444">
            <a:extLst>
              <a:ext uri="{FF2B5EF4-FFF2-40B4-BE49-F238E27FC236}">
                <a16:creationId xmlns:a16="http://schemas.microsoft.com/office/drawing/2014/main" id="{1B20BC9A-5FA8-4B2B-A046-BABA83B6849A}"/>
              </a:ext>
            </a:extLst>
          </p:cNvPr>
          <p:cNvSpPr>
            <a:spLocks noGrp="1"/>
          </p:cNvSpPr>
          <p:nvPr/>
        </p:nvSpPr>
        <p:spPr>
          <a:xfrm>
            <a:off x="4389140" y="1796963"/>
            <a:ext cx="24757" cy="24757"/>
          </a:xfrm>
          <a:prstGeom prst="ellipse">
            <a:avLst/>
          </a:prstGeom>
          <a:solidFill>
            <a:srgbClr val="7D8990">
              <a:alpha val="40000"/>
            </a:srgbClr>
          </a:solidFill>
          <a:ln w="0">
            <a:noFill/>
            <a:prstDash val="solid"/>
          </a:ln>
        </p:spPr>
      </p:sp>
      <p:sp>
        <p:nvSpPr>
          <p:cNvPr id="2931" name="LigandSeek2_vs_LigandSeek1_ellipse_8445">
            <a:extLst>
              <a:ext uri="{FF2B5EF4-FFF2-40B4-BE49-F238E27FC236}">
                <a16:creationId xmlns:a16="http://schemas.microsoft.com/office/drawing/2014/main" id="{C572998F-D11F-4F91-B297-8236AC11D7AF}"/>
              </a:ext>
            </a:extLst>
          </p:cNvPr>
          <p:cNvSpPr>
            <a:spLocks noGrp="1"/>
          </p:cNvSpPr>
          <p:nvPr/>
        </p:nvSpPr>
        <p:spPr>
          <a:xfrm>
            <a:off x="4376471" y="845009"/>
            <a:ext cx="24757" cy="24757"/>
          </a:xfrm>
          <a:prstGeom prst="ellipse">
            <a:avLst/>
          </a:prstGeom>
          <a:solidFill>
            <a:srgbClr val="7D8990">
              <a:alpha val="40000"/>
            </a:srgbClr>
          </a:solidFill>
          <a:ln w="0">
            <a:noFill/>
            <a:prstDash val="solid"/>
          </a:ln>
        </p:spPr>
      </p:sp>
      <p:sp>
        <p:nvSpPr>
          <p:cNvPr id="2932" name="LigandSeek2_vs_LigandSeek1_ellipse_8446">
            <a:extLst>
              <a:ext uri="{FF2B5EF4-FFF2-40B4-BE49-F238E27FC236}">
                <a16:creationId xmlns:a16="http://schemas.microsoft.com/office/drawing/2014/main" id="{A874EA99-8397-4E23-9656-DAC90498A95E}"/>
              </a:ext>
            </a:extLst>
          </p:cNvPr>
          <p:cNvSpPr>
            <a:spLocks noGrp="1"/>
          </p:cNvSpPr>
          <p:nvPr/>
        </p:nvSpPr>
        <p:spPr>
          <a:xfrm>
            <a:off x="4372884" y="845009"/>
            <a:ext cx="24757" cy="24757"/>
          </a:xfrm>
          <a:prstGeom prst="ellipse">
            <a:avLst/>
          </a:prstGeom>
          <a:solidFill>
            <a:srgbClr val="7D8990">
              <a:alpha val="40000"/>
            </a:srgbClr>
          </a:solidFill>
          <a:ln w="0">
            <a:noFill/>
            <a:prstDash val="solid"/>
          </a:ln>
        </p:spPr>
      </p:sp>
      <p:sp>
        <p:nvSpPr>
          <p:cNvPr id="2933" name="LigandSeek2_vs_LigandSeek1_ellipse_8447">
            <a:extLst>
              <a:ext uri="{FF2B5EF4-FFF2-40B4-BE49-F238E27FC236}">
                <a16:creationId xmlns:a16="http://schemas.microsoft.com/office/drawing/2014/main" id="{817C3CDA-35F1-41A9-B473-628D047089F0}"/>
              </a:ext>
            </a:extLst>
          </p:cNvPr>
          <p:cNvSpPr>
            <a:spLocks noGrp="1"/>
          </p:cNvSpPr>
          <p:nvPr/>
        </p:nvSpPr>
        <p:spPr>
          <a:xfrm>
            <a:off x="4394638" y="1367688"/>
            <a:ext cx="24757" cy="24757"/>
          </a:xfrm>
          <a:prstGeom prst="ellipse">
            <a:avLst/>
          </a:prstGeom>
          <a:solidFill>
            <a:srgbClr val="7D8990">
              <a:alpha val="40000"/>
            </a:srgbClr>
          </a:solidFill>
          <a:ln w="0">
            <a:noFill/>
            <a:prstDash val="solid"/>
          </a:ln>
        </p:spPr>
      </p:sp>
      <p:sp>
        <p:nvSpPr>
          <p:cNvPr id="2934" name="LigandSeek2_vs_LigandSeek1_ellipse_8448">
            <a:extLst>
              <a:ext uri="{FF2B5EF4-FFF2-40B4-BE49-F238E27FC236}">
                <a16:creationId xmlns:a16="http://schemas.microsoft.com/office/drawing/2014/main" id="{8416DE52-07E9-4F4D-A315-E14FB969F743}"/>
              </a:ext>
            </a:extLst>
          </p:cNvPr>
          <p:cNvSpPr>
            <a:spLocks noGrp="1"/>
          </p:cNvSpPr>
          <p:nvPr/>
        </p:nvSpPr>
        <p:spPr>
          <a:xfrm>
            <a:off x="4374736" y="1193462"/>
            <a:ext cx="24757" cy="24757"/>
          </a:xfrm>
          <a:prstGeom prst="ellipse">
            <a:avLst/>
          </a:prstGeom>
          <a:solidFill>
            <a:srgbClr val="7D8990">
              <a:alpha val="40000"/>
            </a:srgbClr>
          </a:solidFill>
          <a:ln w="0">
            <a:noFill/>
            <a:prstDash val="solid"/>
          </a:ln>
        </p:spPr>
      </p:sp>
      <p:sp>
        <p:nvSpPr>
          <p:cNvPr id="2935" name="LigandSeek2_vs_LigandSeek1_ellipse_8449">
            <a:extLst>
              <a:ext uri="{FF2B5EF4-FFF2-40B4-BE49-F238E27FC236}">
                <a16:creationId xmlns:a16="http://schemas.microsoft.com/office/drawing/2014/main" id="{77DE3221-753E-4F42-B4D1-1BFCA258983D}"/>
              </a:ext>
            </a:extLst>
          </p:cNvPr>
          <p:cNvSpPr>
            <a:spLocks noGrp="1"/>
          </p:cNvSpPr>
          <p:nvPr/>
        </p:nvSpPr>
        <p:spPr>
          <a:xfrm>
            <a:off x="4384844" y="845009"/>
            <a:ext cx="24757" cy="24757"/>
          </a:xfrm>
          <a:prstGeom prst="ellipse">
            <a:avLst/>
          </a:prstGeom>
          <a:solidFill>
            <a:srgbClr val="7D8990">
              <a:alpha val="40000"/>
            </a:srgbClr>
          </a:solidFill>
          <a:ln w="0">
            <a:noFill/>
            <a:prstDash val="solid"/>
          </a:ln>
        </p:spPr>
      </p:sp>
      <p:sp>
        <p:nvSpPr>
          <p:cNvPr id="2936" name="LigandSeek2_vs_LigandSeek1_ellipse_8450">
            <a:extLst>
              <a:ext uri="{FF2B5EF4-FFF2-40B4-BE49-F238E27FC236}">
                <a16:creationId xmlns:a16="http://schemas.microsoft.com/office/drawing/2014/main" id="{C30DA0AE-63AB-473C-BF1F-C670268EA9A7}"/>
              </a:ext>
            </a:extLst>
          </p:cNvPr>
          <p:cNvSpPr>
            <a:spLocks noGrp="1"/>
          </p:cNvSpPr>
          <p:nvPr/>
        </p:nvSpPr>
        <p:spPr>
          <a:xfrm>
            <a:off x="4344265" y="1416718"/>
            <a:ext cx="24757" cy="24757"/>
          </a:xfrm>
          <a:prstGeom prst="ellipse">
            <a:avLst/>
          </a:prstGeom>
          <a:solidFill>
            <a:srgbClr val="7D8990">
              <a:alpha val="40000"/>
            </a:srgbClr>
          </a:solidFill>
          <a:ln w="0">
            <a:noFill/>
            <a:prstDash val="solid"/>
          </a:ln>
        </p:spPr>
      </p:sp>
      <p:sp>
        <p:nvSpPr>
          <p:cNvPr id="2937" name="LigandSeek2_vs_LigandSeek1_ellipse_8451">
            <a:extLst>
              <a:ext uri="{FF2B5EF4-FFF2-40B4-BE49-F238E27FC236}">
                <a16:creationId xmlns:a16="http://schemas.microsoft.com/office/drawing/2014/main" id="{F300D355-EB1E-43D4-9336-D2587C172547}"/>
              </a:ext>
            </a:extLst>
          </p:cNvPr>
          <p:cNvSpPr>
            <a:spLocks noGrp="1"/>
          </p:cNvSpPr>
          <p:nvPr/>
        </p:nvSpPr>
        <p:spPr>
          <a:xfrm>
            <a:off x="4410240" y="845009"/>
            <a:ext cx="24757" cy="24757"/>
          </a:xfrm>
          <a:prstGeom prst="ellipse">
            <a:avLst/>
          </a:prstGeom>
          <a:solidFill>
            <a:srgbClr val="7D8990">
              <a:alpha val="40000"/>
            </a:srgbClr>
          </a:solidFill>
          <a:ln w="0">
            <a:noFill/>
            <a:prstDash val="solid"/>
          </a:ln>
        </p:spPr>
      </p:sp>
      <p:sp>
        <p:nvSpPr>
          <p:cNvPr id="2938" name="LigandSeek2_vs_LigandSeek1_ellipse_8452">
            <a:extLst>
              <a:ext uri="{FF2B5EF4-FFF2-40B4-BE49-F238E27FC236}">
                <a16:creationId xmlns:a16="http://schemas.microsoft.com/office/drawing/2014/main" id="{35FD5793-3243-45D9-A025-DD1896023EA5}"/>
              </a:ext>
            </a:extLst>
          </p:cNvPr>
          <p:cNvSpPr>
            <a:spLocks noGrp="1"/>
          </p:cNvSpPr>
          <p:nvPr/>
        </p:nvSpPr>
        <p:spPr>
          <a:xfrm>
            <a:off x="4375431" y="1716141"/>
            <a:ext cx="24757" cy="24757"/>
          </a:xfrm>
          <a:prstGeom prst="ellipse">
            <a:avLst/>
          </a:prstGeom>
          <a:solidFill>
            <a:srgbClr val="7D8990">
              <a:alpha val="40000"/>
            </a:srgbClr>
          </a:solidFill>
          <a:ln w="0">
            <a:noFill/>
            <a:prstDash val="solid"/>
          </a:ln>
        </p:spPr>
      </p:sp>
      <p:sp>
        <p:nvSpPr>
          <p:cNvPr id="2939" name="LigandSeek2_vs_LigandSeek1_ellipse_8453">
            <a:extLst>
              <a:ext uri="{FF2B5EF4-FFF2-40B4-BE49-F238E27FC236}">
                <a16:creationId xmlns:a16="http://schemas.microsoft.com/office/drawing/2014/main" id="{919BF2D8-273F-4371-B513-30AA1D722985}"/>
              </a:ext>
            </a:extLst>
          </p:cNvPr>
          <p:cNvSpPr>
            <a:spLocks noGrp="1"/>
          </p:cNvSpPr>
          <p:nvPr/>
        </p:nvSpPr>
        <p:spPr>
          <a:xfrm>
            <a:off x="4388477" y="1890368"/>
            <a:ext cx="24757" cy="24757"/>
          </a:xfrm>
          <a:prstGeom prst="ellipse">
            <a:avLst/>
          </a:prstGeom>
          <a:solidFill>
            <a:srgbClr val="7D8990">
              <a:alpha val="40000"/>
            </a:srgbClr>
          </a:solidFill>
          <a:ln w="0">
            <a:noFill/>
            <a:prstDash val="solid"/>
          </a:ln>
        </p:spPr>
      </p:sp>
      <p:sp>
        <p:nvSpPr>
          <p:cNvPr id="2940" name="LigandSeek2_vs_LigandSeek1_ellipse_8454">
            <a:extLst>
              <a:ext uri="{FF2B5EF4-FFF2-40B4-BE49-F238E27FC236}">
                <a16:creationId xmlns:a16="http://schemas.microsoft.com/office/drawing/2014/main" id="{8FA4589F-FB10-4731-81C8-CB81F248EB8C}"/>
              </a:ext>
            </a:extLst>
          </p:cNvPr>
          <p:cNvSpPr>
            <a:spLocks noGrp="1"/>
          </p:cNvSpPr>
          <p:nvPr/>
        </p:nvSpPr>
        <p:spPr>
          <a:xfrm>
            <a:off x="4367760" y="975679"/>
            <a:ext cx="24757" cy="24757"/>
          </a:xfrm>
          <a:prstGeom prst="ellipse">
            <a:avLst/>
          </a:prstGeom>
          <a:solidFill>
            <a:srgbClr val="7D8990">
              <a:alpha val="40000"/>
            </a:srgbClr>
          </a:solidFill>
          <a:ln w="0">
            <a:noFill/>
            <a:prstDash val="solid"/>
          </a:ln>
        </p:spPr>
      </p:sp>
      <p:sp>
        <p:nvSpPr>
          <p:cNvPr id="2941" name="LigandSeek2_vs_LigandSeek1_ellipse_8455">
            <a:extLst>
              <a:ext uri="{FF2B5EF4-FFF2-40B4-BE49-F238E27FC236}">
                <a16:creationId xmlns:a16="http://schemas.microsoft.com/office/drawing/2014/main" id="{BB00FBDF-94B8-4E2F-BDF4-D3C53652DF31}"/>
              </a:ext>
            </a:extLst>
          </p:cNvPr>
          <p:cNvSpPr>
            <a:spLocks noGrp="1"/>
          </p:cNvSpPr>
          <p:nvPr/>
        </p:nvSpPr>
        <p:spPr>
          <a:xfrm>
            <a:off x="4416122" y="1549278"/>
            <a:ext cx="24757" cy="24757"/>
          </a:xfrm>
          <a:prstGeom prst="ellipse">
            <a:avLst/>
          </a:prstGeom>
          <a:solidFill>
            <a:srgbClr val="7D8990">
              <a:alpha val="40000"/>
            </a:srgbClr>
          </a:solidFill>
          <a:ln w="0">
            <a:noFill/>
            <a:prstDash val="solid"/>
          </a:ln>
        </p:spPr>
      </p:sp>
      <p:sp>
        <p:nvSpPr>
          <p:cNvPr id="2942" name="LigandSeek2_vs_LigandSeek1_ellipse_8456">
            <a:extLst>
              <a:ext uri="{FF2B5EF4-FFF2-40B4-BE49-F238E27FC236}">
                <a16:creationId xmlns:a16="http://schemas.microsoft.com/office/drawing/2014/main" id="{334ACAA8-F83F-4545-A847-AB7799DCA4E5}"/>
              </a:ext>
            </a:extLst>
          </p:cNvPr>
          <p:cNvSpPr>
            <a:spLocks noGrp="1"/>
          </p:cNvSpPr>
          <p:nvPr/>
        </p:nvSpPr>
        <p:spPr>
          <a:xfrm>
            <a:off x="4364136" y="1890368"/>
            <a:ext cx="24757" cy="24757"/>
          </a:xfrm>
          <a:prstGeom prst="ellipse">
            <a:avLst/>
          </a:prstGeom>
          <a:solidFill>
            <a:srgbClr val="7D8990">
              <a:alpha val="40000"/>
            </a:srgbClr>
          </a:solidFill>
          <a:ln w="0">
            <a:noFill/>
            <a:prstDash val="solid"/>
          </a:ln>
        </p:spPr>
      </p:sp>
      <p:sp>
        <p:nvSpPr>
          <p:cNvPr id="2943" name="LigandSeek2_vs_LigandSeek1_ellipse_8457">
            <a:extLst>
              <a:ext uri="{FF2B5EF4-FFF2-40B4-BE49-F238E27FC236}">
                <a16:creationId xmlns:a16="http://schemas.microsoft.com/office/drawing/2014/main" id="{D45B4D36-B0A9-4BC3-91D5-CDFECC270AC9}"/>
              </a:ext>
            </a:extLst>
          </p:cNvPr>
          <p:cNvSpPr>
            <a:spLocks noGrp="1"/>
          </p:cNvSpPr>
          <p:nvPr/>
        </p:nvSpPr>
        <p:spPr>
          <a:xfrm>
            <a:off x="4341591" y="1698719"/>
            <a:ext cx="24757" cy="24757"/>
          </a:xfrm>
          <a:prstGeom prst="ellipse">
            <a:avLst/>
          </a:prstGeom>
          <a:solidFill>
            <a:srgbClr val="7D8990">
              <a:alpha val="40000"/>
            </a:srgbClr>
          </a:solidFill>
          <a:ln w="0">
            <a:noFill/>
            <a:prstDash val="solid"/>
          </a:ln>
        </p:spPr>
      </p:sp>
      <p:sp>
        <p:nvSpPr>
          <p:cNvPr id="2944" name="LigandSeek2_vs_LigandSeek1_ellipse_8458">
            <a:extLst>
              <a:ext uri="{FF2B5EF4-FFF2-40B4-BE49-F238E27FC236}">
                <a16:creationId xmlns:a16="http://schemas.microsoft.com/office/drawing/2014/main" id="{2E494B9B-6538-47D7-B50A-8C14C6E9203E}"/>
              </a:ext>
            </a:extLst>
          </p:cNvPr>
          <p:cNvSpPr>
            <a:spLocks noGrp="1"/>
          </p:cNvSpPr>
          <p:nvPr/>
        </p:nvSpPr>
        <p:spPr>
          <a:xfrm>
            <a:off x="4346184" y="845009"/>
            <a:ext cx="24757" cy="24757"/>
          </a:xfrm>
          <a:prstGeom prst="ellipse">
            <a:avLst/>
          </a:prstGeom>
          <a:solidFill>
            <a:srgbClr val="7D8990">
              <a:alpha val="40000"/>
            </a:srgbClr>
          </a:solidFill>
          <a:ln w="0">
            <a:noFill/>
            <a:prstDash val="solid"/>
          </a:ln>
        </p:spPr>
      </p:sp>
      <p:sp>
        <p:nvSpPr>
          <p:cNvPr id="2945" name="LigandSeek2_vs_LigandSeek1_ellipse_8459">
            <a:extLst>
              <a:ext uri="{FF2B5EF4-FFF2-40B4-BE49-F238E27FC236}">
                <a16:creationId xmlns:a16="http://schemas.microsoft.com/office/drawing/2014/main" id="{212B082A-F4A3-4A60-BF4C-D2AF5F77A49A}"/>
              </a:ext>
            </a:extLst>
          </p:cNvPr>
          <p:cNvSpPr>
            <a:spLocks noGrp="1"/>
          </p:cNvSpPr>
          <p:nvPr/>
        </p:nvSpPr>
        <p:spPr>
          <a:xfrm>
            <a:off x="4387692" y="845009"/>
            <a:ext cx="24757" cy="24757"/>
          </a:xfrm>
          <a:prstGeom prst="ellipse">
            <a:avLst/>
          </a:prstGeom>
          <a:solidFill>
            <a:srgbClr val="7D8990">
              <a:alpha val="40000"/>
            </a:srgbClr>
          </a:solidFill>
          <a:ln w="0">
            <a:noFill/>
            <a:prstDash val="solid"/>
          </a:ln>
        </p:spPr>
      </p:sp>
      <p:sp>
        <p:nvSpPr>
          <p:cNvPr id="2946" name="LigandSeek2_vs_LigandSeek1_ellipse_8460">
            <a:extLst>
              <a:ext uri="{FF2B5EF4-FFF2-40B4-BE49-F238E27FC236}">
                <a16:creationId xmlns:a16="http://schemas.microsoft.com/office/drawing/2014/main" id="{108085B4-67B0-4E1C-B91D-2D9D5D2D2DC5}"/>
              </a:ext>
            </a:extLst>
          </p:cNvPr>
          <p:cNvSpPr>
            <a:spLocks noGrp="1"/>
          </p:cNvSpPr>
          <p:nvPr/>
        </p:nvSpPr>
        <p:spPr>
          <a:xfrm>
            <a:off x="4413726" y="1890368"/>
            <a:ext cx="24757" cy="24757"/>
          </a:xfrm>
          <a:prstGeom prst="ellipse">
            <a:avLst/>
          </a:prstGeom>
          <a:solidFill>
            <a:srgbClr val="7D8990">
              <a:alpha val="40000"/>
            </a:srgbClr>
          </a:solidFill>
          <a:ln w="0">
            <a:noFill/>
            <a:prstDash val="solid"/>
          </a:ln>
        </p:spPr>
      </p:sp>
      <p:sp>
        <p:nvSpPr>
          <p:cNvPr id="2947" name="LigandSeek2_vs_LigandSeek1_ellipse_8461">
            <a:extLst>
              <a:ext uri="{FF2B5EF4-FFF2-40B4-BE49-F238E27FC236}">
                <a16:creationId xmlns:a16="http://schemas.microsoft.com/office/drawing/2014/main" id="{5070C5C5-1EE4-43EF-9B9B-5A8B5EC0EEEF}"/>
              </a:ext>
            </a:extLst>
          </p:cNvPr>
          <p:cNvSpPr>
            <a:spLocks noGrp="1"/>
          </p:cNvSpPr>
          <p:nvPr/>
        </p:nvSpPr>
        <p:spPr>
          <a:xfrm>
            <a:off x="4356771" y="1735431"/>
            <a:ext cx="24757" cy="24757"/>
          </a:xfrm>
          <a:prstGeom prst="ellipse">
            <a:avLst/>
          </a:prstGeom>
          <a:solidFill>
            <a:srgbClr val="7D8990">
              <a:alpha val="40000"/>
            </a:srgbClr>
          </a:solidFill>
          <a:ln w="0">
            <a:noFill/>
            <a:prstDash val="solid"/>
          </a:ln>
        </p:spPr>
      </p:sp>
      <p:sp>
        <p:nvSpPr>
          <p:cNvPr id="2948" name="LigandSeek2_vs_LigandSeek1_ellipse_8462">
            <a:extLst>
              <a:ext uri="{FF2B5EF4-FFF2-40B4-BE49-F238E27FC236}">
                <a16:creationId xmlns:a16="http://schemas.microsoft.com/office/drawing/2014/main" id="{6DFB0545-52AD-4895-8C17-D41820F0CEE9}"/>
              </a:ext>
            </a:extLst>
          </p:cNvPr>
          <p:cNvSpPr>
            <a:spLocks noGrp="1"/>
          </p:cNvSpPr>
          <p:nvPr/>
        </p:nvSpPr>
        <p:spPr>
          <a:xfrm>
            <a:off x="4379035" y="1716141"/>
            <a:ext cx="24757" cy="24757"/>
          </a:xfrm>
          <a:prstGeom prst="ellipse">
            <a:avLst/>
          </a:prstGeom>
          <a:solidFill>
            <a:srgbClr val="7D8990">
              <a:alpha val="40000"/>
            </a:srgbClr>
          </a:solidFill>
          <a:ln w="0">
            <a:noFill/>
            <a:prstDash val="solid"/>
          </a:ln>
        </p:spPr>
      </p:sp>
      <p:sp>
        <p:nvSpPr>
          <p:cNvPr id="2949" name="LigandSeek2_vs_LigandSeek1_ellipse_8463">
            <a:extLst>
              <a:ext uri="{FF2B5EF4-FFF2-40B4-BE49-F238E27FC236}">
                <a16:creationId xmlns:a16="http://schemas.microsoft.com/office/drawing/2014/main" id="{E337EB52-B3F7-4F7F-A885-AEDD02016229}"/>
              </a:ext>
            </a:extLst>
          </p:cNvPr>
          <p:cNvSpPr>
            <a:spLocks noGrp="1"/>
          </p:cNvSpPr>
          <p:nvPr/>
        </p:nvSpPr>
        <p:spPr>
          <a:xfrm>
            <a:off x="4352495" y="1106349"/>
            <a:ext cx="24757" cy="24757"/>
          </a:xfrm>
          <a:prstGeom prst="ellipse">
            <a:avLst/>
          </a:prstGeom>
          <a:solidFill>
            <a:srgbClr val="7D8990">
              <a:alpha val="40000"/>
            </a:srgbClr>
          </a:solidFill>
          <a:ln w="0">
            <a:noFill/>
            <a:prstDash val="solid"/>
          </a:ln>
        </p:spPr>
      </p:sp>
      <p:sp>
        <p:nvSpPr>
          <p:cNvPr id="2950" name="LigandSeek2_vs_LigandSeek1_ellipse_8464">
            <a:extLst>
              <a:ext uri="{FF2B5EF4-FFF2-40B4-BE49-F238E27FC236}">
                <a16:creationId xmlns:a16="http://schemas.microsoft.com/office/drawing/2014/main" id="{11F6C945-A342-4303-9E8F-45155D98609D}"/>
              </a:ext>
            </a:extLst>
          </p:cNvPr>
          <p:cNvSpPr>
            <a:spLocks noGrp="1"/>
          </p:cNvSpPr>
          <p:nvPr/>
        </p:nvSpPr>
        <p:spPr>
          <a:xfrm>
            <a:off x="4374227" y="1805129"/>
            <a:ext cx="24757" cy="24757"/>
          </a:xfrm>
          <a:prstGeom prst="ellipse">
            <a:avLst/>
          </a:prstGeom>
          <a:solidFill>
            <a:srgbClr val="7D8990">
              <a:alpha val="40000"/>
            </a:srgbClr>
          </a:solidFill>
          <a:ln w="0">
            <a:noFill/>
            <a:prstDash val="solid"/>
          </a:ln>
        </p:spPr>
      </p:sp>
      <p:sp>
        <p:nvSpPr>
          <p:cNvPr id="2951" name="LigandSeek2_vs_LigandSeek1_ellipse_8465">
            <a:extLst>
              <a:ext uri="{FF2B5EF4-FFF2-40B4-BE49-F238E27FC236}">
                <a16:creationId xmlns:a16="http://schemas.microsoft.com/office/drawing/2014/main" id="{23F946E2-5F08-4A9D-89FB-59BDCD8B6230}"/>
              </a:ext>
            </a:extLst>
          </p:cNvPr>
          <p:cNvSpPr>
            <a:spLocks noGrp="1"/>
          </p:cNvSpPr>
          <p:nvPr/>
        </p:nvSpPr>
        <p:spPr>
          <a:xfrm>
            <a:off x="4405516" y="845009"/>
            <a:ext cx="24757" cy="24757"/>
          </a:xfrm>
          <a:prstGeom prst="ellipse">
            <a:avLst/>
          </a:prstGeom>
          <a:solidFill>
            <a:srgbClr val="7D8990">
              <a:alpha val="40000"/>
            </a:srgbClr>
          </a:solidFill>
          <a:ln w="0">
            <a:noFill/>
            <a:prstDash val="solid"/>
          </a:ln>
        </p:spPr>
      </p:sp>
      <p:sp>
        <p:nvSpPr>
          <p:cNvPr id="2952" name="LigandSeek2_vs_LigandSeek1_ellipse_8466">
            <a:extLst>
              <a:ext uri="{FF2B5EF4-FFF2-40B4-BE49-F238E27FC236}">
                <a16:creationId xmlns:a16="http://schemas.microsoft.com/office/drawing/2014/main" id="{FE6D6CE1-4CB9-49DC-9B83-307B29BB8583}"/>
              </a:ext>
            </a:extLst>
          </p:cNvPr>
          <p:cNvSpPr>
            <a:spLocks noGrp="1"/>
          </p:cNvSpPr>
          <p:nvPr/>
        </p:nvSpPr>
        <p:spPr>
          <a:xfrm>
            <a:off x="4359615" y="845009"/>
            <a:ext cx="24757" cy="24757"/>
          </a:xfrm>
          <a:prstGeom prst="ellipse">
            <a:avLst/>
          </a:prstGeom>
          <a:solidFill>
            <a:srgbClr val="7D8990">
              <a:alpha val="40000"/>
            </a:srgbClr>
          </a:solidFill>
          <a:ln w="0">
            <a:noFill/>
            <a:prstDash val="solid"/>
          </a:ln>
        </p:spPr>
      </p:sp>
      <p:sp>
        <p:nvSpPr>
          <p:cNvPr id="2953" name="LigandSeek2_vs_LigandSeek1_ellipse_8467">
            <a:extLst>
              <a:ext uri="{FF2B5EF4-FFF2-40B4-BE49-F238E27FC236}">
                <a16:creationId xmlns:a16="http://schemas.microsoft.com/office/drawing/2014/main" id="{FCB9C0A0-D4C5-401F-A5CA-69A1FCDC5B8F}"/>
              </a:ext>
            </a:extLst>
          </p:cNvPr>
          <p:cNvSpPr>
            <a:spLocks noGrp="1"/>
          </p:cNvSpPr>
          <p:nvPr/>
        </p:nvSpPr>
        <p:spPr>
          <a:xfrm>
            <a:off x="4420795" y="1890368"/>
            <a:ext cx="24757" cy="24757"/>
          </a:xfrm>
          <a:prstGeom prst="ellipse">
            <a:avLst/>
          </a:prstGeom>
          <a:solidFill>
            <a:srgbClr val="7D8990">
              <a:alpha val="40000"/>
            </a:srgbClr>
          </a:solidFill>
          <a:ln w="0">
            <a:noFill/>
            <a:prstDash val="solid"/>
          </a:ln>
        </p:spPr>
      </p:sp>
      <p:sp>
        <p:nvSpPr>
          <p:cNvPr id="2954" name="LigandSeek2_vs_LigandSeek1_ellipse_8468">
            <a:extLst>
              <a:ext uri="{FF2B5EF4-FFF2-40B4-BE49-F238E27FC236}">
                <a16:creationId xmlns:a16="http://schemas.microsoft.com/office/drawing/2014/main" id="{E0ABF906-D182-4675-80EA-EF148A35DE37}"/>
              </a:ext>
            </a:extLst>
          </p:cNvPr>
          <p:cNvSpPr>
            <a:spLocks noGrp="1"/>
          </p:cNvSpPr>
          <p:nvPr/>
        </p:nvSpPr>
        <p:spPr>
          <a:xfrm>
            <a:off x="4375938" y="845009"/>
            <a:ext cx="24757" cy="24757"/>
          </a:xfrm>
          <a:prstGeom prst="ellipse">
            <a:avLst/>
          </a:prstGeom>
          <a:solidFill>
            <a:srgbClr val="7D8990">
              <a:alpha val="40000"/>
            </a:srgbClr>
          </a:solidFill>
          <a:ln w="0">
            <a:noFill/>
            <a:prstDash val="solid"/>
          </a:ln>
        </p:spPr>
      </p:sp>
      <p:sp>
        <p:nvSpPr>
          <p:cNvPr id="2955" name="LigandSeek2_vs_LigandSeek1_ellipse_8469">
            <a:extLst>
              <a:ext uri="{FF2B5EF4-FFF2-40B4-BE49-F238E27FC236}">
                <a16:creationId xmlns:a16="http://schemas.microsoft.com/office/drawing/2014/main" id="{F10E33F9-BD4E-422D-BF6F-FC81E65FA53A}"/>
              </a:ext>
            </a:extLst>
          </p:cNvPr>
          <p:cNvSpPr>
            <a:spLocks noGrp="1"/>
          </p:cNvSpPr>
          <p:nvPr/>
        </p:nvSpPr>
        <p:spPr>
          <a:xfrm>
            <a:off x="4354752" y="1222500"/>
            <a:ext cx="24757" cy="24757"/>
          </a:xfrm>
          <a:prstGeom prst="ellipse">
            <a:avLst/>
          </a:prstGeom>
          <a:solidFill>
            <a:srgbClr val="7D8990">
              <a:alpha val="40000"/>
            </a:srgbClr>
          </a:solidFill>
          <a:ln w="0">
            <a:noFill/>
            <a:prstDash val="solid"/>
          </a:ln>
        </p:spPr>
      </p:sp>
      <p:sp>
        <p:nvSpPr>
          <p:cNvPr id="2956" name="LigandSeek2_vs_LigandSeek1_ellipse_8470">
            <a:extLst>
              <a:ext uri="{FF2B5EF4-FFF2-40B4-BE49-F238E27FC236}">
                <a16:creationId xmlns:a16="http://schemas.microsoft.com/office/drawing/2014/main" id="{E3454BCD-FBBB-4668-8981-84E902232A8F}"/>
              </a:ext>
            </a:extLst>
          </p:cNvPr>
          <p:cNvSpPr>
            <a:spLocks noGrp="1"/>
          </p:cNvSpPr>
          <p:nvPr/>
        </p:nvSpPr>
        <p:spPr>
          <a:xfrm>
            <a:off x="4383579" y="845009"/>
            <a:ext cx="24757" cy="24757"/>
          </a:xfrm>
          <a:prstGeom prst="ellipse">
            <a:avLst/>
          </a:prstGeom>
          <a:solidFill>
            <a:srgbClr val="7D8990">
              <a:alpha val="40000"/>
            </a:srgbClr>
          </a:solidFill>
          <a:ln w="0">
            <a:noFill/>
            <a:prstDash val="solid"/>
          </a:ln>
        </p:spPr>
      </p:sp>
      <p:sp>
        <p:nvSpPr>
          <p:cNvPr id="2957" name="LigandSeek2_vs_LigandSeek1_ellipse_8471">
            <a:extLst>
              <a:ext uri="{FF2B5EF4-FFF2-40B4-BE49-F238E27FC236}">
                <a16:creationId xmlns:a16="http://schemas.microsoft.com/office/drawing/2014/main" id="{CCE378EA-23F6-437D-BBD6-576DCF445400}"/>
              </a:ext>
            </a:extLst>
          </p:cNvPr>
          <p:cNvSpPr>
            <a:spLocks noGrp="1"/>
          </p:cNvSpPr>
          <p:nvPr/>
        </p:nvSpPr>
        <p:spPr>
          <a:xfrm>
            <a:off x="4345005" y="1350551"/>
            <a:ext cx="24757" cy="24757"/>
          </a:xfrm>
          <a:prstGeom prst="ellipse">
            <a:avLst/>
          </a:prstGeom>
          <a:solidFill>
            <a:srgbClr val="7D8990">
              <a:alpha val="40000"/>
            </a:srgbClr>
          </a:solidFill>
          <a:ln w="0">
            <a:noFill/>
            <a:prstDash val="solid"/>
          </a:ln>
        </p:spPr>
      </p:sp>
      <p:sp>
        <p:nvSpPr>
          <p:cNvPr id="2958" name="LigandSeek2_vs_LigandSeek1_ellipse_8472">
            <a:extLst>
              <a:ext uri="{FF2B5EF4-FFF2-40B4-BE49-F238E27FC236}">
                <a16:creationId xmlns:a16="http://schemas.microsoft.com/office/drawing/2014/main" id="{0AB1135F-6B93-4452-921C-23A89FA760D9}"/>
              </a:ext>
            </a:extLst>
          </p:cNvPr>
          <p:cNvSpPr>
            <a:spLocks noGrp="1"/>
          </p:cNvSpPr>
          <p:nvPr/>
        </p:nvSpPr>
        <p:spPr>
          <a:xfrm>
            <a:off x="4338631" y="869899"/>
            <a:ext cx="24757" cy="24757"/>
          </a:xfrm>
          <a:prstGeom prst="ellipse">
            <a:avLst/>
          </a:prstGeom>
          <a:solidFill>
            <a:srgbClr val="7D8990">
              <a:alpha val="40000"/>
            </a:srgbClr>
          </a:solidFill>
          <a:ln w="0">
            <a:noFill/>
            <a:prstDash val="solid"/>
          </a:ln>
        </p:spPr>
      </p:sp>
      <p:sp>
        <p:nvSpPr>
          <p:cNvPr id="2959" name="LigandSeek2_vs_LigandSeek1_ellipse_8473">
            <a:extLst>
              <a:ext uri="{FF2B5EF4-FFF2-40B4-BE49-F238E27FC236}">
                <a16:creationId xmlns:a16="http://schemas.microsoft.com/office/drawing/2014/main" id="{E1A4EC30-17C0-480E-895D-73A78E02CC7C}"/>
              </a:ext>
            </a:extLst>
          </p:cNvPr>
          <p:cNvSpPr>
            <a:spLocks noGrp="1"/>
          </p:cNvSpPr>
          <p:nvPr/>
        </p:nvSpPr>
        <p:spPr>
          <a:xfrm>
            <a:off x="4361632" y="845009"/>
            <a:ext cx="24757" cy="24757"/>
          </a:xfrm>
          <a:prstGeom prst="ellipse">
            <a:avLst/>
          </a:prstGeom>
          <a:solidFill>
            <a:srgbClr val="7D8990">
              <a:alpha val="40000"/>
            </a:srgbClr>
          </a:solidFill>
          <a:ln w="0">
            <a:noFill/>
            <a:prstDash val="solid"/>
          </a:ln>
        </p:spPr>
      </p:sp>
      <p:sp>
        <p:nvSpPr>
          <p:cNvPr id="2960" name="LigandSeek2_vs_LigandSeek1_ellipse_8474">
            <a:extLst>
              <a:ext uri="{FF2B5EF4-FFF2-40B4-BE49-F238E27FC236}">
                <a16:creationId xmlns:a16="http://schemas.microsoft.com/office/drawing/2014/main" id="{A4147439-0F4A-4D47-95D1-4FFDD0053AA0}"/>
              </a:ext>
            </a:extLst>
          </p:cNvPr>
          <p:cNvSpPr>
            <a:spLocks noGrp="1"/>
          </p:cNvSpPr>
          <p:nvPr/>
        </p:nvSpPr>
        <p:spPr>
          <a:xfrm>
            <a:off x="4368149" y="845009"/>
            <a:ext cx="24757" cy="24757"/>
          </a:xfrm>
          <a:prstGeom prst="ellipse">
            <a:avLst/>
          </a:prstGeom>
          <a:solidFill>
            <a:srgbClr val="7D8990">
              <a:alpha val="40000"/>
            </a:srgbClr>
          </a:solidFill>
          <a:ln w="0">
            <a:noFill/>
            <a:prstDash val="solid"/>
          </a:ln>
        </p:spPr>
      </p:sp>
      <p:sp>
        <p:nvSpPr>
          <p:cNvPr id="2961" name="LigandSeek2_vs_LigandSeek1_ellipse_8475">
            <a:extLst>
              <a:ext uri="{FF2B5EF4-FFF2-40B4-BE49-F238E27FC236}">
                <a16:creationId xmlns:a16="http://schemas.microsoft.com/office/drawing/2014/main" id="{93550E80-34EB-43D8-8447-0C9F3D2AC5F7}"/>
              </a:ext>
            </a:extLst>
          </p:cNvPr>
          <p:cNvSpPr>
            <a:spLocks noGrp="1"/>
          </p:cNvSpPr>
          <p:nvPr/>
        </p:nvSpPr>
        <p:spPr>
          <a:xfrm>
            <a:off x="4354982" y="1367688"/>
            <a:ext cx="24757" cy="24757"/>
          </a:xfrm>
          <a:prstGeom prst="ellipse">
            <a:avLst/>
          </a:prstGeom>
          <a:solidFill>
            <a:srgbClr val="7D8990">
              <a:alpha val="40000"/>
            </a:srgbClr>
          </a:solidFill>
          <a:ln w="0">
            <a:noFill/>
            <a:prstDash val="solid"/>
          </a:ln>
        </p:spPr>
      </p:sp>
      <p:sp>
        <p:nvSpPr>
          <p:cNvPr id="2962" name="LigandSeek2_vs_LigandSeek1_ellipse_8476">
            <a:extLst>
              <a:ext uri="{FF2B5EF4-FFF2-40B4-BE49-F238E27FC236}">
                <a16:creationId xmlns:a16="http://schemas.microsoft.com/office/drawing/2014/main" id="{27727639-C383-45E1-8534-3810A5D0493F}"/>
              </a:ext>
            </a:extLst>
          </p:cNvPr>
          <p:cNvSpPr>
            <a:spLocks noGrp="1"/>
          </p:cNvSpPr>
          <p:nvPr/>
        </p:nvSpPr>
        <p:spPr>
          <a:xfrm>
            <a:off x="4396919" y="994346"/>
            <a:ext cx="24757" cy="24757"/>
          </a:xfrm>
          <a:prstGeom prst="ellipse">
            <a:avLst/>
          </a:prstGeom>
          <a:solidFill>
            <a:srgbClr val="7D8990">
              <a:alpha val="40000"/>
            </a:srgbClr>
          </a:solidFill>
          <a:ln w="0">
            <a:noFill/>
            <a:prstDash val="solid"/>
          </a:ln>
        </p:spPr>
      </p:sp>
      <p:sp>
        <p:nvSpPr>
          <p:cNvPr id="2963" name="LigandSeek2_vs_LigandSeek1_ellipse_8477">
            <a:extLst>
              <a:ext uri="{FF2B5EF4-FFF2-40B4-BE49-F238E27FC236}">
                <a16:creationId xmlns:a16="http://schemas.microsoft.com/office/drawing/2014/main" id="{A114072F-1616-4442-B587-9E54F18AF68A}"/>
              </a:ext>
            </a:extLst>
          </p:cNvPr>
          <p:cNvSpPr>
            <a:spLocks noGrp="1"/>
          </p:cNvSpPr>
          <p:nvPr/>
        </p:nvSpPr>
        <p:spPr>
          <a:xfrm>
            <a:off x="4393770" y="845009"/>
            <a:ext cx="24757" cy="24757"/>
          </a:xfrm>
          <a:prstGeom prst="ellipse">
            <a:avLst/>
          </a:prstGeom>
          <a:solidFill>
            <a:srgbClr val="7D8990">
              <a:alpha val="40000"/>
            </a:srgbClr>
          </a:solidFill>
          <a:ln w="0">
            <a:noFill/>
            <a:prstDash val="solid"/>
          </a:ln>
        </p:spPr>
      </p:sp>
      <p:sp>
        <p:nvSpPr>
          <p:cNvPr id="2964" name="LigandSeek2_vs_LigandSeek1_ellipse_8478">
            <a:extLst>
              <a:ext uri="{FF2B5EF4-FFF2-40B4-BE49-F238E27FC236}">
                <a16:creationId xmlns:a16="http://schemas.microsoft.com/office/drawing/2014/main" id="{87189B47-27D9-4ECB-AD5B-D0AAF2FB6896}"/>
              </a:ext>
            </a:extLst>
          </p:cNvPr>
          <p:cNvSpPr>
            <a:spLocks noGrp="1"/>
          </p:cNvSpPr>
          <p:nvPr/>
        </p:nvSpPr>
        <p:spPr>
          <a:xfrm>
            <a:off x="4392030" y="845009"/>
            <a:ext cx="24757" cy="24757"/>
          </a:xfrm>
          <a:prstGeom prst="ellipse">
            <a:avLst/>
          </a:prstGeom>
          <a:solidFill>
            <a:srgbClr val="7D8990">
              <a:alpha val="40000"/>
            </a:srgbClr>
          </a:solidFill>
          <a:ln w="0">
            <a:noFill/>
            <a:prstDash val="solid"/>
          </a:ln>
        </p:spPr>
      </p:sp>
      <p:sp>
        <p:nvSpPr>
          <p:cNvPr id="2965" name="LigandSeek2_vs_LigandSeek1_ellipse_8479">
            <a:extLst>
              <a:ext uri="{FF2B5EF4-FFF2-40B4-BE49-F238E27FC236}">
                <a16:creationId xmlns:a16="http://schemas.microsoft.com/office/drawing/2014/main" id="{B67B5B91-7345-44C6-81B4-552CD7C50378}"/>
              </a:ext>
            </a:extLst>
          </p:cNvPr>
          <p:cNvSpPr>
            <a:spLocks noGrp="1"/>
          </p:cNvSpPr>
          <p:nvPr/>
        </p:nvSpPr>
        <p:spPr>
          <a:xfrm>
            <a:off x="4415668" y="1856863"/>
            <a:ext cx="24757" cy="24757"/>
          </a:xfrm>
          <a:prstGeom prst="ellipse">
            <a:avLst/>
          </a:prstGeom>
          <a:solidFill>
            <a:srgbClr val="7D8990">
              <a:alpha val="40000"/>
            </a:srgbClr>
          </a:solidFill>
          <a:ln w="0">
            <a:noFill/>
            <a:prstDash val="solid"/>
          </a:ln>
        </p:spPr>
      </p:sp>
      <p:sp>
        <p:nvSpPr>
          <p:cNvPr id="2966" name="LigandSeek2_vs_LigandSeek1_ellipse_8480">
            <a:extLst>
              <a:ext uri="{FF2B5EF4-FFF2-40B4-BE49-F238E27FC236}">
                <a16:creationId xmlns:a16="http://schemas.microsoft.com/office/drawing/2014/main" id="{9CCCE4BE-2F2D-4A39-9BC3-BE0101DD1620}"/>
              </a:ext>
            </a:extLst>
          </p:cNvPr>
          <p:cNvSpPr>
            <a:spLocks noGrp="1"/>
          </p:cNvSpPr>
          <p:nvPr/>
        </p:nvSpPr>
        <p:spPr>
          <a:xfrm>
            <a:off x="4411266" y="1108662"/>
            <a:ext cx="24757" cy="24757"/>
          </a:xfrm>
          <a:prstGeom prst="ellipse">
            <a:avLst/>
          </a:prstGeom>
          <a:solidFill>
            <a:srgbClr val="7D8990">
              <a:alpha val="40000"/>
            </a:srgbClr>
          </a:solidFill>
          <a:ln w="0">
            <a:noFill/>
            <a:prstDash val="solid"/>
          </a:ln>
        </p:spPr>
      </p:sp>
      <p:sp>
        <p:nvSpPr>
          <p:cNvPr id="2967" name="LigandSeek2_vs_LigandSeek1_ellipse_8481">
            <a:extLst>
              <a:ext uri="{FF2B5EF4-FFF2-40B4-BE49-F238E27FC236}">
                <a16:creationId xmlns:a16="http://schemas.microsoft.com/office/drawing/2014/main" id="{E889FC89-CB1A-4082-B1FA-6DFA28B27510}"/>
              </a:ext>
            </a:extLst>
          </p:cNvPr>
          <p:cNvSpPr>
            <a:spLocks noGrp="1"/>
          </p:cNvSpPr>
          <p:nvPr/>
        </p:nvSpPr>
        <p:spPr>
          <a:xfrm>
            <a:off x="4347592" y="1890368"/>
            <a:ext cx="24757" cy="24757"/>
          </a:xfrm>
          <a:prstGeom prst="ellipse">
            <a:avLst/>
          </a:prstGeom>
          <a:solidFill>
            <a:srgbClr val="7D8990">
              <a:alpha val="40000"/>
            </a:srgbClr>
          </a:solidFill>
          <a:ln w="0">
            <a:noFill/>
            <a:prstDash val="solid"/>
          </a:ln>
        </p:spPr>
      </p:sp>
      <p:sp>
        <p:nvSpPr>
          <p:cNvPr id="2968" name="LigandSeek2_vs_LigandSeek1_ellipse_8482">
            <a:extLst>
              <a:ext uri="{FF2B5EF4-FFF2-40B4-BE49-F238E27FC236}">
                <a16:creationId xmlns:a16="http://schemas.microsoft.com/office/drawing/2014/main" id="{2462D8D0-A663-4287-9573-D798262BB32C}"/>
              </a:ext>
            </a:extLst>
          </p:cNvPr>
          <p:cNvSpPr>
            <a:spLocks noGrp="1"/>
          </p:cNvSpPr>
          <p:nvPr/>
        </p:nvSpPr>
        <p:spPr>
          <a:xfrm>
            <a:off x="4392271" y="1881656"/>
            <a:ext cx="24757" cy="24757"/>
          </a:xfrm>
          <a:prstGeom prst="ellipse">
            <a:avLst/>
          </a:prstGeom>
          <a:solidFill>
            <a:srgbClr val="7D8990">
              <a:alpha val="40000"/>
            </a:srgbClr>
          </a:solidFill>
          <a:ln w="0">
            <a:noFill/>
            <a:prstDash val="solid"/>
          </a:ln>
        </p:spPr>
      </p:sp>
      <p:sp>
        <p:nvSpPr>
          <p:cNvPr id="2969" name="LigandSeek2_vs_LigandSeek1_ellipse_8483">
            <a:extLst>
              <a:ext uri="{FF2B5EF4-FFF2-40B4-BE49-F238E27FC236}">
                <a16:creationId xmlns:a16="http://schemas.microsoft.com/office/drawing/2014/main" id="{361FEA26-9E2A-4492-BB41-2A0DE0E2060A}"/>
              </a:ext>
            </a:extLst>
          </p:cNvPr>
          <p:cNvSpPr>
            <a:spLocks noGrp="1"/>
          </p:cNvSpPr>
          <p:nvPr/>
        </p:nvSpPr>
        <p:spPr>
          <a:xfrm>
            <a:off x="4350953" y="1890368"/>
            <a:ext cx="24757" cy="24757"/>
          </a:xfrm>
          <a:prstGeom prst="ellipse">
            <a:avLst/>
          </a:prstGeom>
          <a:solidFill>
            <a:srgbClr val="7D8990">
              <a:alpha val="40000"/>
            </a:srgbClr>
          </a:solidFill>
          <a:ln w="0">
            <a:noFill/>
            <a:prstDash val="solid"/>
          </a:ln>
        </p:spPr>
      </p:sp>
      <p:sp>
        <p:nvSpPr>
          <p:cNvPr id="2970" name="LigandSeek2_vs_LigandSeek1_ellipse_8484">
            <a:extLst>
              <a:ext uri="{FF2B5EF4-FFF2-40B4-BE49-F238E27FC236}">
                <a16:creationId xmlns:a16="http://schemas.microsoft.com/office/drawing/2014/main" id="{2374D829-741C-453C-A326-74E773B0450D}"/>
              </a:ext>
            </a:extLst>
          </p:cNvPr>
          <p:cNvSpPr>
            <a:spLocks noGrp="1"/>
          </p:cNvSpPr>
          <p:nvPr/>
        </p:nvSpPr>
        <p:spPr>
          <a:xfrm>
            <a:off x="4357800" y="1629028"/>
            <a:ext cx="24757" cy="24757"/>
          </a:xfrm>
          <a:prstGeom prst="ellipse">
            <a:avLst/>
          </a:prstGeom>
          <a:solidFill>
            <a:srgbClr val="7D8990">
              <a:alpha val="40000"/>
            </a:srgbClr>
          </a:solidFill>
          <a:ln w="0">
            <a:noFill/>
            <a:prstDash val="solid"/>
          </a:ln>
        </p:spPr>
      </p:sp>
      <p:sp>
        <p:nvSpPr>
          <p:cNvPr id="2971" name="LigandSeek2_vs_LigandSeek1_ellipse_8485">
            <a:extLst>
              <a:ext uri="{FF2B5EF4-FFF2-40B4-BE49-F238E27FC236}">
                <a16:creationId xmlns:a16="http://schemas.microsoft.com/office/drawing/2014/main" id="{A7D12B86-E898-4D5D-9274-C8F77C3DA150}"/>
              </a:ext>
            </a:extLst>
          </p:cNvPr>
          <p:cNvSpPr>
            <a:spLocks noGrp="1"/>
          </p:cNvSpPr>
          <p:nvPr/>
        </p:nvSpPr>
        <p:spPr>
          <a:xfrm>
            <a:off x="4402392" y="1741031"/>
            <a:ext cx="24757" cy="24757"/>
          </a:xfrm>
          <a:prstGeom prst="ellipse">
            <a:avLst/>
          </a:prstGeom>
          <a:solidFill>
            <a:srgbClr val="7D8990">
              <a:alpha val="40000"/>
            </a:srgbClr>
          </a:solidFill>
          <a:ln w="0">
            <a:noFill/>
            <a:prstDash val="solid"/>
          </a:ln>
        </p:spPr>
      </p:sp>
      <p:sp>
        <p:nvSpPr>
          <p:cNvPr id="2972" name="LigandSeek2_vs_LigandSeek1_ellipse_8486">
            <a:extLst>
              <a:ext uri="{FF2B5EF4-FFF2-40B4-BE49-F238E27FC236}">
                <a16:creationId xmlns:a16="http://schemas.microsoft.com/office/drawing/2014/main" id="{CB40E846-652C-4975-A032-0229A4190E14}"/>
              </a:ext>
            </a:extLst>
          </p:cNvPr>
          <p:cNvSpPr>
            <a:spLocks noGrp="1"/>
          </p:cNvSpPr>
          <p:nvPr/>
        </p:nvSpPr>
        <p:spPr>
          <a:xfrm>
            <a:off x="4376648" y="1106349"/>
            <a:ext cx="24757" cy="24757"/>
          </a:xfrm>
          <a:prstGeom prst="ellipse">
            <a:avLst/>
          </a:prstGeom>
          <a:solidFill>
            <a:srgbClr val="7D8990">
              <a:alpha val="40000"/>
            </a:srgbClr>
          </a:solidFill>
          <a:ln w="0">
            <a:noFill/>
            <a:prstDash val="solid"/>
          </a:ln>
        </p:spPr>
      </p:sp>
      <p:sp>
        <p:nvSpPr>
          <p:cNvPr id="2973" name="LigandSeek2_vs_LigandSeek1_ellipse_8487">
            <a:extLst>
              <a:ext uri="{FF2B5EF4-FFF2-40B4-BE49-F238E27FC236}">
                <a16:creationId xmlns:a16="http://schemas.microsoft.com/office/drawing/2014/main" id="{C0A27AB7-9329-4843-B5DC-0692D5CC3F24}"/>
              </a:ext>
            </a:extLst>
          </p:cNvPr>
          <p:cNvSpPr>
            <a:spLocks noGrp="1"/>
          </p:cNvSpPr>
          <p:nvPr/>
        </p:nvSpPr>
        <p:spPr>
          <a:xfrm>
            <a:off x="4367606" y="1019236"/>
            <a:ext cx="24757" cy="24757"/>
          </a:xfrm>
          <a:prstGeom prst="ellipse">
            <a:avLst/>
          </a:prstGeom>
          <a:solidFill>
            <a:srgbClr val="7D8990">
              <a:alpha val="40000"/>
            </a:srgbClr>
          </a:solidFill>
          <a:ln w="0">
            <a:noFill/>
            <a:prstDash val="solid"/>
          </a:ln>
        </p:spPr>
      </p:sp>
      <p:sp>
        <p:nvSpPr>
          <p:cNvPr id="2974" name="LigandSeek2_vs_LigandSeek1_ellipse_8488">
            <a:extLst>
              <a:ext uri="{FF2B5EF4-FFF2-40B4-BE49-F238E27FC236}">
                <a16:creationId xmlns:a16="http://schemas.microsoft.com/office/drawing/2014/main" id="{EC2CC534-2138-4FE1-AB08-B76AAA331DE9}"/>
              </a:ext>
            </a:extLst>
          </p:cNvPr>
          <p:cNvSpPr>
            <a:spLocks noGrp="1"/>
          </p:cNvSpPr>
          <p:nvPr/>
        </p:nvSpPr>
        <p:spPr>
          <a:xfrm>
            <a:off x="4385873" y="845009"/>
            <a:ext cx="24757" cy="24757"/>
          </a:xfrm>
          <a:prstGeom prst="ellipse">
            <a:avLst/>
          </a:prstGeom>
          <a:solidFill>
            <a:srgbClr val="7D8990">
              <a:alpha val="40000"/>
            </a:srgbClr>
          </a:solidFill>
          <a:ln w="0">
            <a:noFill/>
            <a:prstDash val="solid"/>
          </a:ln>
        </p:spPr>
      </p:sp>
      <p:sp>
        <p:nvSpPr>
          <p:cNvPr id="2975" name="LigandSeek2_vs_LigandSeek1_ellipse_8489">
            <a:extLst>
              <a:ext uri="{FF2B5EF4-FFF2-40B4-BE49-F238E27FC236}">
                <a16:creationId xmlns:a16="http://schemas.microsoft.com/office/drawing/2014/main" id="{A7C44A45-496E-4F35-A11F-C8A3DB188546}"/>
              </a:ext>
            </a:extLst>
          </p:cNvPr>
          <p:cNvSpPr>
            <a:spLocks noGrp="1"/>
          </p:cNvSpPr>
          <p:nvPr/>
        </p:nvSpPr>
        <p:spPr>
          <a:xfrm>
            <a:off x="4392969" y="845009"/>
            <a:ext cx="24757" cy="24757"/>
          </a:xfrm>
          <a:prstGeom prst="ellipse">
            <a:avLst/>
          </a:prstGeom>
          <a:solidFill>
            <a:srgbClr val="7D8990">
              <a:alpha val="40000"/>
            </a:srgbClr>
          </a:solidFill>
          <a:ln w="0">
            <a:noFill/>
            <a:prstDash val="solid"/>
          </a:ln>
        </p:spPr>
      </p:sp>
      <p:sp>
        <p:nvSpPr>
          <p:cNvPr id="2976" name="LigandSeek2_vs_LigandSeek1_ellipse_8490">
            <a:extLst>
              <a:ext uri="{FF2B5EF4-FFF2-40B4-BE49-F238E27FC236}">
                <a16:creationId xmlns:a16="http://schemas.microsoft.com/office/drawing/2014/main" id="{20D24101-E256-4AB9-A903-7301A3AEAEBD}"/>
              </a:ext>
            </a:extLst>
          </p:cNvPr>
          <p:cNvSpPr>
            <a:spLocks noGrp="1"/>
          </p:cNvSpPr>
          <p:nvPr/>
        </p:nvSpPr>
        <p:spPr>
          <a:xfrm>
            <a:off x="4362359" y="1384540"/>
            <a:ext cx="24757" cy="24757"/>
          </a:xfrm>
          <a:prstGeom prst="ellipse">
            <a:avLst/>
          </a:prstGeom>
          <a:solidFill>
            <a:srgbClr val="7D8990">
              <a:alpha val="40000"/>
            </a:srgbClr>
          </a:solidFill>
          <a:ln w="0">
            <a:noFill/>
            <a:prstDash val="solid"/>
          </a:ln>
        </p:spPr>
      </p:sp>
      <p:sp>
        <p:nvSpPr>
          <p:cNvPr id="2977" name="LigandSeek2_vs_LigandSeek1_ellipse_8491">
            <a:extLst>
              <a:ext uri="{FF2B5EF4-FFF2-40B4-BE49-F238E27FC236}">
                <a16:creationId xmlns:a16="http://schemas.microsoft.com/office/drawing/2014/main" id="{36097945-6692-4067-A38E-B7255CE5B372}"/>
              </a:ext>
            </a:extLst>
          </p:cNvPr>
          <p:cNvSpPr>
            <a:spLocks noGrp="1"/>
          </p:cNvSpPr>
          <p:nvPr/>
        </p:nvSpPr>
        <p:spPr>
          <a:xfrm>
            <a:off x="4338814" y="1367688"/>
            <a:ext cx="24757" cy="24757"/>
          </a:xfrm>
          <a:prstGeom prst="ellipse">
            <a:avLst/>
          </a:prstGeom>
          <a:solidFill>
            <a:srgbClr val="7D8990">
              <a:alpha val="40000"/>
            </a:srgbClr>
          </a:solidFill>
          <a:ln w="0">
            <a:noFill/>
            <a:prstDash val="solid"/>
          </a:ln>
        </p:spPr>
      </p:sp>
      <p:sp>
        <p:nvSpPr>
          <p:cNvPr id="2978" name="LigandSeek2_vs_LigandSeek1_ellipse_8492">
            <a:extLst>
              <a:ext uri="{FF2B5EF4-FFF2-40B4-BE49-F238E27FC236}">
                <a16:creationId xmlns:a16="http://schemas.microsoft.com/office/drawing/2014/main" id="{E009D3D4-81CB-4BBB-8EA3-45294504C6DE}"/>
              </a:ext>
            </a:extLst>
          </p:cNvPr>
          <p:cNvSpPr>
            <a:spLocks noGrp="1"/>
          </p:cNvSpPr>
          <p:nvPr/>
        </p:nvSpPr>
        <p:spPr>
          <a:xfrm>
            <a:off x="4395906" y="1106349"/>
            <a:ext cx="24757" cy="24757"/>
          </a:xfrm>
          <a:prstGeom prst="ellipse">
            <a:avLst/>
          </a:prstGeom>
          <a:solidFill>
            <a:srgbClr val="7D8990">
              <a:alpha val="40000"/>
            </a:srgbClr>
          </a:solidFill>
          <a:ln w="0">
            <a:noFill/>
            <a:prstDash val="solid"/>
          </a:ln>
        </p:spPr>
      </p:sp>
      <p:sp>
        <p:nvSpPr>
          <p:cNvPr id="2979" name="LigandSeek2_vs_LigandSeek1_ellipse_8493">
            <a:extLst>
              <a:ext uri="{FF2B5EF4-FFF2-40B4-BE49-F238E27FC236}">
                <a16:creationId xmlns:a16="http://schemas.microsoft.com/office/drawing/2014/main" id="{9C786208-2F18-4950-BEA0-9F0A413763BE}"/>
              </a:ext>
            </a:extLst>
          </p:cNvPr>
          <p:cNvSpPr>
            <a:spLocks noGrp="1"/>
          </p:cNvSpPr>
          <p:nvPr/>
        </p:nvSpPr>
        <p:spPr>
          <a:xfrm>
            <a:off x="4359911" y="1890368"/>
            <a:ext cx="24757" cy="24757"/>
          </a:xfrm>
          <a:prstGeom prst="ellipse">
            <a:avLst/>
          </a:prstGeom>
          <a:solidFill>
            <a:srgbClr val="7D8990">
              <a:alpha val="40000"/>
            </a:srgbClr>
          </a:solidFill>
          <a:ln w="0">
            <a:noFill/>
            <a:prstDash val="solid"/>
          </a:ln>
        </p:spPr>
      </p:sp>
      <p:sp>
        <p:nvSpPr>
          <p:cNvPr id="2980" name="LigandSeek2_vs_LigandSeek1_ellipse_8494">
            <a:extLst>
              <a:ext uri="{FF2B5EF4-FFF2-40B4-BE49-F238E27FC236}">
                <a16:creationId xmlns:a16="http://schemas.microsoft.com/office/drawing/2014/main" id="{1AFEABAB-109F-4578-8DC2-01C25014EFB4}"/>
              </a:ext>
            </a:extLst>
          </p:cNvPr>
          <p:cNvSpPr>
            <a:spLocks noGrp="1"/>
          </p:cNvSpPr>
          <p:nvPr/>
        </p:nvSpPr>
        <p:spPr>
          <a:xfrm>
            <a:off x="4336238" y="845009"/>
            <a:ext cx="24757" cy="24757"/>
          </a:xfrm>
          <a:prstGeom prst="ellipse">
            <a:avLst/>
          </a:prstGeom>
          <a:solidFill>
            <a:srgbClr val="7D8990">
              <a:alpha val="40000"/>
            </a:srgbClr>
          </a:solidFill>
          <a:ln w="0">
            <a:noFill/>
            <a:prstDash val="solid"/>
          </a:ln>
        </p:spPr>
      </p:sp>
      <p:sp>
        <p:nvSpPr>
          <p:cNvPr id="2981" name="LigandSeek2_vs_LigandSeek1_ellipse_8495">
            <a:extLst>
              <a:ext uri="{FF2B5EF4-FFF2-40B4-BE49-F238E27FC236}">
                <a16:creationId xmlns:a16="http://schemas.microsoft.com/office/drawing/2014/main" id="{BD488C11-9752-41E0-BA46-0092740FB7B2}"/>
              </a:ext>
            </a:extLst>
          </p:cNvPr>
          <p:cNvSpPr>
            <a:spLocks noGrp="1"/>
          </p:cNvSpPr>
          <p:nvPr/>
        </p:nvSpPr>
        <p:spPr>
          <a:xfrm>
            <a:off x="4372096" y="1890368"/>
            <a:ext cx="24757" cy="24757"/>
          </a:xfrm>
          <a:prstGeom prst="ellipse">
            <a:avLst/>
          </a:prstGeom>
          <a:solidFill>
            <a:srgbClr val="7D8990">
              <a:alpha val="40000"/>
            </a:srgbClr>
          </a:solidFill>
          <a:ln w="0">
            <a:noFill/>
            <a:prstDash val="solid"/>
          </a:ln>
        </p:spPr>
      </p:sp>
      <p:sp>
        <p:nvSpPr>
          <p:cNvPr id="2982" name="LigandSeek2_vs_LigandSeek1_ellipse_8496">
            <a:extLst>
              <a:ext uri="{FF2B5EF4-FFF2-40B4-BE49-F238E27FC236}">
                <a16:creationId xmlns:a16="http://schemas.microsoft.com/office/drawing/2014/main" id="{F566D9FC-E5A8-45FD-B7D4-F631EF9D5E26}"/>
              </a:ext>
            </a:extLst>
          </p:cNvPr>
          <p:cNvSpPr>
            <a:spLocks noGrp="1"/>
          </p:cNvSpPr>
          <p:nvPr/>
        </p:nvSpPr>
        <p:spPr>
          <a:xfrm>
            <a:off x="4354698" y="1723401"/>
            <a:ext cx="24757" cy="24757"/>
          </a:xfrm>
          <a:prstGeom prst="ellipse">
            <a:avLst/>
          </a:prstGeom>
          <a:solidFill>
            <a:srgbClr val="7D8990">
              <a:alpha val="40000"/>
            </a:srgbClr>
          </a:solidFill>
          <a:ln w="0">
            <a:noFill/>
            <a:prstDash val="solid"/>
          </a:ln>
        </p:spPr>
      </p:sp>
      <p:sp>
        <p:nvSpPr>
          <p:cNvPr id="2983" name="LigandSeek2_vs_LigandSeek1_ellipse_8497">
            <a:extLst>
              <a:ext uri="{FF2B5EF4-FFF2-40B4-BE49-F238E27FC236}">
                <a16:creationId xmlns:a16="http://schemas.microsoft.com/office/drawing/2014/main" id="{5766C15E-4B18-4AF8-BFC5-973136E99B84}"/>
              </a:ext>
            </a:extLst>
          </p:cNvPr>
          <p:cNvSpPr>
            <a:spLocks noGrp="1"/>
          </p:cNvSpPr>
          <p:nvPr/>
        </p:nvSpPr>
        <p:spPr>
          <a:xfrm>
            <a:off x="4356688" y="845009"/>
            <a:ext cx="24757" cy="24757"/>
          </a:xfrm>
          <a:prstGeom prst="ellipse">
            <a:avLst/>
          </a:prstGeom>
          <a:solidFill>
            <a:srgbClr val="7D8990">
              <a:alpha val="40000"/>
            </a:srgbClr>
          </a:solidFill>
          <a:ln w="0">
            <a:noFill/>
            <a:prstDash val="solid"/>
          </a:ln>
        </p:spPr>
      </p:sp>
      <p:sp>
        <p:nvSpPr>
          <p:cNvPr id="2984" name="LigandSeek2_vs_LigandSeek1_ellipse_8498">
            <a:extLst>
              <a:ext uri="{FF2B5EF4-FFF2-40B4-BE49-F238E27FC236}">
                <a16:creationId xmlns:a16="http://schemas.microsoft.com/office/drawing/2014/main" id="{C97C1EFF-A37E-4806-AAC4-793B7D140124}"/>
              </a:ext>
            </a:extLst>
          </p:cNvPr>
          <p:cNvSpPr>
            <a:spLocks noGrp="1"/>
          </p:cNvSpPr>
          <p:nvPr/>
        </p:nvSpPr>
        <p:spPr>
          <a:xfrm>
            <a:off x="4359890" y="845009"/>
            <a:ext cx="24757" cy="24757"/>
          </a:xfrm>
          <a:prstGeom prst="ellipse">
            <a:avLst/>
          </a:prstGeom>
          <a:solidFill>
            <a:srgbClr val="7D8990">
              <a:alpha val="40000"/>
            </a:srgbClr>
          </a:solidFill>
          <a:ln w="0">
            <a:noFill/>
            <a:prstDash val="solid"/>
          </a:ln>
        </p:spPr>
      </p:sp>
      <p:sp>
        <p:nvSpPr>
          <p:cNvPr id="2985" name="LigandSeek2_vs_LigandSeek1_ellipse_8499">
            <a:extLst>
              <a:ext uri="{FF2B5EF4-FFF2-40B4-BE49-F238E27FC236}">
                <a16:creationId xmlns:a16="http://schemas.microsoft.com/office/drawing/2014/main" id="{660AA450-F380-4CF9-8836-10C3245778D0}"/>
              </a:ext>
            </a:extLst>
          </p:cNvPr>
          <p:cNvSpPr>
            <a:spLocks noGrp="1"/>
          </p:cNvSpPr>
          <p:nvPr/>
        </p:nvSpPr>
        <p:spPr>
          <a:xfrm>
            <a:off x="4346839" y="1686363"/>
            <a:ext cx="24757" cy="24757"/>
          </a:xfrm>
          <a:prstGeom prst="ellipse">
            <a:avLst/>
          </a:prstGeom>
          <a:solidFill>
            <a:srgbClr val="7D8990">
              <a:alpha val="40000"/>
            </a:srgbClr>
          </a:solidFill>
          <a:ln w="0">
            <a:noFill/>
            <a:prstDash val="solid"/>
          </a:ln>
        </p:spPr>
      </p:sp>
      <p:sp>
        <p:nvSpPr>
          <p:cNvPr id="2986" name="LigandSeek2_vs_LigandSeek1_ellipse_8500">
            <a:extLst>
              <a:ext uri="{FF2B5EF4-FFF2-40B4-BE49-F238E27FC236}">
                <a16:creationId xmlns:a16="http://schemas.microsoft.com/office/drawing/2014/main" id="{AD776242-09E1-42DB-8C19-F3B9448EA108}"/>
              </a:ext>
            </a:extLst>
          </p:cNvPr>
          <p:cNvSpPr>
            <a:spLocks noGrp="1"/>
          </p:cNvSpPr>
          <p:nvPr/>
        </p:nvSpPr>
        <p:spPr>
          <a:xfrm>
            <a:off x="4381195" y="845009"/>
            <a:ext cx="24757" cy="24757"/>
          </a:xfrm>
          <a:prstGeom prst="ellipse">
            <a:avLst/>
          </a:prstGeom>
          <a:solidFill>
            <a:srgbClr val="7D8990">
              <a:alpha val="40000"/>
            </a:srgbClr>
          </a:solidFill>
          <a:ln w="0">
            <a:noFill/>
            <a:prstDash val="solid"/>
          </a:ln>
        </p:spPr>
      </p:sp>
      <p:sp>
        <p:nvSpPr>
          <p:cNvPr id="2987" name="LigandSeek2_vs_LigandSeek1_ellipse_8501">
            <a:extLst>
              <a:ext uri="{FF2B5EF4-FFF2-40B4-BE49-F238E27FC236}">
                <a16:creationId xmlns:a16="http://schemas.microsoft.com/office/drawing/2014/main" id="{E00267B1-EE38-4C68-90A4-5DD7B80584E8}"/>
              </a:ext>
            </a:extLst>
          </p:cNvPr>
          <p:cNvSpPr>
            <a:spLocks noGrp="1"/>
          </p:cNvSpPr>
          <p:nvPr/>
        </p:nvSpPr>
        <p:spPr>
          <a:xfrm>
            <a:off x="4380233" y="845009"/>
            <a:ext cx="24757" cy="24757"/>
          </a:xfrm>
          <a:prstGeom prst="ellipse">
            <a:avLst/>
          </a:prstGeom>
          <a:solidFill>
            <a:srgbClr val="7D8990">
              <a:alpha val="40000"/>
            </a:srgbClr>
          </a:solidFill>
          <a:ln w="0">
            <a:noFill/>
            <a:prstDash val="solid"/>
          </a:ln>
        </p:spPr>
      </p:sp>
      <p:sp>
        <p:nvSpPr>
          <p:cNvPr id="2988" name="LigandSeek2_vs_LigandSeek1_ellipse_8502">
            <a:extLst>
              <a:ext uri="{FF2B5EF4-FFF2-40B4-BE49-F238E27FC236}">
                <a16:creationId xmlns:a16="http://schemas.microsoft.com/office/drawing/2014/main" id="{E61A9C69-B82F-430B-8E42-D4A99C99C795}"/>
              </a:ext>
            </a:extLst>
          </p:cNvPr>
          <p:cNvSpPr>
            <a:spLocks noGrp="1"/>
          </p:cNvSpPr>
          <p:nvPr/>
        </p:nvSpPr>
        <p:spPr>
          <a:xfrm>
            <a:off x="4388188" y="845009"/>
            <a:ext cx="24757" cy="24757"/>
          </a:xfrm>
          <a:prstGeom prst="ellipse">
            <a:avLst/>
          </a:prstGeom>
          <a:solidFill>
            <a:srgbClr val="7D8990">
              <a:alpha val="40000"/>
            </a:srgbClr>
          </a:solidFill>
          <a:ln w="0">
            <a:noFill/>
            <a:prstDash val="solid"/>
          </a:ln>
        </p:spPr>
      </p:sp>
      <p:sp>
        <p:nvSpPr>
          <p:cNvPr id="2989" name="LigandSeek2_vs_LigandSeek1_ellipse_8503">
            <a:extLst>
              <a:ext uri="{FF2B5EF4-FFF2-40B4-BE49-F238E27FC236}">
                <a16:creationId xmlns:a16="http://schemas.microsoft.com/office/drawing/2014/main" id="{3E017A50-2859-4E9A-9126-A05699EEEE47}"/>
              </a:ext>
            </a:extLst>
          </p:cNvPr>
          <p:cNvSpPr>
            <a:spLocks noGrp="1"/>
          </p:cNvSpPr>
          <p:nvPr/>
        </p:nvSpPr>
        <p:spPr>
          <a:xfrm>
            <a:off x="4337955" y="845009"/>
            <a:ext cx="24757" cy="24757"/>
          </a:xfrm>
          <a:prstGeom prst="ellipse">
            <a:avLst/>
          </a:prstGeom>
          <a:solidFill>
            <a:srgbClr val="7D8990">
              <a:alpha val="40000"/>
            </a:srgbClr>
          </a:solidFill>
          <a:ln w="0">
            <a:noFill/>
            <a:prstDash val="solid"/>
          </a:ln>
        </p:spPr>
      </p:sp>
      <p:sp>
        <p:nvSpPr>
          <p:cNvPr id="2990" name="LigandSeek2_vs_LigandSeek1_ellipse_8504">
            <a:extLst>
              <a:ext uri="{FF2B5EF4-FFF2-40B4-BE49-F238E27FC236}">
                <a16:creationId xmlns:a16="http://schemas.microsoft.com/office/drawing/2014/main" id="{E096BEC0-9B31-43EC-9EC1-4B9F9738C012}"/>
              </a:ext>
            </a:extLst>
          </p:cNvPr>
          <p:cNvSpPr>
            <a:spLocks noGrp="1"/>
          </p:cNvSpPr>
          <p:nvPr/>
        </p:nvSpPr>
        <p:spPr>
          <a:xfrm>
            <a:off x="4414239" y="1890368"/>
            <a:ext cx="24757" cy="24757"/>
          </a:xfrm>
          <a:prstGeom prst="ellipse">
            <a:avLst/>
          </a:prstGeom>
          <a:solidFill>
            <a:srgbClr val="7D8990">
              <a:alpha val="40000"/>
            </a:srgbClr>
          </a:solidFill>
          <a:ln w="0">
            <a:noFill/>
            <a:prstDash val="solid"/>
          </a:ln>
        </p:spPr>
      </p:sp>
      <p:sp>
        <p:nvSpPr>
          <p:cNvPr id="2991" name="LigandSeek2_vs_LigandSeek1_ellipse_8505">
            <a:extLst>
              <a:ext uri="{FF2B5EF4-FFF2-40B4-BE49-F238E27FC236}">
                <a16:creationId xmlns:a16="http://schemas.microsoft.com/office/drawing/2014/main" id="{65F2CD5A-25EB-49B4-A656-C7114C11844E}"/>
              </a:ext>
            </a:extLst>
          </p:cNvPr>
          <p:cNvSpPr>
            <a:spLocks noGrp="1"/>
          </p:cNvSpPr>
          <p:nvPr/>
        </p:nvSpPr>
        <p:spPr>
          <a:xfrm>
            <a:off x="4388711" y="845009"/>
            <a:ext cx="24757" cy="24757"/>
          </a:xfrm>
          <a:prstGeom prst="ellipse">
            <a:avLst/>
          </a:prstGeom>
          <a:solidFill>
            <a:srgbClr val="7D8990">
              <a:alpha val="40000"/>
            </a:srgbClr>
          </a:solidFill>
          <a:ln w="0">
            <a:noFill/>
            <a:prstDash val="solid"/>
          </a:ln>
        </p:spPr>
      </p:sp>
      <p:sp>
        <p:nvSpPr>
          <p:cNvPr id="2992" name="LigandSeek2_vs_LigandSeek1_ellipse_8506">
            <a:extLst>
              <a:ext uri="{FF2B5EF4-FFF2-40B4-BE49-F238E27FC236}">
                <a16:creationId xmlns:a16="http://schemas.microsoft.com/office/drawing/2014/main" id="{0687B3CD-B1AA-4E84-822D-24B306C0F028}"/>
              </a:ext>
            </a:extLst>
          </p:cNvPr>
          <p:cNvSpPr>
            <a:spLocks noGrp="1"/>
          </p:cNvSpPr>
          <p:nvPr/>
        </p:nvSpPr>
        <p:spPr>
          <a:xfrm>
            <a:off x="4346010" y="1555378"/>
            <a:ext cx="24757" cy="24757"/>
          </a:xfrm>
          <a:prstGeom prst="ellipse">
            <a:avLst/>
          </a:prstGeom>
          <a:solidFill>
            <a:srgbClr val="7D8990">
              <a:alpha val="40000"/>
            </a:srgbClr>
          </a:solidFill>
          <a:ln w="0">
            <a:noFill/>
            <a:prstDash val="solid"/>
          </a:ln>
        </p:spPr>
      </p:sp>
      <p:sp>
        <p:nvSpPr>
          <p:cNvPr id="2993" name="LigandSeek2_vs_LigandSeek1_ellipse_8507">
            <a:extLst>
              <a:ext uri="{FF2B5EF4-FFF2-40B4-BE49-F238E27FC236}">
                <a16:creationId xmlns:a16="http://schemas.microsoft.com/office/drawing/2014/main" id="{75F744B6-C8D6-4C6C-A14C-9A579491EB19}"/>
              </a:ext>
            </a:extLst>
          </p:cNvPr>
          <p:cNvSpPr>
            <a:spLocks noGrp="1"/>
          </p:cNvSpPr>
          <p:nvPr/>
        </p:nvSpPr>
        <p:spPr>
          <a:xfrm>
            <a:off x="4349094" y="1832292"/>
            <a:ext cx="24757" cy="24757"/>
          </a:xfrm>
          <a:prstGeom prst="ellipse">
            <a:avLst/>
          </a:prstGeom>
          <a:solidFill>
            <a:srgbClr val="7D8990">
              <a:alpha val="40000"/>
            </a:srgbClr>
          </a:solidFill>
          <a:ln w="0">
            <a:noFill/>
            <a:prstDash val="solid"/>
          </a:ln>
        </p:spPr>
      </p:sp>
      <p:sp>
        <p:nvSpPr>
          <p:cNvPr id="2994" name="LigandSeek2_vs_LigandSeek1_ellipse_8508">
            <a:extLst>
              <a:ext uri="{FF2B5EF4-FFF2-40B4-BE49-F238E27FC236}">
                <a16:creationId xmlns:a16="http://schemas.microsoft.com/office/drawing/2014/main" id="{CAF5E05F-7FCA-4889-B4F0-0F0EABB9DA8A}"/>
              </a:ext>
            </a:extLst>
          </p:cNvPr>
          <p:cNvSpPr>
            <a:spLocks noGrp="1"/>
          </p:cNvSpPr>
          <p:nvPr/>
        </p:nvSpPr>
        <p:spPr>
          <a:xfrm>
            <a:off x="4421185" y="1507070"/>
            <a:ext cx="24757" cy="24757"/>
          </a:xfrm>
          <a:prstGeom prst="ellipse">
            <a:avLst/>
          </a:prstGeom>
          <a:solidFill>
            <a:srgbClr val="7D8990">
              <a:alpha val="40000"/>
            </a:srgbClr>
          </a:solidFill>
          <a:ln w="0">
            <a:noFill/>
            <a:prstDash val="solid"/>
          </a:ln>
        </p:spPr>
      </p:sp>
      <p:sp>
        <p:nvSpPr>
          <p:cNvPr id="2995" name="LigandSeek2_vs_LigandSeek1_ellipse_8509">
            <a:extLst>
              <a:ext uri="{FF2B5EF4-FFF2-40B4-BE49-F238E27FC236}">
                <a16:creationId xmlns:a16="http://schemas.microsoft.com/office/drawing/2014/main" id="{A6F3B39E-9203-4923-B290-16743933B106}"/>
              </a:ext>
            </a:extLst>
          </p:cNvPr>
          <p:cNvSpPr>
            <a:spLocks noGrp="1"/>
          </p:cNvSpPr>
          <p:nvPr/>
        </p:nvSpPr>
        <p:spPr>
          <a:xfrm>
            <a:off x="4367264" y="1890368"/>
            <a:ext cx="24757" cy="24757"/>
          </a:xfrm>
          <a:prstGeom prst="ellipse">
            <a:avLst/>
          </a:prstGeom>
          <a:solidFill>
            <a:srgbClr val="7D8990">
              <a:alpha val="40000"/>
            </a:srgbClr>
          </a:solidFill>
          <a:ln w="0">
            <a:noFill/>
            <a:prstDash val="solid"/>
          </a:ln>
        </p:spPr>
      </p:sp>
      <p:sp>
        <p:nvSpPr>
          <p:cNvPr id="2996" name="LigandSeek2_vs_LigandSeek1_ellipse_8510">
            <a:extLst>
              <a:ext uri="{FF2B5EF4-FFF2-40B4-BE49-F238E27FC236}">
                <a16:creationId xmlns:a16="http://schemas.microsoft.com/office/drawing/2014/main" id="{942CE587-5A30-485C-AFD4-46B2F139EB8E}"/>
              </a:ext>
            </a:extLst>
          </p:cNvPr>
          <p:cNvSpPr>
            <a:spLocks noGrp="1"/>
          </p:cNvSpPr>
          <p:nvPr/>
        </p:nvSpPr>
        <p:spPr>
          <a:xfrm>
            <a:off x="4380938" y="1890368"/>
            <a:ext cx="24757" cy="24757"/>
          </a:xfrm>
          <a:prstGeom prst="ellipse">
            <a:avLst/>
          </a:prstGeom>
          <a:solidFill>
            <a:srgbClr val="7D8990">
              <a:alpha val="40000"/>
            </a:srgbClr>
          </a:solidFill>
          <a:ln w="0">
            <a:noFill/>
            <a:prstDash val="solid"/>
          </a:ln>
        </p:spPr>
      </p:sp>
      <p:sp>
        <p:nvSpPr>
          <p:cNvPr id="2997" name="LigandSeek2_vs_LigandSeek1_ellipse_8511">
            <a:extLst>
              <a:ext uri="{FF2B5EF4-FFF2-40B4-BE49-F238E27FC236}">
                <a16:creationId xmlns:a16="http://schemas.microsoft.com/office/drawing/2014/main" id="{275A58DB-779A-4BF8-B20E-F010055667C8}"/>
              </a:ext>
            </a:extLst>
          </p:cNvPr>
          <p:cNvSpPr>
            <a:spLocks noGrp="1"/>
          </p:cNvSpPr>
          <p:nvPr/>
        </p:nvSpPr>
        <p:spPr>
          <a:xfrm>
            <a:off x="4371892" y="889838"/>
            <a:ext cx="24757" cy="24757"/>
          </a:xfrm>
          <a:prstGeom prst="ellipse">
            <a:avLst/>
          </a:prstGeom>
          <a:solidFill>
            <a:srgbClr val="7D8990">
              <a:alpha val="40000"/>
            </a:srgbClr>
          </a:solidFill>
          <a:ln w="0">
            <a:noFill/>
            <a:prstDash val="solid"/>
          </a:ln>
        </p:spPr>
      </p:sp>
      <p:sp>
        <p:nvSpPr>
          <p:cNvPr id="2998" name="LigandSeek2_vs_LigandSeek1_ellipse_8512">
            <a:extLst>
              <a:ext uri="{FF2B5EF4-FFF2-40B4-BE49-F238E27FC236}">
                <a16:creationId xmlns:a16="http://schemas.microsoft.com/office/drawing/2014/main" id="{17764D35-23B1-4D47-8532-CF864C1735A7}"/>
              </a:ext>
            </a:extLst>
          </p:cNvPr>
          <p:cNvSpPr>
            <a:spLocks noGrp="1"/>
          </p:cNvSpPr>
          <p:nvPr/>
        </p:nvSpPr>
        <p:spPr>
          <a:xfrm>
            <a:off x="4340023" y="845009"/>
            <a:ext cx="24757" cy="24757"/>
          </a:xfrm>
          <a:prstGeom prst="ellipse">
            <a:avLst/>
          </a:prstGeom>
          <a:solidFill>
            <a:srgbClr val="7D8990">
              <a:alpha val="40000"/>
            </a:srgbClr>
          </a:solidFill>
          <a:ln w="0">
            <a:noFill/>
            <a:prstDash val="solid"/>
          </a:ln>
        </p:spPr>
      </p:sp>
      <p:sp>
        <p:nvSpPr>
          <p:cNvPr id="2999" name="LigandSeek2_vs_LigandSeek1_ellipse_8513">
            <a:extLst>
              <a:ext uri="{FF2B5EF4-FFF2-40B4-BE49-F238E27FC236}">
                <a16:creationId xmlns:a16="http://schemas.microsoft.com/office/drawing/2014/main" id="{47AC050B-E29B-4334-8802-2C16E059FBCF}"/>
              </a:ext>
            </a:extLst>
          </p:cNvPr>
          <p:cNvSpPr>
            <a:spLocks noGrp="1"/>
          </p:cNvSpPr>
          <p:nvPr/>
        </p:nvSpPr>
        <p:spPr>
          <a:xfrm>
            <a:off x="4349691" y="845009"/>
            <a:ext cx="24757" cy="24757"/>
          </a:xfrm>
          <a:prstGeom prst="ellipse">
            <a:avLst/>
          </a:prstGeom>
          <a:solidFill>
            <a:srgbClr val="7D8990">
              <a:alpha val="40000"/>
            </a:srgbClr>
          </a:solidFill>
          <a:ln w="0">
            <a:noFill/>
            <a:prstDash val="solid"/>
          </a:ln>
        </p:spPr>
      </p:sp>
      <p:sp>
        <p:nvSpPr>
          <p:cNvPr id="3000" name="LigandSeek2_vs_LigandSeek1_ellipse_8514">
            <a:extLst>
              <a:ext uri="{FF2B5EF4-FFF2-40B4-BE49-F238E27FC236}">
                <a16:creationId xmlns:a16="http://schemas.microsoft.com/office/drawing/2014/main" id="{854082F8-45C2-4DF9-87D2-AD77EEC94CEE}"/>
              </a:ext>
            </a:extLst>
          </p:cNvPr>
          <p:cNvSpPr>
            <a:spLocks noGrp="1"/>
          </p:cNvSpPr>
          <p:nvPr/>
        </p:nvSpPr>
        <p:spPr>
          <a:xfrm>
            <a:off x="4375230" y="845009"/>
            <a:ext cx="24757" cy="24757"/>
          </a:xfrm>
          <a:prstGeom prst="ellipse">
            <a:avLst/>
          </a:prstGeom>
          <a:solidFill>
            <a:srgbClr val="7D8990">
              <a:alpha val="40000"/>
            </a:srgbClr>
          </a:solidFill>
          <a:ln w="0">
            <a:noFill/>
            <a:prstDash val="solid"/>
          </a:ln>
        </p:spPr>
      </p:sp>
      <p:sp>
        <p:nvSpPr>
          <p:cNvPr id="3001" name="LigandSeek2_vs_LigandSeek1_ellipse_8515">
            <a:extLst>
              <a:ext uri="{FF2B5EF4-FFF2-40B4-BE49-F238E27FC236}">
                <a16:creationId xmlns:a16="http://schemas.microsoft.com/office/drawing/2014/main" id="{2FD7B34D-D31B-45FB-87DD-D05C1A8FD5C8}"/>
              </a:ext>
            </a:extLst>
          </p:cNvPr>
          <p:cNvSpPr>
            <a:spLocks noGrp="1"/>
          </p:cNvSpPr>
          <p:nvPr/>
        </p:nvSpPr>
        <p:spPr>
          <a:xfrm>
            <a:off x="4342330" y="1703558"/>
            <a:ext cx="24757" cy="24757"/>
          </a:xfrm>
          <a:prstGeom prst="ellipse">
            <a:avLst/>
          </a:prstGeom>
          <a:solidFill>
            <a:srgbClr val="7D8990">
              <a:alpha val="40000"/>
            </a:srgbClr>
          </a:solidFill>
          <a:ln w="0">
            <a:noFill/>
            <a:prstDash val="solid"/>
          </a:ln>
        </p:spPr>
      </p:sp>
      <p:sp>
        <p:nvSpPr>
          <p:cNvPr id="3002" name="LigandSeek2_vs_LigandSeek1_ellipse_8516">
            <a:extLst>
              <a:ext uri="{FF2B5EF4-FFF2-40B4-BE49-F238E27FC236}">
                <a16:creationId xmlns:a16="http://schemas.microsoft.com/office/drawing/2014/main" id="{C5EFF86B-B30B-4059-AA3E-1485B4CA4AAB}"/>
              </a:ext>
            </a:extLst>
          </p:cNvPr>
          <p:cNvSpPr>
            <a:spLocks noGrp="1"/>
          </p:cNvSpPr>
          <p:nvPr/>
        </p:nvSpPr>
        <p:spPr>
          <a:xfrm>
            <a:off x="4344798" y="1280575"/>
            <a:ext cx="24757" cy="24757"/>
          </a:xfrm>
          <a:prstGeom prst="ellipse">
            <a:avLst/>
          </a:prstGeom>
          <a:solidFill>
            <a:srgbClr val="7D8990">
              <a:alpha val="40000"/>
            </a:srgbClr>
          </a:solidFill>
          <a:ln w="0">
            <a:noFill/>
            <a:prstDash val="solid"/>
          </a:ln>
        </p:spPr>
      </p:sp>
      <p:sp>
        <p:nvSpPr>
          <p:cNvPr id="3003" name="LigandSeek2_vs_LigandSeek1_ellipse_8517">
            <a:extLst>
              <a:ext uri="{FF2B5EF4-FFF2-40B4-BE49-F238E27FC236}">
                <a16:creationId xmlns:a16="http://schemas.microsoft.com/office/drawing/2014/main" id="{9398FB16-4828-43A3-A521-0355346B8CFC}"/>
              </a:ext>
            </a:extLst>
          </p:cNvPr>
          <p:cNvSpPr>
            <a:spLocks noGrp="1"/>
          </p:cNvSpPr>
          <p:nvPr/>
        </p:nvSpPr>
        <p:spPr>
          <a:xfrm>
            <a:off x="4367806" y="1193462"/>
            <a:ext cx="24757" cy="24757"/>
          </a:xfrm>
          <a:prstGeom prst="ellipse">
            <a:avLst/>
          </a:prstGeom>
          <a:solidFill>
            <a:srgbClr val="7D8990">
              <a:alpha val="40000"/>
            </a:srgbClr>
          </a:solidFill>
          <a:ln w="0">
            <a:noFill/>
            <a:prstDash val="solid"/>
          </a:ln>
        </p:spPr>
      </p:sp>
      <p:sp>
        <p:nvSpPr>
          <p:cNvPr id="3004" name="LigandSeek2_vs_LigandSeek1_ellipse_8518">
            <a:extLst>
              <a:ext uri="{FF2B5EF4-FFF2-40B4-BE49-F238E27FC236}">
                <a16:creationId xmlns:a16="http://schemas.microsoft.com/office/drawing/2014/main" id="{D5B7AAF7-20B8-4B90-BC9D-85D6F50BC5D0}"/>
              </a:ext>
            </a:extLst>
          </p:cNvPr>
          <p:cNvSpPr>
            <a:spLocks noGrp="1"/>
          </p:cNvSpPr>
          <p:nvPr/>
        </p:nvSpPr>
        <p:spPr>
          <a:xfrm>
            <a:off x="4355093" y="1054081"/>
            <a:ext cx="24757" cy="24757"/>
          </a:xfrm>
          <a:prstGeom prst="ellipse">
            <a:avLst/>
          </a:prstGeom>
          <a:solidFill>
            <a:srgbClr val="7D8990">
              <a:alpha val="40000"/>
            </a:srgbClr>
          </a:solidFill>
          <a:ln w="0">
            <a:noFill/>
            <a:prstDash val="solid"/>
          </a:ln>
        </p:spPr>
      </p:sp>
      <p:sp>
        <p:nvSpPr>
          <p:cNvPr id="3005" name="LigandSeek2_vs_LigandSeek1_ellipse_8519">
            <a:extLst>
              <a:ext uri="{FF2B5EF4-FFF2-40B4-BE49-F238E27FC236}">
                <a16:creationId xmlns:a16="http://schemas.microsoft.com/office/drawing/2014/main" id="{88E19BF8-B250-421A-BC69-8A3616961719}"/>
              </a:ext>
            </a:extLst>
          </p:cNvPr>
          <p:cNvSpPr>
            <a:spLocks noGrp="1"/>
          </p:cNvSpPr>
          <p:nvPr/>
        </p:nvSpPr>
        <p:spPr>
          <a:xfrm>
            <a:off x="4420262" y="1890368"/>
            <a:ext cx="24757" cy="24757"/>
          </a:xfrm>
          <a:prstGeom prst="ellipse">
            <a:avLst/>
          </a:prstGeom>
          <a:solidFill>
            <a:srgbClr val="7D8990">
              <a:alpha val="40000"/>
            </a:srgbClr>
          </a:solidFill>
          <a:ln w="0">
            <a:noFill/>
            <a:prstDash val="solid"/>
          </a:ln>
        </p:spPr>
      </p:sp>
      <p:sp>
        <p:nvSpPr>
          <p:cNvPr id="3006" name="LigandSeek2_vs_LigandSeek1_ellipse_8520">
            <a:extLst>
              <a:ext uri="{FF2B5EF4-FFF2-40B4-BE49-F238E27FC236}">
                <a16:creationId xmlns:a16="http://schemas.microsoft.com/office/drawing/2014/main" id="{665BA8C8-89A8-4ACD-B721-1362B38902C8}"/>
              </a:ext>
            </a:extLst>
          </p:cNvPr>
          <p:cNvSpPr>
            <a:spLocks noGrp="1"/>
          </p:cNvSpPr>
          <p:nvPr/>
        </p:nvSpPr>
        <p:spPr>
          <a:xfrm>
            <a:off x="4409139" y="845009"/>
            <a:ext cx="24757" cy="24757"/>
          </a:xfrm>
          <a:prstGeom prst="ellipse">
            <a:avLst/>
          </a:prstGeom>
          <a:solidFill>
            <a:srgbClr val="7D8990">
              <a:alpha val="40000"/>
            </a:srgbClr>
          </a:solidFill>
          <a:ln w="0">
            <a:noFill/>
            <a:prstDash val="solid"/>
          </a:ln>
        </p:spPr>
      </p:sp>
      <p:sp>
        <p:nvSpPr>
          <p:cNvPr id="3007" name="LigandSeek2_vs_LigandSeek1_ellipse_8521">
            <a:extLst>
              <a:ext uri="{FF2B5EF4-FFF2-40B4-BE49-F238E27FC236}">
                <a16:creationId xmlns:a16="http://schemas.microsoft.com/office/drawing/2014/main" id="{6D01CAFC-6879-4B5A-8516-617DF309C280}"/>
              </a:ext>
            </a:extLst>
          </p:cNvPr>
          <p:cNvSpPr>
            <a:spLocks noGrp="1"/>
          </p:cNvSpPr>
          <p:nvPr/>
        </p:nvSpPr>
        <p:spPr>
          <a:xfrm>
            <a:off x="4343110" y="845009"/>
            <a:ext cx="24757" cy="24757"/>
          </a:xfrm>
          <a:prstGeom prst="ellipse">
            <a:avLst/>
          </a:prstGeom>
          <a:solidFill>
            <a:srgbClr val="7D8990">
              <a:alpha val="40000"/>
            </a:srgbClr>
          </a:solidFill>
          <a:ln w="0">
            <a:noFill/>
            <a:prstDash val="solid"/>
          </a:ln>
        </p:spPr>
      </p:sp>
      <p:sp>
        <p:nvSpPr>
          <p:cNvPr id="3008" name="LigandSeek2_vs_LigandSeek1_ellipse_8522">
            <a:extLst>
              <a:ext uri="{FF2B5EF4-FFF2-40B4-BE49-F238E27FC236}">
                <a16:creationId xmlns:a16="http://schemas.microsoft.com/office/drawing/2014/main" id="{5D824B9B-4010-499A-8F84-336808B25BAA}"/>
              </a:ext>
            </a:extLst>
          </p:cNvPr>
          <p:cNvSpPr>
            <a:spLocks noGrp="1"/>
          </p:cNvSpPr>
          <p:nvPr/>
        </p:nvSpPr>
        <p:spPr>
          <a:xfrm>
            <a:off x="4416680" y="845009"/>
            <a:ext cx="24757" cy="24757"/>
          </a:xfrm>
          <a:prstGeom prst="ellipse">
            <a:avLst/>
          </a:prstGeom>
          <a:solidFill>
            <a:srgbClr val="7D8990">
              <a:alpha val="40000"/>
            </a:srgbClr>
          </a:solidFill>
          <a:ln w="0">
            <a:noFill/>
            <a:prstDash val="solid"/>
          </a:ln>
        </p:spPr>
      </p:sp>
      <p:sp>
        <p:nvSpPr>
          <p:cNvPr id="3009" name="LigandSeek2_vs_LigandSeek1_ellipse_8523">
            <a:extLst>
              <a:ext uri="{FF2B5EF4-FFF2-40B4-BE49-F238E27FC236}">
                <a16:creationId xmlns:a16="http://schemas.microsoft.com/office/drawing/2014/main" id="{F57CA8E9-DF27-4253-A957-F4B5E9317D88}"/>
              </a:ext>
            </a:extLst>
          </p:cNvPr>
          <p:cNvSpPr>
            <a:spLocks noGrp="1"/>
          </p:cNvSpPr>
          <p:nvPr/>
        </p:nvSpPr>
        <p:spPr>
          <a:xfrm>
            <a:off x="4340092" y="1550626"/>
            <a:ext cx="24757" cy="24757"/>
          </a:xfrm>
          <a:prstGeom prst="ellipse">
            <a:avLst/>
          </a:prstGeom>
          <a:solidFill>
            <a:srgbClr val="7D8990">
              <a:alpha val="40000"/>
            </a:srgbClr>
          </a:solidFill>
          <a:ln w="0">
            <a:noFill/>
            <a:prstDash val="solid"/>
          </a:ln>
        </p:spPr>
      </p:sp>
      <p:sp>
        <p:nvSpPr>
          <p:cNvPr id="3010" name="LigandSeek2_vs_LigandSeek1_ellipse_8524">
            <a:extLst>
              <a:ext uri="{FF2B5EF4-FFF2-40B4-BE49-F238E27FC236}">
                <a16:creationId xmlns:a16="http://schemas.microsoft.com/office/drawing/2014/main" id="{E4B225AC-4477-43F9-B275-E4783D522B83}"/>
              </a:ext>
            </a:extLst>
          </p:cNvPr>
          <p:cNvSpPr>
            <a:spLocks noGrp="1"/>
          </p:cNvSpPr>
          <p:nvPr/>
        </p:nvSpPr>
        <p:spPr>
          <a:xfrm>
            <a:off x="4393910" y="1890368"/>
            <a:ext cx="24757" cy="24757"/>
          </a:xfrm>
          <a:prstGeom prst="ellipse">
            <a:avLst/>
          </a:prstGeom>
          <a:solidFill>
            <a:srgbClr val="7D8990">
              <a:alpha val="40000"/>
            </a:srgbClr>
          </a:solidFill>
          <a:ln w="0">
            <a:noFill/>
            <a:prstDash val="solid"/>
          </a:ln>
        </p:spPr>
      </p:sp>
      <p:sp>
        <p:nvSpPr>
          <p:cNvPr id="3011" name="LigandSeek2_vs_LigandSeek1_ellipse_8525">
            <a:extLst>
              <a:ext uri="{FF2B5EF4-FFF2-40B4-BE49-F238E27FC236}">
                <a16:creationId xmlns:a16="http://schemas.microsoft.com/office/drawing/2014/main" id="{3BF54DA3-FCEE-41B3-99EB-B14E75982F4A}"/>
              </a:ext>
            </a:extLst>
          </p:cNvPr>
          <p:cNvSpPr>
            <a:spLocks noGrp="1"/>
          </p:cNvSpPr>
          <p:nvPr/>
        </p:nvSpPr>
        <p:spPr>
          <a:xfrm>
            <a:off x="4337209" y="1890368"/>
            <a:ext cx="24757" cy="24757"/>
          </a:xfrm>
          <a:prstGeom prst="ellipse">
            <a:avLst/>
          </a:prstGeom>
          <a:solidFill>
            <a:srgbClr val="7D8990">
              <a:alpha val="40000"/>
            </a:srgbClr>
          </a:solidFill>
          <a:ln w="0">
            <a:noFill/>
            <a:prstDash val="solid"/>
          </a:ln>
        </p:spPr>
      </p:sp>
      <p:sp>
        <p:nvSpPr>
          <p:cNvPr id="3012" name="LigandSeek2_vs_LigandSeek1_ellipse_8526">
            <a:extLst>
              <a:ext uri="{FF2B5EF4-FFF2-40B4-BE49-F238E27FC236}">
                <a16:creationId xmlns:a16="http://schemas.microsoft.com/office/drawing/2014/main" id="{33CAD391-FAC8-484C-844D-D8C42A886C09}"/>
              </a:ext>
            </a:extLst>
          </p:cNvPr>
          <p:cNvSpPr>
            <a:spLocks noGrp="1"/>
          </p:cNvSpPr>
          <p:nvPr/>
        </p:nvSpPr>
        <p:spPr>
          <a:xfrm>
            <a:off x="5008235" y="845009"/>
            <a:ext cx="24757" cy="24757"/>
          </a:xfrm>
          <a:prstGeom prst="ellipse">
            <a:avLst/>
          </a:prstGeom>
          <a:solidFill>
            <a:srgbClr val="7D8990">
              <a:alpha val="40000"/>
            </a:srgbClr>
          </a:solidFill>
          <a:ln w="0">
            <a:noFill/>
            <a:prstDash val="solid"/>
          </a:ln>
        </p:spPr>
      </p:sp>
      <p:sp>
        <p:nvSpPr>
          <p:cNvPr id="3013" name="LigandSeek2_vs_LigandSeek1_ellipse_8527">
            <a:extLst>
              <a:ext uri="{FF2B5EF4-FFF2-40B4-BE49-F238E27FC236}">
                <a16:creationId xmlns:a16="http://schemas.microsoft.com/office/drawing/2014/main" id="{EAEDF386-28AD-46C2-A6CE-542BC5AA567A}"/>
              </a:ext>
            </a:extLst>
          </p:cNvPr>
          <p:cNvSpPr>
            <a:spLocks noGrp="1"/>
          </p:cNvSpPr>
          <p:nvPr/>
        </p:nvSpPr>
        <p:spPr>
          <a:xfrm>
            <a:off x="5002535" y="852929"/>
            <a:ext cx="24757" cy="24757"/>
          </a:xfrm>
          <a:prstGeom prst="ellipse">
            <a:avLst/>
          </a:prstGeom>
          <a:solidFill>
            <a:srgbClr val="7D8990">
              <a:alpha val="40000"/>
            </a:srgbClr>
          </a:solidFill>
          <a:ln w="0">
            <a:noFill/>
            <a:prstDash val="solid"/>
          </a:ln>
        </p:spPr>
      </p:sp>
      <p:sp>
        <p:nvSpPr>
          <p:cNvPr id="3014" name="LigandSeek2_vs_LigandSeek1_ellipse_8528">
            <a:extLst>
              <a:ext uri="{FF2B5EF4-FFF2-40B4-BE49-F238E27FC236}">
                <a16:creationId xmlns:a16="http://schemas.microsoft.com/office/drawing/2014/main" id="{22F258AF-EAE0-4346-9D43-6CDB602C498D}"/>
              </a:ext>
            </a:extLst>
          </p:cNvPr>
          <p:cNvSpPr>
            <a:spLocks noGrp="1"/>
          </p:cNvSpPr>
          <p:nvPr/>
        </p:nvSpPr>
        <p:spPr>
          <a:xfrm>
            <a:off x="5022459" y="845009"/>
            <a:ext cx="24757" cy="24757"/>
          </a:xfrm>
          <a:prstGeom prst="ellipse">
            <a:avLst/>
          </a:prstGeom>
          <a:solidFill>
            <a:srgbClr val="7D8990">
              <a:alpha val="40000"/>
            </a:srgbClr>
          </a:solidFill>
          <a:ln w="0">
            <a:noFill/>
            <a:prstDash val="solid"/>
          </a:ln>
        </p:spPr>
      </p:sp>
      <p:sp>
        <p:nvSpPr>
          <p:cNvPr id="3015" name="LigandSeek2_vs_LigandSeek1_ellipse_8529">
            <a:extLst>
              <a:ext uri="{FF2B5EF4-FFF2-40B4-BE49-F238E27FC236}">
                <a16:creationId xmlns:a16="http://schemas.microsoft.com/office/drawing/2014/main" id="{AD77FD55-54A8-47E1-8AEA-3F28A436BBCF}"/>
              </a:ext>
            </a:extLst>
          </p:cNvPr>
          <p:cNvSpPr>
            <a:spLocks noGrp="1"/>
          </p:cNvSpPr>
          <p:nvPr/>
        </p:nvSpPr>
        <p:spPr>
          <a:xfrm>
            <a:off x="5034452" y="845009"/>
            <a:ext cx="24757" cy="24757"/>
          </a:xfrm>
          <a:prstGeom prst="ellipse">
            <a:avLst/>
          </a:prstGeom>
          <a:solidFill>
            <a:srgbClr val="7D8990">
              <a:alpha val="40000"/>
            </a:srgbClr>
          </a:solidFill>
          <a:ln w="0">
            <a:noFill/>
            <a:prstDash val="solid"/>
          </a:ln>
        </p:spPr>
      </p:sp>
      <p:sp>
        <p:nvSpPr>
          <p:cNvPr id="3016" name="LigandSeek2_vs_LigandSeek1_ellipse_8530">
            <a:extLst>
              <a:ext uri="{FF2B5EF4-FFF2-40B4-BE49-F238E27FC236}">
                <a16:creationId xmlns:a16="http://schemas.microsoft.com/office/drawing/2014/main" id="{83481A3E-368E-43CA-A3A4-1CE26E207BCF}"/>
              </a:ext>
            </a:extLst>
          </p:cNvPr>
          <p:cNvSpPr>
            <a:spLocks noGrp="1"/>
          </p:cNvSpPr>
          <p:nvPr/>
        </p:nvSpPr>
        <p:spPr>
          <a:xfrm>
            <a:off x="4957857" y="845009"/>
            <a:ext cx="24757" cy="24757"/>
          </a:xfrm>
          <a:prstGeom prst="ellipse">
            <a:avLst/>
          </a:prstGeom>
          <a:solidFill>
            <a:srgbClr val="7D8990">
              <a:alpha val="40000"/>
            </a:srgbClr>
          </a:solidFill>
          <a:ln w="0">
            <a:noFill/>
            <a:prstDash val="solid"/>
          </a:ln>
        </p:spPr>
      </p:sp>
      <p:sp>
        <p:nvSpPr>
          <p:cNvPr id="3017" name="LigandSeek2_vs_LigandSeek1_ellipse_8531">
            <a:extLst>
              <a:ext uri="{FF2B5EF4-FFF2-40B4-BE49-F238E27FC236}">
                <a16:creationId xmlns:a16="http://schemas.microsoft.com/office/drawing/2014/main" id="{CD6662C4-39FD-46B2-A42E-A72C5D5717A9}"/>
              </a:ext>
            </a:extLst>
          </p:cNvPr>
          <p:cNvSpPr>
            <a:spLocks noGrp="1"/>
          </p:cNvSpPr>
          <p:nvPr/>
        </p:nvSpPr>
        <p:spPr>
          <a:xfrm>
            <a:off x="4960684" y="1890368"/>
            <a:ext cx="24757" cy="24757"/>
          </a:xfrm>
          <a:prstGeom prst="ellipse">
            <a:avLst/>
          </a:prstGeom>
          <a:solidFill>
            <a:srgbClr val="7D8990">
              <a:alpha val="40000"/>
            </a:srgbClr>
          </a:solidFill>
          <a:ln w="0">
            <a:noFill/>
            <a:prstDash val="solid"/>
          </a:ln>
        </p:spPr>
      </p:sp>
      <p:sp>
        <p:nvSpPr>
          <p:cNvPr id="3018" name="LigandSeek2_vs_LigandSeek1_ellipse_8532">
            <a:extLst>
              <a:ext uri="{FF2B5EF4-FFF2-40B4-BE49-F238E27FC236}">
                <a16:creationId xmlns:a16="http://schemas.microsoft.com/office/drawing/2014/main" id="{0DF39848-1182-4A78-8A18-BDA264A17453}"/>
              </a:ext>
            </a:extLst>
          </p:cNvPr>
          <p:cNvSpPr>
            <a:spLocks noGrp="1"/>
          </p:cNvSpPr>
          <p:nvPr/>
        </p:nvSpPr>
        <p:spPr>
          <a:xfrm>
            <a:off x="5023210" y="845009"/>
            <a:ext cx="24757" cy="24757"/>
          </a:xfrm>
          <a:prstGeom prst="ellipse">
            <a:avLst/>
          </a:prstGeom>
          <a:solidFill>
            <a:srgbClr val="7D8990">
              <a:alpha val="40000"/>
            </a:srgbClr>
          </a:solidFill>
          <a:ln w="0">
            <a:noFill/>
            <a:prstDash val="solid"/>
          </a:ln>
        </p:spPr>
      </p:sp>
      <p:sp>
        <p:nvSpPr>
          <p:cNvPr id="3019" name="LigandSeek2_vs_LigandSeek1_ellipse_8533">
            <a:extLst>
              <a:ext uri="{FF2B5EF4-FFF2-40B4-BE49-F238E27FC236}">
                <a16:creationId xmlns:a16="http://schemas.microsoft.com/office/drawing/2014/main" id="{52408309-25FA-496D-8D76-61926BA85190}"/>
              </a:ext>
            </a:extLst>
          </p:cNvPr>
          <p:cNvSpPr>
            <a:spLocks noGrp="1"/>
          </p:cNvSpPr>
          <p:nvPr/>
        </p:nvSpPr>
        <p:spPr>
          <a:xfrm>
            <a:off x="5035913" y="845009"/>
            <a:ext cx="24757" cy="24757"/>
          </a:xfrm>
          <a:prstGeom prst="ellipse">
            <a:avLst/>
          </a:prstGeom>
          <a:solidFill>
            <a:srgbClr val="7D8990">
              <a:alpha val="40000"/>
            </a:srgbClr>
          </a:solidFill>
          <a:ln w="0">
            <a:noFill/>
            <a:prstDash val="solid"/>
          </a:ln>
        </p:spPr>
      </p:sp>
      <p:sp>
        <p:nvSpPr>
          <p:cNvPr id="3020" name="LigandSeek2_vs_LigandSeek1_ellipse_8534">
            <a:extLst>
              <a:ext uri="{FF2B5EF4-FFF2-40B4-BE49-F238E27FC236}">
                <a16:creationId xmlns:a16="http://schemas.microsoft.com/office/drawing/2014/main" id="{8B993F92-8332-44BD-A6A7-1A327C803B35}"/>
              </a:ext>
            </a:extLst>
          </p:cNvPr>
          <p:cNvSpPr>
            <a:spLocks noGrp="1"/>
          </p:cNvSpPr>
          <p:nvPr/>
        </p:nvSpPr>
        <p:spPr>
          <a:xfrm>
            <a:off x="5013176" y="1716141"/>
            <a:ext cx="24757" cy="24757"/>
          </a:xfrm>
          <a:prstGeom prst="ellipse">
            <a:avLst/>
          </a:prstGeom>
          <a:solidFill>
            <a:srgbClr val="7D8990">
              <a:alpha val="40000"/>
            </a:srgbClr>
          </a:solidFill>
          <a:ln w="0">
            <a:noFill/>
            <a:prstDash val="solid"/>
          </a:ln>
        </p:spPr>
      </p:sp>
      <p:sp>
        <p:nvSpPr>
          <p:cNvPr id="3021" name="LigandSeek2_vs_LigandSeek1_ellipse_8535">
            <a:extLst>
              <a:ext uri="{FF2B5EF4-FFF2-40B4-BE49-F238E27FC236}">
                <a16:creationId xmlns:a16="http://schemas.microsoft.com/office/drawing/2014/main" id="{8B08CEA1-3698-4E09-8F2C-4B0E500CDAE3}"/>
              </a:ext>
            </a:extLst>
          </p:cNvPr>
          <p:cNvSpPr>
            <a:spLocks noGrp="1"/>
          </p:cNvSpPr>
          <p:nvPr/>
        </p:nvSpPr>
        <p:spPr>
          <a:xfrm>
            <a:off x="5029412" y="845009"/>
            <a:ext cx="24757" cy="24757"/>
          </a:xfrm>
          <a:prstGeom prst="ellipse">
            <a:avLst/>
          </a:prstGeom>
          <a:solidFill>
            <a:srgbClr val="7D8990">
              <a:alpha val="40000"/>
            </a:srgbClr>
          </a:solidFill>
          <a:ln w="0">
            <a:noFill/>
            <a:prstDash val="solid"/>
          </a:ln>
        </p:spPr>
      </p:sp>
      <p:sp>
        <p:nvSpPr>
          <p:cNvPr id="3022" name="LigandSeek2_vs_LigandSeek1_ellipse_8536">
            <a:extLst>
              <a:ext uri="{FF2B5EF4-FFF2-40B4-BE49-F238E27FC236}">
                <a16:creationId xmlns:a16="http://schemas.microsoft.com/office/drawing/2014/main" id="{E5FF68D2-F78C-4FE8-97DA-4BE5D919B949}"/>
              </a:ext>
            </a:extLst>
          </p:cNvPr>
          <p:cNvSpPr>
            <a:spLocks noGrp="1"/>
          </p:cNvSpPr>
          <p:nvPr/>
        </p:nvSpPr>
        <p:spPr>
          <a:xfrm>
            <a:off x="5027285" y="845009"/>
            <a:ext cx="24757" cy="24757"/>
          </a:xfrm>
          <a:prstGeom prst="ellipse">
            <a:avLst/>
          </a:prstGeom>
          <a:solidFill>
            <a:srgbClr val="7D8990">
              <a:alpha val="40000"/>
            </a:srgbClr>
          </a:solidFill>
          <a:ln w="0">
            <a:noFill/>
            <a:prstDash val="solid"/>
          </a:ln>
        </p:spPr>
      </p:sp>
      <p:sp>
        <p:nvSpPr>
          <p:cNvPr id="3023" name="LigandSeek2_vs_LigandSeek1_ellipse_8537">
            <a:extLst>
              <a:ext uri="{FF2B5EF4-FFF2-40B4-BE49-F238E27FC236}">
                <a16:creationId xmlns:a16="http://schemas.microsoft.com/office/drawing/2014/main" id="{9151C9CC-A4E0-4E4B-882F-4E6D553B8E07}"/>
              </a:ext>
            </a:extLst>
          </p:cNvPr>
          <p:cNvSpPr>
            <a:spLocks noGrp="1"/>
          </p:cNvSpPr>
          <p:nvPr/>
        </p:nvSpPr>
        <p:spPr>
          <a:xfrm>
            <a:off x="5012062" y="845009"/>
            <a:ext cx="24757" cy="24757"/>
          </a:xfrm>
          <a:prstGeom prst="ellipse">
            <a:avLst/>
          </a:prstGeom>
          <a:solidFill>
            <a:srgbClr val="7D8990">
              <a:alpha val="40000"/>
            </a:srgbClr>
          </a:solidFill>
          <a:ln w="0">
            <a:noFill/>
            <a:prstDash val="solid"/>
          </a:ln>
        </p:spPr>
      </p:sp>
      <p:sp>
        <p:nvSpPr>
          <p:cNvPr id="3024" name="LigandSeek2_vs_LigandSeek1_ellipse_8538">
            <a:extLst>
              <a:ext uri="{FF2B5EF4-FFF2-40B4-BE49-F238E27FC236}">
                <a16:creationId xmlns:a16="http://schemas.microsoft.com/office/drawing/2014/main" id="{1BD2C2BA-A287-44B9-9EBE-3D420ACD7163}"/>
              </a:ext>
            </a:extLst>
          </p:cNvPr>
          <p:cNvSpPr>
            <a:spLocks noGrp="1"/>
          </p:cNvSpPr>
          <p:nvPr/>
        </p:nvSpPr>
        <p:spPr>
          <a:xfrm>
            <a:off x="5019356" y="1890368"/>
            <a:ext cx="24757" cy="24757"/>
          </a:xfrm>
          <a:prstGeom prst="ellipse">
            <a:avLst/>
          </a:prstGeom>
          <a:solidFill>
            <a:srgbClr val="7D8990">
              <a:alpha val="40000"/>
            </a:srgbClr>
          </a:solidFill>
          <a:ln w="0">
            <a:noFill/>
            <a:prstDash val="solid"/>
          </a:ln>
        </p:spPr>
      </p:sp>
      <p:sp>
        <p:nvSpPr>
          <p:cNvPr id="3025" name="LigandSeek2_vs_LigandSeek1_ellipse_8539">
            <a:extLst>
              <a:ext uri="{FF2B5EF4-FFF2-40B4-BE49-F238E27FC236}">
                <a16:creationId xmlns:a16="http://schemas.microsoft.com/office/drawing/2014/main" id="{EAB2984E-AD0C-4B16-AA44-AE875251BDDB}"/>
              </a:ext>
            </a:extLst>
          </p:cNvPr>
          <p:cNvSpPr>
            <a:spLocks noGrp="1"/>
          </p:cNvSpPr>
          <p:nvPr/>
        </p:nvSpPr>
        <p:spPr>
          <a:xfrm>
            <a:off x="5007622" y="845009"/>
            <a:ext cx="24757" cy="24757"/>
          </a:xfrm>
          <a:prstGeom prst="ellipse">
            <a:avLst/>
          </a:prstGeom>
          <a:solidFill>
            <a:srgbClr val="7D8990">
              <a:alpha val="40000"/>
            </a:srgbClr>
          </a:solidFill>
          <a:ln w="0">
            <a:noFill/>
            <a:prstDash val="solid"/>
          </a:ln>
        </p:spPr>
      </p:sp>
      <p:sp>
        <p:nvSpPr>
          <p:cNvPr id="3026" name="LigandSeek2_vs_LigandSeek1_ellipse_8540">
            <a:extLst>
              <a:ext uri="{FF2B5EF4-FFF2-40B4-BE49-F238E27FC236}">
                <a16:creationId xmlns:a16="http://schemas.microsoft.com/office/drawing/2014/main" id="{1678A17A-6D04-40C9-BE36-228B08BF19A3}"/>
              </a:ext>
            </a:extLst>
          </p:cNvPr>
          <p:cNvSpPr>
            <a:spLocks noGrp="1"/>
          </p:cNvSpPr>
          <p:nvPr/>
        </p:nvSpPr>
        <p:spPr>
          <a:xfrm>
            <a:off x="4990650" y="845009"/>
            <a:ext cx="24757" cy="24757"/>
          </a:xfrm>
          <a:prstGeom prst="ellipse">
            <a:avLst/>
          </a:prstGeom>
          <a:solidFill>
            <a:srgbClr val="7D8990">
              <a:alpha val="40000"/>
            </a:srgbClr>
          </a:solidFill>
          <a:ln w="0">
            <a:noFill/>
            <a:prstDash val="solid"/>
          </a:ln>
        </p:spPr>
      </p:sp>
      <p:sp>
        <p:nvSpPr>
          <p:cNvPr id="3027" name="LigandSeek2_vs_LigandSeek1_ellipse_8541">
            <a:extLst>
              <a:ext uri="{FF2B5EF4-FFF2-40B4-BE49-F238E27FC236}">
                <a16:creationId xmlns:a16="http://schemas.microsoft.com/office/drawing/2014/main" id="{EBDC9AD2-8373-4385-A910-A96A035B8C6B}"/>
              </a:ext>
            </a:extLst>
          </p:cNvPr>
          <p:cNvSpPr>
            <a:spLocks noGrp="1"/>
          </p:cNvSpPr>
          <p:nvPr/>
        </p:nvSpPr>
        <p:spPr>
          <a:xfrm>
            <a:off x="5036517" y="1890368"/>
            <a:ext cx="24757" cy="24757"/>
          </a:xfrm>
          <a:prstGeom prst="ellipse">
            <a:avLst/>
          </a:prstGeom>
          <a:solidFill>
            <a:srgbClr val="7D8990">
              <a:alpha val="40000"/>
            </a:srgbClr>
          </a:solidFill>
          <a:ln w="0">
            <a:noFill/>
            <a:prstDash val="solid"/>
          </a:ln>
        </p:spPr>
      </p:sp>
      <p:sp>
        <p:nvSpPr>
          <p:cNvPr id="3028" name="LigandSeek2_vs_LigandSeek1_ellipse_8542">
            <a:extLst>
              <a:ext uri="{FF2B5EF4-FFF2-40B4-BE49-F238E27FC236}">
                <a16:creationId xmlns:a16="http://schemas.microsoft.com/office/drawing/2014/main" id="{E64D59BC-88FB-4B1D-86D7-DB9A1F90B0B7}"/>
              </a:ext>
            </a:extLst>
          </p:cNvPr>
          <p:cNvSpPr>
            <a:spLocks noGrp="1"/>
          </p:cNvSpPr>
          <p:nvPr/>
        </p:nvSpPr>
        <p:spPr>
          <a:xfrm>
            <a:off x="5004144" y="1541915"/>
            <a:ext cx="24757" cy="24757"/>
          </a:xfrm>
          <a:prstGeom prst="ellipse">
            <a:avLst/>
          </a:prstGeom>
          <a:solidFill>
            <a:srgbClr val="7D8990">
              <a:alpha val="40000"/>
            </a:srgbClr>
          </a:solidFill>
          <a:ln w="0">
            <a:noFill/>
            <a:prstDash val="solid"/>
          </a:ln>
        </p:spPr>
      </p:sp>
      <p:sp>
        <p:nvSpPr>
          <p:cNvPr id="3029" name="LigandSeek2_vs_LigandSeek1_ellipse_8543">
            <a:extLst>
              <a:ext uri="{FF2B5EF4-FFF2-40B4-BE49-F238E27FC236}">
                <a16:creationId xmlns:a16="http://schemas.microsoft.com/office/drawing/2014/main" id="{390E2560-8E40-4DF6-9887-6C66745E8F63}"/>
              </a:ext>
            </a:extLst>
          </p:cNvPr>
          <p:cNvSpPr>
            <a:spLocks noGrp="1"/>
          </p:cNvSpPr>
          <p:nvPr/>
        </p:nvSpPr>
        <p:spPr>
          <a:xfrm>
            <a:off x="4969630" y="845009"/>
            <a:ext cx="24757" cy="24757"/>
          </a:xfrm>
          <a:prstGeom prst="ellipse">
            <a:avLst/>
          </a:prstGeom>
          <a:solidFill>
            <a:srgbClr val="7D8990">
              <a:alpha val="40000"/>
            </a:srgbClr>
          </a:solidFill>
          <a:ln w="0">
            <a:noFill/>
            <a:prstDash val="solid"/>
          </a:ln>
        </p:spPr>
      </p:sp>
      <p:sp>
        <p:nvSpPr>
          <p:cNvPr id="3030" name="LigandSeek2_vs_LigandSeek1_ellipse_8544">
            <a:extLst>
              <a:ext uri="{FF2B5EF4-FFF2-40B4-BE49-F238E27FC236}">
                <a16:creationId xmlns:a16="http://schemas.microsoft.com/office/drawing/2014/main" id="{F400AE33-8C31-4838-BFCF-487776EDCA41}"/>
              </a:ext>
            </a:extLst>
          </p:cNvPr>
          <p:cNvSpPr>
            <a:spLocks noGrp="1"/>
          </p:cNvSpPr>
          <p:nvPr/>
        </p:nvSpPr>
        <p:spPr>
          <a:xfrm>
            <a:off x="4986236" y="1810039"/>
            <a:ext cx="24757" cy="24757"/>
          </a:xfrm>
          <a:prstGeom prst="ellipse">
            <a:avLst/>
          </a:prstGeom>
          <a:solidFill>
            <a:srgbClr val="7D8990">
              <a:alpha val="40000"/>
            </a:srgbClr>
          </a:solidFill>
          <a:ln w="0">
            <a:noFill/>
            <a:prstDash val="solid"/>
          </a:ln>
        </p:spPr>
      </p:sp>
      <p:sp>
        <p:nvSpPr>
          <p:cNvPr id="3031" name="LigandSeek2_vs_LigandSeek1_ellipse_8545">
            <a:extLst>
              <a:ext uri="{FF2B5EF4-FFF2-40B4-BE49-F238E27FC236}">
                <a16:creationId xmlns:a16="http://schemas.microsoft.com/office/drawing/2014/main" id="{F5ABC9F6-AE82-4DCA-AE79-892357E98177}"/>
              </a:ext>
            </a:extLst>
          </p:cNvPr>
          <p:cNvSpPr>
            <a:spLocks noGrp="1"/>
          </p:cNvSpPr>
          <p:nvPr/>
        </p:nvSpPr>
        <p:spPr>
          <a:xfrm>
            <a:off x="5006642" y="845009"/>
            <a:ext cx="24757" cy="24757"/>
          </a:xfrm>
          <a:prstGeom prst="ellipse">
            <a:avLst/>
          </a:prstGeom>
          <a:solidFill>
            <a:srgbClr val="7D8990">
              <a:alpha val="40000"/>
            </a:srgbClr>
          </a:solidFill>
          <a:ln w="0">
            <a:noFill/>
            <a:prstDash val="solid"/>
          </a:ln>
        </p:spPr>
      </p:sp>
      <p:sp>
        <p:nvSpPr>
          <p:cNvPr id="3032" name="LigandSeek2_vs_LigandSeek1_ellipse_8546">
            <a:extLst>
              <a:ext uri="{FF2B5EF4-FFF2-40B4-BE49-F238E27FC236}">
                <a16:creationId xmlns:a16="http://schemas.microsoft.com/office/drawing/2014/main" id="{6CB782A2-3712-41DE-9786-14BDEEF63181}"/>
              </a:ext>
            </a:extLst>
          </p:cNvPr>
          <p:cNvSpPr>
            <a:spLocks noGrp="1"/>
          </p:cNvSpPr>
          <p:nvPr/>
        </p:nvSpPr>
        <p:spPr>
          <a:xfrm>
            <a:off x="5017991" y="1716141"/>
            <a:ext cx="24757" cy="24757"/>
          </a:xfrm>
          <a:prstGeom prst="ellipse">
            <a:avLst/>
          </a:prstGeom>
          <a:solidFill>
            <a:srgbClr val="7D8990">
              <a:alpha val="40000"/>
            </a:srgbClr>
          </a:solidFill>
          <a:ln w="0">
            <a:noFill/>
            <a:prstDash val="solid"/>
          </a:ln>
        </p:spPr>
      </p:sp>
      <p:sp>
        <p:nvSpPr>
          <p:cNvPr id="3033" name="LigandSeek2_vs_LigandSeek1_ellipse_8547">
            <a:extLst>
              <a:ext uri="{FF2B5EF4-FFF2-40B4-BE49-F238E27FC236}">
                <a16:creationId xmlns:a16="http://schemas.microsoft.com/office/drawing/2014/main" id="{E790A7BE-A846-435A-9C77-179A4301A5A5}"/>
              </a:ext>
            </a:extLst>
          </p:cNvPr>
          <p:cNvSpPr>
            <a:spLocks noGrp="1"/>
          </p:cNvSpPr>
          <p:nvPr/>
        </p:nvSpPr>
        <p:spPr>
          <a:xfrm>
            <a:off x="4952160" y="1890368"/>
            <a:ext cx="24757" cy="24757"/>
          </a:xfrm>
          <a:prstGeom prst="ellipse">
            <a:avLst/>
          </a:prstGeom>
          <a:solidFill>
            <a:srgbClr val="7D8990">
              <a:alpha val="40000"/>
            </a:srgbClr>
          </a:solidFill>
          <a:ln w="0">
            <a:noFill/>
            <a:prstDash val="solid"/>
          </a:ln>
        </p:spPr>
      </p:sp>
      <p:sp>
        <p:nvSpPr>
          <p:cNvPr id="3034" name="LigandSeek2_vs_LigandSeek1_ellipse_8548">
            <a:extLst>
              <a:ext uri="{FF2B5EF4-FFF2-40B4-BE49-F238E27FC236}">
                <a16:creationId xmlns:a16="http://schemas.microsoft.com/office/drawing/2014/main" id="{F74FDECA-DFFD-41F4-BDB4-EB5FC931EC6D}"/>
              </a:ext>
            </a:extLst>
          </p:cNvPr>
          <p:cNvSpPr>
            <a:spLocks noGrp="1"/>
          </p:cNvSpPr>
          <p:nvPr/>
        </p:nvSpPr>
        <p:spPr>
          <a:xfrm>
            <a:off x="4978006" y="975679"/>
            <a:ext cx="24757" cy="24757"/>
          </a:xfrm>
          <a:prstGeom prst="ellipse">
            <a:avLst/>
          </a:prstGeom>
          <a:solidFill>
            <a:srgbClr val="7D8990">
              <a:alpha val="40000"/>
            </a:srgbClr>
          </a:solidFill>
          <a:ln w="0">
            <a:noFill/>
            <a:prstDash val="solid"/>
          </a:ln>
        </p:spPr>
      </p:sp>
      <p:sp>
        <p:nvSpPr>
          <p:cNvPr id="3035" name="LigandSeek2_vs_LigandSeek1_ellipse_8549">
            <a:extLst>
              <a:ext uri="{FF2B5EF4-FFF2-40B4-BE49-F238E27FC236}">
                <a16:creationId xmlns:a16="http://schemas.microsoft.com/office/drawing/2014/main" id="{47B05545-DBA0-4F41-9F85-45D4B5DE0214}"/>
              </a:ext>
            </a:extLst>
          </p:cNvPr>
          <p:cNvSpPr>
            <a:spLocks noGrp="1"/>
          </p:cNvSpPr>
          <p:nvPr/>
        </p:nvSpPr>
        <p:spPr>
          <a:xfrm>
            <a:off x="4963339" y="1549278"/>
            <a:ext cx="24757" cy="24757"/>
          </a:xfrm>
          <a:prstGeom prst="ellipse">
            <a:avLst/>
          </a:prstGeom>
          <a:solidFill>
            <a:srgbClr val="7D8990">
              <a:alpha val="40000"/>
            </a:srgbClr>
          </a:solidFill>
          <a:ln w="0">
            <a:noFill/>
            <a:prstDash val="solid"/>
          </a:ln>
        </p:spPr>
      </p:sp>
      <p:sp>
        <p:nvSpPr>
          <p:cNvPr id="3036" name="LigandSeek2_vs_LigandSeek1_ellipse_8550">
            <a:extLst>
              <a:ext uri="{FF2B5EF4-FFF2-40B4-BE49-F238E27FC236}">
                <a16:creationId xmlns:a16="http://schemas.microsoft.com/office/drawing/2014/main" id="{98680D7A-49D4-4C23-8047-70B8BAD07433}"/>
              </a:ext>
            </a:extLst>
          </p:cNvPr>
          <p:cNvSpPr>
            <a:spLocks noGrp="1"/>
          </p:cNvSpPr>
          <p:nvPr/>
        </p:nvSpPr>
        <p:spPr>
          <a:xfrm>
            <a:off x="5001454" y="1890368"/>
            <a:ext cx="24757" cy="24757"/>
          </a:xfrm>
          <a:prstGeom prst="ellipse">
            <a:avLst/>
          </a:prstGeom>
          <a:solidFill>
            <a:srgbClr val="7D8990">
              <a:alpha val="40000"/>
            </a:srgbClr>
          </a:solidFill>
          <a:ln w="0">
            <a:noFill/>
            <a:prstDash val="solid"/>
          </a:ln>
        </p:spPr>
      </p:sp>
      <p:sp>
        <p:nvSpPr>
          <p:cNvPr id="3037" name="LigandSeek2_vs_LigandSeek1_ellipse_8551">
            <a:extLst>
              <a:ext uri="{FF2B5EF4-FFF2-40B4-BE49-F238E27FC236}">
                <a16:creationId xmlns:a16="http://schemas.microsoft.com/office/drawing/2014/main" id="{F01E8B1B-4301-4FDD-B726-F3B86D9A25D7}"/>
              </a:ext>
            </a:extLst>
          </p:cNvPr>
          <p:cNvSpPr>
            <a:spLocks noGrp="1"/>
          </p:cNvSpPr>
          <p:nvPr/>
        </p:nvSpPr>
        <p:spPr>
          <a:xfrm>
            <a:off x="5028675" y="1698719"/>
            <a:ext cx="24757" cy="24757"/>
          </a:xfrm>
          <a:prstGeom prst="ellipse">
            <a:avLst/>
          </a:prstGeom>
          <a:solidFill>
            <a:srgbClr val="7D8990">
              <a:alpha val="40000"/>
            </a:srgbClr>
          </a:solidFill>
          <a:ln w="0">
            <a:noFill/>
            <a:prstDash val="solid"/>
          </a:ln>
        </p:spPr>
      </p:sp>
      <p:sp>
        <p:nvSpPr>
          <p:cNvPr id="3038" name="LigandSeek2_vs_LigandSeek1_ellipse_8552">
            <a:extLst>
              <a:ext uri="{FF2B5EF4-FFF2-40B4-BE49-F238E27FC236}">
                <a16:creationId xmlns:a16="http://schemas.microsoft.com/office/drawing/2014/main" id="{1F2A9413-709C-4583-B561-D5C7FBEBE483}"/>
              </a:ext>
            </a:extLst>
          </p:cNvPr>
          <p:cNvSpPr>
            <a:spLocks noGrp="1"/>
          </p:cNvSpPr>
          <p:nvPr/>
        </p:nvSpPr>
        <p:spPr>
          <a:xfrm>
            <a:off x="5034490" y="845009"/>
            <a:ext cx="24757" cy="24757"/>
          </a:xfrm>
          <a:prstGeom prst="ellipse">
            <a:avLst/>
          </a:prstGeom>
          <a:solidFill>
            <a:srgbClr val="7D8990">
              <a:alpha val="40000"/>
            </a:srgbClr>
          </a:solidFill>
          <a:ln w="0">
            <a:noFill/>
            <a:prstDash val="solid"/>
          </a:ln>
        </p:spPr>
      </p:sp>
      <p:sp>
        <p:nvSpPr>
          <p:cNvPr id="3039" name="LigandSeek2_vs_LigandSeek1_ellipse_8553">
            <a:extLst>
              <a:ext uri="{FF2B5EF4-FFF2-40B4-BE49-F238E27FC236}">
                <a16:creationId xmlns:a16="http://schemas.microsoft.com/office/drawing/2014/main" id="{6C98A9B5-7E7B-4712-A10F-9EAC819EF36F}"/>
              </a:ext>
            </a:extLst>
          </p:cNvPr>
          <p:cNvSpPr>
            <a:spLocks noGrp="1"/>
          </p:cNvSpPr>
          <p:nvPr/>
        </p:nvSpPr>
        <p:spPr>
          <a:xfrm>
            <a:off x="5017690" y="845009"/>
            <a:ext cx="24757" cy="24757"/>
          </a:xfrm>
          <a:prstGeom prst="ellipse">
            <a:avLst/>
          </a:prstGeom>
          <a:solidFill>
            <a:srgbClr val="7D8990">
              <a:alpha val="40000"/>
            </a:srgbClr>
          </a:solidFill>
          <a:ln w="0">
            <a:noFill/>
            <a:prstDash val="solid"/>
          </a:ln>
        </p:spPr>
      </p:sp>
      <p:sp>
        <p:nvSpPr>
          <p:cNvPr id="3040" name="LigandSeek2_vs_LigandSeek1_ellipse_8554">
            <a:extLst>
              <a:ext uri="{FF2B5EF4-FFF2-40B4-BE49-F238E27FC236}">
                <a16:creationId xmlns:a16="http://schemas.microsoft.com/office/drawing/2014/main" id="{6A269A67-C0EE-44A4-A7AB-FA01BACB9901}"/>
              </a:ext>
            </a:extLst>
          </p:cNvPr>
          <p:cNvSpPr>
            <a:spLocks noGrp="1"/>
          </p:cNvSpPr>
          <p:nvPr/>
        </p:nvSpPr>
        <p:spPr>
          <a:xfrm>
            <a:off x="5022203" y="1890368"/>
            <a:ext cx="24757" cy="24757"/>
          </a:xfrm>
          <a:prstGeom prst="ellipse">
            <a:avLst/>
          </a:prstGeom>
          <a:solidFill>
            <a:srgbClr val="7D8990">
              <a:alpha val="40000"/>
            </a:srgbClr>
          </a:solidFill>
          <a:ln w="0">
            <a:noFill/>
            <a:prstDash val="solid"/>
          </a:ln>
        </p:spPr>
      </p:sp>
      <p:sp>
        <p:nvSpPr>
          <p:cNvPr id="3041" name="LigandSeek2_vs_LigandSeek1_ellipse_8555">
            <a:extLst>
              <a:ext uri="{FF2B5EF4-FFF2-40B4-BE49-F238E27FC236}">
                <a16:creationId xmlns:a16="http://schemas.microsoft.com/office/drawing/2014/main" id="{1174283E-0455-4E68-8EC8-CC1F18A28AE6}"/>
              </a:ext>
            </a:extLst>
          </p:cNvPr>
          <p:cNvSpPr>
            <a:spLocks noGrp="1"/>
          </p:cNvSpPr>
          <p:nvPr/>
        </p:nvSpPr>
        <p:spPr>
          <a:xfrm>
            <a:off x="5005895" y="1735431"/>
            <a:ext cx="24757" cy="24757"/>
          </a:xfrm>
          <a:prstGeom prst="ellipse">
            <a:avLst/>
          </a:prstGeom>
          <a:solidFill>
            <a:srgbClr val="7D8990">
              <a:alpha val="40000"/>
            </a:srgbClr>
          </a:solidFill>
          <a:ln w="0">
            <a:noFill/>
            <a:prstDash val="solid"/>
          </a:ln>
        </p:spPr>
      </p:sp>
      <p:sp>
        <p:nvSpPr>
          <p:cNvPr id="3042" name="LigandSeek2_vs_LigandSeek1_ellipse_8556">
            <a:extLst>
              <a:ext uri="{FF2B5EF4-FFF2-40B4-BE49-F238E27FC236}">
                <a16:creationId xmlns:a16="http://schemas.microsoft.com/office/drawing/2014/main" id="{3582E3B2-7368-4CE8-8BD0-EFBF548BBBBB}"/>
              </a:ext>
            </a:extLst>
          </p:cNvPr>
          <p:cNvSpPr>
            <a:spLocks noGrp="1"/>
          </p:cNvSpPr>
          <p:nvPr/>
        </p:nvSpPr>
        <p:spPr>
          <a:xfrm>
            <a:off x="5029940" y="1716141"/>
            <a:ext cx="24757" cy="24757"/>
          </a:xfrm>
          <a:prstGeom prst="ellipse">
            <a:avLst/>
          </a:prstGeom>
          <a:solidFill>
            <a:srgbClr val="7D8990">
              <a:alpha val="40000"/>
            </a:srgbClr>
          </a:solidFill>
          <a:ln w="0">
            <a:noFill/>
            <a:prstDash val="solid"/>
          </a:ln>
        </p:spPr>
      </p:sp>
      <p:sp>
        <p:nvSpPr>
          <p:cNvPr id="3043" name="LigandSeek2_vs_LigandSeek1_ellipse_8557">
            <a:extLst>
              <a:ext uri="{FF2B5EF4-FFF2-40B4-BE49-F238E27FC236}">
                <a16:creationId xmlns:a16="http://schemas.microsoft.com/office/drawing/2014/main" id="{048E23BC-9A55-48E2-85D6-B60F5B565F4B}"/>
              </a:ext>
            </a:extLst>
          </p:cNvPr>
          <p:cNvSpPr>
            <a:spLocks noGrp="1"/>
          </p:cNvSpPr>
          <p:nvPr/>
        </p:nvSpPr>
        <p:spPr>
          <a:xfrm>
            <a:off x="5017635" y="1106349"/>
            <a:ext cx="24757" cy="24757"/>
          </a:xfrm>
          <a:prstGeom prst="ellipse">
            <a:avLst/>
          </a:prstGeom>
          <a:solidFill>
            <a:srgbClr val="7D8990">
              <a:alpha val="40000"/>
            </a:srgbClr>
          </a:solidFill>
          <a:ln w="0">
            <a:noFill/>
            <a:prstDash val="solid"/>
          </a:ln>
        </p:spPr>
      </p:sp>
      <p:sp>
        <p:nvSpPr>
          <p:cNvPr id="3044" name="LigandSeek2_vs_LigandSeek1_ellipse_8558">
            <a:extLst>
              <a:ext uri="{FF2B5EF4-FFF2-40B4-BE49-F238E27FC236}">
                <a16:creationId xmlns:a16="http://schemas.microsoft.com/office/drawing/2014/main" id="{D3ABD8AD-B791-4E6C-AD1A-BC11E868D8FE}"/>
              </a:ext>
            </a:extLst>
          </p:cNvPr>
          <p:cNvSpPr>
            <a:spLocks noGrp="1"/>
          </p:cNvSpPr>
          <p:nvPr/>
        </p:nvSpPr>
        <p:spPr>
          <a:xfrm>
            <a:off x="4963769" y="1828651"/>
            <a:ext cx="24757" cy="24757"/>
          </a:xfrm>
          <a:prstGeom prst="ellipse">
            <a:avLst/>
          </a:prstGeom>
          <a:solidFill>
            <a:srgbClr val="7D8990">
              <a:alpha val="40000"/>
            </a:srgbClr>
          </a:solidFill>
          <a:ln w="0">
            <a:noFill/>
            <a:prstDash val="solid"/>
          </a:ln>
        </p:spPr>
      </p:sp>
      <p:sp>
        <p:nvSpPr>
          <p:cNvPr id="3045" name="LigandSeek2_vs_LigandSeek1_ellipse_8559">
            <a:extLst>
              <a:ext uri="{FF2B5EF4-FFF2-40B4-BE49-F238E27FC236}">
                <a16:creationId xmlns:a16="http://schemas.microsoft.com/office/drawing/2014/main" id="{ECAD4361-6B74-4579-ACDE-87402FF44504}"/>
              </a:ext>
            </a:extLst>
          </p:cNvPr>
          <p:cNvSpPr>
            <a:spLocks noGrp="1"/>
          </p:cNvSpPr>
          <p:nvPr/>
        </p:nvSpPr>
        <p:spPr>
          <a:xfrm>
            <a:off x="4976870" y="845009"/>
            <a:ext cx="24757" cy="24757"/>
          </a:xfrm>
          <a:prstGeom prst="ellipse">
            <a:avLst/>
          </a:prstGeom>
          <a:solidFill>
            <a:srgbClr val="7D8990">
              <a:alpha val="40000"/>
            </a:srgbClr>
          </a:solidFill>
          <a:ln w="0">
            <a:noFill/>
            <a:prstDash val="solid"/>
          </a:ln>
        </p:spPr>
      </p:sp>
      <p:sp>
        <p:nvSpPr>
          <p:cNvPr id="3046" name="LigandSeek2_vs_LigandSeek1_ellipse_8560">
            <a:extLst>
              <a:ext uri="{FF2B5EF4-FFF2-40B4-BE49-F238E27FC236}">
                <a16:creationId xmlns:a16="http://schemas.microsoft.com/office/drawing/2014/main" id="{B3E6D7A5-3BD9-4BF8-BC12-DE5A7B7AD6BD}"/>
              </a:ext>
            </a:extLst>
          </p:cNvPr>
          <p:cNvSpPr>
            <a:spLocks noGrp="1"/>
          </p:cNvSpPr>
          <p:nvPr/>
        </p:nvSpPr>
        <p:spPr>
          <a:xfrm>
            <a:off x="5018169" y="845009"/>
            <a:ext cx="24757" cy="24757"/>
          </a:xfrm>
          <a:prstGeom prst="ellipse">
            <a:avLst/>
          </a:prstGeom>
          <a:solidFill>
            <a:srgbClr val="7D8990">
              <a:alpha val="40000"/>
            </a:srgbClr>
          </a:solidFill>
          <a:ln w="0">
            <a:noFill/>
            <a:prstDash val="solid"/>
          </a:ln>
        </p:spPr>
      </p:sp>
      <p:sp>
        <p:nvSpPr>
          <p:cNvPr id="3047" name="LigandSeek2_vs_LigandSeek1_ellipse_8561">
            <a:extLst>
              <a:ext uri="{FF2B5EF4-FFF2-40B4-BE49-F238E27FC236}">
                <a16:creationId xmlns:a16="http://schemas.microsoft.com/office/drawing/2014/main" id="{6AC81D32-64DD-467C-8D84-7D64B49D3BA5}"/>
              </a:ext>
            </a:extLst>
          </p:cNvPr>
          <p:cNvSpPr>
            <a:spLocks noGrp="1"/>
          </p:cNvSpPr>
          <p:nvPr/>
        </p:nvSpPr>
        <p:spPr>
          <a:xfrm>
            <a:off x="4957832" y="1890368"/>
            <a:ext cx="24757" cy="24757"/>
          </a:xfrm>
          <a:prstGeom prst="ellipse">
            <a:avLst/>
          </a:prstGeom>
          <a:solidFill>
            <a:srgbClr val="7D8990">
              <a:alpha val="40000"/>
            </a:srgbClr>
          </a:solidFill>
          <a:ln w="0">
            <a:noFill/>
            <a:prstDash val="solid"/>
          </a:ln>
        </p:spPr>
      </p:sp>
      <p:sp>
        <p:nvSpPr>
          <p:cNvPr id="3048" name="LigandSeek2_vs_LigandSeek1_ellipse_8562">
            <a:extLst>
              <a:ext uri="{FF2B5EF4-FFF2-40B4-BE49-F238E27FC236}">
                <a16:creationId xmlns:a16="http://schemas.microsoft.com/office/drawing/2014/main" id="{E1C6C625-44C9-49C2-9347-B13010584CF3}"/>
              </a:ext>
            </a:extLst>
          </p:cNvPr>
          <p:cNvSpPr>
            <a:spLocks noGrp="1"/>
          </p:cNvSpPr>
          <p:nvPr/>
        </p:nvSpPr>
        <p:spPr>
          <a:xfrm>
            <a:off x="4968897" y="845009"/>
            <a:ext cx="24757" cy="24757"/>
          </a:xfrm>
          <a:prstGeom prst="ellipse">
            <a:avLst/>
          </a:prstGeom>
          <a:solidFill>
            <a:srgbClr val="7D8990">
              <a:alpha val="40000"/>
            </a:srgbClr>
          </a:solidFill>
          <a:ln w="0">
            <a:noFill/>
            <a:prstDash val="solid"/>
          </a:ln>
        </p:spPr>
      </p:sp>
      <p:sp>
        <p:nvSpPr>
          <p:cNvPr id="3049" name="LigandSeek2_vs_LigandSeek1_ellipse_8563">
            <a:extLst>
              <a:ext uri="{FF2B5EF4-FFF2-40B4-BE49-F238E27FC236}">
                <a16:creationId xmlns:a16="http://schemas.microsoft.com/office/drawing/2014/main" id="{745B75C8-DE7A-490D-BD42-5EC8910F3394}"/>
              </a:ext>
            </a:extLst>
          </p:cNvPr>
          <p:cNvSpPr>
            <a:spLocks noGrp="1"/>
          </p:cNvSpPr>
          <p:nvPr/>
        </p:nvSpPr>
        <p:spPr>
          <a:xfrm>
            <a:off x="4955245" y="1483839"/>
            <a:ext cx="24757" cy="24757"/>
          </a:xfrm>
          <a:prstGeom prst="ellipse">
            <a:avLst/>
          </a:prstGeom>
          <a:solidFill>
            <a:srgbClr val="7D8990">
              <a:alpha val="40000"/>
            </a:srgbClr>
          </a:solidFill>
          <a:ln w="0">
            <a:noFill/>
            <a:prstDash val="solid"/>
          </a:ln>
        </p:spPr>
      </p:sp>
      <p:sp>
        <p:nvSpPr>
          <p:cNvPr id="3050" name="LigandSeek2_vs_LigandSeek1_ellipse_8564">
            <a:extLst>
              <a:ext uri="{FF2B5EF4-FFF2-40B4-BE49-F238E27FC236}">
                <a16:creationId xmlns:a16="http://schemas.microsoft.com/office/drawing/2014/main" id="{EB9A0F14-2215-4A1A-85A1-B1EDCBDAC694}"/>
              </a:ext>
            </a:extLst>
          </p:cNvPr>
          <p:cNvSpPr>
            <a:spLocks noGrp="1"/>
          </p:cNvSpPr>
          <p:nvPr/>
        </p:nvSpPr>
        <p:spPr>
          <a:xfrm>
            <a:off x="5005850" y="845009"/>
            <a:ext cx="24757" cy="24757"/>
          </a:xfrm>
          <a:prstGeom prst="ellipse">
            <a:avLst/>
          </a:prstGeom>
          <a:solidFill>
            <a:srgbClr val="7D8990">
              <a:alpha val="40000"/>
            </a:srgbClr>
          </a:solidFill>
          <a:ln w="0">
            <a:noFill/>
            <a:prstDash val="solid"/>
          </a:ln>
        </p:spPr>
      </p:sp>
      <p:sp>
        <p:nvSpPr>
          <p:cNvPr id="3051" name="LigandSeek2_vs_LigandSeek1_ellipse_8565">
            <a:extLst>
              <a:ext uri="{FF2B5EF4-FFF2-40B4-BE49-F238E27FC236}">
                <a16:creationId xmlns:a16="http://schemas.microsoft.com/office/drawing/2014/main" id="{355F5A79-D411-4C3D-A274-2F4B63E0CDAF}"/>
              </a:ext>
            </a:extLst>
          </p:cNvPr>
          <p:cNvSpPr>
            <a:spLocks noGrp="1"/>
          </p:cNvSpPr>
          <p:nvPr/>
        </p:nvSpPr>
        <p:spPr>
          <a:xfrm>
            <a:off x="4958154" y="1350551"/>
            <a:ext cx="24757" cy="24757"/>
          </a:xfrm>
          <a:prstGeom prst="ellipse">
            <a:avLst/>
          </a:prstGeom>
          <a:solidFill>
            <a:srgbClr val="7D8990">
              <a:alpha val="40000"/>
            </a:srgbClr>
          </a:solidFill>
          <a:ln w="0">
            <a:noFill/>
            <a:prstDash val="solid"/>
          </a:ln>
        </p:spPr>
      </p:sp>
      <p:sp>
        <p:nvSpPr>
          <p:cNvPr id="3052" name="LigandSeek2_vs_LigandSeek1_ellipse_8566">
            <a:extLst>
              <a:ext uri="{FF2B5EF4-FFF2-40B4-BE49-F238E27FC236}">
                <a16:creationId xmlns:a16="http://schemas.microsoft.com/office/drawing/2014/main" id="{F153706F-9CF3-4269-B8C1-3B9EF2C095A5}"/>
              </a:ext>
            </a:extLst>
          </p:cNvPr>
          <p:cNvSpPr>
            <a:spLocks noGrp="1"/>
          </p:cNvSpPr>
          <p:nvPr/>
        </p:nvSpPr>
        <p:spPr>
          <a:xfrm>
            <a:off x="4973683" y="869899"/>
            <a:ext cx="24757" cy="24757"/>
          </a:xfrm>
          <a:prstGeom prst="ellipse">
            <a:avLst/>
          </a:prstGeom>
          <a:solidFill>
            <a:srgbClr val="7D8990">
              <a:alpha val="40000"/>
            </a:srgbClr>
          </a:solidFill>
          <a:ln w="0">
            <a:noFill/>
            <a:prstDash val="solid"/>
          </a:ln>
        </p:spPr>
      </p:sp>
      <p:sp>
        <p:nvSpPr>
          <p:cNvPr id="3053" name="LigandSeek2_vs_LigandSeek1_ellipse_8567">
            <a:extLst>
              <a:ext uri="{FF2B5EF4-FFF2-40B4-BE49-F238E27FC236}">
                <a16:creationId xmlns:a16="http://schemas.microsoft.com/office/drawing/2014/main" id="{CB2CE46C-1CB3-46D1-8D36-B951681C4967}"/>
              </a:ext>
            </a:extLst>
          </p:cNvPr>
          <p:cNvSpPr>
            <a:spLocks noGrp="1"/>
          </p:cNvSpPr>
          <p:nvPr/>
        </p:nvSpPr>
        <p:spPr>
          <a:xfrm>
            <a:off x="4984631" y="845009"/>
            <a:ext cx="24757" cy="24757"/>
          </a:xfrm>
          <a:prstGeom prst="ellipse">
            <a:avLst/>
          </a:prstGeom>
          <a:solidFill>
            <a:srgbClr val="7D8990">
              <a:alpha val="40000"/>
            </a:srgbClr>
          </a:solidFill>
          <a:ln w="0">
            <a:noFill/>
            <a:prstDash val="solid"/>
          </a:ln>
        </p:spPr>
      </p:sp>
      <p:sp>
        <p:nvSpPr>
          <p:cNvPr id="3054" name="LigandSeek2_vs_LigandSeek1_ellipse_8568">
            <a:extLst>
              <a:ext uri="{FF2B5EF4-FFF2-40B4-BE49-F238E27FC236}">
                <a16:creationId xmlns:a16="http://schemas.microsoft.com/office/drawing/2014/main" id="{C81CFE08-FCDE-4B2C-BA04-B212DBA000F8}"/>
              </a:ext>
            </a:extLst>
          </p:cNvPr>
          <p:cNvSpPr>
            <a:spLocks noGrp="1"/>
          </p:cNvSpPr>
          <p:nvPr/>
        </p:nvSpPr>
        <p:spPr>
          <a:xfrm>
            <a:off x="4978483" y="845009"/>
            <a:ext cx="24757" cy="24757"/>
          </a:xfrm>
          <a:prstGeom prst="ellipse">
            <a:avLst/>
          </a:prstGeom>
          <a:solidFill>
            <a:srgbClr val="7D8990">
              <a:alpha val="40000"/>
            </a:srgbClr>
          </a:solidFill>
          <a:ln w="0">
            <a:noFill/>
            <a:prstDash val="solid"/>
          </a:ln>
        </p:spPr>
      </p:sp>
      <p:sp>
        <p:nvSpPr>
          <p:cNvPr id="3055" name="LigandSeek2_vs_LigandSeek1_ellipse_8569">
            <a:extLst>
              <a:ext uri="{FF2B5EF4-FFF2-40B4-BE49-F238E27FC236}">
                <a16:creationId xmlns:a16="http://schemas.microsoft.com/office/drawing/2014/main" id="{FB6251FD-BC4D-4161-953C-B8B7BDCCD619}"/>
              </a:ext>
            </a:extLst>
          </p:cNvPr>
          <p:cNvSpPr>
            <a:spLocks noGrp="1"/>
          </p:cNvSpPr>
          <p:nvPr/>
        </p:nvSpPr>
        <p:spPr>
          <a:xfrm>
            <a:off x="4969164" y="1367688"/>
            <a:ext cx="24757" cy="24757"/>
          </a:xfrm>
          <a:prstGeom prst="ellipse">
            <a:avLst/>
          </a:prstGeom>
          <a:solidFill>
            <a:srgbClr val="7D8990">
              <a:alpha val="40000"/>
            </a:srgbClr>
          </a:solidFill>
          <a:ln w="0">
            <a:noFill/>
            <a:prstDash val="solid"/>
          </a:ln>
        </p:spPr>
      </p:sp>
      <p:sp>
        <p:nvSpPr>
          <p:cNvPr id="3056" name="LigandSeek2_vs_LigandSeek1_ellipse_8570">
            <a:extLst>
              <a:ext uri="{FF2B5EF4-FFF2-40B4-BE49-F238E27FC236}">
                <a16:creationId xmlns:a16="http://schemas.microsoft.com/office/drawing/2014/main" id="{BBC7EC37-79CE-40B5-9B00-56A48474B0FA}"/>
              </a:ext>
            </a:extLst>
          </p:cNvPr>
          <p:cNvSpPr>
            <a:spLocks noGrp="1"/>
          </p:cNvSpPr>
          <p:nvPr/>
        </p:nvSpPr>
        <p:spPr>
          <a:xfrm>
            <a:off x="4991171" y="1526981"/>
            <a:ext cx="24757" cy="24757"/>
          </a:xfrm>
          <a:prstGeom prst="ellipse">
            <a:avLst/>
          </a:prstGeom>
          <a:solidFill>
            <a:srgbClr val="7D8990">
              <a:alpha val="40000"/>
            </a:srgbClr>
          </a:solidFill>
          <a:ln w="0">
            <a:noFill/>
            <a:prstDash val="solid"/>
          </a:ln>
        </p:spPr>
      </p:sp>
      <p:sp>
        <p:nvSpPr>
          <p:cNvPr id="3057" name="LigandSeek2_vs_LigandSeek1_ellipse_8571">
            <a:extLst>
              <a:ext uri="{FF2B5EF4-FFF2-40B4-BE49-F238E27FC236}">
                <a16:creationId xmlns:a16="http://schemas.microsoft.com/office/drawing/2014/main" id="{7B06C77A-E011-4980-BDD2-FF482E8B24C0}"/>
              </a:ext>
            </a:extLst>
          </p:cNvPr>
          <p:cNvSpPr>
            <a:spLocks noGrp="1"/>
          </p:cNvSpPr>
          <p:nvPr/>
        </p:nvSpPr>
        <p:spPr>
          <a:xfrm>
            <a:off x="5022778" y="1629028"/>
            <a:ext cx="24757" cy="24757"/>
          </a:xfrm>
          <a:prstGeom prst="ellipse">
            <a:avLst/>
          </a:prstGeom>
          <a:solidFill>
            <a:srgbClr val="7D8990">
              <a:alpha val="40000"/>
            </a:srgbClr>
          </a:solidFill>
          <a:ln w="0">
            <a:noFill/>
            <a:prstDash val="solid"/>
          </a:ln>
        </p:spPr>
      </p:sp>
      <p:sp>
        <p:nvSpPr>
          <p:cNvPr id="3058" name="LigandSeek2_vs_LigandSeek1_ellipse_8572">
            <a:extLst>
              <a:ext uri="{FF2B5EF4-FFF2-40B4-BE49-F238E27FC236}">
                <a16:creationId xmlns:a16="http://schemas.microsoft.com/office/drawing/2014/main" id="{4CB1E039-D0FE-43D8-96D1-84E284307AA7}"/>
              </a:ext>
            </a:extLst>
          </p:cNvPr>
          <p:cNvSpPr>
            <a:spLocks noGrp="1"/>
          </p:cNvSpPr>
          <p:nvPr/>
        </p:nvSpPr>
        <p:spPr>
          <a:xfrm>
            <a:off x="5020701" y="845009"/>
            <a:ext cx="24757" cy="24757"/>
          </a:xfrm>
          <a:prstGeom prst="ellipse">
            <a:avLst/>
          </a:prstGeom>
          <a:solidFill>
            <a:srgbClr val="7D8990">
              <a:alpha val="40000"/>
            </a:srgbClr>
          </a:solidFill>
          <a:ln w="0">
            <a:noFill/>
            <a:prstDash val="solid"/>
          </a:ln>
        </p:spPr>
      </p:sp>
      <p:sp>
        <p:nvSpPr>
          <p:cNvPr id="3059" name="LigandSeek2_vs_LigandSeek1_ellipse_8573">
            <a:extLst>
              <a:ext uri="{FF2B5EF4-FFF2-40B4-BE49-F238E27FC236}">
                <a16:creationId xmlns:a16="http://schemas.microsoft.com/office/drawing/2014/main" id="{B1BC58E8-20D4-4CBF-9377-BBD756AC0878}"/>
              </a:ext>
            </a:extLst>
          </p:cNvPr>
          <p:cNvSpPr>
            <a:spLocks noGrp="1"/>
          </p:cNvSpPr>
          <p:nvPr/>
        </p:nvSpPr>
        <p:spPr>
          <a:xfrm>
            <a:off x="5011746" y="1856863"/>
            <a:ext cx="24757" cy="24757"/>
          </a:xfrm>
          <a:prstGeom prst="ellipse">
            <a:avLst/>
          </a:prstGeom>
          <a:solidFill>
            <a:srgbClr val="7D8990">
              <a:alpha val="40000"/>
            </a:srgbClr>
          </a:solidFill>
          <a:ln w="0">
            <a:noFill/>
            <a:prstDash val="solid"/>
          </a:ln>
        </p:spPr>
      </p:sp>
      <p:sp>
        <p:nvSpPr>
          <p:cNvPr id="3060" name="LigandSeek2_vs_LigandSeek1_ellipse_8574">
            <a:extLst>
              <a:ext uri="{FF2B5EF4-FFF2-40B4-BE49-F238E27FC236}">
                <a16:creationId xmlns:a16="http://schemas.microsoft.com/office/drawing/2014/main" id="{7FF0A053-D916-41B2-87D9-006A96A6AF58}"/>
              </a:ext>
            </a:extLst>
          </p:cNvPr>
          <p:cNvSpPr>
            <a:spLocks noGrp="1"/>
          </p:cNvSpPr>
          <p:nvPr/>
        </p:nvSpPr>
        <p:spPr>
          <a:xfrm>
            <a:off x="5028898" y="1108662"/>
            <a:ext cx="24757" cy="24757"/>
          </a:xfrm>
          <a:prstGeom prst="ellipse">
            <a:avLst/>
          </a:prstGeom>
          <a:solidFill>
            <a:srgbClr val="7D8990">
              <a:alpha val="40000"/>
            </a:srgbClr>
          </a:solidFill>
          <a:ln w="0">
            <a:noFill/>
            <a:prstDash val="solid"/>
          </a:ln>
        </p:spPr>
      </p:sp>
      <p:sp>
        <p:nvSpPr>
          <p:cNvPr id="3061" name="LigandSeek2_vs_LigandSeek1_ellipse_8575">
            <a:extLst>
              <a:ext uri="{FF2B5EF4-FFF2-40B4-BE49-F238E27FC236}">
                <a16:creationId xmlns:a16="http://schemas.microsoft.com/office/drawing/2014/main" id="{01C7E222-F11B-4626-8BE8-9949D962EA9F}"/>
              </a:ext>
            </a:extLst>
          </p:cNvPr>
          <p:cNvSpPr>
            <a:spLocks noGrp="1"/>
          </p:cNvSpPr>
          <p:nvPr/>
        </p:nvSpPr>
        <p:spPr>
          <a:xfrm>
            <a:off x="4957887" y="1890368"/>
            <a:ext cx="24757" cy="24757"/>
          </a:xfrm>
          <a:prstGeom prst="ellipse">
            <a:avLst/>
          </a:prstGeom>
          <a:solidFill>
            <a:srgbClr val="7D8990">
              <a:alpha val="40000"/>
            </a:srgbClr>
          </a:solidFill>
          <a:ln w="0">
            <a:noFill/>
            <a:prstDash val="solid"/>
          </a:ln>
        </p:spPr>
      </p:sp>
      <p:sp>
        <p:nvSpPr>
          <p:cNvPr id="3062" name="LigandSeek2_vs_LigandSeek1_ellipse_8576">
            <a:extLst>
              <a:ext uri="{FF2B5EF4-FFF2-40B4-BE49-F238E27FC236}">
                <a16:creationId xmlns:a16="http://schemas.microsoft.com/office/drawing/2014/main" id="{5403036B-17BD-4593-9D25-7421A3464B2B}"/>
              </a:ext>
            </a:extLst>
          </p:cNvPr>
          <p:cNvSpPr>
            <a:spLocks noGrp="1"/>
          </p:cNvSpPr>
          <p:nvPr/>
        </p:nvSpPr>
        <p:spPr>
          <a:xfrm>
            <a:off x="4995529" y="1890368"/>
            <a:ext cx="24757" cy="24757"/>
          </a:xfrm>
          <a:prstGeom prst="ellipse">
            <a:avLst/>
          </a:prstGeom>
          <a:solidFill>
            <a:srgbClr val="7D8990">
              <a:alpha val="40000"/>
            </a:srgbClr>
          </a:solidFill>
          <a:ln w="0">
            <a:noFill/>
            <a:prstDash val="solid"/>
          </a:ln>
        </p:spPr>
      </p:sp>
      <p:sp>
        <p:nvSpPr>
          <p:cNvPr id="3063" name="LigandSeek2_vs_LigandSeek1_ellipse_8577">
            <a:extLst>
              <a:ext uri="{FF2B5EF4-FFF2-40B4-BE49-F238E27FC236}">
                <a16:creationId xmlns:a16="http://schemas.microsoft.com/office/drawing/2014/main" id="{E0104166-F771-4115-ADD6-316CCA81B528}"/>
              </a:ext>
            </a:extLst>
          </p:cNvPr>
          <p:cNvSpPr>
            <a:spLocks noGrp="1"/>
          </p:cNvSpPr>
          <p:nvPr/>
        </p:nvSpPr>
        <p:spPr>
          <a:xfrm>
            <a:off x="4988937" y="1890368"/>
            <a:ext cx="24757" cy="24757"/>
          </a:xfrm>
          <a:prstGeom prst="ellipse">
            <a:avLst/>
          </a:prstGeom>
          <a:solidFill>
            <a:srgbClr val="7D8990">
              <a:alpha val="40000"/>
            </a:srgbClr>
          </a:solidFill>
          <a:ln w="0">
            <a:noFill/>
            <a:prstDash val="solid"/>
          </a:ln>
        </p:spPr>
      </p:sp>
      <p:sp>
        <p:nvSpPr>
          <p:cNvPr id="3064" name="LigandSeek2_vs_LigandSeek1_ellipse_8578">
            <a:extLst>
              <a:ext uri="{FF2B5EF4-FFF2-40B4-BE49-F238E27FC236}">
                <a16:creationId xmlns:a16="http://schemas.microsoft.com/office/drawing/2014/main" id="{D5ACA6EC-D280-4218-83E3-BE763F7C665A}"/>
              </a:ext>
            </a:extLst>
          </p:cNvPr>
          <p:cNvSpPr>
            <a:spLocks noGrp="1"/>
          </p:cNvSpPr>
          <p:nvPr/>
        </p:nvSpPr>
        <p:spPr>
          <a:xfrm>
            <a:off x="5030233" y="1629028"/>
            <a:ext cx="24757" cy="24757"/>
          </a:xfrm>
          <a:prstGeom prst="ellipse">
            <a:avLst/>
          </a:prstGeom>
          <a:solidFill>
            <a:srgbClr val="7D8990">
              <a:alpha val="40000"/>
            </a:srgbClr>
          </a:solidFill>
          <a:ln w="0">
            <a:noFill/>
            <a:prstDash val="solid"/>
          </a:ln>
        </p:spPr>
      </p:sp>
      <p:sp>
        <p:nvSpPr>
          <p:cNvPr id="3065" name="LigandSeek2_vs_LigandSeek1_ellipse_8579">
            <a:extLst>
              <a:ext uri="{FF2B5EF4-FFF2-40B4-BE49-F238E27FC236}">
                <a16:creationId xmlns:a16="http://schemas.microsoft.com/office/drawing/2014/main" id="{B3363F74-3AFE-4C1F-A580-1A28E2695A0E}"/>
              </a:ext>
            </a:extLst>
          </p:cNvPr>
          <p:cNvSpPr>
            <a:spLocks noGrp="1"/>
          </p:cNvSpPr>
          <p:nvPr/>
        </p:nvSpPr>
        <p:spPr>
          <a:xfrm>
            <a:off x="4952581" y="1741031"/>
            <a:ext cx="24757" cy="24757"/>
          </a:xfrm>
          <a:prstGeom prst="ellipse">
            <a:avLst/>
          </a:prstGeom>
          <a:solidFill>
            <a:srgbClr val="7D8990">
              <a:alpha val="40000"/>
            </a:srgbClr>
          </a:solidFill>
          <a:ln w="0">
            <a:noFill/>
            <a:prstDash val="solid"/>
          </a:ln>
        </p:spPr>
      </p:sp>
      <p:sp>
        <p:nvSpPr>
          <p:cNvPr id="3066" name="LigandSeek2_vs_LigandSeek1_ellipse_8580">
            <a:extLst>
              <a:ext uri="{FF2B5EF4-FFF2-40B4-BE49-F238E27FC236}">
                <a16:creationId xmlns:a16="http://schemas.microsoft.com/office/drawing/2014/main" id="{BE331DC3-19BE-4160-9DC7-8F504BA25D85}"/>
              </a:ext>
            </a:extLst>
          </p:cNvPr>
          <p:cNvSpPr>
            <a:spLocks noGrp="1"/>
          </p:cNvSpPr>
          <p:nvPr/>
        </p:nvSpPr>
        <p:spPr>
          <a:xfrm>
            <a:off x="5000009" y="1317598"/>
            <a:ext cx="24757" cy="24757"/>
          </a:xfrm>
          <a:prstGeom prst="ellipse">
            <a:avLst/>
          </a:prstGeom>
          <a:solidFill>
            <a:srgbClr val="7D8990">
              <a:alpha val="40000"/>
            </a:srgbClr>
          </a:solidFill>
          <a:ln w="0">
            <a:noFill/>
            <a:prstDash val="solid"/>
          </a:ln>
        </p:spPr>
      </p:sp>
      <p:sp>
        <p:nvSpPr>
          <p:cNvPr id="3067" name="LigandSeek2_vs_LigandSeek1_ellipse_8581">
            <a:extLst>
              <a:ext uri="{FF2B5EF4-FFF2-40B4-BE49-F238E27FC236}">
                <a16:creationId xmlns:a16="http://schemas.microsoft.com/office/drawing/2014/main" id="{9F6BCB42-1752-49E1-B867-082E966948ED}"/>
              </a:ext>
            </a:extLst>
          </p:cNvPr>
          <p:cNvSpPr>
            <a:spLocks noGrp="1"/>
          </p:cNvSpPr>
          <p:nvPr/>
        </p:nvSpPr>
        <p:spPr>
          <a:xfrm>
            <a:off x="4996322" y="1716141"/>
            <a:ext cx="24757" cy="24757"/>
          </a:xfrm>
          <a:prstGeom prst="ellipse">
            <a:avLst/>
          </a:prstGeom>
          <a:solidFill>
            <a:srgbClr val="7D8990">
              <a:alpha val="40000"/>
            </a:srgbClr>
          </a:solidFill>
          <a:ln w="0">
            <a:noFill/>
            <a:prstDash val="solid"/>
          </a:ln>
        </p:spPr>
      </p:sp>
      <p:sp>
        <p:nvSpPr>
          <p:cNvPr id="3068" name="LigandSeek2_vs_LigandSeek1_ellipse_8582">
            <a:extLst>
              <a:ext uri="{FF2B5EF4-FFF2-40B4-BE49-F238E27FC236}">
                <a16:creationId xmlns:a16="http://schemas.microsoft.com/office/drawing/2014/main" id="{BA05C8D1-3D9E-484A-BA9C-A29BAE3A7BEB}"/>
              </a:ext>
            </a:extLst>
          </p:cNvPr>
          <p:cNvSpPr>
            <a:spLocks noGrp="1"/>
          </p:cNvSpPr>
          <p:nvPr/>
        </p:nvSpPr>
        <p:spPr>
          <a:xfrm>
            <a:off x="4993570" y="845009"/>
            <a:ext cx="24757" cy="24757"/>
          </a:xfrm>
          <a:prstGeom prst="ellipse">
            <a:avLst/>
          </a:prstGeom>
          <a:solidFill>
            <a:srgbClr val="7D8990">
              <a:alpha val="40000"/>
            </a:srgbClr>
          </a:solidFill>
          <a:ln w="0">
            <a:noFill/>
            <a:prstDash val="solid"/>
          </a:ln>
        </p:spPr>
      </p:sp>
      <p:sp>
        <p:nvSpPr>
          <p:cNvPr id="3069" name="LigandSeek2_vs_LigandSeek1_ellipse_8583">
            <a:extLst>
              <a:ext uri="{FF2B5EF4-FFF2-40B4-BE49-F238E27FC236}">
                <a16:creationId xmlns:a16="http://schemas.microsoft.com/office/drawing/2014/main" id="{C7E88DDC-C98D-49A1-8A81-D4F9AC3AB2D4}"/>
              </a:ext>
            </a:extLst>
          </p:cNvPr>
          <p:cNvSpPr>
            <a:spLocks noGrp="1"/>
          </p:cNvSpPr>
          <p:nvPr/>
        </p:nvSpPr>
        <p:spPr>
          <a:xfrm>
            <a:off x="4997239" y="845009"/>
            <a:ext cx="24757" cy="24757"/>
          </a:xfrm>
          <a:prstGeom prst="ellipse">
            <a:avLst/>
          </a:prstGeom>
          <a:solidFill>
            <a:srgbClr val="7D8990">
              <a:alpha val="40000"/>
            </a:srgbClr>
          </a:solidFill>
          <a:ln w="0">
            <a:noFill/>
            <a:prstDash val="solid"/>
          </a:ln>
        </p:spPr>
      </p:sp>
      <p:sp>
        <p:nvSpPr>
          <p:cNvPr id="3070" name="LigandSeek2_vs_LigandSeek1_ellipse_8584">
            <a:extLst>
              <a:ext uri="{FF2B5EF4-FFF2-40B4-BE49-F238E27FC236}">
                <a16:creationId xmlns:a16="http://schemas.microsoft.com/office/drawing/2014/main" id="{A606EA02-A60C-465B-B423-B2EF8F14F499}"/>
              </a:ext>
            </a:extLst>
          </p:cNvPr>
          <p:cNvSpPr>
            <a:spLocks noGrp="1"/>
          </p:cNvSpPr>
          <p:nvPr/>
        </p:nvSpPr>
        <p:spPr>
          <a:xfrm>
            <a:off x="5019254" y="1384540"/>
            <a:ext cx="24757" cy="24757"/>
          </a:xfrm>
          <a:prstGeom prst="ellipse">
            <a:avLst/>
          </a:prstGeom>
          <a:solidFill>
            <a:srgbClr val="7D8990">
              <a:alpha val="40000"/>
            </a:srgbClr>
          </a:solidFill>
          <a:ln w="0">
            <a:noFill/>
            <a:prstDash val="solid"/>
          </a:ln>
        </p:spPr>
      </p:sp>
      <p:sp>
        <p:nvSpPr>
          <p:cNvPr id="3071" name="LigandSeek2_vs_LigandSeek1_ellipse_8585">
            <a:extLst>
              <a:ext uri="{FF2B5EF4-FFF2-40B4-BE49-F238E27FC236}">
                <a16:creationId xmlns:a16="http://schemas.microsoft.com/office/drawing/2014/main" id="{A8F6ECA5-C411-4633-BAD1-7775BF171B1C}"/>
              </a:ext>
            </a:extLst>
          </p:cNvPr>
          <p:cNvSpPr>
            <a:spLocks noGrp="1"/>
          </p:cNvSpPr>
          <p:nvPr/>
        </p:nvSpPr>
        <p:spPr>
          <a:xfrm>
            <a:off x="5011893" y="1890368"/>
            <a:ext cx="24757" cy="24757"/>
          </a:xfrm>
          <a:prstGeom prst="ellipse">
            <a:avLst/>
          </a:prstGeom>
          <a:solidFill>
            <a:srgbClr val="7D8990">
              <a:alpha val="40000"/>
            </a:srgbClr>
          </a:solidFill>
          <a:ln w="0">
            <a:noFill/>
            <a:prstDash val="solid"/>
          </a:ln>
        </p:spPr>
      </p:sp>
      <p:sp>
        <p:nvSpPr>
          <p:cNvPr id="3072" name="LigandSeek2_vs_LigandSeek1_ellipse_8586">
            <a:extLst>
              <a:ext uri="{FF2B5EF4-FFF2-40B4-BE49-F238E27FC236}">
                <a16:creationId xmlns:a16="http://schemas.microsoft.com/office/drawing/2014/main" id="{821359BF-3177-46FB-906D-3A0A77773941}"/>
              </a:ext>
            </a:extLst>
          </p:cNvPr>
          <p:cNvSpPr>
            <a:spLocks noGrp="1"/>
          </p:cNvSpPr>
          <p:nvPr/>
        </p:nvSpPr>
        <p:spPr>
          <a:xfrm>
            <a:off x="4968063" y="1106349"/>
            <a:ext cx="24757" cy="24757"/>
          </a:xfrm>
          <a:prstGeom prst="ellipse">
            <a:avLst/>
          </a:prstGeom>
          <a:solidFill>
            <a:srgbClr val="7D8990">
              <a:alpha val="40000"/>
            </a:srgbClr>
          </a:solidFill>
          <a:ln w="0">
            <a:noFill/>
            <a:prstDash val="solid"/>
          </a:ln>
        </p:spPr>
      </p:sp>
      <p:sp>
        <p:nvSpPr>
          <p:cNvPr id="3073" name="LigandSeek2_vs_LigandSeek1_ellipse_8587">
            <a:extLst>
              <a:ext uri="{FF2B5EF4-FFF2-40B4-BE49-F238E27FC236}">
                <a16:creationId xmlns:a16="http://schemas.microsoft.com/office/drawing/2014/main" id="{BBF660CD-8004-453B-ABD5-6CEA93B69510}"/>
              </a:ext>
            </a:extLst>
          </p:cNvPr>
          <p:cNvSpPr>
            <a:spLocks noGrp="1"/>
          </p:cNvSpPr>
          <p:nvPr/>
        </p:nvSpPr>
        <p:spPr>
          <a:xfrm>
            <a:off x="5013894" y="1890368"/>
            <a:ext cx="24757" cy="24757"/>
          </a:xfrm>
          <a:prstGeom prst="ellipse">
            <a:avLst/>
          </a:prstGeom>
          <a:solidFill>
            <a:srgbClr val="7D8990">
              <a:alpha val="40000"/>
            </a:srgbClr>
          </a:solidFill>
          <a:ln w="0">
            <a:noFill/>
            <a:prstDash val="solid"/>
          </a:ln>
        </p:spPr>
      </p:sp>
      <p:sp>
        <p:nvSpPr>
          <p:cNvPr id="3074" name="LigandSeek2_vs_LigandSeek1_ellipse_8588">
            <a:extLst>
              <a:ext uri="{FF2B5EF4-FFF2-40B4-BE49-F238E27FC236}">
                <a16:creationId xmlns:a16="http://schemas.microsoft.com/office/drawing/2014/main" id="{3C9AC505-A351-4D59-90A3-7DFEAC19AF88}"/>
              </a:ext>
            </a:extLst>
          </p:cNvPr>
          <p:cNvSpPr>
            <a:spLocks noGrp="1"/>
          </p:cNvSpPr>
          <p:nvPr/>
        </p:nvSpPr>
        <p:spPr>
          <a:xfrm>
            <a:off x="4991500" y="845009"/>
            <a:ext cx="24757" cy="24757"/>
          </a:xfrm>
          <a:prstGeom prst="ellipse">
            <a:avLst/>
          </a:prstGeom>
          <a:solidFill>
            <a:srgbClr val="7D8990">
              <a:alpha val="40000"/>
            </a:srgbClr>
          </a:solidFill>
          <a:ln w="0">
            <a:noFill/>
            <a:prstDash val="solid"/>
          </a:ln>
        </p:spPr>
      </p:sp>
      <p:sp>
        <p:nvSpPr>
          <p:cNvPr id="3075" name="LigandSeek2_vs_LigandSeek1_ellipse_8589">
            <a:extLst>
              <a:ext uri="{FF2B5EF4-FFF2-40B4-BE49-F238E27FC236}">
                <a16:creationId xmlns:a16="http://schemas.microsoft.com/office/drawing/2014/main" id="{8A515EEE-790C-42CF-9A1B-E97F4B8FA795}"/>
              </a:ext>
            </a:extLst>
          </p:cNvPr>
          <p:cNvSpPr>
            <a:spLocks noGrp="1"/>
          </p:cNvSpPr>
          <p:nvPr/>
        </p:nvSpPr>
        <p:spPr>
          <a:xfrm>
            <a:off x="4977557" y="1890368"/>
            <a:ext cx="24757" cy="24757"/>
          </a:xfrm>
          <a:prstGeom prst="ellipse">
            <a:avLst/>
          </a:prstGeom>
          <a:solidFill>
            <a:srgbClr val="7D8990">
              <a:alpha val="40000"/>
            </a:srgbClr>
          </a:solidFill>
          <a:ln w="0">
            <a:noFill/>
            <a:prstDash val="solid"/>
          </a:ln>
        </p:spPr>
      </p:sp>
      <p:sp>
        <p:nvSpPr>
          <p:cNvPr id="3076" name="LigandSeek2_vs_LigandSeek1_ellipse_8590">
            <a:extLst>
              <a:ext uri="{FF2B5EF4-FFF2-40B4-BE49-F238E27FC236}">
                <a16:creationId xmlns:a16="http://schemas.microsoft.com/office/drawing/2014/main" id="{7DCCA163-AF61-48A0-91B1-24F900E03A22}"/>
              </a:ext>
            </a:extLst>
          </p:cNvPr>
          <p:cNvSpPr>
            <a:spLocks noGrp="1"/>
          </p:cNvSpPr>
          <p:nvPr/>
        </p:nvSpPr>
        <p:spPr>
          <a:xfrm>
            <a:off x="4996700" y="1846811"/>
            <a:ext cx="24757" cy="24757"/>
          </a:xfrm>
          <a:prstGeom prst="ellipse">
            <a:avLst/>
          </a:prstGeom>
          <a:solidFill>
            <a:srgbClr val="7D8990">
              <a:alpha val="40000"/>
            </a:srgbClr>
          </a:solidFill>
          <a:ln w="0">
            <a:noFill/>
            <a:prstDash val="solid"/>
          </a:ln>
        </p:spPr>
      </p:sp>
      <p:sp>
        <p:nvSpPr>
          <p:cNvPr id="3077" name="LigandSeek2_vs_LigandSeek1_ellipse_8591">
            <a:extLst>
              <a:ext uri="{FF2B5EF4-FFF2-40B4-BE49-F238E27FC236}">
                <a16:creationId xmlns:a16="http://schemas.microsoft.com/office/drawing/2014/main" id="{A55DD831-D686-49DC-83E1-8DBA87C2E2A9}"/>
              </a:ext>
            </a:extLst>
          </p:cNvPr>
          <p:cNvSpPr>
            <a:spLocks noGrp="1"/>
          </p:cNvSpPr>
          <p:nvPr/>
        </p:nvSpPr>
        <p:spPr>
          <a:xfrm>
            <a:off x="4968452" y="845009"/>
            <a:ext cx="24757" cy="24757"/>
          </a:xfrm>
          <a:prstGeom prst="ellipse">
            <a:avLst/>
          </a:prstGeom>
          <a:solidFill>
            <a:srgbClr val="7D8990">
              <a:alpha val="40000"/>
            </a:srgbClr>
          </a:solidFill>
          <a:ln w="0">
            <a:noFill/>
            <a:prstDash val="solid"/>
          </a:ln>
        </p:spPr>
      </p:sp>
      <p:sp>
        <p:nvSpPr>
          <p:cNvPr id="3078" name="LigandSeek2_vs_LigandSeek1_ellipse_8592">
            <a:extLst>
              <a:ext uri="{FF2B5EF4-FFF2-40B4-BE49-F238E27FC236}">
                <a16:creationId xmlns:a16="http://schemas.microsoft.com/office/drawing/2014/main" id="{A18EAC68-21C2-4D06-BEDF-B14CD0F0173A}"/>
              </a:ext>
            </a:extLst>
          </p:cNvPr>
          <p:cNvSpPr>
            <a:spLocks noGrp="1"/>
          </p:cNvSpPr>
          <p:nvPr/>
        </p:nvSpPr>
        <p:spPr>
          <a:xfrm>
            <a:off x="4975488" y="845009"/>
            <a:ext cx="24757" cy="24757"/>
          </a:xfrm>
          <a:prstGeom prst="ellipse">
            <a:avLst/>
          </a:prstGeom>
          <a:solidFill>
            <a:srgbClr val="7D8990">
              <a:alpha val="40000"/>
            </a:srgbClr>
          </a:solidFill>
          <a:ln w="0">
            <a:noFill/>
            <a:prstDash val="solid"/>
          </a:ln>
        </p:spPr>
      </p:sp>
      <p:sp>
        <p:nvSpPr>
          <p:cNvPr id="3079" name="LigandSeek2_vs_LigandSeek1_ellipse_8593">
            <a:extLst>
              <a:ext uri="{FF2B5EF4-FFF2-40B4-BE49-F238E27FC236}">
                <a16:creationId xmlns:a16="http://schemas.microsoft.com/office/drawing/2014/main" id="{C3CD35CC-670D-4C36-B08D-C9E3C5359E30}"/>
              </a:ext>
            </a:extLst>
          </p:cNvPr>
          <p:cNvSpPr>
            <a:spLocks noGrp="1"/>
          </p:cNvSpPr>
          <p:nvPr/>
        </p:nvSpPr>
        <p:spPr>
          <a:xfrm>
            <a:off x="5033116" y="1766365"/>
            <a:ext cx="24757" cy="24757"/>
          </a:xfrm>
          <a:prstGeom prst="ellipse">
            <a:avLst/>
          </a:prstGeom>
          <a:solidFill>
            <a:srgbClr val="7D8990">
              <a:alpha val="40000"/>
            </a:srgbClr>
          </a:solidFill>
          <a:ln w="0">
            <a:noFill/>
            <a:prstDash val="solid"/>
          </a:ln>
        </p:spPr>
      </p:sp>
      <p:sp>
        <p:nvSpPr>
          <p:cNvPr id="3080" name="LigandSeek2_vs_LigandSeek1_ellipse_8594">
            <a:extLst>
              <a:ext uri="{FF2B5EF4-FFF2-40B4-BE49-F238E27FC236}">
                <a16:creationId xmlns:a16="http://schemas.microsoft.com/office/drawing/2014/main" id="{703A2D3B-BB75-477B-88DA-570A69424B0F}"/>
              </a:ext>
            </a:extLst>
          </p:cNvPr>
          <p:cNvSpPr>
            <a:spLocks noGrp="1"/>
          </p:cNvSpPr>
          <p:nvPr/>
        </p:nvSpPr>
        <p:spPr>
          <a:xfrm>
            <a:off x="4987632" y="845009"/>
            <a:ext cx="24757" cy="24757"/>
          </a:xfrm>
          <a:prstGeom prst="ellipse">
            <a:avLst/>
          </a:prstGeom>
          <a:solidFill>
            <a:srgbClr val="7D8990">
              <a:alpha val="40000"/>
            </a:srgbClr>
          </a:solidFill>
          <a:ln w="0">
            <a:noFill/>
            <a:prstDash val="solid"/>
          </a:ln>
        </p:spPr>
      </p:sp>
      <p:sp>
        <p:nvSpPr>
          <p:cNvPr id="3081" name="LigandSeek2_vs_LigandSeek1_ellipse_8595">
            <a:extLst>
              <a:ext uri="{FF2B5EF4-FFF2-40B4-BE49-F238E27FC236}">
                <a16:creationId xmlns:a16="http://schemas.microsoft.com/office/drawing/2014/main" id="{E4CB7591-C3FB-4EC7-B6E4-46BD9FC9A603}"/>
              </a:ext>
            </a:extLst>
          </p:cNvPr>
          <p:cNvSpPr>
            <a:spLocks noGrp="1"/>
          </p:cNvSpPr>
          <p:nvPr/>
        </p:nvSpPr>
        <p:spPr>
          <a:xfrm>
            <a:off x="4984483" y="845009"/>
            <a:ext cx="24757" cy="24757"/>
          </a:xfrm>
          <a:prstGeom prst="ellipse">
            <a:avLst/>
          </a:prstGeom>
          <a:solidFill>
            <a:srgbClr val="7D8990">
              <a:alpha val="40000"/>
            </a:srgbClr>
          </a:solidFill>
          <a:ln w="0">
            <a:noFill/>
            <a:prstDash val="solid"/>
          </a:ln>
        </p:spPr>
      </p:sp>
      <p:sp>
        <p:nvSpPr>
          <p:cNvPr id="3082" name="LigandSeek2_vs_LigandSeek1_ellipse_8596">
            <a:extLst>
              <a:ext uri="{FF2B5EF4-FFF2-40B4-BE49-F238E27FC236}">
                <a16:creationId xmlns:a16="http://schemas.microsoft.com/office/drawing/2014/main" id="{A661AD49-012F-409C-9C11-9D7111A865B6}"/>
              </a:ext>
            </a:extLst>
          </p:cNvPr>
          <p:cNvSpPr>
            <a:spLocks noGrp="1"/>
          </p:cNvSpPr>
          <p:nvPr/>
        </p:nvSpPr>
        <p:spPr>
          <a:xfrm>
            <a:off x="4955104" y="845009"/>
            <a:ext cx="24757" cy="24757"/>
          </a:xfrm>
          <a:prstGeom prst="ellipse">
            <a:avLst/>
          </a:prstGeom>
          <a:solidFill>
            <a:srgbClr val="7D8990">
              <a:alpha val="40000"/>
            </a:srgbClr>
          </a:solidFill>
          <a:ln w="0">
            <a:noFill/>
            <a:prstDash val="solid"/>
          </a:ln>
        </p:spPr>
      </p:sp>
      <p:sp>
        <p:nvSpPr>
          <p:cNvPr id="3083" name="LigandSeek2_vs_LigandSeek1_ellipse_8597">
            <a:extLst>
              <a:ext uri="{FF2B5EF4-FFF2-40B4-BE49-F238E27FC236}">
                <a16:creationId xmlns:a16="http://schemas.microsoft.com/office/drawing/2014/main" id="{9ADA5873-CBFE-4254-AC44-F710772AFD77}"/>
              </a:ext>
            </a:extLst>
          </p:cNvPr>
          <p:cNvSpPr>
            <a:spLocks noGrp="1"/>
          </p:cNvSpPr>
          <p:nvPr/>
        </p:nvSpPr>
        <p:spPr>
          <a:xfrm>
            <a:off x="5034828" y="1890368"/>
            <a:ext cx="24757" cy="24757"/>
          </a:xfrm>
          <a:prstGeom prst="ellipse">
            <a:avLst/>
          </a:prstGeom>
          <a:solidFill>
            <a:srgbClr val="7D8990">
              <a:alpha val="40000"/>
            </a:srgbClr>
          </a:solidFill>
          <a:ln w="0">
            <a:noFill/>
            <a:prstDash val="solid"/>
          </a:ln>
        </p:spPr>
      </p:sp>
      <p:sp>
        <p:nvSpPr>
          <p:cNvPr id="3084" name="LigandSeek2_vs_LigandSeek1_ellipse_8598">
            <a:extLst>
              <a:ext uri="{FF2B5EF4-FFF2-40B4-BE49-F238E27FC236}">
                <a16:creationId xmlns:a16="http://schemas.microsoft.com/office/drawing/2014/main" id="{5CF6D8E3-02B5-4402-A1AF-956C3A7CFA14}"/>
              </a:ext>
            </a:extLst>
          </p:cNvPr>
          <p:cNvSpPr>
            <a:spLocks noGrp="1"/>
          </p:cNvSpPr>
          <p:nvPr/>
        </p:nvSpPr>
        <p:spPr>
          <a:xfrm>
            <a:off x="5020552" y="1890368"/>
            <a:ext cx="24757" cy="24757"/>
          </a:xfrm>
          <a:prstGeom prst="ellipse">
            <a:avLst/>
          </a:prstGeom>
          <a:solidFill>
            <a:srgbClr val="7D8990">
              <a:alpha val="40000"/>
            </a:srgbClr>
          </a:solidFill>
          <a:ln w="0">
            <a:noFill/>
            <a:prstDash val="solid"/>
          </a:ln>
        </p:spPr>
      </p:sp>
      <p:sp>
        <p:nvSpPr>
          <p:cNvPr id="3085" name="LigandSeek2_vs_LigandSeek1_ellipse_8599">
            <a:extLst>
              <a:ext uri="{FF2B5EF4-FFF2-40B4-BE49-F238E27FC236}">
                <a16:creationId xmlns:a16="http://schemas.microsoft.com/office/drawing/2014/main" id="{DDAA759B-41AC-48E7-8200-B0EE72AF2483}"/>
              </a:ext>
            </a:extLst>
          </p:cNvPr>
          <p:cNvSpPr>
            <a:spLocks noGrp="1"/>
          </p:cNvSpPr>
          <p:nvPr/>
        </p:nvSpPr>
        <p:spPr>
          <a:xfrm>
            <a:off x="5036014" y="845009"/>
            <a:ext cx="24757" cy="24757"/>
          </a:xfrm>
          <a:prstGeom prst="ellipse">
            <a:avLst/>
          </a:prstGeom>
          <a:solidFill>
            <a:srgbClr val="7D8990">
              <a:alpha val="40000"/>
            </a:srgbClr>
          </a:solidFill>
          <a:ln w="0">
            <a:noFill/>
            <a:prstDash val="solid"/>
          </a:ln>
        </p:spPr>
      </p:sp>
      <p:sp>
        <p:nvSpPr>
          <p:cNvPr id="3086" name="LigandSeek2_vs_LigandSeek1_ellipse_8600">
            <a:extLst>
              <a:ext uri="{FF2B5EF4-FFF2-40B4-BE49-F238E27FC236}">
                <a16:creationId xmlns:a16="http://schemas.microsoft.com/office/drawing/2014/main" id="{AC9554CC-4101-4881-8588-BE299B9A80AB}"/>
              </a:ext>
            </a:extLst>
          </p:cNvPr>
          <p:cNvSpPr>
            <a:spLocks noGrp="1"/>
          </p:cNvSpPr>
          <p:nvPr/>
        </p:nvSpPr>
        <p:spPr>
          <a:xfrm>
            <a:off x="5017507" y="1598934"/>
            <a:ext cx="24757" cy="24757"/>
          </a:xfrm>
          <a:prstGeom prst="ellipse">
            <a:avLst/>
          </a:prstGeom>
          <a:solidFill>
            <a:srgbClr val="7D8990">
              <a:alpha val="40000"/>
            </a:srgbClr>
          </a:solidFill>
          <a:ln w="0">
            <a:noFill/>
            <a:prstDash val="solid"/>
          </a:ln>
        </p:spPr>
      </p:sp>
      <p:sp>
        <p:nvSpPr>
          <p:cNvPr id="3087" name="LigandSeek2_vs_LigandSeek1_ellipse_8601">
            <a:extLst>
              <a:ext uri="{FF2B5EF4-FFF2-40B4-BE49-F238E27FC236}">
                <a16:creationId xmlns:a16="http://schemas.microsoft.com/office/drawing/2014/main" id="{7A4C6882-1812-4343-BD5D-7A589653110D}"/>
              </a:ext>
            </a:extLst>
          </p:cNvPr>
          <p:cNvSpPr>
            <a:spLocks noGrp="1"/>
          </p:cNvSpPr>
          <p:nvPr/>
        </p:nvSpPr>
        <p:spPr>
          <a:xfrm>
            <a:off x="4956518" y="1832292"/>
            <a:ext cx="24757" cy="24757"/>
          </a:xfrm>
          <a:prstGeom prst="ellipse">
            <a:avLst/>
          </a:prstGeom>
          <a:solidFill>
            <a:srgbClr val="7D8990">
              <a:alpha val="40000"/>
            </a:srgbClr>
          </a:solidFill>
          <a:ln w="0">
            <a:noFill/>
            <a:prstDash val="solid"/>
          </a:ln>
        </p:spPr>
      </p:sp>
      <p:sp>
        <p:nvSpPr>
          <p:cNvPr id="3088" name="LigandSeek2_vs_LigandSeek1_ellipse_8602">
            <a:extLst>
              <a:ext uri="{FF2B5EF4-FFF2-40B4-BE49-F238E27FC236}">
                <a16:creationId xmlns:a16="http://schemas.microsoft.com/office/drawing/2014/main" id="{B497D0A7-4785-43A6-957A-C6476A6417DB}"/>
              </a:ext>
            </a:extLst>
          </p:cNvPr>
          <p:cNvSpPr>
            <a:spLocks noGrp="1"/>
          </p:cNvSpPr>
          <p:nvPr/>
        </p:nvSpPr>
        <p:spPr>
          <a:xfrm>
            <a:off x="4980439" y="1723807"/>
            <a:ext cx="24757" cy="24757"/>
          </a:xfrm>
          <a:prstGeom prst="ellipse">
            <a:avLst/>
          </a:prstGeom>
          <a:solidFill>
            <a:srgbClr val="7D8990">
              <a:alpha val="40000"/>
            </a:srgbClr>
          </a:solidFill>
          <a:ln w="0">
            <a:noFill/>
            <a:prstDash val="solid"/>
          </a:ln>
        </p:spPr>
      </p:sp>
      <p:sp>
        <p:nvSpPr>
          <p:cNvPr id="3089" name="LigandSeek2_vs_LigandSeek1_ellipse_8603">
            <a:extLst>
              <a:ext uri="{FF2B5EF4-FFF2-40B4-BE49-F238E27FC236}">
                <a16:creationId xmlns:a16="http://schemas.microsoft.com/office/drawing/2014/main" id="{05B9D2CA-9916-4576-B989-155E1B2EE8F6}"/>
              </a:ext>
            </a:extLst>
          </p:cNvPr>
          <p:cNvSpPr>
            <a:spLocks noGrp="1"/>
          </p:cNvSpPr>
          <p:nvPr/>
        </p:nvSpPr>
        <p:spPr>
          <a:xfrm>
            <a:off x="4971301" y="1890368"/>
            <a:ext cx="24757" cy="24757"/>
          </a:xfrm>
          <a:prstGeom prst="ellipse">
            <a:avLst/>
          </a:prstGeom>
          <a:solidFill>
            <a:srgbClr val="7D8990">
              <a:alpha val="40000"/>
            </a:srgbClr>
          </a:solidFill>
          <a:ln w="0">
            <a:noFill/>
            <a:prstDash val="solid"/>
          </a:ln>
        </p:spPr>
      </p:sp>
      <p:sp>
        <p:nvSpPr>
          <p:cNvPr id="3090" name="LigandSeek2_vs_LigandSeek1_ellipse_8604">
            <a:extLst>
              <a:ext uri="{FF2B5EF4-FFF2-40B4-BE49-F238E27FC236}">
                <a16:creationId xmlns:a16="http://schemas.microsoft.com/office/drawing/2014/main" id="{3AFF15C2-95BC-4B8C-A493-CB24C2DD4871}"/>
              </a:ext>
            </a:extLst>
          </p:cNvPr>
          <p:cNvSpPr>
            <a:spLocks noGrp="1"/>
          </p:cNvSpPr>
          <p:nvPr/>
        </p:nvSpPr>
        <p:spPr>
          <a:xfrm>
            <a:off x="4993449" y="1890368"/>
            <a:ext cx="24757" cy="24757"/>
          </a:xfrm>
          <a:prstGeom prst="ellipse">
            <a:avLst/>
          </a:prstGeom>
          <a:solidFill>
            <a:srgbClr val="7D8990">
              <a:alpha val="40000"/>
            </a:srgbClr>
          </a:solidFill>
          <a:ln w="0">
            <a:noFill/>
            <a:prstDash val="solid"/>
          </a:ln>
        </p:spPr>
      </p:sp>
      <p:sp>
        <p:nvSpPr>
          <p:cNvPr id="3091" name="LigandSeek2_vs_LigandSeek1_ellipse_8605">
            <a:extLst>
              <a:ext uri="{FF2B5EF4-FFF2-40B4-BE49-F238E27FC236}">
                <a16:creationId xmlns:a16="http://schemas.microsoft.com/office/drawing/2014/main" id="{2C48BFCE-69B7-403C-89EE-D983E5E2F2DC}"/>
              </a:ext>
            </a:extLst>
          </p:cNvPr>
          <p:cNvSpPr>
            <a:spLocks noGrp="1"/>
          </p:cNvSpPr>
          <p:nvPr/>
        </p:nvSpPr>
        <p:spPr>
          <a:xfrm>
            <a:off x="5010232" y="889838"/>
            <a:ext cx="24757" cy="24757"/>
          </a:xfrm>
          <a:prstGeom prst="ellipse">
            <a:avLst/>
          </a:prstGeom>
          <a:solidFill>
            <a:srgbClr val="7D8990">
              <a:alpha val="40000"/>
            </a:srgbClr>
          </a:solidFill>
          <a:ln w="0">
            <a:noFill/>
            <a:prstDash val="solid"/>
          </a:ln>
        </p:spPr>
      </p:sp>
      <p:sp>
        <p:nvSpPr>
          <p:cNvPr id="3092" name="LigandSeek2_vs_LigandSeek1_ellipse_8606">
            <a:extLst>
              <a:ext uri="{FF2B5EF4-FFF2-40B4-BE49-F238E27FC236}">
                <a16:creationId xmlns:a16="http://schemas.microsoft.com/office/drawing/2014/main" id="{FE8E9469-5793-4D16-AC03-BAC921C20615}"/>
              </a:ext>
            </a:extLst>
          </p:cNvPr>
          <p:cNvSpPr>
            <a:spLocks noGrp="1"/>
          </p:cNvSpPr>
          <p:nvPr/>
        </p:nvSpPr>
        <p:spPr>
          <a:xfrm>
            <a:off x="5029892" y="845009"/>
            <a:ext cx="24757" cy="24757"/>
          </a:xfrm>
          <a:prstGeom prst="ellipse">
            <a:avLst/>
          </a:prstGeom>
          <a:solidFill>
            <a:srgbClr val="7D8990">
              <a:alpha val="40000"/>
            </a:srgbClr>
          </a:solidFill>
          <a:ln w="0">
            <a:noFill/>
            <a:prstDash val="solid"/>
          </a:ln>
        </p:spPr>
      </p:sp>
      <p:sp>
        <p:nvSpPr>
          <p:cNvPr id="3093" name="LigandSeek2_vs_LigandSeek1_ellipse_8607">
            <a:extLst>
              <a:ext uri="{FF2B5EF4-FFF2-40B4-BE49-F238E27FC236}">
                <a16:creationId xmlns:a16="http://schemas.microsoft.com/office/drawing/2014/main" id="{A6C56729-275E-462E-911F-04812EA0085E}"/>
              </a:ext>
            </a:extLst>
          </p:cNvPr>
          <p:cNvSpPr>
            <a:spLocks noGrp="1"/>
          </p:cNvSpPr>
          <p:nvPr/>
        </p:nvSpPr>
        <p:spPr>
          <a:xfrm>
            <a:off x="5011187" y="845009"/>
            <a:ext cx="24757" cy="24757"/>
          </a:xfrm>
          <a:prstGeom prst="ellipse">
            <a:avLst/>
          </a:prstGeom>
          <a:solidFill>
            <a:srgbClr val="7D8990">
              <a:alpha val="40000"/>
            </a:srgbClr>
          </a:solidFill>
          <a:ln w="0">
            <a:noFill/>
            <a:prstDash val="solid"/>
          </a:ln>
        </p:spPr>
      </p:sp>
      <p:sp>
        <p:nvSpPr>
          <p:cNvPr id="3094" name="LigandSeek2_vs_LigandSeek1_ellipse_8608">
            <a:extLst>
              <a:ext uri="{FF2B5EF4-FFF2-40B4-BE49-F238E27FC236}">
                <a16:creationId xmlns:a16="http://schemas.microsoft.com/office/drawing/2014/main" id="{A898D0B9-C915-4844-87DA-F651C7E2819A}"/>
              </a:ext>
            </a:extLst>
          </p:cNvPr>
          <p:cNvSpPr>
            <a:spLocks noGrp="1"/>
          </p:cNvSpPr>
          <p:nvPr/>
        </p:nvSpPr>
        <p:spPr>
          <a:xfrm>
            <a:off x="5023606" y="845009"/>
            <a:ext cx="24757" cy="24757"/>
          </a:xfrm>
          <a:prstGeom prst="ellipse">
            <a:avLst/>
          </a:prstGeom>
          <a:solidFill>
            <a:srgbClr val="7D8990">
              <a:alpha val="40000"/>
            </a:srgbClr>
          </a:solidFill>
          <a:ln w="0">
            <a:noFill/>
            <a:prstDash val="solid"/>
          </a:ln>
        </p:spPr>
      </p:sp>
      <p:sp>
        <p:nvSpPr>
          <p:cNvPr id="3095" name="LigandSeek2_vs_LigandSeek1_ellipse_8609">
            <a:extLst>
              <a:ext uri="{FF2B5EF4-FFF2-40B4-BE49-F238E27FC236}">
                <a16:creationId xmlns:a16="http://schemas.microsoft.com/office/drawing/2014/main" id="{E7C2A7D4-32C8-4E18-BC2E-F051DE2A3AA8}"/>
              </a:ext>
            </a:extLst>
          </p:cNvPr>
          <p:cNvSpPr>
            <a:spLocks noGrp="1"/>
          </p:cNvSpPr>
          <p:nvPr/>
        </p:nvSpPr>
        <p:spPr>
          <a:xfrm>
            <a:off x="4970526" y="1841971"/>
            <a:ext cx="24757" cy="24757"/>
          </a:xfrm>
          <a:prstGeom prst="ellipse">
            <a:avLst/>
          </a:prstGeom>
          <a:solidFill>
            <a:srgbClr val="7D8990">
              <a:alpha val="40000"/>
            </a:srgbClr>
          </a:solidFill>
          <a:ln w="0">
            <a:noFill/>
            <a:prstDash val="solid"/>
          </a:ln>
        </p:spPr>
      </p:sp>
      <p:sp>
        <p:nvSpPr>
          <p:cNvPr id="3096" name="LigandSeek2_vs_LigandSeek1_ellipse_8610">
            <a:extLst>
              <a:ext uri="{FF2B5EF4-FFF2-40B4-BE49-F238E27FC236}">
                <a16:creationId xmlns:a16="http://schemas.microsoft.com/office/drawing/2014/main" id="{F69E1358-5165-4BCB-A0D5-AEEE9D9CB1AE}"/>
              </a:ext>
            </a:extLst>
          </p:cNvPr>
          <p:cNvSpPr>
            <a:spLocks noGrp="1"/>
          </p:cNvSpPr>
          <p:nvPr/>
        </p:nvSpPr>
        <p:spPr>
          <a:xfrm>
            <a:off x="5031682" y="1280575"/>
            <a:ext cx="24757" cy="24757"/>
          </a:xfrm>
          <a:prstGeom prst="ellipse">
            <a:avLst/>
          </a:prstGeom>
          <a:solidFill>
            <a:srgbClr val="7D8990">
              <a:alpha val="40000"/>
            </a:srgbClr>
          </a:solidFill>
          <a:ln w="0">
            <a:noFill/>
            <a:prstDash val="solid"/>
          </a:ln>
        </p:spPr>
      </p:sp>
      <p:sp>
        <p:nvSpPr>
          <p:cNvPr id="3097" name="LigandSeek2_vs_LigandSeek1_ellipse_8611">
            <a:extLst>
              <a:ext uri="{FF2B5EF4-FFF2-40B4-BE49-F238E27FC236}">
                <a16:creationId xmlns:a16="http://schemas.microsoft.com/office/drawing/2014/main" id="{917962C2-6179-47FC-91FB-4E564A460ED7}"/>
              </a:ext>
            </a:extLst>
          </p:cNvPr>
          <p:cNvSpPr>
            <a:spLocks noGrp="1"/>
          </p:cNvSpPr>
          <p:nvPr/>
        </p:nvSpPr>
        <p:spPr>
          <a:xfrm>
            <a:off x="4984892" y="1716141"/>
            <a:ext cx="24757" cy="24757"/>
          </a:xfrm>
          <a:prstGeom prst="ellipse">
            <a:avLst/>
          </a:prstGeom>
          <a:solidFill>
            <a:srgbClr val="7D8990">
              <a:alpha val="40000"/>
            </a:srgbClr>
          </a:solidFill>
          <a:ln w="0">
            <a:noFill/>
            <a:prstDash val="solid"/>
          </a:ln>
        </p:spPr>
      </p:sp>
      <p:sp>
        <p:nvSpPr>
          <p:cNvPr id="3098" name="LigandSeek2_vs_LigandSeek1_ellipse_8612">
            <a:extLst>
              <a:ext uri="{FF2B5EF4-FFF2-40B4-BE49-F238E27FC236}">
                <a16:creationId xmlns:a16="http://schemas.microsoft.com/office/drawing/2014/main" id="{F7B8927E-C25E-4A40-907C-965CD6DC0171}"/>
              </a:ext>
            </a:extLst>
          </p:cNvPr>
          <p:cNvSpPr>
            <a:spLocks noGrp="1"/>
          </p:cNvSpPr>
          <p:nvPr/>
        </p:nvSpPr>
        <p:spPr>
          <a:xfrm>
            <a:off x="4975556" y="1263153"/>
            <a:ext cx="24757" cy="24757"/>
          </a:xfrm>
          <a:prstGeom prst="ellipse">
            <a:avLst/>
          </a:prstGeom>
          <a:solidFill>
            <a:srgbClr val="7D8990">
              <a:alpha val="40000"/>
            </a:srgbClr>
          </a:solidFill>
          <a:ln w="0">
            <a:noFill/>
            <a:prstDash val="solid"/>
          </a:ln>
        </p:spPr>
      </p:sp>
      <p:sp>
        <p:nvSpPr>
          <p:cNvPr id="3099" name="LigandSeek2_vs_LigandSeek1_ellipse_8613">
            <a:extLst>
              <a:ext uri="{FF2B5EF4-FFF2-40B4-BE49-F238E27FC236}">
                <a16:creationId xmlns:a16="http://schemas.microsoft.com/office/drawing/2014/main" id="{2E027652-7C7D-49ED-BF3D-272A5D06F8E1}"/>
              </a:ext>
            </a:extLst>
          </p:cNvPr>
          <p:cNvSpPr>
            <a:spLocks noGrp="1"/>
          </p:cNvSpPr>
          <p:nvPr/>
        </p:nvSpPr>
        <p:spPr>
          <a:xfrm>
            <a:off x="5005490" y="1890368"/>
            <a:ext cx="24757" cy="24757"/>
          </a:xfrm>
          <a:prstGeom prst="ellipse">
            <a:avLst/>
          </a:prstGeom>
          <a:solidFill>
            <a:srgbClr val="7D8990">
              <a:alpha val="40000"/>
            </a:srgbClr>
          </a:solidFill>
          <a:ln w="0">
            <a:noFill/>
            <a:prstDash val="solid"/>
          </a:ln>
        </p:spPr>
      </p:sp>
      <p:sp>
        <p:nvSpPr>
          <p:cNvPr id="3100" name="LigandSeek2_vs_LigandSeek1_ellipse_8614">
            <a:extLst>
              <a:ext uri="{FF2B5EF4-FFF2-40B4-BE49-F238E27FC236}">
                <a16:creationId xmlns:a16="http://schemas.microsoft.com/office/drawing/2014/main" id="{FF4F4282-7BF9-4DE7-AC67-1556AAD6EFE3}"/>
              </a:ext>
            </a:extLst>
          </p:cNvPr>
          <p:cNvSpPr>
            <a:spLocks noGrp="1"/>
          </p:cNvSpPr>
          <p:nvPr/>
        </p:nvSpPr>
        <p:spPr>
          <a:xfrm>
            <a:off x="5005542" y="845009"/>
            <a:ext cx="24757" cy="24757"/>
          </a:xfrm>
          <a:prstGeom prst="ellipse">
            <a:avLst/>
          </a:prstGeom>
          <a:solidFill>
            <a:srgbClr val="7D8990">
              <a:alpha val="40000"/>
            </a:srgbClr>
          </a:solidFill>
          <a:ln w="0">
            <a:noFill/>
            <a:prstDash val="solid"/>
          </a:ln>
        </p:spPr>
      </p:sp>
      <p:sp>
        <p:nvSpPr>
          <p:cNvPr id="3101" name="LigandSeek2_vs_LigandSeek1_ellipse_8615">
            <a:extLst>
              <a:ext uri="{FF2B5EF4-FFF2-40B4-BE49-F238E27FC236}">
                <a16:creationId xmlns:a16="http://schemas.microsoft.com/office/drawing/2014/main" id="{E30A7382-00F9-4D2D-8E35-017544252480}"/>
              </a:ext>
            </a:extLst>
          </p:cNvPr>
          <p:cNvSpPr>
            <a:spLocks noGrp="1"/>
          </p:cNvSpPr>
          <p:nvPr/>
        </p:nvSpPr>
        <p:spPr>
          <a:xfrm>
            <a:off x="4994687" y="845009"/>
            <a:ext cx="24757" cy="24757"/>
          </a:xfrm>
          <a:prstGeom prst="ellipse">
            <a:avLst/>
          </a:prstGeom>
          <a:solidFill>
            <a:srgbClr val="7D8990">
              <a:alpha val="40000"/>
            </a:srgbClr>
          </a:solidFill>
          <a:ln w="0">
            <a:noFill/>
            <a:prstDash val="solid"/>
          </a:ln>
        </p:spPr>
      </p:sp>
      <p:sp>
        <p:nvSpPr>
          <p:cNvPr id="3102" name="LigandSeek2_vs_LigandSeek1_ellipse_8616">
            <a:extLst>
              <a:ext uri="{FF2B5EF4-FFF2-40B4-BE49-F238E27FC236}">
                <a16:creationId xmlns:a16="http://schemas.microsoft.com/office/drawing/2014/main" id="{ABBB8BCD-7390-444D-B001-5A799448D707}"/>
              </a:ext>
            </a:extLst>
          </p:cNvPr>
          <p:cNvSpPr>
            <a:spLocks noGrp="1"/>
          </p:cNvSpPr>
          <p:nvPr/>
        </p:nvSpPr>
        <p:spPr>
          <a:xfrm>
            <a:off x="4955808" y="845009"/>
            <a:ext cx="24757" cy="24757"/>
          </a:xfrm>
          <a:prstGeom prst="ellipse">
            <a:avLst/>
          </a:prstGeom>
          <a:solidFill>
            <a:srgbClr val="7D8990">
              <a:alpha val="40000"/>
            </a:srgbClr>
          </a:solidFill>
          <a:ln w="0">
            <a:noFill/>
            <a:prstDash val="solid"/>
          </a:ln>
        </p:spPr>
      </p:sp>
      <p:sp>
        <p:nvSpPr>
          <p:cNvPr id="3103" name="LigandSeek2_vs_LigandSeek1_ellipse_8617">
            <a:extLst>
              <a:ext uri="{FF2B5EF4-FFF2-40B4-BE49-F238E27FC236}">
                <a16:creationId xmlns:a16="http://schemas.microsoft.com/office/drawing/2014/main" id="{177A6140-A33C-481C-8AFA-B46DD920A592}"/>
              </a:ext>
            </a:extLst>
          </p:cNvPr>
          <p:cNvSpPr>
            <a:spLocks noGrp="1"/>
          </p:cNvSpPr>
          <p:nvPr/>
        </p:nvSpPr>
        <p:spPr>
          <a:xfrm>
            <a:off x="5009653" y="1550626"/>
            <a:ext cx="24757" cy="24757"/>
          </a:xfrm>
          <a:prstGeom prst="ellipse">
            <a:avLst/>
          </a:prstGeom>
          <a:solidFill>
            <a:srgbClr val="7D8990">
              <a:alpha val="40000"/>
            </a:srgbClr>
          </a:solidFill>
          <a:ln w="0">
            <a:noFill/>
            <a:prstDash val="solid"/>
          </a:ln>
        </p:spPr>
      </p:sp>
      <p:sp>
        <p:nvSpPr>
          <p:cNvPr id="3104" name="LigandSeek2_vs_LigandSeek1_ellipse_8618">
            <a:extLst>
              <a:ext uri="{FF2B5EF4-FFF2-40B4-BE49-F238E27FC236}">
                <a16:creationId xmlns:a16="http://schemas.microsoft.com/office/drawing/2014/main" id="{F02EA6DB-3642-4F92-8177-25426521B8FE}"/>
              </a:ext>
            </a:extLst>
          </p:cNvPr>
          <p:cNvSpPr>
            <a:spLocks noGrp="1"/>
          </p:cNvSpPr>
          <p:nvPr/>
        </p:nvSpPr>
        <p:spPr>
          <a:xfrm>
            <a:off x="4990029" y="1890368"/>
            <a:ext cx="24757" cy="24757"/>
          </a:xfrm>
          <a:prstGeom prst="ellipse">
            <a:avLst/>
          </a:prstGeom>
          <a:solidFill>
            <a:srgbClr val="7D8990">
              <a:alpha val="40000"/>
            </a:srgbClr>
          </a:solidFill>
          <a:ln w="0">
            <a:noFill/>
            <a:prstDash val="solid"/>
          </a:ln>
        </p:spPr>
      </p:sp>
      <p:sp>
        <p:nvSpPr>
          <p:cNvPr id="3105" name="LigandSeek2_vs_LigandSeek1_ellipse_8619">
            <a:extLst>
              <a:ext uri="{FF2B5EF4-FFF2-40B4-BE49-F238E27FC236}">
                <a16:creationId xmlns:a16="http://schemas.microsoft.com/office/drawing/2014/main" id="{1DC383C3-8C93-4A0D-A922-DA0DFA8FCCD9}"/>
              </a:ext>
            </a:extLst>
          </p:cNvPr>
          <p:cNvSpPr>
            <a:spLocks noGrp="1"/>
          </p:cNvSpPr>
          <p:nvPr/>
        </p:nvSpPr>
        <p:spPr>
          <a:xfrm>
            <a:off x="4983917" y="1890368"/>
            <a:ext cx="24757" cy="24757"/>
          </a:xfrm>
          <a:prstGeom prst="ellipse">
            <a:avLst/>
          </a:prstGeom>
          <a:solidFill>
            <a:srgbClr val="7D8990">
              <a:alpha val="40000"/>
            </a:srgbClr>
          </a:solidFill>
          <a:ln w="0">
            <a:noFill/>
            <a:prstDash val="solid"/>
          </a:ln>
        </p:spPr>
      </p:sp>
      <p:sp>
        <p:nvSpPr>
          <p:cNvPr id="3106" name="LigandSeek2_vs_LigandSeek1_ellipse_8620">
            <a:extLst>
              <a:ext uri="{FF2B5EF4-FFF2-40B4-BE49-F238E27FC236}">
                <a16:creationId xmlns:a16="http://schemas.microsoft.com/office/drawing/2014/main" id="{5FD3ACF5-8078-4072-A6EF-7C9C01A949D5}"/>
              </a:ext>
            </a:extLst>
          </p:cNvPr>
          <p:cNvSpPr>
            <a:spLocks noGrp="1"/>
          </p:cNvSpPr>
          <p:nvPr/>
        </p:nvSpPr>
        <p:spPr>
          <a:xfrm>
            <a:off x="3927941" y="1071698"/>
            <a:ext cx="24757" cy="24757"/>
          </a:xfrm>
          <a:prstGeom prst="ellipse">
            <a:avLst/>
          </a:prstGeom>
          <a:solidFill>
            <a:srgbClr val="B08A60">
              <a:alpha val="40000"/>
            </a:srgbClr>
          </a:solidFill>
          <a:ln w="0">
            <a:noFill/>
            <a:prstDash val="solid"/>
          </a:ln>
        </p:spPr>
      </p:sp>
      <p:sp>
        <p:nvSpPr>
          <p:cNvPr id="3107" name="LigandSeek2_vs_LigandSeek1_ellipse_8621">
            <a:extLst>
              <a:ext uri="{FF2B5EF4-FFF2-40B4-BE49-F238E27FC236}">
                <a16:creationId xmlns:a16="http://schemas.microsoft.com/office/drawing/2014/main" id="{E37AA3FB-369C-417B-B66E-43E434CB0CBB}"/>
              </a:ext>
            </a:extLst>
          </p:cNvPr>
          <p:cNvSpPr>
            <a:spLocks noGrp="1"/>
          </p:cNvSpPr>
          <p:nvPr/>
        </p:nvSpPr>
        <p:spPr>
          <a:xfrm>
            <a:off x="3859962" y="1095884"/>
            <a:ext cx="24757" cy="24757"/>
          </a:xfrm>
          <a:prstGeom prst="ellipse">
            <a:avLst/>
          </a:prstGeom>
          <a:solidFill>
            <a:srgbClr val="B08A60">
              <a:alpha val="40000"/>
            </a:srgbClr>
          </a:solidFill>
          <a:ln w="0">
            <a:noFill/>
            <a:prstDash val="solid"/>
          </a:ln>
        </p:spPr>
      </p:sp>
      <p:sp>
        <p:nvSpPr>
          <p:cNvPr id="3108" name="LigandSeek2_vs_LigandSeek1_ellipse_8622">
            <a:extLst>
              <a:ext uri="{FF2B5EF4-FFF2-40B4-BE49-F238E27FC236}">
                <a16:creationId xmlns:a16="http://schemas.microsoft.com/office/drawing/2014/main" id="{F6228D30-55DD-475E-8ADF-C820214DD0D7}"/>
              </a:ext>
            </a:extLst>
          </p:cNvPr>
          <p:cNvSpPr>
            <a:spLocks noGrp="1"/>
          </p:cNvSpPr>
          <p:nvPr/>
        </p:nvSpPr>
        <p:spPr>
          <a:xfrm>
            <a:off x="3904195" y="1036265"/>
            <a:ext cx="24757" cy="24757"/>
          </a:xfrm>
          <a:prstGeom prst="ellipse">
            <a:avLst/>
          </a:prstGeom>
          <a:solidFill>
            <a:srgbClr val="B08A60">
              <a:alpha val="40000"/>
            </a:srgbClr>
          </a:solidFill>
          <a:ln w="0">
            <a:noFill/>
            <a:prstDash val="solid"/>
          </a:ln>
        </p:spPr>
      </p:sp>
      <p:sp>
        <p:nvSpPr>
          <p:cNvPr id="3109" name="LigandSeek2_vs_LigandSeek1_ellipse_8623">
            <a:extLst>
              <a:ext uri="{FF2B5EF4-FFF2-40B4-BE49-F238E27FC236}">
                <a16:creationId xmlns:a16="http://schemas.microsoft.com/office/drawing/2014/main" id="{77A6500D-F1B4-499F-A065-B2EADD1F1A21}"/>
              </a:ext>
            </a:extLst>
          </p:cNvPr>
          <p:cNvSpPr>
            <a:spLocks noGrp="1"/>
          </p:cNvSpPr>
          <p:nvPr/>
        </p:nvSpPr>
        <p:spPr>
          <a:xfrm>
            <a:off x="3858067" y="1043582"/>
            <a:ext cx="24757" cy="24757"/>
          </a:xfrm>
          <a:prstGeom prst="ellipse">
            <a:avLst/>
          </a:prstGeom>
          <a:solidFill>
            <a:srgbClr val="B08A60">
              <a:alpha val="40000"/>
            </a:srgbClr>
          </a:solidFill>
          <a:ln w="0">
            <a:noFill/>
            <a:prstDash val="solid"/>
          </a:ln>
        </p:spPr>
      </p:sp>
      <p:sp>
        <p:nvSpPr>
          <p:cNvPr id="3110" name="LigandSeek2_vs_LigandSeek1_ellipse_8624">
            <a:extLst>
              <a:ext uri="{FF2B5EF4-FFF2-40B4-BE49-F238E27FC236}">
                <a16:creationId xmlns:a16="http://schemas.microsoft.com/office/drawing/2014/main" id="{DD506856-3AC4-4EC9-8335-BE664E81CD7F}"/>
              </a:ext>
            </a:extLst>
          </p:cNvPr>
          <p:cNvSpPr>
            <a:spLocks noGrp="1"/>
          </p:cNvSpPr>
          <p:nvPr/>
        </p:nvSpPr>
        <p:spPr>
          <a:xfrm>
            <a:off x="3872327" y="1034437"/>
            <a:ext cx="24757" cy="24757"/>
          </a:xfrm>
          <a:prstGeom prst="ellipse">
            <a:avLst/>
          </a:prstGeom>
          <a:solidFill>
            <a:srgbClr val="B08A60">
              <a:alpha val="40000"/>
            </a:srgbClr>
          </a:solidFill>
          <a:ln w="0">
            <a:noFill/>
            <a:prstDash val="solid"/>
          </a:ln>
        </p:spPr>
      </p:sp>
      <p:sp>
        <p:nvSpPr>
          <p:cNvPr id="3111" name="LigandSeek2_vs_LigandSeek1_ellipse_8625">
            <a:extLst>
              <a:ext uri="{FF2B5EF4-FFF2-40B4-BE49-F238E27FC236}">
                <a16:creationId xmlns:a16="http://schemas.microsoft.com/office/drawing/2014/main" id="{CA9109E3-9CDA-4ABB-99D4-6EA86BFE4DF8}"/>
              </a:ext>
            </a:extLst>
          </p:cNvPr>
          <p:cNvSpPr>
            <a:spLocks noGrp="1"/>
          </p:cNvSpPr>
          <p:nvPr/>
        </p:nvSpPr>
        <p:spPr>
          <a:xfrm>
            <a:off x="3916750" y="1409565"/>
            <a:ext cx="24757" cy="24757"/>
          </a:xfrm>
          <a:prstGeom prst="ellipse">
            <a:avLst/>
          </a:prstGeom>
          <a:solidFill>
            <a:srgbClr val="B08A60">
              <a:alpha val="40000"/>
            </a:srgbClr>
          </a:solidFill>
          <a:ln w="0">
            <a:noFill/>
            <a:prstDash val="solid"/>
          </a:ln>
        </p:spPr>
      </p:sp>
      <p:sp>
        <p:nvSpPr>
          <p:cNvPr id="3112" name="LigandSeek2_vs_LigandSeek1_ellipse_8626">
            <a:extLst>
              <a:ext uri="{FF2B5EF4-FFF2-40B4-BE49-F238E27FC236}">
                <a16:creationId xmlns:a16="http://schemas.microsoft.com/office/drawing/2014/main" id="{7B8B8EAB-C85E-4DBD-BAD7-ACF52158095A}"/>
              </a:ext>
            </a:extLst>
          </p:cNvPr>
          <p:cNvSpPr>
            <a:spLocks noGrp="1"/>
          </p:cNvSpPr>
          <p:nvPr/>
        </p:nvSpPr>
        <p:spPr>
          <a:xfrm>
            <a:off x="3922538" y="1299977"/>
            <a:ext cx="24757" cy="24757"/>
          </a:xfrm>
          <a:prstGeom prst="ellipse">
            <a:avLst/>
          </a:prstGeom>
          <a:solidFill>
            <a:srgbClr val="B08A60">
              <a:alpha val="40000"/>
            </a:srgbClr>
          </a:solidFill>
          <a:ln w="0">
            <a:noFill/>
            <a:prstDash val="solid"/>
          </a:ln>
        </p:spPr>
      </p:sp>
      <p:sp>
        <p:nvSpPr>
          <p:cNvPr id="3113" name="LigandSeek2_vs_LigandSeek1_ellipse_8627">
            <a:extLst>
              <a:ext uri="{FF2B5EF4-FFF2-40B4-BE49-F238E27FC236}">
                <a16:creationId xmlns:a16="http://schemas.microsoft.com/office/drawing/2014/main" id="{996C28A1-1198-40B0-ACDA-C34EDC62B746}"/>
              </a:ext>
            </a:extLst>
          </p:cNvPr>
          <p:cNvSpPr>
            <a:spLocks noGrp="1"/>
          </p:cNvSpPr>
          <p:nvPr/>
        </p:nvSpPr>
        <p:spPr>
          <a:xfrm>
            <a:off x="3860805" y="1411738"/>
            <a:ext cx="24757" cy="24757"/>
          </a:xfrm>
          <a:prstGeom prst="ellipse">
            <a:avLst/>
          </a:prstGeom>
          <a:solidFill>
            <a:srgbClr val="B08A60">
              <a:alpha val="40000"/>
            </a:srgbClr>
          </a:solidFill>
          <a:ln w="0">
            <a:noFill/>
            <a:prstDash val="solid"/>
          </a:ln>
        </p:spPr>
      </p:sp>
      <p:sp>
        <p:nvSpPr>
          <p:cNvPr id="3114" name="LigandSeek2_vs_LigandSeek1_ellipse_8628">
            <a:extLst>
              <a:ext uri="{FF2B5EF4-FFF2-40B4-BE49-F238E27FC236}">
                <a16:creationId xmlns:a16="http://schemas.microsoft.com/office/drawing/2014/main" id="{38714AAD-9E86-4522-B80B-E34C4AAE4CB7}"/>
              </a:ext>
            </a:extLst>
          </p:cNvPr>
          <p:cNvSpPr>
            <a:spLocks noGrp="1"/>
          </p:cNvSpPr>
          <p:nvPr/>
        </p:nvSpPr>
        <p:spPr>
          <a:xfrm>
            <a:off x="3846542" y="1501767"/>
            <a:ext cx="24757" cy="24757"/>
          </a:xfrm>
          <a:prstGeom prst="ellipse">
            <a:avLst/>
          </a:prstGeom>
          <a:solidFill>
            <a:srgbClr val="B08A60">
              <a:alpha val="40000"/>
            </a:srgbClr>
          </a:solidFill>
          <a:ln w="0">
            <a:noFill/>
            <a:prstDash val="solid"/>
          </a:ln>
        </p:spPr>
      </p:sp>
      <p:sp>
        <p:nvSpPr>
          <p:cNvPr id="3115" name="LigandSeek2_vs_LigandSeek1_ellipse_8629">
            <a:extLst>
              <a:ext uri="{FF2B5EF4-FFF2-40B4-BE49-F238E27FC236}">
                <a16:creationId xmlns:a16="http://schemas.microsoft.com/office/drawing/2014/main" id="{27D98F88-37A8-419F-A6F6-DE50D5B0D364}"/>
              </a:ext>
            </a:extLst>
          </p:cNvPr>
          <p:cNvSpPr>
            <a:spLocks noGrp="1"/>
          </p:cNvSpPr>
          <p:nvPr/>
        </p:nvSpPr>
        <p:spPr>
          <a:xfrm>
            <a:off x="3927286" y="1340437"/>
            <a:ext cx="24757" cy="24757"/>
          </a:xfrm>
          <a:prstGeom prst="ellipse">
            <a:avLst/>
          </a:prstGeom>
          <a:solidFill>
            <a:srgbClr val="B08A60">
              <a:alpha val="40000"/>
            </a:srgbClr>
          </a:solidFill>
          <a:ln w="0">
            <a:noFill/>
            <a:prstDash val="solid"/>
          </a:ln>
        </p:spPr>
      </p:sp>
      <p:sp>
        <p:nvSpPr>
          <p:cNvPr id="3116" name="LigandSeek2_vs_LigandSeek1_ellipse_8630">
            <a:extLst>
              <a:ext uri="{FF2B5EF4-FFF2-40B4-BE49-F238E27FC236}">
                <a16:creationId xmlns:a16="http://schemas.microsoft.com/office/drawing/2014/main" id="{99CBFD7C-D500-4680-95C4-43DD9F23B05E}"/>
              </a:ext>
            </a:extLst>
          </p:cNvPr>
          <p:cNvSpPr>
            <a:spLocks noGrp="1"/>
          </p:cNvSpPr>
          <p:nvPr/>
        </p:nvSpPr>
        <p:spPr>
          <a:xfrm>
            <a:off x="3847576" y="1447875"/>
            <a:ext cx="24757" cy="24757"/>
          </a:xfrm>
          <a:prstGeom prst="ellipse">
            <a:avLst/>
          </a:prstGeom>
          <a:solidFill>
            <a:srgbClr val="B08A60">
              <a:alpha val="40000"/>
            </a:srgbClr>
          </a:solidFill>
          <a:ln w="0">
            <a:noFill/>
            <a:prstDash val="solid"/>
          </a:ln>
        </p:spPr>
      </p:sp>
      <p:sp>
        <p:nvSpPr>
          <p:cNvPr id="3117" name="LigandSeek2_vs_LigandSeek1_ellipse_8631">
            <a:extLst>
              <a:ext uri="{FF2B5EF4-FFF2-40B4-BE49-F238E27FC236}">
                <a16:creationId xmlns:a16="http://schemas.microsoft.com/office/drawing/2014/main" id="{00E4A957-7B58-45E2-8A8D-92CF5940B968}"/>
              </a:ext>
            </a:extLst>
          </p:cNvPr>
          <p:cNvSpPr>
            <a:spLocks noGrp="1"/>
          </p:cNvSpPr>
          <p:nvPr/>
        </p:nvSpPr>
        <p:spPr>
          <a:xfrm>
            <a:off x="3931269" y="1306107"/>
            <a:ext cx="24757" cy="24757"/>
          </a:xfrm>
          <a:prstGeom prst="ellipse">
            <a:avLst/>
          </a:prstGeom>
          <a:solidFill>
            <a:srgbClr val="B08A60">
              <a:alpha val="40000"/>
            </a:srgbClr>
          </a:solidFill>
          <a:ln w="0">
            <a:noFill/>
            <a:prstDash val="solid"/>
          </a:ln>
        </p:spPr>
      </p:sp>
      <p:sp>
        <p:nvSpPr>
          <p:cNvPr id="3118" name="LigandSeek2_vs_LigandSeek1_ellipse_8632">
            <a:extLst>
              <a:ext uri="{FF2B5EF4-FFF2-40B4-BE49-F238E27FC236}">
                <a16:creationId xmlns:a16="http://schemas.microsoft.com/office/drawing/2014/main" id="{1CC1DB4A-59A5-401B-AE0B-6F1EC7172A3E}"/>
              </a:ext>
            </a:extLst>
          </p:cNvPr>
          <p:cNvSpPr>
            <a:spLocks noGrp="1"/>
          </p:cNvSpPr>
          <p:nvPr/>
        </p:nvSpPr>
        <p:spPr>
          <a:xfrm>
            <a:off x="3863006" y="1653270"/>
            <a:ext cx="24757" cy="24757"/>
          </a:xfrm>
          <a:prstGeom prst="ellipse">
            <a:avLst/>
          </a:prstGeom>
          <a:solidFill>
            <a:srgbClr val="B08A60">
              <a:alpha val="40000"/>
            </a:srgbClr>
          </a:solidFill>
          <a:ln w="0">
            <a:noFill/>
            <a:prstDash val="solid"/>
          </a:ln>
        </p:spPr>
      </p:sp>
      <p:sp>
        <p:nvSpPr>
          <p:cNvPr id="3119" name="LigandSeek2_vs_LigandSeek1_ellipse_8633">
            <a:extLst>
              <a:ext uri="{FF2B5EF4-FFF2-40B4-BE49-F238E27FC236}">
                <a16:creationId xmlns:a16="http://schemas.microsoft.com/office/drawing/2014/main" id="{16BD431A-6BB9-4F09-B160-EDF51FB34E36}"/>
              </a:ext>
            </a:extLst>
          </p:cNvPr>
          <p:cNvSpPr>
            <a:spLocks noGrp="1"/>
          </p:cNvSpPr>
          <p:nvPr/>
        </p:nvSpPr>
        <p:spPr>
          <a:xfrm>
            <a:off x="3853998" y="1346656"/>
            <a:ext cx="24757" cy="24757"/>
          </a:xfrm>
          <a:prstGeom prst="ellipse">
            <a:avLst/>
          </a:prstGeom>
          <a:solidFill>
            <a:srgbClr val="B08A60">
              <a:alpha val="40000"/>
            </a:srgbClr>
          </a:solidFill>
          <a:ln w="0">
            <a:noFill/>
            <a:prstDash val="solid"/>
          </a:ln>
        </p:spPr>
      </p:sp>
      <p:sp>
        <p:nvSpPr>
          <p:cNvPr id="3120" name="LigandSeek2_vs_LigandSeek1_ellipse_8634">
            <a:extLst>
              <a:ext uri="{FF2B5EF4-FFF2-40B4-BE49-F238E27FC236}">
                <a16:creationId xmlns:a16="http://schemas.microsoft.com/office/drawing/2014/main" id="{B9660A7A-14A7-4FF4-8BDC-5F6C2D1F5BD5}"/>
              </a:ext>
            </a:extLst>
          </p:cNvPr>
          <p:cNvSpPr>
            <a:spLocks noGrp="1"/>
          </p:cNvSpPr>
          <p:nvPr/>
        </p:nvSpPr>
        <p:spPr>
          <a:xfrm>
            <a:off x="3904557" y="1032494"/>
            <a:ext cx="24757" cy="24757"/>
          </a:xfrm>
          <a:prstGeom prst="ellipse">
            <a:avLst/>
          </a:prstGeom>
          <a:solidFill>
            <a:srgbClr val="B08A60">
              <a:alpha val="40000"/>
            </a:srgbClr>
          </a:solidFill>
          <a:ln w="0">
            <a:noFill/>
            <a:prstDash val="solid"/>
          </a:ln>
        </p:spPr>
      </p:sp>
      <p:sp>
        <p:nvSpPr>
          <p:cNvPr id="3121" name="LigandSeek2_vs_LigandSeek1_ellipse_8635">
            <a:extLst>
              <a:ext uri="{FF2B5EF4-FFF2-40B4-BE49-F238E27FC236}">
                <a16:creationId xmlns:a16="http://schemas.microsoft.com/office/drawing/2014/main" id="{338EDB40-1FB5-4BFE-9377-C64F1D549C4E}"/>
              </a:ext>
            </a:extLst>
          </p:cNvPr>
          <p:cNvSpPr>
            <a:spLocks noGrp="1"/>
          </p:cNvSpPr>
          <p:nvPr/>
        </p:nvSpPr>
        <p:spPr>
          <a:xfrm>
            <a:off x="3921608" y="1747819"/>
            <a:ext cx="24757" cy="24757"/>
          </a:xfrm>
          <a:prstGeom prst="ellipse">
            <a:avLst/>
          </a:prstGeom>
          <a:solidFill>
            <a:srgbClr val="B08A60">
              <a:alpha val="40000"/>
            </a:srgbClr>
          </a:solidFill>
          <a:ln w="0">
            <a:noFill/>
            <a:prstDash val="solid"/>
          </a:ln>
        </p:spPr>
      </p:sp>
      <p:sp>
        <p:nvSpPr>
          <p:cNvPr id="3122" name="LigandSeek2_vs_LigandSeek1_ellipse_8636">
            <a:extLst>
              <a:ext uri="{FF2B5EF4-FFF2-40B4-BE49-F238E27FC236}">
                <a16:creationId xmlns:a16="http://schemas.microsoft.com/office/drawing/2014/main" id="{152D8DFD-E71E-4EB9-B6F9-B7D07F07F5C9}"/>
              </a:ext>
            </a:extLst>
          </p:cNvPr>
          <p:cNvSpPr>
            <a:spLocks noGrp="1"/>
          </p:cNvSpPr>
          <p:nvPr/>
        </p:nvSpPr>
        <p:spPr>
          <a:xfrm>
            <a:off x="3869675" y="1093595"/>
            <a:ext cx="24757" cy="24757"/>
          </a:xfrm>
          <a:prstGeom prst="ellipse">
            <a:avLst/>
          </a:prstGeom>
          <a:solidFill>
            <a:srgbClr val="B08A60">
              <a:alpha val="40000"/>
            </a:srgbClr>
          </a:solidFill>
          <a:ln w="0">
            <a:noFill/>
            <a:prstDash val="solid"/>
          </a:ln>
        </p:spPr>
      </p:sp>
      <p:sp>
        <p:nvSpPr>
          <p:cNvPr id="3123" name="LigandSeek2_vs_LigandSeek1_ellipse_8637">
            <a:extLst>
              <a:ext uri="{FF2B5EF4-FFF2-40B4-BE49-F238E27FC236}">
                <a16:creationId xmlns:a16="http://schemas.microsoft.com/office/drawing/2014/main" id="{F6DF2B52-D013-4807-BBDA-5D5B83F3580A}"/>
              </a:ext>
            </a:extLst>
          </p:cNvPr>
          <p:cNvSpPr>
            <a:spLocks noGrp="1"/>
          </p:cNvSpPr>
          <p:nvPr/>
        </p:nvSpPr>
        <p:spPr>
          <a:xfrm>
            <a:off x="3850205" y="989726"/>
            <a:ext cx="24757" cy="24757"/>
          </a:xfrm>
          <a:prstGeom prst="ellipse">
            <a:avLst/>
          </a:prstGeom>
          <a:solidFill>
            <a:srgbClr val="B08A60">
              <a:alpha val="40000"/>
            </a:srgbClr>
          </a:solidFill>
          <a:ln w="0">
            <a:noFill/>
            <a:prstDash val="solid"/>
          </a:ln>
        </p:spPr>
      </p:sp>
      <p:sp>
        <p:nvSpPr>
          <p:cNvPr id="3124" name="LigandSeek2_vs_LigandSeek1_ellipse_8638">
            <a:extLst>
              <a:ext uri="{FF2B5EF4-FFF2-40B4-BE49-F238E27FC236}">
                <a16:creationId xmlns:a16="http://schemas.microsoft.com/office/drawing/2014/main" id="{3388027D-B74A-430B-AE61-CE625E2B82AF}"/>
              </a:ext>
            </a:extLst>
          </p:cNvPr>
          <p:cNvSpPr>
            <a:spLocks noGrp="1"/>
          </p:cNvSpPr>
          <p:nvPr/>
        </p:nvSpPr>
        <p:spPr>
          <a:xfrm>
            <a:off x="3861519" y="1326709"/>
            <a:ext cx="24757" cy="24757"/>
          </a:xfrm>
          <a:prstGeom prst="ellipse">
            <a:avLst/>
          </a:prstGeom>
          <a:solidFill>
            <a:srgbClr val="B08A60">
              <a:alpha val="40000"/>
            </a:srgbClr>
          </a:solidFill>
          <a:ln w="0">
            <a:noFill/>
            <a:prstDash val="solid"/>
          </a:ln>
        </p:spPr>
      </p:sp>
      <p:sp>
        <p:nvSpPr>
          <p:cNvPr id="3125" name="LigandSeek2_vs_LigandSeek1_ellipse_8639">
            <a:extLst>
              <a:ext uri="{FF2B5EF4-FFF2-40B4-BE49-F238E27FC236}">
                <a16:creationId xmlns:a16="http://schemas.microsoft.com/office/drawing/2014/main" id="{3568BC6C-1DC6-4ADE-8906-1E8ACF9854BF}"/>
              </a:ext>
            </a:extLst>
          </p:cNvPr>
          <p:cNvSpPr>
            <a:spLocks noGrp="1"/>
          </p:cNvSpPr>
          <p:nvPr/>
        </p:nvSpPr>
        <p:spPr>
          <a:xfrm>
            <a:off x="3892119" y="1890368"/>
            <a:ext cx="24757" cy="24757"/>
          </a:xfrm>
          <a:prstGeom prst="ellipse">
            <a:avLst/>
          </a:prstGeom>
          <a:solidFill>
            <a:srgbClr val="B08A60">
              <a:alpha val="40000"/>
            </a:srgbClr>
          </a:solidFill>
          <a:ln w="0">
            <a:noFill/>
            <a:prstDash val="solid"/>
          </a:ln>
        </p:spPr>
      </p:sp>
      <p:sp>
        <p:nvSpPr>
          <p:cNvPr id="3126" name="LigandSeek2_vs_LigandSeek1_ellipse_8640">
            <a:extLst>
              <a:ext uri="{FF2B5EF4-FFF2-40B4-BE49-F238E27FC236}">
                <a16:creationId xmlns:a16="http://schemas.microsoft.com/office/drawing/2014/main" id="{8B1E5884-EDAA-41C7-BD95-B86641FC0960}"/>
              </a:ext>
            </a:extLst>
          </p:cNvPr>
          <p:cNvSpPr>
            <a:spLocks noGrp="1"/>
          </p:cNvSpPr>
          <p:nvPr/>
        </p:nvSpPr>
        <p:spPr>
          <a:xfrm>
            <a:off x="3917736" y="1658295"/>
            <a:ext cx="24757" cy="24757"/>
          </a:xfrm>
          <a:prstGeom prst="ellipse">
            <a:avLst/>
          </a:prstGeom>
          <a:solidFill>
            <a:srgbClr val="B08A60">
              <a:alpha val="40000"/>
            </a:srgbClr>
          </a:solidFill>
          <a:ln w="0">
            <a:noFill/>
            <a:prstDash val="solid"/>
          </a:ln>
        </p:spPr>
      </p:sp>
      <p:sp>
        <p:nvSpPr>
          <p:cNvPr id="3127" name="LigandSeek2_vs_LigandSeek1_ellipse_8641">
            <a:extLst>
              <a:ext uri="{FF2B5EF4-FFF2-40B4-BE49-F238E27FC236}">
                <a16:creationId xmlns:a16="http://schemas.microsoft.com/office/drawing/2014/main" id="{CCF04DF0-9E44-43B9-8D4A-C30883E571AC}"/>
              </a:ext>
            </a:extLst>
          </p:cNvPr>
          <p:cNvSpPr>
            <a:spLocks noGrp="1"/>
          </p:cNvSpPr>
          <p:nvPr/>
        </p:nvSpPr>
        <p:spPr>
          <a:xfrm>
            <a:off x="3890493" y="1890368"/>
            <a:ext cx="24757" cy="24757"/>
          </a:xfrm>
          <a:prstGeom prst="ellipse">
            <a:avLst/>
          </a:prstGeom>
          <a:solidFill>
            <a:srgbClr val="B08A60">
              <a:alpha val="40000"/>
            </a:srgbClr>
          </a:solidFill>
          <a:ln w="0">
            <a:noFill/>
            <a:prstDash val="solid"/>
          </a:ln>
        </p:spPr>
      </p:sp>
      <p:sp>
        <p:nvSpPr>
          <p:cNvPr id="3128" name="LigandSeek2_vs_LigandSeek1_ellipse_8642">
            <a:extLst>
              <a:ext uri="{FF2B5EF4-FFF2-40B4-BE49-F238E27FC236}">
                <a16:creationId xmlns:a16="http://schemas.microsoft.com/office/drawing/2014/main" id="{45B82B80-1FB3-439B-8DCF-422A6FC204B3}"/>
              </a:ext>
            </a:extLst>
          </p:cNvPr>
          <p:cNvSpPr>
            <a:spLocks noGrp="1"/>
          </p:cNvSpPr>
          <p:nvPr/>
        </p:nvSpPr>
        <p:spPr>
          <a:xfrm>
            <a:off x="3881671" y="984210"/>
            <a:ext cx="24757" cy="24757"/>
          </a:xfrm>
          <a:prstGeom prst="ellipse">
            <a:avLst/>
          </a:prstGeom>
          <a:solidFill>
            <a:srgbClr val="B08A60">
              <a:alpha val="40000"/>
            </a:srgbClr>
          </a:solidFill>
          <a:ln w="0">
            <a:noFill/>
            <a:prstDash val="solid"/>
          </a:ln>
        </p:spPr>
      </p:sp>
      <p:sp>
        <p:nvSpPr>
          <p:cNvPr id="3129" name="LigandSeek2_vs_LigandSeek1_ellipse_8643">
            <a:extLst>
              <a:ext uri="{FF2B5EF4-FFF2-40B4-BE49-F238E27FC236}">
                <a16:creationId xmlns:a16="http://schemas.microsoft.com/office/drawing/2014/main" id="{77384AA8-C8DE-40F0-89AA-6FE07636B350}"/>
              </a:ext>
            </a:extLst>
          </p:cNvPr>
          <p:cNvSpPr>
            <a:spLocks noGrp="1"/>
          </p:cNvSpPr>
          <p:nvPr/>
        </p:nvSpPr>
        <p:spPr>
          <a:xfrm>
            <a:off x="3892842" y="1755949"/>
            <a:ext cx="24757" cy="24757"/>
          </a:xfrm>
          <a:prstGeom prst="ellipse">
            <a:avLst/>
          </a:prstGeom>
          <a:solidFill>
            <a:srgbClr val="B08A60">
              <a:alpha val="40000"/>
            </a:srgbClr>
          </a:solidFill>
          <a:ln w="0">
            <a:noFill/>
            <a:prstDash val="solid"/>
          </a:ln>
        </p:spPr>
      </p:sp>
      <p:sp>
        <p:nvSpPr>
          <p:cNvPr id="3130" name="LigandSeek2_vs_LigandSeek1_ellipse_8644">
            <a:extLst>
              <a:ext uri="{FF2B5EF4-FFF2-40B4-BE49-F238E27FC236}">
                <a16:creationId xmlns:a16="http://schemas.microsoft.com/office/drawing/2014/main" id="{E04E35FF-6D14-4F00-8EAA-A7AD201BF550}"/>
              </a:ext>
            </a:extLst>
          </p:cNvPr>
          <p:cNvSpPr>
            <a:spLocks noGrp="1"/>
          </p:cNvSpPr>
          <p:nvPr/>
        </p:nvSpPr>
        <p:spPr>
          <a:xfrm>
            <a:off x="3900050" y="1890368"/>
            <a:ext cx="24757" cy="24757"/>
          </a:xfrm>
          <a:prstGeom prst="ellipse">
            <a:avLst/>
          </a:prstGeom>
          <a:solidFill>
            <a:srgbClr val="B08A60">
              <a:alpha val="40000"/>
            </a:srgbClr>
          </a:solidFill>
          <a:ln w="0">
            <a:noFill/>
            <a:prstDash val="solid"/>
          </a:ln>
        </p:spPr>
      </p:sp>
      <p:sp>
        <p:nvSpPr>
          <p:cNvPr id="3131" name="LigandSeek2_vs_LigandSeek1_ellipse_8645">
            <a:extLst>
              <a:ext uri="{FF2B5EF4-FFF2-40B4-BE49-F238E27FC236}">
                <a16:creationId xmlns:a16="http://schemas.microsoft.com/office/drawing/2014/main" id="{5320EF00-D647-4CD5-8947-50A030F9278B}"/>
              </a:ext>
            </a:extLst>
          </p:cNvPr>
          <p:cNvSpPr>
            <a:spLocks noGrp="1"/>
          </p:cNvSpPr>
          <p:nvPr/>
        </p:nvSpPr>
        <p:spPr>
          <a:xfrm>
            <a:off x="3880029" y="1392788"/>
            <a:ext cx="24757" cy="24757"/>
          </a:xfrm>
          <a:prstGeom prst="ellipse">
            <a:avLst/>
          </a:prstGeom>
          <a:solidFill>
            <a:srgbClr val="B08A60">
              <a:alpha val="40000"/>
            </a:srgbClr>
          </a:solidFill>
          <a:ln w="0">
            <a:noFill/>
            <a:prstDash val="solid"/>
          </a:ln>
        </p:spPr>
      </p:sp>
      <p:sp>
        <p:nvSpPr>
          <p:cNvPr id="3132" name="LigandSeek2_vs_LigandSeek1_ellipse_8646">
            <a:extLst>
              <a:ext uri="{FF2B5EF4-FFF2-40B4-BE49-F238E27FC236}">
                <a16:creationId xmlns:a16="http://schemas.microsoft.com/office/drawing/2014/main" id="{92592BE4-3BB4-4627-BFDC-1B98C13BD1B0}"/>
              </a:ext>
            </a:extLst>
          </p:cNvPr>
          <p:cNvSpPr>
            <a:spLocks noGrp="1"/>
          </p:cNvSpPr>
          <p:nvPr/>
        </p:nvSpPr>
        <p:spPr>
          <a:xfrm>
            <a:off x="3915917" y="1890368"/>
            <a:ext cx="24757" cy="24757"/>
          </a:xfrm>
          <a:prstGeom prst="ellipse">
            <a:avLst/>
          </a:prstGeom>
          <a:solidFill>
            <a:srgbClr val="B08A60">
              <a:alpha val="40000"/>
            </a:srgbClr>
          </a:solidFill>
          <a:ln w="0">
            <a:noFill/>
            <a:prstDash val="solid"/>
          </a:ln>
        </p:spPr>
      </p:sp>
      <p:sp>
        <p:nvSpPr>
          <p:cNvPr id="3133" name="LigandSeek2_vs_LigandSeek1_ellipse_8647">
            <a:extLst>
              <a:ext uri="{FF2B5EF4-FFF2-40B4-BE49-F238E27FC236}">
                <a16:creationId xmlns:a16="http://schemas.microsoft.com/office/drawing/2014/main" id="{8F8A5D56-0278-4EE8-ABFE-C9DE2610509E}"/>
              </a:ext>
            </a:extLst>
          </p:cNvPr>
          <p:cNvSpPr>
            <a:spLocks noGrp="1"/>
          </p:cNvSpPr>
          <p:nvPr/>
        </p:nvSpPr>
        <p:spPr>
          <a:xfrm>
            <a:off x="3929659" y="1085627"/>
            <a:ext cx="24757" cy="24757"/>
          </a:xfrm>
          <a:prstGeom prst="ellipse">
            <a:avLst/>
          </a:prstGeom>
          <a:solidFill>
            <a:srgbClr val="B08A60">
              <a:alpha val="40000"/>
            </a:srgbClr>
          </a:solidFill>
          <a:ln w="0">
            <a:noFill/>
            <a:prstDash val="solid"/>
          </a:ln>
        </p:spPr>
      </p:sp>
      <p:sp>
        <p:nvSpPr>
          <p:cNvPr id="3134" name="LigandSeek2_vs_LigandSeek1_ellipse_8648">
            <a:extLst>
              <a:ext uri="{FF2B5EF4-FFF2-40B4-BE49-F238E27FC236}">
                <a16:creationId xmlns:a16="http://schemas.microsoft.com/office/drawing/2014/main" id="{230EF6EA-1B10-41F2-91C4-13C4C90A35AA}"/>
              </a:ext>
            </a:extLst>
          </p:cNvPr>
          <p:cNvSpPr>
            <a:spLocks noGrp="1"/>
          </p:cNvSpPr>
          <p:nvPr/>
        </p:nvSpPr>
        <p:spPr>
          <a:xfrm>
            <a:off x="3893442" y="1890368"/>
            <a:ext cx="24757" cy="24757"/>
          </a:xfrm>
          <a:prstGeom prst="ellipse">
            <a:avLst/>
          </a:prstGeom>
          <a:solidFill>
            <a:srgbClr val="B08A60">
              <a:alpha val="40000"/>
            </a:srgbClr>
          </a:solidFill>
          <a:ln w="0">
            <a:noFill/>
            <a:prstDash val="solid"/>
          </a:ln>
        </p:spPr>
      </p:sp>
      <p:sp>
        <p:nvSpPr>
          <p:cNvPr id="3135" name="LigandSeek2_vs_LigandSeek1_ellipse_8649">
            <a:extLst>
              <a:ext uri="{FF2B5EF4-FFF2-40B4-BE49-F238E27FC236}">
                <a16:creationId xmlns:a16="http://schemas.microsoft.com/office/drawing/2014/main" id="{47B27A5B-E467-48DC-9257-87C79BAC1F60}"/>
              </a:ext>
            </a:extLst>
          </p:cNvPr>
          <p:cNvSpPr>
            <a:spLocks noGrp="1"/>
          </p:cNvSpPr>
          <p:nvPr/>
        </p:nvSpPr>
        <p:spPr>
          <a:xfrm>
            <a:off x="3907185" y="1517554"/>
            <a:ext cx="24757" cy="24757"/>
          </a:xfrm>
          <a:prstGeom prst="ellipse">
            <a:avLst/>
          </a:prstGeom>
          <a:solidFill>
            <a:srgbClr val="B08A60">
              <a:alpha val="40000"/>
            </a:srgbClr>
          </a:solidFill>
          <a:ln w="0">
            <a:noFill/>
            <a:prstDash val="solid"/>
          </a:ln>
        </p:spPr>
      </p:sp>
      <p:sp>
        <p:nvSpPr>
          <p:cNvPr id="3136" name="LigandSeek2_vs_LigandSeek1_ellipse_8650">
            <a:extLst>
              <a:ext uri="{FF2B5EF4-FFF2-40B4-BE49-F238E27FC236}">
                <a16:creationId xmlns:a16="http://schemas.microsoft.com/office/drawing/2014/main" id="{125446D1-BCAD-41C4-8224-2BB2166D3682}"/>
              </a:ext>
            </a:extLst>
          </p:cNvPr>
          <p:cNvSpPr>
            <a:spLocks noGrp="1"/>
          </p:cNvSpPr>
          <p:nvPr/>
        </p:nvSpPr>
        <p:spPr>
          <a:xfrm>
            <a:off x="3916408" y="1583998"/>
            <a:ext cx="24757" cy="24757"/>
          </a:xfrm>
          <a:prstGeom prst="ellipse">
            <a:avLst/>
          </a:prstGeom>
          <a:solidFill>
            <a:srgbClr val="B08A60">
              <a:alpha val="40000"/>
            </a:srgbClr>
          </a:solidFill>
          <a:ln w="0">
            <a:noFill/>
            <a:prstDash val="solid"/>
          </a:ln>
        </p:spPr>
      </p:sp>
      <p:sp>
        <p:nvSpPr>
          <p:cNvPr id="3137" name="LigandSeek2_vs_LigandSeek1_ellipse_8651">
            <a:extLst>
              <a:ext uri="{FF2B5EF4-FFF2-40B4-BE49-F238E27FC236}">
                <a16:creationId xmlns:a16="http://schemas.microsoft.com/office/drawing/2014/main" id="{DA97B99B-7D11-4CB4-97FA-235BC45B1232}"/>
              </a:ext>
            </a:extLst>
          </p:cNvPr>
          <p:cNvSpPr>
            <a:spLocks noGrp="1"/>
          </p:cNvSpPr>
          <p:nvPr/>
        </p:nvSpPr>
        <p:spPr>
          <a:xfrm>
            <a:off x="3909071" y="984371"/>
            <a:ext cx="24757" cy="24757"/>
          </a:xfrm>
          <a:prstGeom prst="ellipse">
            <a:avLst/>
          </a:prstGeom>
          <a:solidFill>
            <a:srgbClr val="B08A60">
              <a:alpha val="40000"/>
            </a:srgbClr>
          </a:solidFill>
          <a:ln w="0">
            <a:noFill/>
            <a:prstDash val="solid"/>
          </a:ln>
        </p:spPr>
      </p:sp>
      <p:sp>
        <p:nvSpPr>
          <p:cNvPr id="3138" name="LigandSeek2_vs_LigandSeek1_ellipse_8652">
            <a:extLst>
              <a:ext uri="{FF2B5EF4-FFF2-40B4-BE49-F238E27FC236}">
                <a16:creationId xmlns:a16="http://schemas.microsoft.com/office/drawing/2014/main" id="{26A4A031-7E6B-47BB-9861-5B51E221A5B2}"/>
              </a:ext>
            </a:extLst>
          </p:cNvPr>
          <p:cNvSpPr>
            <a:spLocks noGrp="1"/>
          </p:cNvSpPr>
          <p:nvPr/>
        </p:nvSpPr>
        <p:spPr>
          <a:xfrm>
            <a:off x="3882334" y="1250699"/>
            <a:ext cx="24757" cy="24757"/>
          </a:xfrm>
          <a:prstGeom prst="ellipse">
            <a:avLst/>
          </a:prstGeom>
          <a:solidFill>
            <a:srgbClr val="B08A60">
              <a:alpha val="40000"/>
            </a:srgbClr>
          </a:solidFill>
          <a:ln w="0">
            <a:noFill/>
            <a:prstDash val="solid"/>
          </a:ln>
        </p:spPr>
      </p:sp>
      <p:sp>
        <p:nvSpPr>
          <p:cNvPr id="3139" name="LigandSeek2_vs_LigandSeek1_ellipse_8653">
            <a:extLst>
              <a:ext uri="{FF2B5EF4-FFF2-40B4-BE49-F238E27FC236}">
                <a16:creationId xmlns:a16="http://schemas.microsoft.com/office/drawing/2014/main" id="{CEF78665-903E-43B6-9BC0-032477752CBF}"/>
              </a:ext>
            </a:extLst>
          </p:cNvPr>
          <p:cNvSpPr>
            <a:spLocks noGrp="1"/>
          </p:cNvSpPr>
          <p:nvPr/>
        </p:nvSpPr>
        <p:spPr>
          <a:xfrm>
            <a:off x="3877024" y="1120410"/>
            <a:ext cx="24757" cy="24757"/>
          </a:xfrm>
          <a:prstGeom prst="ellipse">
            <a:avLst/>
          </a:prstGeom>
          <a:solidFill>
            <a:srgbClr val="B08A60">
              <a:alpha val="40000"/>
            </a:srgbClr>
          </a:solidFill>
          <a:ln w="0">
            <a:noFill/>
            <a:prstDash val="solid"/>
          </a:ln>
        </p:spPr>
      </p:sp>
      <p:sp>
        <p:nvSpPr>
          <p:cNvPr id="3140" name="LigandSeek2_vs_LigandSeek1_ellipse_8654">
            <a:extLst>
              <a:ext uri="{FF2B5EF4-FFF2-40B4-BE49-F238E27FC236}">
                <a16:creationId xmlns:a16="http://schemas.microsoft.com/office/drawing/2014/main" id="{A3DA9C05-46C5-47D9-BBAC-E5BD62215AD0}"/>
              </a:ext>
            </a:extLst>
          </p:cNvPr>
          <p:cNvSpPr>
            <a:spLocks noGrp="1"/>
          </p:cNvSpPr>
          <p:nvPr/>
        </p:nvSpPr>
        <p:spPr>
          <a:xfrm>
            <a:off x="3928796" y="1875399"/>
            <a:ext cx="24757" cy="24757"/>
          </a:xfrm>
          <a:prstGeom prst="ellipse">
            <a:avLst/>
          </a:prstGeom>
          <a:solidFill>
            <a:srgbClr val="B08A60">
              <a:alpha val="40000"/>
            </a:srgbClr>
          </a:solidFill>
          <a:ln w="0">
            <a:noFill/>
            <a:prstDash val="solid"/>
          </a:ln>
        </p:spPr>
      </p:sp>
      <p:sp>
        <p:nvSpPr>
          <p:cNvPr id="3141" name="LigandSeek2_vs_LigandSeek1_ellipse_8655">
            <a:extLst>
              <a:ext uri="{FF2B5EF4-FFF2-40B4-BE49-F238E27FC236}">
                <a16:creationId xmlns:a16="http://schemas.microsoft.com/office/drawing/2014/main" id="{764E7FAD-5246-415E-845B-7C5431CBFF42}"/>
              </a:ext>
            </a:extLst>
          </p:cNvPr>
          <p:cNvSpPr>
            <a:spLocks noGrp="1"/>
          </p:cNvSpPr>
          <p:nvPr/>
        </p:nvSpPr>
        <p:spPr>
          <a:xfrm>
            <a:off x="3866470" y="1890368"/>
            <a:ext cx="24757" cy="24757"/>
          </a:xfrm>
          <a:prstGeom prst="ellipse">
            <a:avLst/>
          </a:prstGeom>
          <a:solidFill>
            <a:srgbClr val="B08A60">
              <a:alpha val="40000"/>
            </a:srgbClr>
          </a:solidFill>
          <a:ln w="0">
            <a:noFill/>
            <a:prstDash val="solid"/>
          </a:ln>
        </p:spPr>
      </p:sp>
      <p:sp>
        <p:nvSpPr>
          <p:cNvPr id="3142" name="LigandSeek2_vs_LigandSeek1_ellipse_8656">
            <a:extLst>
              <a:ext uri="{FF2B5EF4-FFF2-40B4-BE49-F238E27FC236}">
                <a16:creationId xmlns:a16="http://schemas.microsoft.com/office/drawing/2014/main" id="{EF51955A-198E-45F4-B67B-8CB32A2325E7}"/>
              </a:ext>
            </a:extLst>
          </p:cNvPr>
          <p:cNvSpPr>
            <a:spLocks noGrp="1"/>
          </p:cNvSpPr>
          <p:nvPr/>
        </p:nvSpPr>
        <p:spPr>
          <a:xfrm>
            <a:off x="3891723" y="1001699"/>
            <a:ext cx="24757" cy="24757"/>
          </a:xfrm>
          <a:prstGeom prst="ellipse">
            <a:avLst/>
          </a:prstGeom>
          <a:solidFill>
            <a:srgbClr val="B08A60">
              <a:alpha val="40000"/>
            </a:srgbClr>
          </a:solidFill>
          <a:ln w="0">
            <a:noFill/>
            <a:prstDash val="solid"/>
          </a:ln>
        </p:spPr>
      </p:sp>
      <p:sp>
        <p:nvSpPr>
          <p:cNvPr id="3143" name="LigandSeek2_vs_LigandSeek1_ellipse_8657">
            <a:extLst>
              <a:ext uri="{FF2B5EF4-FFF2-40B4-BE49-F238E27FC236}">
                <a16:creationId xmlns:a16="http://schemas.microsoft.com/office/drawing/2014/main" id="{4C1D3FCE-7E76-4AC2-8855-142D1B926793}"/>
              </a:ext>
            </a:extLst>
          </p:cNvPr>
          <p:cNvSpPr>
            <a:spLocks noGrp="1"/>
          </p:cNvSpPr>
          <p:nvPr/>
        </p:nvSpPr>
        <p:spPr>
          <a:xfrm>
            <a:off x="3845714" y="1282623"/>
            <a:ext cx="24757" cy="24757"/>
          </a:xfrm>
          <a:prstGeom prst="ellipse">
            <a:avLst/>
          </a:prstGeom>
          <a:solidFill>
            <a:srgbClr val="B08A60">
              <a:alpha val="40000"/>
            </a:srgbClr>
          </a:solidFill>
          <a:ln w="0">
            <a:noFill/>
            <a:prstDash val="solid"/>
          </a:ln>
        </p:spPr>
      </p:sp>
      <p:sp>
        <p:nvSpPr>
          <p:cNvPr id="3144" name="LigandSeek2_vs_LigandSeek1_ellipse_8658">
            <a:extLst>
              <a:ext uri="{FF2B5EF4-FFF2-40B4-BE49-F238E27FC236}">
                <a16:creationId xmlns:a16="http://schemas.microsoft.com/office/drawing/2014/main" id="{4460031E-6D20-4BF6-8885-661566A9A2A9}"/>
              </a:ext>
            </a:extLst>
          </p:cNvPr>
          <p:cNvSpPr>
            <a:spLocks noGrp="1"/>
          </p:cNvSpPr>
          <p:nvPr/>
        </p:nvSpPr>
        <p:spPr>
          <a:xfrm>
            <a:off x="3874937" y="1651854"/>
            <a:ext cx="24757" cy="24757"/>
          </a:xfrm>
          <a:prstGeom prst="ellipse">
            <a:avLst/>
          </a:prstGeom>
          <a:solidFill>
            <a:srgbClr val="B08A60">
              <a:alpha val="40000"/>
            </a:srgbClr>
          </a:solidFill>
          <a:ln w="0">
            <a:noFill/>
            <a:prstDash val="solid"/>
          </a:ln>
        </p:spPr>
      </p:sp>
      <p:sp>
        <p:nvSpPr>
          <p:cNvPr id="3145" name="LigandSeek2_vs_LigandSeek1_ellipse_8659">
            <a:extLst>
              <a:ext uri="{FF2B5EF4-FFF2-40B4-BE49-F238E27FC236}">
                <a16:creationId xmlns:a16="http://schemas.microsoft.com/office/drawing/2014/main" id="{E4419F05-0ECB-447B-A5F4-222817C1FCC8}"/>
              </a:ext>
            </a:extLst>
          </p:cNvPr>
          <p:cNvSpPr>
            <a:spLocks noGrp="1"/>
          </p:cNvSpPr>
          <p:nvPr/>
        </p:nvSpPr>
        <p:spPr>
          <a:xfrm>
            <a:off x="3899331" y="1890368"/>
            <a:ext cx="24757" cy="24757"/>
          </a:xfrm>
          <a:prstGeom prst="ellipse">
            <a:avLst/>
          </a:prstGeom>
          <a:solidFill>
            <a:srgbClr val="B08A60">
              <a:alpha val="40000"/>
            </a:srgbClr>
          </a:solidFill>
          <a:ln w="0">
            <a:noFill/>
            <a:prstDash val="solid"/>
          </a:ln>
        </p:spPr>
      </p:sp>
      <p:sp>
        <p:nvSpPr>
          <p:cNvPr id="3146" name="LigandSeek2_vs_LigandSeek1_ellipse_8660">
            <a:extLst>
              <a:ext uri="{FF2B5EF4-FFF2-40B4-BE49-F238E27FC236}">
                <a16:creationId xmlns:a16="http://schemas.microsoft.com/office/drawing/2014/main" id="{C87CE757-EBD4-4207-8D47-2352267C591A}"/>
              </a:ext>
            </a:extLst>
          </p:cNvPr>
          <p:cNvSpPr>
            <a:spLocks noGrp="1"/>
          </p:cNvSpPr>
          <p:nvPr/>
        </p:nvSpPr>
        <p:spPr>
          <a:xfrm>
            <a:off x="3896525" y="1576760"/>
            <a:ext cx="24757" cy="24757"/>
          </a:xfrm>
          <a:prstGeom prst="ellipse">
            <a:avLst/>
          </a:prstGeom>
          <a:solidFill>
            <a:srgbClr val="B08A60">
              <a:alpha val="40000"/>
            </a:srgbClr>
          </a:solidFill>
          <a:ln w="0">
            <a:noFill/>
            <a:prstDash val="solid"/>
          </a:ln>
        </p:spPr>
      </p:sp>
      <p:sp>
        <p:nvSpPr>
          <p:cNvPr id="3147" name="LigandSeek2_vs_LigandSeek1_ellipse_8661">
            <a:extLst>
              <a:ext uri="{FF2B5EF4-FFF2-40B4-BE49-F238E27FC236}">
                <a16:creationId xmlns:a16="http://schemas.microsoft.com/office/drawing/2014/main" id="{8AB14AE0-32CF-4B67-8B27-9553DD02C46C}"/>
              </a:ext>
            </a:extLst>
          </p:cNvPr>
          <p:cNvSpPr>
            <a:spLocks noGrp="1"/>
          </p:cNvSpPr>
          <p:nvPr/>
        </p:nvSpPr>
        <p:spPr>
          <a:xfrm>
            <a:off x="3863157" y="1040390"/>
            <a:ext cx="24757" cy="24757"/>
          </a:xfrm>
          <a:prstGeom prst="ellipse">
            <a:avLst/>
          </a:prstGeom>
          <a:solidFill>
            <a:srgbClr val="B08A60">
              <a:alpha val="40000"/>
            </a:srgbClr>
          </a:solidFill>
          <a:ln w="0">
            <a:noFill/>
            <a:prstDash val="solid"/>
          </a:ln>
        </p:spPr>
      </p:sp>
      <p:sp>
        <p:nvSpPr>
          <p:cNvPr id="3148" name="LigandSeek2_vs_LigandSeek1_ellipse_8662">
            <a:extLst>
              <a:ext uri="{FF2B5EF4-FFF2-40B4-BE49-F238E27FC236}">
                <a16:creationId xmlns:a16="http://schemas.microsoft.com/office/drawing/2014/main" id="{4A39C9B4-F001-4CB6-A557-010987A112F5}"/>
              </a:ext>
            </a:extLst>
          </p:cNvPr>
          <p:cNvSpPr>
            <a:spLocks noGrp="1"/>
          </p:cNvSpPr>
          <p:nvPr/>
        </p:nvSpPr>
        <p:spPr>
          <a:xfrm>
            <a:off x="3872525" y="1022836"/>
            <a:ext cx="24757" cy="24757"/>
          </a:xfrm>
          <a:prstGeom prst="ellipse">
            <a:avLst/>
          </a:prstGeom>
          <a:solidFill>
            <a:srgbClr val="B08A60">
              <a:alpha val="40000"/>
            </a:srgbClr>
          </a:solidFill>
          <a:ln w="0">
            <a:noFill/>
            <a:prstDash val="solid"/>
          </a:ln>
        </p:spPr>
      </p:sp>
      <p:sp>
        <p:nvSpPr>
          <p:cNvPr id="3149" name="LigandSeek2_vs_LigandSeek1_ellipse_8663">
            <a:extLst>
              <a:ext uri="{FF2B5EF4-FFF2-40B4-BE49-F238E27FC236}">
                <a16:creationId xmlns:a16="http://schemas.microsoft.com/office/drawing/2014/main" id="{6F5E5076-E56B-4053-8F82-1FB0FC2272F3}"/>
              </a:ext>
            </a:extLst>
          </p:cNvPr>
          <p:cNvSpPr>
            <a:spLocks noGrp="1"/>
          </p:cNvSpPr>
          <p:nvPr/>
        </p:nvSpPr>
        <p:spPr>
          <a:xfrm>
            <a:off x="3901206" y="1242951"/>
            <a:ext cx="24757" cy="24757"/>
          </a:xfrm>
          <a:prstGeom prst="ellipse">
            <a:avLst/>
          </a:prstGeom>
          <a:solidFill>
            <a:srgbClr val="B08A60">
              <a:alpha val="40000"/>
            </a:srgbClr>
          </a:solidFill>
          <a:ln w="0">
            <a:noFill/>
            <a:prstDash val="solid"/>
          </a:ln>
        </p:spPr>
      </p:sp>
      <p:sp>
        <p:nvSpPr>
          <p:cNvPr id="3150" name="LigandSeek2_vs_LigandSeek1_ellipse_8664">
            <a:extLst>
              <a:ext uri="{FF2B5EF4-FFF2-40B4-BE49-F238E27FC236}">
                <a16:creationId xmlns:a16="http://schemas.microsoft.com/office/drawing/2014/main" id="{A59F2839-6751-4E64-9D2D-41061EC06107}"/>
              </a:ext>
            </a:extLst>
          </p:cNvPr>
          <p:cNvSpPr>
            <a:spLocks noGrp="1"/>
          </p:cNvSpPr>
          <p:nvPr/>
        </p:nvSpPr>
        <p:spPr>
          <a:xfrm>
            <a:off x="3872170" y="1130328"/>
            <a:ext cx="24757" cy="24757"/>
          </a:xfrm>
          <a:prstGeom prst="ellipse">
            <a:avLst/>
          </a:prstGeom>
          <a:solidFill>
            <a:srgbClr val="B08A60">
              <a:alpha val="40000"/>
            </a:srgbClr>
          </a:solidFill>
          <a:ln w="0">
            <a:noFill/>
            <a:prstDash val="solid"/>
          </a:ln>
        </p:spPr>
      </p:sp>
      <p:sp>
        <p:nvSpPr>
          <p:cNvPr id="3151" name="LigandSeek2_vs_LigandSeek1_ellipse_8665">
            <a:extLst>
              <a:ext uri="{FF2B5EF4-FFF2-40B4-BE49-F238E27FC236}">
                <a16:creationId xmlns:a16="http://schemas.microsoft.com/office/drawing/2014/main" id="{42C2E2C2-03C5-48FD-A9AC-90AD2F8F2D88}"/>
              </a:ext>
            </a:extLst>
          </p:cNvPr>
          <p:cNvSpPr>
            <a:spLocks noGrp="1"/>
          </p:cNvSpPr>
          <p:nvPr/>
        </p:nvSpPr>
        <p:spPr>
          <a:xfrm>
            <a:off x="3913266" y="1196587"/>
            <a:ext cx="24757" cy="24757"/>
          </a:xfrm>
          <a:prstGeom prst="ellipse">
            <a:avLst/>
          </a:prstGeom>
          <a:solidFill>
            <a:srgbClr val="B08A60">
              <a:alpha val="40000"/>
            </a:srgbClr>
          </a:solidFill>
          <a:ln w="0">
            <a:noFill/>
            <a:prstDash val="solid"/>
          </a:ln>
        </p:spPr>
      </p:sp>
      <p:sp>
        <p:nvSpPr>
          <p:cNvPr id="3152" name="LigandSeek2_vs_LigandSeek1_ellipse_8666">
            <a:extLst>
              <a:ext uri="{FF2B5EF4-FFF2-40B4-BE49-F238E27FC236}">
                <a16:creationId xmlns:a16="http://schemas.microsoft.com/office/drawing/2014/main" id="{AA3EA5C1-A0AC-41D0-B598-4A39E8F2C288}"/>
              </a:ext>
            </a:extLst>
          </p:cNvPr>
          <p:cNvSpPr>
            <a:spLocks noGrp="1"/>
          </p:cNvSpPr>
          <p:nvPr/>
        </p:nvSpPr>
        <p:spPr>
          <a:xfrm>
            <a:off x="3856503" y="967568"/>
            <a:ext cx="24757" cy="24757"/>
          </a:xfrm>
          <a:prstGeom prst="ellipse">
            <a:avLst/>
          </a:prstGeom>
          <a:solidFill>
            <a:srgbClr val="B08A60">
              <a:alpha val="40000"/>
            </a:srgbClr>
          </a:solidFill>
          <a:ln w="0">
            <a:noFill/>
            <a:prstDash val="solid"/>
          </a:ln>
        </p:spPr>
      </p:sp>
      <p:sp>
        <p:nvSpPr>
          <p:cNvPr id="3153" name="LigandSeek2_vs_LigandSeek1_ellipse_8667">
            <a:extLst>
              <a:ext uri="{FF2B5EF4-FFF2-40B4-BE49-F238E27FC236}">
                <a16:creationId xmlns:a16="http://schemas.microsoft.com/office/drawing/2014/main" id="{15953795-3EFC-402C-AE86-51995D432662}"/>
              </a:ext>
            </a:extLst>
          </p:cNvPr>
          <p:cNvSpPr>
            <a:spLocks noGrp="1"/>
          </p:cNvSpPr>
          <p:nvPr/>
        </p:nvSpPr>
        <p:spPr>
          <a:xfrm>
            <a:off x="3909897" y="1650615"/>
            <a:ext cx="24757" cy="24757"/>
          </a:xfrm>
          <a:prstGeom prst="ellipse">
            <a:avLst/>
          </a:prstGeom>
          <a:solidFill>
            <a:srgbClr val="B08A60">
              <a:alpha val="40000"/>
            </a:srgbClr>
          </a:solidFill>
          <a:ln w="0">
            <a:noFill/>
            <a:prstDash val="solid"/>
          </a:ln>
        </p:spPr>
      </p:sp>
      <p:sp>
        <p:nvSpPr>
          <p:cNvPr id="3154" name="LigandSeek2_vs_LigandSeek1_ellipse_8668">
            <a:extLst>
              <a:ext uri="{FF2B5EF4-FFF2-40B4-BE49-F238E27FC236}">
                <a16:creationId xmlns:a16="http://schemas.microsoft.com/office/drawing/2014/main" id="{DC972A7E-0919-48AC-86E1-DE318CC2088F}"/>
              </a:ext>
            </a:extLst>
          </p:cNvPr>
          <p:cNvSpPr>
            <a:spLocks noGrp="1"/>
          </p:cNvSpPr>
          <p:nvPr/>
        </p:nvSpPr>
        <p:spPr>
          <a:xfrm>
            <a:off x="3869459" y="1200224"/>
            <a:ext cx="24757" cy="24757"/>
          </a:xfrm>
          <a:prstGeom prst="ellipse">
            <a:avLst/>
          </a:prstGeom>
          <a:solidFill>
            <a:srgbClr val="B08A60">
              <a:alpha val="40000"/>
            </a:srgbClr>
          </a:solidFill>
          <a:ln w="0">
            <a:noFill/>
            <a:prstDash val="solid"/>
          </a:ln>
        </p:spPr>
      </p:sp>
      <p:sp>
        <p:nvSpPr>
          <p:cNvPr id="3155" name="LigandSeek2_vs_LigandSeek1_ellipse_8669">
            <a:extLst>
              <a:ext uri="{FF2B5EF4-FFF2-40B4-BE49-F238E27FC236}">
                <a16:creationId xmlns:a16="http://schemas.microsoft.com/office/drawing/2014/main" id="{FE777CDD-ED20-4878-A84A-EC8CDAB8E6C9}"/>
              </a:ext>
            </a:extLst>
          </p:cNvPr>
          <p:cNvSpPr>
            <a:spLocks noGrp="1"/>
          </p:cNvSpPr>
          <p:nvPr/>
        </p:nvSpPr>
        <p:spPr>
          <a:xfrm>
            <a:off x="3881817" y="1890368"/>
            <a:ext cx="24757" cy="24757"/>
          </a:xfrm>
          <a:prstGeom prst="ellipse">
            <a:avLst/>
          </a:prstGeom>
          <a:solidFill>
            <a:srgbClr val="B08A60">
              <a:alpha val="40000"/>
            </a:srgbClr>
          </a:solidFill>
          <a:ln w="0">
            <a:noFill/>
            <a:prstDash val="solid"/>
          </a:ln>
        </p:spPr>
      </p:sp>
      <p:sp>
        <p:nvSpPr>
          <p:cNvPr id="3156" name="LigandSeek2_vs_LigandSeek1_ellipse_8670">
            <a:extLst>
              <a:ext uri="{FF2B5EF4-FFF2-40B4-BE49-F238E27FC236}">
                <a16:creationId xmlns:a16="http://schemas.microsoft.com/office/drawing/2014/main" id="{BF777ACF-7582-415A-96A2-40BE78374166}"/>
              </a:ext>
            </a:extLst>
          </p:cNvPr>
          <p:cNvSpPr>
            <a:spLocks noGrp="1"/>
          </p:cNvSpPr>
          <p:nvPr/>
        </p:nvSpPr>
        <p:spPr>
          <a:xfrm>
            <a:off x="3849877" y="1890368"/>
            <a:ext cx="24757" cy="24757"/>
          </a:xfrm>
          <a:prstGeom prst="ellipse">
            <a:avLst/>
          </a:prstGeom>
          <a:solidFill>
            <a:srgbClr val="B08A60">
              <a:alpha val="40000"/>
            </a:srgbClr>
          </a:solidFill>
          <a:ln w="0">
            <a:noFill/>
            <a:prstDash val="solid"/>
          </a:ln>
        </p:spPr>
      </p:sp>
      <p:sp>
        <p:nvSpPr>
          <p:cNvPr id="3157" name="LigandSeek2_vs_LigandSeek1_ellipse_8671">
            <a:extLst>
              <a:ext uri="{FF2B5EF4-FFF2-40B4-BE49-F238E27FC236}">
                <a16:creationId xmlns:a16="http://schemas.microsoft.com/office/drawing/2014/main" id="{67A69252-5998-48EC-A2FA-410598ADA8EB}"/>
              </a:ext>
            </a:extLst>
          </p:cNvPr>
          <p:cNvSpPr>
            <a:spLocks noGrp="1"/>
          </p:cNvSpPr>
          <p:nvPr/>
        </p:nvSpPr>
        <p:spPr>
          <a:xfrm>
            <a:off x="3884104" y="1890368"/>
            <a:ext cx="24757" cy="24757"/>
          </a:xfrm>
          <a:prstGeom prst="ellipse">
            <a:avLst/>
          </a:prstGeom>
          <a:solidFill>
            <a:srgbClr val="B08A60">
              <a:alpha val="40000"/>
            </a:srgbClr>
          </a:solidFill>
          <a:ln w="0">
            <a:noFill/>
            <a:prstDash val="solid"/>
          </a:ln>
        </p:spPr>
      </p:sp>
      <p:sp>
        <p:nvSpPr>
          <p:cNvPr id="3158" name="LigandSeek2_vs_LigandSeek1_ellipse_8672">
            <a:extLst>
              <a:ext uri="{FF2B5EF4-FFF2-40B4-BE49-F238E27FC236}">
                <a16:creationId xmlns:a16="http://schemas.microsoft.com/office/drawing/2014/main" id="{21737CA5-3EFA-4C10-8AA1-1BBA5313D1D2}"/>
              </a:ext>
            </a:extLst>
          </p:cNvPr>
          <p:cNvSpPr>
            <a:spLocks noGrp="1"/>
          </p:cNvSpPr>
          <p:nvPr/>
        </p:nvSpPr>
        <p:spPr>
          <a:xfrm>
            <a:off x="3867524" y="1637577"/>
            <a:ext cx="24757" cy="24757"/>
          </a:xfrm>
          <a:prstGeom prst="ellipse">
            <a:avLst/>
          </a:prstGeom>
          <a:solidFill>
            <a:srgbClr val="B08A60">
              <a:alpha val="40000"/>
            </a:srgbClr>
          </a:solidFill>
          <a:ln w="0">
            <a:noFill/>
            <a:prstDash val="solid"/>
          </a:ln>
        </p:spPr>
      </p:sp>
      <p:sp>
        <p:nvSpPr>
          <p:cNvPr id="3159" name="LigandSeek2_vs_LigandSeek1_ellipse_8673">
            <a:extLst>
              <a:ext uri="{FF2B5EF4-FFF2-40B4-BE49-F238E27FC236}">
                <a16:creationId xmlns:a16="http://schemas.microsoft.com/office/drawing/2014/main" id="{5ED0E25F-0ABB-4CE2-BE8A-4F7E8E8AFF3D}"/>
              </a:ext>
            </a:extLst>
          </p:cNvPr>
          <p:cNvSpPr>
            <a:spLocks noGrp="1"/>
          </p:cNvSpPr>
          <p:nvPr/>
        </p:nvSpPr>
        <p:spPr>
          <a:xfrm>
            <a:off x="3881732" y="1715542"/>
            <a:ext cx="24757" cy="24757"/>
          </a:xfrm>
          <a:prstGeom prst="ellipse">
            <a:avLst/>
          </a:prstGeom>
          <a:solidFill>
            <a:srgbClr val="B08A60">
              <a:alpha val="40000"/>
            </a:srgbClr>
          </a:solidFill>
          <a:ln w="0">
            <a:noFill/>
            <a:prstDash val="solid"/>
          </a:ln>
        </p:spPr>
      </p:sp>
      <p:sp>
        <p:nvSpPr>
          <p:cNvPr id="3160" name="LigandSeek2_vs_LigandSeek1_ellipse_8674">
            <a:extLst>
              <a:ext uri="{FF2B5EF4-FFF2-40B4-BE49-F238E27FC236}">
                <a16:creationId xmlns:a16="http://schemas.microsoft.com/office/drawing/2014/main" id="{75D73F59-C24D-49D3-92DD-4A5B9B1E1B9C}"/>
              </a:ext>
            </a:extLst>
          </p:cNvPr>
          <p:cNvSpPr>
            <a:spLocks noGrp="1"/>
          </p:cNvSpPr>
          <p:nvPr/>
        </p:nvSpPr>
        <p:spPr>
          <a:xfrm>
            <a:off x="3888690" y="1020601"/>
            <a:ext cx="24757" cy="24757"/>
          </a:xfrm>
          <a:prstGeom prst="ellipse">
            <a:avLst/>
          </a:prstGeom>
          <a:solidFill>
            <a:srgbClr val="B08A60">
              <a:alpha val="40000"/>
            </a:srgbClr>
          </a:solidFill>
          <a:ln w="0">
            <a:noFill/>
            <a:prstDash val="solid"/>
          </a:ln>
        </p:spPr>
      </p:sp>
      <p:sp>
        <p:nvSpPr>
          <p:cNvPr id="3161" name="LigandSeek2_vs_LigandSeek1_ellipse_8675">
            <a:extLst>
              <a:ext uri="{FF2B5EF4-FFF2-40B4-BE49-F238E27FC236}">
                <a16:creationId xmlns:a16="http://schemas.microsoft.com/office/drawing/2014/main" id="{CA9B4601-3EFF-43AF-AE6C-FCDFD193D5AE}"/>
              </a:ext>
            </a:extLst>
          </p:cNvPr>
          <p:cNvSpPr>
            <a:spLocks noGrp="1"/>
          </p:cNvSpPr>
          <p:nvPr/>
        </p:nvSpPr>
        <p:spPr>
          <a:xfrm>
            <a:off x="3915453" y="1519451"/>
            <a:ext cx="24757" cy="24757"/>
          </a:xfrm>
          <a:prstGeom prst="ellipse">
            <a:avLst/>
          </a:prstGeom>
          <a:solidFill>
            <a:srgbClr val="B08A60">
              <a:alpha val="40000"/>
            </a:srgbClr>
          </a:solidFill>
          <a:ln w="0">
            <a:noFill/>
            <a:prstDash val="solid"/>
          </a:ln>
        </p:spPr>
      </p:sp>
      <p:sp>
        <p:nvSpPr>
          <p:cNvPr id="3162" name="LigandSeek2_vs_LigandSeek1_ellipse_8676">
            <a:extLst>
              <a:ext uri="{FF2B5EF4-FFF2-40B4-BE49-F238E27FC236}">
                <a16:creationId xmlns:a16="http://schemas.microsoft.com/office/drawing/2014/main" id="{21ECF205-67C5-4398-A126-43551EF9F158}"/>
              </a:ext>
            </a:extLst>
          </p:cNvPr>
          <p:cNvSpPr>
            <a:spLocks noGrp="1"/>
          </p:cNvSpPr>
          <p:nvPr/>
        </p:nvSpPr>
        <p:spPr>
          <a:xfrm>
            <a:off x="3874107" y="1251645"/>
            <a:ext cx="24757" cy="24757"/>
          </a:xfrm>
          <a:prstGeom prst="ellipse">
            <a:avLst/>
          </a:prstGeom>
          <a:solidFill>
            <a:srgbClr val="B08A60">
              <a:alpha val="40000"/>
            </a:srgbClr>
          </a:solidFill>
          <a:ln w="0">
            <a:noFill/>
            <a:prstDash val="solid"/>
          </a:ln>
        </p:spPr>
      </p:sp>
      <p:sp>
        <p:nvSpPr>
          <p:cNvPr id="3163" name="LigandSeek2_vs_LigandSeek1_ellipse_8677">
            <a:extLst>
              <a:ext uri="{FF2B5EF4-FFF2-40B4-BE49-F238E27FC236}">
                <a16:creationId xmlns:a16="http://schemas.microsoft.com/office/drawing/2014/main" id="{C0E3CFF8-9951-483A-87D0-D1713A0ADADD}"/>
              </a:ext>
            </a:extLst>
          </p:cNvPr>
          <p:cNvSpPr>
            <a:spLocks noGrp="1"/>
          </p:cNvSpPr>
          <p:nvPr/>
        </p:nvSpPr>
        <p:spPr>
          <a:xfrm>
            <a:off x="3930958" y="980897"/>
            <a:ext cx="24757" cy="24757"/>
          </a:xfrm>
          <a:prstGeom prst="ellipse">
            <a:avLst/>
          </a:prstGeom>
          <a:solidFill>
            <a:srgbClr val="B08A60">
              <a:alpha val="40000"/>
            </a:srgbClr>
          </a:solidFill>
          <a:ln w="0">
            <a:noFill/>
            <a:prstDash val="solid"/>
          </a:ln>
        </p:spPr>
      </p:sp>
      <p:sp>
        <p:nvSpPr>
          <p:cNvPr id="3164" name="LigandSeek2_vs_LigandSeek1_ellipse_8678">
            <a:extLst>
              <a:ext uri="{FF2B5EF4-FFF2-40B4-BE49-F238E27FC236}">
                <a16:creationId xmlns:a16="http://schemas.microsoft.com/office/drawing/2014/main" id="{07C03F67-6FF6-4D56-8F1E-8A5A1A836C9E}"/>
              </a:ext>
            </a:extLst>
          </p:cNvPr>
          <p:cNvSpPr>
            <a:spLocks noGrp="1"/>
          </p:cNvSpPr>
          <p:nvPr/>
        </p:nvSpPr>
        <p:spPr>
          <a:xfrm>
            <a:off x="3867436" y="1243533"/>
            <a:ext cx="24757" cy="24757"/>
          </a:xfrm>
          <a:prstGeom prst="ellipse">
            <a:avLst/>
          </a:prstGeom>
          <a:solidFill>
            <a:srgbClr val="B08A60">
              <a:alpha val="40000"/>
            </a:srgbClr>
          </a:solidFill>
          <a:ln w="0">
            <a:noFill/>
            <a:prstDash val="solid"/>
          </a:ln>
        </p:spPr>
      </p:sp>
      <p:sp>
        <p:nvSpPr>
          <p:cNvPr id="3165" name="LigandSeek2_vs_LigandSeek1_ellipse_8679">
            <a:extLst>
              <a:ext uri="{FF2B5EF4-FFF2-40B4-BE49-F238E27FC236}">
                <a16:creationId xmlns:a16="http://schemas.microsoft.com/office/drawing/2014/main" id="{963DCA7A-4A6A-4268-A658-2AD0E22E4CA1}"/>
              </a:ext>
            </a:extLst>
          </p:cNvPr>
          <p:cNvSpPr>
            <a:spLocks noGrp="1"/>
          </p:cNvSpPr>
          <p:nvPr/>
        </p:nvSpPr>
        <p:spPr>
          <a:xfrm>
            <a:off x="3846229" y="1573183"/>
            <a:ext cx="24757" cy="24757"/>
          </a:xfrm>
          <a:prstGeom prst="ellipse">
            <a:avLst/>
          </a:prstGeom>
          <a:solidFill>
            <a:srgbClr val="B08A60">
              <a:alpha val="40000"/>
            </a:srgbClr>
          </a:solidFill>
          <a:ln w="0">
            <a:noFill/>
            <a:prstDash val="solid"/>
          </a:ln>
        </p:spPr>
      </p:sp>
      <p:sp>
        <p:nvSpPr>
          <p:cNvPr id="3166" name="LigandSeek2_vs_LigandSeek1_ellipse_8680">
            <a:extLst>
              <a:ext uri="{FF2B5EF4-FFF2-40B4-BE49-F238E27FC236}">
                <a16:creationId xmlns:a16="http://schemas.microsoft.com/office/drawing/2014/main" id="{4637AE0A-4EF6-4E4A-B213-77D0B96A8B4F}"/>
              </a:ext>
            </a:extLst>
          </p:cNvPr>
          <p:cNvSpPr>
            <a:spLocks noGrp="1"/>
          </p:cNvSpPr>
          <p:nvPr/>
        </p:nvSpPr>
        <p:spPr>
          <a:xfrm>
            <a:off x="3870534" y="1155904"/>
            <a:ext cx="24757" cy="24757"/>
          </a:xfrm>
          <a:prstGeom prst="ellipse">
            <a:avLst/>
          </a:prstGeom>
          <a:solidFill>
            <a:srgbClr val="B08A60">
              <a:alpha val="40000"/>
            </a:srgbClr>
          </a:solidFill>
          <a:ln w="0">
            <a:noFill/>
            <a:prstDash val="solid"/>
          </a:ln>
        </p:spPr>
      </p:sp>
      <p:sp>
        <p:nvSpPr>
          <p:cNvPr id="3167" name="LigandSeek2_vs_LigandSeek1_ellipse_8681">
            <a:extLst>
              <a:ext uri="{FF2B5EF4-FFF2-40B4-BE49-F238E27FC236}">
                <a16:creationId xmlns:a16="http://schemas.microsoft.com/office/drawing/2014/main" id="{0C75352A-AD2F-4D52-90D9-005E89C27E15}"/>
              </a:ext>
            </a:extLst>
          </p:cNvPr>
          <p:cNvSpPr>
            <a:spLocks noGrp="1"/>
          </p:cNvSpPr>
          <p:nvPr/>
        </p:nvSpPr>
        <p:spPr>
          <a:xfrm>
            <a:off x="3856426" y="1890368"/>
            <a:ext cx="24757" cy="24757"/>
          </a:xfrm>
          <a:prstGeom prst="ellipse">
            <a:avLst/>
          </a:prstGeom>
          <a:solidFill>
            <a:srgbClr val="B08A60">
              <a:alpha val="40000"/>
            </a:srgbClr>
          </a:solidFill>
          <a:ln w="0">
            <a:noFill/>
            <a:prstDash val="solid"/>
          </a:ln>
        </p:spPr>
      </p:sp>
      <p:sp>
        <p:nvSpPr>
          <p:cNvPr id="3168" name="LigandSeek2_vs_LigandSeek1_ellipse_8682">
            <a:extLst>
              <a:ext uri="{FF2B5EF4-FFF2-40B4-BE49-F238E27FC236}">
                <a16:creationId xmlns:a16="http://schemas.microsoft.com/office/drawing/2014/main" id="{FFA6BF23-3763-497B-95C3-B770C50DA4EE}"/>
              </a:ext>
            </a:extLst>
          </p:cNvPr>
          <p:cNvSpPr>
            <a:spLocks noGrp="1"/>
          </p:cNvSpPr>
          <p:nvPr/>
        </p:nvSpPr>
        <p:spPr>
          <a:xfrm>
            <a:off x="3900882" y="1054081"/>
            <a:ext cx="24757" cy="24757"/>
          </a:xfrm>
          <a:prstGeom prst="ellipse">
            <a:avLst/>
          </a:prstGeom>
          <a:solidFill>
            <a:srgbClr val="B08A60">
              <a:alpha val="40000"/>
            </a:srgbClr>
          </a:solidFill>
          <a:ln w="0">
            <a:noFill/>
            <a:prstDash val="solid"/>
          </a:ln>
        </p:spPr>
      </p:sp>
      <p:sp>
        <p:nvSpPr>
          <p:cNvPr id="3169" name="LigandSeek2_vs_LigandSeek1_ellipse_8683">
            <a:extLst>
              <a:ext uri="{FF2B5EF4-FFF2-40B4-BE49-F238E27FC236}">
                <a16:creationId xmlns:a16="http://schemas.microsoft.com/office/drawing/2014/main" id="{DEDE219D-4918-483E-9C3F-062FE81C914D}"/>
              </a:ext>
            </a:extLst>
          </p:cNvPr>
          <p:cNvSpPr>
            <a:spLocks noGrp="1"/>
          </p:cNvSpPr>
          <p:nvPr/>
        </p:nvSpPr>
        <p:spPr>
          <a:xfrm>
            <a:off x="3892711" y="1890368"/>
            <a:ext cx="24757" cy="24757"/>
          </a:xfrm>
          <a:prstGeom prst="ellipse">
            <a:avLst/>
          </a:prstGeom>
          <a:solidFill>
            <a:srgbClr val="B08A60">
              <a:alpha val="40000"/>
            </a:srgbClr>
          </a:solidFill>
          <a:ln w="0">
            <a:noFill/>
            <a:prstDash val="solid"/>
          </a:ln>
        </p:spPr>
      </p:sp>
      <p:sp>
        <p:nvSpPr>
          <p:cNvPr id="3170" name="LigandSeek2_vs_LigandSeek1_ellipse_8684">
            <a:extLst>
              <a:ext uri="{FF2B5EF4-FFF2-40B4-BE49-F238E27FC236}">
                <a16:creationId xmlns:a16="http://schemas.microsoft.com/office/drawing/2014/main" id="{901C43F4-0506-4DB3-9C6D-232F44EA2AF1}"/>
              </a:ext>
            </a:extLst>
          </p:cNvPr>
          <p:cNvSpPr>
            <a:spLocks noGrp="1"/>
          </p:cNvSpPr>
          <p:nvPr/>
        </p:nvSpPr>
        <p:spPr>
          <a:xfrm>
            <a:off x="3881653" y="1438972"/>
            <a:ext cx="24757" cy="24757"/>
          </a:xfrm>
          <a:prstGeom prst="ellipse">
            <a:avLst/>
          </a:prstGeom>
          <a:solidFill>
            <a:srgbClr val="B08A60">
              <a:alpha val="40000"/>
            </a:srgbClr>
          </a:solidFill>
          <a:ln w="0">
            <a:noFill/>
            <a:prstDash val="solid"/>
          </a:ln>
        </p:spPr>
      </p:sp>
      <p:sp>
        <p:nvSpPr>
          <p:cNvPr id="3171" name="LigandSeek2_vs_LigandSeek1_ellipse_8685">
            <a:extLst>
              <a:ext uri="{FF2B5EF4-FFF2-40B4-BE49-F238E27FC236}">
                <a16:creationId xmlns:a16="http://schemas.microsoft.com/office/drawing/2014/main" id="{FD60318E-0005-4AB4-98A5-55762D4A9B5E}"/>
              </a:ext>
            </a:extLst>
          </p:cNvPr>
          <p:cNvSpPr>
            <a:spLocks noGrp="1"/>
          </p:cNvSpPr>
          <p:nvPr/>
        </p:nvSpPr>
        <p:spPr>
          <a:xfrm>
            <a:off x="3899361" y="1162672"/>
            <a:ext cx="24757" cy="24757"/>
          </a:xfrm>
          <a:prstGeom prst="ellipse">
            <a:avLst/>
          </a:prstGeom>
          <a:solidFill>
            <a:srgbClr val="B08A60">
              <a:alpha val="40000"/>
            </a:srgbClr>
          </a:solidFill>
          <a:ln w="0">
            <a:noFill/>
            <a:prstDash val="solid"/>
          </a:ln>
        </p:spPr>
      </p:sp>
      <p:sp>
        <p:nvSpPr>
          <p:cNvPr id="3172" name="LigandSeek2_vs_LigandSeek1_ellipse_8686">
            <a:extLst>
              <a:ext uri="{FF2B5EF4-FFF2-40B4-BE49-F238E27FC236}">
                <a16:creationId xmlns:a16="http://schemas.microsoft.com/office/drawing/2014/main" id="{534C96B3-3269-435A-824D-0E2B36355CA9}"/>
              </a:ext>
            </a:extLst>
          </p:cNvPr>
          <p:cNvSpPr>
            <a:spLocks noGrp="1"/>
          </p:cNvSpPr>
          <p:nvPr/>
        </p:nvSpPr>
        <p:spPr>
          <a:xfrm>
            <a:off x="3884884" y="1046902"/>
            <a:ext cx="24757" cy="24757"/>
          </a:xfrm>
          <a:prstGeom prst="ellipse">
            <a:avLst/>
          </a:prstGeom>
          <a:solidFill>
            <a:srgbClr val="B08A60">
              <a:alpha val="40000"/>
            </a:srgbClr>
          </a:solidFill>
          <a:ln w="0">
            <a:noFill/>
            <a:prstDash val="solid"/>
          </a:ln>
        </p:spPr>
      </p:sp>
      <p:sp>
        <p:nvSpPr>
          <p:cNvPr id="3173" name="LigandSeek2_vs_LigandSeek1_ellipse_8687">
            <a:extLst>
              <a:ext uri="{FF2B5EF4-FFF2-40B4-BE49-F238E27FC236}">
                <a16:creationId xmlns:a16="http://schemas.microsoft.com/office/drawing/2014/main" id="{01104657-86F9-4A71-86A3-4D8B4E9A168F}"/>
              </a:ext>
            </a:extLst>
          </p:cNvPr>
          <p:cNvSpPr>
            <a:spLocks noGrp="1"/>
          </p:cNvSpPr>
          <p:nvPr/>
        </p:nvSpPr>
        <p:spPr>
          <a:xfrm>
            <a:off x="3879313" y="1266624"/>
            <a:ext cx="24757" cy="24757"/>
          </a:xfrm>
          <a:prstGeom prst="ellipse">
            <a:avLst/>
          </a:prstGeom>
          <a:solidFill>
            <a:srgbClr val="B08A60">
              <a:alpha val="40000"/>
            </a:srgbClr>
          </a:solidFill>
          <a:ln w="0">
            <a:noFill/>
            <a:prstDash val="solid"/>
          </a:ln>
        </p:spPr>
      </p:sp>
      <p:sp>
        <p:nvSpPr>
          <p:cNvPr id="3174" name="LigandSeek2_vs_LigandSeek1_ellipse_8688">
            <a:extLst>
              <a:ext uri="{FF2B5EF4-FFF2-40B4-BE49-F238E27FC236}">
                <a16:creationId xmlns:a16="http://schemas.microsoft.com/office/drawing/2014/main" id="{B4D3CC43-C84F-43A8-BA09-0CA995EB6E39}"/>
              </a:ext>
            </a:extLst>
          </p:cNvPr>
          <p:cNvSpPr>
            <a:spLocks noGrp="1"/>
          </p:cNvSpPr>
          <p:nvPr/>
        </p:nvSpPr>
        <p:spPr>
          <a:xfrm>
            <a:off x="3858412" y="1204388"/>
            <a:ext cx="24757" cy="24757"/>
          </a:xfrm>
          <a:prstGeom prst="ellipse">
            <a:avLst/>
          </a:prstGeom>
          <a:solidFill>
            <a:srgbClr val="B08A60">
              <a:alpha val="40000"/>
            </a:srgbClr>
          </a:solidFill>
          <a:ln w="0">
            <a:noFill/>
            <a:prstDash val="solid"/>
          </a:ln>
        </p:spPr>
      </p:sp>
      <p:sp>
        <p:nvSpPr>
          <p:cNvPr id="3175" name="LigandSeek2_vs_LigandSeek1_ellipse_8689">
            <a:extLst>
              <a:ext uri="{FF2B5EF4-FFF2-40B4-BE49-F238E27FC236}">
                <a16:creationId xmlns:a16="http://schemas.microsoft.com/office/drawing/2014/main" id="{C4D9ABAF-1A16-4504-A2DB-0455C4ED604C}"/>
              </a:ext>
            </a:extLst>
          </p:cNvPr>
          <p:cNvSpPr>
            <a:spLocks noGrp="1"/>
          </p:cNvSpPr>
          <p:nvPr/>
        </p:nvSpPr>
        <p:spPr>
          <a:xfrm>
            <a:off x="3872128" y="1124657"/>
            <a:ext cx="24757" cy="24757"/>
          </a:xfrm>
          <a:prstGeom prst="ellipse">
            <a:avLst/>
          </a:prstGeom>
          <a:solidFill>
            <a:srgbClr val="B08A60">
              <a:alpha val="40000"/>
            </a:srgbClr>
          </a:solidFill>
          <a:ln w="0">
            <a:noFill/>
            <a:prstDash val="solid"/>
          </a:ln>
        </p:spPr>
      </p:sp>
      <p:sp>
        <p:nvSpPr>
          <p:cNvPr id="3176" name="LigandSeek2_vs_LigandSeek1_ellipse_8690">
            <a:extLst>
              <a:ext uri="{FF2B5EF4-FFF2-40B4-BE49-F238E27FC236}">
                <a16:creationId xmlns:a16="http://schemas.microsoft.com/office/drawing/2014/main" id="{A854C008-0502-434F-9F32-76E2B448F07C}"/>
              </a:ext>
            </a:extLst>
          </p:cNvPr>
          <p:cNvSpPr>
            <a:spLocks noGrp="1"/>
          </p:cNvSpPr>
          <p:nvPr/>
        </p:nvSpPr>
        <p:spPr>
          <a:xfrm>
            <a:off x="3862822" y="1147534"/>
            <a:ext cx="24757" cy="24757"/>
          </a:xfrm>
          <a:prstGeom prst="ellipse">
            <a:avLst/>
          </a:prstGeom>
          <a:solidFill>
            <a:srgbClr val="B08A60">
              <a:alpha val="40000"/>
            </a:srgbClr>
          </a:solidFill>
          <a:ln w="0">
            <a:noFill/>
            <a:prstDash val="solid"/>
          </a:ln>
        </p:spPr>
      </p:sp>
      <p:sp>
        <p:nvSpPr>
          <p:cNvPr id="3177" name="LigandSeek2_vs_LigandSeek1_ellipse_8691">
            <a:extLst>
              <a:ext uri="{FF2B5EF4-FFF2-40B4-BE49-F238E27FC236}">
                <a16:creationId xmlns:a16="http://schemas.microsoft.com/office/drawing/2014/main" id="{308406F7-7C08-4B33-A65A-C9977432D2BD}"/>
              </a:ext>
            </a:extLst>
          </p:cNvPr>
          <p:cNvSpPr>
            <a:spLocks noGrp="1"/>
          </p:cNvSpPr>
          <p:nvPr/>
        </p:nvSpPr>
        <p:spPr>
          <a:xfrm>
            <a:off x="3882615" y="1339978"/>
            <a:ext cx="24757" cy="24757"/>
          </a:xfrm>
          <a:prstGeom prst="ellipse">
            <a:avLst/>
          </a:prstGeom>
          <a:solidFill>
            <a:srgbClr val="B08A60">
              <a:alpha val="40000"/>
            </a:srgbClr>
          </a:solidFill>
          <a:ln w="0">
            <a:noFill/>
            <a:prstDash val="solid"/>
          </a:ln>
        </p:spPr>
      </p:sp>
      <p:sp>
        <p:nvSpPr>
          <p:cNvPr id="3178" name="LigandSeek2_vs_LigandSeek1_ellipse_8692">
            <a:extLst>
              <a:ext uri="{FF2B5EF4-FFF2-40B4-BE49-F238E27FC236}">
                <a16:creationId xmlns:a16="http://schemas.microsoft.com/office/drawing/2014/main" id="{EBF079C3-CE1D-4E66-8FC4-F76380CAB573}"/>
              </a:ext>
            </a:extLst>
          </p:cNvPr>
          <p:cNvSpPr>
            <a:spLocks noGrp="1"/>
          </p:cNvSpPr>
          <p:nvPr/>
        </p:nvSpPr>
        <p:spPr>
          <a:xfrm>
            <a:off x="3898192" y="1843066"/>
            <a:ext cx="24757" cy="24757"/>
          </a:xfrm>
          <a:prstGeom prst="ellipse">
            <a:avLst/>
          </a:prstGeom>
          <a:solidFill>
            <a:srgbClr val="B08A60">
              <a:alpha val="40000"/>
            </a:srgbClr>
          </a:solidFill>
          <a:ln w="0">
            <a:noFill/>
            <a:prstDash val="solid"/>
          </a:ln>
        </p:spPr>
      </p:sp>
      <p:sp>
        <p:nvSpPr>
          <p:cNvPr id="3179" name="LigandSeek2_vs_LigandSeek1_ellipse_8693">
            <a:extLst>
              <a:ext uri="{FF2B5EF4-FFF2-40B4-BE49-F238E27FC236}">
                <a16:creationId xmlns:a16="http://schemas.microsoft.com/office/drawing/2014/main" id="{0C85001B-F1A8-4E39-B1BF-355F03A504E5}"/>
              </a:ext>
            </a:extLst>
          </p:cNvPr>
          <p:cNvSpPr>
            <a:spLocks noGrp="1"/>
          </p:cNvSpPr>
          <p:nvPr/>
        </p:nvSpPr>
        <p:spPr>
          <a:xfrm>
            <a:off x="3867113" y="1149686"/>
            <a:ext cx="24757" cy="24757"/>
          </a:xfrm>
          <a:prstGeom prst="ellipse">
            <a:avLst/>
          </a:prstGeom>
          <a:solidFill>
            <a:srgbClr val="B08A60">
              <a:alpha val="40000"/>
            </a:srgbClr>
          </a:solidFill>
          <a:ln w="0">
            <a:noFill/>
            <a:prstDash val="solid"/>
          </a:ln>
        </p:spPr>
      </p:sp>
      <p:sp>
        <p:nvSpPr>
          <p:cNvPr id="3180" name="LigandSeek2_vs_LigandSeek1_ellipse_8694">
            <a:extLst>
              <a:ext uri="{FF2B5EF4-FFF2-40B4-BE49-F238E27FC236}">
                <a16:creationId xmlns:a16="http://schemas.microsoft.com/office/drawing/2014/main" id="{770AA071-DC66-492D-A805-CEEE58AEDF70}"/>
              </a:ext>
            </a:extLst>
          </p:cNvPr>
          <p:cNvSpPr>
            <a:spLocks noGrp="1"/>
          </p:cNvSpPr>
          <p:nvPr/>
        </p:nvSpPr>
        <p:spPr>
          <a:xfrm>
            <a:off x="3924827" y="1481414"/>
            <a:ext cx="24757" cy="24757"/>
          </a:xfrm>
          <a:prstGeom prst="ellipse">
            <a:avLst/>
          </a:prstGeom>
          <a:solidFill>
            <a:srgbClr val="B08A60">
              <a:alpha val="40000"/>
            </a:srgbClr>
          </a:solidFill>
          <a:ln w="0">
            <a:noFill/>
            <a:prstDash val="solid"/>
          </a:ln>
        </p:spPr>
      </p:sp>
      <p:sp>
        <p:nvSpPr>
          <p:cNvPr id="3181" name="LigandSeek2_vs_LigandSeek1_ellipse_8695">
            <a:extLst>
              <a:ext uri="{FF2B5EF4-FFF2-40B4-BE49-F238E27FC236}">
                <a16:creationId xmlns:a16="http://schemas.microsoft.com/office/drawing/2014/main" id="{E551531A-7B1A-45D0-ABB5-931DA9A32BE9}"/>
              </a:ext>
            </a:extLst>
          </p:cNvPr>
          <p:cNvSpPr>
            <a:spLocks noGrp="1"/>
          </p:cNvSpPr>
          <p:nvPr/>
        </p:nvSpPr>
        <p:spPr>
          <a:xfrm>
            <a:off x="3856763" y="1804620"/>
            <a:ext cx="24757" cy="24757"/>
          </a:xfrm>
          <a:prstGeom prst="ellipse">
            <a:avLst/>
          </a:prstGeom>
          <a:solidFill>
            <a:srgbClr val="B08A60">
              <a:alpha val="40000"/>
            </a:srgbClr>
          </a:solidFill>
          <a:ln w="0">
            <a:noFill/>
            <a:prstDash val="solid"/>
          </a:ln>
        </p:spPr>
      </p:sp>
      <p:sp>
        <p:nvSpPr>
          <p:cNvPr id="3182" name="LigandSeek2_vs_LigandSeek1_ellipse_8696">
            <a:extLst>
              <a:ext uri="{FF2B5EF4-FFF2-40B4-BE49-F238E27FC236}">
                <a16:creationId xmlns:a16="http://schemas.microsoft.com/office/drawing/2014/main" id="{E93E2508-236F-4386-89B9-0D14B77375F9}"/>
              </a:ext>
            </a:extLst>
          </p:cNvPr>
          <p:cNvSpPr>
            <a:spLocks noGrp="1"/>
          </p:cNvSpPr>
          <p:nvPr/>
        </p:nvSpPr>
        <p:spPr>
          <a:xfrm>
            <a:off x="3930173" y="1747171"/>
            <a:ext cx="24757" cy="24757"/>
          </a:xfrm>
          <a:prstGeom prst="ellipse">
            <a:avLst/>
          </a:prstGeom>
          <a:solidFill>
            <a:srgbClr val="B08A60">
              <a:alpha val="40000"/>
            </a:srgbClr>
          </a:solidFill>
          <a:ln w="0">
            <a:noFill/>
            <a:prstDash val="solid"/>
          </a:ln>
        </p:spPr>
      </p:sp>
      <p:sp>
        <p:nvSpPr>
          <p:cNvPr id="3183" name="LigandSeek2_vs_LigandSeek1_ellipse_8697">
            <a:extLst>
              <a:ext uri="{FF2B5EF4-FFF2-40B4-BE49-F238E27FC236}">
                <a16:creationId xmlns:a16="http://schemas.microsoft.com/office/drawing/2014/main" id="{39E3537B-05FE-4623-83C1-F3A63B66D532}"/>
              </a:ext>
            </a:extLst>
          </p:cNvPr>
          <p:cNvSpPr>
            <a:spLocks noGrp="1"/>
          </p:cNvSpPr>
          <p:nvPr/>
        </p:nvSpPr>
        <p:spPr>
          <a:xfrm>
            <a:off x="3863688" y="1800615"/>
            <a:ext cx="24757" cy="24757"/>
          </a:xfrm>
          <a:prstGeom prst="ellipse">
            <a:avLst/>
          </a:prstGeom>
          <a:solidFill>
            <a:srgbClr val="B08A60">
              <a:alpha val="40000"/>
            </a:srgbClr>
          </a:solidFill>
          <a:ln w="0">
            <a:noFill/>
            <a:prstDash val="solid"/>
          </a:ln>
        </p:spPr>
      </p:sp>
      <p:sp>
        <p:nvSpPr>
          <p:cNvPr id="3184" name="LigandSeek2_vs_LigandSeek1_ellipse_8698">
            <a:extLst>
              <a:ext uri="{FF2B5EF4-FFF2-40B4-BE49-F238E27FC236}">
                <a16:creationId xmlns:a16="http://schemas.microsoft.com/office/drawing/2014/main" id="{5D93AC31-BF29-42DD-8824-6389F93EAA82}"/>
              </a:ext>
            </a:extLst>
          </p:cNvPr>
          <p:cNvSpPr>
            <a:spLocks noGrp="1"/>
          </p:cNvSpPr>
          <p:nvPr/>
        </p:nvSpPr>
        <p:spPr>
          <a:xfrm>
            <a:off x="3920255" y="1890368"/>
            <a:ext cx="24757" cy="24757"/>
          </a:xfrm>
          <a:prstGeom prst="ellipse">
            <a:avLst/>
          </a:prstGeom>
          <a:solidFill>
            <a:srgbClr val="B08A60">
              <a:alpha val="40000"/>
            </a:srgbClr>
          </a:solidFill>
          <a:ln w="0">
            <a:noFill/>
            <a:prstDash val="solid"/>
          </a:ln>
        </p:spPr>
      </p:sp>
      <p:sp>
        <p:nvSpPr>
          <p:cNvPr id="3185" name="LigandSeek2_vs_LigandSeek1_ellipse_8699">
            <a:extLst>
              <a:ext uri="{FF2B5EF4-FFF2-40B4-BE49-F238E27FC236}">
                <a16:creationId xmlns:a16="http://schemas.microsoft.com/office/drawing/2014/main" id="{0DF74A9D-0210-4445-BBCB-4BC8A314C5A5}"/>
              </a:ext>
            </a:extLst>
          </p:cNvPr>
          <p:cNvSpPr>
            <a:spLocks noGrp="1"/>
          </p:cNvSpPr>
          <p:nvPr/>
        </p:nvSpPr>
        <p:spPr>
          <a:xfrm>
            <a:off x="3882328" y="1092479"/>
            <a:ext cx="24757" cy="24757"/>
          </a:xfrm>
          <a:prstGeom prst="ellipse">
            <a:avLst/>
          </a:prstGeom>
          <a:solidFill>
            <a:srgbClr val="B08A60">
              <a:alpha val="40000"/>
            </a:srgbClr>
          </a:solidFill>
          <a:ln w="0">
            <a:noFill/>
            <a:prstDash val="solid"/>
          </a:ln>
        </p:spPr>
      </p:sp>
      <p:sp>
        <p:nvSpPr>
          <p:cNvPr id="3186" name="LigandSeek2_vs_LigandSeek1_ellipse_8700">
            <a:extLst>
              <a:ext uri="{FF2B5EF4-FFF2-40B4-BE49-F238E27FC236}">
                <a16:creationId xmlns:a16="http://schemas.microsoft.com/office/drawing/2014/main" id="{54E531B1-2EC1-4D93-9983-099C4FD35767}"/>
              </a:ext>
            </a:extLst>
          </p:cNvPr>
          <p:cNvSpPr>
            <a:spLocks noGrp="1"/>
          </p:cNvSpPr>
          <p:nvPr/>
        </p:nvSpPr>
        <p:spPr>
          <a:xfrm>
            <a:off x="3893687" y="1554964"/>
            <a:ext cx="24757" cy="24757"/>
          </a:xfrm>
          <a:prstGeom prst="ellipse">
            <a:avLst/>
          </a:prstGeom>
          <a:solidFill>
            <a:srgbClr val="B08A60">
              <a:alpha val="40000"/>
            </a:srgbClr>
          </a:solidFill>
          <a:ln w="0">
            <a:noFill/>
            <a:prstDash val="solid"/>
          </a:ln>
        </p:spPr>
      </p:sp>
      <p:sp>
        <p:nvSpPr>
          <p:cNvPr id="3187" name="LigandSeek2_vs_LigandSeek1_ellipse_8701">
            <a:extLst>
              <a:ext uri="{FF2B5EF4-FFF2-40B4-BE49-F238E27FC236}">
                <a16:creationId xmlns:a16="http://schemas.microsoft.com/office/drawing/2014/main" id="{9EA4B89B-24A5-4A2E-B232-0720AC8745AB}"/>
              </a:ext>
            </a:extLst>
          </p:cNvPr>
          <p:cNvSpPr>
            <a:spLocks noGrp="1"/>
          </p:cNvSpPr>
          <p:nvPr/>
        </p:nvSpPr>
        <p:spPr>
          <a:xfrm>
            <a:off x="3848143" y="1151089"/>
            <a:ext cx="24757" cy="24757"/>
          </a:xfrm>
          <a:prstGeom prst="ellipse">
            <a:avLst/>
          </a:prstGeom>
          <a:solidFill>
            <a:srgbClr val="B08A60">
              <a:alpha val="40000"/>
            </a:srgbClr>
          </a:solidFill>
          <a:ln w="0">
            <a:noFill/>
            <a:prstDash val="solid"/>
          </a:ln>
        </p:spPr>
      </p:sp>
      <p:sp>
        <p:nvSpPr>
          <p:cNvPr id="3188" name="LigandSeek2_vs_LigandSeek1_ellipse_8702">
            <a:extLst>
              <a:ext uri="{FF2B5EF4-FFF2-40B4-BE49-F238E27FC236}">
                <a16:creationId xmlns:a16="http://schemas.microsoft.com/office/drawing/2014/main" id="{C0B7B020-C762-4DE5-B20F-E07370D5D411}"/>
              </a:ext>
            </a:extLst>
          </p:cNvPr>
          <p:cNvSpPr>
            <a:spLocks noGrp="1"/>
          </p:cNvSpPr>
          <p:nvPr/>
        </p:nvSpPr>
        <p:spPr>
          <a:xfrm>
            <a:off x="3920248" y="1431862"/>
            <a:ext cx="24757" cy="24757"/>
          </a:xfrm>
          <a:prstGeom prst="ellipse">
            <a:avLst/>
          </a:prstGeom>
          <a:solidFill>
            <a:srgbClr val="B08A60">
              <a:alpha val="40000"/>
            </a:srgbClr>
          </a:solidFill>
          <a:ln w="0">
            <a:noFill/>
            <a:prstDash val="solid"/>
          </a:ln>
        </p:spPr>
      </p:sp>
      <p:sp>
        <p:nvSpPr>
          <p:cNvPr id="3189" name="LigandSeek2_vs_LigandSeek1_ellipse_8703">
            <a:extLst>
              <a:ext uri="{FF2B5EF4-FFF2-40B4-BE49-F238E27FC236}">
                <a16:creationId xmlns:a16="http://schemas.microsoft.com/office/drawing/2014/main" id="{06584034-6CEE-45C8-89EA-E6CCD5517794}"/>
              </a:ext>
            </a:extLst>
          </p:cNvPr>
          <p:cNvSpPr>
            <a:spLocks noGrp="1"/>
          </p:cNvSpPr>
          <p:nvPr/>
        </p:nvSpPr>
        <p:spPr>
          <a:xfrm>
            <a:off x="3856099" y="1536897"/>
            <a:ext cx="24757" cy="24757"/>
          </a:xfrm>
          <a:prstGeom prst="ellipse">
            <a:avLst/>
          </a:prstGeom>
          <a:solidFill>
            <a:srgbClr val="B08A60">
              <a:alpha val="40000"/>
            </a:srgbClr>
          </a:solidFill>
          <a:ln w="0">
            <a:noFill/>
            <a:prstDash val="solid"/>
          </a:ln>
        </p:spPr>
      </p:sp>
      <p:sp>
        <p:nvSpPr>
          <p:cNvPr id="3190" name="LigandSeek2_vs_LigandSeek1_ellipse_8704">
            <a:extLst>
              <a:ext uri="{FF2B5EF4-FFF2-40B4-BE49-F238E27FC236}">
                <a16:creationId xmlns:a16="http://schemas.microsoft.com/office/drawing/2014/main" id="{A85EAC19-A0DA-4088-AC9F-D8D2CDDC0847}"/>
              </a:ext>
            </a:extLst>
          </p:cNvPr>
          <p:cNvSpPr>
            <a:spLocks noGrp="1"/>
          </p:cNvSpPr>
          <p:nvPr/>
        </p:nvSpPr>
        <p:spPr>
          <a:xfrm>
            <a:off x="3874543" y="1255223"/>
            <a:ext cx="24757" cy="24757"/>
          </a:xfrm>
          <a:prstGeom prst="ellipse">
            <a:avLst/>
          </a:prstGeom>
          <a:solidFill>
            <a:srgbClr val="B08A60">
              <a:alpha val="40000"/>
            </a:srgbClr>
          </a:solidFill>
          <a:ln w="0">
            <a:noFill/>
            <a:prstDash val="solid"/>
          </a:ln>
        </p:spPr>
      </p:sp>
      <p:sp>
        <p:nvSpPr>
          <p:cNvPr id="3191" name="LigandSeek2_vs_LigandSeek1_ellipse_8705">
            <a:extLst>
              <a:ext uri="{FF2B5EF4-FFF2-40B4-BE49-F238E27FC236}">
                <a16:creationId xmlns:a16="http://schemas.microsoft.com/office/drawing/2014/main" id="{B01764DE-DFA4-48AD-8499-FBA5988D2B64}"/>
              </a:ext>
            </a:extLst>
          </p:cNvPr>
          <p:cNvSpPr>
            <a:spLocks noGrp="1"/>
          </p:cNvSpPr>
          <p:nvPr/>
        </p:nvSpPr>
        <p:spPr>
          <a:xfrm>
            <a:off x="3855573" y="1208982"/>
            <a:ext cx="24757" cy="24757"/>
          </a:xfrm>
          <a:prstGeom prst="ellipse">
            <a:avLst/>
          </a:prstGeom>
          <a:solidFill>
            <a:srgbClr val="B08A60">
              <a:alpha val="40000"/>
            </a:srgbClr>
          </a:solidFill>
          <a:ln w="0">
            <a:noFill/>
            <a:prstDash val="solid"/>
          </a:ln>
        </p:spPr>
      </p:sp>
      <p:sp>
        <p:nvSpPr>
          <p:cNvPr id="3192" name="LigandSeek2_vs_LigandSeek1_ellipse_8706">
            <a:extLst>
              <a:ext uri="{FF2B5EF4-FFF2-40B4-BE49-F238E27FC236}">
                <a16:creationId xmlns:a16="http://schemas.microsoft.com/office/drawing/2014/main" id="{863B21F3-8644-466B-B693-41825D6A88BC}"/>
              </a:ext>
            </a:extLst>
          </p:cNvPr>
          <p:cNvSpPr>
            <a:spLocks noGrp="1"/>
          </p:cNvSpPr>
          <p:nvPr/>
        </p:nvSpPr>
        <p:spPr>
          <a:xfrm>
            <a:off x="3928398" y="1070977"/>
            <a:ext cx="24757" cy="24757"/>
          </a:xfrm>
          <a:prstGeom prst="ellipse">
            <a:avLst/>
          </a:prstGeom>
          <a:solidFill>
            <a:srgbClr val="B08A60">
              <a:alpha val="40000"/>
            </a:srgbClr>
          </a:solidFill>
          <a:ln w="0">
            <a:noFill/>
            <a:prstDash val="solid"/>
          </a:ln>
        </p:spPr>
      </p:sp>
      <p:sp>
        <p:nvSpPr>
          <p:cNvPr id="3193" name="LigandSeek2_vs_LigandSeek1_ellipse_8707">
            <a:extLst>
              <a:ext uri="{FF2B5EF4-FFF2-40B4-BE49-F238E27FC236}">
                <a16:creationId xmlns:a16="http://schemas.microsoft.com/office/drawing/2014/main" id="{59A35C0F-604A-4B56-B27D-D67F94547B49}"/>
              </a:ext>
            </a:extLst>
          </p:cNvPr>
          <p:cNvSpPr>
            <a:spLocks noGrp="1"/>
          </p:cNvSpPr>
          <p:nvPr/>
        </p:nvSpPr>
        <p:spPr>
          <a:xfrm>
            <a:off x="3882829" y="1890368"/>
            <a:ext cx="24757" cy="24757"/>
          </a:xfrm>
          <a:prstGeom prst="ellipse">
            <a:avLst/>
          </a:prstGeom>
          <a:solidFill>
            <a:srgbClr val="B08A60">
              <a:alpha val="40000"/>
            </a:srgbClr>
          </a:solidFill>
          <a:ln w="0">
            <a:noFill/>
            <a:prstDash val="solid"/>
          </a:ln>
        </p:spPr>
      </p:sp>
      <p:sp>
        <p:nvSpPr>
          <p:cNvPr id="3194" name="LigandSeek2_vs_LigandSeek1_ellipse_8708">
            <a:extLst>
              <a:ext uri="{FF2B5EF4-FFF2-40B4-BE49-F238E27FC236}">
                <a16:creationId xmlns:a16="http://schemas.microsoft.com/office/drawing/2014/main" id="{6487C177-AAE5-4B57-B125-EB31CAB5AF0A}"/>
              </a:ext>
            </a:extLst>
          </p:cNvPr>
          <p:cNvSpPr>
            <a:spLocks noGrp="1"/>
          </p:cNvSpPr>
          <p:nvPr/>
        </p:nvSpPr>
        <p:spPr>
          <a:xfrm>
            <a:off x="3895662" y="1049335"/>
            <a:ext cx="24757" cy="24757"/>
          </a:xfrm>
          <a:prstGeom prst="ellipse">
            <a:avLst/>
          </a:prstGeom>
          <a:solidFill>
            <a:srgbClr val="B08A60">
              <a:alpha val="40000"/>
            </a:srgbClr>
          </a:solidFill>
          <a:ln w="0">
            <a:noFill/>
            <a:prstDash val="solid"/>
          </a:ln>
        </p:spPr>
      </p:sp>
      <p:sp>
        <p:nvSpPr>
          <p:cNvPr id="3195" name="LigandSeek2_vs_LigandSeek1_ellipse_8709">
            <a:extLst>
              <a:ext uri="{FF2B5EF4-FFF2-40B4-BE49-F238E27FC236}">
                <a16:creationId xmlns:a16="http://schemas.microsoft.com/office/drawing/2014/main" id="{E7DD2885-1D29-4D6F-95A0-164179884B2C}"/>
              </a:ext>
            </a:extLst>
          </p:cNvPr>
          <p:cNvSpPr>
            <a:spLocks noGrp="1"/>
          </p:cNvSpPr>
          <p:nvPr/>
        </p:nvSpPr>
        <p:spPr>
          <a:xfrm>
            <a:off x="3847820" y="1168679"/>
            <a:ext cx="24757" cy="24757"/>
          </a:xfrm>
          <a:prstGeom prst="ellipse">
            <a:avLst/>
          </a:prstGeom>
          <a:solidFill>
            <a:srgbClr val="B08A60">
              <a:alpha val="40000"/>
            </a:srgbClr>
          </a:solidFill>
          <a:ln w="0">
            <a:noFill/>
            <a:prstDash val="solid"/>
          </a:ln>
        </p:spPr>
      </p:sp>
      <p:sp>
        <p:nvSpPr>
          <p:cNvPr id="3196" name="LigandSeek2_vs_LigandSeek1_ellipse_8710">
            <a:extLst>
              <a:ext uri="{FF2B5EF4-FFF2-40B4-BE49-F238E27FC236}">
                <a16:creationId xmlns:a16="http://schemas.microsoft.com/office/drawing/2014/main" id="{F62C23B1-9E47-454A-81D1-253CF8F78E6B}"/>
              </a:ext>
            </a:extLst>
          </p:cNvPr>
          <p:cNvSpPr>
            <a:spLocks noGrp="1"/>
          </p:cNvSpPr>
          <p:nvPr/>
        </p:nvSpPr>
        <p:spPr>
          <a:xfrm>
            <a:off x="3919654" y="1056229"/>
            <a:ext cx="24757" cy="24757"/>
          </a:xfrm>
          <a:prstGeom prst="ellipse">
            <a:avLst/>
          </a:prstGeom>
          <a:solidFill>
            <a:srgbClr val="B08A60">
              <a:alpha val="40000"/>
            </a:srgbClr>
          </a:solidFill>
          <a:ln w="0">
            <a:noFill/>
            <a:prstDash val="solid"/>
          </a:ln>
        </p:spPr>
      </p:sp>
      <p:sp>
        <p:nvSpPr>
          <p:cNvPr id="3197" name="LigandSeek2_vs_LigandSeek1_ellipse_8711">
            <a:extLst>
              <a:ext uri="{FF2B5EF4-FFF2-40B4-BE49-F238E27FC236}">
                <a16:creationId xmlns:a16="http://schemas.microsoft.com/office/drawing/2014/main" id="{D9B98A4A-C46F-45A8-88C3-5F215F427EF3}"/>
              </a:ext>
            </a:extLst>
          </p:cNvPr>
          <p:cNvSpPr>
            <a:spLocks noGrp="1"/>
          </p:cNvSpPr>
          <p:nvPr/>
        </p:nvSpPr>
        <p:spPr>
          <a:xfrm>
            <a:off x="3888022" y="1861336"/>
            <a:ext cx="24757" cy="24757"/>
          </a:xfrm>
          <a:prstGeom prst="ellipse">
            <a:avLst/>
          </a:prstGeom>
          <a:solidFill>
            <a:srgbClr val="B08A60">
              <a:alpha val="40000"/>
            </a:srgbClr>
          </a:solidFill>
          <a:ln w="0">
            <a:noFill/>
            <a:prstDash val="solid"/>
          </a:ln>
        </p:spPr>
      </p:sp>
      <p:sp>
        <p:nvSpPr>
          <p:cNvPr id="3198" name="LigandSeek2_vs_LigandSeek1_ellipse_8712">
            <a:extLst>
              <a:ext uri="{FF2B5EF4-FFF2-40B4-BE49-F238E27FC236}">
                <a16:creationId xmlns:a16="http://schemas.microsoft.com/office/drawing/2014/main" id="{03FE09E9-F202-4E2D-A7D2-E18A05DF8B82}"/>
              </a:ext>
            </a:extLst>
          </p:cNvPr>
          <p:cNvSpPr>
            <a:spLocks noGrp="1"/>
          </p:cNvSpPr>
          <p:nvPr/>
        </p:nvSpPr>
        <p:spPr>
          <a:xfrm>
            <a:off x="3928422" y="1609028"/>
            <a:ext cx="24757" cy="24757"/>
          </a:xfrm>
          <a:prstGeom prst="ellipse">
            <a:avLst/>
          </a:prstGeom>
          <a:solidFill>
            <a:srgbClr val="B08A60">
              <a:alpha val="40000"/>
            </a:srgbClr>
          </a:solidFill>
          <a:ln w="0">
            <a:noFill/>
            <a:prstDash val="solid"/>
          </a:ln>
        </p:spPr>
      </p:sp>
      <p:sp>
        <p:nvSpPr>
          <p:cNvPr id="3199" name="LigandSeek2_vs_LigandSeek1_ellipse_8713">
            <a:extLst>
              <a:ext uri="{FF2B5EF4-FFF2-40B4-BE49-F238E27FC236}">
                <a16:creationId xmlns:a16="http://schemas.microsoft.com/office/drawing/2014/main" id="{7C809559-09C3-41B4-96C5-D5D09A15C710}"/>
              </a:ext>
            </a:extLst>
          </p:cNvPr>
          <p:cNvSpPr>
            <a:spLocks noGrp="1"/>
          </p:cNvSpPr>
          <p:nvPr/>
        </p:nvSpPr>
        <p:spPr>
          <a:xfrm>
            <a:off x="3861026" y="1890368"/>
            <a:ext cx="24757" cy="24757"/>
          </a:xfrm>
          <a:prstGeom prst="ellipse">
            <a:avLst/>
          </a:prstGeom>
          <a:solidFill>
            <a:srgbClr val="B08A60">
              <a:alpha val="40000"/>
            </a:srgbClr>
          </a:solidFill>
          <a:ln w="0">
            <a:noFill/>
            <a:prstDash val="solid"/>
          </a:ln>
        </p:spPr>
      </p:sp>
      <p:sp>
        <p:nvSpPr>
          <p:cNvPr id="3200" name="LigandSeek2_vs_LigandSeek1_ellipse_8714">
            <a:extLst>
              <a:ext uri="{FF2B5EF4-FFF2-40B4-BE49-F238E27FC236}">
                <a16:creationId xmlns:a16="http://schemas.microsoft.com/office/drawing/2014/main" id="{82124C9C-BD38-4C02-8607-E2423670357E}"/>
              </a:ext>
            </a:extLst>
          </p:cNvPr>
          <p:cNvSpPr>
            <a:spLocks noGrp="1"/>
          </p:cNvSpPr>
          <p:nvPr/>
        </p:nvSpPr>
        <p:spPr>
          <a:xfrm>
            <a:off x="4522443" y="845009"/>
            <a:ext cx="24757" cy="24757"/>
          </a:xfrm>
          <a:prstGeom prst="ellipse">
            <a:avLst/>
          </a:prstGeom>
          <a:solidFill>
            <a:srgbClr val="B08A60">
              <a:alpha val="40000"/>
            </a:srgbClr>
          </a:solidFill>
          <a:ln w="0">
            <a:noFill/>
            <a:prstDash val="solid"/>
          </a:ln>
        </p:spPr>
      </p:sp>
      <p:sp>
        <p:nvSpPr>
          <p:cNvPr id="3201" name="LigandSeek2_vs_LigandSeek1_ellipse_8715">
            <a:extLst>
              <a:ext uri="{FF2B5EF4-FFF2-40B4-BE49-F238E27FC236}">
                <a16:creationId xmlns:a16="http://schemas.microsoft.com/office/drawing/2014/main" id="{2B0E4A8D-40A0-4257-A15E-1DEC5C9FA14D}"/>
              </a:ext>
            </a:extLst>
          </p:cNvPr>
          <p:cNvSpPr>
            <a:spLocks noGrp="1"/>
          </p:cNvSpPr>
          <p:nvPr/>
        </p:nvSpPr>
        <p:spPr>
          <a:xfrm>
            <a:off x="4474859" y="845009"/>
            <a:ext cx="24757" cy="24757"/>
          </a:xfrm>
          <a:prstGeom prst="ellipse">
            <a:avLst/>
          </a:prstGeom>
          <a:solidFill>
            <a:srgbClr val="B08A60">
              <a:alpha val="40000"/>
            </a:srgbClr>
          </a:solidFill>
          <a:ln w="0">
            <a:noFill/>
            <a:prstDash val="solid"/>
          </a:ln>
        </p:spPr>
      </p:sp>
      <p:sp>
        <p:nvSpPr>
          <p:cNvPr id="3202" name="LigandSeek2_vs_LigandSeek1_ellipse_8716">
            <a:extLst>
              <a:ext uri="{FF2B5EF4-FFF2-40B4-BE49-F238E27FC236}">
                <a16:creationId xmlns:a16="http://schemas.microsoft.com/office/drawing/2014/main" id="{57F9F393-59CF-49AD-8EE0-056B574A4CAD}"/>
              </a:ext>
            </a:extLst>
          </p:cNvPr>
          <p:cNvSpPr>
            <a:spLocks noGrp="1"/>
          </p:cNvSpPr>
          <p:nvPr/>
        </p:nvSpPr>
        <p:spPr>
          <a:xfrm>
            <a:off x="4514380" y="845009"/>
            <a:ext cx="24757" cy="24757"/>
          </a:xfrm>
          <a:prstGeom prst="ellipse">
            <a:avLst/>
          </a:prstGeom>
          <a:solidFill>
            <a:srgbClr val="B08A60">
              <a:alpha val="40000"/>
            </a:srgbClr>
          </a:solidFill>
          <a:ln w="0">
            <a:noFill/>
            <a:prstDash val="solid"/>
          </a:ln>
        </p:spPr>
      </p:sp>
      <p:sp>
        <p:nvSpPr>
          <p:cNvPr id="3203" name="LigandSeek2_vs_LigandSeek1_ellipse_8717">
            <a:extLst>
              <a:ext uri="{FF2B5EF4-FFF2-40B4-BE49-F238E27FC236}">
                <a16:creationId xmlns:a16="http://schemas.microsoft.com/office/drawing/2014/main" id="{DC6B053D-F080-4DCD-B8B5-F3E125EBBC90}"/>
              </a:ext>
            </a:extLst>
          </p:cNvPr>
          <p:cNvSpPr>
            <a:spLocks noGrp="1"/>
          </p:cNvSpPr>
          <p:nvPr/>
        </p:nvSpPr>
        <p:spPr>
          <a:xfrm>
            <a:off x="4533240" y="845009"/>
            <a:ext cx="24757" cy="24757"/>
          </a:xfrm>
          <a:prstGeom prst="ellipse">
            <a:avLst/>
          </a:prstGeom>
          <a:solidFill>
            <a:srgbClr val="B08A60">
              <a:alpha val="40000"/>
            </a:srgbClr>
          </a:solidFill>
          <a:ln w="0">
            <a:noFill/>
            <a:prstDash val="solid"/>
          </a:ln>
        </p:spPr>
      </p:sp>
      <p:sp>
        <p:nvSpPr>
          <p:cNvPr id="3204" name="LigandSeek2_vs_LigandSeek1_ellipse_8718">
            <a:extLst>
              <a:ext uri="{FF2B5EF4-FFF2-40B4-BE49-F238E27FC236}">
                <a16:creationId xmlns:a16="http://schemas.microsoft.com/office/drawing/2014/main" id="{F02FB279-7E2C-4C0B-AC8A-50B6051D40C8}"/>
              </a:ext>
            </a:extLst>
          </p:cNvPr>
          <p:cNvSpPr>
            <a:spLocks noGrp="1"/>
          </p:cNvSpPr>
          <p:nvPr/>
        </p:nvSpPr>
        <p:spPr>
          <a:xfrm>
            <a:off x="4462948" y="845009"/>
            <a:ext cx="24757" cy="24757"/>
          </a:xfrm>
          <a:prstGeom prst="ellipse">
            <a:avLst/>
          </a:prstGeom>
          <a:solidFill>
            <a:srgbClr val="B08A60">
              <a:alpha val="40000"/>
            </a:srgbClr>
          </a:solidFill>
          <a:ln w="0">
            <a:noFill/>
            <a:prstDash val="solid"/>
          </a:ln>
        </p:spPr>
      </p:sp>
      <p:sp>
        <p:nvSpPr>
          <p:cNvPr id="3205" name="LigandSeek2_vs_LigandSeek1_ellipse_8719">
            <a:extLst>
              <a:ext uri="{FF2B5EF4-FFF2-40B4-BE49-F238E27FC236}">
                <a16:creationId xmlns:a16="http://schemas.microsoft.com/office/drawing/2014/main" id="{2410A747-AB6B-4647-8EB9-14F151626EA5}"/>
              </a:ext>
            </a:extLst>
          </p:cNvPr>
          <p:cNvSpPr>
            <a:spLocks noGrp="1"/>
          </p:cNvSpPr>
          <p:nvPr/>
        </p:nvSpPr>
        <p:spPr>
          <a:xfrm>
            <a:off x="4501067" y="1137577"/>
            <a:ext cx="24757" cy="24757"/>
          </a:xfrm>
          <a:prstGeom prst="ellipse">
            <a:avLst/>
          </a:prstGeom>
          <a:solidFill>
            <a:srgbClr val="B08A60">
              <a:alpha val="40000"/>
            </a:srgbClr>
          </a:solidFill>
          <a:ln w="0">
            <a:noFill/>
            <a:prstDash val="solid"/>
          </a:ln>
        </p:spPr>
      </p:sp>
      <p:sp>
        <p:nvSpPr>
          <p:cNvPr id="3206" name="LigandSeek2_vs_LigandSeek1_ellipse_8720">
            <a:extLst>
              <a:ext uri="{FF2B5EF4-FFF2-40B4-BE49-F238E27FC236}">
                <a16:creationId xmlns:a16="http://schemas.microsoft.com/office/drawing/2014/main" id="{19EE2AFF-D6EE-4918-9523-AF4E1C0CD4F8}"/>
              </a:ext>
            </a:extLst>
          </p:cNvPr>
          <p:cNvSpPr>
            <a:spLocks noGrp="1"/>
          </p:cNvSpPr>
          <p:nvPr/>
        </p:nvSpPr>
        <p:spPr>
          <a:xfrm>
            <a:off x="4510197" y="1035414"/>
            <a:ext cx="24757" cy="24757"/>
          </a:xfrm>
          <a:prstGeom prst="ellipse">
            <a:avLst/>
          </a:prstGeom>
          <a:solidFill>
            <a:srgbClr val="B08A60">
              <a:alpha val="40000"/>
            </a:srgbClr>
          </a:solidFill>
          <a:ln w="0">
            <a:noFill/>
            <a:prstDash val="solid"/>
          </a:ln>
        </p:spPr>
      </p:sp>
      <p:sp>
        <p:nvSpPr>
          <p:cNvPr id="3207" name="LigandSeek2_vs_LigandSeek1_ellipse_8721">
            <a:extLst>
              <a:ext uri="{FF2B5EF4-FFF2-40B4-BE49-F238E27FC236}">
                <a16:creationId xmlns:a16="http://schemas.microsoft.com/office/drawing/2014/main" id="{6B5AE7F3-7548-4DE9-83A2-179480BA4480}"/>
              </a:ext>
            </a:extLst>
          </p:cNvPr>
          <p:cNvSpPr>
            <a:spLocks noGrp="1"/>
          </p:cNvSpPr>
          <p:nvPr/>
        </p:nvSpPr>
        <p:spPr>
          <a:xfrm>
            <a:off x="4479831" y="1173053"/>
            <a:ext cx="24757" cy="24757"/>
          </a:xfrm>
          <a:prstGeom prst="ellipse">
            <a:avLst/>
          </a:prstGeom>
          <a:solidFill>
            <a:srgbClr val="B08A60">
              <a:alpha val="40000"/>
            </a:srgbClr>
          </a:solidFill>
          <a:ln w="0">
            <a:noFill/>
            <a:prstDash val="solid"/>
          </a:ln>
        </p:spPr>
      </p:sp>
      <p:sp>
        <p:nvSpPr>
          <p:cNvPr id="3208" name="LigandSeek2_vs_LigandSeek1_ellipse_8722">
            <a:extLst>
              <a:ext uri="{FF2B5EF4-FFF2-40B4-BE49-F238E27FC236}">
                <a16:creationId xmlns:a16="http://schemas.microsoft.com/office/drawing/2014/main" id="{EDB9690F-92CC-4111-853D-C2731FA0EB00}"/>
              </a:ext>
            </a:extLst>
          </p:cNvPr>
          <p:cNvSpPr>
            <a:spLocks noGrp="1"/>
          </p:cNvSpPr>
          <p:nvPr/>
        </p:nvSpPr>
        <p:spPr>
          <a:xfrm>
            <a:off x="4538794" y="1193462"/>
            <a:ext cx="24757" cy="24757"/>
          </a:xfrm>
          <a:prstGeom prst="ellipse">
            <a:avLst/>
          </a:prstGeom>
          <a:solidFill>
            <a:srgbClr val="B08A60">
              <a:alpha val="40000"/>
            </a:srgbClr>
          </a:solidFill>
          <a:ln w="0">
            <a:noFill/>
            <a:prstDash val="solid"/>
          </a:ln>
        </p:spPr>
      </p:sp>
      <p:sp>
        <p:nvSpPr>
          <p:cNvPr id="3209" name="LigandSeek2_vs_LigandSeek1_ellipse_8723">
            <a:extLst>
              <a:ext uri="{FF2B5EF4-FFF2-40B4-BE49-F238E27FC236}">
                <a16:creationId xmlns:a16="http://schemas.microsoft.com/office/drawing/2014/main" id="{3F5707EF-0005-466A-9A59-BBA21CDEEFEB}"/>
              </a:ext>
            </a:extLst>
          </p:cNvPr>
          <p:cNvSpPr>
            <a:spLocks noGrp="1"/>
          </p:cNvSpPr>
          <p:nvPr/>
        </p:nvSpPr>
        <p:spPr>
          <a:xfrm>
            <a:off x="4520425" y="845009"/>
            <a:ext cx="24757" cy="24757"/>
          </a:xfrm>
          <a:prstGeom prst="ellipse">
            <a:avLst/>
          </a:prstGeom>
          <a:solidFill>
            <a:srgbClr val="B08A60">
              <a:alpha val="40000"/>
            </a:srgbClr>
          </a:solidFill>
          <a:ln w="0">
            <a:noFill/>
            <a:prstDash val="solid"/>
          </a:ln>
        </p:spPr>
      </p:sp>
      <p:sp>
        <p:nvSpPr>
          <p:cNvPr id="3210" name="LigandSeek2_vs_LigandSeek1_ellipse_8724">
            <a:extLst>
              <a:ext uri="{FF2B5EF4-FFF2-40B4-BE49-F238E27FC236}">
                <a16:creationId xmlns:a16="http://schemas.microsoft.com/office/drawing/2014/main" id="{A4E38FD3-DBB7-4C5D-B32C-331FE2F35E4E}"/>
              </a:ext>
            </a:extLst>
          </p:cNvPr>
          <p:cNvSpPr>
            <a:spLocks noGrp="1"/>
          </p:cNvSpPr>
          <p:nvPr/>
        </p:nvSpPr>
        <p:spPr>
          <a:xfrm>
            <a:off x="4470303" y="1106349"/>
            <a:ext cx="24757" cy="24757"/>
          </a:xfrm>
          <a:prstGeom prst="ellipse">
            <a:avLst/>
          </a:prstGeom>
          <a:solidFill>
            <a:srgbClr val="B08A60">
              <a:alpha val="40000"/>
            </a:srgbClr>
          </a:solidFill>
          <a:ln w="0">
            <a:noFill/>
            <a:prstDash val="solid"/>
          </a:ln>
        </p:spPr>
      </p:sp>
      <p:sp>
        <p:nvSpPr>
          <p:cNvPr id="3211" name="LigandSeek2_vs_LigandSeek1_ellipse_8725">
            <a:extLst>
              <a:ext uri="{FF2B5EF4-FFF2-40B4-BE49-F238E27FC236}">
                <a16:creationId xmlns:a16="http://schemas.microsoft.com/office/drawing/2014/main" id="{B92C890D-4921-489B-AEDC-77943CA43E87}"/>
              </a:ext>
            </a:extLst>
          </p:cNvPr>
          <p:cNvSpPr>
            <a:spLocks noGrp="1"/>
          </p:cNvSpPr>
          <p:nvPr/>
        </p:nvSpPr>
        <p:spPr>
          <a:xfrm>
            <a:off x="4495604" y="900210"/>
            <a:ext cx="24757" cy="24757"/>
          </a:xfrm>
          <a:prstGeom prst="ellipse">
            <a:avLst/>
          </a:prstGeom>
          <a:solidFill>
            <a:srgbClr val="B08A60">
              <a:alpha val="40000"/>
            </a:srgbClr>
          </a:solidFill>
          <a:ln w="0">
            <a:noFill/>
            <a:prstDash val="solid"/>
          </a:ln>
        </p:spPr>
      </p:sp>
      <p:sp>
        <p:nvSpPr>
          <p:cNvPr id="3212" name="LigandSeek2_vs_LigandSeek1_ellipse_8726">
            <a:extLst>
              <a:ext uri="{FF2B5EF4-FFF2-40B4-BE49-F238E27FC236}">
                <a16:creationId xmlns:a16="http://schemas.microsoft.com/office/drawing/2014/main" id="{A4EE0534-462F-4893-A54A-563AB012C6CD}"/>
              </a:ext>
            </a:extLst>
          </p:cNvPr>
          <p:cNvSpPr>
            <a:spLocks noGrp="1"/>
          </p:cNvSpPr>
          <p:nvPr/>
        </p:nvSpPr>
        <p:spPr>
          <a:xfrm>
            <a:off x="4501875" y="1556434"/>
            <a:ext cx="24757" cy="24757"/>
          </a:xfrm>
          <a:prstGeom prst="ellipse">
            <a:avLst/>
          </a:prstGeom>
          <a:solidFill>
            <a:srgbClr val="B08A60">
              <a:alpha val="40000"/>
            </a:srgbClr>
          </a:solidFill>
          <a:ln w="0">
            <a:noFill/>
            <a:prstDash val="solid"/>
          </a:ln>
        </p:spPr>
      </p:sp>
      <p:sp>
        <p:nvSpPr>
          <p:cNvPr id="3213" name="LigandSeek2_vs_LigandSeek1_ellipse_8727">
            <a:extLst>
              <a:ext uri="{FF2B5EF4-FFF2-40B4-BE49-F238E27FC236}">
                <a16:creationId xmlns:a16="http://schemas.microsoft.com/office/drawing/2014/main" id="{97C9DCC9-18A4-4B21-86C2-854524DAFAA4}"/>
              </a:ext>
            </a:extLst>
          </p:cNvPr>
          <p:cNvSpPr>
            <a:spLocks noGrp="1"/>
          </p:cNvSpPr>
          <p:nvPr/>
        </p:nvSpPr>
        <p:spPr>
          <a:xfrm>
            <a:off x="4502579" y="845009"/>
            <a:ext cx="24757" cy="24757"/>
          </a:xfrm>
          <a:prstGeom prst="ellipse">
            <a:avLst/>
          </a:prstGeom>
          <a:solidFill>
            <a:srgbClr val="B08A60">
              <a:alpha val="40000"/>
            </a:srgbClr>
          </a:solidFill>
          <a:ln w="0">
            <a:noFill/>
            <a:prstDash val="solid"/>
          </a:ln>
        </p:spPr>
      </p:sp>
      <p:sp>
        <p:nvSpPr>
          <p:cNvPr id="3214" name="LigandSeek2_vs_LigandSeek1_ellipse_8728">
            <a:extLst>
              <a:ext uri="{FF2B5EF4-FFF2-40B4-BE49-F238E27FC236}">
                <a16:creationId xmlns:a16="http://schemas.microsoft.com/office/drawing/2014/main" id="{AD414DE9-450F-40CC-AB3C-141D594C6899}"/>
              </a:ext>
            </a:extLst>
          </p:cNvPr>
          <p:cNvSpPr>
            <a:spLocks noGrp="1"/>
          </p:cNvSpPr>
          <p:nvPr/>
        </p:nvSpPr>
        <p:spPr>
          <a:xfrm>
            <a:off x="4525659" y="845009"/>
            <a:ext cx="24757" cy="24757"/>
          </a:xfrm>
          <a:prstGeom prst="ellipse">
            <a:avLst/>
          </a:prstGeom>
          <a:solidFill>
            <a:srgbClr val="B08A60">
              <a:alpha val="40000"/>
            </a:srgbClr>
          </a:solidFill>
          <a:ln w="0">
            <a:noFill/>
            <a:prstDash val="solid"/>
          </a:ln>
        </p:spPr>
      </p:sp>
      <p:sp>
        <p:nvSpPr>
          <p:cNvPr id="3215" name="LigandSeek2_vs_LigandSeek1_ellipse_8729">
            <a:extLst>
              <a:ext uri="{FF2B5EF4-FFF2-40B4-BE49-F238E27FC236}">
                <a16:creationId xmlns:a16="http://schemas.microsoft.com/office/drawing/2014/main" id="{2545B674-5009-4538-A8C0-841C5CB9D659}"/>
              </a:ext>
            </a:extLst>
          </p:cNvPr>
          <p:cNvSpPr>
            <a:spLocks noGrp="1"/>
          </p:cNvSpPr>
          <p:nvPr/>
        </p:nvSpPr>
        <p:spPr>
          <a:xfrm>
            <a:off x="4520250" y="1367688"/>
            <a:ext cx="24757" cy="24757"/>
          </a:xfrm>
          <a:prstGeom prst="ellipse">
            <a:avLst/>
          </a:prstGeom>
          <a:solidFill>
            <a:srgbClr val="B08A60">
              <a:alpha val="40000"/>
            </a:srgbClr>
          </a:solidFill>
          <a:ln w="0">
            <a:noFill/>
            <a:prstDash val="solid"/>
          </a:ln>
        </p:spPr>
      </p:sp>
      <p:sp>
        <p:nvSpPr>
          <p:cNvPr id="3216" name="LigandSeek2_vs_LigandSeek1_ellipse_8730">
            <a:extLst>
              <a:ext uri="{FF2B5EF4-FFF2-40B4-BE49-F238E27FC236}">
                <a16:creationId xmlns:a16="http://schemas.microsoft.com/office/drawing/2014/main" id="{5F838828-062C-42DA-9A80-18910A80CDEC}"/>
              </a:ext>
            </a:extLst>
          </p:cNvPr>
          <p:cNvSpPr>
            <a:spLocks noGrp="1"/>
          </p:cNvSpPr>
          <p:nvPr/>
        </p:nvSpPr>
        <p:spPr>
          <a:xfrm>
            <a:off x="4463150" y="1193462"/>
            <a:ext cx="24757" cy="24757"/>
          </a:xfrm>
          <a:prstGeom prst="ellipse">
            <a:avLst/>
          </a:prstGeom>
          <a:solidFill>
            <a:srgbClr val="B08A60">
              <a:alpha val="40000"/>
            </a:srgbClr>
          </a:solidFill>
          <a:ln w="0">
            <a:noFill/>
            <a:prstDash val="solid"/>
          </a:ln>
        </p:spPr>
      </p:sp>
      <p:sp>
        <p:nvSpPr>
          <p:cNvPr id="3217" name="LigandSeek2_vs_LigandSeek1_ellipse_8731">
            <a:extLst>
              <a:ext uri="{FF2B5EF4-FFF2-40B4-BE49-F238E27FC236}">
                <a16:creationId xmlns:a16="http://schemas.microsoft.com/office/drawing/2014/main" id="{D5E5685C-472F-455E-90CB-FD39EFAAEB81}"/>
              </a:ext>
            </a:extLst>
          </p:cNvPr>
          <p:cNvSpPr>
            <a:spLocks noGrp="1"/>
          </p:cNvSpPr>
          <p:nvPr/>
        </p:nvSpPr>
        <p:spPr>
          <a:xfrm>
            <a:off x="4514109" y="845009"/>
            <a:ext cx="24757" cy="24757"/>
          </a:xfrm>
          <a:prstGeom prst="ellipse">
            <a:avLst/>
          </a:prstGeom>
          <a:solidFill>
            <a:srgbClr val="B08A60">
              <a:alpha val="40000"/>
            </a:srgbClr>
          </a:solidFill>
          <a:ln w="0">
            <a:noFill/>
            <a:prstDash val="solid"/>
          </a:ln>
        </p:spPr>
      </p:sp>
      <p:sp>
        <p:nvSpPr>
          <p:cNvPr id="3218" name="LigandSeek2_vs_LigandSeek1_ellipse_8732">
            <a:extLst>
              <a:ext uri="{FF2B5EF4-FFF2-40B4-BE49-F238E27FC236}">
                <a16:creationId xmlns:a16="http://schemas.microsoft.com/office/drawing/2014/main" id="{7CC119FB-E17F-4905-9E26-9B6A026EA887}"/>
              </a:ext>
            </a:extLst>
          </p:cNvPr>
          <p:cNvSpPr>
            <a:spLocks noGrp="1"/>
          </p:cNvSpPr>
          <p:nvPr/>
        </p:nvSpPr>
        <p:spPr>
          <a:xfrm>
            <a:off x="4462659" y="1579555"/>
            <a:ext cx="24757" cy="24757"/>
          </a:xfrm>
          <a:prstGeom prst="ellipse">
            <a:avLst/>
          </a:prstGeom>
          <a:solidFill>
            <a:srgbClr val="B08A60">
              <a:alpha val="40000"/>
            </a:srgbClr>
          </a:solidFill>
          <a:ln w="0">
            <a:noFill/>
            <a:prstDash val="solid"/>
          </a:ln>
        </p:spPr>
      </p:sp>
      <p:sp>
        <p:nvSpPr>
          <p:cNvPr id="3219" name="LigandSeek2_vs_LigandSeek1_ellipse_8733">
            <a:extLst>
              <a:ext uri="{FF2B5EF4-FFF2-40B4-BE49-F238E27FC236}">
                <a16:creationId xmlns:a16="http://schemas.microsoft.com/office/drawing/2014/main" id="{BD141A32-83BF-45A8-8EFB-90E23A0B2705}"/>
              </a:ext>
            </a:extLst>
          </p:cNvPr>
          <p:cNvSpPr>
            <a:spLocks noGrp="1"/>
          </p:cNvSpPr>
          <p:nvPr/>
        </p:nvSpPr>
        <p:spPr>
          <a:xfrm>
            <a:off x="4544043" y="1890368"/>
            <a:ext cx="24757" cy="24757"/>
          </a:xfrm>
          <a:prstGeom prst="ellipse">
            <a:avLst/>
          </a:prstGeom>
          <a:solidFill>
            <a:srgbClr val="B08A60">
              <a:alpha val="40000"/>
            </a:srgbClr>
          </a:solidFill>
          <a:ln w="0">
            <a:noFill/>
            <a:prstDash val="solid"/>
          </a:ln>
        </p:spPr>
      </p:sp>
      <p:sp>
        <p:nvSpPr>
          <p:cNvPr id="3220" name="LigandSeek2_vs_LigandSeek1_ellipse_8734">
            <a:extLst>
              <a:ext uri="{FF2B5EF4-FFF2-40B4-BE49-F238E27FC236}">
                <a16:creationId xmlns:a16="http://schemas.microsoft.com/office/drawing/2014/main" id="{D3371FD6-2B6F-434F-92F3-2633D55BC98F}"/>
              </a:ext>
            </a:extLst>
          </p:cNvPr>
          <p:cNvSpPr>
            <a:spLocks noGrp="1"/>
          </p:cNvSpPr>
          <p:nvPr/>
        </p:nvSpPr>
        <p:spPr>
          <a:xfrm>
            <a:off x="4474018" y="1629028"/>
            <a:ext cx="24757" cy="24757"/>
          </a:xfrm>
          <a:prstGeom prst="ellipse">
            <a:avLst/>
          </a:prstGeom>
          <a:solidFill>
            <a:srgbClr val="B08A60">
              <a:alpha val="40000"/>
            </a:srgbClr>
          </a:solidFill>
          <a:ln w="0">
            <a:noFill/>
            <a:prstDash val="solid"/>
          </a:ln>
        </p:spPr>
      </p:sp>
      <p:sp>
        <p:nvSpPr>
          <p:cNvPr id="3221" name="LigandSeek2_vs_LigandSeek1_ellipse_8735">
            <a:extLst>
              <a:ext uri="{FF2B5EF4-FFF2-40B4-BE49-F238E27FC236}">
                <a16:creationId xmlns:a16="http://schemas.microsoft.com/office/drawing/2014/main" id="{E0A86DFF-E794-4E1C-AF23-4934F2920BF5}"/>
              </a:ext>
            </a:extLst>
          </p:cNvPr>
          <p:cNvSpPr>
            <a:spLocks noGrp="1"/>
          </p:cNvSpPr>
          <p:nvPr/>
        </p:nvSpPr>
        <p:spPr>
          <a:xfrm>
            <a:off x="4516420" y="1890368"/>
            <a:ext cx="24757" cy="24757"/>
          </a:xfrm>
          <a:prstGeom prst="ellipse">
            <a:avLst/>
          </a:prstGeom>
          <a:solidFill>
            <a:srgbClr val="B08A60">
              <a:alpha val="40000"/>
            </a:srgbClr>
          </a:solidFill>
          <a:ln w="0">
            <a:noFill/>
            <a:prstDash val="solid"/>
          </a:ln>
        </p:spPr>
      </p:sp>
      <p:sp>
        <p:nvSpPr>
          <p:cNvPr id="3222" name="LigandSeek2_vs_LigandSeek1_ellipse_8736">
            <a:extLst>
              <a:ext uri="{FF2B5EF4-FFF2-40B4-BE49-F238E27FC236}">
                <a16:creationId xmlns:a16="http://schemas.microsoft.com/office/drawing/2014/main" id="{640EA752-E943-4030-B298-726E7D33CC5D}"/>
              </a:ext>
            </a:extLst>
          </p:cNvPr>
          <p:cNvSpPr>
            <a:spLocks noGrp="1"/>
          </p:cNvSpPr>
          <p:nvPr/>
        </p:nvSpPr>
        <p:spPr>
          <a:xfrm>
            <a:off x="4471289" y="975679"/>
            <a:ext cx="24757" cy="24757"/>
          </a:xfrm>
          <a:prstGeom prst="ellipse">
            <a:avLst/>
          </a:prstGeom>
          <a:solidFill>
            <a:srgbClr val="B08A60">
              <a:alpha val="40000"/>
            </a:srgbClr>
          </a:solidFill>
          <a:ln w="0">
            <a:noFill/>
            <a:prstDash val="solid"/>
          </a:ln>
        </p:spPr>
      </p:sp>
      <p:sp>
        <p:nvSpPr>
          <p:cNvPr id="3223" name="LigandSeek2_vs_LigandSeek1_ellipse_8737">
            <a:extLst>
              <a:ext uri="{FF2B5EF4-FFF2-40B4-BE49-F238E27FC236}">
                <a16:creationId xmlns:a16="http://schemas.microsoft.com/office/drawing/2014/main" id="{33722655-B6DC-4B4A-B865-7B1ABE27BB05}"/>
              </a:ext>
            </a:extLst>
          </p:cNvPr>
          <p:cNvSpPr>
            <a:spLocks noGrp="1"/>
          </p:cNvSpPr>
          <p:nvPr/>
        </p:nvSpPr>
        <p:spPr>
          <a:xfrm>
            <a:off x="4537605" y="1366444"/>
            <a:ext cx="24757" cy="24757"/>
          </a:xfrm>
          <a:prstGeom prst="ellipse">
            <a:avLst/>
          </a:prstGeom>
          <a:solidFill>
            <a:srgbClr val="B08A60">
              <a:alpha val="40000"/>
            </a:srgbClr>
          </a:solidFill>
          <a:ln w="0">
            <a:noFill/>
            <a:prstDash val="solid"/>
          </a:ln>
        </p:spPr>
      </p:sp>
      <p:sp>
        <p:nvSpPr>
          <p:cNvPr id="3224" name="LigandSeek2_vs_LigandSeek1_ellipse_8738">
            <a:extLst>
              <a:ext uri="{FF2B5EF4-FFF2-40B4-BE49-F238E27FC236}">
                <a16:creationId xmlns:a16="http://schemas.microsoft.com/office/drawing/2014/main" id="{A5D2541A-B0E7-42FC-9475-903CF8E9B8B4}"/>
              </a:ext>
            </a:extLst>
          </p:cNvPr>
          <p:cNvSpPr>
            <a:spLocks noGrp="1"/>
          </p:cNvSpPr>
          <p:nvPr/>
        </p:nvSpPr>
        <p:spPr>
          <a:xfrm>
            <a:off x="4523105" y="1890368"/>
            <a:ext cx="24757" cy="24757"/>
          </a:xfrm>
          <a:prstGeom prst="ellipse">
            <a:avLst/>
          </a:prstGeom>
          <a:solidFill>
            <a:srgbClr val="B08A60">
              <a:alpha val="40000"/>
            </a:srgbClr>
          </a:solidFill>
          <a:ln w="0">
            <a:noFill/>
            <a:prstDash val="solid"/>
          </a:ln>
        </p:spPr>
      </p:sp>
      <p:sp>
        <p:nvSpPr>
          <p:cNvPr id="3225" name="LigandSeek2_vs_LigandSeek1_ellipse_8739">
            <a:extLst>
              <a:ext uri="{FF2B5EF4-FFF2-40B4-BE49-F238E27FC236}">
                <a16:creationId xmlns:a16="http://schemas.microsoft.com/office/drawing/2014/main" id="{92091B76-193E-410F-A5D7-382D022D0F5A}"/>
              </a:ext>
            </a:extLst>
          </p:cNvPr>
          <p:cNvSpPr>
            <a:spLocks noGrp="1"/>
          </p:cNvSpPr>
          <p:nvPr/>
        </p:nvSpPr>
        <p:spPr>
          <a:xfrm>
            <a:off x="4485138" y="1585471"/>
            <a:ext cx="24757" cy="24757"/>
          </a:xfrm>
          <a:prstGeom prst="ellipse">
            <a:avLst/>
          </a:prstGeom>
          <a:solidFill>
            <a:srgbClr val="B08A60">
              <a:alpha val="40000"/>
            </a:srgbClr>
          </a:solidFill>
          <a:ln w="0">
            <a:noFill/>
            <a:prstDash val="solid"/>
          </a:ln>
        </p:spPr>
      </p:sp>
      <p:sp>
        <p:nvSpPr>
          <p:cNvPr id="3226" name="LigandSeek2_vs_LigandSeek1_ellipse_8740">
            <a:extLst>
              <a:ext uri="{FF2B5EF4-FFF2-40B4-BE49-F238E27FC236}">
                <a16:creationId xmlns:a16="http://schemas.microsoft.com/office/drawing/2014/main" id="{4CA88BDF-80A4-4D88-8B09-546BD2FEFED0}"/>
              </a:ext>
            </a:extLst>
          </p:cNvPr>
          <p:cNvSpPr>
            <a:spLocks noGrp="1"/>
          </p:cNvSpPr>
          <p:nvPr/>
        </p:nvSpPr>
        <p:spPr>
          <a:xfrm>
            <a:off x="4485316" y="1890368"/>
            <a:ext cx="24757" cy="24757"/>
          </a:xfrm>
          <a:prstGeom prst="ellipse">
            <a:avLst/>
          </a:prstGeom>
          <a:solidFill>
            <a:srgbClr val="B08A60">
              <a:alpha val="40000"/>
            </a:srgbClr>
          </a:solidFill>
          <a:ln w="0">
            <a:noFill/>
            <a:prstDash val="solid"/>
          </a:ln>
        </p:spPr>
      </p:sp>
      <p:sp>
        <p:nvSpPr>
          <p:cNvPr id="3227" name="LigandSeek2_vs_LigandSeek1_ellipse_8741">
            <a:extLst>
              <a:ext uri="{FF2B5EF4-FFF2-40B4-BE49-F238E27FC236}">
                <a16:creationId xmlns:a16="http://schemas.microsoft.com/office/drawing/2014/main" id="{8CE67322-C472-4B35-BEA7-35A36DBB2AFD}"/>
              </a:ext>
            </a:extLst>
          </p:cNvPr>
          <p:cNvSpPr>
            <a:spLocks noGrp="1"/>
          </p:cNvSpPr>
          <p:nvPr/>
        </p:nvSpPr>
        <p:spPr>
          <a:xfrm>
            <a:off x="4504057" y="845009"/>
            <a:ext cx="24757" cy="24757"/>
          </a:xfrm>
          <a:prstGeom prst="ellipse">
            <a:avLst/>
          </a:prstGeom>
          <a:solidFill>
            <a:srgbClr val="B08A60">
              <a:alpha val="40000"/>
            </a:srgbClr>
          </a:solidFill>
          <a:ln w="0">
            <a:noFill/>
            <a:prstDash val="solid"/>
          </a:ln>
        </p:spPr>
      </p:sp>
      <p:sp>
        <p:nvSpPr>
          <p:cNvPr id="3228" name="LigandSeek2_vs_LigandSeek1_ellipse_8742">
            <a:extLst>
              <a:ext uri="{FF2B5EF4-FFF2-40B4-BE49-F238E27FC236}">
                <a16:creationId xmlns:a16="http://schemas.microsoft.com/office/drawing/2014/main" id="{D211D881-DEF1-4648-826B-8FE336937308}"/>
              </a:ext>
            </a:extLst>
          </p:cNvPr>
          <p:cNvSpPr>
            <a:spLocks noGrp="1"/>
          </p:cNvSpPr>
          <p:nvPr/>
        </p:nvSpPr>
        <p:spPr>
          <a:xfrm>
            <a:off x="4539576" y="1890368"/>
            <a:ext cx="24757" cy="24757"/>
          </a:xfrm>
          <a:prstGeom prst="ellipse">
            <a:avLst/>
          </a:prstGeom>
          <a:solidFill>
            <a:srgbClr val="B08A60">
              <a:alpha val="40000"/>
            </a:srgbClr>
          </a:solidFill>
          <a:ln w="0">
            <a:noFill/>
            <a:prstDash val="solid"/>
          </a:ln>
        </p:spPr>
      </p:sp>
      <p:sp>
        <p:nvSpPr>
          <p:cNvPr id="3229" name="LigandSeek2_vs_LigandSeek1_ellipse_8743">
            <a:extLst>
              <a:ext uri="{FF2B5EF4-FFF2-40B4-BE49-F238E27FC236}">
                <a16:creationId xmlns:a16="http://schemas.microsoft.com/office/drawing/2014/main" id="{4AE967BF-3067-4740-B606-E2C4FBFF4EA2}"/>
              </a:ext>
            </a:extLst>
          </p:cNvPr>
          <p:cNvSpPr>
            <a:spLocks noGrp="1"/>
          </p:cNvSpPr>
          <p:nvPr/>
        </p:nvSpPr>
        <p:spPr>
          <a:xfrm>
            <a:off x="4546491" y="1751382"/>
            <a:ext cx="24757" cy="24757"/>
          </a:xfrm>
          <a:prstGeom prst="ellipse">
            <a:avLst/>
          </a:prstGeom>
          <a:solidFill>
            <a:srgbClr val="B08A60">
              <a:alpha val="40000"/>
            </a:srgbClr>
          </a:solidFill>
          <a:ln w="0">
            <a:noFill/>
            <a:prstDash val="solid"/>
          </a:ln>
        </p:spPr>
      </p:sp>
      <p:sp>
        <p:nvSpPr>
          <p:cNvPr id="3230" name="LigandSeek2_vs_LigandSeek1_ellipse_8744">
            <a:extLst>
              <a:ext uri="{FF2B5EF4-FFF2-40B4-BE49-F238E27FC236}">
                <a16:creationId xmlns:a16="http://schemas.microsoft.com/office/drawing/2014/main" id="{A90E1ED8-DFAC-4659-A2D2-7905DDC3216A}"/>
              </a:ext>
            </a:extLst>
          </p:cNvPr>
          <p:cNvSpPr>
            <a:spLocks noGrp="1"/>
          </p:cNvSpPr>
          <p:nvPr/>
        </p:nvSpPr>
        <p:spPr>
          <a:xfrm>
            <a:off x="4467384" y="1716141"/>
            <a:ext cx="24757" cy="24757"/>
          </a:xfrm>
          <a:prstGeom prst="ellipse">
            <a:avLst/>
          </a:prstGeom>
          <a:solidFill>
            <a:srgbClr val="B08A60">
              <a:alpha val="40000"/>
            </a:srgbClr>
          </a:solidFill>
          <a:ln w="0">
            <a:noFill/>
            <a:prstDash val="solid"/>
          </a:ln>
        </p:spPr>
      </p:sp>
      <p:sp>
        <p:nvSpPr>
          <p:cNvPr id="3231" name="LigandSeek2_vs_LigandSeek1_ellipse_8745">
            <a:extLst>
              <a:ext uri="{FF2B5EF4-FFF2-40B4-BE49-F238E27FC236}">
                <a16:creationId xmlns:a16="http://schemas.microsoft.com/office/drawing/2014/main" id="{F40D8314-420C-4695-901B-52AF41A78D3D}"/>
              </a:ext>
            </a:extLst>
          </p:cNvPr>
          <p:cNvSpPr>
            <a:spLocks noGrp="1"/>
          </p:cNvSpPr>
          <p:nvPr/>
        </p:nvSpPr>
        <p:spPr>
          <a:xfrm>
            <a:off x="4499292" y="1106349"/>
            <a:ext cx="24757" cy="24757"/>
          </a:xfrm>
          <a:prstGeom prst="ellipse">
            <a:avLst/>
          </a:prstGeom>
          <a:solidFill>
            <a:srgbClr val="B08A60">
              <a:alpha val="40000"/>
            </a:srgbClr>
          </a:solidFill>
          <a:ln w="0">
            <a:noFill/>
            <a:prstDash val="solid"/>
          </a:ln>
        </p:spPr>
      </p:sp>
      <p:sp>
        <p:nvSpPr>
          <p:cNvPr id="3232" name="LigandSeek2_vs_LigandSeek1_ellipse_8746">
            <a:extLst>
              <a:ext uri="{FF2B5EF4-FFF2-40B4-BE49-F238E27FC236}">
                <a16:creationId xmlns:a16="http://schemas.microsoft.com/office/drawing/2014/main" id="{1ECEB92D-18FD-40E7-A5CD-94E403495015}"/>
              </a:ext>
            </a:extLst>
          </p:cNvPr>
          <p:cNvSpPr>
            <a:spLocks noGrp="1"/>
          </p:cNvSpPr>
          <p:nvPr/>
        </p:nvSpPr>
        <p:spPr>
          <a:xfrm>
            <a:off x="4515603" y="1800413"/>
            <a:ext cx="24757" cy="24757"/>
          </a:xfrm>
          <a:prstGeom prst="ellipse">
            <a:avLst/>
          </a:prstGeom>
          <a:solidFill>
            <a:srgbClr val="B08A60">
              <a:alpha val="40000"/>
            </a:srgbClr>
          </a:solidFill>
          <a:ln w="0">
            <a:noFill/>
            <a:prstDash val="solid"/>
          </a:ln>
        </p:spPr>
      </p:sp>
      <p:sp>
        <p:nvSpPr>
          <p:cNvPr id="3233" name="LigandSeek2_vs_LigandSeek1_ellipse_8747">
            <a:extLst>
              <a:ext uri="{FF2B5EF4-FFF2-40B4-BE49-F238E27FC236}">
                <a16:creationId xmlns:a16="http://schemas.microsoft.com/office/drawing/2014/main" id="{22B48352-C651-4A72-AF96-6413ADE40E99}"/>
              </a:ext>
            </a:extLst>
          </p:cNvPr>
          <p:cNvSpPr>
            <a:spLocks noGrp="1"/>
          </p:cNvSpPr>
          <p:nvPr/>
        </p:nvSpPr>
        <p:spPr>
          <a:xfrm>
            <a:off x="4498777" y="845009"/>
            <a:ext cx="24757" cy="24757"/>
          </a:xfrm>
          <a:prstGeom prst="ellipse">
            <a:avLst/>
          </a:prstGeom>
          <a:solidFill>
            <a:srgbClr val="B08A60">
              <a:alpha val="40000"/>
            </a:srgbClr>
          </a:solidFill>
          <a:ln w="0">
            <a:noFill/>
            <a:prstDash val="solid"/>
          </a:ln>
        </p:spPr>
      </p:sp>
      <p:sp>
        <p:nvSpPr>
          <p:cNvPr id="3234" name="LigandSeek2_vs_LigandSeek1_ellipse_8748">
            <a:extLst>
              <a:ext uri="{FF2B5EF4-FFF2-40B4-BE49-F238E27FC236}">
                <a16:creationId xmlns:a16="http://schemas.microsoft.com/office/drawing/2014/main" id="{3DEBFBB7-3104-40BE-A07A-504807E324EF}"/>
              </a:ext>
            </a:extLst>
          </p:cNvPr>
          <p:cNvSpPr>
            <a:spLocks noGrp="1"/>
          </p:cNvSpPr>
          <p:nvPr/>
        </p:nvSpPr>
        <p:spPr>
          <a:xfrm>
            <a:off x="4506068" y="1890368"/>
            <a:ext cx="24757" cy="24757"/>
          </a:xfrm>
          <a:prstGeom prst="ellipse">
            <a:avLst/>
          </a:prstGeom>
          <a:solidFill>
            <a:srgbClr val="B08A60">
              <a:alpha val="40000"/>
            </a:srgbClr>
          </a:solidFill>
          <a:ln w="0">
            <a:noFill/>
            <a:prstDash val="solid"/>
          </a:ln>
        </p:spPr>
      </p:sp>
      <p:sp>
        <p:nvSpPr>
          <p:cNvPr id="3235" name="LigandSeek2_vs_LigandSeek1_ellipse_8749">
            <a:extLst>
              <a:ext uri="{FF2B5EF4-FFF2-40B4-BE49-F238E27FC236}">
                <a16:creationId xmlns:a16="http://schemas.microsoft.com/office/drawing/2014/main" id="{8EA0DCCA-198C-460F-9B53-F51671F78BC1}"/>
              </a:ext>
            </a:extLst>
          </p:cNvPr>
          <p:cNvSpPr>
            <a:spLocks noGrp="1"/>
          </p:cNvSpPr>
          <p:nvPr/>
        </p:nvSpPr>
        <p:spPr>
          <a:xfrm>
            <a:off x="4527892" y="1890368"/>
            <a:ext cx="24757" cy="24757"/>
          </a:xfrm>
          <a:prstGeom prst="ellipse">
            <a:avLst/>
          </a:prstGeom>
          <a:solidFill>
            <a:srgbClr val="B08A60">
              <a:alpha val="40000"/>
            </a:srgbClr>
          </a:solidFill>
          <a:ln w="0">
            <a:noFill/>
            <a:prstDash val="solid"/>
          </a:ln>
        </p:spPr>
      </p:sp>
      <p:sp>
        <p:nvSpPr>
          <p:cNvPr id="3236" name="LigandSeek2_vs_LigandSeek1_ellipse_8750">
            <a:extLst>
              <a:ext uri="{FF2B5EF4-FFF2-40B4-BE49-F238E27FC236}">
                <a16:creationId xmlns:a16="http://schemas.microsoft.com/office/drawing/2014/main" id="{7AD2396D-DF94-4B34-BAF7-D6138361A628}"/>
              </a:ext>
            </a:extLst>
          </p:cNvPr>
          <p:cNvSpPr>
            <a:spLocks noGrp="1"/>
          </p:cNvSpPr>
          <p:nvPr/>
        </p:nvSpPr>
        <p:spPr>
          <a:xfrm>
            <a:off x="4531280" y="845009"/>
            <a:ext cx="24757" cy="24757"/>
          </a:xfrm>
          <a:prstGeom prst="ellipse">
            <a:avLst/>
          </a:prstGeom>
          <a:solidFill>
            <a:srgbClr val="B08A60">
              <a:alpha val="40000"/>
            </a:srgbClr>
          </a:solidFill>
          <a:ln w="0">
            <a:noFill/>
            <a:prstDash val="solid"/>
          </a:ln>
        </p:spPr>
      </p:sp>
      <p:sp>
        <p:nvSpPr>
          <p:cNvPr id="3237" name="LigandSeek2_vs_LigandSeek1_ellipse_8751">
            <a:extLst>
              <a:ext uri="{FF2B5EF4-FFF2-40B4-BE49-F238E27FC236}">
                <a16:creationId xmlns:a16="http://schemas.microsoft.com/office/drawing/2014/main" id="{85EE33B2-DC5F-4F98-B025-F0E099A1FD87}"/>
              </a:ext>
            </a:extLst>
          </p:cNvPr>
          <p:cNvSpPr>
            <a:spLocks noGrp="1"/>
          </p:cNvSpPr>
          <p:nvPr/>
        </p:nvSpPr>
        <p:spPr>
          <a:xfrm>
            <a:off x="4492890" y="1048273"/>
            <a:ext cx="24757" cy="24757"/>
          </a:xfrm>
          <a:prstGeom prst="ellipse">
            <a:avLst/>
          </a:prstGeom>
          <a:solidFill>
            <a:srgbClr val="B08A60">
              <a:alpha val="40000"/>
            </a:srgbClr>
          </a:solidFill>
          <a:ln w="0">
            <a:noFill/>
            <a:prstDash val="solid"/>
          </a:ln>
        </p:spPr>
      </p:sp>
      <p:sp>
        <p:nvSpPr>
          <p:cNvPr id="3238" name="LigandSeek2_vs_LigandSeek1_ellipse_8752">
            <a:extLst>
              <a:ext uri="{FF2B5EF4-FFF2-40B4-BE49-F238E27FC236}">
                <a16:creationId xmlns:a16="http://schemas.microsoft.com/office/drawing/2014/main" id="{6AB85B3F-08ED-4832-BEEE-CBFB36ABC12A}"/>
              </a:ext>
            </a:extLst>
          </p:cNvPr>
          <p:cNvSpPr>
            <a:spLocks noGrp="1"/>
          </p:cNvSpPr>
          <p:nvPr/>
        </p:nvSpPr>
        <p:spPr>
          <a:xfrm>
            <a:off x="4462414" y="845009"/>
            <a:ext cx="24757" cy="24757"/>
          </a:xfrm>
          <a:prstGeom prst="ellipse">
            <a:avLst/>
          </a:prstGeom>
          <a:solidFill>
            <a:srgbClr val="B08A60">
              <a:alpha val="40000"/>
            </a:srgbClr>
          </a:solidFill>
          <a:ln w="0">
            <a:noFill/>
            <a:prstDash val="solid"/>
          </a:ln>
        </p:spPr>
      </p:sp>
      <p:sp>
        <p:nvSpPr>
          <p:cNvPr id="3239" name="LigandSeek2_vs_LigandSeek1_ellipse_8753">
            <a:extLst>
              <a:ext uri="{FF2B5EF4-FFF2-40B4-BE49-F238E27FC236}">
                <a16:creationId xmlns:a16="http://schemas.microsoft.com/office/drawing/2014/main" id="{F0E30B75-71A1-414E-8479-9691386B6270}"/>
              </a:ext>
            </a:extLst>
          </p:cNvPr>
          <p:cNvSpPr>
            <a:spLocks noGrp="1"/>
          </p:cNvSpPr>
          <p:nvPr/>
        </p:nvSpPr>
        <p:spPr>
          <a:xfrm>
            <a:off x="4470252" y="1890368"/>
            <a:ext cx="24757" cy="24757"/>
          </a:xfrm>
          <a:prstGeom prst="ellipse">
            <a:avLst/>
          </a:prstGeom>
          <a:solidFill>
            <a:srgbClr val="B08A60">
              <a:alpha val="40000"/>
            </a:srgbClr>
          </a:solidFill>
          <a:ln w="0">
            <a:noFill/>
            <a:prstDash val="solid"/>
          </a:ln>
        </p:spPr>
      </p:sp>
      <p:sp>
        <p:nvSpPr>
          <p:cNvPr id="3240" name="LigandSeek2_vs_LigandSeek1_ellipse_8754">
            <a:extLst>
              <a:ext uri="{FF2B5EF4-FFF2-40B4-BE49-F238E27FC236}">
                <a16:creationId xmlns:a16="http://schemas.microsoft.com/office/drawing/2014/main" id="{1DD847D2-0F53-4F9D-8CF2-5994B2EBB030}"/>
              </a:ext>
            </a:extLst>
          </p:cNvPr>
          <p:cNvSpPr>
            <a:spLocks noGrp="1"/>
          </p:cNvSpPr>
          <p:nvPr/>
        </p:nvSpPr>
        <p:spPr>
          <a:xfrm>
            <a:off x="4525630" y="1205907"/>
            <a:ext cx="24757" cy="24757"/>
          </a:xfrm>
          <a:prstGeom prst="ellipse">
            <a:avLst/>
          </a:prstGeom>
          <a:solidFill>
            <a:srgbClr val="B08A60">
              <a:alpha val="40000"/>
            </a:srgbClr>
          </a:solidFill>
          <a:ln w="0">
            <a:noFill/>
            <a:prstDash val="solid"/>
          </a:ln>
        </p:spPr>
      </p:sp>
      <p:sp>
        <p:nvSpPr>
          <p:cNvPr id="3241" name="LigandSeek2_vs_LigandSeek1_ellipse_8755">
            <a:extLst>
              <a:ext uri="{FF2B5EF4-FFF2-40B4-BE49-F238E27FC236}">
                <a16:creationId xmlns:a16="http://schemas.microsoft.com/office/drawing/2014/main" id="{1D8014B3-7F10-4B51-85F1-CF2B7CA647A3}"/>
              </a:ext>
            </a:extLst>
          </p:cNvPr>
          <p:cNvSpPr>
            <a:spLocks noGrp="1"/>
          </p:cNvSpPr>
          <p:nvPr/>
        </p:nvSpPr>
        <p:spPr>
          <a:xfrm>
            <a:off x="4515463" y="1367688"/>
            <a:ext cx="24757" cy="24757"/>
          </a:xfrm>
          <a:prstGeom prst="ellipse">
            <a:avLst/>
          </a:prstGeom>
          <a:solidFill>
            <a:srgbClr val="B08A60">
              <a:alpha val="40000"/>
            </a:srgbClr>
          </a:solidFill>
          <a:ln w="0">
            <a:noFill/>
            <a:prstDash val="solid"/>
          </a:ln>
        </p:spPr>
      </p:sp>
      <p:sp>
        <p:nvSpPr>
          <p:cNvPr id="3242" name="LigandSeek2_vs_LigandSeek1_ellipse_8756">
            <a:extLst>
              <a:ext uri="{FF2B5EF4-FFF2-40B4-BE49-F238E27FC236}">
                <a16:creationId xmlns:a16="http://schemas.microsoft.com/office/drawing/2014/main" id="{764AA0EF-E11D-49C7-8F08-B0C6AB69617A}"/>
              </a:ext>
            </a:extLst>
          </p:cNvPr>
          <p:cNvSpPr>
            <a:spLocks noGrp="1"/>
          </p:cNvSpPr>
          <p:nvPr/>
        </p:nvSpPr>
        <p:spPr>
          <a:xfrm>
            <a:off x="4512783" y="845009"/>
            <a:ext cx="24757" cy="24757"/>
          </a:xfrm>
          <a:prstGeom prst="ellipse">
            <a:avLst/>
          </a:prstGeom>
          <a:solidFill>
            <a:srgbClr val="B08A60">
              <a:alpha val="40000"/>
            </a:srgbClr>
          </a:solidFill>
          <a:ln w="0">
            <a:noFill/>
            <a:prstDash val="solid"/>
          </a:ln>
        </p:spPr>
      </p:sp>
      <p:sp>
        <p:nvSpPr>
          <p:cNvPr id="3243" name="LigandSeek2_vs_LigandSeek1_ellipse_8757">
            <a:extLst>
              <a:ext uri="{FF2B5EF4-FFF2-40B4-BE49-F238E27FC236}">
                <a16:creationId xmlns:a16="http://schemas.microsoft.com/office/drawing/2014/main" id="{A92DDAA3-BB66-4403-922D-2167AADAB85B}"/>
              </a:ext>
            </a:extLst>
          </p:cNvPr>
          <p:cNvSpPr>
            <a:spLocks noGrp="1"/>
          </p:cNvSpPr>
          <p:nvPr/>
        </p:nvSpPr>
        <p:spPr>
          <a:xfrm>
            <a:off x="4468665" y="1367688"/>
            <a:ext cx="24757" cy="24757"/>
          </a:xfrm>
          <a:prstGeom prst="ellipse">
            <a:avLst/>
          </a:prstGeom>
          <a:solidFill>
            <a:srgbClr val="B08A60">
              <a:alpha val="40000"/>
            </a:srgbClr>
          </a:solidFill>
          <a:ln w="0">
            <a:noFill/>
            <a:prstDash val="solid"/>
          </a:ln>
        </p:spPr>
      </p:sp>
      <p:sp>
        <p:nvSpPr>
          <p:cNvPr id="3244" name="LigandSeek2_vs_LigandSeek1_ellipse_8758">
            <a:extLst>
              <a:ext uri="{FF2B5EF4-FFF2-40B4-BE49-F238E27FC236}">
                <a16:creationId xmlns:a16="http://schemas.microsoft.com/office/drawing/2014/main" id="{E396592D-1D0D-4A4D-9E98-B1FC273B1B74}"/>
              </a:ext>
            </a:extLst>
          </p:cNvPr>
          <p:cNvSpPr>
            <a:spLocks noGrp="1"/>
          </p:cNvSpPr>
          <p:nvPr/>
        </p:nvSpPr>
        <p:spPr>
          <a:xfrm>
            <a:off x="4468265" y="845009"/>
            <a:ext cx="24757" cy="24757"/>
          </a:xfrm>
          <a:prstGeom prst="ellipse">
            <a:avLst/>
          </a:prstGeom>
          <a:solidFill>
            <a:srgbClr val="B08A60">
              <a:alpha val="40000"/>
            </a:srgbClr>
          </a:solidFill>
          <a:ln w="0">
            <a:noFill/>
            <a:prstDash val="solid"/>
          </a:ln>
        </p:spPr>
      </p:sp>
      <p:sp>
        <p:nvSpPr>
          <p:cNvPr id="3245" name="LigandSeek2_vs_LigandSeek1_ellipse_8759">
            <a:extLst>
              <a:ext uri="{FF2B5EF4-FFF2-40B4-BE49-F238E27FC236}">
                <a16:creationId xmlns:a16="http://schemas.microsoft.com/office/drawing/2014/main" id="{A1452E48-FF27-4400-8217-DF2FE839C857}"/>
              </a:ext>
            </a:extLst>
          </p:cNvPr>
          <p:cNvSpPr>
            <a:spLocks noGrp="1"/>
          </p:cNvSpPr>
          <p:nvPr/>
        </p:nvSpPr>
        <p:spPr>
          <a:xfrm>
            <a:off x="4518574" y="845009"/>
            <a:ext cx="24757" cy="24757"/>
          </a:xfrm>
          <a:prstGeom prst="ellipse">
            <a:avLst/>
          </a:prstGeom>
          <a:solidFill>
            <a:srgbClr val="B08A60">
              <a:alpha val="40000"/>
            </a:srgbClr>
          </a:solidFill>
          <a:ln w="0">
            <a:noFill/>
            <a:prstDash val="solid"/>
          </a:ln>
        </p:spPr>
      </p:sp>
      <p:sp>
        <p:nvSpPr>
          <p:cNvPr id="3246" name="LigandSeek2_vs_LigandSeek1_ellipse_8760">
            <a:extLst>
              <a:ext uri="{FF2B5EF4-FFF2-40B4-BE49-F238E27FC236}">
                <a16:creationId xmlns:a16="http://schemas.microsoft.com/office/drawing/2014/main" id="{EBA31B31-33B7-4F25-8AAD-B92601C3F87D}"/>
              </a:ext>
            </a:extLst>
          </p:cNvPr>
          <p:cNvSpPr>
            <a:spLocks noGrp="1"/>
          </p:cNvSpPr>
          <p:nvPr/>
        </p:nvSpPr>
        <p:spPr>
          <a:xfrm>
            <a:off x="4469080" y="845009"/>
            <a:ext cx="24757" cy="24757"/>
          </a:xfrm>
          <a:prstGeom prst="ellipse">
            <a:avLst/>
          </a:prstGeom>
          <a:solidFill>
            <a:srgbClr val="B08A60">
              <a:alpha val="40000"/>
            </a:srgbClr>
          </a:solidFill>
          <a:ln w="0">
            <a:noFill/>
            <a:prstDash val="solid"/>
          </a:ln>
        </p:spPr>
      </p:sp>
      <p:sp>
        <p:nvSpPr>
          <p:cNvPr id="3247" name="LigandSeek2_vs_LigandSeek1_ellipse_8761">
            <a:extLst>
              <a:ext uri="{FF2B5EF4-FFF2-40B4-BE49-F238E27FC236}">
                <a16:creationId xmlns:a16="http://schemas.microsoft.com/office/drawing/2014/main" id="{53B4BA97-F7A4-4395-B731-EA0F1CC85FA2}"/>
              </a:ext>
            </a:extLst>
          </p:cNvPr>
          <p:cNvSpPr>
            <a:spLocks noGrp="1"/>
          </p:cNvSpPr>
          <p:nvPr/>
        </p:nvSpPr>
        <p:spPr>
          <a:xfrm>
            <a:off x="4526566" y="1864234"/>
            <a:ext cx="24757" cy="24757"/>
          </a:xfrm>
          <a:prstGeom prst="ellipse">
            <a:avLst/>
          </a:prstGeom>
          <a:solidFill>
            <a:srgbClr val="B08A60">
              <a:alpha val="40000"/>
            </a:srgbClr>
          </a:solidFill>
          <a:ln w="0">
            <a:noFill/>
            <a:prstDash val="solid"/>
          </a:ln>
        </p:spPr>
      </p:sp>
      <p:sp>
        <p:nvSpPr>
          <p:cNvPr id="3248" name="LigandSeek2_vs_LigandSeek1_ellipse_8762">
            <a:extLst>
              <a:ext uri="{FF2B5EF4-FFF2-40B4-BE49-F238E27FC236}">
                <a16:creationId xmlns:a16="http://schemas.microsoft.com/office/drawing/2014/main" id="{1523F742-F6A7-4294-B0C1-8CEDD6BF9F63}"/>
              </a:ext>
            </a:extLst>
          </p:cNvPr>
          <p:cNvSpPr>
            <a:spLocks noGrp="1"/>
          </p:cNvSpPr>
          <p:nvPr/>
        </p:nvSpPr>
        <p:spPr>
          <a:xfrm>
            <a:off x="4518539" y="951951"/>
            <a:ext cx="24757" cy="24757"/>
          </a:xfrm>
          <a:prstGeom prst="ellipse">
            <a:avLst/>
          </a:prstGeom>
          <a:solidFill>
            <a:srgbClr val="B08A60">
              <a:alpha val="40000"/>
            </a:srgbClr>
          </a:solidFill>
          <a:ln w="0">
            <a:noFill/>
            <a:prstDash val="solid"/>
          </a:ln>
        </p:spPr>
      </p:sp>
      <p:sp>
        <p:nvSpPr>
          <p:cNvPr id="3249" name="LigandSeek2_vs_LigandSeek1_ellipse_8763">
            <a:extLst>
              <a:ext uri="{FF2B5EF4-FFF2-40B4-BE49-F238E27FC236}">
                <a16:creationId xmlns:a16="http://schemas.microsoft.com/office/drawing/2014/main" id="{7A560DD4-FAAF-4D6E-8F4A-AFA04C1E52E3}"/>
              </a:ext>
            </a:extLst>
          </p:cNvPr>
          <p:cNvSpPr>
            <a:spLocks noGrp="1"/>
          </p:cNvSpPr>
          <p:nvPr/>
        </p:nvSpPr>
        <p:spPr>
          <a:xfrm>
            <a:off x="4471684" y="1890368"/>
            <a:ext cx="24757" cy="24757"/>
          </a:xfrm>
          <a:prstGeom prst="ellipse">
            <a:avLst/>
          </a:prstGeom>
          <a:solidFill>
            <a:srgbClr val="B08A60">
              <a:alpha val="40000"/>
            </a:srgbClr>
          </a:solidFill>
          <a:ln w="0">
            <a:noFill/>
            <a:prstDash val="solid"/>
          </a:ln>
        </p:spPr>
      </p:sp>
      <p:sp>
        <p:nvSpPr>
          <p:cNvPr id="3250" name="LigandSeek2_vs_LigandSeek1_ellipse_8764">
            <a:extLst>
              <a:ext uri="{FF2B5EF4-FFF2-40B4-BE49-F238E27FC236}">
                <a16:creationId xmlns:a16="http://schemas.microsoft.com/office/drawing/2014/main" id="{3999D23E-E07A-4923-ACF3-294B1C2A8BCB}"/>
              </a:ext>
            </a:extLst>
          </p:cNvPr>
          <p:cNvSpPr>
            <a:spLocks noGrp="1"/>
          </p:cNvSpPr>
          <p:nvPr/>
        </p:nvSpPr>
        <p:spPr>
          <a:xfrm>
            <a:off x="4478632" y="1890368"/>
            <a:ext cx="24757" cy="24757"/>
          </a:xfrm>
          <a:prstGeom prst="ellipse">
            <a:avLst/>
          </a:prstGeom>
          <a:solidFill>
            <a:srgbClr val="B08A60">
              <a:alpha val="40000"/>
            </a:srgbClr>
          </a:solidFill>
          <a:ln w="0">
            <a:noFill/>
            <a:prstDash val="solid"/>
          </a:ln>
        </p:spPr>
      </p:sp>
      <p:sp>
        <p:nvSpPr>
          <p:cNvPr id="3251" name="LigandSeek2_vs_LigandSeek1_ellipse_8765">
            <a:extLst>
              <a:ext uri="{FF2B5EF4-FFF2-40B4-BE49-F238E27FC236}">
                <a16:creationId xmlns:a16="http://schemas.microsoft.com/office/drawing/2014/main" id="{276B9A0C-3923-4B56-946B-54F6063E5CD0}"/>
              </a:ext>
            </a:extLst>
          </p:cNvPr>
          <p:cNvSpPr>
            <a:spLocks noGrp="1"/>
          </p:cNvSpPr>
          <p:nvPr/>
        </p:nvSpPr>
        <p:spPr>
          <a:xfrm>
            <a:off x="4521859" y="1890368"/>
            <a:ext cx="24757" cy="24757"/>
          </a:xfrm>
          <a:prstGeom prst="ellipse">
            <a:avLst/>
          </a:prstGeom>
          <a:solidFill>
            <a:srgbClr val="B08A60">
              <a:alpha val="40000"/>
            </a:srgbClr>
          </a:solidFill>
          <a:ln w="0">
            <a:noFill/>
            <a:prstDash val="solid"/>
          </a:ln>
        </p:spPr>
      </p:sp>
      <p:sp>
        <p:nvSpPr>
          <p:cNvPr id="3252" name="LigandSeek2_vs_LigandSeek1_ellipse_8766">
            <a:extLst>
              <a:ext uri="{FF2B5EF4-FFF2-40B4-BE49-F238E27FC236}">
                <a16:creationId xmlns:a16="http://schemas.microsoft.com/office/drawing/2014/main" id="{E5B7A924-4EBA-415B-8544-9FB9D03C2F19}"/>
              </a:ext>
            </a:extLst>
          </p:cNvPr>
          <p:cNvSpPr>
            <a:spLocks noGrp="1"/>
          </p:cNvSpPr>
          <p:nvPr/>
        </p:nvSpPr>
        <p:spPr>
          <a:xfrm>
            <a:off x="4496792" y="1629028"/>
            <a:ext cx="24757" cy="24757"/>
          </a:xfrm>
          <a:prstGeom prst="ellipse">
            <a:avLst/>
          </a:prstGeom>
          <a:solidFill>
            <a:srgbClr val="B08A60">
              <a:alpha val="40000"/>
            </a:srgbClr>
          </a:solidFill>
          <a:ln w="0">
            <a:noFill/>
            <a:prstDash val="solid"/>
          </a:ln>
        </p:spPr>
      </p:sp>
      <p:sp>
        <p:nvSpPr>
          <p:cNvPr id="3253" name="LigandSeek2_vs_LigandSeek1_ellipse_8767">
            <a:extLst>
              <a:ext uri="{FF2B5EF4-FFF2-40B4-BE49-F238E27FC236}">
                <a16:creationId xmlns:a16="http://schemas.microsoft.com/office/drawing/2014/main" id="{159F3525-B8AD-4883-94C0-8B0B195F17D8}"/>
              </a:ext>
            </a:extLst>
          </p:cNvPr>
          <p:cNvSpPr>
            <a:spLocks noGrp="1"/>
          </p:cNvSpPr>
          <p:nvPr/>
        </p:nvSpPr>
        <p:spPr>
          <a:xfrm>
            <a:off x="4484167" y="1741031"/>
            <a:ext cx="24757" cy="24757"/>
          </a:xfrm>
          <a:prstGeom prst="ellipse">
            <a:avLst/>
          </a:prstGeom>
          <a:solidFill>
            <a:srgbClr val="B08A60">
              <a:alpha val="40000"/>
            </a:srgbClr>
          </a:solidFill>
          <a:ln w="0">
            <a:noFill/>
            <a:prstDash val="solid"/>
          </a:ln>
        </p:spPr>
      </p:sp>
      <p:sp>
        <p:nvSpPr>
          <p:cNvPr id="3254" name="LigandSeek2_vs_LigandSeek1_ellipse_8768">
            <a:extLst>
              <a:ext uri="{FF2B5EF4-FFF2-40B4-BE49-F238E27FC236}">
                <a16:creationId xmlns:a16="http://schemas.microsoft.com/office/drawing/2014/main" id="{B04DE40A-1EBD-46F0-90C1-7507BC012F0E}"/>
              </a:ext>
            </a:extLst>
          </p:cNvPr>
          <p:cNvSpPr>
            <a:spLocks noGrp="1"/>
          </p:cNvSpPr>
          <p:nvPr/>
        </p:nvSpPr>
        <p:spPr>
          <a:xfrm>
            <a:off x="4502078" y="1106349"/>
            <a:ext cx="24757" cy="24757"/>
          </a:xfrm>
          <a:prstGeom prst="ellipse">
            <a:avLst/>
          </a:prstGeom>
          <a:solidFill>
            <a:srgbClr val="B08A60">
              <a:alpha val="40000"/>
            </a:srgbClr>
          </a:solidFill>
          <a:ln w="0">
            <a:noFill/>
            <a:prstDash val="solid"/>
          </a:ln>
        </p:spPr>
      </p:sp>
      <p:sp>
        <p:nvSpPr>
          <p:cNvPr id="3255" name="LigandSeek2_vs_LigandSeek1_ellipse_8769">
            <a:extLst>
              <a:ext uri="{FF2B5EF4-FFF2-40B4-BE49-F238E27FC236}">
                <a16:creationId xmlns:a16="http://schemas.microsoft.com/office/drawing/2014/main" id="{D19F6AEE-FB5C-4204-9295-8980262603C5}"/>
              </a:ext>
            </a:extLst>
          </p:cNvPr>
          <p:cNvSpPr>
            <a:spLocks noGrp="1"/>
          </p:cNvSpPr>
          <p:nvPr/>
        </p:nvSpPr>
        <p:spPr>
          <a:xfrm>
            <a:off x="4467578" y="1629028"/>
            <a:ext cx="24757" cy="24757"/>
          </a:xfrm>
          <a:prstGeom prst="ellipse">
            <a:avLst/>
          </a:prstGeom>
          <a:solidFill>
            <a:srgbClr val="B08A60">
              <a:alpha val="40000"/>
            </a:srgbClr>
          </a:solidFill>
          <a:ln w="0">
            <a:noFill/>
            <a:prstDash val="solid"/>
          </a:ln>
        </p:spPr>
      </p:sp>
      <p:sp>
        <p:nvSpPr>
          <p:cNvPr id="3256" name="LigandSeek2_vs_LigandSeek1_ellipse_8770">
            <a:extLst>
              <a:ext uri="{FF2B5EF4-FFF2-40B4-BE49-F238E27FC236}">
                <a16:creationId xmlns:a16="http://schemas.microsoft.com/office/drawing/2014/main" id="{ED61505E-3B05-42AE-BB9E-180C2ADDDD05}"/>
              </a:ext>
            </a:extLst>
          </p:cNvPr>
          <p:cNvSpPr>
            <a:spLocks noGrp="1"/>
          </p:cNvSpPr>
          <p:nvPr/>
        </p:nvSpPr>
        <p:spPr>
          <a:xfrm>
            <a:off x="4510774" y="845009"/>
            <a:ext cx="24757" cy="24757"/>
          </a:xfrm>
          <a:prstGeom prst="ellipse">
            <a:avLst/>
          </a:prstGeom>
          <a:solidFill>
            <a:srgbClr val="B08A60">
              <a:alpha val="40000"/>
            </a:srgbClr>
          </a:solidFill>
          <a:ln w="0">
            <a:noFill/>
            <a:prstDash val="solid"/>
          </a:ln>
        </p:spPr>
      </p:sp>
      <p:sp>
        <p:nvSpPr>
          <p:cNvPr id="3257" name="LigandSeek2_vs_LigandSeek1_ellipse_8771">
            <a:extLst>
              <a:ext uri="{FF2B5EF4-FFF2-40B4-BE49-F238E27FC236}">
                <a16:creationId xmlns:a16="http://schemas.microsoft.com/office/drawing/2014/main" id="{A814CA1F-CDD1-42D0-A597-291021AE6E0E}"/>
              </a:ext>
            </a:extLst>
          </p:cNvPr>
          <p:cNvSpPr>
            <a:spLocks noGrp="1"/>
          </p:cNvSpPr>
          <p:nvPr/>
        </p:nvSpPr>
        <p:spPr>
          <a:xfrm>
            <a:off x="4474374" y="845009"/>
            <a:ext cx="24757" cy="24757"/>
          </a:xfrm>
          <a:prstGeom prst="ellipse">
            <a:avLst/>
          </a:prstGeom>
          <a:solidFill>
            <a:srgbClr val="B08A60">
              <a:alpha val="40000"/>
            </a:srgbClr>
          </a:solidFill>
          <a:ln w="0">
            <a:noFill/>
            <a:prstDash val="solid"/>
          </a:ln>
        </p:spPr>
      </p:sp>
      <p:sp>
        <p:nvSpPr>
          <p:cNvPr id="3258" name="LigandSeek2_vs_LigandSeek1_ellipse_8772">
            <a:extLst>
              <a:ext uri="{FF2B5EF4-FFF2-40B4-BE49-F238E27FC236}">
                <a16:creationId xmlns:a16="http://schemas.microsoft.com/office/drawing/2014/main" id="{52C5BB7A-4747-4D81-B50A-3B328ED1BC47}"/>
              </a:ext>
            </a:extLst>
          </p:cNvPr>
          <p:cNvSpPr>
            <a:spLocks noGrp="1"/>
          </p:cNvSpPr>
          <p:nvPr/>
        </p:nvSpPr>
        <p:spPr>
          <a:xfrm>
            <a:off x="4492111" y="1298531"/>
            <a:ext cx="24757" cy="24757"/>
          </a:xfrm>
          <a:prstGeom prst="ellipse">
            <a:avLst/>
          </a:prstGeom>
          <a:solidFill>
            <a:srgbClr val="B08A60">
              <a:alpha val="40000"/>
            </a:srgbClr>
          </a:solidFill>
          <a:ln w="0">
            <a:noFill/>
            <a:prstDash val="solid"/>
          </a:ln>
        </p:spPr>
      </p:sp>
      <p:sp>
        <p:nvSpPr>
          <p:cNvPr id="3259" name="LigandSeek2_vs_LigandSeek1_ellipse_8773">
            <a:extLst>
              <a:ext uri="{FF2B5EF4-FFF2-40B4-BE49-F238E27FC236}">
                <a16:creationId xmlns:a16="http://schemas.microsoft.com/office/drawing/2014/main" id="{04D186F5-BE35-4231-A82E-3F0ABCFBE91E}"/>
              </a:ext>
            </a:extLst>
          </p:cNvPr>
          <p:cNvSpPr>
            <a:spLocks noGrp="1"/>
          </p:cNvSpPr>
          <p:nvPr/>
        </p:nvSpPr>
        <p:spPr>
          <a:xfrm>
            <a:off x="4504210" y="1890368"/>
            <a:ext cx="24757" cy="24757"/>
          </a:xfrm>
          <a:prstGeom prst="ellipse">
            <a:avLst/>
          </a:prstGeom>
          <a:solidFill>
            <a:srgbClr val="B08A60">
              <a:alpha val="40000"/>
            </a:srgbClr>
          </a:solidFill>
          <a:ln w="0">
            <a:noFill/>
            <a:prstDash val="solid"/>
          </a:ln>
        </p:spPr>
      </p:sp>
      <p:sp>
        <p:nvSpPr>
          <p:cNvPr id="3260" name="LigandSeek2_vs_LigandSeek1_ellipse_8774">
            <a:extLst>
              <a:ext uri="{FF2B5EF4-FFF2-40B4-BE49-F238E27FC236}">
                <a16:creationId xmlns:a16="http://schemas.microsoft.com/office/drawing/2014/main" id="{BDA06351-7CD3-4135-9BE9-A81238A04624}"/>
              </a:ext>
            </a:extLst>
          </p:cNvPr>
          <p:cNvSpPr>
            <a:spLocks noGrp="1"/>
          </p:cNvSpPr>
          <p:nvPr/>
        </p:nvSpPr>
        <p:spPr>
          <a:xfrm>
            <a:off x="4544951" y="1106349"/>
            <a:ext cx="24757" cy="24757"/>
          </a:xfrm>
          <a:prstGeom prst="ellipse">
            <a:avLst/>
          </a:prstGeom>
          <a:solidFill>
            <a:srgbClr val="B08A60">
              <a:alpha val="40000"/>
            </a:srgbClr>
          </a:solidFill>
          <a:ln w="0">
            <a:noFill/>
            <a:prstDash val="solid"/>
          </a:ln>
        </p:spPr>
      </p:sp>
      <p:sp>
        <p:nvSpPr>
          <p:cNvPr id="3261" name="LigandSeek2_vs_LigandSeek1_ellipse_8775">
            <a:extLst>
              <a:ext uri="{FF2B5EF4-FFF2-40B4-BE49-F238E27FC236}">
                <a16:creationId xmlns:a16="http://schemas.microsoft.com/office/drawing/2014/main" id="{BCD7667C-0764-428D-B65C-26D421BABB21}"/>
              </a:ext>
            </a:extLst>
          </p:cNvPr>
          <p:cNvSpPr>
            <a:spLocks noGrp="1"/>
          </p:cNvSpPr>
          <p:nvPr/>
        </p:nvSpPr>
        <p:spPr>
          <a:xfrm>
            <a:off x="4467869" y="1890368"/>
            <a:ext cx="24757" cy="24757"/>
          </a:xfrm>
          <a:prstGeom prst="ellipse">
            <a:avLst/>
          </a:prstGeom>
          <a:solidFill>
            <a:srgbClr val="B08A60">
              <a:alpha val="40000"/>
            </a:srgbClr>
          </a:solidFill>
          <a:ln w="0">
            <a:noFill/>
            <a:prstDash val="solid"/>
          </a:ln>
        </p:spPr>
      </p:sp>
      <p:sp>
        <p:nvSpPr>
          <p:cNvPr id="3262" name="LigandSeek2_vs_LigandSeek1_ellipse_8776">
            <a:extLst>
              <a:ext uri="{FF2B5EF4-FFF2-40B4-BE49-F238E27FC236}">
                <a16:creationId xmlns:a16="http://schemas.microsoft.com/office/drawing/2014/main" id="{558D8862-E5B0-4FB1-8DD3-F24850F79D6E}"/>
              </a:ext>
            </a:extLst>
          </p:cNvPr>
          <p:cNvSpPr>
            <a:spLocks noGrp="1"/>
          </p:cNvSpPr>
          <p:nvPr/>
        </p:nvSpPr>
        <p:spPr>
          <a:xfrm>
            <a:off x="4515892" y="845009"/>
            <a:ext cx="24757" cy="24757"/>
          </a:xfrm>
          <a:prstGeom prst="ellipse">
            <a:avLst/>
          </a:prstGeom>
          <a:solidFill>
            <a:srgbClr val="B08A60">
              <a:alpha val="40000"/>
            </a:srgbClr>
          </a:solidFill>
          <a:ln w="0">
            <a:noFill/>
            <a:prstDash val="solid"/>
          </a:ln>
        </p:spPr>
      </p:sp>
      <p:sp>
        <p:nvSpPr>
          <p:cNvPr id="3263" name="LigandSeek2_vs_LigandSeek1_ellipse_8777">
            <a:extLst>
              <a:ext uri="{FF2B5EF4-FFF2-40B4-BE49-F238E27FC236}">
                <a16:creationId xmlns:a16="http://schemas.microsoft.com/office/drawing/2014/main" id="{E63FB2D1-D8C5-46CD-86AA-25DEB3A9C8DD}"/>
              </a:ext>
            </a:extLst>
          </p:cNvPr>
          <p:cNvSpPr>
            <a:spLocks noGrp="1"/>
          </p:cNvSpPr>
          <p:nvPr/>
        </p:nvSpPr>
        <p:spPr>
          <a:xfrm>
            <a:off x="4492221" y="1890368"/>
            <a:ext cx="24757" cy="24757"/>
          </a:xfrm>
          <a:prstGeom prst="ellipse">
            <a:avLst/>
          </a:prstGeom>
          <a:solidFill>
            <a:srgbClr val="B08A60">
              <a:alpha val="40000"/>
            </a:srgbClr>
          </a:solidFill>
          <a:ln w="0">
            <a:noFill/>
            <a:prstDash val="solid"/>
          </a:ln>
        </p:spPr>
      </p:sp>
      <p:sp>
        <p:nvSpPr>
          <p:cNvPr id="3264" name="LigandSeek2_vs_LigandSeek1_ellipse_8778">
            <a:extLst>
              <a:ext uri="{FF2B5EF4-FFF2-40B4-BE49-F238E27FC236}">
                <a16:creationId xmlns:a16="http://schemas.microsoft.com/office/drawing/2014/main" id="{E7F76644-10B6-4C21-930E-34DAF95816D4}"/>
              </a:ext>
            </a:extLst>
          </p:cNvPr>
          <p:cNvSpPr>
            <a:spLocks noGrp="1"/>
          </p:cNvSpPr>
          <p:nvPr/>
        </p:nvSpPr>
        <p:spPr>
          <a:xfrm>
            <a:off x="4517022" y="1707430"/>
            <a:ext cx="24757" cy="24757"/>
          </a:xfrm>
          <a:prstGeom prst="ellipse">
            <a:avLst/>
          </a:prstGeom>
          <a:solidFill>
            <a:srgbClr val="B08A60">
              <a:alpha val="40000"/>
            </a:srgbClr>
          </a:solidFill>
          <a:ln w="0">
            <a:noFill/>
            <a:prstDash val="solid"/>
          </a:ln>
        </p:spPr>
      </p:sp>
      <p:sp>
        <p:nvSpPr>
          <p:cNvPr id="3265" name="LigandSeek2_vs_LigandSeek1_ellipse_8779">
            <a:extLst>
              <a:ext uri="{FF2B5EF4-FFF2-40B4-BE49-F238E27FC236}">
                <a16:creationId xmlns:a16="http://schemas.microsoft.com/office/drawing/2014/main" id="{B3822966-8E94-49DA-9E88-C2F7D1F2E6B0}"/>
              </a:ext>
            </a:extLst>
          </p:cNvPr>
          <p:cNvSpPr>
            <a:spLocks noGrp="1"/>
          </p:cNvSpPr>
          <p:nvPr/>
        </p:nvSpPr>
        <p:spPr>
          <a:xfrm>
            <a:off x="4515867" y="845009"/>
            <a:ext cx="24757" cy="24757"/>
          </a:xfrm>
          <a:prstGeom prst="ellipse">
            <a:avLst/>
          </a:prstGeom>
          <a:solidFill>
            <a:srgbClr val="B08A60">
              <a:alpha val="40000"/>
            </a:srgbClr>
          </a:solidFill>
          <a:ln w="0">
            <a:noFill/>
            <a:prstDash val="solid"/>
          </a:ln>
        </p:spPr>
      </p:sp>
      <p:sp>
        <p:nvSpPr>
          <p:cNvPr id="3266" name="LigandSeek2_vs_LigandSeek1_ellipse_8780">
            <a:extLst>
              <a:ext uri="{FF2B5EF4-FFF2-40B4-BE49-F238E27FC236}">
                <a16:creationId xmlns:a16="http://schemas.microsoft.com/office/drawing/2014/main" id="{364B0352-279E-4ACC-8325-C2928D7C5C82}"/>
              </a:ext>
            </a:extLst>
          </p:cNvPr>
          <p:cNvSpPr>
            <a:spLocks noGrp="1"/>
          </p:cNvSpPr>
          <p:nvPr/>
        </p:nvSpPr>
        <p:spPr>
          <a:xfrm>
            <a:off x="4465774" y="845009"/>
            <a:ext cx="24757" cy="24757"/>
          </a:xfrm>
          <a:prstGeom prst="ellipse">
            <a:avLst/>
          </a:prstGeom>
          <a:solidFill>
            <a:srgbClr val="B08A60">
              <a:alpha val="40000"/>
            </a:srgbClr>
          </a:solidFill>
          <a:ln w="0">
            <a:noFill/>
            <a:prstDash val="solid"/>
          </a:ln>
        </p:spPr>
      </p:sp>
      <p:sp>
        <p:nvSpPr>
          <p:cNvPr id="3267" name="LigandSeek2_vs_LigandSeek1_ellipse_8781">
            <a:extLst>
              <a:ext uri="{FF2B5EF4-FFF2-40B4-BE49-F238E27FC236}">
                <a16:creationId xmlns:a16="http://schemas.microsoft.com/office/drawing/2014/main" id="{36D43FE5-23F8-4F2B-B385-CD4EC32F3AAE}"/>
              </a:ext>
            </a:extLst>
          </p:cNvPr>
          <p:cNvSpPr>
            <a:spLocks noGrp="1"/>
          </p:cNvSpPr>
          <p:nvPr/>
        </p:nvSpPr>
        <p:spPr>
          <a:xfrm>
            <a:off x="4464106" y="1665681"/>
            <a:ext cx="24757" cy="24757"/>
          </a:xfrm>
          <a:prstGeom prst="ellipse">
            <a:avLst/>
          </a:prstGeom>
          <a:solidFill>
            <a:srgbClr val="B08A60">
              <a:alpha val="40000"/>
            </a:srgbClr>
          </a:solidFill>
          <a:ln w="0">
            <a:noFill/>
            <a:prstDash val="solid"/>
          </a:ln>
        </p:spPr>
      </p:sp>
      <p:sp>
        <p:nvSpPr>
          <p:cNvPr id="3268" name="LigandSeek2_vs_LigandSeek1_ellipse_8782">
            <a:extLst>
              <a:ext uri="{FF2B5EF4-FFF2-40B4-BE49-F238E27FC236}">
                <a16:creationId xmlns:a16="http://schemas.microsoft.com/office/drawing/2014/main" id="{4A38F651-AA19-4763-B059-4E8B729E8E02}"/>
              </a:ext>
            </a:extLst>
          </p:cNvPr>
          <p:cNvSpPr>
            <a:spLocks noGrp="1"/>
          </p:cNvSpPr>
          <p:nvPr/>
        </p:nvSpPr>
        <p:spPr>
          <a:xfrm>
            <a:off x="4541226" y="845009"/>
            <a:ext cx="24757" cy="24757"/>
          </a:xfrm>
          <a:prstGeom prst="ellipse">
            <a:avLst/>
          </a:prstGeom>
          <a:solidFill>
            <a:srgbClr val="B08A60">
              <a:alpha val="40000"/>
            </a:srgbClr>
          </a:solidFill>
          <a:ln w="0">
            <a:noFill/>
            <a:prstDash val="solid"/>
          </a:ln>
        </p:spPr>
      </p:sp>
      <p:sp>
        <p:nvSpPr>
          <p:cNvPr id="3269" name="LigandSeek2_vs_LigandSeek1_ellipse_8783">
            <a:extLst>
              <a:ext uri="{FF2B5EF4-FFF2-40B4-BE49-F238E27FC236}">
                <a16:creationId xmlns:a16="http://schemas.microsoft.com/office/drawing/2014/main" id="{CC9BE150-37E8-4C89-8B7A-4F0BC5D99CA4}"/>
              </a:ext>
            </a:extLst>
          </p:cNvPr>
          <p:cNvSpPr>
            <a:spLocks noGrp="1"/>
          </p:cNvSpPr>
          <p:nvPr/>
        </p:nvSpPr>
        <p:spPr>
          <a:xfrm>
            <a:off x="4512314" y="845009"/>
            <a:ext cx="24757" cy="24757"/>
          </a:xfrm>
          <a:prstGeom prst="ellipse">
            <a:avLst/>
          </a:prstGeom>
          <a:solidFill>
            <a:srgbClr val="B08A60">
              <a:alpha val="40000"/>
            </a:srgbClr>
          </a:solidFill>
          <a:ln w="0">
            <a:noFill/>
            <a:prstDash val="solid"/>
          </a:ln>
        </p:spPr>
      </p:sp>
      <p:sp>
        <p:nvSpPr>
          <p:cNvPr id="3270" name="LigandSeek2_vs_LigandSeek1_ellipse_8784">
            <a:extLst>
              <a:ext uri="{FF2B5EF4-FFF2-40B4-BE49-F238E27FC236}">
                <a16:creationId xmlns:a16="http://schemas.microsoft.com/office/drawing/2014/main" id="{5EA5DF40-693E-4309-B5D3-10391FB31F4E}"/>
              </a:ext>
            </a:extLst>
          </p:cNvPr>
          <p:cNvSpPr>
            <a:spLocks noGrp="1"/>
          </p:cNvSpPr>
          <p:nvPr/>
        </p:nvSpPr>
        <p:spPr>
          <a:xfrm>
            <a:off x="4481671" y="845009"/>
            <a:ext cx="24757" cy="24757"/>
          </a:xfrm>
          <a:prstGeom prst="ellipse">
            <a:avLst/>
          </a:prstGeom>
          <a:solidFill>
            <a:srgbClr val="B08A60">
              <a:alpha val="40000"/>
            </a:srgbClr>
          </a:solidFill>
          <a:ln w="0">
            <a:noFill/>
            <a:prstDash val="solid"/>
          </a:ln>
        </p:spPr>
      </p:sp>
      <p:sp>
        <p:nvSpPr>
          <p:cNvPr id="3271" name="LigandSeek2_vs_LigandSeek1_ellipse_8785">
            <a:extLst>
              <a:ext uri="{FF2B5EF4-FFF2-40B4-BE49-F238E27FC236}">
                <a16:creationId xmlns:a16="http://schemas.microsoft.com/office/drawing/2014/main" id="{AB75C855-673D-4005-907C-8023A894CBFB}"/>
              </a:ext>
            </a:extLst>
          </p:cNvPr>
          <p:cNvSpPr>
            <a:spLocks noGrp="1"/>
          </p:cNvSpPr>
          <p:nvPr/>
        </p:nvSpPr>
        <p:spPr>
          <a:xfrm>
            <a:off x="4493431" y="845009"/>
            <a:ext cx="24757" cy="24757"/>
          </a:xfrm>
          <a:prstGeom prst="ellipse">
            <a:avLst/>
          </a:prstGeom>
          <a:solidFill>
            <a:srgbClr val="B08A60">
              <a:alpha val="40000"/>
            </a:srgbClr>
          </a:solidFill>
          <a:ln w="0">
            <a:noFill/>
            <a:prstDash val="solid"/>
          </a:ln>
        </p:spPr>
      </p:sp>
      <p:sp>
        <p:nvSpPr>
          <p:cNvPr id="3272" name="LigandSeek2_vs_LigandSeek1_ellipse_8786">
            <a:extLst>
              <a:ext uri="{FF2B5EF4-FFF2-40B4-BE49-F238E27FC236}">
                <a16:creationId xmlns:a16="http://schemas.microsoft.com/office/drawing/2014/main" id="{D6192FCC-7290-4A98-ACF8-C67C2949A670}"/>
              </a:ext>
            </a:extLst>
          </p:cNvPr>
          <p:cNvSpPr>
            <a:spLocks noGrp="1"/>
          </p:cNvSpPr>
          <p:nvPr/>
        </p:nvSpPr>
        <p:spPr>
          <a:xfrm>
            <a:off x="4462882" y="1890368"/>
            <a:ext cx="24757" cy="24757"/>
          </a:xfrm>
          <a:prstGeom prst="ellipse">
            <a:avLst/>
          </a:prstGeom>
          <a:solidFill>
            <a:srgbClr val="B08A60">
              <a:alpha val="40000"/>
            </a:srgbClr>
          </a:solidFill>
          <a:ln w="0">
            <a:noFill/>
            <a:prstDash val="solid"/>
          </a:ln>
        </p:spPr>
      </p:sp>
      <p:sp>
        <p:nvSpPr>
          <p:cNvPr id="3273" name="LigandSeek2_vs_LigandSeek1_ellipse_8787">
            <a:extLst>
              <a:ext uri="{FF2B5EF4-FFF2-40B4-BE49-F238E27FC236}">
                <a16:creationId xmlns:a16="http://schemas.microsoft.com/office/drawing/2014/main" id="{110052FD-72A3-431D-A456-FDEA353C82C4}"/>
              </a:ext>
            </a:extLst>
          </p:cNvPr>
          <p:cNvSpPr>
            <a:spLocks noGrp="1"/>
          </p:cNvSpPr>
          <p:nvPr/>
        </p:nvSpPr>
        <p:spPr>
          <a:xfrm>
            <a:off x="4476949" y="845009"/>
            <a:ext cx="24757" cy="24757"/>
          </a:xfrm>
          <a:prstGeom prst="ellipse">
            <a:avLst/>
          </a:prstGeom>
          <a:solidFill>
            <a:srgbClr val="B08A60">
              <a:alpha val="40000"/>
            </a:srgbClr>
          </a:solidFill>
          <a:ln w="0">
            <a:noFill/>
            <a:prstDash val="solid"/>
          </a:ln>
        </p:spPr>
      </p:sp>
      <p:sp>
        <p:nvSpPr>
          <p:cNvPr id="3274" name="LigandSeek2_vs_LigandSeek1_ellipse_8788">
            <a:extLst>
              <a:ext uri="{FF2B5EF4-FFF2-40B4-BE49-F238E27FC236}">
                <a16:creationId xmlns:a16="http://schemas.microsoft.com/office/drawing/2014/main" id="{566B5A33-1768-4349-A273-F136AE28E5B2}"/>
              </a:ext>
            </a:extLst>
          </p:cNvPr>
          <p:cNvSpPr>
            <a:spLocks noGrp="1"/>
          </p:cNvSpPr>
          <p:nvPr/>
        </p:nvSpPr>
        <p:spPr>
          <a:xfrm>
            <a:off x="4542207" y="1501573"/>
            <a:ext cx="24757" cy="24757"/>
          </a:xfrm>
          <a:prstGeom prst="ellipse">
            <a:avLst/>
          </a:prstGeom>
          <a:solidFill>
            <a:srgbClr val="B08A60">
              <a:alpha val="40000"/>
            </a:srgbClr>
          </a:solidFill>
          <a:ln w="0">
            <a:noFill/>
            <a:prstDash val="solid"/>
          </a:ln>
        </p:spPr>
      </p:sp>
      <p:sp>
        <p:nvSpPr>
          <p:cNvPr id="3275" name="LigandSeek2_vs_LigandSeek1_ellipse_8789">
            <a:extLst>
              <a:ext uri="{FF2B5EF4-FFF2-40B4-BE49-F238E27FC236}">
                <a16:creationId xmlns:a16="http://schemas.microsoft.com/office/drawing/2014/main" id="{1AC2367E-DF88-4B75-8D9B-94DC699AD248}"/>
              </a:ext>
            </a:extLst>
          </p:cNvPr>
          <p:cNvSpPr>
            <a:spLocks noGrp="1"/>
          </p:cNvSpPr>
          <p:nvPr/>
        </p:nvSpPr>
        <p:spPr>
          <a:xfrm>
            <a:off x="4485242" y="1832292"/>
            <a:ext cx="24757" cy="24757"/>
          </a:xfrm>
          <a:prstGeom prst="ellipse">
            <a:avLst/>
          </a:prstGeom>
          <a:solidFill>
            <a:srgbClr val="B08A60">
              <a:alpha val="40000"/>
            </a:srgbClr>
          </a:solidFill>
          <a:ln w="0">
            <a:noFill/>
            <a:prstDash val="solid"/>
          </a:ln>
        </p:spPr>
      </p:sp>
      <p:sp>
        <p:nvSpPr>
          <p:cNvPr id="3276" name="LigandSeek2_vs_LigandSeek1_ellipse_8790">
            <a:extLst>
              <a:ext uri="{FF2B5EF4-FFF2-40B4-BE49-F238E27FC236}">
                <a16:creationId xmlns:a16="http://schemas.microsoft.com/office/drawing/2014/main" id="{D89386BB-07AA-4D70-8B5F-19CE7403D262}"/>
              </a:ext>
            </a:extLst>
          </p:cNvPr>
          <p:cNvSpPr>
            <a:spLocks noGrp="1"/>
          </p:cNvSpPr>
          <p:nvPr/>
        </p:nvSpPr>
        <p:spPr>
          <a:xfrm>
            <a:off x="4539769" y="1827480"/>
            <a:ext cx="24757" cy="24757"/>
          </a:xfrm>
          <a:prstGeom prst="ellipse">
            <a:avLst/>
          </a:prstGeom>
          <a:solidFill>
            <a:srgbClr val="B08A60">
              <a:alpha val="40000"/>
            </a:srgbClr>
          </a:solidFill>
          <a:ln w="0">
            <a:noFill/>
            <a:prstDash val="solid"/>
          </a:ln>
        </p:spPr>
      </p:sp>
      <p:sp>
        <p:nvSpPr>
          <p:cNvPr id="3277" name="LigandSeek2_vs_LigandSeek1_ellipse_8791">
            <a:extLst>
              <a:ext uri="{FF2B5EF4-FFF2-40B4-BE49-F238E27FC236}">
                <a16:creationId xmlns:a16="http://schemas.microsoft.com/office/drawing/2014/main" id="{F8794509-F081-4DD6-A1C2-2E23C674062F}"/>
              </a:ext>
            </a:extLst>
          </p:cNvPr>
          <p:cNvSpPr>
            <a:spLocks noGrp="1"/>
          </p:cNvSpPr>
          <p:nvPr/>
        </p:nvSpPr>
        <p:spPr>
          <a:xfrm>
            <a:off x="4547621" y="1890368"/>
            <a:ext cx="24757" cy="24757"/>
          </a:xfrm>
          <a:prstGeom prst="ellipse">
            <a:avLst/>
          </a:prstGeom>
          <a:solidFill>
            <a:srgbClr val="B08A60">
              <a:alpha val="40000"/>
            </a:srgbClr>
          </a:solidFill>
          <a:ln w="0">
            <a:noFill/>
            <a:prstDash val="solid"/>
          </a:ln>
        </p:spPr>
      </p:sp>
      <p:sp>
        <p:nvSpPr>
          <p:cNvPr id="3278" name="LigandSeek2_vs_LigandSeek1_ellipse_8792">
            <a:extLst>
              <a:ext uri="{FF2B5EF4-FFF2-40B4-BE49-F238E27FC236}">
                <a16:creationId xmlns:a16="http://schemas.microsoft.com/office/drawing/2014/main" id="{4F293C98-0DDA-45BC-A306-342BF17DA5E5}"/>
              </a:ext>
            </a:extLst>
          </p:cNvPr>
          <p:cNvSpPr>
            <a:spLocks noGrp="1"/>
          </p:cNvSpPr>
          <p:nvPr/>
        </p:nvSpPr>
        <p:spPr>
          <a:xfrm>
            <a:off x="4522967" y="1890368"/>
            <a:ext cx="24757" cy="24757"/>
          </a:xfrm>
          <a:prstGeom prst="ellipse">
            <a:avLst/>
          </a:prstGeom>
          <a:solidFill>
            <a:srgbClr val="B08A60">
              <a:alpha val="40000"/>
            </a:srgbClr>
          </a:solidFill>
          <a:ln w="0">
            <a:noFill/>
            <a:prstDash val="solid"/>
          </a:ln>
        </p:spPr>
      </p:sp>
      <p:sp>
        <p:nvSpPr>
          <p:cNvPr id="3279" name="LigandSeek2_vs_LigandSeek1_ellipse_8793">
            <a:extLst>
              <a:ext uri="{FF2B5EF4-FFF2-40B4-BE49-F238E27FC236}">
                <a16:creationId xmlns:a16="http://schemas.microsoft.com/office/drawing/2014/main" id="{24378808-9E3F-4393-A613-D10C7D706BD0}"/>
              </a:ext>
            </a:extLst>
          </p:cNvPr>
          <p:cNvSpPr>
            <a:spLocks noGrp="1"/>
          </p:cNvSpPr>
          <p:nvPr/>
        </p:nvSpPr>
        <p:spPr>
          <a:xfrm>
            <a:off x="4498040" y="889838"/>
            <a:ext cx="24757" cy="24757"/>
          </a:xfrm>
          <a:prstGeom prst="ellipse">
            <a:avLst/>
          </a:prstGeom>
          <a:solidFill>
            <a:srgbClr val="B08A60">
              <a:alpha val="40000"/>
            </a:srgbClr>
          </a:solidFill>
          <a:ln w="0">
            <a:noFill/>
            <a:prstDash val="solid"/>
          </a:ln>
        </p:spPr>
      </p:sp>
      <p:sp>
        <p:nvSpPr>
          <p:cNvPr id="3280" name="LigandSeek2_vs_LigandSeek1_ellipse_8794">
            <a:extLst>
              <a:ext uri="{FF2B5EF4-FFF2-40B4-BE49-F238E27FC236}">
                <a16:creationId xmlns:a16="http://schemas.microsoft.com/office/drawing/2014/main" id="{252D7DA3-86C2-46EC-8168-0202E105DD82}"/>
              </a:ext>
            </a:extLst>
          </p:cNvPr>
          <p:cNvSpPr>
            <a:spLocks noGrp="1"/>
          </p:cNvSpPr>
          <p:nvPr/>
        </p:nvSpPr>
        <p:spPr>
          <a:xfrm>
            <a:off x="4545497" y="845009"/>
            <a:ext cx="24757" cy="24757"/>
          </a:xfrm>
          <a:prstGeom prst="ellipse">
            <a:avLst/>
          </a:prstGeom>
          <a:solidFill>
            <a:srgbClr val="B08A60">
              <a:alpha val="40000"/>
            </a:srgbClr>
          </a:solidFill>
          <a:ln w="0">
            <a:noFill/>
            <a:prstDash val="solid"/>
          </a:ln>
        </p:spPr>
      </p:sp>
      <p:sp>
        <p:nvSpPr>
          <p:cNvPr id="3281" name="LigandSeek2_vs_LigandSeek1_ellipse_8795">
            <a:extLst>
              <a:ext uri="{FF2B5EF4-FFF2-40B4-BE49-F238E27FC236}">
                <a16:creationId xmlns:a16="http://schemas.microsoft.com/office/drawing/2014/main" id="{50ABF2E6-DF9F-4DA8-A0C3-8FD8B85C3B33}"/>
              </a:ext>
            </a:extLst>
          </p:cNvPr>
          <p:cNvSpPr>
            <a:spLocks noGrp="1"/>
          </p:cNvSpPr>
          <p:nvPr/>
        </p:nvSpPr>
        <p:spPr>
          <a:xfrm>
            <a:off x="4497350" y="845009"/>
            <a:ext cx="24757" cy="24757"/>
          </a:xfrm>
          <a:prstGeom prst="ellipse">
            <a:avLst/>
          </a:prstGeom>
          <a:solidFill>
            <a:srgbClr val="B08A60">
              <a:alpha val="40000"/>
            </a:srgbClr>
          </a:solidFill>
          <a:ln w="0">
            <a:noFill/>
            <a:prstDash val="solid"/>
          </a:ln>
        </p:spPr>
      </p:sp>
      <p:sp>
        <p:nvSpPr>
          <p:cNvPr id="3282" name="LigandSeek2_vs_LigandSeek1_ellipse_8796">
            <a:extLst>
              <a:ext uri="{FF2B5EF4-FFF2-40B4-BE49-F238E27FC236}">
                <a16:creationId xmlns:a16="http://schemas.microsoft.com/office/drawing/2014/main" id="{D0659D64-59A7-403D-BD38-935F38298C25}"/>
              </a:ext>
            </a:extLst>
          </p:cNvPr>
          <p:cNvSpPr>
            <a:spLocks noGrp="1"/>
          </p:cNvSpPr>
          <p:nvPr/>
        </p:nvSpPr>
        <p:spPr>
          <a:xfrm>
            <a:off x="4475374" y="845009"/>
            <a:ext cx="24757" cy="24757"/>
          </a:xfrm>
          <a:prstGeom prst="ellipse">
            <a:avLst/>
          </a:prstGeom>
          <a:solidFill>
            <a:srgbClr val="B08A60">
              <a:alpha val="40000"/>
            </a:srgbClr>
          </a:solidFill>
          <a:ln w="0">
            <a:noFill/>
            <a:prstDash val="solid"/>
          </a:ln>
        </p:spPr>
      </p:sp>
      <p:sp>
        <p:nvSpPr>
          <p:cNvPr id="3283" name="LigandSeek2_vs_LigandSeek1_ellipse_8797">
            <a:extLst>
              <a:ext uri="{FF2B5EF4-FFF2-40B4-BE49-F238E27FC236}">
                <a16:creationId xmlns:a16="http://schemas.microsoft.com/office/drawing/2014/main" id="{E1EFE751-986D-4135-9E71-D784F046715C}"/>
              </a:ext>
            </a:extLst>
          </p:cNvPr>
          <p:cNvSpPr>
            <a:spLocks noGrp="1"/>
          </p:cNvSpPr>
          <p:nvPr/>
        </p:nvSpPr>
        <p:spPr>
          <a:xfrm>
            <a:off x="4482698" y="1703558"/>
            <a:ext cx="24757" cy="24757"/>
          </a:xfrm>
          <a:prstGeom prst="ellipse">
            <a:avLst/>
          </a:prstGeom>
          <a:solidFill>
            <a:srgbClr val="B08A60">
              <a:alpha val="40000"/>
            </a:srgbClr>
          </a:solidFill>
          <a:ln w="0">
            <a:noFill/>
            <a:prstDash val="solid"/>
          </a:ln>
        </p:spPr>
      </p:sp>
      <p:sp>
        <p:nvSpPr>
          <p:cNvPr id="3284" name="LigandSeek2_vs_LigandSeek1_ellipse_8798">
            <a:extLst>
              <a:ext uri="{FF2B5EF4-FFF2-40B4-BE49-F238E27FC236}">
                <a16:creationId xmlns:a16="http://schemas.microsoft.com/office/drawing/2014/main" id="{D3C593F7-2A0F-4071-B2C9-A55EF2D32B0B}"/>
              </a:ext>
            </a:extLst>
          </p:cNvPr>
          <p:cNvSpPr>
            <a:spLocks noGrp="1"/>
          </p:cNvSpPr>
          <p:nvPr/>
        </p:nvSpPr>
        <p:spPr>
          <a:xfrm>
            <a:off x="4469234" y="845009"/>
            <a:ext cx="24757" cy="24757"/>
          </a:xfrm>
          <a:prstGeom prst="ellipse">
            <a:avLst/>
          </a:prstGeom>
          <a:solidFill>
            <a:srgbClr val="B08A60">
              <a:alpha val="40000"/>
            </a:srgbClr>
          </a:solidFill>
          <a:ln w="0">
            <a:noFill/>
            <a:prstDash val="solid"/>
          </a:ln>
        </p:spPr>
      </p:sp>
      <p:sp>
        <p:nvSpPr>
          <p:cNvPr id="3285" name="LigandSeek2_vs_LigandSeek1_ellipse_8799">
            <a:extLst>
              <a:ext uri="{FF2B5EF4-FFF2-40B4-BE49-F238E27FC236}">
                <a16:creationId xmlns:a16="http://schemas.microsoft.com/office/drawing/2014/main" id="{07259B87-EFFF-4D4F-A9B5-CAD498015590}"/>
              </a:ext>
            </a:extLst>
          </p:cNvPr>
          <p:cNvSpPr>
            <a:spLocks noGrp="1"/>
          </p:cNvSpPr>
          <p:nvPr/>
        </p:nvSpPr>
        <p:spPr>
          <a:xfrm>
            <a:off x="4529476" y="1193462"/>
            <a:ext cx="24757" cy="24757"/>
          </a:xfrm>
          <a:prstGeom prst="ellipse">
            <a:avLst/>
          </a:prstGeom>
          <a:solidFill>
            <a:srgbClr val="B08A60">
              <a:alpha val="40000"/>
            </a:srgbClr>
          </a:solidFill>
          <a:ln w="0">
            <a:noFill/>
            <a:prstDash val="solid"/>
          </a:ln>
        </p:spPr>
      </p:sp>
      <p:sp>
        <p:nvSpPr>
          <p:cNvPr id="3286" name="LigandSeek2_vs_LigandSeek1_ellipse_8800">
            <a:extLst>
              <a:ext uri="{FF2B5EF4-FFF2-40B4-BE49-F238E27FC236}">
                <a16:creationId xmlns:a16="http://schemas.microsoft.com/office/drawing/2014/main" id="{6B740B05-4399-4363-8CDB-259782A197B8}"/>
              </a:ext>
            </a:extLst>
          </p:cNvPr>
          <p:cNvSpPr>
            <a:spLocks noGrp="1"/>
          </p:cNvSpPr>
          <p:nvPr/>
        </p:nvSpPr>
        <p:spPr>
          <a:xfrm>
            <a:off x="4505961" y="1054081"/>
            <a:ext cx="24757" cy="24757"/>
          </a:xfrm>
          <a:prstGeom prst="ellipse">
            <a:avLst/>
          </a:prstGeom>
          <a:solidFill>
            <a:srgbClr val="B08A60">
              <a:alpha val="40000"/>
            </a:srgbClr>
          </a:solidFill>
          <a:ln w="0">
            <a:noFill/>
            <a:prstDash val="solid"/>
          </a:ln>
        </p:spPr>
      </p:sp>
      <p:sp>
        <p:nvSpPr>
          <p:cNvPr id="3287" name="LigandSeek2_vs_LigandSeek1_ellipse_8801">
            <a:extLst>
              <a:ext uri="{FF2B5EF4-FFF2-40B4-BE49-F238E27FC236}">
                <a16:creationId xmlns:a16="http://schemas.microsoft.com/office/drawing/2014/main" id="{24A43F31-545C-44E6-A6F5-46FD6DA345AA}"/>
              </a:ext>
            </a:extLst>
          </p:cNvPr>
          <p:cNvSpPr>
            <a:spLocks noGrp="1"/>
          </p:cNvSpPr>
          <p:nvPr/>
        </p:nvSpPr>
        <p:spPr>
          <a:xfrm>
            <a:off x="4501654" y="1890368"/>
            <a:ext cx="24757" cy="24757"/>
          </a:xfrm>
          <a:prstGeom prst="ellipse">
            <a:avLst/>
          </a:prstGeom>
          <a:solidFill>
            <a:srgbClr val="B08A60">
              <a:alpha val="40000"/>
            </a:srgbClr>
          </a:solidFill>
          <a:ln w="0">
            <a:noFill/>
            <a:prstDash val="solid"/>
          </a:ln>
        </p:spPr>
      </p:sp>
      <p:sp>
        <p:nvSpPr>
          <p:cNvPr id="3288" name="LigandSeek2_vs_LigandSeek1_ellipse_8802">
            <a:extLst>
              <a:ext uri="{FF2B5EF4-FFF2-40B4-BE49-F238E27FC236}">
                <a16:creationId xmlns:a16="http://schemas.microsoft.com/office/drawing/2014/main" id="{991E5282-3073-4C33-8ED3-56E5C018D737}"/>
              </a:ext>
            </a:extLst>
          </p:cNvPr>
          <p:cNvSpPr>
            <a:spLocks noGrp="1"/>
          </p:cNvSpPr>
          <p:nvPr/>
        </p:nvSpPr>
        <p:spPr>
          <a:xfrm>
            <a:off x="4503562" y="845009"/>
            <a:ext cx="24757" cy="24757"/>
          </a:xfrm>
          <a:prstGeom prst="ellipse">
            <a:avLst/>
          </a:prstGeom>
          <a:solidFill>
            <a:srgbClr val="B08A60">
              <a:alpha val="40000"/>
            </a:srgbClr>
          </a:solidFill>
          <a:ln w="0">
            <a:noFill/>
            <a:prstDash val="solid"/>
          </a:ln>
        </p:spPr>
      </p:sp>
      <p:sp>
        <p:nvSpPr>
          <p:cNvPr id="3289" name="LigandSeek2_vs_LigandSeek1_ellipse_8803">
            <a:extLst>
              <a:ext uri="{FF2B5EF4-FFF2-40B4-BE49-F238E27FC236}">
                <a16:creationId xmlns:a16="http://schemas.microsoft.com/office/drawing/2014/main" id="{CF727E08-C624-43B4-8449-F060D3E637BF}"/>
              </a:ext>
            </a:extLst>
          </p:cNvPr>
          <p:cNvSpPr>
            <a:spLocks noGrp="1"/>
          </p:cNvSpPr>
          <p:nvPr/>
        </p:nvSpPr>
        <p:spPr>
          <a:xfrm>
            <a:off x="4528743" y="869899"/>
            <a:ext cx="24757" cy="24757"/>
          </a:xfrm>
          <a:prstGeom prst="ellipse">
            <a:avLst/>
          </a:prstGeom>
          <a:solidFill>
            <a:srgbClr val="B08A60">
              <a:alpha val="40000"/>
            </a:srgbClr>
          </a:solidFill>
          <a:ln w="0">
            <a:noFill/>
            <a:prstDash val="solid"/>
          </a:ln>
        </p:spPr>
      </p:sp>
      <p:sp>
        <p:nvSpPr>
          <p:cNvPr id="3290" name="LigandSeek2_vs_LigandSeek1_ellipse_8804">
            <a:extLst>
              <a:ext uri="{FF2B5EF4-FFF2-40B4-BE49-F238E27FC236}">
                <a16:creationId xmlns:a16="http://schemas.microsoft.com/office/drawing/2014/main" id="{AF2E0D74-D1A4-43C9-8609-8D717243E7DD}"/>
              </a:ext>
            </a:extLst>
          </p:cNvPr>
          <p:cNvSpPr>
            <a:spLocks noGrp="1"/>
          </p:cNvSpPr>
          <p:nvPr/>
        </p:nvSpPr>
        <p:spPr>
          <a:xfrm>
            <a:off x="4534112" y="845009"/>
            <a:ext cx="24757" cy="24757"/>
          </a:xfrm>
          <a:prstGeom prst="ellipse">
            <a:avLst/>
          </a:prstGeom>
          <a:solidFill>
            <a:srgbClr val="B08A60">
              <a:alpha val="40000"/>
            </a:srgbClr>
          </a:solidFill>
          <a:ln w="0">
            <a:noFill/>
            <a:prstDash val="solid"/>
          </a:ln>
        </p:spPr>
      </p:sp>
      <p:sp>
        <p:nvSpPr>
          <p:cNvPr id="3291" name="LigandSeek2_vs_LigandSeek1_ellipse_8805">
            <a:extLst>
              <a:ext uri="{FF2B5EF4-FFF2-40B4-BE49-F238E27FC236}">
                <a16:creationId xmlns:a16="http://schemas.microsoft.com/office/drawing/2014/main" id="{3BC812CE-5014-44DE-AF95-12343D3B3A9F}"/>
              </a:ext>
            </a:extLst>
          </p:cNvPr>
          <p:cNvSpPr>
            <a:spLocks noGrp="1"/>
          </p:cNvSpPr>
          <p:nvPr/>
        </p:nvSpPr>
        <p:spPr>
          <a:xfrm>
            <a:off x="4504734" y="1741031"/>
            <a:ext cx="24757" cy="24757"/>
          </a:xfrm>
          <a:prstGeom prst="ellipse">
            <a:avLst/>
          </a:prstGeom>
          <a:solidFill>
            <a:srgbClr val="B08A60">
              <a:alpha val="40000"/>
            </a:srgbClr>
          </a:solidFill>
          <a:ln w="0">
            <a:noFill/>
            <a:prstDash val="solid"/>
          </a:ln>
        </p:spPr>
      </p:sp>
      <p:sp>
        <p:nvSpPr>
          <p:cNvPr id="3292" name="LigandSeek2_vs_LigandSeek1_ellipse_8806">
            <a:extLst>
              <a:ext uri="{FF2B5EF4-FFF2-40B4-BE49-F238E27FC236}">
                <a16:creationId xmlns:a16="http://schemas.microsoft.com/office/drawing/2014/main" id="{254E8560-D2C2-43B8-AA2E-C48F9F16A65D}"/>
              </a:ext>
            </a:extLst>
          </p:cNvPr>
          <p:cNvSpPr>
            <a:spLocks noGrp="1"/>
          </p:cNvSpPr>
          <p:nvPr/>
        </p:nvSpPr>
        <p:spPr>
          <a:xfrm>
            <a:off x="4502632" y="1629028"/>
            <a:ext cx="24757" cy="24757"/>
          </a:xfrm>
          <a:prstGeom prst="ellipse">
            <a:avLst/>
          </a:prstGeom>
          <a:solidFill>
            <a:srgbClr val="B08A60">
              <a:alpha val="40000"/>
            </a:srgbClr>
          </a:solidFill>
          <a:ln w="0">
            <a:noFill/>
            <a:prstDash val="solid"/>
          </a:ln>
        </p:spPr>
      </p:sp>
      <p:sp>
        <p:nvSpPr>
          <p:cNvPr id="3293" name="LigandSeek2_vs_LigandSeek1_ellipse_8807">
            <a:extLst>
              <a:ext uri="{FF2B5EF4-FFF2-40B4-BE49-F238E27FC236}">
                <a16:creationId xmlns:a16="http://schemas.microsoft.com/office/drawing/2014/main" id="{66F83C39-0070-493E-B973-D29097F3F354}"/>
              </a:ext>
            </a:extLst>
          </p:cNvPr>
          <p:cNvSpPr>
            <a:spLocks noGrp="1"/>
          </p:cNvSpPr>
          <p:nvPr/>
        </p:nvSpPr>
        <p:spPr>
          <a:xfrm>
            <a:off x="4478439" y="1890368"/>
            <a:ext cx="24757" cy="24757"/>
          </a:xfrm>
          <a:prstGeom prst="ellipse">
            <a:avLst/>
          </a:prstGeom>
          <a:solidFill>
            <a:srgbClr val="B08A60">
              <a:alpha val="40000"/>
            </a:srgbClr>
          </a:solidFill>
          <a:ln w="0">
            <a:noFill/>
            <a:prstDash val="solid"/>
          </a:ln>
        </p:spPr>
      </p:sp>
      <p:sp>
        <p:nvSpPr>
          <p:cNvPr id="3294" name="LigandSeek2_vs_LigandSeek1_ellipse_8808">
            <a:extLst>
              <a:ext uri="{FF2B5EF4-FFF2-40B4-BE49-F238E27FC236}">
                <a16:creationId xmlns:a16="http://schemas.microsoft.com/office/drawing/2014/main" id="{F65A1277-7371-415B-BBE8-44663F1BC746}"/>
              </a:ext>
            </a:extLst>
          </p:cNvPr>
          <p:cNvSpPr>
            <a:spLocks noGrp="1"/>
          </p:cNvSpPr>
          <p:nvPr/>
        </p:nvSpPr>
        <p:spPr>
          <a:xfrm>
            <a:off x="5089630" y="845009"/>
            <a:ext cx="24757" cy="24757"/>
          </a:xfrm>
          <a:prstGeom prst="ellipse">
            <a:avLst/>
          </a:prstGeom>
          <a:solidFill>
            <a:srgbClr val="B08A60">
              <a:alpha val="40000"/>
            </a:srgbClr>
          </a:solidFill>
          <a:ln w="0">
            <a:noFill/>
            <a:prstDash val="solid"/>
          </a:ln>
        </p:spPr>
      </p:sp>
      <p:sp>
        <p:nvSpPr>
          <p:cNvPr id="3295" name="LigandSeek2_vs_LigandSeek1_ellipse_8809">
            <a:extLst>
              <a:ext uri="{FF2B5EF4-FFF2-40B4-BE49-F238E27FC236}">
                <a16:creationId xmlns:a16="http://schemas.microsoft.com/office/drawing/2014/main" id="{0531DD74-7833-4BC8-BE44-DAAEF4D42263}"/>
              </a:ext>
            </a:extLst>
          </p:cNvPr>
          <p:cNvSpPr>
            <a:spLocks noGrp="1"/>
          </p:cNvSpPr>
          <p:nvPr/>
        </p:nvSpPr>
        <p:spPr>
          <a:xfrm>
            <a:off x="5111975" y="845009"/>
            <a:ext cx="24757" cy="24757"/>
          </a:xfrm>
          <a:prstGeom prst="ellipse">
            <a:avLst/>
          </a:prstGeom>
          <a:solidFill>
            <a:srgbClr val="B08A60">
              <a:alpha val="40000"/>
            </a:srgbClr>
          </a:solidFill>
          <a:ln w="0">
            <a:noFill/>
            <a:prstDash val="solid"/>
          </a:ln>
        </p:spPr>
      </p:sp>
      <p:sp>
        <p:nvSpPr>
          <p:cNvPr id="3296" name="LigandSeek2_vs_LigandSeek1_ellipse_8810">
            <a:extLst>
              <a:ext uri="{FF2B5EF4-FFF2-40B4-BE49-F238E27FC236}">
                <a16:creationId xmlns:a16="http://schemas.microsoft.com/office/drawing/2014/main" id="{863C60CD-F77A-42C2-A9D2-A0358D4CEC6D}"/>
              </a:ext>
            </a:extLst>
          </p:cNvPr>
          <p:cNvSpPr>
            <a:spLocks noGrp="1"/>
          </p:cNvSpPr>
          <p:nvPr/>
        </p:nvSpPr>
        <p:spPr>
          <a:xfrm>
            <a:off x="5099371" y="845009"/>
            <a:ext cx="24757" cy="24757"/>
          </a:xfrm>
          <a:prstGeom prst="ellipse">
            <a:avLst/>
          </a:prstGeom>
          <a:solidFill>
            <a:srgbClr val="B08A60">
              <a:alpha val="40000"/>
            </a:srgbClr>
          </a:solidFill>
          <a:ln w="0">
            <a:noFill/>
            <a:prstDash val="solid"/>
          </a:ln>
        </p:spPr>
      </p:sp>
      <p:sp>
        <p:nvSpPr>
          <p:cNvPr id="3297" name="LigandSeek2_vs_LigandSeek1_ellipse_8811">
            <a:extLst>
              <a:ext uri="{FF2B5EF4-FFF2-40B4-BE49-F238E27FC236}">
                <a16:creationId xmlns:a16="http://schemas.microsoft.com/office/drawing/2014/main" id="{981C7A66-FE48-4186-A53B-C27BC760F416}"/>
              </a:ext>
            </a:extLst>
          </p:cNvPr>
          <p:cNvSpPr>
            <a:spLocks noGrp="1"/>
          </p:cNvSpPr>
          <p:nvPr/>
        </p:nvSpPr>
        <p:spPr>
          <a:xfrm>
            <a:off x="5140986" y="845009"/>
            <a:ext cx="24757" cy="24757"/>
          </a:xfrm>
          <a:prstGeom prst="ellipse">
            <a:avLst/>
          </a:prstGeom>
          <a:solidFill>
            <a:srgbClr val="B08A60">
              <a:alpha val="40000"/>
            </a:srgbClr>
          </a:solidFill>
          <a:ln w="0">
            <a:noFill/>
            <a:prstDash val="solid"/>
          </a:ln>
        </p:spPr>
      </p:sp>
      <p:sp>
        <p:nvSpPr>
          <p:cNvPr id="3298" name="LigandSeek2_vs_LigandSeek1_ellipse_8812">
            <a:extLst>
              <a:ext uri="{FF2B5EF4-FFF2-40B4-BE49-F238E27FC236}">
                <a16:creationId xmlns:a16="http://schemas.microsoft.com/office/drawing/2014/main" id="{65C72F36-F04E-4123-B12D-AFE051B5FECC}"/>
              </a:ext>
            </a:extLst>
          </p:cNvPr>
          <p:cNvSpPr>
            <a:spLocks noGrp="1"/>
          </p:cNvSpPr>
          <p:nvPr/>
        </p:nvSpPr>
        <p:spPr>
          <a:xfrm>
            <a:off x="5093115" y="845009"/>
            <a:ext cx="24757" cy="24757"/>
          </a:xfrm>
          <a:prstGeom prst="ellipse">
            <a:avLst/>
          </a:prstGeom>
          <a:solidFill>
            <a:srgbClr val="B08A60">
              <a:alpha val="40000"/>
            </a:srgbClr>
          </a:solidFill>
          <a:ln w="0">
            <a:noFill/>
            <a:prstDash val="solid"/>
          </a:ln>
        </p:spPr>
      </p:sp>
      <p:sp>
        <p:nvSpPr>
          <p:cNvPr id="3299" name="LigandSeek2_vs_LigandSeek1_ellipse_8813">
            <a:extLst>
              <a:ext uri="{FF2B5EF4-FFF2-40B4-BE49-F238E27FC236}">
                <a16:creationId xmlns:a16="http://schemas.microsoft.com/office/drawing/2014/main" id="{E4E8B09A-CBA7-4ADD-A21F-7A5FF650691A}"/>
              </a:ext>
            </a:extLst>
          </p:cNvPr>
          <p:cNvSpPr>
            <a:spLocks noGrp="1"/>
          </p:cNvSpPr>
          <p:nvPr/>
        </p:nvSpPr>
        <p:spPr>
          <a:xfrm>
            <a:off x="5142334" y="1890368"/>
            <a:ext cx="24757" cy="24757"/>
          </a:xfrm>
          <a:prstGeom prst="ellipse">
            <a:avLst/>
          </a:prstGeom>
          <a:solidFill>
            <a:srgbClr val="B08A60">
              <a:alpha val="40000"/>
            </a:srgbClr>
          </a:solidFill>
          <a:ln w="0">
            <a:noFill/>
            <a:prstDash val="solid"/>
          </a:ln>
        </p:spPr>
      </p:sp>
      <p:sp>
        <p:nvSpPr>
          <p:cNvPr id="3300" name="LigandSeek2_vs_LigandSeek1_ellipse_8814">
            <a:extLst>
              <a:ext uri="{FF2B5EF4-FFF2-40B4-BE49-F238E27FC236}">
                <a16:creationId xmlns:a16="http://schemas.microsoft.com/office/drawing/2014/main" id="{64DE2FFA-E38D-4E9F-B154-433B75559C06}"/>
              </a:ext>
            </a:extLst>
          </p:cNvPr>
          <p:cNvSpPr>
            <a:spLocks noGrp="1"/>
          </p:cNvSpPr>
          <p:nvPr/>
        </p:nvSpPr>
        <p:spPr>
          <a:xfrm>
            <a:off x="5080874" y="1035414"/>
            <a:ext cx="24757" cy="24757"/>
          </a:xfrm>
          <a:prstGeom prst="ellipse">
            <a:avLst/>
          </a:prstGeom>
          <a:solidFill>
            <a:srgbClr val="B08A60">
              <a:alpha val="40000"/>
            </a:srgbClr>
          </a:solidFill>
          <a:ln w="0">
            <a:noFill/>
            <a:prstDash val="solid"/>
          </a:ln>
        </p:spPr>
      </p:sp>
      <p:sp>
        <p:nvSpPr>
          <p:cNvPr id="3301" name="LigandSeek2_vs_LigandSeek1_ellipse_8815">
            <a:extLst>
              <a:ext uri="{FF2B5EF4-FFF2-40B4-BE49-F238E27FC236}">
                <a16:creationId xmlns:a16="http://schemas.microsoft.com/office/drawing/2014/main" id="{C62888F2-E109-4D37-A228-4227897C1248}"/>
              </a:ext>
            </a:extLst>
          </p:cNvPr>
          <p:cNvSpPr>
            <a:spLocks noGrp="1"/>
          </p:cNvSpPr>
          <p:nvPr/>
        </p:nvSpPr>
        <p:spPr>
          <a:xfrm>
            <a:off x="5134177" y="1173053"/>
            <a:ext cx="24757" cy="24757"/>
          </a:xfrm>
          <a:prstGeom prst="ellipse">
            <a:avLst/>
          </a:prstGeom>
          <a:solidFill>
            <a:srgbClr val="B08A60">
              <a:alpha val="40000"/>
            </a:srgbClr>
          </a:solidFill>
          <a:ln w="0">
            <a:noFill/>
            <a:prstDash val="solid"/>
          </a:ln>
        </p:spPr>
      </p:sp>
      <p:sp>
        <p:nvSpPr>
          <p:cNvPr id="3302" name="LigandSeek2_vs_LigandSeek1_ellipse_8816">
            <a:extLst>
              <a:ext uri="{FF2B5EF4-FFF2-40B4-BE49-F238E27FC236}">
                <a16:creationId xmlns:a16="http://schemas.microsoft.com/office/drawing/2014/main" id="{D6A366F9-C8D4-4621-8680-C850D6669861}"/>
              </a:ext>
            </a:extLst>
          </p:cNvPr>
          <p:cNvSpPr>
            <a:spLocks noGrp="1"/>
          </p:cNvSpPr>
          <p:nvPr/>
        </p:nvSpPr>
        <p:spPr>
          <a:xfrm>
            <a:off x="5156803" y="1716141"/>
            <a:ext cx="24757" cy="24757"/>
          </a:xfrm>
          <a:prstGeom prst="ellipse">
            <a:avLst/>
          </a:prstGeom>
          <a:solidFill>
            <a:srgbClr val="B08A60">
              <a:alpha val="40000"/>
            </a:srgbClr>
          </a:solidFill>
          <a:ln w="0">
            <a:noFill/>
            <a:prstDash val="solid"/>
          </a:ln>
        </p:spPr>
      </p:sp>
      <p:sp>
        <p:nvSpPr>
          <p:cNvPr id="3303" name="LigandSeek2_vs_LigandSeek1_ellipse_8817">
            <a:extLst>
              <a:ext uri="{FF2B5EF4-FFF2-40B4-BE49-F238E27FC236}">
                <a16:creationId xmlns:a16="http://schemas.microsoft.com/office/drawing/2014/main" id="{0F82CCB3-BAF4-4CD3-811B-857103D62DF7}"/>
              </a:ext>
            </a:extLst>
          </p:cNvPr>
          <p:cNvSpPr>
            <a:spLocks noGrp="1"/>
          </p:cNvSpPr>
          <p:nvPr/>
        </p:nvSpPr>
        <p:spPr>
          <a:xfrm>
            <a:off x="5110723" y="845009"/>
            <a:ext cx="24757" cy="24757"/>
          </a:xfrm>
          <a:prstGeom prst="ellipse">
            <a:avLst/>
          </a:prstGeom>
          <a:solidFill>
            <a:srgbClr val="B08A60">
              <a:alpha val="40000"/>
            </a:srgbClr>
          </a:solidFill>
          <a:ln w="0">
            <a:noFill/>
            <a:prstDash val="solid"/>
          </a:ln>
        </p:spPr>
      </p:sp>
      <p:sp>
        <p:nvSpPr>
          <p:cNvPr id="3304" name="LigandSeek2_vs_LigandSeek1_ellipse_8818">
            <a:extLst>
              <a:ext uri="{FF2B5EF4-FFF2-40B4-BE49-F238E27FC236}">
                <a16:creationId xmlns:a16="http://schemas.microsoft.com/office/drawing/2014/main" id="{1D50A6B7-D740-49D0-AC3F-86FD16EBB184}"/>
              </a:ext>
            </a:extLst>
          </p:cNvPr>
          <p:cNvSpPr>
            <a:spLocks noGrp="1"/>
          </p:cNvSpPr>
          <p:nvPr/>
        </p:nvSpPr>
        <p:spPr>
          <a:xfrm>
            <a:off x="5121003" y="1367688"/>
            <a:ext cx="24757" cy="24757"/>
          </a:xfrm>
          <a:prstGeom prst="ellipse">
            <a:avLst/>
          </a:prstGeom>
          <a:solidFill>
            <a:srgbClr val="B08A60">
              <a:alpha val="40000"/>
            </a:srgbClr>
          </a:solidFill>
          <a:ln w="0">
            <a:noFill/>
            <a:prstDash val="solid"/>
          </a:ln>
        </p:spPr>
      </p:sp>
      <p:sp>
        <p:nvSpPr>
          <p:cNvPr id="3305" name="LigandSeek2_vs_LigandSeek1_ellipse_8819">
            <a:extLst>
              <a:ext uri="{FF2B5EF4-FFF2-40B4-BE49-F238E27FC236}">
                <a16:creationId xmlns:a16="http://schemas.microsoft.com/office/drawing/2014/main" id="{4CE9F575-091F-44AA-9106-C9EEC5F57A68}"/>
              </a:ext>
            </a:extLst>
          </p:cNvPr>
          <p:cNvSpPr>
            <a:spLocks noGrp="1"/>
          </p:cNvSpPr>
          <p:nvPr/>
        </p:nvSpPr>
        <p:spPr>
          <a:xfrm>
            <a:off x="5119631" y="900210"/>
            <a:ext cx="24757" cy="24757"/>
          </a:xfrm>
          <a:prstGeom prst="ellipse">
            <a:avLst/>
          </a:prstGeom>
          <a:solidFill>
            <a:srgbClr val="B08A60">
              <a:alpha val="40000"/>
            </a:srgbClr>
          </a:solidFill>
          <a:ln w="0">
            <a:noFill/>
            <a:prstDash val="solid"/>
          </a:ln>
        </p:spPr>
      </p:sp>
      <p:sp>
        <p:nvSpPr>
          <p:cNvPr id="3306" name="LigandSeek2_vs_LigandSeek1_ellipse_8820">
            <a:extLst>
              <a:ext uri="{FF2B5EF4-FFF2-40B4-BE49-F238E27FC236}">
                <a16:creationId xmlns:a16="http://schemas.microsoft.com/office/drawing/2014/main" id="{0885C7D2-A327-4AC6-8628-741E2B3DDE26}"/>
              </a:ext>
            </a:extLst>
          </p:cNvPr>
          <p:cNvSpPr>
            <a:spLocks noGrp="1"/>
          </p:cNvSpPr>
          <p:nvPr/>
        </p:nvSpPr>
        <p:spPr>
          <a:xfrm>
            <a:off x="5140874" y="1875849"/>
            <a:ext cx="24757" cy="24757"/>
          </a:xfrm>
          <a:prstGeom prst="ellipse">
            <a:avLst/>
          </a:prstGeom>
          <a:solidFill>
            <a:srgbClr val="B08A60">
              <a:alpha val="40000"/>
            </a:srgbClr>
          </a:solidFill>
          <a:ln w="0">
            <a:noFill/>
            <a:prstDash val="solid"/>
          </a:ln>
        </p:spPr>
      </p:sp>
      <p:sp>
        <p:nvSpPr>
          <p:cNvPr id="3307" name="LigandSeek2_vs_LigandSeek1_ellipse_8821">
            <a:extLst>
              <a:ext uri="{FF2B5EF4-FFF2-40B4-BE49-F238E27FC236}">
                <a16:creationId xmlns:a16="http://schemas.microsoft.com/office/drawing/2014/main" id="{3FA7696B-6FA5-47AE-B9CA-57B1D92CC700}"/>
              </a:ext>
            </a:extLst>
          </p:cNvPr>
          <p:cNvSpPr>
            <a:spLocks noGrp="1"/>
          </p:cNvSpPr>
          <p:nvPr/>
        </p:nvSpPr>
        <p:spPr>
          <a:xfrm>
            <a:off x="5106484" y="1629028"/>
            <a:ext cx="24757" cy="24757"/>
          </a:xfrm>
          <a:prstGeom prst="ellipse">
            <a:avLst/>
          </a:prstGeom>
          <a:solidFill>
            <a:srgbClr val="B08A60">
              <a:alpha val="40000"/>
            </a:srgbClr>
          </a:solidFill>
          <a:ln w="0">
            <a:noFill/>
            <a:prstDash val="solid"/>
          </a:ln>
        </p:spPr>
      </p:sp>
      <p:sp>
        <p:nvSpPr>
          <p:cNvPr id="3308" name="LigandSeek2_vs_LigandSeek1_ellipse_8822">
            <a:extLst>
              <a:ext uri="{FF2B5EF4-FFF2-40B4-BE49-F238E27FC236}">
                <a16:creationId xmlns:a16="http://schemas.microsoft.com/office/drawing/2014/main" id="{9039C16D-BA2C-4D65-BBFF-0EF2A18475F6}"/>
              </a:ext>
            </a:extLst>
          </p:cNvPr>
          <p:cNvSpPr>
            <a:spLocks noGrp="1"/>
          </p:cNvSpPr>
          <p:nvPr/>
        </p:nvSpPr>
        <p:spPr>
          <a:xfrm>
            <a:off x="5111097" y="845009"/>
            <a:ext cx="24757" cy="24757"/>
          </a:xfrm>
          <a:prstGeom prst="ellipse">
            <a:avLst/>
          </a:prstGeom>
          <a:solidFill>
            <a:srgbClr val="B08A60">
              <a:alpha val="40000"/>
            </a:srgbClr>
          </a:solidFill>
          <a:ln w="0">
            <a:noFill/>
            <a:prstDash val="solid"/>
          </a:ln>
        </p:spPr>
      </p:sp>
      <p:sp>
        <p:nvSpPr>
          <p:cNvPr id="3309" name="LigandSeek2_vs_LigandSeek1_ellipse_8823">
            <a:extLst>
              <a:ext uri="{FF2B5EF4-FFF2-40B4-BE49-F238E27FC236}">
                <a16:creationId xmlns:a16="http://schemas.microsoft.com/office/drawing/2014/main" id="{26732AFC-2129-4E1C-BB0E-F9237F605878}"/>
              </a:ext>
            </a:extLst>
          </p:cNvPr>
          <p:cNvSpPr>
            <a:spLocks noGrp="1"/>
          </p:cNvSpPr>
          <p:nvPr/>
        </p:nvSpPr>
        <p:spPr>
          <a:xfrm>
            <a:off x="5138555" y="1890368"/>
            <a:ext cx="24757" cy="24757"/>
          </a:xfrm>
          <a:prstGeom prst="ellipse">
            <a:avLst/>
          </a:prstGeom>
          <a:solidFill>
            <a:srgbClr val="B08A60">
              <a:alpha val="40000"/>
            </a:srgbClr>
          </a:solidFill>
          <a:ln w="0">
            <a:noFill/>
            <a:prstDash val="solid"/>
          </a:ln>
        </p:spPr>
      </p:sp>
      <p:sp>
        <p:nvSpPr>
          <p:cNvPr id="3310" name="LigandSeek2_vs_LigandSeek1_ellipse_8824">
            <a:extLst>
              <a:ext uri="{FF2B5EF4-FFF2-40B4-BE49-F238E27FC236}">
                <a16:creationId xmlns:a16="http://schemas.microsoft.com/office/drawing/2014/main" id="{F2388E1E-A991-443C-B3F5-CA6DF6950B14}"/>
              </a:ext>
            </a:extLst>
          </p:cNvPr>
          <p:cNvSpPr>
            <a:spLocks noGrp="1"/>
          </p:cNvSpPr>
          <p:nvPr/>
        </p:nvSpPr>
        <p:spPr>
          <a:xfrm>
            <a:off x="5138399" y="1541915"/>
            <a:ext cx="24757" cy="24757"/>
          </a:xfrm>
          <a:prstGeom prst="ellipse">
            <a:avLst/>
          </a:prstGeom>
          <a:solidFill>
            <a:srgbClr val="B08A60">
              <a:alpha val="40000"/>
            </a:srgbClr>
          </a:solidFill>
          <a:ln w="0">
            <a:noFill/>
            <a:prstDash val="solid"/>
          </a:ln>
        </p:spPr>
      </p:sp>
      <p:sp>
        <p:nvSpPr>
          <p:cNvPr id="3311" name="LigandSeek2_vs_LigandSeek1_ellipse_8825">
            <a:extLst>
              <a:ext uri="{FF2B5EF4-FFF2-40B4-BE49-F238E27FC236}">
                <a16:creationId xmlns:a16="http://schemas.microsoft.com/office/drawing/2014/main" id="{36DE8614-D48C-4C1A-8F19-BFBE3FD088DA}"/>
              </a:ext>
            </a:extLst>
          </p:cNvPr>
          <p:cNvSpPr>
            <a:spLocks noGrp="1"/>
          </p:cNvSpPr>
          <p:nvPr/>
        </p:nvSpPr>
        <p:spPr>
          <a:xfrm>
            <a:off x="5150757" y="845009"/>
            <a:ext cx="24757" cy="24757"/>
          </a:xfrm>
          <a:prstGeom prst="ellipse">
            <a:avLst/>
          </a:prstGeom>
          <a:solidFill>
            <a:srgbClr val="B08A60">
              <a:alpha val="40000"/>
            </a:srgbClr>
          </a:solidFill>
          <a:ln w="0">
            <a:noFill/>
            <a:prstDash val="solid"/>
          </a:ln>
        </p:spPr>
      </p:sp>
      <p:sp>
        <p:nvSpPr>
          <p:cNvPr id="3312" name="LigandSeek2_vs_LigandSeek1_ellipse_8826">
            <a:extLst>
              <a:ext uri="{FF2B5EF4-FFF2-40B4-BE49-F238E27FC236}">
                <a16:creationId xmlns:a16="http://schemas.microsoft.com/office/drawing/2014/main" id="{871CBDF5-C56D-4ABD-9B66-FAD49FE77B0B}"/>
              </a:ext>
            </a:extLst>
          </p:cNvPr>
          <p:cNvSpPr>
            <a:spLocks noGrp="1"/>
          </p:cNvSpPr>
          <p:nvPr/>
        </p:nvSpPr>
        <p:spPr>
          <a:xfrm>
            <a:off x="5101481" y="1863161"/>
            <a:ext cx="24757" cy="24757"/>
          </a:xfrm>
          <a:prstGeom prst="ellipse">
            <a:avLst/>
          </a:prstGeom>
          <a:solidFill>
            <a:srgbClr val="B08A60">
              <a:alpha val="40000"/>
            </a:srgbClr>
          </a:solidFill>
          <a:ln w="0">
            <a:noFill/>
            <a:prstDash val="solid"/>
          </a:ln>
        </p:spPr>
      </p:sp>
      <p:sp>
        <p:nvSpPr>
          <p:cNvPr id="3313" name="LigandSeek2_vs_LigandSeek1_ellipse_8827">
            <a:extLst>
              <a:ext uri="{FF2B5EF4-FFF2-40B4-BE49-F238E27FC236}">
                <a16:creationId xmlns:a16="http://schemas.microsoft.com/office/drawing/2014/main" id="{B5D4E0C4-0875-4AE4-899C-220BB8819BD7}"/>
              </a:ext>
            </a:extLst>
          </p:cNvPr>
          <p:cNvSpPr>
            <a:spLocks noGrp="1"/>
          </p:cNvSpPr>
          <p:nvPr/>
        </p:nvSpPr>
        <p:spPr>
          <a:xfrm>
            <a:off x="5134491" y="1890368"/>
            <a:ext cx="24757" cy="24757"/>
          </a:xfrm>
          <a:prstGeom prst="ellipse">
            <a:avLst/>
          </a:prstGeom>
          <a:solidFill>
            <a:srgbClr val="B08A60">
              <a:alpha val="40000"/>
            </a:srgbClr>
          </a:solidFill>
          <a:ln w="0">
            <a:noFill/>
            <a:prstDash val="solid"/>
          </a:ln>
        </p:spPr>
      </p:sp>
      <p:sp>
        <p:nvSpPr>
          <p:cNvPr id="3314" name="LigandSeek2_vs_LigandSeek1_ellipse_8828">
            <a:extLst>
              <a:ext uri="{FF2B5EF4-FFF2-40B4-BE49-F238E27FC236}">
                <a16:creationId xmlns:a16="http://schemas.microsoft.com/office/drawing/2014/main" id="{25BB948D-8F0A-4BD7-926E-5BB6FB2565F5}"/>
              </a:ext>
            </a:extLst>
          </p:cNvPr>
          <p:cNvSpPr>
            <a:spLocks noGrp="1"/>
          </p:cNvSpPr>
          <p:nvPr/>
        </p:nvSpPr>
        <p:spPr>
          <a:xfrm>
            <a:off x="5160580" y="1629028"/>
            <a:ext cx="24757" cy="24757"/>
          </a:xfrm>
          <a:prstGeom prst="ellipse">
            <a:avLst/>
          </a:prstGeom>
          <a:solidFill>
            <a:srgbClr val="B08A60">
              <a:alpha val="40000"/>
            </a:srgbClr>
          </a:solidFill>
          <a:ln w="0">
            <a:noFill/>
            <a:prstDash val="solid"/>
          </a:ln>
        </p:spPr>
      </p:sp>
      <p:sp>
        <p:nvSpPr>
          <p:cNvPr id="3315" name="LigandSeek2_vs_LigandSeek1_ellipse_8829">
            <a:extLst>
              <a:ext uri="{FF2B5EF4-FFF2-40B4-BE49-F238E27FC236}">
                <a16:creationId xmlns:a16="http://schemas.microsoft.com/office/drawing/2014/main" id="{04058BBE-1828-44E9-86CC-24B2F40A4CAB}"/>
              </a:ext>
            </a:extLst>
          </p:cNvPr>
          <p:cNvSpPr>
            <a:spLocks noGrp="1"/>
          </p:cNvSpPr>
          <p:nvPr/>
        </p:nvSpPr>
        <p:spPr>
          <a:xfrm>
            <a:off x="5104505" y="1890368"/>
            <a:ext cx="24757" cy="24757"/>
          </a:xfrm>
          <a:prstGeom prst="ellipse">
            <a:avLst/>
          </a:prstGeom>
          <a:solidFill>
            <a:srgbClr val="B08A60">
              <a:alpha val="40000"/>
            </a:srgbClr>
          </a:solidFill>
          <a:ln w="0">
            <a:noFill/>
            <a:prstDash val="solid"/>
          </a:ln>
        </p:spPr>
      </p:sp>
      <p:sp>
        <p:nvSpPr>
          <p:cNvPr id="3316" name="LigandSeek2_vs_LigandSeek1_ellipse_8830">
            <a:extLst>
              <a:ext uri="{FF2B5EF4-FFF2-40B4-BE49-F238E27FC236}">
                <a16:creationId xmlns:a16="http://schemas.microsoft.com/office/drawing/2014/main" id="{4EE6589B-F3FA-49BE-A5E2-B050B8DFB483}"/>
              </a:ext>
            </a:extLst>
          </p:cNvPr>
          <p:cNvSpPr>
            <a:spLocks noGrp="1"/>
          </p:cNvSpPr>
          <p:nvPr/>
        </p:nvSpPr>
        <p:spPr>
          <a:xfrm>
            <a:off x="5078530" y="975679"/>
            <a:ext cx="24757" cy="24757"/>
          </a:xfrm>
          <a:prstGeom prst="ellipse">
            <a:avLst/>
          </a:prstGeom>
          <a:solidFill>
            <a:srgbClr val="B08A60">
              <a:alpha val="40000"/>
            </a:srgbClr>
          </a:solidFill>
          <a:ln w="0">
            <a:noFill/>
            <a:prstDash val="solid"/>
          </a:ln>
        </p:spPr>
      </p:sp>
      <p:sp>
        <p:nvSpPr>
          <p:cNvPr id="3317" name="LigandSeek2_vs_LigandSeek1_ellipse_8831">
            <a:extLst>
              <a:ext uri="{FF2B5EF4-FFF2-40B4-BE49-F238E27FC236}">
                <a16:creationId xmlns:a16="http://schemas.microsoft.com/office/drawing/2014/main" id="{D18219FE-0BB9-4FFA-8CC8-4162C5AE9945}"/>
              </a:ext>
            </a:extLst>
          </p:cNvPr>
          <p:cNvSpPr>
            <a:spLocks noGrp="1"/>
          </p:cNvSpPr>
          <p:nvPr/>
        </p:nvSpPr>
        <p:spPr>
          <a:xfrm>
            <a:off x="5087207" y="1366444"/>
            <a:ext cx="24757" cy="24757"/>
          </a:xfrm>
          <a:prstGeom prst="ellipse">
            <a:avLst/>
          </a:prstGeom>
          <a:solidFill>
            <a:srgbClr val="B08A60">
              <a:alpha val="40000"/>
            </a:srgbClr>
          </a:solidFill>
          <a:ln w="0">
            <a:noFill/>
            <a:prstDash val="solid"/>
          </a:ln>
        </p:spPr>
      </p:sp>
      <p:sp>
        <p:nvSpPr>
          <p:cNvPr id="3318" name="LigandSeek2_vs_LigandSeek1_ellipse_8832">
            <a:extLst>
              <a:ext uri="{FF2B5EF4-FFF2-40B4-BE49-F238E27FC236}">
                <a16:creationId xmlns:a16="http://schemas.microsoft.com/office/drawing/2014/main" id="{02255249-EA70-4994-8ED5-49CB189A7BF7}"/>
              </a:ext>
            </a:extLst>
          </p:cNvPr>
          <p:cNvSpPr>
            <a:spLocks noGrp="1"/>
          </p:cNvSpPr>
          <p:nvPr/>
        </p:nvSpPr>
        <p:spPr>
          <a:xfrm>
            <a:off x="5091267" y="1890368"/>
            <a:ext cx="24757" cy="24757"/>
          </a:xfrm>
          <a:prstGeom prst="ellipse">
            <a:avLst/>
          </a:prstGeom>
          <a:solidFill>
            <a:srgbClr val="B08A60">
              <a:alpha val="40000"/>
            </a:srgbClr>
          </a:solidFill>
          <a:ln w="0">
            <a:noFill/>
            <a:prstDash val="solid"/>
          </a:ln>
        </p:spPr>
      </p:sp>
      <p:sp>
        <p:nvSpPr>
          <p:cNvPr id="3319" name="LigandSeek2_vs_LigandSeek1_ellipse_8833">
            <a:extLst>
              <a:ext uri="{FF2B5EF4-FFF2-40B4-BE49-F238E27FC236}">
                <a16:creationId xmlns:a16="http://schemas.microsoft.com/office/drawing/2014/main" id="{2BC95EF0-8271-4EA9-843F-7F6031E74748}"/>
              </a:ext>
            </a:extLst>
          </p:cNvPr>
          <p:cNvSpPr>
            <a:spLocks noGrp="1"/>
          </p:cNvSpPr>
          <p:nvPr/>
        </p:nvSpPr>
        <p:spPr>
          <a:xfrm>
            <a:off x="5158343" y="1585471"/>
            <a:ext cx="24757" cy="24757"/>
          </a:xfrm>
          <a:prstGeom prst="ellipse">
            <a:avLst/>
          </a:prstGeom>
          <a:solidFill>
            <a:srgbClr val="B08A60">
              <a:alpha val="40000"/>
            </a:srgbClr>
          </a:solidFill>
          <a:ln w="0">
            <a:noFill/>
            <a:prstDash val="solid"/>
          </a:ln>
        </p:spPr>
      </p:sp>
      <p:sp>
        <p:nvSpPr>
          <p:cNvPr id="3320" name="LigandSeek2_vs_LigandSeek1_ellipse_8834">
            <a:extLst>
              <a:ext uri="{FF2B5EF4-FFF2-40B4-BE49-F238E27FC236}">
                <a16:creationId xmlns:a16="http://schemas.microsoft.com/office/drawing/2014/main" id="{4C44D5CF-9268-4DF0-83C6-E6F43D775A14}"/>
              </a:ext>
            </a:extLst>
          </p:cNvPr>
          <p:cNvSpPr>
            <a:spLocks noGrp="1"/>
          </p:cNvSpPr>
          <p:nvPr/>
        </p:nvSpPr>
        <p:spPr>
          <a:xfrm>
            <a:off x="5114222" y="1890368"/>
            <a:ext cx="24757" cy="24757"/>
          </a:xfrm>
          <a:prstGeom prst="ellipse">
            <a:avLst/>
          </a:prstGeom>
          <a:solidFill>
            <a:srgbClr val="B08A60">
              <a:alpha val="40000"/>
            </a:srgbClr>
          </a:solidFill>
          <a:ln w="0">
            <a:noFill/>
            <a:prstDash val="solid"/>
          </a:ln>
        </p:spPr>
      </p:sp>
      <p:sp>
        <p:nvSpPr>
          <p:cNvPr id="3321" name="LigandSeek2_vs_LigandSeek1_ellipse_8835">
            <a:extLst>
              <a:ext uri="{FF2B5EF4-FFF2-40B4-BE49-F238E27FC236}">
                <a16:creationId xmlns:a16="http://schemas.microsoft.com/office/drawing/2014/main" id="{4A667A6F-EFD2-40E2-8885-3B6734A3DBFE}"/>
              </a:ext>
            </a:extLst>
          </p:cNvPr>
          <p:cNvSpPr>
            <a:spLocks noGrp="1"/>
          </p:cNvSpPr>
          <p:nvPr/>
        </p:nvSpPr>
        <p:spPr>
          <a:xfrm>
            <a:off x="5124760" y="845009"/>
            <a:ext cx="24757" cy="24757"/>
          </a:xfrm>
          <a:prstGeom prst="ellipse">
            <a:avLst/>
          </a:prstGeom>
          <a:solidFill>
            <a:srgbClr val="B08A60">
              <a:alpha val="40000"/>
            </a:srgbClr>
          </a:solidFill>
          <a:ln w="0">
            <a:noFill/>
            <a:prstDash val="solid"/>
          </a:ln>
        </p:spPr>
      </p:sp>
      <p:sp>
        <p:nvSpPr>
          <p:cNvPr id="3322" name="LigandSeek2_vs_LigandSeek1_ellipse_8836">
            <a:extLst>
              <a:ext uri="{FF2B5EF4-FFF2-40B4-BE49-F238E27FC236}">
                <a16:creationId xmlns:a16="http://schemas.microsoft.com/office/drawing/2014/main" id="{756CE563-0381-453E-B000-C1742544F1E2}"/>
              </a:ext>
            </a:extLst>
          </p:cNvPr>
          <p:cNvSpPr>
            <a:spLocks noGrp="1"/>
          </p:cNvSpPr>
          <p:nvPr/>
        </p:nvSpPr>
        <p:spPr>
          <a:xfrm>
            <a:off x="5104099" y="1890368"/>
            <a:ext cx="24757" cy="24757"/>
          </a:xfrm>
          <a:prstGeom prst="ellipse">
            <a:avLst/>
          </a:prstGeom>
          <a:solidFill>
            <a:srgbClr val="B08A60">
              <a:alpha val="40000"/>
            </a:srgbClr>
          </a:solidFill>
          <a:ln w="0">
            <a:noFill/>
            <a:prstDash val="solid"/>
          </a:ln>
        </p:spPr>
      </p:sp>
      <p:sp>
        <p:nvSpPr>
          <p:cNvPr id="3323" name="LigandSeek2_vs_LigandSeek1_ellipse_8837">
            <a:extLst>
              <a:ext uri="{FF2B5EF4-FFF2-40B4-BE49-F238E27FC236}">
                <a16:creationId xmlns:a16="http://schemas.microsoft.com/office/drawing/2014/main" id="{6E521D58-AD41-48E1-8CDC-6586CD456DA9}"/>
              </a:ext>
            </a:extLst>
          </p:cNvPr>
          <p:cNvSpPr>
            <a:spLocks noGrp="1"/>
          </p:cNvSpPr>
          <p:nvPr/>
        </p:nvSpPr>
        <p:spPr>
          <a:xfrm>
            <a:off x="5121943" y="1866609"/>
            <a:ext cx="24757" cy="24757"/>
          </a:xfrm>
          <a:prstGeom prst="ellipse">
            <a:avLst/>
          </a:prstGeom>
          <a:solidFill>
            <a:srgbClr val="B08A60">
              <a:alpha val="40000"/>
            </a:srgbClr>
          </a:solidFill>
          <a:ln w="0">
            <a:noFill/>
            <a:prstDash val="solid"/>
          </a:ln>
        </p:spPr>
      </p:sp>
      <p:sp>
        <p:nvSpPr>
          <p:cNvPr id="3324" name="LigandSeek2_vs_LigandSeek1_ellipse_8838">
            <a:extLst>
              <a:ext uri="{FF2B5EF4-FFF2-40B4-BE49-F238E27FC236}">
                <a16:creationId xmlns:a16="http://schemas.microsoft.com/office/drawing/2014/main" id="{2476C362-2C90-42FB-BA7D-AD383FD2BE9B}"/>
              </a:ext>
            </a:extLst>
          </p:cNvPr>
          <p:cNvSpPr>
            <a:spLocks noGrp="1"/>
          </p:cNvSpPr>
          <p:nvPr/>
        </p:nvSpPr>
        <p:spPr>
          <a:xfrm>
            <a:off x="5161594" y="1716141"/>
            <a:ext cx="24757" cy="24757"/>
          </a:xfrm>
          <a:prstGeom prst="ellipse">
            <a:avLst/>
          </a:prstGeom>
          <a:solidFill>
            <a:srgbClr val="B08A60">
              <a:alpha val="40000"/>
            </a:srgbClr>
          </a:solidFill>
          <a:ln w="0">
            <a:noFill/>
            <a:prstDash val="solid"/>
          </a:ln>
        </p:spPr>
      </p:sp>
      <p:sp>
        <p:nvSpPr>
          <p:cNvPr id="3325" name="LigandSeek2_vs_LigandSeek1_ellipse_8839">
            <a:extLst>
              <a:ext uri="{FF2B5EF4-FFF2-40B4-BE49-F238E27FC236}">
                <a16:creationId xmlns:a16="http://schemas.microsoft.com/office/drawing/2014/main" id="{A7475596-8266-46BB-A225-7C82CFB585FD}"/>
              </a:ext>
            </a:extLst>
          </p:cNvPr>
          <p:cNvSpPr>
            <a:spLocks noGrp="1"/>
          </p:cNvSpPr>
          <p:nvPr/>
        </p:nvSpPr>
        <p:spPr>
          <a:xfrm>
            <a:off x="5159846" y="1106349"/>
            <a:ext cx="24757" cy="24757"/>
          </a:xfrm>
          <a:prstGeom prst="ellipse">
            <a:avLst/>
          </a:prstGeom>
          <a:solidFill>
            <a:srgbClr val="B08A60">
              <a:alpha val="40000"/>
            </a:srgbClr>
          </a:solidFill>
          <a:ln w="0">
            <a:noFill/>
            <a:prstDash val="solid"/>
          </a:ln>
        </p:spPr>
      </p:sp>
      <p:sp>
        <p:nvSpPr>
          <p:cNvPr id="3326" name="LigandSeek2_vs_LigandSeek1_ellipse_8840">
            <a:extLst>
              <a:ext uri="{FF2B5EF4-FFF2-40B4-BE49-F238E27FC236}">
                <a16:creationId xmlns:a16="http://schemas.microsoft.com/office/drawing/2014/main" id="{B622ED7A-846F-4B28-BADB-5FBDCED9E340}"/>
              </a:ext>
            </a:extLst>
          </p:cNvPr>
          <p:cNvSpPr>
            <a:spLocks noGrp="1"/>
          </p:cNvSpPr>
          <p:nvPr/>
        </p:nvSpPr>
        <p:spPr>
          <a:xfrm>
            <a:off x="5141844" y="1829295"/>
            <a:ext cx="24757" cy="24757"/>
          </a:xfrm>
          <a:prstGeom prst="ellipse">
            <a:avLst/>
          </a:prstGeom>
          <a:solidFill>
            <a:srgbClr val="B08A60">
              <a:alpha val="40000"/>
            </a:srgbClr>
          </a:solidFill>
          <a:ln w="0">
            <a:noFill/>
            <a:prstDash val="solid"/>
          </a:ln>
        </p:spPr>
      </p:sp>
      <p:sp>
        <p:nvSpPr>
          <p:cNvPr id="3327" name="LigandSeek2_vs_LigandSeek1_ellipse_8841">
            <a:extLst>
              <a:ext uri="{FF2B5EF4-FFF2-40B4-BE49-F238E27FC236}">
                <a16:creationId xmlns:a16="http://schemas.microsoft.com/office/drawing/2014/main" id="{01266920-EA36-4A33-9838-9178AA26DA19}"/>
              </a:ext>
            </a:extLst>
          </p:cNvPr>
          <p:cNvSpPr>
            <a:spLocks noGrp="1"/>
          </p:cNvSpPr>
          <p:nvPr/>
        </p:nvSpPr>
        <p:spPr>
          <a:xfrm>
            <a:off x="5111085" y="1367688"/>
            <a:ext cx="24757" cy="24757"/>
          </a:xfrm>
          <a:prstGeom prst="ellipse">
            <a:avLst/>
          </a:prstGeom>
          <a:solidFill>
            <a:srgbClr val="B08A60">
              <a:alpha val="40000"/>
            </a:srgbClr>
          </a:solidFill>
          <a:ln w="0">
            <a:noFill/>
            <a:prstDash val="solid"/>
          </a:ln>
        </p:spPr>
      </p:sp>
      <p:sp>
        <p:nvSpPr>
          <p:cNvPr id="3328" name="LigandSeek2_vs_LigandSeek1_ellipse_8842">
            <a:extLst>
              <a:ext uri="{FF2B5EF4-FFF2-40B4-BE49-F238E27FC236}">
                <a16:creationId xmlns:a16="http://schemas.microsoft.com/office/drawing/2014/main" id="{513C8779-8861-4202-BC05-467AF93FAADD}"/>
              </a:ext>
            </a:extLst>
          </p:cNvPr>
          <p:cNvSpPr>
            <a:spLocks noGrp="1"/>
          </p:cNvSpPr>
          <p:nvPr/>
        </p:nvSpPr>
        <p:spPr>
          <a:xfrm>
            <a:off x="5139596" y="1890368"/>
            <a:ext cx="24757" cy="24757"/>
          </a:xfrm>
          <a:prstGeom prst="ellipse">
            <a:avLst/>
          </a:prstGeom>
          <a:solidFill>
            <a:srgbClr val="B08A60">
              <a:alpha val="40000"/>
            </a:srgbClr>
          </a:solidFill>
          <a:ln w="0">
            <a:noFill/>
            <a:prstDash val="solid"/>
          </a:ln>
        </p:spPr>
      </p:sp>
      <p:sp>
        <p:nvSpPr>
          <p:cNvPr id="3329" name="LigandSeek2_vs_LigandSeek1_ellipse_8843">
            <a:extLst>
              <a:ext uri="{FF2B5EF4-FFF2-40B4-BE49-F238E27FC236}">
                <a16:creationId xmlns:a16="http://schemas.microsoft.com/office/drawing/2014/main" id="{6FF66120-0688-484A-954A-9AECE685C032}"/>
              </a:ext>
            </a:extLst>
          </p:cNvPr>
          <p:cNvSpPr>
            <a:spLocks noGrp="1"/>
          </p:cNvSpPr>
          <p:nvPr/>
        </p:nvSpPr>
        <p:spPr>
          <a:xfrm>
            <a:off x="5099390" y="1890368"/>
            <a:ext cx="24757" cy="24757"/>
          </a:xfrm>
          <a:prstGeom prst="ellipse">
            <a:avLst/>
          </a:prstGeom>
          <a:solidFill>
            <a:srgbClr val="B08A60">
              <a:alpha val="40000"/>
            </a:srgbClr>
          </a:solidFill>
          <a:ln w="0">
            <a:noFill/>
            <a:prstDash val="solid"/>
          </a:ln>
        </p:spPr>
      </p:sp>
      <p:sp>
        <p:nvSpPr>
          <p:cNvPr id="3330" name="LigandSeek2_vs_LigandSeek1_ellipse_8844">
            <a:extLst>
              <a:ext uri="{FF2B5EF4-FFF2-40B4-BE49-F238E27FC236}">
                <a16:creationId xmlns:a16="http://schemas.microsoft.com/office/drawing/2014/main" id="{6B421D54-E043-420D-97A6-F9451B0FEB66}"/>
              </a:ext>
            </a:extLst>
          </p:cNvPr>
          <p:cNvSpPr>
            <a:spLocks noGrp="1"/>
          </p:cNvSpPr>
          <p:nvPr/>
        </p:nvSpPr>
        <p:spPr>
          <a:xfrm>
            <a:off x="5082296" y="845009"/>
            <a:ext cx="24757" cy="24757"/>
          </a:xfrm>
          <a:prstGeom prst="ellipse">
            <a:avLst/>
          </a:prstGeom>
          <a:solidFill>
            <a:srgbClr val="B08A60">
              <a:alpha val="40000"/>
            </a:srgbClr>
          </a:solidFill>
          <a:ln w="0">
            <a:noFill/>
            <a:prstDash val="solid"/>
          </a:ln>
        </p:spPr>
      </p:sp>
      <p:sp>
        <p:nvSpPr>
          <p:cNvPr id="3331" name="LigandSeek2_vs_LigandSeek1_ellipse_8845">
            <a:extLst>
              <a:ext uri="{FF2B5EF4-FFF2-40B4-BE49-F238E27FC236}">
                <a16:creationId xmlns:a16="http://schemas.microsoft.com/office/drawing/2014/main" id="{C45F5946-41C2-4ADE-BC9B-94E8DB760C42}"/>
              </a:ext>
            </a:extLst>
          </p:cNvPr>
          <p:cNvSpPr>
            <a:spLocks noGrp="1"/>
          </p:cNvSpPr>
          <p:nvPr/>
        </p:nvSpPr>
        <p:spPr>
          <a:xfrm>
            <a:off x="5160690" y="1309613"/>
            <a:ext cx="24757" cy="24757"/>
          </a:xfrm>
          <a:prstGeom prst="ellipse">
            <a:avLst/>
          </a:prstGeom>
          <a:solidFill>
            <a:srgbClr val="B08A60">
              <a:alpha val="40000"/>
            </a:srgbClr>
          </a:solidFill>
          <a:ln w="0">
            <a:noFill/>
            <a:prstDash val="solid"/>
          </a:ln>
        </p:spPr>
      </p:sp>
      <p:sp>
        <p:nvSpPr>
          <p:cNvPr id="3332" name="LigandSeek2_vs_LigandSeek1_ellipse_8846">
            <a:extLst>
              <a:ext uri="{FF2B5EF4-FFF2-40B4-BE49-F238E27FC236}">
                <a16:creationId xmlns:a16="http://schemas.microsoft.com/office/drawing/2014/main" id="{0091C6AF-AA59-4715-9CBE-B3DB512C1846}"/>
              </a:ext>
            </a:extLst>
          </p:cNvPr>
          <p:cNvSpPr>
            <a:spLocks noGrp="1"/>
          </p:cNvSpPr>
          <p:nvPr/>
        </p:nvSpPr>
        <p:spPr>
          <a:xfrm>
            <a:off x="5137752" y="1890368"/>
            <a:ext cx="24757" cy="24757"/>
          </a:xfrm>
          <a:prstGeom prst="ellipse">
            <a:avLst/>
          </a:prstGeom>
          <a:solidFill>
            <a:srgbClr val="B08A60">
              <a:alpha val="40000"/>
            </a:srgbClr>
          </a:solidFill>
          <a:ln w="0">
            <a:noFill/>
            <a:prstDash val="solid"/>
          </a:ln>
        </p:spPr>
      </p:sp>
      <p:sp>
        <p:nvSpPr>
          <p:cNvPr id="3333" name="LigandSeek2_vs_LigandSeek1_ellipse_8847">
            <a:extLst>
              <a:ext uri="{FF2B5EF4-FFF2-40B4-BE49-F238E27FC236}">
                <a16:creationId xmlns:a16="http://schemas.microsoft.com/office/drawing/2014/main" id="{D8711DF7-6068-47EE-B8BB-F0BAD8375A8E}"/>
              </a:ext>
            </a:extLst>
          </p:cNvPr>
          <p:cNvSpPr>
            <a:spLocks noGrp="1"/>
          </p:cNvSpPr>
          <p:nvPr/>
        </p:nvSpPr>
        <p:spPr>
          <a:xfrm>
            <a:off x="5119049" y="1890368"/>
            <a:ext cx="24757" cy="24757"/>
          </a:xfrm>
          <a:prstGeom prst="ellipse">
            <a:avLst/>
          </a:prstGeom>
          <a:solidFill>
            <a:srgbClr val="B08A60">
              <a:alpha val="40000"/>
            </a:srgbClr>
          </a:solidFill>
          <a:ln w="0">
            <a:noFill/>
            <a:prstDash val="solid"/>
          </a:ln>
        </p:spPr>
      </p:sp>
      <p:sp>
        <p:nvSpPr>
          <p:cNvPr id="3334" name="LigandSeek2_vs_LigandSeek1_ellipse_8848">
            <a:extLst>
              <a:ext uri="{FF2B5EF4-FFF2-40B4-BE49-F238E27FC236}">
                <a16:creationId xmlns:a16="http://schemas.microsoft.com/office/drawing/2014/main" id="{3E15B4EB-D3F6-4EA1-B29D-A4FE3AA2BC9D}"/>
              </a:ext>
            </a:extLst>
          </p:cNvPr>
          <p:cNvSpPr>
            <a:spLocks noGrp="1"/>
          </p:cNvSpPr>
          <p:nvPr/>
        </p:nvSpPr>
        <p:spPr>
          <a:xfrm>
            <a:off x="5158162" y="1475543"/>
            <a:ext cx="24757" cy="24757"/>
          </a:xfrm>
          <a:prstGeom prst="ellipse">
            <a:avLst/>
          </a:prstGeom>
          <a:solidFill>
            <a:srgbClr val="B08A60">
              <a:alpha val="40000"/>
            </a:srgbClr>
          </a:solidFill>
          <a:ln w="0">
            <a:noFill/>
            <a:prstDash val="solid"/>
          </a:ln>
        </p:spPr>
      </p:sp>
      <p:sp>
        <p:nvSpPr>
          <p:cNvPr id="3335" name="LigandSeek2_vs_LigandSeek1_ellipse_8849">
            <a:extLst>
              <a:ext uri="{FF2B5EF4-FFF2-40B4-BE49-F238E27FC236}">
                <a16:creationId xmlns:a16="http://schemas.microsoft.com/office/drawing/2014/main" id="{B81D07A8-A8DF-40B0-833D-422864AB43DC}"/>
              </a:ext>
            </a:extLst>
          </p:cNvPr>
          <p:cNvSpPr>
            <a:spLocks noGrp="1"/>
          </p:cNvSpPr>
          <p:nvPr/>
        </p:nvSpPr>
        <p:spPr>
          <a:xfrm>
            <a:off x="5156494" y="1367688"/>
            <a:ext cx="24757" cy="24757"/>
          </a:xfrm>
          <a:prstGeom prst="ellipse">
            <a:avLst/>
          </a:prstGeom>
          <a:solidFill>
            <a:srgbClr val="B08A60">
              <a:alpha val="40000"/>
            </a:srgbClr>
          </a:solidFill>
          <a:ln w="0">
            <a:noFill/>
            <a:prstDash val="solid"/>
          </a:ln>
        </p:spPr>
      </p:sp>
      <p:sp>
        <p:nvSpPr>
          <p:cNvPr id="3336" name="LigandSeek2_vs_LigandSeek1_ellipse_8850">
            <a:extLst>
              <a:ext uri="{FF2B5EF4-FFF2-40B4-BE49-F238E27FC236}">
                <a16:creationId xmlns:a16="http://schemas.microsoft.com/office/drawing/2014/main" id="{3F2EE6F1-8A1D-4475-8034-8F764D2A14FF}"/>
              </a:ext>
            </a:extLst>
          </p:cNvPr>
          <p:cNvSpPr>
            <a:spLocks noGrp="1"/>
          </p:cNvSpPr>
          <p:nvPr/>
        </p:nvSpPr>
        <p:spPr>
          <a:xfrm>
            <a:off x="5161966" y="845009"/>
            <a:ext cx="24757" cy="24757"/>
          </a:xfrm>
          <a:prstGeom prst="ellipse">
            <a:avLst/>
          </a:prstGeom>
          <a:solidFill>
            <a:srgbClr val="B08A60">
              <a:alpha val="40000"/>
            </a:srgbClr>
          </a:solidFill>
          <a:ln w="0">
            <a:noFill/>
            <a:prstDash val="solid"/>
          </a:ln>
        </p:spPr>
      </p:sp>
      <p:sp>
        <p:nvSpPr>
          <p:cNvPr id="3337" name="LigandSeek2_vs_LigandSeek1_ellipse_8851">
            <a:extLst>
              <a:ext uri="{FF2B5EF4-FFF2-40B4-BE49-F238E27FC236}">
                <a16:creationId xmlns:a16="http://schemas.microsoft.com/office/drawing/2014/main" id="{013D0E50-EBBA-4F26-B9AB-F51D14FA48D8}"/>
              </a:ext>
            </a:extLst>
          </p:cNvPr>
          <p:cNvSpPr>
            <a:spLocks noGrp="1"/>
          </p:cNvSpPr>
          <p:nvPr/>
        </p:nvSpPr>
        <p:spPr>
          <a:xfrm>
            <a:off x="5096413" y="1367688"/>
            <a:ext cx="24757" cy="24757"/>
          </a:xfrm>
          <a:prstGeom prst="ellipse">
            <a:avLst/>
          </a:prstGeom>
          <a:solidFill>
            <a:srgbClr val="B08A60">
              <a:alpha val="40000"/>
            </a:srgbClr>
          </a:solidFill>
          <a:ln w="0">
            <a:noFill/>
            <a:prstDash val="solid"/>
          </a:ln>
        </p:spPr>
      </p:sp>
      <p:sp>
        <p:nvSpPr>
          <p:cNvPr id="3338" name="LigandSeek2_vs_LigandSeek1_ellipse_8852">
            <a:extLst>
              <a:ext uri="{FF2B5EF4-FFF2-40B4-BE49-F238E27FC236}">
                <a16:creationId xmlns:a16="http://schemas.microsoft.com/office/drawing/2014/main" id="{FC00FD74-D1D7-43BE-8EFF-C844375A6A70}"/>
              </a:ext>
            </a:extLst>
          </p:cNvPr>
          <p:cNvSpPr>
            <a:spLocks noGrp="1"/>
          </p:cNvSpPr>
          <p:nvPr/>
        </p:nvSpPr>
        <p:spPr>
          <a:xfrm>
            <a:off x="5159985" y="1070437"/>
            <a:ext cx="24757" cy="24757"/>
          </a:xfrm>
          <a:prstGeom prst="ellipse">
            <a:avLst/>
          </a:prstGeom>
          <a:solidFill>
            <a:srgbClr val="B08A60">
              <a:alpha val="40000"/>
            </a:srgbClr>
          </a:solidFill>
          <a:ln w="0">
            <a:noFill/>
            <a:prstDash val="solid"/>
          </a:ln>
        </p:spPr>
      </p:sp>
      <p:sp>
        <p:nvSpPr>
          <p:cNvPr id="3339" name="LigandSeek2_vs_LigandSeek1_ellipse_8853">
            <a:extLst>
              <a:ext uri="{FF2B5EF4-FFF2-40B4-BE49-F238E27FC236}">
                <a16:creationId xmlns:a16="http://schemas.microsoft.com/office/drawing/2014/main" id="{43C057F9-0022-40E2-947F-F53914D3385B}"/>
              </a:ext>
            </a:extLst>
          </p:cNvPr>
          <p:cNvSpPr>
            <a:spLocks noGrp="1"/>
          </p:cNvSpPr>
          <p:nvPr/>
        </p:nvSpPr>
        <p:spPr>
          <a:xfrm>
            <a:off x="5121968" y="845009"/>
            <a:ext cx="24757" cy="24757"/>
          </a:xfrm>
          <a:prstGeom prst="ellipse">
            <a:avLst/>
          </a:prstGeom>
          <a:solidFill>
            <a:srgbClr val="B08A60">
              <a:alpha val="40000"/>
            </a:srgbClr>
          </a:solidFill>
          <a:ln w="0">
            <a:noFill/>
            <a:prstDash val="solid"/>
          </a:ln>
        </p:spPr>
      </p:sp>
      <p:sp>
        <p:nvSpPr>
          <p:cNvPr id="3340" name="LigandSeek2_vs_LigandSeek1_ellipse_8854">
            <a:extLst>
              <a:ext uri="{FF2B5EF4-FFF2-40B4-BE49-F238E27FC236}">
                <a16:creationId xmlns:a16="http://schemas.microsoft.com/office/drawing/2014/main" id="{C9CD260E-4269-41EB-B1A8-204F3E670EC1}"/>
              </a:ext>
            </a:extLst>
          </p:cNvPr>
          <p:cNvSpPr>
            <a:spLocks noGrp="1"/>
          </p:cNvSpPr>
          <p:nvPr/>
        </p:nvSpPr>
        <p:spPr>
          <a:xfrm>
            <a:off x="5143310" y="845009"/>
            <a:ext cx="24757" cy="24757"/>
          </a:xfrm>
          <a:prstGeom prst="ellipse">
            <a:avLst/>
          </a:prstGeom>
          <a:solidFill>
            <a:srgbClr val="B08A60">
              <a:alpha val="40000"/>
            </a:srgbClr>
          </a:solidFill>
          <a:ln w="0">
            <a:noFill/>
            <a:prstDash val="solid"/>
          </a:ln>
        </p:spPr>
      </p:sp>
      <p:sp>
        <p:nvSpPr>
          <p:cNvPr id="3341" name="LigandSeek2_vs_LigandSeek1_ellipse_8855">
            <a:extLst>
              <a:ext uri="{FF2B5EF4-FFF2-40B4-BE49-F238E27FC236}">
                <a16:creationId xmlns:a16="http://schemas.microsoft.com/office/drawing/2014/main" id="{8BA2C435-DF4A-4B2C-80BA-D12C0CCD233E}"/>
              </a:ext>
            </a:extLst>
          </p:cNvPr>
          <p:cNvSpPr>
            <a:spLocks noGrp="1"/>
          </p:cNvSpPr>
          <p:nvPr/>
        </p:nvSpPr>
        <p:spPr>
          <a:xfrm>
            <a:off x="5145774" y="1864234"/>
            <a:ext cx="24757" cy="24757"/>
          </a:xfrm>
          <a:prstGeom prst="ellipse">
            <a:avLst/>
          </a:prstGeom>
          <a:solidFill>
            <a:srgbClr val="B08A60">
              <a:alpha val="40000"/>
            </a:srgbClr>
          </a:solidFill>
          <a:ln w="0">
            <a:noFill/>
            <a:prstDash val="solid"/>
          </a:ln>
        </p:spPr>
      </p:sp>
      <p:sp>
        <p:nvSpPr>
          <p:cNvPr id="3342" name="LigandSeek2_vs_LigandSeek1_ellipse_8856">
            <a:extLst>
              <a:ext uri="{FF2B5EF4-FFF2-40B4-BE49-F238E27FC236}">
                <a16:creationId xmlns:a16="http://schemas.microsoft.com/office/drawing/2014/main" id="{02560B22-19E2-4432-A786-9626E0B395F2}"/>
              </a:ext>
            </a:extLst>
          </p:cNvPr>
          <p:cNvSpPr>
            <a:spLocks noGrp="1"/>
          </p:cNvSpPr>
          <p:nvPr/>
        </p:nvSpPr>
        <p:spPr>
          <a:xfrm>
            <a:off x="5113958" y="951951"/>
            <a:ext cx="24757" cy="24757"/>
          </a:xfrm>
          <a:prstGeom prst="ellipse">
            <a:avLst/>
          </a:prstGeom>
          <a:solidFill>
            <a:srgbClr val="B08A60">
              <a:alpha val="40000"/>
            </a:srgbClr>
          </a:solidFill>
          <a:ln w="0">
            <a:noFill/>
            <a:prstDash val="solid"/>
          </a:ln>
        </p:spPr>
      </p:sp>
      <p:sp>
        <p:nvSpPr>
          <p:cNvPr id="3343" name="LigandSeek2_vs_LigandSeek1_ellipse_8857">
            <a:extLst>
              <a:ext uri="{FF2B5EF4-FFF2-40B4-BE49-F238E27FC236}">
                <a16:creationId xmlns:a16="http://schemas.microsoft.com/office/drawing/2014/main" id="{871C9BDC-6B7D-4D64-B6FA-609A3CCA22D0}"/>
              </a:ext>
            </a:extLst>
          </p:cNvPr>
          <p:cNvSpPr>
            <a:spLocks noGrp="1"/>
          </p:cNvSpPr>
          <p:nvPr/>
        </p:nvSpPr>
        <p:spPr>
          <a:xfrm>
            <a:off x="5107306" y="1890368"/>
            <a:ext cx="24757" cy="24757"/>
          </a:xfrm>
          <a:prstGeom prst="ellipse">
            <a:avLst/>
          </a:prstGeom>
          <a:solidFill>
            <a:srgbClr val="B08A60">
              <a:alpha val="40000"/>
            </a:srgbClr>
          </a:solidFill>
          <a:ln w="0">
            <a:noFill/>
            <a:prstDash val="solid"/>
          </a:ln>
        </p:spPr>
      </p:sp>
      <p:sp>
        <p:nvSpPr>
          <p:cNvPr id="3344" name="LigandSeek2_vs_LigandSeek1_ellipse_8858">
            <a:extLst>
              <a:ext uri="{FF2B5EF4-FFF2-40B4-BE49-F238E27FC236}">
                <a16:creationId xmlns:a16="http://schemas.microsoft.com/office/drawing/2014/main" id="{3275EC05-A304-464E-BA13-968EED0A047A}"/>
              </a:ext>
            </a:extLst>
          </p:cNvPr>
          <p:cNvSpPr>
            <a:spLocks noGrp="1"/>
          </p:cNvSpPr>
          <p:nvPr/>
        </p:nvSpPr>
        <p:spPr>
          <a:xfrm>
            <a:off x="5133882" y="1890368"/>
            <a:ext cx="24757" cy="24757"/>
          </a:xfrm>
          <a:prstGeom prst="ellipse">
            <a:avLst/>
          </a:prstGeom>
          <a:solidFill>
            <a:srgbClr val="B08A60">
              <a:alpha val="40000"/>
            </a:srgbClr>
          </a:solidFill>
          <a:ln w="0">
            <a:noFill/>
            <a:prstDash val="solid"/>
          </a:ln>
        </p:spPr>
      </p:sp>
      <p:sp>
        <p:nvSpPr>
          <p:cNvPr id="3345" name="LigandSeek2_vs_LigandSeek1_ellipse_8859">
            <a:extLst>
              <a:ext uri="{FF2B5EF4-FFF2-40B4-BE49-F238E27FC236}">
                <a16:creationId xmlns:a16="http://schemas.microsoft.com/office/drawing/2014/main" id="{CD92671D-CA39-42A4-92C7-206CEF3115CB}"/>
              </a:ext>
            </a:extLst>
          </p:cNvPr>
          <p:cNvSpPr>
            <a:spLocks noGrp="1"/>
          </p:cNvSpPr>
          <p:nvPr/>
        </p:nvSpPr>
        <p:spPr>
          <a:xfrm>
            <a:off x="5115705" y="1890368"/>
            <a:ext cx="24757" cy="24757"/>
          </a:xfrm>
          <a:prstGeom prst="ellipse">
            <a:avLst/>
          </a:prstGeom>
          <a:solidFill>
            <a:srgbClr val="B08A60">
              <a:alpha val="40000"/>
            </a:srgbClr>
          </a:solidFill>
          <a:ln w="0">
            <a:noFill/>
            <a:prstDash val="solid"/>
          </a:ln>
        </p:spPr>
      </p:sp>
      <p:sp>
        <p:nvSpPr>
          <p:cNvPr id="3346" name="LigandSeek2_vs_LigandSeek1_ellipse_8860">
            <a:extLst>
              <a:ext uri="{FF2B5EF4-FFF2-40B4-BE49-F238E27FC236}">
                <a16:creationId xmlns:a16="http://schemas.microsoft.com/office/drawing/2014/main" id="{46A5CBB4-4CEC-4F13-8C64-4D09304EAAD8}"/>
              </a:ext>
            </a:extLst>
          </p:cNvPr>
          <p:cNvSpPr>
            <a:spLocks noGrp="1"/>
          </p:cNvSpPr>
          <p:nvPr/>
        </p:nvSpPr>
        <p:spPr>
          <a:xfrm>
            <a:off x="5101385" y="1629028"/>
            <a:ext cx="24757" cy="24757"/>
          </a:xfrm>
          <a:prstGeom prst="ellipse">
            <a:avLst/>
          </a:prstGeom>
          <a:solidFill>
            <a:srgbClr val="B08A60">
              <a:alpha val="40000"/>
            </a:srgbClr>
          </a:solidFill>
          <a:ln w="0">
            <a:noFill/>
            <a:prstDash val="solid"/>
          </a:ln>
        </p:spPr>
      </p:sp>
      <p:sp>
        <p:nvSpPr>
          <p:cNvPr id="3347" name="LigandSeek2_vs_LigandSeek1_ellipse_8861">
            <a:extLst>
              <a:ext uri="{FF2B5EF4-FFF2-40B4-BE49-F238E27FC236}">
                <a16:creationId xmlns:a16="http://schemas.microsoft.com/office/drawing/2014/main" id="{30178845-B7CA-490A-B208-ED017DC0A5DC}"/>
              </a:ext>
            </a:extLst>
          </p:cNvPr>
          <p:cNvSpPr>
            <a:spLocks noGrp="1"/>
          </p:cNvSpPr>
          <p:nvPr/>
        </p:nvSpPr>
        <p:spPr>
          <a:xfrm>
            <a:off x="5128677" y="1741031"/>
            <a:ext cx="24757" cy="24757"/>
          </a:xfrm>
          <a:prstGeom prst="ellipse">
            <a:avLst/>
          </a:prstGeom>
          <a:solidFill>
            <a:srgbClr val="B08A60">
              <a:alpha val="40000"/>
            </a:srgbClr>
          </a:solidFill>
          <a:ln w="0">
            <a:noFill/>
            <a:prstDash val="solid"/>
          </a:ln>
        </p:spPr>
      </p:sp>
      <p:sp>
        <p:nvSpPr>
          <p:cNvPr id="3348" name="LigandSeek2_vs_LigandSeek1_ellipse_8862">
            <a:extLst>
              <a:ext uri="{FF2B5EF4-FFF2-40B4-BE49-F238E27FC236}">
                <a16:creationId xmlns:a16="http://schemas.microsoft.com/office/drawing/2014/main" id="{AC471374-C440-42BD-AE65-2D3BDD8DFD50}"/>
              </a:ext>
            </a:extLst>
          </p:cNvPr>
          <p:cNvSpPr>
            <a:spLocks noGrp="1"/>
          </p:cNvSpPr>
          <p:nvPr/>
        </p:nvSpPr>
        <p:spPr>
          <a:xfrm>
            <a:off x="5106560" y="1284931"/>
            <a:ext cx="24757" cy="24757"/>
          </a:xfrm>
          <a:prstGeom prst="ellipse">
            <a:avLst/>
          </a:prstGeom>
          <a:solidFill>
            <a:srgbClr val="B08A60">
              <a:alpha val="40000"/>
            </a:srgbClr>
          </a:solidFill>
          <a:ln w="0">
            <a:noFill/>
            <a:prstDash val="solid"/>
          </a:ln>
        </p:spPr>
      </p:sp>
      <p:sp>
        <p:nvSpPr>
          <p:cNvPr id="3349" name="LigandSeek2_vs_LigandSeek1_ellipse_8863">
            <a:extLst>
              <a:ext uri="{FF2B5EF4-FFF2-40B4-BE49-F238E27FC236}">
                <a16:creationId xmlns:a16="http://schemas.microsoft.com/office/drawing/2014/main" id="{16579ADE-3649-481E-A00D-2A487F6CD9BC}"/>
              </a:ext>
            </a:extLst>
          </p:cNvPr>
          <p:cNvSpPr>
            <a:spLocks noGrp="1"/>
          </p:cNvSpPr>
          <p:nvPr/>
        </p:nvSpPr>
        <p:spPr>
          <a:xfrm>
            <a:off x="5127222" y="1629028"/>
            <a:ext cx="24757" cy="24757"/>
          </a:xfrm>
          <a:prstGeom prst="ellipse">
            <a:avLst/>
          </a:prstGeom>
          <a:solidFill>
            <a:srgbClr val="B08A60">
              <a:alpha val="40000"/>
            </a:srgbClr>
          </a:solidFill>
          <a:ln w="0">
            <a:noFill/>
            <a:prstDash val="solid"/>
          </a:ln>
        </p:spPr>
      </p:sp>
      <p:sp>
        <p:nvSpPr>
          <p:cNvPr id="3350" name="LigandSeek2_vs_LigandSeek1_ellipse_8864">
            <a:extLst>
              <a:ext uri="{FF2B5EF4-FFF2-40B4-BE49-F238E27FC236}">
                <a16:creationId xmlns:a16="http://schemas.microsoft.com/office/drawing/2014/main" id="{A55D8693-7648-43D6-963B-F52D451105C9}"/>
              </a:ext>
            </a:extLst>
          </p:cNvPr>
          <p:cNvSpPr>
            <a:spLocks noGrp="1"/>
          </p:cNvSpPr>
          <p:nvPr/>
        </p:nvSpPr>
        <p:spPr>
          <a:xfrm>
            <a:off x="5145338" y="845009"/>
            <a:ext cx="24757" cy="24757"/>
          </a:xfrm>
          <a:prstGeom prst="ellipse">
            <a:avLst/>
          </a:prstGeom>
          <a:solidFill>
            <a:srgbClr val="B08A60">
              <a:alpha val="40000"/>
            </a:srgbClr>
          </a:solidFill>
          <a:ln w="0">
            <a:noFill/>
            <a:prstDash val="solid"/>
          </a:ln>
        </p:spPr>
      </p:sp>
      <p:sp>
        <p:nvSpPr>
          <p:cNvPr id="3351" name="LigandSeek2_vs_LigandSeek1_ellipse_8865">
            <a:extLst>
              <a:ext uri="{FF2B5EF4-FFF2-40B4-BE49-F238E27FC236}">
                <a16:creationId xmlns:a16="http://schemas.microsoft.com/office/drawing/2014/main" id="{45FA143E-A298-4813-AD68-672749C6E37C}"/>
              </a:ext>
            </a:extLst>
          </p:cNvPr>
          <p:cNvSpPr>
            <a:spLocks noGrp="1"/>
          </p:cNvSpPr>
          <p:nvPr/>
        </p:nvSpPr>
        <p:spPr>
          <a:xfrm>
            <a:off x="5087383" y="845009"/>
            <a:ext cx="24757" cy="24757"/>
          </a:xfrm>
          <a:prstGeom prst="ellipse">
            <a:avLst/>
          </a:prstGeom>
          <a:solidFill>
            <a:srgbClr val="B08A60">
              <a:alpha val="40000"/>
            </a:srgbClr>
          </a:solidFill>
          <a:ln w="0">
            <a:noFill/>
            <a:prstDash val="solid"/>
          </a:ln>
        </p:spPr>
      </p:sp>
      <p:sp>
        <p:nvSpPr>
          <p:cNvPr id="3352" name="LigandSeek2_vs_LigandSeek1_ellipse_8866">
            <a:extLst>
              <a:ext uri="{FF2B5EF4-FFF2-40B4-BE49-F238E27FC236}">
                <a16:creationId xmlns:a16="http://schemas.microsoft.com/office/drawing/2014/main" id="{3998C852-6987-436D-98D0-8562EDC69BC8}"/>
              </a:ext>
            </a:extLst>
          </p:cNvPr>
          <p:cNvSpPr>
            <a:spLocks noGrp="1"/>
          </p:cNvSpPr>
          <p:nvPr/>
        </p:nvSpPr>
        <p:spPr>
          <a:xfrm>
            <a:off x="5151682" y="1298531"/>
            <a:ext cx="24757" cy="24757"/>
          </a:xfrm>
          <a:prstGeom prst="ellipse">
            <a:avLst/>
          </a:prstGeom>
          <a:solidFill>
            <a:srgbClr val="B08A60">
              <a:alpha val="40000"/>
            </a:srgbClr>
          </a:solidFill>
          <a:ln w="0">
            <a:noFill/>
            <a:prstDash val="solid"/>
          </a:ln>
        </p:spPr>
      </p:sp>
      <p:sp>
        <p:nvSpPr>
          <p:cNvPr id="3353" name="LigandSeek2_vs_LigandSeek1_ellipse_8867">
            <a:extLst>
              <a:ext uri="{FF2B5EF4-FFF2-40B4-BE49-F238E27FC236}">
                <a16:creationId xmlns:a16="http://schemas.microsoft.com/office/drawing/2014/main" id="{47B57D5E-34E2-473C-AC63-11B6345BFF67}"/>
              </a:ext>
            </a:extLst>
          </p:cNvPr>
          <p:cNvSpPr>
            <a:spLocks noGrp="1"/>
          </p:cNvSpPr>
          <p:nvPr/>
        </p:nvSpPr>
        <p:spPr>
          <a:xfrm>
            <a:off x="5099810" y="1890368"/>
            <a:ext cx="24757" cy="24757"/>
          </a:xfrm>
          <a:prstGeom prst="ellipse">
            <a:avLst/>
          </a:prstGeom>
          <a:solidFill>
            <a:srgbClr val="B08A60">
              <a:alpha val="40000"/>
            </a:srgbClr>
          </a:solidFill>
          <a:ln w="0">
            <a:noFill/>
            <a:prstDash val="solid"/>
          </a:ln>
        </p:spPr>
      </p:sp>
      <p:sp>
        <p:nvSpPr>
          <p:cNvPr id="3354" name="LigandSeek2_vs_LigandSeek1_ellipse_8868">
            <a:extLst>
              <a:ext uri="{FF2B5EF4-FFF2-40B4-BE49-F238E27FC236}">
                <a16:creationId xmlns:a16="http://schemas.microsoft.com/office/drawing/2014/main" id="{7B77F858-B67B-4A65-AE8B-FDABDE622A90}"/>
              </a:ext>
            </a:extLst>
          </p:cNvPr>
          <p:cNvSpPr>
            <a:spLocks noGrp="1"/>
          </p:cNvSpPr>
          <p:nvPr/>
        </p:nvSpPr>
        <p:spPr>
          <a:xfrm>
            <a:off x="5113704" y="1106349"/>
            <a:ext cx="24757" cy="24757"/>
          </a:xfrm>
          <a:prstGeom prst="ellipse">
            <a:avLst/>
          </a:prstGeom>
          <a:solidFill>
            <a:srgbClr val="B08A60">
              <a:alpha val="40000"/>
            </a:srgbClr>
          </a:solidFill>
          <a:ln w="0">
            <a:noFill/>
            <a:prstDash val="solid"/>
          </a:ln>
        </p:spPr>
      </p:sp>
      <p:sp>
        <p:nvSpPr>
          <p:cNvPr id="3355" name="LigandSeek2_vs_LigandSeek1_ellipse_8869">
            <a:extLst>
              <a:ext uri="{FF2B5EF4-FFF2-40B4-BE49-F238E27FC236}">
                <a16:creationId xmlns:a16="http://schemas.microsoft.com/office/drawing/2014/main" id="{A2C22313-0EAB-4CE8-8348-E7388ADAD1F6}"/>
              </a:ext>
            </a:extLst>
          </p:cNvPr>
          <p:cNvSpPr>
            <a:spLocks noGrp="1"/>
          </p:cNvSpPr>
          <p:nvPr/>
        </p:nvSpPr>
        <p:spPr>
          <a:xfrm>
            <a:off x="5129534" y="1890368"/>
            <a:ext cx="24757" cy="24757"/>
          </a:xfrm>
          <a:prstGeom prst="ellipse">
            <a:avLst/>
          </a:prstGeom>
          <a:solidFill>
            <a:srgbClr val="B08A60">
              <a:alpha val="40000"/>
            </a:srgbClr>
          </a:solidFill>
          <a:ln w="0">
            <a:noFill/>
            <a:prstDash val="solid"/>
          </a:ln>
        </p:spPr>
      </p:sp>
      <p:sp>
        <p:nvSpPr>
          <p:cNvPr id="3356" name="LigandSeek2_vs_LigandSeek1_ellipse_8870">
            <a:extLst>
              <a:ext uri="{FF2B5EF4-FFF2-40B4-BE49-F238E27FC236}">
                <a16:creationId xmlns:a16="http://schemas.microsoft.com/office/drawing/2014/main" id="{AFF99690-2BD3-47F0-BD4C-CF21EDFA7B05}"/>
              </a:ext>
            </a:extLst>
          </p:cNvPr>
          <p:cNvSpPr>
            <a:spLocks noGrp="1"/>
          </p:cNvSpPr>
          <p:nvPr/>
        </p:nvSpPr>
        <p:spPr>
          <a:xfrm>
            <a:off x="5105519" y="845009"/>
            <a:ext cx="24757" cy="24757"/>
          </a:xfrm>
          <a:prstGeom prst="ellipse">
            <a:avLst/>
          </a:prstGeom>
          <a:solidFill>
            <a:srgbClr val="B08A60">
              <a:alpha val="40000"/>
            </a:srgbClr>
          </a:solidFill>
          <a:ln w="0">
            <a:noFill/>
            <a:prstDash val="solid"/>
          </a:ln>
        </p:spPr>
      </p:sp>
      <p:sp>
        <p:nvSpPr>
          <p:cNvPr id="3357" name="LigandSeek2_vs_LigandSeek1_ellipse_8871">
            <a:extLst>
              <a:ext uri="{FF2B5EF4-FFF2-40B4-BE49-F238E27FC236}">
                <a16:creationId xmlns:a16="http://schemas.microsoft.com/office/drawing/2014/main" id="{858A0486-8DC7-47CA-9E9D-08CDA04FEF82}"/>
              </a:ext>
            </a:extLst>
          </p:cNvPr>
          <p:cNvSpPr>
            <a:spLocks noGrp="1"/>
          </p:cNvSpPr>
          <p:nvPr/>
        </p:nvSpPr>
        <p:spPr>
          <a:xfrm>
            <a:off x="5149646" y="1890368"/>
            <a:ext cx="24757" cy="24757"/>
          </a:xfrm>
          <a:prstGeom prst="ellipse">
            <a:avLst/>
          </a:prstGeom>
          <a:solidFill>
            <a:srgbClr val="B08A60">
              <a:alpha val="40000"/>
            </a:srgbClr>
          </a:solidFill>
          <a:ln w="0">
            <a:noFill/>
            <a:prstDash val="solid"/>
          </a:ln>
        </p:spPr>
      </p:sp>
      <p:sp>
        <p:nvSpPr>
          <p:cNvPr id="3358" name="LigandSeek2_vs_LigandSeek1_ellipse_8872">
            <a:extLst>
              <a:ext uri="{FF2B5EF4-FFF2-40B4-BE49-F238E27FC236}">
                <a16:creationId xmlns:a16="http://schemas.microsoft.com/office/drawing/2014/main" id="{4EE8A34F-F10A-492E-9E04-2CF2EDFB46E9}"/>
              </a:ext>
            </a:extLst>
          </p:cNvPr>
          <p:cNvSpPr>
            <a:spLocks noGrp="1"/>
          </p:cNvSpPr>
          <p:nvPr/>
        </p:nvSpPr>
        <p:spPr>
          <a:xfrm>
            <a:off x="5128818" y="1817773"/>
            <a:ext cx="24757" cy="24757"/>
          </a:xfrm>
          <a:prstGeom prst="ellipse">
            <a:avLst/>
          </a:prstGeom>
          <a:solidFill>
            <a:srgbClr val="B08A60">
              <a:alpha val="40000"/>
            </a:srgbClr>
          </a:solidFill>
          <a:ln w="0">
            <a:noFill/>
            <a:prstDash val="solid"/>
          </a:ln>
        </p:spPr>
      </p:sp>
      <p:sp>
        <p:nvSpPr>
          <p:cNvPr id="3359" name="LigandSeek2_vs_LigandSeek1_ellipse_8873">
            <a:extLst>
              <a:ext uri="{FF2B5EF4-FFF2-40B4-BE49-F238E27FC236}">
                <a16:creationId xmlns:a16="http://schemas.microsoft.com/office/drawing/2014/main" id="{DC587F71-DF36-436A-8DC1-C1BB0623669B}"/>
              </a:ext>
            </a:extLst>
          </p:cNvPr>
          <p:cNvSpPr>
            <a:spLocks noGrp="1"/>
          </p:cNvSpPr>
          <p:nvPr/>
        </p:nvSpPr>
        <p:spPr>
          <a:xfrm>
            <a:off x="5148942" y="845009"/>
            <a:ext cx="24757" cy="24757"/>
          </a:xfrm>
          <a:prstGeom prst="ellipse">
            <a:avLst/>
          </a:prstGeom>
          <a:solidFill>
            <a:srgbClr val="B08A60">
              <a:alpha val="40000"/>
            </a:srgbClr>
          </a:solidFill>
          <a:ln w="0">
            <a:noFill/>
            <a:prstDash val="solid"/>
          </a:ln>
        </p:spPr>
      </p:sp>
      <p:sp>
        <p:nvSpPr>
          <p:cNvPr id="3360" name="LigandSeek2_vs_LigandSeek1_ellipse_8874">
            <a:extLst>
              <a:ext uri="{FF2B5EF4-FFF2-40B4-BE49-F238E27FC236}">
                <a16:creationId xmlns:a16="http://schemas.microsoft.com/office/drawing/2014/main" id="{837EF236-A1F5-46BB-911E-0778B994FDA0}"/>
              </a:ext>
            </a:extLst>
          </p:cNvPr>
          <p:cNvSpPr>
            <a:spLocks noGrp="1"/>
          </p:cNvSpPr>
          <p:nvPr/>
        </p:nvSpPr>
        <p:spPr>
          <a:xfrm>
            <a:off x="5088464" y="845009"/>
            <a:ext cx="24757" cy="24757"/>
          </a:xfrm>
          <a:prstGeom prst="ellipse">
            <a:avLst/>
          </a:prstGeom>
          <a:solidFill>
            <a:srgbClr val="B08A60">
              <a:alpha val="40000"/>
            </a:srgbClr>
          </a:solidFill>
          <a:ln w="0">
            <a:noFill/>
            <a:prstDash val="solid"/>
          </a:ln>
        </p:spPr>
      </p:sp>
      <p:sp>
        <p:nvSpPr>
          <p:cNvPr id="3361" name="LigandSeek2_vs_LigandSeek1_ellipse_8875">
            <a:extLst>
              <a:ext uri="{FF2B5EF4-FFF2-40B4-BE49-F238E27FC236}">
                <a16:creationId xmlns:a16="http://schemas.microsoft.com/office/drawing/2014/main" id="{1D3374E4-0E3A-48B2-9122-6CF957E601CE}"/>
              </a:ext>
            </a:extLst>
          </p:cNvPr>
          <p:cNvSpPr>
            <a:spLocks noGrp="1"/>
          </p:cNvSpPr>
          <p:nvPr/>
        </p:nvSpPr>
        <p:spPr>
          <a:xfrm>
            <a:off x="5160310" y="1842366"/>
            <a:ext cx="24757" cy="24757"/>
          </a:xfrm>
          <a:prstGeom prst="ellipse">
            <a:avLst/>
          </a:prstGeom>
          <a:solidFill>
            <a:srgbClr val="B08A60">
              <a:alpha val="40000"/>
            </a:srgbClr>
          </a:solidFill>
          <a:ln w="0">
            <a:noFill/>
            <a:prstDash val="solid"/>
          </a:ln>
        </p:spPr>
      </p:sp>
      <p:sp>
        <p:nvSpPr>
          <p:cNvPr id="3362" name="LigandSeek2_vs_LigandSeek1_ellipse_8876">
            <a:extLst>
              <a:ext uri="{FF2B5EF4-FFF2-40B4-BE49-F238E27FC236}">
                <a16:creationId xmlns:a16="http://schemas.microsoft.com/office/drawing/2014/main" id="{E316FF36-1B2F-4F41-BF73-8F52346536AA}"/>
              </a:ext>
            </a:extLst>
          </p:cNvPr>
          <p:cNvSpPr>
            <a:spLocks noGrp="1"/>
          </p:cNvSpPr>
          <p:nvPr/>
        </p:nvSpPr>
        <p:spPr>
          <a:xfrm>
            <a:off x="5111933" y="845009"/>
            <a:ext cx="24757" cy="24757"/>
          </a:xfrm>
          <a:prstGeom prst="ellipse">
            <a:avLst/>
          </a:prstGeom>
          <a:solidFill>
            <a:srgbClr val="B08A60">
              <a:alpha val="40000"/>
            </a:srgbClr>
          </a:solidFill>
          <a:ln w="0">
            <a:noFill/>
            <a:prstDash val="solid"/>
          </a:ln>
        </p:spPr>
      </p:sp>
      <p:sp>
        <p:nvSpPr>
          <p:cNvPr id="3363" name="LigandSeek2_vs_LigandSeek1_ellipse_8877">
            <a:extLst>
              <a:ext uri="{FF2B5EF4-FFF2-40B4-BE49-F238E27FC236}">
                <a16:creationId xmlns:a16="http://schemas.microsoft.com/office/drawing/2014/main" id="{CC5CA6B6-AD47-44A6-8F2B-76421FE84AC9}"/>
              </a:ext>
            </a:extLst>
          </p:cNvPr>
          <p:cNvSpPr>
            <a:spLocks noGrp="1"/>
          </p:cNvSpPr>
          <p:nvPr/>
        </p:nvSpPr>
        <p:spPr>
          <a:xfrm>
            <a:off x="5083846" y="845009"/>
            <a:ext cx="24757" cy="24757"/>
          </a:xfrm>
          <a:prstGeom prst="ellipse">
            <a:avLst/>
          </a:prstGeom>
          <a:solidFill>
            <a:srgbClr val="B08A60">
              <a:alpha val="40000"/>
            </a:srgbClr>
          </a:solidFill>
          <a:ln w="0">
            <a:noFill/>
            <a:prstDash val="solid"/>
          </a:ln>
        </p:spPr>
      </p:sp>
      <p:sp>
        <p:nvSpPr>
          <p:cNvPr id="3364" name="LigandSeek2_vs_LigandSeek1_ellipse_8878">
            <a:extLst>
              <a:ext uri="{FF2B5EF4-FFF2-40B4-BE49-F238E27FC236}">
                <a16:creationId xmlns:a16="http://schemas.microsoft.com/office/drawing/2014/main" id="{84DFBAF6-20D8-49AE-AF49-0DF0C8FB14F8}"/>
              </a:ext>
            </a:extLst>
          </p:cNvPr>
          <p:cNvSpPr>
            <a:spLocks noGrp="1"/>
          </p:cNvSpPr>
          <p:nvPr/>
        </p:nvSpPr>
        <p:spPr>
          <a:xfrm>
            <a:off x="5163182" y="845009"/>
            <a:ext cx="24757" cy="24757"/>
          </a:xfrm>
          <a:prstGeom prst="ellipse">
            <a:avLst/>
          </a:prstGeom>
          <a:solidFill>
            <a:srgbClr val="B08A60">
              <a:alpha val="40000"/>
            </a:srgbClr>
          </a:solidFill>
          <a:ln w="0">
            <a:noFill/>
            <a:prstDash val="solid"/>
          </a:ln>
        </p:spPr>
      </p:sp>
      <p:sp>
        <p:nvSpPr>
          <p:cNvPr id="3365" name="LigandSeek2_vs_LigandSeek1_ellipse_8879">
            <a:extLst>
              <a:ext uri="{FF2B5EF4-FFF2-40B4-BE49-F238E27FC236}">
                <a16:creationId xmlns:a16="http://schemas.microsoft.com/office/drawing/2014/main" id="{64DF15FE-2133-4592-88BC-0B8D0B55BE22}"/>
              </a:ext>
            </a:extLst>
          </p:cNvPr>
          <p:cNvSpPr>
            <a:spLocks noGrp="1"/>
          </p:cNvSpPr>
          <p:nvPr/>
        </p:nvSpPr>
        <p:spPr>
          <a:xfrm>
            <a:off x="5151347" y="1890368"/>
            <a:ext cx="24757" cy="24757"/>
          </a:xfrm>
          <a:prstGeom prst="ellipse">
            <a:avLst/>
          </a:prstGeom>
          <a:solidFill>
            <a:srgbClr val="B08A60">
              <a:alpha val="40000"/>
            </a:srgbClr>
          </a:solidFill>
          <a:ln w="0">
            <a:noFill/>
            <a:prstDash val="solid"/>
          </a:ln>
        </p:spPr>
      </p:sp>
      <p:sp>
        <p:nvSpPr>
          <p:cNvPr id="3366" name="LigandSeek2_vs_LigandSeek1_ellipse_8880">
            <a:extLst>
              <a:ext uri="{FF2B5EF4-FFF2-40B4-BE49-F238E27FC236}">
                <a16:creationId xmlns:a16="http://schemas.microsoft.com/office/drawing/2014/main" id="{90C3657D-3B35-46FB-A58D-B3065EFC982F}"/>
              </a:ext>
            </a:extLst>
          </p:cNvPr>
          <p:cNvSpPr>
            <a:spLocks noGrp="1"/>
          </p:cNvSpPr>
          <p:nvPr/>
        </p:nvSpPr>
        <p:spPr>
          <a:xfrm>
            <a:off x="5145418" y="1890368"/>
            <a:ext cx="24757" cy="24757"/>
          </a:xfrm>
          <a:prstGeom prst="ellipse">
            <a:avLst/>
          </a:prstGeom>
          <a:solidFill>
            <a:srgbClr val="B08A60">
              <a:alpha val="40000"/>
            </a:srgbClr>
          </a:solidFill>
          <a:ln w="0">
            <a:noFill/>
            <a:prstDash val="solid"/>
          </a:ln>
        </p:spPr>
      </p:sp>
      <p:sp>
        <p:nvSpPr>
          <p:cNvPr id="3367" name="LigandSeek2_vs_LigandSeek1_ellipse_8881">
            <a:extLst>
              <a:ext uri="{FF2B5EF4-FFF2-40B4-BE49-F238E27FC236}">
                <a16:creationId xmlns:a16="http://schemas.microsoft.com/office/drawing/2014/main" id="{1B99147C-B43C-4BA3-A860-0CF751CE0C7A}"/>
              </a:ext>
            </a:extLst>
          </p:cNvPr>
          <p:cNvSpPr>
            <a:spLocks noGrp="1"/>
          </p:cNvSpPr>
          <p:nvPr/>
        </p:nvSpPr>
        <p:spPr>
          <a:xfrm>
            <a:off x="5116114" y="845009"/>
            <a:ext cx="24757" cy="24757"/>
          </a:xfrm>
          <a:prstGeom prst="ellipse">
            <a:avLst/>
          </a:prstGeom>
          <a:solidFill>
            <a:srgbClr val="B08A60">
              <a:alpha val="40000"/>
            </a:srgbClr>
          </a:solidFill>
          <a:ln w="0">
            <a:noFill/>
            <a:prstDash val="solid"/>
          </a:ln>
        </p:spPr>
      </p:sp>
      <p:sp>
        <p:nvSpPr>
          <p:cNvPr id="3368" name="LigandSeek2_vs_LigandSeek1_ellipse_8882">
            <a:extLst>
              <a:ext uri="{FF2B5EF4-FFF2-40B4-BE49-F238E27FC236}">
                <a16:creationId xmlns:a16="http://schemas.microsoft.com/office/drawing/2014/main" id="{0CC676A9-9281-4658-BE93-1BA01A5B2E8D}"/>
              </a:ext>
            </a:extLst>
          </p:cNvPr>
          <p:cNvSpPr>
            <a:spLocks noGrp="1"/>
          </p:cNvSpPr>
          <p:nvPr/>
        </p:nvSpPr>
        <p:spPr>
          <a:xfrm>
            <a:off x="5104047" y="1559649"/>
            <a:ext cx="24757" cy="24757"/>
          </a:xfrm>
          <a:prstGeom prst="ellipse">
            <a:avLst/>
          </a:prstGeom>
          <a:solidFill>
            <a:srgbClr val="B08A60">
              <a:alpha val="40000"/>
            </a:srgbClr>
          </a:solidFill>
          <a:ln w="0">
            <a:noFill/>
            <a:prstDash val="solid"/>
          </a:ln>
        </p:spPr>
      </p:sp>
      <p:sp>
        <p:nvSpPr>
          <p:cNvPr id="3369" name="LigandSeek2_vs_LigandSeek1_ellipse_8883">
            <a:extLst>
              <a:ext uri="{FF2B5EF4-FFF2-40B4-BE49-F238E27FC236}">
                <a16:creationId xmlns:a16="http://schemas.microsoft.com/office/drawing/2014/main" id="{30736881-595F-4BF2-92AF-922EE6CDBDF9}"/>
              </a:ext>
            </a:extLst>
          </p:cNvPr>
          <p:cNvSpPr>
            <a:spLocks noGrp="1"/>
          </p:cNvSpPr>
          <p:nvPr/>
        </p:nvSpPr>
        <p:spPr>
          <a:xfrm>
            <a:off x="5141505" y="1832292"/>
            <a:ext cx="24757" cy="24757"/>
          </a:xfrm>
          <a:prstGeom prst="ellipse">
            <a:avLst/>
          </a:prstGeom>
          <a:solidFill>
            <a:srgbClr val="B08A60">
              <a:alpha val="40000"/>
            </a:srgbClr>
          </a:solidFill>
          <a:ln w="0">
            <a:noFill/>
            <a:prstDash val="solid"/>
          </a:ln>
        </p:spPr>
      </p:sp>
      <p:sp>
        <p:nvSpPr>
          <p:cNvPr id="3370" name="LigandSeek2_vs_LigandSeek1_ellipse_8884">
            <a:extLst>
              <a:ext uri="{FF2B5EF4-FFF2-40B4-BE49-F238E27FC236}">
                <a16:creationId xmlns:a16="http://schemas.microsoft.com/office/drawing/2014/main" id="{E682F76D-F59C-4A25-951D-A8583094E588}"/>
              </a:ext>
            </a:extLst>
          </p:cNvPr>
          <p:cNvSpPr>
            <a:spLocks noGrp="1"/>
          </p:cNvSpPr>
          <p:nvPr/>
        </p:nvSpPr>
        <p:spPr>
          <a:xfrm>
            <a:off x="5157152" y="1883399"/>
            <a:ext cx="24757" cy="24757"/>
          </a:xfrm>
          <a:prstGeom prst="ellipse">
            <a:avLst/>
          </a:prstGeom>
          <a:solidFill>
            <a:srgbClr val="B08A60">
              <a:alpha val="40000"/>
            </a:srgbClr>
          </a:solidFill>
          <a:ln w="0">
            <a:noFill/>
            <a:prstDash val="solid"/>
          </a:ln>
        </p:spPr>
      </p:sp>
      <p:sp>
        <p:nvSpPr>
          <p:cNvPr id="3371" name="LigandSeek2_vs_LigandSeek1_ellipse_8885">
            <a:extLst>
              <a:ext uri="{FF2B5EF4-FFF2-40B4-BE49-F238E27FC236}">
                <a16:creationId xmlns:a16="http://schemas.microsoft.com/office/drawing/2014/main" id="{EC6C17D5-6238-4599-AD71-754910202E35}"/>
              </a:ext>
            </a:extLst>
          </p:cNvPr>
          <p:cNvSpPr>
            <a:spLocks noGrp="1"/>
          </p:cNvSpPr>
          <p:nvPr/>
        </p:nvSpPr>
        <p:spPr>
          <a:xfrm>
            <a:off x="5155845" y="1890368"/>
            <a:ext cx="24757" cy="24757"/>
          </a:xfrm>
          <a:prstGeom prst="ellipse">
            <a:avLst/>
          </a:prstGeom>
          <a:solidFill>
            <a:srgbClr val="B08A60">
              <a:alpha val="40000"/>
            </a:srgbClr>
          </a:solidFill>
          <a:ln w="0">
            <a:noFill/>
            <a:prstDash val="solid"/>
          </a:ln>
        </p:spPr>
      </p:sp>
      <p:sp>
        <p:nvSpPr>
          <p:cNvPr id="3372" name="LigandSeek2_vs_LigandSeek1_ellipse_8886">
            <a:extLst>
              <a:ext uri="{FF2B5EF4-FFF2-40B4-BE49-F238E27FC236}">
                <a16:creationId xmlns:a16="http://schemas.microsoft.com/office/drawing/2014/main" id="{ECFDF7B2-933A-49E6-BCBA-79E4A6FD104E}"/>
              </a:ext>
            </a:extLst>
          </p:cNvPr>
          <p:cNvSpPr>
            <a:spLocks noGrp="1"/>
          </p:cNvSpPr>
          <p:nvPr/>
        </p:nvSpPr>
        <p:spPr>
          <a:xfrm>
            <a:off x="5094346" y="1890368"/>
            <a:ext cx="24757" cy="24757"/>
          </a:xfrm>
          <a:prstGeom prst="ellipse">
            <a:avLst/>
          </a:prstGeom>
          <a:solidFill>
            <a:srgbClr val="B08A60">
              <a:alpha val="40000"/>
            </a:srgbClr>
          </a:solidFill>
          <a:ln w="0">
            <a:noFill/>
            <a:prstDash val="solid"/>
          </a:ln>
        </p:spPr>
      </p:sp>
      <p:sp>
        <p:nvSpPr>
          <p:cNvPr id="3373" name="LigandSeek2_vs_LigandSeek1_ellipse_8887">
            <a:extLst>
              <a:ext uri="{FF2B5EF4-FFF2-40B4-BE49-F238E27FC236}">
                <a16:creationId xmlns:a16="http://schemas.microsoft.com/office/drawing/2014/main" id="{DBAB6964-D5E8-4E9C-BE3A-9A222EAE9C5C}"/>
              </a:ext>
            </a:extLst>
          </p:cNvPr>
          <p:cNvSpPr>
            <a:spLocks noGrp="1"/>
          </p:cNvSpPr>
          <p:nvPr/>
        </p:nvSpPr>
        <p:spPr>
          <a:xfrm>
            <a:off x="5113145" y="889838"/>
            <a:ext cx="24757" cy="24757"/>
          </a:xfrm>
          <a:prstGeom prst="ellipse">
            <a:avLst/>
          </a:prstGeom>
          <a:solidFill>
            <a:srgbClr val="B08A60">
              <a:alpha val="40000"/>
            </a:srgbClr>
          </a:solidFill>
          <a:ln w="0">
            <a:noFill/>
            <a:prstDash val="solid"/>
          </a:ln>
        </p:spPr>
      </p:sp>
      <p:sp>
        <p:nvSpPr>
          <p:cNvPr id="3374" name="LigandSeek2_vs_LigandSeek1_ellipse_8888">
            <a:extLst>
              <a:ext uri="{FF2B5EF4-FFF2-40B4-BE49-F238E27FC236}">
                <a16:creationId xmlns:a16="http://schemas.microsoft.com/office/drawing/2014/main" id="{C30F737D-C755-4801-B3AE-72EA6964F4A2}"/>
              </a:ext>
            </a:extLst>
          </p:cNvPr>
          <p:cNvSpPr>
            <a:spLocks noGrp="1"/>
          </p:cNvSpPr>
          <p:nvPr/>
        </p:nvSpPr>
        <p:spPr>
          <a:xfrm>
            <a:off x="5121531" y="845009"/>
            <a:ext cx="24757" cy="24757"/>
          </a:xfrm>
          <a:prstGeom prst="ellipse">
            <a:avLst/>
          </a:prstGeom>
          <a:solidFill>
            <a:srgbClr val="B08A60">
              <a:alpha val="40000"/>
            </a:srgbClr>
          </a:solidFill>
          <a:ln w="0">
            <a:noFill/>
            <a:prstDash val="solid"/>
          </a:ln>
        </p:spPr>
      </p:sp>
      <p:sp>
        <p:nvSpPr>
          <p:cNvPr id="3375" name="LigandSeek2_vs_LigandSeek1_ellipse_8889">
            <a:extLst>
              <a:ext uri="{FF2B5EF4-FFF2-40B4-BE49-F238E27FC236}">
                <a16:creationId xmlns:a16="http://schemas.microsoft.com/office/drawing/2014/main" id="{A4636436-3888-46AB-AEF0-018DE9BCD409}"/>
              </a:ext>
            </a:extLst>
          </p:cNvPr>
          <p:cNvSpPr>
            <a:spLocks noGrp="1"/>
          </p:cNvSpPr>
          <p:nvPr/>
        </p:nvSpPr>
        <p:spPr>
          <a:xfrm>
            <a:off x="5091443" y="845009"/>
            <a:ext cx="24757" cy="24757"/>
          </a:xfrm>
          <a:prstGeom prst="ellipse">
            <a:avLst/>
          </a:prstGeom>
          <a:solidFill>
            <a:srgbClr val="B08A60">
              <a:alpha val="40000"/>
            </a:srgbClr>
          </a:solidFill>
          <a:ln w="0">
            <a:noFill/>
            <a:prstDash val="solid"/>
          </a:ln>
        </p:spPr>
      </p:sp>
      <p:sp>
        <p:nvSpPr>
          <p:cNvPr id="3376" name="LigandSeek2_vs_LigandSeek1_ellipse_8890">
            <a:extLst>
              <a:ext uri="{FF2B5EF4-FFF2-40B4-BE49-F238E27FC236}">
                <a16:creationId xmlns:a16="http://schemas.microsoft.com/office/drawing/2014/main" id="{8153E683-A6EB-4DF7-97E0-4C3B3C238D01}"/>
              </a:ext>
            </a:extLst>
          </p:cNvPr>
          <p:cNvSpPr>
            <a:spLocks noGrp="1"/>
          </p:cNvSpPr>
          <p:nvPr/>
        </p:nvSpPr>
        <p:spPr>
          <a:xfrm>
            <a:off x="5120806" y="845009"/>
            <a:ext cx="24757" cy="24757"/>
          </a:xfrm>
          <a:prstGeom prst="ellipse">
            <a:avLst/>
          </a:prstGeom>
          <a:solidFill>
            <a:srgbClr val="B08A60">
              <a:alpha val="40000"/>
            </a:srgbClr>
          </a:solidFill>
          <a:ln w="0">
            <a:noFill/>
            <a:prstDash val="solid"/>
          </a:ln>
        </p:spPr>
      </p:sp>
      <p:sp>
        <p:nvSpPr>
          <p:cNvPr id="3377" name="LigandSeek2_vs_LigandSeek1_ellipse_8891">
            <a:extLst>
              <a:ext uri="{FF2B5EF4-FFF2-40B4-BE49-F238E27FC236}">
                <a16:creationId xmlns:a16="http://schemas.microsoft.com/office/drawing/2014/main" id="{706E648E-939D-439F-AE94-C54365755155}"/>
              </a:ext>
            </a:extLst>
          </p:cNvPr>
          <p:cNvSpPr>
            <a:spLocks noGrp="1"/>
          </p:cNvSpPr>
          <p:nvPr/>
        </p:nvSpPr>
        <p:spPr>
          <a:xfrm>
            <a:off x="5085172" y="1871009"/>
            <a:ext cx="24757" cy="24757"/>
          </a:xfrm>
          <a:prstGeom prst="ellipse">
            <a:avLst/>
          </a:prstGeom>
          <a:solidFill>
            <a:srgbClr val="B08A60">
              <a:alpha val="40000"/>
            </a:srgbClr>
          </a:solidFill>
          <a:ln w="0">
            <a:noFill/>
            <a:prstDash val="solid"/>
          </a:ln>
        </p:spPr>
      </p:sp>
      <p:sp>
        <p:nvSpPr>
          <p:cNvPr id="3378" name="LigandSeek2_vs_LigandSeek1_ellipse_8892">
            <a:extLst>
              <a:ext uri="{FF2B5EF4-FFF2-40B4-BE49-F238E27FC236}">
                <a16:creationId xmlns:a16="http://schemas.microsoft.com/office/drawing/2014/main" id="{87742CA9-B47B-47CB-B8AA-ECE7002C2C7C}"/>
              </a:ext>
            </a:extLst>
          </p:cNvPr>
          <p:cNvSpPr>
            <a:spLocks noGrp="1"/>
          </p:cNvSpPr>
          <p:nvPr/>
        </p:nvSpPr>
        <p:spPr>
          <a:xfrm>
            <a:off x="5148641" y="845009"/>
            <a:ext cx="24757" cy="24757"/>
          </a:xfrm>
          <a:prstGeom prst="ellipse">
            <a:avLst/>
          </a:prstGeom>
          <a:solidFill>
            <a:srgbClr val="B08A60">
              <a:alpha val="40000"/>
            </a:srgbClr>
          </a:solidFill>
          <a:ln w="0">
            <a:noFill/>
            <a:prstDash val="solid"/>
          </a:ln>
        </p:spPr>
      </p:sp>
      <p:sp>
        <p:nvSpPr>
          <p:cNvPr id="3379" name="LigandSeek2_vs_LigandSeek1_ellipse_8893">
            <a:extLst>
              <a:ext uri="{FF2B5EF4-FFF2-40B4-BE49-F238E27FC236}">
                <a16:creationId xmlns:a16="http://schemas.microsoft.com/office/drawing/2014/main" id="{F321EE29-816E-4A0C-9002-48E3353275AF}"/>
              </a:ext>
            </a:extLst>
          </p:cNvPr>
          <p:cNvSpPr>
            <a:spLocks noGrp="1"/>
          </p:cNvSpPr>
          <p:nvPr/>
        </p:nvSpPr>
        <p:spPr>
          <a:xfrm>
            <a:off x="5085646" y="1193462"/>
            <a:ext cx="24757" cy="24757"/>
          </a:xfrm>
          <a:prstGeom prst="ellipse">
            <a:avLst/>
          </a:prstGeom>
          <a:solidFill>
            <a:srgbClr val="B08A60">
              <a:alpha val="40000"/>
            </a:srgbClr>
          </a:solidFill>
          <a:ln w="0">
            <a:noFill/>
            <a:prstDash val="solid"/>
          </a:ln>
        </p:spPr>
      </p:sp>
      <p:sp>
        <p:nvSpPr>
          <p:cNvPr id="3380" name="LigandSeek2_vs_LigandSeek1_ellipse_8894">
            <a:extLst>
              <a:ext uri="{FF2B5EF4-FFF2-40B4-BE49-F238E27FC236}">
                <a16:creationId xmlns:a16="http://schemas.microsoft.com/office/drawing/2014/main" id="{E0344EA7-FEA4-4E90-9F20-E85581274314}"/>
              </a:ext>
            </a:extLst>
          </p:cNvPr>
          <p:cNvSpPr>
            <a:spLocks noGrp="1"/>
          </p:cNvSpPr>
          <p:nvPr/>
        </p:nvSpPr>
        <p:spPr>
          <a:xfrm>
            <a:off x="5121268" y="1315420"/>
            <a:ext cx="24757" cy="24757"/>
          </a:xfrm>
          <a:prstGeom prst="ellipse">
            <a:avLst/>
          </a:prstGeom>
          <a:solidFill>
            <a:srgbClr val="B08A60">
              <a:alpha val="40000"/>
            </a:srgbClr>
          </a:solidFill>
          <a:ln w="0">
            <a:noFill/>
            <a:prstDash val="solid"/>
          </a:ln>
        </p:spPr>
      </p:sp>
      <p:sp>
        <p:nvSpPr>
          <p:cNvPr id="3381" name="LigandSeek2_vs_LigandSeek1_ellipse_8895">
            <a:extLst>
              <a:ext uri="{FF2B5EF4-FFF2-40B4-BE49-F238E27FC236}">
                <a16:creationId xmlns:a16="http://schemas.microsoft.com/office/drawing/2014/main" id="{8EE4F362-9B11-4A79-B0F9-02D606000FB9}"/>
              </a:ext>
            </a:extLst>
          </p:cNvPr>
          <p:cNvSpPr>
            <a:spLocks noGrp="1"/>
          </p:cNvSpPr>
          <p:nvPr/>
        </p:nvSpPr>
        <p:spPr>
          <a:xfrm>
            <a:off x="5087228" y="1890368"/>
            <a:ext cx="24757" cy="24757"/>
          </a:xfrm>
          <a:prstGeom prst="ellipse">
            <a:avLst/>
          </a:prstGeom>
          <a:solidFill>
            <a:srgbClr val="B08A60">
              <a:alpha val="40000"/>
            </a:srgbClr>
          </a:solidFill>
          <a:ln w="0">
            <a:noFill/>
            <a:prstDash val="solid"/>
          </a:ln>
        </p:spPr>
      </p:sp>
      <p:sp>
        <p:nvSpPr>
          <p:cNvPr id="3382" name="LigandSeek2_vs_LigandSeek1_ellipse_8896">
            <a:extLst>
              <a:ext uri="{FF2B5EF4-FFF2-40B4-BE49-F238E27FC236}">
                <a16:creationId xmlns:a16="http://schemas.microsoft.com/office/drawing/2014/main" id="{C5D7DEBC-D2CA-46B3-A3BE-11E7EA8BF438}"/>
              </a:ext>
            </a:extLst>
          </p:cNvPr>
          <p:cNvSpPr>
            <a:spLocks noGrp="1"/>
          </p:cNvSpPr>
          <p:nvPr/>
        </p:nvSpPr>
        <p:spPr>
          <a:xfrm>
            <a:off x="5115049" y="845009"/>
            <a:ext cx="24757" cy="24757"/>
          </a:xfrm>
          <a:prstGeom prst="ellipse">
            <a:avLst/>
          </a:prstGeom>
          <a:solidFill>
            <a:srgbClr val="B08A60">
              <a:alpha val="40000"/>
            </a:srgbClr>
          </a:solidFill>
          <a:ln w="0">
            <a:noFill/>
            <a:prstDash val="solid"/>
          </a:ln>
        </p:spPr>
      </p:sp>
      <p:sp>
        <p:nvSpPr>
          <p:cNvPr id="3383" name="LigandSeek2_vs_LigandSeek1_ellipse_8897">
            <a:extLst>
              <a:ext uri="{FF2B5EF4-FFF2-40B4-BE49-F238E27FC236}">
                <a16:creationId xmlns:a16="http://schemas.microsoft.com/office/drawing/2014/main" id="{D74F4920-1B50-442F-A09A-2F53DC42C666}"/>
              </a:ext>
            </a:extLst>
          </p:cNvPr>
          <p:cNvSpPr>
            <a:spLocks noGrp="1"/>
          </p:cNvSpPr>
          <p:nvPr/>
        </p:nvSpPr>
        <p:spPr>
          <a:xfrm>
            <a:off x="5090319" y="869899"/>
            <a:ext cx="24757" cy="24757"/>
          </a:xfrm>
          <a:prstGeom prst="ellipse">
            <a:avLst/>
          </a:prstGeom>
          <a:solidFill>
            <a:srgbClr val="B08A60">
              <a:alpha val="40000"/>
            </a:srgbClr>
          </a:solidFill>
          <a:ln w="0">
            <a:noFill/>
            <a:prstDash val="solid"/>
          </a:ln>
        </p:spPr>
      </p:sp>
      <p:sp>
        <p:nvSpPr>
          <p:cNvPr id="3384" name="LigandSeek2_vs_LigandSeek1_ellipse_8898">
            <a:extLst>
              <a:ext uri="{FF2B5EF4-FFF2-40B4-BE49-F238E27FC236}">
                <a16:creationId xmlns:a16="http://schemas.microsoft.com/office/drawing/2014/main" id="{80B58416-A369-4FC2-8623-D96EF50D2E6B}"/>
              </a:ext>
            </a:extLst>
          </p:cNvPr>
          <p:cNvSpPr>
            <a:spLocks noGrp="1"/>
          </p:cNvSpPr>
          <p:nvPr/>
        </p:nvSpPr>
        <p:spPr>
          <a:xfrm>
            <a:off x="5123181" y="845009"/>
            <a:ext cx="24757" cy="24757"/>
          </a:xfrm>
          <a:prstGeom prst="ellipse">
            <a:avLst/>
          </a:prstGeom>
          <a:solidFill>
            <a:srgbClr val="B08A60">
              <a:alpha val="40000"/>
            </a:srgbClr>
          </a:solidFill>
          <a:ln w="0">
            <a:noFill/>
            <a:prstDash val="solid"/>
          </a:ln>
        </p:spPr>
      </p:sp>
      <p:sp>
        <p:nvSpPr>
          <p:cNvPr id="3385" name="LigandSeek2_vs_LigandSeek1_ellipse_8899">
            <a:extLst>
              <a:ext uri="{FF2B5EF4-FFF2-40B4-BE49-F238E27FC236}">
                <a16:creationId xmlns:a16="http://schemas.microsoft.com/office/drawing/2014/main" id="{E2E584C9-C591-4C37-9F73-B13472EBAB7A}"/>
              </a:ext>
            </a:extLst>
          </p:cNvPr>
          <p:cNvSpPr>
            <a:spLocks noGrp="1"/>
          </p:cNvSpPr>
          <p:nvPr/>
        </p:nvSpPr>
        <p:spPr>
          <a:xfrm>
            <a:off x="5085111" y="1741031"/>
            <a:ext cx="24757" cy="24757"/>
          </a:xfrm>
          <a:prstGeom prst="ellipse">
            <a:avLst/>
          </a:prstGeom>
          <a:solidFill>
            <a:srgbClr val="B08A60">
              <a:alpha val="40000"/>
            </a:srgbClr>
          </a:solidFill>
          <a:ln w="0">
            <a:noFill/>
            <a:prstDash val="solid"/>
          </a:ln>
        </p:spPr>
      </p:sp>
      <p:sp>
        <p:nvSpPr>
          <p:cNvPr id="3386" name="LigandSeek2_vs_LigandSeek1_ellipse_8900">
            <a:extLst>
              <a:ext uri="{FF2B5EF4-FFF2-40B4-BE49-F238E27FC236}">
                <a16:creationId xmlns:a16="http://schemas.microsoft.com/office/drawing/2014/main" id="{4EE33AC2-F461-4136-A4FF-7150193258FB}"/>
              </a:ext>
            </a:extLst>
          </p:cNvPr>
          <p:cNvSpPr>
            <a:spLocks noGrp="1"/>
          </p:cNvSpPr>
          <p:nvPr/>
        </p:nvSpPr>
        <p:spPr>
          <a:xfrm>
            <a:off x="5115546" y="1629028"/>
            <a:ext cx="24757" cy="24757"/>
          </a:xfrm>
          <a:prstGeom prst="ellipse">
            <a:avLst/>
          </a:prstGeom>
          <a:solidFill>
            <a:srgbClr val="B08A60">
              <a:alpha val="40000"/>
            </a:srgbClr>
          </a:solidFill>
          <a:ln w="0">
            <a:noFill/>
            <a:prstDash val="solid"/>
          </a:ln>
        </p:spPr>
      </p:sp>
      <p:sp>
        <p:nvSpPr>
          <p:cNvPr id="3387" name="LigandSeek2_vs_LigandSeek1_ellipse_8901">
            <a:extLst>
              <a:ext uri="{FF2B5EF4-FFF2-40B4-BE49-F238E27FC236}">
                <a16:creationId xmlns:a16="http://schemas.microsoft.com/office/drawing/2014/main" id="{88F77FCD-D346-4289-B818-5510B77F007F}"/>
              </a:ext>
            </a:extLst>
          </p:cNvPr>
          <p:cNvSpPr>
            <a:spLocks noGrp="1"/>
          </p:cNvSpPr>
          <p:nvPr/>
        </p:nvSpPr>
        <p:spPr>
          <a:xfrm>
            <a:off x="5157946" y="1890368"/>
            <a:ext cx="24757" cy="24757"/>
          </a:xfrm>
          <a:prstGeom prst="ellipse">
            <a:avLst/>
          </a:prstGeom>
          <a:solidFill>
            <a:srgbClr val="B08A60">
              <a:alpha val="40000"/>
            </a:srgbClr>
          </a:solidFill>
          <a:ln w="0">
            <a:noFill/>
            <a:prstDash val="solid"/>
          </a:ln>
        </p:spPr>
      </p:sp>
      <p:sp>
        <p:nvSpPr>
          <p:cNvPr id="3388" name="LigandSeek2_vs_LigandSeek1_path_8902">
            <a:extLst>
              <a:ext uri="{FF2B5EF4-FFF2-40B4-BE49-F238E27FC236}">
                <a16:creationId xmlns:a16="http://schemas.microsoft.com/office/drawing/2014/main" id="{C2408E06-D74B-4B39-A726-6FE443D2F076}"/>
              </a:ext>
            </a:extLst>
          </p:cNvPr>
          <p:cNvSpPr>
            <a:spLocks noGrp="1"/>
          </p:cNvSpPr>
          <p:nvPr/>
        </p:nvSpPr>
        <p:spPr>
          <a:xfrm>
            <a:off x="3403440" y="820800"/>
            <a:ext cx="191" cy="1108080"/>
          </a:xfrm>
          <a:custGeom>
            <a:avLst/>
            <a:gdLst/>
            <a:ahLst/>
            <a:cxnLst/>
            <a:rect l="0" t="0" r="0" b="0"/>
            <a:pathLst>
              <a:path w="191" h="1108080">
                <a:moveTo>
                  <a:pt x="0" y="1108080"/>
                </a:moveTo>
                <a:lnTo>
                  <a:pt x="0" y="0"/>
                </a:lnTo>
              </a:path>
            </a:pathLst>
          </a:custGeom>
          <a:noFill/>
          <a:ln w="8255">
            <a:solidFill>
              <a:srgbClr val="000000">
                <a:alpha val="100000"/>
              </a:srgbClr>
            </a:solidFill>
            <a:prstDash val="solid"/>
          </a:ln>
        </p:spPr>
      </p:sp>
      <p:sp>
        <p:nvSpPr>
          <p:cNvPr id="3389" name="LigandSeek2_vs_LigandSeek1_path_8903">
            <a:extLst>
              <a:ext uri="{FF2B5EF4-FFF2-40B4-BE49-F238E27FC236}">
                <a16:creationId xmlns:a16="http://schemas.microsoft.com/office/drawing/2014/main" id="{BEDCB5A6-FD62-4504-991B-BAAB1A4755A4}"/>
              </a:ext>
            </a:extLst>
          </p:cNvPr>
          <p:cNvSpPr>
            <a:spLocks noGrp="1"/>
          </p:cNvSpPr>
          <p:nvPr/>
        </p:nvSpPr>
        <p:spPr>
          <a:xfrm>
            <a:off x="3403440" y="1928880"/>
            <a:ext cx="1848420" cy="191"/>
          </a:xfrm>
          <a:custGeom>
            <a:avLst/>
            <a:gdLst/>
            <a:ahLst/>
            <a:cxnLst/>
            <a:rect l="0" t="0" r="0" b="0"/>
            <a:pathLst>
              <a:path w="1848420" h="191">
                <a:moveTo>
                  <a:pt x="0" y="0"/>
                </a:moveTo>
                <a:lnTo>
                  <a:pt x="1848420" y="0"/>
                </a:lnTo>
              </a:path>
            </a:pathLst>
          </a:custGeom>
          <a:noFill/>
          <a:ln w="8255">
            <a:solidFill>
              <a:srgbClr val="000000">
                <a:alpha val="100000"/>
              </a:srgbClr>
            </a:solidFill>
            <a:prstDash val="solid"/>
          </a:ln>
        </p:spPr>
      </p:sp>
      <p:sp>
        <p:nvSpPr>
          <p:cNvPr id="3390" name="LigandSeek2_vs_LigandSeek1_text_8904">
            <a:extLst>
              <a:ext uri="{FF2B5EF4-FFF2-40B4-BE49-F238E27FC236}">
                <a16:creationId xmlns:a16="http://schemas.microsoft.com/office/drawing/2014/main" id="{E6D6F289-8137-4944-9BE7-84A2BC9D0793}"/>
              </a:ext>
            </a:extLst>
          </p:cNvPr>
          <p:cNvSpPr>
            <a:spLocks noGrp="1"/>
          </p:cNvSpPr>
          <p:nvPr/>
        </p:nvSpPr>
        <p:spPr>
          <a:xfrm rot="0">
            <a:off x="3403440" y="608579"/>
            <a:ext cx="658432"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Overall scores</a:t>
            </a:r>
          </a:p>
        </p:txBody>
      </p:sp>
      <p:sp>
        <p:nvSpPr>
          <p:cNvPr id="3391" name="LigandSeek2_vs_LigandSeek1_text_8905">
            <a:extLst>
              <a:ext uri="{FF2B5EF4-FFF2-40B4-BE49-F238E27FC236}">
                <a16:creationId xmlns:a16="http://schemas.microsoft.com/office/drawing/2014/main" id="{EF7B6CA5-2D73-45B3-9045-FB462D76FD33}"/>
              </a:ext>
            </a:extLst>
          </p:cNvPr>
          <p:cNvSpPr>
            <a:spLocks noGrp="1"/>
          </p:cNvSpPr>
          <p:nvPr/>
        </p:nvSpPr>
        <p:spPr>
          <a:xfrm rot="0">
            <a:off x="3136740" y="584084"/>
            <a:ext cx="81369" cy="174625"/>
          </a:xfrm>
          <a:prstGeom prst="rect">
            <a:avLst/>
          </a:prstGeom>
          <a:noFill/>
          <a:ln w="0">
            <a:noFill/>
          </a:ln>
        </p:spPr>
        <p:txBody>
          <a:bodyPr wrap="none" lIns="0" tIns="0" rIns="0" bIns="0" anchor="ctr">
            <a:noAutofit/>
          </a:bodyPr>
          <a:lstStyle>
            <a:defPPr algn="l">
              <a:defRPr sz="1100" b="1">
                <a:solidFill>
                  <a:srgbClr val="000000"/>
                </a:solidFill>
                <a:latin typeface="Calibri"/>
                <a:ea typeface="Calibri"/>
                <a:cs typeface="Calibri"/>
              </a:defRPr>
            </a:defPPr>
          </a:lstStyle>
          <a:p>
            <a:pPr algn="l">
              <a:defRPr sz="1100" b="1">
                <a:solidFill>
                  <a:srgbClr val="000000"/>
                </a:solidFill>
                <a:latin typeface="Calibri"/>
                <a:ea typeface="Calibri"/>
                <a:cs typeface="Calibri"/>
              </a:defRPr>
            </a:pPr>
            <a:r>
              <a:rPr sz="1100" b="1">
                <a:solidFill>
                  <a:srgbClr val="000000"/>
                </a:solidFill>
                <a:latin typeface="Calibri"/>
                <a:ea typeface="Calibri"/>
                <a:cs typeface="Calibri"/>
              </a:rPr>
              <a:t>b</a:t>
            </a:r>
          </a:p>
        </p:txBody>
      </p:sp>
      <p:sp>
        <p:nvSpPr>
          <p:cNvPr id="3392" name="LigandSeek2_vs_LigandSeek1_path_8906">
            <a:extLst>
              <a:ext uri="{FF2B5EF4-FFF2-40B4-BE49-F238E27FC236}">
                <a16:creationId xmlns:a16="http://schemas.microsoft.com/office/drawing/2014/main" id="{A339E298-5542-4941-BC18-2674783FD9C9}"/>
              </a:ext>
            </a:extLst>
          </p:cNvPr>
          <p:cNvSpPr>
            <a:spLocks noGrp="1"/>
          </p:cNvSpPr>
          <p:nvPr/>
        </p:nvSpPr>
        <p:spPr>
          <a:xfrm>
            <a:off x="3522047" y="1243227"/>
            <a:ext cx="191" cy="115938"/>
          </a:xfrm>
          <a:custGeom>
            <a:avLst/>
            <a:gdLst/>
            <a:ahLst/>
            <a:cxnLst/>
            <a:rect l="0" t="0" r="0" b="0"/>
            <a:pathLst>
              <a:path w="191" h="115938">
                <a:moveTo>
                  <a:pt x="0" y="115938"/>
                </a:moveTo>
                <a:lnTo>
                  <a:pt x="0" y="0"/>
                </a:lnTo>
              </a:path>
            </a:pathLst>
          </a:custGeom>
          <a:noFill/>
          <a:ln w="12065">
            <a:solidFill>
              <a:srgbClr val="007C83">
                <a:alpha val="100000"/>
              </a:srgbClr>
            </a:solidFill>
            <a:prstDash val="solid"/>
          </a:ln>
        </p:spPr>
      </p:sp>
      <p:sp>
        <p:nvSpPr>
          <p:cNvPr id="3393" name="LigandSeek2_vs_LigandSeek1_path_8907">
            <a:extLst>
              <a:ext uri="{FF2B5EF4-FFF2-40B4-BE49-F238E27FC236}">
                <a16:creationId xmlns:a16="http://schemas.microsoft.com/office/drawing/2014/main" id="{8E9BC059-2B27-45A8-94D5-4E9C382CE56A}"/>
              </a:ext>
            </a:extLst>
          </p:cNvPr>
          <p:cNvSpPr>
            <a:spLocks noGrp="1"/>
          </p:cNvSpPr>
          <p:nvPr/>
        </p:nvSpPr>
        <p:spPr>
          <a:xfrm>
            <a:off x="3495553" y="1359165"/>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3394" name="LigandSeek2_vs_LigandSeek1_path_8908">
            <a:extLst>
              <a:ext uri="{FF2B5EF4-FFF2-40B4-BE49-F238E27FC236}">
                <a16:creationId xmlns:a16="http://schemas.microsoft.com/office/drawing/2014/main" id="{5DCB9D23-C0BD-40E5-878A-F34969843A66}"/>
              </a:ext>
            </a:extLst>
          </p:cNvPr>
          <p:cNvSpPr>
            <a:spLocks noGrp="1"/>
          </p:cNvSpPr>
          <p:nvPr/>
        </p:nvSpPr>
        <p:spPr>
          <a:xfrm>
            <a:off x="3495553" y="1243227"/>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3395" name="LigandSeek2_vs_LigandSeek1_path_8909">
            <a:extLst>
              <a:ext uri="{FF2B5EF4-FFF2-40B4-BE49-F238E27FC236}">
                <a16:creationId xmlns:a16="http://schemas.microsoft.com/office/drawing/2014/main" id="{566F0C4D-D964-4B01-8080-63B98EB81540}"/>
              </a:ext>
            </a:extLst>
          </p:cNvPr>
          <p:cNvSpPr>
            <a:spLocks noGrp="1"/>
          </p:cNvSpPr>
          <p:nvPr/>
        </p:nvSpPr>
        <p:spPr>
          <a:xfrm>
            <a:off x="4138187" y="1089984"/>
            <a:ext cx="191" cy="160516"/>
          </a:xfrm>
          <a:custGeom>
            <a:avLst/>
            <a:gdLst/>
            <a:ahLst/>
            <a:cxnLst/>
            <a:rect l="0" t="0" r="0" b="0"/>
            <a:pathLst>
              <a:path w="191" h="160516">
                <a:moveTo>
                  <a:pt x="0" y="160516"/>
                </a:moveTo>
                <a:lnTo>
                  <a:pt x="0" y="0"/>
                </a:lnTo>
              </a:path>
            </a:pathLst>
          </a:custGeom>
          <a:noFill/>
          <a:ln w="12065">
            <a:solidFill>
              <a:srgbClr val="007C83">
                <a:alpha val="100000"/>
              </a:srgbClr>
            </a:solidFill>
            <a:prstDash val="solid"/>
          </a:ln>
        </p:spPr>
      </p:sp>
      <p:sp>
        <p:nvSpPr>
          <p:cNvPr id="3396" name="LigandSeek2_vs_LigandSeek1_path_8910">
            <a:extLst>
              <a:ext uri="{FF2B5EF4-FFF2-40B4-BE49-F238E27FC236}">
                <a16:creationId xmlns:a16="http://schemas.microsoft.com/office/drawing/2014/main" id="{2569806D-79E4-4581-99F0-5ADE9EBEFE80}"/>
              </a:ext>
            </a:extLst>
          </p:cNvPr>
          <p:cNvSpPr>
            <a:spLocks noGrp="1"/>
          </p:cNvSpPr>
          <p:nvPr/>
        </p:nvSpPr>
        <p:spPr>
          <a:xfrm>
            <a:off x="4111693" y="1250501"/>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3397" name="LigandSeek2_vs_LigandSeek1_path_8911">
            <a:extLst>
              <a:ext uri="{FF2B5EF4-FFF2-40B4-BE49-F238E27FC236}">
                <a16:creationId xmlns:a16="http://schemas.microsoft.com/office/drawing/2014/main" id="{350A1B40-27A6-484A-A30A-109FE3C8F337}"/>
              </a:ext>
            </a:extLst>
          </p:cNvPr>
          <p:cNvSpPr>
            <a:spLocks noGrp="1"/>
          </p:cNvSpPr>
          <p:nvPr/>
        </p:nvSpPr>
        <p:spPr>
          <a:xfrm>
            <a:off x="4111693" y="1089984"/>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3398" name="LigandSeek2_vs_LigandSeek1_path_8912">
            <a:extLst>
              <a:ext uri="{FF2B5EF4-FFF2-40B4-BE49-F238E27FC236}">
                <a16:creationId xmlns:a16="http://schemas.microsoft.com/office/drawing/2014/main" id="{EBF0B728-C6D9-4221-A32C-68DA7436639F}"/>
              </a:ext>
            </a:extLst>
          </p:cNvPr>
          <p:cNvSpPr>
            <a:spLocks noGrp="1"/>
          </p:cNvSpPr>
          <p:nvPr/>
        </p:nvSpPr>
        <p:spPr>
          <a:xfrm>
            <a:off x="4754327" y="1179476"/>
            <a:ext cx="191" cy="183394"/>
          </a:xfrm>
          <a:custGeom>
            <a:avLst/>
            <a:gdLst/>
            <a:ahLst/>
            <a:cxnLst/>
            <a:rect l="0" t="0" r="0" b="0"/>
            <a:pathLst>
              <a:path w="191" h="183394">
                <a:moveTo>
                  <a:pt x="0" y="183394"/>
                </a:moveTo>
                <a:lnTo>
                  <a:pt x="0" y="0"/>
                </a:lnTo>
              </a:path>
            </a:pathLst>
          </a:custGeom>
          <a:noFill/>
          <a:ln w="12065">
            <a:solidFill>
              <a:srgbClr val="007C83">
                <a:alpha val="100000"/>
              </a:srgbClr>
            </a:solidFill>
            <a:prstDash val="solid"/>
          </a:ln>
        </p:spPr>
      </p:sp>
      <p:sp>
        <p:nvSpPr>
          <p:cNvPr id="3399" name="LigandSeek2_vs_LigandSeek1_path_8913">
            <a:extLst>
              <a:ext uri="{FF2B5EF4-FFF2-40B4-BE49-F238E27FC236}">
                <a16:creationId xmlns:a16="http://schemas.microsoft.com/office/drawing/2014/main" id="{26000870-205A-4877-8E5E-96F39C705AEB}"/>
              </a:ext>
            </a:extLst>
          </p:cNvPr>
          <p:cNvSpPr>
            <a:spLocks noGrp="1"/>
          </p:cNvSpPr>
          <p:nvPr/>
        </p:nvSpPr>
        <p:spPr>
          <a:xfrm>
            <a:off x="4727833" y="1362870"/>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3400" name="LigandSeek2_vs_LigandSeek1_path_8914">
            <a:extLst>
              <a:ext uri="{FF2B5EF4-FFF2-40B4-BE49-F238E27FC236}">
                <a16:creationId xmlns:a16="http://schemas.microsoft.com/office/drawing/2014/main" id="{475B79E1-7155-4102-B75D-45C60546DBBD}"/>
              </a:ext>
            </a:extLst>
          </p:cNvPr>
          <p:cNvSpPr>
            <a:spLocks noGrp="1"/>
          </p:cNvSpPr>
          <p:nvPr/>
        </p:nvSpPr>
        <p:spPr>
          <a:xfrm>
            <a:off x="4727833" y="1179476"/>
            <a:ext cx="52988" cy="191"/>
          </a:xfrm>
          <a:custGeom>
            <a:avLst/>
            <a:gdLst/>
            <a:ahLst/>
            <a:cxnLst/>
            <a:rect l="0" t="0" r="0" b="0"/>
            <a:pathLst>
              <a:path w="52988" h="191">
                <a:moveTo>
                  <a:pt x="0" y="0"/>
                </a:moveTo>
                <a:lnTo>
                  <a:pt x="52988" y="0"/>
                </a:lnTo>
              </a:path>
            </a:pathLst>
          </a:custGeom>
          <a:noFill/>
          <a:ln w="12065">
            <a:solidFill>
              <a:srgbClr val="007C83">
                <a:alpha val="100000"/>
              </a:srgbClr>
            </a:solidFill>
            <a:prstDash val="solid"/>
          </a:ln>
        </p:spPr>
      </p:sp>
      <p:sp>
        <p:nvSpPr>
          <p:cNvPr id="3401" name="LigandSeek2_vs_LigandSeek1_path_8915">
            <a:extLst>
              <a:ext uri="{FF2B5EF4-FFF2-40B4-BE49-F238E27FC236}">
                <a16:creationId xmlns:a16="http://schemas.microsoft.com/office/drawing/2014/main" id="{FFEE87D2-C326-4A87-B576-D00AEFEB59F0}"/>
              </a:ext>
            </a:extLst>
          </p:cNvPr>
          <p:cNvSpPr>
            <a:spLocks noGrp="1"/>
          </p:cNvSpPr>
          <p:nvPr/>
        </p:nvSpPr>
        <p:spPr>
          <a:xfrm>
            <a:off x="3648356" y="1337097"/>
            <a:ext cx="191" cy="126699"/>
          </a:xfrm>
          <a:custGeom>
            <a:avLst/>
            <a:gdLst/>
            <a:ahLst/>
            <a:cxnLst/>
            <a:rect l="0" t="0" r="0" b="0"/>
            <a:pathLst>
              <a:path w="191" h="126699">
                <a:moveTo>
                  <a:pt x="0" y="126699"/>
                </a:moveTo>
                <a:lnTo>
                  <a:pt x="0" y="0"/>
                </a:lnTo>
              </a:path>
            </a:pathLst>
          </a:custGeom>
          <a:noFill/>
          <a:ln w="12065">
            <a:solidFill>
              <a:srgbClr val="566AB4">
                <a:alpha val="100000"/>
              </a:srgbClr>
            </a:solidFill>
            <a:prstDash val="solid"/>
          </a:ln>
        </p:spPr>
      </p:sp>
      <p:sp>
        <p:nvSpPr>
          <p:cNvPr id="3402" name="LigandSeek2_vs_LigandSeek1_path_8916">
            <a:extLst>
              <a:ext uri="{FF2B5EF4-FFF2-40B4-BE49-F238E27FC236}">
                <a16:creationId xmlns:a16="http://schemas.microsoft.com/office/drawing/2014/main" id="{EFEB8D3E-D69F-486A-A28D-AAABA3920952}"/>
              </a:ext>
            </a:extLst>
          </p:cNvPr>
          <p:cNvSpPr>
            <a:spLocks noGrp="1"/>
          </p:cNvSpPr>
          <p:nvPr/>
        </p:nvSpPr>
        <p:spPr>
          <a:xfrm>
            <a:off x="3621862" y="1463796"/>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3403" name="LigandSeek2_vs_LigandSeek1_path_8917">
            <a:extLst>
              <a:ext uri="{FF2B5EF4-FFF2-40B4-BE49-F238E27FC236}">
                <a16:creationId xmlns:a16="http://schemas.microsoft.com/office/drawing/2014/main" id="{77E5709E-85B9-4B7B-A9E9-A4B7C4BE25CC}"/>
              </a:ext>
            </a:extLst>
          </p:cNvPr>
          <p:cNvSpPr>
            <a:spLocks noGrp="1"/>
          </p:cNvSpPr>
          <p:nvPr/>
        </p:nvSpPr>
        <p:spPr>
          <a:xfrm>
            <a:off x="3621862" y="1337097"/>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3404" name="LigandSeek2_vs_LigandSeek1_path_8918">
            <a:extLst>
              <a:ext uri="{FF2B5EF4-FFF2-40B4-BE49-F238E27FC236}">
                <a16:creationId xmlns:a16="http://schemas.microsoft.com/office/drawing/2014/main" id="{21441BEE-BF7D-4B19-BF0A-AED518D3952D}"/>
              </a:ext>
            </a:extLst>
          </p:cNvPr>
          <p:cNvSpPr>
            <a:spLocks noGrp="1"/>
          </p:cNvSpPr>
          <p:nvPr/>
        </p:nvSpPr>
        <p:spPr>
          <a:xfrm>
            <a:off x="4264496" y="1222479"/>
            <a:ext cx="191" cy="162428"/>
          </a:xfrm>
          <a:custGeom>
            <a:avLst/>
            <a:gdLst/>
            <a:ahLst/>
            <a:cxnLst/>
            <a:rect l="0" t="0" r="0" b="0"/>
            <a:pathLst>
              <a:path w="191" h="162428">
                <a:moveTo>
                  <a:pt x="0" y="162428"/>
                </a:moveTo>
                <a:lnTo>
                  <a:pt x="0" y="0"/>
                </a:lnTo>
              </a:path>
            </a:pathLst>
          </a:custGeom>
          <a:noFill/>
          <a:ln w="12065">
            <a:solidFill>
              <a:srgbClr val="566AB4">
                <a:alpha val="100000"/>
              </a:srgbClr>
            </a:solidFill>
            <a:prstDash val="solid"/>
          </a:ln>
        </p:spPr>
      </p:sp>
      <p:sp>
        <p:nvSpPr>
          <p:cNvPr id="3405" name="LigandSeek2_vs_LigandSeek1_path_8919">
            <a:extLst>
              <a:ext uri="{FF2B5EF4-FFF2-40B4-BE49-F238E27FC236}">
                <a16:creationId xmlns:a16="http://schemas.microsoft.com/office/drawing/2014/main" id="{CDC137E6-DA37-4D5E-822D-C6642C94AFB0}"/>
              </a:ext>
            </a:extLst>
          </p:cNvPr>
          <p:cNvSpPr>
            <a:spLocks noGrp="1"/>
          </p:cNvSpPr>
          <p:nvPr/>
        </p:nvSpPr>
        <p:spPr>
          <a:xfrm>
            <a:off x="4238002" y="1384907"/>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3406" name="LigandSeek2_vs_LigandSeek1_path_8920">
            <a:extLst>
              <a:ext uri="{FF2B5EF4-FFF2-40B4-BE49-F238E27FC236}">
                <a16:creationId xmlns:a16="http://schemas.microsoft.com/office/drawing/2014/main" id="{09C982FD-26E7-4EE2-9E35-99EE586B6C8C}"/>
              </a:ext>
            </a:extLst>
          </p:cNvPr>
          <p:cNvSpPr>
            <a:spLocks noGrp="1"/>
          </p:cNvSpPr>
          <p:nvPr/>
        </p:nvSpPr>
        <p:spPr>
          <a:xfrm>
            <a:off x="4238002" y="1222479"/>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3407" name="LigandSeek2_vs_LigandSeek1_path_8921">
            <a:extLst>
              <a:ext uri="{FF2B5EF4-FFF2-40B4-BE49-F238E27FC236}">
                <a16:creationId xmlns:a16="http://schemas.microsoft.com/office/drawing/2014/main" id="{28CBB921-53F2-4CEC-810F-C2C9C21E248B}"/>
              </a:ext>
            </a:extLst>
          </p:cNvPr>
          <p:cNvSpPr>
            <a:spLocks noGrp="1"/>
          </p:cNvSpPr>
          <p:nvPr/>
        </p:nvSpPr>
        <p:spPr>
          <a:xfrm>
            <a:off x="4880636" y="1291024"/>
            <a:ext cx="191" cy="176634"/>
          </a:xfrm>
          <a:custGeom>
            <a:avLst/>
            <a:gdLst/>
            <a:ahLst/>
            <a:cxnLst/>
            <a:rect l="0" t="0" r="0" b="0"/>
            <a:pathLst>
              <a:path w="191" h="176634">
                <a:moveTo>
                  <a:pt x="0" y="176634"/>
                </a:moveTo>
                <a:lnTo>
                  <a:pt x="0" y="0"/>
                </a:lnTo>
              </a:path>
            </a:pathLst>
          </a:custGeom>
          <a:noFill/>
          <a:ln w="12065">
            <a:solidFill>
              <a:srgbClr val="566AB4">
                <a:alpha val="100000"/>
              </a:srgbClr>
            </a:solidFill>
            <a:prstDash val="solid"/>
          </a:ln>
        </p:spPr>
      </p:sp>
      <p:sp>
        <p:nvSpPr>
          <p:cNvPr id="3408" name="LigandSeek2_vs_LigandSeek1_path_8922">
            <a:extLst>
              <a:ext uri="{FF2B5EF4-FFF2-40B4-BE49-F238E27FC236}">
                <a16:creationId xmlns:a16="http://schemas.microsoft.com/office/drawing/2014/main" id="{814DA37B-BF97-452A-9718-F0C0E3810876}"/>
              </a:ext>
            </a:extLst>
          </p:cNvPr>
          <p:cNvSpPr>
            <a:spLocks noGrp="1"/>
          </p:cNvSpPr>
          <p:nvPr/>
        </p:nvSpPr>
        <p:spPr>
          <a:xfrm>
            <a:off x="4854142" y="1467658"/>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3409" name="LigandSeek2_vs_LigandSeek1_path_8923">
            <a:extLst>
              <a:ext uri="{FF2B5EF4-FFF2-40B4-BE49-F238E27FC236}">
                <a16:creationId xmlns:a16="http://schemas.microsoft.com/office/drawing/2014/main" id="{EFDDB3BD-B3DF-4F6B-B9FA-C40D0285DB0A}"/>
              </a:ext>
            </a:extLst>
          </p:cNvPr>
          <p:cNvSpPr>
            <a:spLocks noGrp="1"/>
          </p:cNvSpPr>
          <p:nvPr/>
        </p:nvSpPr>
        <p:spPr>
          <a:xfrm>
            <a:off x="4854142" y="1291024"/>
            <a:ext cx="52988" cy="191"/>
          </a:xfrm>
          <a:custGeom>
            <a:avLst/>
            <a:gdLst/>
            <a:ahLst/>
            <a:cxnLst/>
            <a:rect l="0" t="0" r="0" b="0"/>
            <a:pathLst>
              <a:path w="52988" h="191">
                <a:moveTo>
                  <a:pt x="0" y="0"/>
                </a:moveTo>
                <a:lnTo>
                  <a:pt x="52988" y="0"/>
                </a:lnTo>
              </a:path>
            </a:pathLst>
          </a:custGeom>
          <a:noFill/>
          <a:ln w="12065">
            <a:solidFill>
              <a:srgbClr val="566AB4">
                <a:alpha val="100000"/>
              </a:srgbClr>
            </a:solidFill>
            <a:prstDash val="solid"/>
          </a:ln>
        </p:spPr>
      </p:sp>
      <p:sp>
        <p:nvSpPr>
          <p:cNvPr id="3410" name="LigandSeek2_vs_LigandSeek1_path_8924">
            <a:extLst>
              <a:ext uri="{FF2B5EF4-FFF2-40B4-BE49-F238E27FC236}">
                <a16:creationId xmlns:a16="http://schemas.microsoft.com/office/drawing/2014/main" id="{2755B52C-D7FD-4FBA-8926-C9FB49870FC3}"/>
              </a:ext>
            </a:extLst>
          </p:cNvPr>
          <p:cNvSpPr>
            <a:spLocks noGrp="1"/>
          </p:cNvSpPr>
          <p:nvPr/>
        </p:nvSpPr>
        <p:spPr>
          <a:xfrm>
            <a:off x="3774664" y="1306187"/>
            <a:ext cx="191" cy="125277"/>
          </a:xfrm>
          <a:custGeom>
            <a:avLst/>
            <a:gdLst/>
            <a:ahLst/>
            <a:cxnLst/>
            <a:rect l="0" t="0" r="0" b="0"/>
            <a:pathLst>
              <a:path w="191" h="125277">
                <a:moveTo>
                  <a:pt x="0" y="125277"/>
                </a:moveTo>
                <a:lnTo>
                  <a:pt x="0" y="0"/>
                </a:lnTo>
              </a:path>
            </a:pathLst>
          </a:custGeom>
          <a:noFill/>
          <a:ln w="12065">
            <a:solidFill>
              <a:srgbClr val="7D8990">
                <a:alpha val="100000"/>
              </a:srgbClr>
            </a:solidFill>
            <a:prstDash val="solid"/>
          </a:ln>
        </p:spPr>
      </p:sp>
      <p:sp>
        <p:nvSpPr>
          <p:cNvPr id="3411" name="LigandSeek2_vs_LigandSeek1_path_8925">
            <a:extLst>
              <a:ext uri="{FF2B5EF4-FFF2-40B4-BE49-F238E27FC236}">
                <a16:creationId xmlns:a16="http://schemas.microsoft.com/office/drawing/2014/main" id="{475C8DDE-A2C1-4233-BABD-2BA0B4119281}"/>
              </a:ext>
            </a:extLst>
          </p:cNvPr>
          <p:cNvSpPr>
            <a:spLocks noGrp="1"/>
          </p:cNvSpPr>
          <p:nvPr/>
        </p:nvSpPr>
        <p:spPr>
          <a:xfrm>
            <a:off x="3748170" y="1431464"/>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3412" name="LigandSeek2_vs_LigandSeek1_path_8926">
            <a:extLst>
              <a:ext uri="{FF2B5EF4-FFF2-40B4-BE49-F238E27FC236}">
                <a16:creationId xmlns:a16="http://schemas.microsoft.com/office/drawing/2014/main" id="{46640000-70A8-4048-B702-3928268312E5}"/>
              </a:ext>
            </a:extLst>
          </p:cNvPr>
          <p:cNvSpPr>
            <a:spLocks noGrp="1"/>
          </p:cNvSpPr>
          <p:nvPr/>
        </p:nvSpPr>
        <p:spPr>
          <a:xfrm>
            <a:off x="3748170" y="1306187"/>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3413" name="LigandSeek2_vs_LigandSeek1_path_8927">
            <a:extLst>
              <a:ext uri="{FF2B5EF4-FFF2-40B4-BE49-F238E27FC236}">
                <a16:creationId xmlns:a16="http://schemas.microsoft.com/office/drawing/2014/main" id="{4FE12DE9-6DA0-4AF6-AF6A-97094404C633}"/>
              </a:ext>
            </a:extLst>
          </p:cNvPr>
          <p:cNvSpPr>
            <a:spLocks noGrp="1"/>
          </p:cNvSpPr>
          <p:nvPr/>
        </p:nvSpPr>
        <p:spPr>
          <a:xfrm>
            <a:off x="4390804" y="1170768"/>
            <a:ext cx="191" cy="168809"/>
          </a:xfrm>
          <a:custGeom>
            <a:avLst/>
            <a:gdLst/>
            <a:ahLst/>
            <a:cxnLst/>
            <a:rect l="0" t="0" r="0" b="0"/>
            <a:pathLst>
              <a:path w="191" h="168809">
                <a:moveTo>
                  <a:pt x="0" y="168809"/>
                </a:moveTo>
                <a:lnTo>
                  <a:pt x="0" y="0"/>
                </a:lnTo>
              </a:path>
            </a:pathLst>
          </a:custGeom>
          <a:noFill/>
          <a:ln w="12065">
            <a:solidFill>
              <a:srgbClr val="7D8990">
                <a:alpha val="100000"/>
              </a:srgbClr>
            </a:solidFill>
            <a:prstDash val="solid"/>
          </a:ln>
        </p:spPr>
      </p:sp>
      <p:sp>
        <p:nvSpPr>
          <p:cNvPr id="3414" name="LigandSeek2_vs_LigandSeek1_path_8928">
            <a:extLst>
              <a:ext uri="{FF2B5EF4-FFF2-40B4-BE49-F238E27FC236}">
                <a16:creationId xmlns:a16="http://schemas.microsoft.com/office/drawing/2014/main" id="{5F945E17-49EF-48F2-8BF8-D1E2DA4F9BE6}"/>
              </a:ext>
            </a:extLst>
          </p:cNvPr>
          <p:cNvSpPr>
            <a:spLocks noGrp="1"/>
          </p:cNvSpPr>
          <p:nvPr/>
        </p:nvSpPr>
        <p:spPr>
          <a:xfrm>
            <a:off x="4364310" y="1339577"/>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3415" name="LigandSeek2_vs_LigandSeek1_path_8929">
            <a:extLst>
              <a:ext uri="{FF2B5EF4-FFF2-40B4-BE49-F238E27FC236}">
                <a16:creationId xmlns:a16="http://schemas.microsoft.com/office/drawing/2014/main" id="{AF054795-A757-4073-A7FE-551FE0AC19E7}"/>
              </a:ext>
            </a:extLst>
          </p:cNvPr>
          <p:cNvSpPr>
            <a:spLocks noGrp="1"/>
          </p:cNvSpPr>
          <p:nvPr/>
        </p:nvSpPr>
        <p:spPr>
          <a:xfrm>
            <a:off x="4364310" y="1170768"/>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3416" name="LigandSeek2_vs_LigandSeek1_path_8930">
            <a:extLst>
              <a:ext uri="{FF2B5EF4-FFF2-40B4-BE49-F238E27FC236}">
                <a16:creationId xmlns:a16="http://schemas.microsoft.com/office/drawing/2014/main" id="{DBCFD88C-A951-4EF6-95B5-2CC9146F4371}"/>
              </a:ext>
            </a:extLst>
          </p:cNvPr>
          <p:cNvSpPr>
            <a:spLocks noGrp="1"/>
          </p:cNvSpPr>
          <p:nvPr/>
        </p:nvSpPr>
        <p:spPr>
          <a:xfrm>
            <a:off x="5006944" y="1248983"/>
            <a:ext cx="191" cy="181437"/>
          </a:xfrm>
          <a:custGeom>
            <a:avLst/>
            <a:gdLst/>
            <a:ahLst/>
            <a:cxnLst/>
            <a:rect l="0" t="0" r="0" b="0"/>
            <a:pathLst>
              <a:path w="191" h="181437">
                <a:moveTo>
                  <a:pt x="0" y="181437"/>
                </a:moveTo>
                <a:lnTo>
                  <a:pt x="0" y="0"/>
                </a:lnTo>
              </a:path>
            </a:pathLst>
          </a:custGeom>
          <a:noFill/>
          <a:ln w="12065">
            <a:solidFill>
              <a:srgbClr val="7D8990">
                <a:alpha val="100000"/>
              </a:srgbClr>
            </a:solidFill>
            <a:prstDash val="solid"/>
          </a:ln>
        </p:spPr>
      </p:sp>
      <p:sp>
        <p:nvSpPr>
          <p:cNvPr id="3417" name="LigandSeek2_vs_LigandSeek1_path_8931">
            <a:extLst>
              <a:ext uri="{FF2B5EF4-FFF2-40B4-BE49-F238E27FC236}">
                <a16:creationId xmlns:a16="http://schemas.microsoft.com/office/drawing/2014/main" id="{13C75F1F-C41D-40A2-9E6F-4F3CDE897F78}"/>
              </a:ext>
            </a:extLst>
          </p:cNvPr>
          <p:cNvSpPr>
            <a:spLocks noGrp="1"/>
          </p:cNvSpPr>
          <p:nvPr/>
        </p:nvSpPr>
        <p:spPr>
          <a:xfrm>
            <a:off x="4980450" y="1430419"/>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3418" name="LigandSeek2_vs_LigandSeek1_path_8932">
            <a:extLst>
              <a:ext uri="{FF2B5EF4-FFF2-40B4-BE49-F238E27FC236}">
                <a16:creationId xmlns:a16="http://schemas.microsoft.com/office/drawing/2014/main" id="{B4C0C54C-8909-439E-B8EC-E970684E79F0}"/>
              </a:ext>
            </a:extLst>
          </p:cNvPr>
          <p:cNvSpPr>
            <a:spLocks noGrp="1"/>
          </p:cNvSpPr>
          <p:nvPr/>
        </p:nvSpPr>
        <p:spPr>
          <a:xfrm>
            <a:off x="4980450" y="1248983"/>
            <a:ext cx="52988" cy="191"/>
          </a:xfrm>
          <a:custGeom>
            <a:avLst/>
            <a:gdLst/>
            <a:ahLst/>
            <a:cxnLst/>
            <a:rect l="0" t="0" r="0" b="0"/>
            <a:pathLst>
              <a:path w="52988" h="191">
                <a:moveTo>
                  <a:pt x="0" y="0"/>
                </a:moveTo>
                <a:lnTo>
                  <a:pt x="52988" y="0"/>
                </a:lnTo>
              </a:path>
            </a:pathLst>
          </a:custGeom>
          <a:noFill/>
          <a:ln w="12065">
            <a:solidFill>
              <a:srgbClr val="7D8990">
                <a:alpha val="100000"/>
              </a:srgbClr>
            </a:solidFill>
            <a:prstDash val="solid"/>
          </a:ln>
        </p:spPr>
      </p:sp>
      <p:sp>
        <p:nvSpPr>
          <p:cNvPr id="3419" name="LigandSeek2_vs_LigandSeek1_path_8933">
            <a:extLst>
              <a:ext uri="{FF2B5EF4-FFF2-40B4-BE49-F238E27FC236}">
                <a16:creationId xmlns:a16="http://schemas.microsoft.com/office/drawing/2014/main" id="{711EDA24-B9FE-495C-B0DE-4477D546ACF7}"/>
              </a:ext>
            </a:extLst>
          </p:cNvPr>
          <p:cNvSpPr>
            <a:spLocks noGrp="1"/>
          </p:cNvSpPr>
          <p:nvPr/>
        </p:nvSpPr>
        <p:spPr>
          <a:xfrm>
            <a:off x="3900973" y="1358259"/>
            <a:ext cx="191" cy="126999"/>
          </a:xfrm>
          <a:custGeom>
            <a:avLst/>
            <a:gdLst/>
            <a:ahLst/>
            <a:cxnLst/>
            <a:rect l="0" t="0" r="0" b="0"/>
            <a:pathLst>
              <a:path w="191" h="126999">
                <a:moveTo>
                  <a:pt x="0" y="126999"/>
                </a:moveTo>
                <a:lnTo>
                  <a:pt x="0" y="0"/>
                </a:lnTo>
              </a:path>
            </a:pathLst>
          </a:custGeom>
          <a:noFill/>
          <a:ln w="12065">
            <a:solidFill>
              <a:srgbClr val="B08A60">
                <a:alpha val="100000"/>
              </a:srgbClr>
            </a:solidFill>
            <a:prstDash val="solid"/>
          </a:ln>
        </p:spPr>
      </p:sp>
      <p:sp>
        <p:nvSpPr>
          <p:cNvPr id="3420" name="LigandSeek2_vs_LigandSeek1_path_8934">
            <a:extLst>
              <a:ext uri="{FF2B5EF4-FFF2-40B4-BE49-F238E27FC236}">
                <a16:creationId xmlns:a16="http://schemas.microsoft.com/office/drawing/2014/main" id="{79BC016D-1852-4707-A882-7DE9C899DA49}"/>
              </a:ext>
            </a:extLst>
          </p:cNvPr>
          <p:cNvSpPr>
            <a:spLocks noGrp="1"/>
          </p:cNvSpPr>
          <p:nvPr/>
        </p:nvSpPr>
        <p:spPr>
          <a:xfrm>
            <a:off x="3874479" y="1485258"/>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3421" name="LigandSeek2_vs_LigandSeek1_path_8935">
            <a:extLst>
              <a:ext uri="{FF2B5EF4-FFF2-40B4-BE49-F238E27FC236}">
                <a16:creationId xmlns:a16="http://schemas.microsoft.com/office/drawing/2014/main" id="{7184AAFD-2744-48FF-900A-66D21B4A7445}"/>
              </a:ext>
            </a:extLst>
          </p:cNvPr>
          <p:cNvSpPr>
            <a:spLocks noGrp="1"/>
          </p:cNvSpPr>
          <p:nvPr/>
        </p:nvSpPr>
        <p:spPr>
          <a:xfrm>
            <a:off x="3874479" y="1358259"/>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3422" name="LigandSeek2_vs_LigandSeek1_path_8936">
            <a:extLst>
              <a:ext uri="{FF2B5EF4-FFF2-40B4-BE49-F238E27FC236}">
                <a16:creationId xmlns:a16="http://schemas.microsoft.com/office/drawing/2014/main" id="{F421DC9F-B1C4-4786-9C4F-39789BB92C4E}"/>
              </a:ext>
            </a:extLst>
          </p:cNvPr>
          <p:cNvSpPr>
            <a:spLocks noGrp="1"/>
          </p:cNvSpPr>
          <p:nvPr/>
        </p:nvSpPr>
        <p:spPr>
          <a:xfrm>
            <a:off x="4517113" y="1223641"/>
            <a:ext cx="191" cy="172816"/>
          </a:xfrm>
          <a:custGeom>
            <a:avLst/>
            <a:gdLst/>
            <a:ahLst/>
            <a:cxnLst/>
            <a:rect l="0" t="0" r="0" b="0"/>
            <a:pathLst>
              <a:path w="191" h="172816">
                <a:moveTo>
                  <a:pt x="0" y="172816"/>
                </a:moveTo>
                <a:lnTo>
                  <a:pt x="0" y="0"/>
                </a:lnTo>
              </a:path>
            </a:pathLst>
          </a:custGeom>
          <a:noFill/>
          <a:ln w="12065">
            <a:solidFill>
              <a:srgbClr val="B08A60">
                <a:alpha val="100000"/>
              </a:srgbClr>
            </a:solidFill>
            <a:prstDash val="solid"/>
          </a:ln>
        </p:spPr>
      </p:sp>
      <p:sp>
        <p:nvSpPr>
          <p:cNvPr id="3423" name="LigandSeek2_vs_LigandSeek1_path_8937">
            <a:extLst>
              <a:ext uri="{FF2B5EF4-FFF2-40B4-BE49-F238E27FC236}">
                <a16:creationId xmlns:a16="http://schemas.microsoft.com/office/drawing/2014/main" id="{888E3D41-5856-424F-A586-734F25CB39E3}"/>
              </a:ext>
            </a:extLst>
          </p:cNvPr>
          <p:cNvSpPr>
            <a:spLocks noGrp="1"/>
          </p:cNvSpPr>
          <p:nvPr/>
        </p:nvSpPr>
        <p:spPr>
          <a:xfrm>
            <a:off x="4490619" y="1396457"/>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3424" name="LigandSeek2_vs_LigandSeek1_path_8938">
            <a:extLst>
              <a:ext uri="{FF2B5EF4-FFF2-40B4-BE49-F238E27FC236}">
                <a16:creationId xmlns:a16="http://schemas.microsoft.com/office/drawing/2014/main" id="{688288A8-317B-48A5-A2FE-835E05B79467}"/>
              </a:ext>
            </a:extLst>
          </p:cNvPr>
          <p:cNvSpPr>
            <a:spLocks noGrp="1"/>
          </p:cNvSpPr>
          <p:nvPr/>
        </p:nvSpPr>
        <p:spPr>
          <a:xfrm>
            <a:off x="4490619" y="1223641"/>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3425" name="LigandSeek2_vs_LigandSeek1_path_8939">
            <a:extLst>
              <a:ext uri="{FF2B5EF4-FFF2-40B4-BE49-F238E27FC236}">
                <a16:creationId xmlns:a16="http://schemas.microsoft.com/office/drawing/2014/main" id="{8C012522-10CA-4CBE-8834-2A98DA8BF2DC}"/>
              </a:ext>
            </a:extLst>
          </p:cNvPr>
          <p:cNvSpPr>
            <a:spLocks noGrp="1"/>
          </p:cNvSpPr>
          <p:nvPr/>
        </p:nvSpPr>
        <p:spPr>
          <a:xfrm>
            <a:off x="5133253" y="1308692"/>
            <a:ext cx="191" cy="178627"/>
          </a:xfrm>
          <a:custGeom>
            <a:avLst/>
            <a:gdLst/>
            <a:ahLst/>
            <a:cxnLst/>
            <a:rect l="0" t="0" r="0" b="0"/>
            <a:pathLst>
              <a:path w="191" h="178627">
                <a:moveTo>
                  <a:pt x="0" y="178627"/>
                </a:moveTo>
                <a:lnTo>
                  <a:pt x="0" y="0"/>
                </a:lnTo>
              </a:path>
            </a:pathLst>
          </a:custGeom>
          <a:noFill/>
          <a:ln w="12065">
            <a:solidFill>
              <a:srgbClr val="B08A60">
                <a:alpha val="100000"/>
              </a:srgbClr>
            </a:solidFill>
            <a:prstDash val="solid"/>
          </a:ln>
        </p:spPr>
      </p:sp>
      <p:sp>
        <p:nvSpPr>
          <p:cNvPr id="3426" name="LigandSeek2_vs_LigandSeek1_path_8940">
            <a:extLst>
              <a:ext uri="{FF2B5EF4-FFF2-40B4-BE49-F238E27FC236}">
                <a16:creationId xmlns:a16="http://schemas.microsoft.com/office/drawing/2014/main" id="{1C0096CE-EAC4-4258-B31A-3E4A914699A2}"/>
              </a:ext>
            </a:extLst>
          </p:cNvPr>
          <p:cNvSpPr>
            <a:spLocks noGrp="1"/>
          </p:cNvSpPr>
          <p:nvPr/>
        </p:nvSpPr>
        <p:spPr>
          <a:xfrm>
            <a:off x="5106759" y="1487319"/>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3427" name="LigandSeek2_vs_LigandSeek1_path_8941">
            <a:extLst>
              <a:ext uri="{FF2B5EF4-FFF2-40B4-BE49-F238E27FC236}">
                <a16:creationId xmlns:a16="http://schemas.microsoft.com/office/drawing/2014/main" id="{FC7315F1-2C6B-40A1-B4A7-6A4F14F713DE}"/>
              </a:ext>
            </a:extLst>
          </p:cNvPr>
          <p:cNvSpPr>
            <a:spLocks noGrp="1"/>
          </p:cNvSpPr>
          <p:nvPr/>
        </p:nvSpPr>
        <p:spPr>
          <a:xfrm>
            <a:off x="5106759" y="1308692"/>
            <a:ext cx="52988" cy="191"/>
          </a:xfrm>
          <a:custGeom>
            <a:avLst/>
            <a:gdLst/>
            <a:ahLst/>
            <a:cxnLst/>
            <a:rect l="0" t="0" r="0" b="0"/>
            <a:pathLst>
              <a:path w="52988" h="191">
                <a:moveTo>
                  <a:pt x="0" y="0"/>
                </a:moveTo>
                <a:lnTo>
                  <a:pt x="52988" y="0"/>
                </a:lnTo>
              </a:path>
            </a:pathLst>
          </a:custGeom>
          <a:noFill/>
          <a:ln w="12065">
            <a:solidFill>
              <a:srgbClr val="B08A60">
                <a:alpha val="100000"/>
              </a:srgbClr>
            </a:solidFill>
            <a:prstDash val="solid"/>
          </a:ln>
        </p:spPr>
      </p:sp>
      <p:sp>
        <p:nvSpPr>
          <p:cNvPr id="3428" name="LigandSeek2_vs_LigandSeek1_path_8942">
            <a:extLst>
              <a:ext uri="{FF2B5EF4-FFF2-40B4-BE49-F238E27FC236}">
                <a16:creationId xmlns:a16="http://schemas.microsoft.com/office/drawing/2014/main" id="{3ED74662-C0A7-408F-B226-BEECA2CF647D}"/>
              </a:ext>
            </a:extLst>
          </p:cNvPr>
          <p:cNvSpPr>
            <a:spLocks noGrp="1"/>
          </p:cNvSpPr>
          <p:nvPr/>
        </p:nvSpPr>
        <p:spPr>
          <a:xfrm>
            <a:off x="3478917" y="1300395"/>
            <a:ext cx="86260" cy="191"/>
          </a:xfrm>
          <a:custGeom>
            <a:avLst/>
            <a:gdLst/>
            <a:ahLst/>
            <a:cxnLst/>
            <a:rect l="0" t="0" r="0" b="0"/>
            <a:pathLst>
              <a:path w="86260" h="191">
                <a:moveTo>
                  <a:pt x="0" y="0"/>
                </a:moveTo>
                <a:lnTo>
                  <a:pt x="86260" y="0"/>
                </a:lnTo>
              </a:path>
            </a:pathLst>
          </a:custGeom>
          <a:noFill/>
          <a:ln w="19050">
            <a:solidFill>
              <a:srgbClr val="007C83">
                <a:alpha val="100000"/>
              </a:srgbClr>
            </a:solidFill>
            <a:prstDash val="solid"/>
          </a:ln>
        </p:spPr>
      </p:sp>
      <p:sp>
        <p:nvSpPr>
          <p:cNvPr id="3429" name="LigandSeek2_vs_LigandSeek1_path_8943">
            <a:extLst>
              <a:ext uri="{FF2B5EF4-FFF2-40B4-BE49-F238E27FC236}">
                <a16:creationId xmlns:a16="http://schemas.microsoft.com/office/drawing/2014/main" id="{71870788-F1D0-47D8-A636-34B4C6E60690}"/>
              </a:ext>
            </a:extLst>
          </p:cNvPr>
          <p:cNvSpPr>
            <a:spLocks noGrp="1"/>
          </p:cNvSpPr>
          <p:nvPr/>
        </p:nvSpPr>
        <p:spPr>
          <a:xfrm>
            <a:off x="4095057" y="1169800"/>
            <a:ext cx="86260" cy="191"/>
          </a:xfrm>
          <a:custGeom>
            <a:avLst/>
            <a:gdLst/>
            <a:ahLst/>
            <a:cxnLst/>
            <a:rect l="0" t="0" r="0" b="0"/>
            <a:pathLst>
              <a:path w="86260" h="191">
                <a:moveTo>
                  <a:pt x="0" y="0"/>
                </a:moveTo>
                <a:lnTo>
                  <a:pt x="86260" y="0"/>
                </a:lnTo>
              </a:path>
            </a:pathLst>
          </a:custGeom>
          <a:noFill/>
          <a:ln w="19050">
            <a:solidFill>
              <a:srgbClr val="007C83">
                <a:alpha val="100000"/>
              </a:srgbClr>
            </a:solidFill>
            <a:prstDash val="solid"/>
          </a:ln>
        </p:spPr>
      </p:sp>
      <p:sp>
        <p:nvSpPr>
          <p:cNvPr id="3430" name="LigandSeek2_vs_LigandSeek1_path_8944">
            <a:extLst>
              <a:ext uri="{FF2B5EF4-FFF2-40B4-BE49-F238E27FC236}">
                <a16:creationId xmlns:a16="http://schemas.microsoft.com/office/drawing/2014/main" id="{4E5230E1-E177-4116-ABF8-4F1B9ACEE7D7}"/>
              </a:ext>
            </a:extLst>
          </p:cNvPr>
          <p:cNvSpPr>
            <a:spLocks noGrp="1"/>
          </p:cNvSpPr>
          <p:nvPr/>
        </p:nvSpPr>
        <p:spPr>
          <a:xfrm>
            <a:off x="4711197" y="1270453"/>
            <a:ext cx="86260" cy="191"/>
          </a:xfrm>
          <a:custGeom>
            <a:avLst/>
            <a:gdLst/>
            <a:ahLst/>
            <a:cxnLst/>
            <a:rect l="0" t="0" r="0" b="0"/>
            <a:pathLst>
              <a:path w="86260" h="191">
                <a:moveTo>
                  <a:pt x="0" y="0"/>
                </a:moveTo>
                <a:lnTo>
                  <a:pt x="86260" y="0"/>
                </a:lnTo>
              </a:path>
            </a:pathLst>
          </a:custGeom>
          <a:noFill/>
          <a:ln w="19050">
            <a:solidFill>
              <a:srgbClr val="007C83">
                <a:alpha val="100000"/>
              </a:srgbClr>
            </a:solidFill>
            <a:prstDash val="solid"/>
          </a:ln>
        </p:spPr>
      </p:sp>
      <p:sp>
        <p:nvSpPr>
          <p:cNvPr id="3431" name="LigandSeek2_vs_LigandSeek1_path_8945">
            <a:extLst>
              <a:ext uri="{FF2B5EF4-FFF2-40B4-BE49-F238E27FC236}">
                <a16:creationId xmlns:a16="http://schemas.microsoft.com/office/drawing/2014/main" id="{BEEAF122-AD34-409C-9F85-B625680E749C}"/>
              </a:ext>
            </a:extLst>
          </p:cNvPr>
          <p:cNvSpPr>
            <a:spLocks noGrp="1"/>
          </p:cNvSpPr>
          <p:nvPr/>
        </p:nvSpPr>
        <p:spPr>
          <a:xfrm>
            <a:off x="3605226" y="1399402"/>
            <a:ext cx="86260" cy="191"/>
          </a:xfrm>
          <a:custGeom>
            <a:avLst/>
            <a:gdLst/>
            <a:ahLst/>
            <a:cxnLst/>
            <a:rect l="0" t="0" r="0" b="0"/>
            <a:pathLst>
              <a:path w="86260" h="191">
                <a:moveTo>
                  <a:pt x="0" y="0"/>
                </a:moveTo>
                <a:lnTo>
                  <a:pt x="86260" y="0"/>
                </a:lnTo>
              </a:path>
            </a:pathLst>
          </a:custGeom>
          <a:noFill/>
          <a:ln w="19050">
            <a:solidFill>
              <a:srgbClr val="566AB4">
                <a:alpha val="100000"/>
              </a:srgbClr>
            </a:solidFill>
            <a:prstDash val="solid"/>
          </a:ln>
        </p:spPr>
      </p:sp>
      <p:sp>
        <p:nvSpPr>
          <p:cNvPr id="3432" name="LigandSeek2_vs_LigandSeek1_path_8946">
            <a:extLst>
              <a:ext uri="{FF2B5EF4-FFF2-40B4-BE49-F238E27FC236}">
                <a16:creationId xmlns:a16="http://schemas.microsoft.com/office/drawing/2014/main" id="{CB96CC16-EC2A-4357-A7D1-920F38410600}"/>
              </a:ext>
            </a:extLst>
          </p:cNvPr>
          <p:cNvSpPr>
            <a:spLocks noGrp="1"/>
          </p:cNvSpPr>
          <p:nvPr/>
        </p:nvSpPr>
        <p:spPr>
          <a:xfrm>
            <a:off x="4221366" y="1304158"/>
            <a:ext cx="86260" cy="191"/>
          </a:xfrm>
          <a:custGeom>
            <a:avLst/>
            <a:gdLst/>
            <a:ahLst/>
            <a:cxnLst/>
            <a:rect l="0" t="0" r="0" b="0"/>
            <a:pathLst>
              <a:path w="86260" h="191">
                <a:moveTo>
                  <a:pt x="0" y="0"/>
                </a:moveTo>
                <a:lnTo>
                  <a:pt x="86260" y="0"/>
                </a:lnTo>
              </a:path>
            </a:pathLst>
          </a:custGeom>
          <a:noFill/>
          <a:ln w="19050">
            <a:solidFill>
              <a:srgbClr val="566AB4">
                <a:alpha val="100000"/>
              </a:srgbClr>
            </a:solidFill>
            <a:prstDash val="solid"/>
          </a:ln>
        </p:spPr>
      </p:sp>
      <p:sp>
        <p:nvSpPr>
          <p:cNvPr id="3433" name="LigandSeek2_vs_LigandSeek1_path_8947">
            <a:extLst>
              <a:ext uri="{FF2B5EF4-FFF2-40B4-BE49-F238E27FC236}">
                <a16:creationId xmlns:a16="http://schemas.microsoft.com/office/drawing/2014/main" id="{257F9C31-ED94-469C-95FA-A7CA7F757096}"/>
              </a:ext>
            </a:extLst>
          </p:cNvPr>
          <p:cNvSpPr>
            <a:spLocks noGrp="1"/>
          </p:cNvSpPr>
          <p:nvPr/>
        </p:nvSpPr>
        <p:spPr>
          <a:xfrm>
            <a:off x="4837506" y="1380805"/>
            <a:ext cx="86260" cy="191"/>
          </a:xfrm>
          <a:custGeom>
            <a:avLst/>
            <a:gdLst/>
            <a:ahLst/>
            <a:cxnLst/>
            <a:rect l="0" t="0" r="0" b="0"/>
            <a:pathLst>
              <a:path w="86260" h="191">
                <a:moveTo>
                  <a:pt x="0" y="0"/>
                </a:moveTo>
                <a:lnTo>
                  <a:pt x="86260" y="0"/>
                </a:lnTo>
              </a:path>
            </a:pathLst>
          </a:custGeom>
          <a:noFill/>
          <a:ln w="19050">
            <a:solidFill>
              <a:srgbClr val="566AB4">
                <a:alpha val="100000"/>
              </a:srgbClr>
            </a:solidFill>
            <a:prstDash val="solid"/>
          </a:ln>
        </p:spPr>
      </p:sp>
      <p:sp>
        <p:nvSpPr>
          <p:cNvPr id="3434" name="LigandSeek2_vs_LigandSeek1_path_8948">
            <a:extLst>
              <a:ext uri="{FF2B5EF4-FFF2-40B4-BE49-F238E27FC236}">
                <a16:creationId xmlns:a16="http://schemas.microsoft.com/office/drawing/2014/main" id="{A6291D0E-7E3F-4501-A0AE-00797F5E10BB}"/>
              </a:ext>
            </a:extLst>
          </p:cNvPr>
          <p:cNvSpPr>
            <a:spLocks noGrp="1"/>
          </p:cNvSpPr>
          <p:nvPr/>
        </p:nvSpPr>
        <p:spPr>
          <a:xfrm>
            <a:off x="3731535" y="1368485"/>
            <a:ext cx="86260" cy="191"/>
          </a:xfrm>
          <a:custGeom>
            <a:avLst/>
            <a:gdLst/>
            <a:ahLst/>
            <a:cxnLst/>
            <a:rect l="0" t="0" r="0" b="0"/>
            <a:pathLst>
              <a:path w="86260" h="191">
                <a:moveTo>
                  <a:pt x="0" y="0"/>
                </a:moveTo>
                <a:lnTo>
                  <a:pt x="86260" y="0"/>
                </a:lnTo>
              </a:path>
            </a:pathLst>
          </a:custGeom>
          <a:noFill/>
          <a:ln w="19050">
            <a:solidFill>
              <a:srgbClr val="7D8990">
                <a:alpha val="100000"/>
              </a:srgbClr>
            </a:solidFill>
            <a:prstDash val="solid"/>
          </a:ln>
        </p:spPr>
      </p:sp>
      <p:sp>
        <p:nvSpPr>
          <p:cNvPr id="3435" name="LigandSeek2_vs_LigandSeek1_path_8949">
            <a:extLst>
              <a:ext uri="{FF2B5EF4-FFF2-40B4-BE49-F238E27FC236}">
                <a16:creationId xmlns:a16="http://schemas.microsoft.com/office/drawing/2014/main" id="{966B283B-D429-441A-9B88-ADC1DD835647}"/>
              </a:ext>
            </a:extLst>
          </p:cNvPr>
          <p:cNvSpPr>
            <a:spLocks noGrp="1"/>
          </p:cNvSpPr>
          <p:nvPr/>
        </p:nvSpPr>
        <p:spPr>
          <a:xfrm>
            <a:off x="4347675" y="1253729"/>
            <a:ext cx="86260" cy="191"/>
          </a:xfrm>
          <a:custGeom>
            <a:avLst/>
            <a:gdLst/>
            <a:ahLst/>
            <a:cxnLst/>
            <a:rect l="0" t="0" r="0" b="0"/>
            <a:pathLst>
              <a:path w="86260" h="191">
                <a:moveTo>
                  <a:pt x="0" y="0"/>
                </a:moveTo>
                <a:lnTo>
                  <a:pt x="86260" y="0"/>
                </a:lnTo>
              </a:path>
            </a:pathLst>
          </a:custGeom>
          <a:noFill/>
          <a:ln w="19050">
            <a:solidFill>
              <a:srgbClr val="7D8990">
                <a:alpha val="100000"/>
              </a:srgbClr>
            </a:solidFill>
            <a:prstDash val="solid"/>
          </a:ln>
        </p:spPr>
      </p:sp>
      <p:sp>
        <p:nvSpPr>
          <p:cNvPr id="3436" name="LigandSeek2_vs_LigandSeek1_path_8950">
            <a:extLst>
              <a:ext uri="{FF2B5EF4-FFF2-40B4-BE49-F238E27FC236}">
                <a16:creationId xmlns:a16="http://schemas.microsoft.com/office/drawing/2014/main" id="{8870CDCD-8ABE-4A16-A329-1015CCD8597F}"/>
              </a:ext>
            </a:extLst>
          </p:cNvPr>
          <p:cNvSpPr>
            <a:spLocks noGrp="1"/>
          </p:cNvSpPr>
          <p:nvPr/>
        </p:nvSpPr>
        <p:spPr>
          <a:xfrm>
            <a:off x="4963815" y="1339174"/>
            <a:ext cx="86260" cy="191"/>
          </a:xfrm>
          <a:custGeom>
            <a:avLst/>
            <a:gdLst/>
            <a:ahLst/>
            <a:cxnLst/>
            <a:rect l="0" t="0" r="0" b="0"/>
            <a:pathLst>
              <a:path w="86260" h="191">
                <a:moveTo>
                  <a:pt x="0" y="0"/>
                </a:moveTo>
                <a:lnTo>
                  <a:pt x="86260" y="0"/>
                </a:lnTo>
              </a:path>
            </a:pathLst>
          </a:custGeom>
          <a:noFill/>
          <a:ln w="19050">
            <a:solidFill>
              <a:srgbClr val="7D8990">
                <a:alpha val="100000"/>
              </a:srgbClr>
            </a:solidFill>
            <a:prstDash val="solid"/>
          </a:ln>
        </p:spPr>
      </p:sp>
      <p:sp>
        <p:nvSpPr>
          <p:cNvPr id="3437" name="LigandSeek2_vs_LigandSeek1_path_8951">
            <a:extLst>
              <a:ext uri="{FF2B5EF4-FFF2-40B4-BE49-F238E27FC236}">
                <a16:creationId xmlns:a16="http://schemas.microsoft.com/office/drawing/2014/main" id="{B3899E33-3070-4422-A4AE-03C0FF04CDC6}"/>
              </a:ext>
            </a:extLst>
          </p:cNvPr>
          <p:cNvSpPr>
            <a:spLocks noGrp="1"/>
          </p:cNvSpPr>
          <p:nvPr/>
        </p:nvSpPr>
        <p:spPr>
          <a:xfrm>
            <a:off x="3857843" y="1421704"/>
            <a:ext cx="86260" cy="191"/>
          </a:xfrm>
          <a:custGeom>
            <a:avLst/>
            <a:gdLst/>
            <a:ahLst/>
            <a:cxnLst/>
            <a:rect l="0" t="0" r="0" b="0"/>
            <a:pathLst>
              <a:path w="86260" h="191">
                <a:moveTo>
                  <a:pt x="0" y="0"/>
                </a:moveTo>
                <a:lnTo>
                  <a:pt x="86260" y="0"/>
                </a:lnTo>
              </a:path>
            </a:pathLst>
          </a:custGeom>
          <a:noFill/>
          <a:ln w="19050">
            <a:solidFill>
              <a:srgbClr val="B08A60">
                <a:alpha val="100000"/>
              </a:srgbClr>
            </a:solidFill>
            <a:prstDash val="solid"/>
          </a:ln>
        </p:spPr>
      </p:sp>
      <p:sp>
        <p:nvSpPr>
          <p:cNvPr id="3438" name="LigandSeek2_vs_LigandSeek1_path_8952">
            <a:extLst>
              <a:ext uri="{FF2B5EF4-FFF2-40B4-BE49-F238E27FC236}">
                <a16:creationId xmlns:a16="http://schemas.microsoft.com/office/drawing/2014/main" id="{461B2F4A-6FA7-486E-8EBA-B4F3C0C7B701}"/>
              </a:ext>
            </a:extLst>
          </p:cNvPr>
          <p:cNvSpPr>
            <a:spLocks noGrp="1"/>
          </p:cNvSpPr>
          <p:nvPr/>
        </p:nvSpPr>
        <p:spPr>
          <a:xfrm>
            <a:off x="4473983" y="1309270"/>
            <a:ext cx="86260" cy="191"/>
          </a:xfrm>
          <a:custGeom>
            <a:avLst/>
            <a:gdLst/>
            <a:ahLst/>
            <a:cxnLst/>
            <a:rect l="0" t="0" r="0" b="0"/>
            <a:pathLst>
              <a:path w="86260" h="191">
                <a:moveTo>
                  <a:pt x="0" y="0"/>
                </a:moveTo>
                <a:lnTo>
                  <a:pt x="86260" y="0"/>
                </a:lnTo>
              </a:path>
            </a:pathLst>
          </a:custGeom>
          <a:noFill/>
          <a:ln w="19050">
            <a:solidFill>
              <a:srgbClr val="B08A60">
                <a:alpha val="100000"/>
              </a:srgbClr>
            </a:solidFill>
            <a:prstDash val="solid"/>
          </a:ln>
        </p:spPr>
      </p:sp>
      <p:sp>
        <p:nvSpPr>
          <p:cNvPr id="3439" name="LigandSeek2_vs_LigandSeek1_path_8953">
            <a:extLst>
              <a:ext uri="{FF2B5EF4-FFF2-40B4-BE49-F238E27FC236}">
                <a16:creationId xmlns:a16="http://schemas.microsoft.com/office/drawing/2014/main" id="{541641F6-04CA-4C05-8BBC-DA0BBF1F17F7}"/>
              </a:ext>
            </a:extLst>
          </p:cNvPr>
          <p:cNvSpPr>
            <a:spLocks noGrp="1"/>
          </p:cNvSpPr>
          <p:nvPr/>
        </p:nvSpPr>
        <p:spPr>
          <a:xfrm>
            <a:off x="5090123" y="1397752"/>
            <a:ext cx="86260" cy="191"/>
          </a:xfrm>
          <a:custGeom>
            <a:avLst/>
            <a:gdLst/>
            <a:ahLst/>
            <a:cxnLst/>
            <a:rect l="0" t="0" r="0" b="0"/>
            <a:pathLst>
              <a:path w="86260" h="191">
                <a:moveTo>
                  <a:pt x="0" y="0"/>
                </a:moveTo>
                <a:lnTo>
                  <a:pt x="86260" y="0"/>
                </a:lnTo>
              </a:path>
            </a:pathLst>
          </a:custGeom>
          <a:noFill/>
          <a:ln w="19050">
            <a:solidFill>
              <a:srgbClr val="B08A60">
                <a:alpha val="100000"/>
              </a:srgbClr>
            </a:solidFill>
            <a:prstDash val="solid"/>
          </a:ln>
        </p:spPr>
      </p:sp>
      <p:sp>
        <p:nvSpPr>
          <p:cNvPr id="3440" name="LigandSeek2_vs_LigandSeek1_path_8954">
            <a:extLst>
              <a:ext uri="{FF2B5EF4-FFF2-40B4-BE49-F238E27FC236}">
                <a16:creationId xmlns:a16="http://schemas.microsoft.com/office/drawing/2014/main" id="{4F4639DB-9203-4956-A7DE-F440EEF134C5}"/>
              </a:ext>
            </a:extLst>
          </p:cNvPr>
          <p:cNvSpPr>
            <a:spLocks noGrp="1"/>
          </p:cNvSpPr>
          <p:nvPr/>
        </p:nvSpPr>
        <p:spPr>
          <a:xfrm>
            <a:off x="586800" y="2649690"/>
            <a:ext cx="1848420" cy="1848420"/>
          </a:xfrm>
          <a:custGeom>
            <a:avLst/>
            <a:gdLst/>
            <a:ahLst/>
            <a:cxnLst/>
            <a:rect l="0" t="0" r="0" b="0"/>
            <a:pathLst>
              <a:path w="1848420" h="1848420">
                <a:moveTo>
                  <a:pt x="0" y="1848420"/>
                </a:moveTo>
                <a:lnTo>
                  <a:pt x="1848420" y="1848420"/>
                </a:lnTo>
                <a:lnTo>
                  <a:pt x="1848420" y="0"/>
                </a:lnTo>
                <a:lnTo>
                  <a:pt x="0" y="0"/>
                </a:lnTo>
                <a:lnTo>
                  <a:pt x="0" y="1848420"/>
                </a:lnTo>
                <a:close/>
              </a:path>
            </a:pathLst>
          </a:custGeom>
          <a:solidFill>
            <a:srgbClr val="FFFFFF">
              <a:alpha val="100000"/>
            </a:srgbClr>
          </a:solidFill>
          <a:ln w="0">
            <a:noFill/>
            <a:prstDash val="solid"/>
          </a:ln>
        </p:spPr>
      </p:sp>
      <p:sp>
        <p:nvSpPr>
          <p:cNvPr id="3441" name="LigandSeek2_vs_LigandSeek1_path_8955">
            <a:extLst>
              <a:ext uri="{FF2B5EF4-FFF2-40B4-BE49-F238E27FC236}">
                <a16:creationId xmlns:a16="http://schemas.microsoft.com/office/drawing/2014/main" id="{1A35C59E-B0A5-41E2-8975-AA30E8EAB425}"/>
              </a:ext>
            </a:extLst>
          </p:cNvPr>
          <p:cNvSpPr>
            <a:spLocks noGrp="1"/>
          </p:cNvSpPr>
          <p:nvPr/>
        </p:nvSpPr>
        <p:spPr>
          <a:xfrm>
            <a:off x="586800" y="4451900"/>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2" name="LigandSeek2_vs_LigandSeek1_path_8956">
            <a:extLst>
              <a:ext uri="{FF2B5EF4-FFF2-40B4-BE49-F238E27FC236}">
                <a16:creationId xmlns:a16="http://schemas.microsoft.com/office/drawing/2014/main" id="{6DD500DE-AA86-4321-9EBF-EB83AB6A2858}"/>
              </a:ext>
            </a:extLst>
          </p:cNvPr>
          <p:cNvSpPr>
            <a:spLocks noGrp="1"/>
          </p:cNvSpPr>
          <p:nvPr/>
        </p:nvSpPr>
        <p:spPr>
          <a:xfrm>
            <a:off x="679221" y="4359479"/>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3" name="LigandSeek2_vs_LigandSeek1_path_8957">
            <a:extLst>
              <a:ext uri="{FF2B5EF4-FFF2-40B4-BE49-F238E27FC236}">
                <a16:creationId xmlns:a16="http://schemas.microsoft.com/office/drawing/2014/main" id="{7589F6C3-A712-42D3-BBD6-3F434A726B42}"/>
              </a:ext>
            </a:extLst>
          </p:cNvPr>
          <p:cNvSpPr>
            <a:spLocks noGrp="1"/>
          </p:cNvSpPr>
          <p:nvPr/>
        </p:nvSpPr>
        <p:spPr>
          <a:xfrm>
            <a:off x="771642" y="4267058"/>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4" name="LigandSeek2_vs_LigandSeek1_path_8958">
            <a:extLst>
              <a:ext uri="{FF2B5EF4-FFF2-40B4-BE49-F238E27FC236}">
                <a16:creationId xmlns:a16="http://schemas.microsoft.com/office/drawing/2014/main" id="{AF2073C2-A1D9-4B77-86CD-DD2D0804C2E6}"/>
              </a:ext>
            </a:extLst>
          </p:cNvPr>
          <p:cNvSpPr>
            <a:spLocks noGrp="1"/>
          </p:cNvSpPr>
          <p:nvPr/>
        </p:nvSpPr>
        <p:spPr>
          <a:xfrm>
            <a:off x="864063" y="4174636"/>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5" name="LigandSeek2_vs_LigandSeek1_path_8959">
            <a:extLst>
              <a:ext uri="{FF2B5EF4-FFF2-40B4-BE49-F238E27FC236}">
                <a16:creationId xmlns:a16="http://schemas.microsoft.com/office/drawing/2014/main" id="{3C36D23C-051B-4485-940E-008DF7F224C4}"/>
              </a:ext>
            </a:extLst>
          </p:cNvPr>
          <p:cNvSpPr>
            <a:spLocks noGrp="1"/>
          </p:cNvSpPr>
          <p:nvPr/>
        </p:nvSpPr>
        <p:spPr>
          <a:xfrm>
            <a:off x="956484" y="4082215"/>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6" name="LigandSeek2_vs_LigandSeek1_path_8960">
            <a:extLst>
              <a:ext uri="{FF2B5EF4-FFF2-40B4-BE49-F238E27FC236}">
                <a16:creationId xmlns:a16="http://schemas.microsoft.com/office/drawing/2014/main" id="{B68D765A-410E-43CE-AC89-FD93B21BBA5A}"/>
              </a:ext>
            </a:extLst>
          </p:cNvPr>
          <p:cNvSpPr>
            <a:spLocks noGrp="1"/>
          </p:cNvSpPr>
          <p:nvPr/>
        </p:nvSpPr>
        <p:spPr>
          <a:xfrm>
            <a:off x="1048905" y="3989794"/>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7" name="LigandSeek2_vs_LigandSeek1_path_8961">
            <a:extLst>
              <a:ext uri="{FF2B5EF4-FFF2-40B4-BE49-F238E27FC236}">
                <a16:creationId xmlns:a16="http://schemas.microsoft.com/office/drawing/2014/main" id="{CCEA72A6-5EB3-4843-BD0A-4B918DCE22CE}"/>
              </a:ext>
            </a:extLst>
          </p:cNvPr>
          <p:cNvSpPr>
            <a:spLocks noGrp="1"/>
          </p:cNvSpPr>
          <p:nvPr/>
        </p:nvSpPr>
        <p:spPr>
          <a:xfrm>
            <a:off x="1141326" y="3897373"/>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8" name="LigandSeek2_vs_LigandSeek1_path_8962">
            <a:extLst>
              <a:ext uri="{FF2B5EF4-FFF2-40B4-BE49-F238E27FC236}">
                <a16:creationId xmlns:a16="http://schemas.microsoft.com/office/drawing/2014/main" id="{E926776C-21C0-4FFE-8067-CA102F0A1433}"/>
              </a:ext>
            </a:extLst>
          </p:cNvPr>
          <p:cNvSpPr>
            <a:spLocks noGrp="1"/>
          </p:cNvSpPr>
          <p:nvPr/>
        </p:nvSpPr>
        <p:spPr>
          <a:xfrm>
            <a:off x="1233747" y="3804952"/>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49" name="LigandSeek2_vs_LigandSeek1_path_8963">
            <a:extLst>
              <a:ext uri="{FF2B5EF4-FFF2-40B4-BE49-F238E27FC236}">
                <a16:creationId xmlns:a16="http://schemas.microsoft.com/office/drawing/2014/main" id="{DE782548-7555-4CF7-984C-94161FE4E43D}"/>
              </a:ext>
            </a:extLst>
          </p:cNvPr>
          <p:cNvSpPr>
            <a:spLocks noGrp="1"/>
          </p:cNvSpPr>
          <p:nvPr/>
        </p:nvSpPr>
        <p:spPr>
          <a:xfrm>
            <a:off x="1326168" y="3712532"/>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0" name="LigandSeek2_vs_LigandSeek1_path_8964">
            <a:extLst>
              <a:ext uri="{FF2B5EF4-FFF2-40B4-BE49-F238E27FC236}">
                <a16:creationId xmlns:a16="http://schemas.microsoft.com/office/drawing/2014/main" id="{D2900DCE-861C-4097-AB5D-491BF577723F}"/>
              </a:ext>
            </a:extLst>
          </p:cNvPr>
          <p:cNvSpPr>
            <a:spLocks noGrp="1"/>
          </p:cNvSpPr>
          <p:nvPr/>
        </p:nvSpPr>
        <p:spPr>
          <a:xfrm>
            <a:off x="1418589" y="3620111"/>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1" name="LigandSeek2_vs_LigandSeek1_path_8965">
            <a:extLst>
              <a:ext uri="{FF2B5EF4-FFF2-40B4-BE49-F238E27FC236}">
                <a16:creationId xmlns:a16="http://schemas.microsoft.com/office/drawing/2014/main" id="{E464E437-318C-45AF-A941-09D6057BCD51}"/>
              </a:ext>
            </a:extLst>
          </p:cNvPr>
          <p:cNvSpPr>
            <a:spLocks noGrp="1"/>
          </p:cNvSpPr>
          <p:nvPr/>
        </p:nvSpPr>
        <p:spPr>
          <a:xfrm>
            <a:off x="1511010" y="3527690"/>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2" name="LigandSeek2_vs_LigandSeek1_path_8966">
            <a:extLst>
              <a:ext uri="{FF2B5EF4-FFF2-40B4-BE49-F238E27FC236}">
                <a16:creationId xmlns:a16="http://schemas.microsoft.com/office/drawing/2014/main" id="{B7EEA22F-8022-4E40-9015-0CEA049326F2}"/>
              </a:ext>
            </a:extLst>
          </p:cNvPr>
          <p:cNvSpPr>
            <a:spLocks noGrp="1"/>
          </p:cNvSpPr>
          <p:nvPr/>
        </p:nvSpPr>
        <p:spPr>
          <a:xfrm>
            <a:off x="1603431" y="3435269"/>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3" name="LigandSeek2_vs_LigandSeek1_path_8967">
            <a:extLst>
              <a:ext uri="{FF2B5EF4-FFF2-40B4-BE49-F238E27FC236}">
                <a16:creationId xmlns:a16="http://schemas.microsoft.com/office/drawing/2014/main" id="{3B9B6A9D-1016-4769-BDAC-5BD3097A6418}"/>
              </a:ext>
            </a:extLst>
          </p:cNvPr>
          <p:cNvSpPr>
            <a:spLocks noGrp="1"/>
          </p:cNvSpPr>
          <p:nvPr/>
        </p:nvSpPr>
        <p:spPr>
          <a:xfrm>
            <a:off x="1695852" y="3342848"/>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4" name="LigandSeek2_vs_LigandSeek1_path_8968">
            <a:extLst>
              <a:ext uri="{FF2B5EF4-FFF2-40B4-BE49-F238E27FC236}">
                <a16:creationId xmlns:a16="http://schemas.microsoft.com/office/drawing/2014/main" id="{8EB4412F-A2AA-4853-BADA-B7C082DAFDB3}"/>
              </a:ext>
            </a:extLst>
          </p:cNvPr>
          <p:cNvSpPr>
            <a:spLocks noGrp="1"/>
          </p:cNvSpPr>
          <p:nvPr/>
        </p:nvSpPr>
        <p:spPr>
          <a:xfrm>
            <a:off x="1788273" y="3250426"/>
            <a:ext cx="46210" cy="46211"/>
          </a:xfrm>
          <a:custGeom>
            <a:avLst/>
            <a:gdLst/>
            <a:ahLst/>
            <a:cxnLst/>
            <a:rect l="0" t="0" r="0" b="0"/>
            <a:pathLst>
              <a:path w="46210" h="46211">
                <a:moveTo>
                  <a:pt x="0" y="46211"/>
                </a:moveTo>
                <a:lnTo>
                  <a:pt x="46210" y="0"/>
                </a:lnTo>
              </a:path>
            </a:pathLst>
          </a:custGeom>
          <a:noFill/>
          <a:ln w="8255">
            <a:solidFill>
              <a:srgbClr val="939CA2">
                <a:alpha val="100000"/>
              </a:srgbClr>
            </a:solidFill>
            <a:prstDash val="solid"/>
          </a:ln>
        </p:spPr>
      </p:sp>
      <p:sp>
        <p:nvSpPr>
          <p:cNvPr id="3455" name="LigandSeek2_vs_LigandSeek1_path_8969">
            <a:extLst>
              <a:ext uri="{FF2B5EF4-FFF2-40B4-BE49-F238E27FC236}">
                <a16:creationId xmlns:a16="http://schemas.microsoft.com/office/drawing/2014/main" id="{FDBAC9FA-5A76-4866-94D8-6736E05DA50C}"/>
              </a:ext>
            </a:extLst>
          </p:cNvPr>
          <p:cNvSpPr>
            <a:spLocks noGrp="1"/>
          </p:cNvSpPr>
          <p:nvPr/>
        </p:nvSpPr>
        <p:spPr>
          <a:xfrm>
            <a:off x="1880694" y="3158005"/>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6" name="LigandSeek2_vs_LigandSeek1_path_8970">
            <a:extLst>
              <a:ext uri="{FF2B5EF4-FFF2-40B4-BE49-F238E27FC236}">
                <a16:creationId xmlns:a16="http://schemas.microsoft.com/office/drawing/2014/main" id="{017C015D-8588-49DE-BF74-D54544DBFF29}"/>
              </a:ext>
            </a:extLst>
          </p:cNvPr>
          <p:cNvSpPr>
            <a:spLocks noGrp="1"/>
          </p:cNvSpPr>
          <p:nvPr/>
        </p:nvSpPr>
        <p:spPr>
          <a:xfrm>
            <a:off x="1973115" y="3065584"/>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7" name="LigandSeek2_vs_LigandSeek1_path_8971">
            <a:extLst>
              <a:ext uri="{FF2B5EF4-FFF2-40B4-BE49-F238E27FC236}">
                <a16:creationId xmlns:a16="http://schemas.microsoft.com/office/drawing/2014/main" id="{022C5809-C082-4C31-ABFB-D7C256694316}"/>
              </a:ext>
            </a:extLst>
          </p:cNvPr>
          <p:cNvSpPr>
            <a:spLocks noGrp="1"/>
          </p:cNvSpPr>
          <p:nvPr/>
        </p:nvSpPr>
        <p:spPr>
          <a:xfrm>
            <a:off x="2065536" y="2973163"/>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8" name="LigandSeek2_vs_LigandSeek1_path_8972">
            <a:extLst>
              <a:ext uri="{FF2B5EF4-FFF2-40B4-BE49-F238E27FC236}">
                <a16:creationId xmlns:a16="http://schemas.microsoft.com/office/drawing/2014/main" id="{0F1D5E98-11C4-4321-94BC-A98C013E1A39}"/>
              </a:ext>
            </a:extLst>
          </p:cNvPr>
          <p:cNvSpPr>
            <a:spLocks noGrp="1"/>
          </p:cNvSpPr>
          <p:nvPr/>
        </p:nvSpPr>
        <p:spPr>
          <a:xfrm>
            <a:off x="2157957" y="2880742"/>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59" name="LigandSeek2_vs_LigandSeek1_path_8973">
            <a:extLst>
              <a:ext uri="{FF2B5EF4-FFF2-40B4-BE49-F238E27FC236}">
                <a16:creationId xmlns:a16="http://schemas.microsoft.com/office/drawing/2014/main" id="{4F73EBB5-5ED3-4719-953B-C510971EEA12}"/>
              </a:ext>
            </a:extLst>
          </p:cNvPr>
          <p:cNvSpPr>
            <a:spLocks noGrp="1"/>
          </p:cNvSpPr>
          <p:nvPr/>
        </p:nvSpPr>
        <p:spPr>
          <a:xfrm>
            <a:off x="2250378" y="2788321"/>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60" name="LigandSeek2_vs_LigandSeek1_path_8974">
            <a:extLst>
              <a:ext uri="{FF2B5EF4-FFF2-40B4-BE49-F238E27FC236}">
                <a16:creationId xmlns:a16="http://schemas.microsoft.com/office/drawing/2014/main" id="{F7320750-920B-46DE-B76A-2C348E89BA49}"/>
              </a:ext>
            </a:extLst>
          </p:cNvPr>
          <p:cNvSpPr>
            <a:spLocks noGrp="1"/>
          </p:cNvSpPr>
          <p:nvPr/>
        </p:nvSpPr>
        <p:spPr>
          <a:xfrm>
            <a:off x="2342799" y="2695901"/>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461" name="LigandSeek2_vs_LigandSeek1_path_8975">
            <a:extLst>
              <a:ext uri="{FF2B5EF4-FFF2-40B4-BE49-F238E27FC236}">
                <a16:creationId xmlns:a16="http://schemas.microsoft.com/office/drawing/2014/main" id="{8EB32D65-5A45-41E7-8A8A-8DC2072B565C}"/>
              </a:ext>
            </a:extLst>
          </p:cNvPr>
          <p:cNvSpPr>
            <a:spLocks noGrp="1"/>
          </p:cNvSpPr>
          <p:nvPr/>
        </p:nvSpPr>
        <p:spPr>
          <a:xfrm>
            <a:off x="586800" y="4498110"/>
            <a:ext cx="191" cy="29210"/>
          </a:xfrm>
          <a:custGeom>
            <a:avLst/>
            <a:gdLst/>
            <a:ahLst/>
            <a:cxnLst/>
            <a:rect l="0" t="0" r="0" b="0"/>
            <a:pathLst>
              <a:path w="191" h="29210">
                <a:moveTo>
                  <a:pt x="0" y="0"/>
                </a:moveTo>
                <a:lnTo>
                  <a:pt x="0" y="29210"/>
                </a:lnTo>
              </a:path>
            </a:pathLst>
          </a:custGeom>
          <a:solidFill>
            <a:srgbClr val="000000">
              <a:alpha val="100000"/>
            </a:srgbClr>
          </a:solidFill>
          <a:ln w="6985">
            <a:solidFill>
              <a:srgbClr val="000000">
                <a:alpha val="100000"/>
              </a:srgbClr>
            </a:solidFill>
            <a:prstDash val="solid"/>
          </a:ln>
        </p:spPr>
      </p:sp>
      <p:sp>
        <p:nvSpPr>
          <p:cNvPr id="3462" name="LigandSeek2_vs_LigandSeek1_text_8976">
            <a:extLst>
              <a:ext uri="{FF2B5EF4-FFF2-40B4-BE49-F238E27FC236}">
                <a16:creationId xmlns:a16="http://schemas.microsoft.com/office/drawing/2014/main" id="{1462D3D6-E229-4538-AD5D-C05ECD09D3BB}"/>
              </a:ext>
            </a:extLst>
          </p:cNvPr>
          <p:cNvSpPr>
            <a:spLocks noGrp="1"/>
          </p:cNvSpPr>
          <p:nvPr/>
        </p:nvSpPr>
        <p:spPr>
          <a:xfrm rot="0">
            <a:off x="470976" y="4560610"/>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3463" name="LigandSeek2_vs_LigandSeek1_path_8977">
            <a:extLst>
              <a:ext uri="{FF2B5EF4-FFF2-40B4-BE49-F238E27FC236}">
                <a16:creationId xmlns:a16="http://schemas.microsoft.com/office/drawing/2014/main" id="{18FA9358-BD36-489D-80B4-C0AF2141210E}"/>
              </a:ext>
            </a:extLst>
          </p:cNvPr>
          <p:cNvSpPr>
            <a:spLocks noGrp="1"/>
          </p:cNvSpPr>
          <p:nvPr/>
        </p:nvSpPr>
        <p:spPr>
          <a:xfrm>
            <a:off x="1511010" y="4498110"/>
            <a:ext cx="191" cy="29210"/>
          </a:xfrm>
          <a:custGeom>
            <a:avLst/>
            <a:gdLst/>
            <a:ahLst/>
            <a:cxnLst/>
            <a:rect l="0" t="0" r="0" b="0"/>
            <a:pathLst>
              <a:path w="191" h="29210">
                <a:moveTo>
                  <a:pt x="0" y="0"/>
                </a:moveTo>
                <a:lnTo>
                  <a:pt x="0" y="29210"/>
                </a:lnTo>
              </a:path>
            </a:pathLst>
          </a:custGeom>
          <a:solidFill>
            <a:srgbClr val="000000">
              <a:alpha val="100000"/>
            </a:srgbClr>
          </a:solidFill>
          <a:ln w="6985">
            <a:solidFill>
              <a:srgbClr val="000000">
                <a:alpha val="100000"/>
              </a:srgbClr>
            </a:solidFill>
            <a:prstDash val="solid"/>
          </a:ln>
        </p:spPr>
      </p:sp>
      <p:sp>
        <p:nvSpPr>
          <p:cNvPr id="3464" name="LigandSeek2_vs_LigandSeek1_text_8978">
            <a:extLst>
              <a:ext uri="{FF2B5EF4-FFF2-40B4-BE49-F238E27FC236}">
                <a16:creationId xmlns:a16="http://schemas.microsoft.com/office/drawing/2014/main" id="{C4DDF141-5FA0-4E97-83BE-5F543E5B5159}"/>
              </a:ext>
            </a:extLst>
          </p:cNvPr>
          <p:cNvSpPr>
            <a:spLocks noGrp="1"/>
          </p:cNvSpPr>
          <p:nvPr/>
        </p:nvSpPr>
        <p:spPr>
          <a:xfrm rot="0">
            <a:off x="1395186" y="4560610"/>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3465" name="LigandSeek2_vs_LigandSeek1_path_8979">
            <a:extLst>
              <a:ext uri="{FF2B5EF4-FFF2-40B4-BE49-F238E27FC236}">
                <a16:creationId xmlns:a16="http://schemas.microsoft.com/office/drawing/2014/main" id="{1B201087-CAE4-477E-83D0-22446CC063E2}"/>
              </a:ext>
            </a:extLst>
          </p:cNvPr>
          <p:cNvSpPr>
            <a:spLocks noGrp="1"/>
          </p:cNvSpPr>
          <p:nvPr/>
        </p:nvSpPr>
        <p:spPr>
          <a:xfrm>
            <a:off x="2435220" y="4498110"/>
            <a:ext cx="191" cy="29210"/>
          </a:xfrm>
          <a:custGeom>
            <a:avLst/>
            <a:gdLst/>
            <a:ahLst/>
            <a:cxnLst/>
            <a:rect l="0" t="0" r="0" b="0"/>
            <a:pathLst>
              <a:path w="191" h="29210">
                <a:moveTo>
                  <a:pt x="0" y="0"/>
                </a:moveTo>
                <a:lnTo>
                  <a:pt x="0" y="29210"/>
                </a:lnTo>
              </a:path>
            </a:pathLst>
          </a:custGeom>
          <a:solidFill>
            <a:srgbClr val="000000">
              <a:alpha val="100000"/>
            </a:srgbClr>
          </a:solidFill>
          <a:ln w="6985">
            <a:solidFill>
              <a:srgbClr val="000000">
                <a:alpha val="100000"/>
              </a:srgbClr>
            </a:solidFill>
            <a:prstDash val="solid"/>
          </a:ln>
        </p:spPr>
      </p:sp>
      <p:sp>
        <p:nvSpPr>
          <p:cNvPr id="3466" name="LigandSeek2_vs_LigandSeek1_text_8980">
            <a:extLst>
              <a:ext uri="{FF2B5EF4-FFF2-40B4-BE49-F238E27FC236}">
                <a16:creationId xmlns:a16="http://schemas.microsoft.com/office/drawing/2014/main" id="{10868109-363F-4BFD-A0F0-F9E42EC70110}"/>
              </a:ext>
            </a:extLst>
          </p:cNvPr>
          <p:cNvSpPr>
            <a:spLocks noGrp="1"/>
          </p:cNvSpPr>
          <p:nvPr/>
        </p:nvSpPr>
        <p:spPr>
          <a:xfrm rot="0">
            <a:off x="2319396" y="4560610"/>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3467" name="LigandSeek2_vs_LigandSeek1_text_8981">
            <a:extLst>
              <a:ext uri="{FF2B5EF4-FFF2-40B4-BE49-F238E27FC236}">
                <a16:creationId xmlns:a16="http://schemas.microsoft.com/office/drawing/2014/main" id="{1306B09D-E022-4F3A-9563-54B7504D4D4B}"/>
              </a:ext>
            </a:extLst>
          </p:cNvPr>
          <p:cNvSpPr>
            <a:spLocks noGrp="1"/>
          </p:cNvSpPr>
          <p:nvPr/>
        </p:nvSpPr>
        <p:spPr>
          <a:xfrm rot="0">
            <a:off x="1110331" y="4698631"/>
            <a:ext cx="807707"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LigandSeek (CA2)</a:t>
            </a:r>
          </a:p>
        </p:txBody>
      </p:sp>
      <p:sp>
        <p:nvSpPr>
          <p:cNvPr id="3468" name="LigandSeek2_vs_LigandSeek1_path_8982">
            <a:extLst>
              <a:ext uri="{FF2B5EF4-FFF2-40B4-BE49-F238E27FC236}">
                <a16:creationId xmlns:a16="http://schemas.microsoft.com/office/drawing/2014/main" id="{78EE7D92-6FC6-464D-9B35-1DAF7B48E5A5}"/>
              </a:ext>
            </a:extLst>
          </p:cNvPr>
          <p:cNvSpPr>
            <a:spLocks noGrp="1"/>
          </p:cNvSpPr>
          <p:nvPr/>
        </p:nvSpPr>
        <p:spPr>
          <a:xfrm>
            <a:off x="557590" y="4498110"/>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3469" name="LigandSeek2_vs_LigandSeek1_text_8983">
            <a:extLst>
              <a:ext uri="{FF2B5EF4-FFF2-40B4-BE49-F238E27FC236}">
                <a16:creationId xmlns:a16="http://schemas.microsoft.com/office/drawing/2014/main" id="{8BC1DAB2-A4BC-47B6-B323-7165F2D63CBE}"/>
              </a:ext>
            </a:extLst>
          </p:cNvPr>
          <p:cNvSpPr>
            <a:spLocks noGrp="1"/>
          </p:cNvSpPr>
          <p:nvPr/>
        </p:nvSpPr>
        <p:spPr>
          <a:xfrm rot="0">
            <a:off x="281492" y="4452398"/>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3470" name="LigandSeek2_vs_LigandSeek1_path_8984">
            <a:extLst>
              <a:ext uri="{FF2B5EF4-FFF2-40B4-BE49-F238E27FC236}">
                <a16:creationId xmlns:a16="http://schemas.microsoft.com/office/drawing/2014/main" id="{B07E0095-DD6B-45D9-8DC2-4425224D731B}"/>
              </a:ext>
            </a:extLst>
          </p:cNvPr>
          <p:cNvSpPr>
            <a:spLocks noGrp="1"/>
          </p:cNvSpPr>
          <p:nvPr/>
        </p:nvSpPr>
        <p:spPr>
          <a:xfrm>
            <a:off x="557590" y="3573900"/>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3471" name="LigandSeek2_vs_LigandSeek1_text_8985">
            <a:extLst>
              <a:ext uri="{FF2B5EF4-FFF2-40B4-BE49-F238E27FC236}">
                <a16:creationId xmlns:a16="http://schemas.microsoft.com/office/drawing/2014/main" id="{AED514F5-360F-4389-9CDE-A3E2F750C6FC}"/>
              </a:ext>
            </a:extLst>
          </p:cNvPr>
          <p:cNvSpPr>
            <a:spLocks noGrp="1"/>
          </p:cNvSpPr>
          <p:nvPr/>
        </p:nvSpPr>
        <p:spPr>
          <a:xfrm rot="0">
            <a:off x="281492" y="3528188"/>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3472" name="LigandSeek2_vs_LigandSeek1_path_8986">
            <a:extLst>
              <a:ext uri="{FF2B5EF4-FFF2-40B4-BE49-F238E27FC236}">
                <a16:creationId xmlns:a16="http://schemas.microsoft.com/office/drawing/2014/main" id="{A5281440-AAC4-4501-B418-30B08152AE9E}"/>
              </a:ext>
            </a:extLst>
          </p:cNvPr>
          <p:cNvSpPr>
            <a:spLocks noGrp="1"/>
          </p:cNvSpPr>
          <p:nvPr/>
        </p:nvSpPr>
        <p:spPr>
          <a:xfrm>
            <a:off x="557590" y="2649690"/>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3473" name="LigandSeek2_vs_LigandSeek1_text_8987">
            <a:extLst>
              <a:ext uri="{FF2B5EF4-FFF2-40B4-BE49-F238E27FC236}">
                <a16:creationId xmlns:a16="http://schemas.microsoft.com/office/drawing/2014/main" id="{0436AA22-D3AA-4377-B9B8-F01C62F1F3C7}"/>
              </a:ext>
            </a:extLst>
          </p:cNvPr>
          <p:cNvSpPr>
            <a:spLocks noGrp="1"/>
          </p:cNvSpPr>
          <p:nvPr/>
        </p:nvSpPr>
        <p:spPr>
          <a:xfrm rot="0">
            <a:off x="281492" y="2603978"/>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3474" name="LigandSeek2_vs_LigandSeek1_text_8988">
            <a:extLst>
              <a:ext uri="{FF2B5EF4-FFF2-40B4-BE49-F238E27FC236}">
                <a16:creationId xmlns:a16="http://schemas.microsoft.com/office/drawing/2014/main" id="{95006168-37CC-40AD-99B2-AB510E318B55}"/>
              </a:ext>
            </a:extLst>
          </p:cNvPr>
          <p:cNvSpPr>
            <a:spLocks noGrp="1"/>
          </p:cNvSpPr>
          <p:nvPr/>
        </p:nvSpPr>
        <p:spPr>
          <a:xfrm rot="-5400000">
            <a:off x="-355070" y="3502463"/>
            <a:ext cx="1099401"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LigandSeek2-Find (CA2)</a:t>
            </a:r>
          </a:p>
        </p:txBody>
      </p:sp>
      <p:sp>
        <p:nvSpPr>
          <p:cNvPr id="3475" name="LigandSeek2_vs_LigandSeek1_ellipse_8989">
            <a:extLst>
              <a:ext uri="{FF2B5EF4-FFF2-40B4-BE49-F238E27FC236}">
                <a16:creationId xmlns:a16="http://schemas.microsoft.com/office/drawing/2014/main" id="{D91AE5CB-DE1A-4644-A0BF-059C4F7BEC96}"/>
              </a:ext>
            </a:extLst>
          </p:cNvPr>
          <p:cNvSpPr>
            <a:spLocks noGrp="1"/>
          </p:cNvSpPr>
          <p:nvPr/>
        </p:nvSpPr>
        <p:spPr>
          <a:xfrm>
            <a:off x="2414159" y="2628629"/>
            <a:ext cx="42121" cy="42121"/>
          </a:xfrm>
          <a:prstGeom prst="ellipse">
            <a:avLst/>
          </a:prstGeom>
          <a:solidFill>
            <a:srgbClr val="365D8D">
              <a:alpha val="82000"/>
            </a:srgbClr>
          </a:solidFill>
          <a:ln w="2794">
            <a:solidFill>
              <a:srgbClr val="FFFFFF">
                <a:alpha val="82000"/>
              </a:srgbClr>
            </a:solidFill>
            <a:prstDash val="solid"/>
          </a:ln>
        </p:spPr>
      </p:sp>
      <p:sp>
        <p:nvSpPr>
          <p:cNvPr id="3476" name="LigandSeek2_vs_LigandSeek1_ellipse_8990">
            <a:extLst>
              <a:ext uri="{FF2B5EF4-FFF2-40B4-BE49-F238E27FC236}">
                <a16:creationId xmlns:a16="http://schemas.microsoft.com/office/drawing/2014/main" id="{5A31A27A-9C75-4324-9755-BDACDC40BCAB}"/>
              </a:ext>
            </a:extLst>
          </p:cNvPr>
          <p:cNvSpPr>
            <a:spLocks noGrp="1"/>
          </p:cNvSpPr>
          <p:nvPr/>
        </p:nvSpPr>
        <p:spPr>
          <a:xfrm>
            <a:off x="565739" y="3119341"/>
            <a:ext cx="42121" cy="42121"/>
          </a:xfrm>
          <a:prstGeom prst="ellipse">
            <a:avLst/>
          </a:prstGeom>
          <a:solidFill>
            <a:srgbClr val="31688E">
              <a:alpha val="82000"/>
            </a:srgbClr>
          </a:solidFill>
          <a:ln w="2794">
            <a:solidFill>
              <a:srgbClr val="FFFFFF">
                <a:alpha val="82000"/>
              </a:srgbClr>
            </a:solidFill>
            <a:prstDash val="solid"/>
          </a:ln>
        </p:spPr>
      </p:sp>
      <p:sp>
        <p:nvSpPr>
          <p:cNvPr id="3477" name="LigandSeek2_vs_LigandSeek1_ellipse_8991">
            <a:extLst>
              <a:ext uri="{FF2B5EF4-FFF2-40B4-BE49-F238E27FC236}">
                <a16:creationId xmlns:a16="http://schemas.microsoft.com/office/drawing/2014/main" id="{F9F7C0DA-88BA-47F6-84FF-D6B6F83E9046}"/>
              </a:ext>
            </a:extLst>
          </p:cNvPr>
          <p:cNvSpPr>
            <a:spLocks noGrp="1"/>
          </p:cNvSpPr>
          <p:nvPr/>
        </p:nvSpPr>
        <p:spPr>
          <a:xfrm>
            <a:off x="2414159" y="2628629"/>
            <a:ext cx="42121" cy="42121"/>
          </a:xfrm>
          <a:prstGeom prst="ellipse">
            <a:avLst/>
          </a:prstGeom>
          <a:solidFill>
            <a:srgbClr val="443983">
              <a:alpha val="82000"/>
            </a:srgbClr>
          </a:solidFill>
          <a:ln w="2794">
            <a:solidFill>
              <a:srgbClr val="FFFFFF">
                <a:alpha val="82000"/>
              </a:srgbClr>
            </a:solidFill>
            <a:prstDash val="solid"/>
          </a:ln>
        </p:spPr>
      </p:sp>
      <p:sp>
        <p:nvSpPr>
          <p:cNvPr id="3478" name="LigandSeek2_vs_LigandSeek1_ellipse_8992">
            <a:extLst>
              <a:ext uri="{FF2B5EF4-FFF2-40B4-BE49-F238E27FC236}">
                <a16:creationId xmlns:a16="http://schemas.microsoft.com/office/drawing/2014/main" id="{5A879F6D-4ACC-41C0-A059-2EC10CBA1FD9}"/>
              </a:ext>
            </a:extLst>
          </p:cNvPr>
          <p:cNvSpPr>
            <a:spLocks noGrp="1"/>
          </p:cNvSpPr>
          <p:nvPr/>
        </p:nvSpPr>
        <p:spPr>
          <a:xfrm>
            <a:off x="565739" y="4168979"/>
            <a:ext cx="42121" cy="42121"/>
          </a:xfrm>
          <a:prstGeom prst="ellipse">
            <a:avLst/>
          </a:prstGeom>
          <a:solidFill>
            <a:srgbClr val="404588">
              <a:alpha val="82000"/>
            </a:srgbClr>
          </a:solidFill>
          <a:ln w="2794">
            <a:solidFill>
              <a:srgbClr val="FFFFFF">
                <a:alpha val="82000"/>
              </a:srgbClr>
            </a:solidFill>
            <a:prstDash val="solid"/>
          </a:ln>
        </p:spPr>
      </p:sp>
      <p:sp>
        <p:nvSpPr>
          <p:cNvPr id="3479" name="LigandSeek2_vs_LigandSeek1_ellipse_8993">
            <a:extLst>
              <a:ext uri="{FF2B5EF4-FFF2-40B4-BE49-F238E27FC236}">
                <a16:creationId xmlns:a16="http://schemas.microsoft.com/office/drawing/2014/main" id="{399AEB6F-C61A-450C-AF61-7187CBCF797C}"/>
              </a:ext>
            </a:extLst>
          </p:cNvPr>
          <p:cNvSpPr>
            <a:spLocks noGrp="1"/>
          </p:cNvSpPr>
          <p:nvPr/>
        </p:nvSpPr>
        <p:spPr>
          <a:xfrm>
            <a:off x="1635877" y="3423863"/>
            <a:ext cx="42121" cy="42121"/>
          </a:xfrm>
          <a:prstGeom prst="ellipse">
            <a:avLst/>
          </a:prstGeom>
          <a:solidFill>
            <a:srgbClr val="33638D">
              <a:alpha val="82000"/>
            </a:srgbClr>
          </a:solidFill>
          <a:ln w="2794">
            <a:solidFill>
              <a:srgbClr val="FFFFFF">
                <a:alpha val="82000"/>
              </a:srgbClr>
            </a:solidFill>
            <a:prstDash val="solid"/>
          </a:ln>
        </p:spPr>
      </p:sp>
      <p:sp>
        <p:nvSpPr>
          <p:cNvPr id="3480" name="LigandSeek2_vs_LigandSeek1_ellipse_8994">
            <a:extLst>
              <a:ext uri="{FF2B5EF4-FFF2-40B4-BE49-F238E27FC236}">
                <a16:creationId xmlns:a16="http://schemas.microsoft.com/office/drawing/2014/main" id="{D488F860-69E0-4FD7-91AB-E7C0838A6F30}"/>
              </a:ext>
            </a:extLst>
          </p:cNvPr>
          <p:cNvSpPr>
            <a:spLocks noGrp="1"/>
          </p:cNvSpPr>
          <p:nvPr/>
        </p:nvSpPr>
        <p:spPr>
          <a:xfrm>
            <a:off x="565739" y="2628629"/>
            <a:ext cx="42121" cy="42121"/>
          </a:xfrm>
          <a:prstGeom prst="ellipse">
            <a:avLst/>
          </a:prstGeom>
          <a:solidFill>
            <a:srgbClr val="482677">
              <a:alpha val="82000"/>
            </a:srgbClr>
          </a:solidFill>
          <a:ln w="2794">
            <a:solidFill>
              <a:srgbClr val="FFFFFF">
                <a:alpha val="82000"/>
              </a:srgbClr>
            </a:solidFill>
            <a:prstDash val="solid"/>
          </a:ln>
        </p:spPr>
      </p:sp>
      <p:sp>
        <p:nvSpPr>
          <p:cNvPr id="3481" name="LigandSeek2_vs_LigandSeek1_ellipse_8995">
            <a:extLst>
              <a:ext uri="{FF2B5EF4-FFF2-40B4-BE49-F238E27FC236}">
                <a16:creationId xmlns:a16="http://schemas.microsoft.com/office/drawing/2014/main" id="{DB00D759-66EE-4D29-B067-70A900F03FFA}"/>
              </a:ext>
            </a:extLst>
          </p:cNvPr>
          <p:cNvSpPr>
            <a:spLocks noGrp="1"/>
          </p:cNvSpPr>
          <p:nvPr/>
        </p:nvSpPr>
        <p:spPr>
          <a:xfrm>
            <a:off x="2414159" y="2628629"/>
            <a:ext cx="42121" cy="42121"/>
          </a:xfrm>
          <a:prstGeom prst="ellipse">
            <a:avLst/>
          </a:prstGeom>
          <a:solidFill>
            <a:srgbClr val="39568C">
              <a:alpha val="82000"/>
            </a:srgbClr>
          </a:solidFill>
          <a:ln w="2794">
            <a:solidFill>
              <a:srgbClr val="FFFFFF">
                <a:alpha val="82000"/>
              </a:srgbClr>
            </a:solidFill>
            <a:prstDash val="solid"/>
          </a:ln>
        </p:spPr>
      </p:sp>
      <p:sp>
        <p:nvSpPr>
          <p:cNvPr id="3482" name="LigandSeek2_vs_LigandSeek1_ellipse_8996">
            <a:extLst>
              <a:ext uri="{FF2B5EF4-FFF2-40B4-BE49-F238E27FC236}">
                <a16:creationId xmlns:a16="http://schemas.microsoft.com/office/drawing/2014/main" id="{76E78C6A-33E1-48C1-8578-0A3B6A0F2663}"/>
              </a:ext>
            </a:extLst>
          </p:cNvPr>
          <p:cNvSpPr>
            <a:spLocks noGrp="1"/>
          </p:cNvSpPr>
          <p:nvPr/>
        </p:nvSpPr>
        <p:spPr>
          <a:xfrm>
            <a:off x="2414159" y="2628629"/>
            <a:ext cx="42121" cy="42121"/>
          </a:xfrm>
          <a:prstGeom prst="ellipse">
            <a:avLst/>
          </a:prstGeom>
          <a:solidFill>
            <a:srgbClr val="33628D">
              <a:alpha val="82000"/>
            </a:srgbClr>
          </a:solidFill>
          <a:ln w="2794">
            <a:solidFill>
              <a:srgbClr val="FFFFFF">
                <a:alpha val="82000"/>
              </a:srgbClr>
            </a:solidFill>
            <a:prstDash val="solid"/>
          </a:ln>
        </p:spPr>
      </p:sp>
      <p:sp>
        <p:nvSpPr>
          <p:cNvPr id="3483" name="LigandSeek2_vs_LigandSeek1_ellipse_8997">
            <a:extLst>
              <a:ext uri="{FF2B5EF4-FFF2-40B4-BE49-F238E27FC236}">
                <a16:creationId xmlns:a16="http://schemas.microsoft.com/office/drawing/2014/main" id="{FA82278A-BC16-4B96-BA2F-E789F167B082}"/>
              </a:ext>
            </a:extLst>
          </p:cNvPr>
          <p:cNvSpPr>
            <a:spLocks noGrp="1"/>
          </p:cNvSpPr>
          <p:nvPr/>
        </p:nvSpPr>
        <p:spPr>
          <a:xfrm>
            <a:off x="1003199" y="3984137"/>
            <a:ext cx="42121" cy="42121"/>
          </a:xfrm>
          <a:prstGeom prst="ellipse">
            <a:avLst/>
          </a:prstGeom>
          <a:solidFill>
            <a:srgbClr val="46327E">
              <a:alpha val="82000"/>
            </a:srgbClr>
          </a:solidFill>
          <a:ln w="2794">
            <a:solidFill>
              <a:srgbClr val="FFFFFF">
                <a:alpha val="82000"/>
              </a:srgbClr>
            </a:solidFill>
            <a:prstDash val="solid"/>
          </a:ln>
        </p:spPr>
      </p:sp>
      <p:sp>
        <p:nvSpPr>
          <p:cNvPr id="3484" name="LigandSeek2_vs_LigandSeek1_ellipse_8998">
            <a:extLst>
              <a:ext uri="{FF2B5EF4-FFF2-40B4-BE49-F238E27FC236}">
                <a16:creationId xmlns:a16="http://schemas.microsoft.com/office/drawing/2014/main" id="{4A37F369-57BD-4C3F-9F03-E0A3A772899A}"/>
              </a:ext>
            </a:extLst>
          </p:cNvPr>
          <p:cNvSpPr>
            <a:spLocks noGrp="1"/>
          </p:cNvSpPr>
          <p:nvPr/>
        </p:nvSpPr>
        <p:spPr>
          <a:xfrm>
            <a:off x="2414159" y="2628629"/>
            <a:ext cx="42121" cy="42121"/>
          </a:xfrm>
          <a:prstGeom prst="ellipse">
            <a:avLst/>
          </a:prstGeom>
          <a:solidFill>
            <a:srgbClr val="355F8D">
              <a:alpha val="82000"/>
            </a:srgbClr>
          </a:solidFill>
          <a:ln w="2794">
            <a:solidFill>
              <a:srgbClr val="FFFFFF">
                <a:alpha val="82000"/>
              </a:srgbClr>
            </a:solidFill>
            <a:prstDash val="solid"/>
          </a:ln>
        </p:spPr>
      </p:sp>
      <p:sp>
        <p:nvSpPr>
          <p:cNvPr id="3485" name="LigandSeek2_vs_LigandSeek1_ellipse_8999">
            <a:extLst>
              <a:ext uri="{FF2B5EF4-FFF2-40B4-BE49-F238E27FC236}">
                <a16:creationId xmlns:a16="http://schemas.microsoft.com/office/drawing/2014/main" id="{49CB9D19-F347-4D01-93BB-116AAC0EB02A}"/>
              </a:ext>
            </a:extLst>
          </p:cNvPr>
          <p:cNvSpPr>
            <a:spLocks noGrp="1"/>
          </p:cNvSpPr>
          <p:nvPr/>
        </p:nvSpPr>
        <p:spPr>
          <a:xfrm>
            <a:off x="1896836" y="3586329"/>
            <a:ext cx="42121" cy="42121"/>
          </a:xfrm>
          <a:prstGeom prst="ellipse">
            <a:avLst/>
          </a:prstGeom>
          <a:solidFill>
            <a:srgbClr val="65CB5E">
              <a:alpha val="82000"/>
            </a:srgbClr>
          </a:solidFill>
          <a:ln w="2794">
            <a:solidFill>
              <a:srgbClr val="FFFFFF">
                <a:alpha val="82000"/>
              </a:srgbClr>
            </a:solidFill>
            <a:prstDash val="solid"/>
          </a:ln>
        </p:spPr>
      </p:sp>
      <p:sp>
        <p:nvSpPr>
          <p:cNvPr id="3486" name="LigandSeek2_vs_LigandSeek1_ellipse_9000">
            <a:extLst>
              <a:ext uri="{FF2B5EF4-FFF2-40B4-BE49-F238E27FC236}">
                <a16:creationId xmlns:a16="http://schemas.microsoft.com/office/drawing/2014/main" id="{1996C520-A0CA-465E-A7C5-C115B0CA3D80}"/>
              </a:ext>
            </a:extLst>
          </p:cNvPr>
          <p:cNvSpPr>
            <a:spLocks noGrp="1"/>
          </p:cNvSpPr>
          <p:nvPr/>
        </p:nvSpPr>
        <p:spPr>
          <a:xfrm>
            <a:off x="2077483" y="3359684"/>
            <a:ext cx="42121" cy="42121"/>
          </a:xfrm>
          <a:prstGeom prst="ellipse">
            <a:avLst/>
          </a:prstGeom>
          <a:solidFill>
            <a:srgbClr val="3C508B">
              <a:alpha val="82000"/>
            </a:srgbClr>
          </a:solidFill>
          <a:ln w="2794">
            <a:solidFill>
              <a:srgbClr val="FFFFFF">
                <a:alpha val="82000"/>
              </a:srgbClr>
            </a:solidFill>
            <a:prstDash val="solid"/>
          </a:ln>
        </p:spPr>
      </p:sp>
      <p:sp>
        <p:nvSpPr>
          <p:cNvPr id="3487" name="LigandSeek2_vs_LigandSeek1_ellipse_9001">
            <a:extLst>
              <a:ext uri="{FF2B5EF4-FFF2-40B4-BE49-F238E27FC236}">
                <a16:creationId xmlns:a16="http://schemas.microsoft.com/office/drawing/2014/main" id="{18EABE4F-33F3-4308-AFC4-B2D166C2AE0D}"/>
              </a:ext>
            </a:extLst>
          </p:cNvPr>
          <p:cNvSpPr>
            <a:spLocks noGrp="1"/>
          </p:cNvSpPr>
          <p:nvPr/>
        </p:nvSpPr>
        <p:spPr>
          <a:xfrm>
            <a:off x="1834108" y="3631257"/>
            <a:ext cx="42121" cy="42121"/>
          </a:xfrm>
          <a:prstGeom prst="ellipse">
            <a:avLst/>
          </a:prstGeom>
          <a:solidFill>
            <a:srgbClr val="31688E">
              <a:alpha val="82000"/>
            </a:srgbClr>
          </a:solidFill>
          <a:ln w="2794">
            <a:solidFill>
              <a:srgbClr val="FFFFFF">
                <a:alpha val="82000"/>
              </a:srgbClr>
            </a:solidFill>
            <a:prstDash val="solid"/>
          </a:ln>
        </p:spPr>
      </p:sp>
      <p:sp>
        <p:nvSpPr>
          <p:cNvPr id="3488" name="LigandSeek2_vs_LigandSeek1_ellipse_9002">
            <a:extLst>
              <a:ext uri="{FF2B5EF4-FFF2-40B4-BE49-F238E27FC236}">
                <a16:creationId xmlns:a16="http://schemas.microsoft.com/office/drawing/2014/main" id="{0AB07585-4074-4CA7-B825-E66084D6F78B}"/>
              </a:ext>
            </a:extLst>
          </p:cNvPr>
          <p:cNvSpPr>
            <a:spLocks noGrp="1"/>
          </p:cNvSpPr>
          <p:nvPr/>
        </p:nvSpPr>
        <p:spPr>
          <a:xfrm>
            <a:off x="1489949" y="3321787"/>
            <a:ext cx="42121" cy="42121"/>
          </a:xfrm>
          <a:prstGeom prst="ellipse">
            <a:avLst/>
          </a:prstGeom>
          <a:solidFill>
            <a:srgbClr val="30698E">
              <a:alpha val="82000"/>
            </a:srgbClr>
          </a:solidFill>
          <a:ln w="2794">
            <a:solidFill>
              <a:srgbClr val="FFFFFF">
                <a:alpha val="82000"/>
              </a:srgbClr>
            </a:solidFill>
            <a:prstDash val="solid"/>
          </a:ln>
        </p:spPr>
      </p:sp>
      <p:sp>
        <p:nvSpPr>
          <p:cNvPr id="3489" name="LigandSeek2_vs_LigandSeek1_ellipse_9003">
            <a:extLst>
              <a:ext uri="{FF2B5EF4-FFF2-40B4-BE49-F238E27FC236}">
                <a16:creationId xmlns:a16="http://schemas.microsoft.com/office/drawing/2014/main" id="{CD3146D3-CA52-48EF-A147-41FB14A2D278}"/>
              </a:ext>
            </a:extLst>
          </p:cNvPr>
          <p:cNvSpPr>
            <a:spLocks noGrp="1"/>
          </p:cNvSpPr>
          <p:nvPr/>
        </p:nvSpPr>
        <p:spPr>
          <a:xfrm>
            <a:off x="1181879" y="3860909"/>
            <a:ext cx="42121" cy="42121"/>
          </a:xfrm>
          <a:prstGeom prst="ellipse">
            <a:avLst/>
          </a:prstGeom>
          <a:solidFill>
            <a:srgbClr val="3A548C">
              <a:alpha val="82000"/>
            </a:srgbClr>
          </a:solidFill>
          <a:ln w="2794">
            <a:solidFill>
              <a:srgbClr val="FFFFFF">
                <a:alpha val="82000"/>
              </a:srgbClr>
            </a:solidFill>
            <a:prstDash val="solid"/>
          </a:ln>
        </p:spPr>
      </p:sp>
      <p:sp>
        <p:nvSpPr>
          <p:cNvPr id="3490" name="LigandSeek2_vs_LigandSeek1_ellipse_9004">
            <a:extLst>
              <a:ext uri="{FF2B5EF4-FFF2-40B4-BE49-F238E27FC236}">
                <a16:creationId xmlns:a16="http://schemas.microsoft.com/office/drawing/2014/main" id="{31342BE6-1360-4D0C-B81D-D34BF53C10D0}"/>
              </a:ext>
            </a:extLst>
          </p:cNvPr>
          <p:cNvSpPr>
            <a:spLocks noGrp="1"/>
          </p:cNvSpPr>
          <p:nvPr/>
        </p:nvSpPr>
        <p:spPr>
          <a:xfrm>
            <a:off x="1489949" y="3552839"/>
            <a:ext cx="42121" cy="42121"/>
          </a:xfrm>
          <a:prstGeom prst="ellipse">
            <a:avLst/>
          </a:prstGeom>
          <a:solidFill>
            <a:srgbClr val="39568C">
              <a:alpha val="82000"/>
            </a:srgbClr>
          </a:solidFill>
          <a:ln w="2794">
            <a:solidFill>
              <a:srgbClr val="FFFFFF">
                <a:alpha val="82000"/>
              </a:srgbClr>
            </a:solidFill>
            <a:prstDash val="solid"/>
          </a:ln>
        </p:spPr>
      </p:sp>
      <p:sp>
        <p:nvSpPr>
          <p:cNvPr id="3491" name="LigandSeek2_vs_LigandSeek1_ellipse_9005">
            <a:extLst>
              <a:ext uri="{FF2B5EF4-FFF2-40B4-BE49-F238E27FC236}">
                <a16:creationId xmlns:a16="http://schemas.microsoft.com/office/drawing/2014/main" id="{2C98CBC4-4B63-4267-8F87-6402A987CED8}"/>
              </a:ext>
            </a:extLst>
          </p:cNvPr>
          <p:cNvSpPr>
            <a:spLocks noGrp="1"/>
          </p:cNvSpPr>
          <p:nvPr/>
        </p:nvSpPr>
        <p:spPr>
          <a:xfrm>
            <a:off x="565739" y="3552839"/>
            <a:ext cx="42121" cy="42121"/>
          </a:xfrm>
          <a:prstGeom prst="ellipse">
            <a:avLst/>
          </a:prstGeom>
          <a:solidFill>
            <a:srgbClr val="375B8D">
              <a:alpha val="82000"/>
            </a:srgbClr>
          </a:solidFill>
          <a:ln w="2794">
            <a:solidFill>
              <a:srgbClr val="FFFFFF">
                <a:alpha val="82000"/>
              </a:srgbClr>
            </a:solidFill>
            <a:prstDash val="solid"/>
          </a:ln>
        </p:spPr>
      </p:sp>
      <p:sp>
        <p:nvSpPr>
          <p:cNvPr id="3492" name="LigandSeek2_vs_LigandSeek1_ellipse_9006">
            <a:extLst>
              <a:ext uri="{FF2B5EF4-FFF2-40B4-BE49-F238E27FC236}">
                <a16:creationId xmlns:a16="http://schemas.microsoft.com/office/drawing/2014/main" id="{0C5BD39F-E799-4A42-BBEE-6CF48ED2937D}"/>
              </a:ext>
            </a:extLst>
          </p:cNvPr>
          <p:cNvSpPr>
            <a:spLocks noGrp="1"/>
          </p:cNvSpPr>
          <p:nvPr/>
        </p:nvSpPr>
        <p:spPr>
          <a:xfrm>
            <a:off x="1952054" y="2628629"/>
            <a:ext cx="42121" cy="42121"/>
          </a:xfrm>
          <a:prstGeom prst="ellipse">
            <a:avLst/>
          </a:prstGeom>
          <a:solidFill>
            <a:srgbClr val="2B748E">
              <a:alpha val="82000"/>
            </a:srgbClr>
          </a:solidFill>
          <a:ln w="2794">
            <a:solidFill>
              <a:srgbClr val="FFFFFF">
                <a:alpha val="82000"/>
              </a:srgbClr>
            </a:solidFill>
            <a:prstDash val="solid"/>
          </a:ln>
        </p:spPr>
      </p:sp>
      <p:sp>
        <p:nvSpPr>
          <p:cNvPr id="3493" name="LigandSeek2_vs_LigandSeek1_ellipse_9007">
            <a:extLst>
              <a:ext uri="{FF2B5EF4-FFF2-40B4-BE49-F238E27FC236}">
                <a16:creationId xmlns:a16="http://schemas.microsoft.com/office/drawing/2014/main" id="{16B85912-4587-4639-ADB9-ED27D8E515A0}"/>
              </a:ext>
            </a:extLst>
          </p:cNvPr>
          <p:cNvSpPr>
            <a:spLocks noGrp="1"/>
          </p:cNvSpPr>
          <p:nvPr/>
        </p:nvSpPr>
        <p:spPr>
          <a:xfrm>
            <a:off x="2316552" y="2705520"/>
            <a:ext cx="42121" cy="42121"/>
          </a:xfrm>
          <a:prstGeom prst="ellipse">
            <a:avLst/>
          </a:prstGeom>
          <a:solidFill>
            <a:srgbClr val="481A6C">
              <a:alpha val="82000"/>
            </a:srgbClr>
          </a:solidFill>
          <a:ln w="2794">
            <a:solidFill>
              <a:srgbClr val="FFFFFF">
                <a:alpha val="82000"/>
              </a:srgbClr>
            </a:solidFill>
            <a:prstDash val="solid"/>
          </a:ln>
        </p:spPr>
      </p:sp>
      <p:sp>
        <p:nvSpPr>
          <p:cNvPr id="3494" name="LigandSeek2_vs_LigandSeek1_ellipse_9008">
            <a:extLst>
              <a:ext uri="{FF2B5EF4-FFF2-40B4-BE49-F238E27FC236}">
                <a16:creationId xmlns:a16="http://schemas.microsoft.com/office/drawing/2014/main" id="{73E68844-D176-40D4-9FAB-E7B613E65FCE}"/>
              </a:ext>
            </a:extLst>
          </p:cNvPr>
          <p:cNvSpPr>
            <a:spLocks noGrp="1"/>
          </p:cNvSpPr>
          <p:nvPr/>
        </p:nvSpPr>
        <p:spPr>
          <a:xfrm>
            <a:off x="1355169" y="3090734"/>
            <a:ext cx="42121" cy="42121"/>
          </a:xfrm>
          <a:prstGeom prst="ellipse">
            <a:avLst/>
          </a:prstGeom>
          <a:solidFill>
            <a:srgbClr val="472E7C">
              <a:alpha val="82000"/>
            </a:srgbClr>
          </a:solidFill>
          <a:ln w="2794">
            <a:solidFill>
              <a:srgbClr val="FFFFFF">
                <a:alpha val="82000"/>
              </a:srgbClr>
            </a:solidFill>
            <a:prstDash val="solid"/>
          </a:ln>
        </p:spPr>
      </p:sp>
      <p:sp>
        <p:nvSpPr>
          <p:cNvPr id="3495" name="LigandSeek2_vs_LigandSeek1_ellipse_9009">
            <a:extLst>
              <a:ext uri="{FF2B5EF4-FFF2-40B4-BE49-F238E27FC236}">
                <a16:creationId xmlns:a16="http://schemas.microsoft.com/office/drawing/2014/main" id="{C21F719E-3A95-4205-AA17-D4845CC35C6E}"/>
              </a:ext>
            </a:extLst>
          </p:cNvPr>
          <p:cNvSpPr>
            <a:spLocks noGrp="1"/>
          </p:cNvSpPr>
          <p:nvPr/>
        </p:nvSpPr>
        <p:spPr>
          <a:xfrm>
            <a:off x="1156207" y="3629338"/>
            <a:ext cx="42121" cy="42121"/>
          </a:xfrm>
          <a:prstGeom prst="ellipse">
            <a:avLst/>
          </a:prstGeom>
          <a:solidFill>
            <a:srgbClr val="46075A">
              <a:alpha val="82000"/>
            </a:srgbClr>
          </a:solidFill>
          <a:ln w="2794">
            <a:solidFill>
              <a:srgbClr val="FFFFFF">
                <a:alpha val="82000"/>
              </a:srgbClr>
            </a:solidFill>
            <a:prstDash val="solid"/>
          </a:ln>
        </p:spPr>
      </p:sp>
      <p:sp>
        <p:nvSpPr>
          <p:cNvPr id="3496" name="LigandSeek2_vs_LigandSeek1_ellipse_9010">
            <a:extLst>
              <a:ext uri="{FF2B5EF4-FFF2-40B4-BE49-F238E27FC236}">
                <a16:creationId xmlns:a16="http://schemas.microsoft.com/office/drawing/2014/main" id="{CD39D0BB-B6E7-4942-8E00-4D8CF2B49A3B}"/>
              </a:ext>
            </a:extLst>
          </p:cNvPr>
          <p:cNvSpPr>
            <a:spLocks noGrp="1"/>
          </p:cNvSpPr>
          <p:nvPr/>
        </p:nvSpPr>
        <p:spPr>
          <a:xfrm>
            <a:off x="2414159" y="4168979"/>
            <a:ext cx="42121" cy="42121"/>
          </a:xfrm>
          <a:prstGeom prst="ellipse">
            <a:avLst/>
          </a:prstGeom>
          <a:solidFill>
            <a:srgbClr val="470D60">
              <a:alpha val="82000"/>
            </a:srgbClr>
          </a:solidFill>
          <a:ln w="2794">
            <a:solidFill>
              <a:srgbClr val="FFFFFF">
                <a:alpha val="82000"/>
              </a:srgbClr>
            </a:solidFill>
            <a:prstDash val="solid"/>
          </a:ln>
        </p:spPr>
      </p:sp>
      <p:sp>
        <p:nvSpPr>
          <p:cNvPr id="3497" name="LigandSeek2_vs_LigandSeek1_ellipse_9011">
            <a:extLst>
              <a:ext uri="{FF2B5EF4-FFF2-40B4-BE49-F238E27FC236}">
                <a16:creationId xmlns:a16="http://schemas.microsoft.com/office/drawing/2014/main" id="{41B62E5B-C170-4230-9D8A-95A734142206}"/>
              </a:ext>
            </a:extLst>
          </p:cNvPr>
          <p:cNvSpPr>
            <a:spLocks noGrp="1"/>
          </p:cNvSpPr>
          <p:nvPr/>
        </p:nvSpPr>
        <p:spPr>
          <a:xfrm>
            <a:off x="574756" y="2998313"/>
            <a:ext cx="42121" cy="42121"/>
          </a:xfrm>
          <a:prstGeom prst="ellipse">
            <a:avLst/>
          </a:prstGeom>
          <a:solidFill>
            <a:srgbClr val="482979">
              <a:alpha val="82000"/>
            </a:srgbClr>
          </a:solidFill>
          <a:ln w="2794">
            <a:solidFill>
              <a:srgbClr val="FFFFFF">
                <a:alpha val="82000"/>
              </a:srgbClr>
            </a:solidFill>
            <a:prstDash val="solid"/>
          </a:ln>
        </p:spPr>
      </p:sp>
      <p:sp>
        <p:nvSpPr>
          <p:cNvPr id="3498" name="LigandSeek2_vs_LigandSeek1_ellipse_9012">
            <a:extLst>
              <a:ext uri="{FF2B5EF4-FFF2-40B4-BE49-F238E27FC236}">
                <a16:creationId xmlns:a16="http://schemas.microsoft.com/office/drawing/2014/main" id="{A5E0245A-481F-4B33-89D6-10BBCAC9B1FD}"/>
              </a:ext>
            </a:extLst>
          </p:cNvPr>
          <p:cNvSpPr>
            <a:spLocks noGrp="1"/>
          </p:cNvSpPr>
          <p:nvPr/>
        </p:nvSpPr>
        <p:spPr>
          <a:xfrm>
            <a:off x="1721002" y="3321787"/>
            <a:ext cx="42121" cy="42121"/>
          </a:xfrm>
          <a:prstGeom prst="ellipse">
            <a:avLst/>
          </a:prstGeom>
          <a:solidFill>
            <a:srgbClr val="2D708E">
              <a:alpha val="82000"/>
            </a:srgbClr>
          </a:solidFill>
          <a:ln w="2794">
            <a:solidFill>
              <a:srgbClr val="FFFFFF">
                <a:alpha val="82000"/>
              </a:srgbClr>
            </a:solidFill>
            <a:prstDash val="solid"/>
          </a:ln>
        </p:spPr>
      </p:sp>
      <p:sp>
        <p:nvSpPr>
          <p:cNvPr id="3499" name="LigandSeek2_vs_LigandSeek1_ellipse_9013">
            <a:extLst>
              <a:ext uri="{FF2B5EF4-FFF2-40B4-BE49-F238E27FC236}">
                <a16:creationId xmlns:a16="http://schemas.microsoft.com/office/drawing/2014/main" id="{249D692F-868A-4964-A181-91E097AE17C3}"/>
              </a:ext>
            </a:extLst>
          </p:cNvPr>
          <p:cNvSpPr>
            <a:spLocks noGrp="1"/>
          </p:cNvSpPr>
          <p:nvPr/>
        </p:nvSpPr>
        <p:spPr>
          <a:xfrm>
            <a:off x="565739" y="4014944"/>
            <a:ext cx="42121" cy="42121"/>
          </a:xfrm>
          <a:prstGeom prst="ellipse">
            <a:avLst/>
          </a:prstGeom>
          <a:solidFill>
            <a:srgbClr val="443B84">
              <a:alpha val="82000"/>
            </a:srgbClr>
          </a:solidFill>
          <a:ln w="2794">
            <a:solidFill>
              <a:srgbClr val="FFFFFF">
                <a:alpha val="82000"/>
              </a:srgbClr>
            </a:solidFill>
            <a:prstDash val="solid"/>
          </a:ln>
        </p:spPr>
      </p:sp>
      <p:sp>
        <p:nvSpPr>
          <p:cNvPr id="3500" name="LigandSeek2_vs_LigandSeek1_ellipse_9014">
            <a:extLst>
              <a:ext uri="{FF2B5EF4-FFF2-40B4-BE49-F238E27FC236}">
                <a16:creationId xmlns:a16="http://schemas.microsoft.com/office/drawing/2014/main" id="{F2EA4322-11C7-48DA-991E-E31F4070182A}"/>
              </a:ext>
            </a:extLst>
          </p:cNvPr>
          <p:cNvSpPr>
            <a:spLocks noGrp="1"/>
          </p:cNvSpPr>
          <p:nvPr/>
        </p:nvSpPr>
        <p:spPr>
          <a:xfrm>
            <a:off x="1489949" y="4477049"/>
            <a:ext cx="42121" cy="42121"/>
          </a:xfrm>
          <a:prstGeom prst="ellipse">
            <a:avLst/>
          </a:prstGeom>
          <a:solidFill>
            <a:srgbClr val="1F988B">
              <a:alpha val="82000"/>
            </a:srgbClr>
          </a:solidFill>
          <a:ln w="2794">
            <a:solidFill>
              <a:srgbClr val="FFFFFF">
                <a:alpha val="82000"/>
              </a:srgbClr>
            </a:solidFill>
            <a:prstDash val="solid"/>
          </a:ln>
        </p:spPr>
      </p:sp>
      <p:sp>
        <p:nvSpPr>
          <p:cNvPr id="3501" name="LigandSeek2_vs_LigandSeek1_ellipse_9015">
            <a:extLst>
              <a:ext uri="{FF2B5EF4-FFF2-40B4-BE49-F238E27FC236}">
                <a16:creationId xmlns:a16="http://schemas.microsoft.com/office/drawing/2014/main" id="{6AA47CA7-3599-4F3E-A59B-34E9DF7283E4}"/>
              </a:ext>
            </a:extLst>
          </p:cNvPr>
          <p:cNvSpPr>
            <a:spLocks noGrp="1"/>
          </p:cNvSpPr>
          <p:nvPr/>
        </p:nvSpPr>
        <p:spPr>
          <a:xfrm>
            <a:off x="1489949" y="3676067"/>
            <a:ext cx="42121" cy="42121"/>
          </a:xfrm>
          <a:prstGeom prst="ellipse">
            <a:avLst/>
          </a:prstGeom>
          <a:solidFill>
            <a:srgbClr val="3D4D8A">
              <a:alpha val="82000"/>
            </a:srgbClr>
          </a:solidFill>
          <a:ln w="2794">
            <a:solidFill>
              <a:srgbClr val="FFFFFF">
                <a:alpha val="82000"/>
              </a:srgbClr>
            </a:solidFill>
            <a:prstDash val="solid"/>
          </a:ln>
        </p:spPr>
      </p:sp>
      <p:sp>
        <p:nvSpPr>
          <p:cNvPr id="3502" name="LigandSeek2_vs_LigandSeek1_ellipse_9016">
            <a:extLst>
              <a:ext uri="{FF2B5EF4-FFF2-40B4-BE49-F238E27FC236}">
                <a16:creationId xmlns:a16="http://schemas.microsoft.com/office/drawing/2014/main" id="{7A594E42-83CC-4FC1-9449-6B073DD226A1}"/>
              </a:ext>
            </a:extLst>
          </p:cNvPr>
          <p:cNvSpPr>
            <a:spLocks noGrp="1"/>
          </p:cNvSpPr>
          <p:nvPr/>
        </p:nvSpPr>
        <p:spPr>
          <a:xfrm>
            <a:off x="850112" y="4088852"/>
            <a:ext cx="42121" cy="42121"/>
          </a:xfrm>
          <a:prstGeom prst="ellipse">
            <a:avLst/>
          </a:prstGeom>
          <a:solidFill>
            <a:srgbClr val="277F8E">
              <a:alpha val="82000"/>
            </a:srgbClr>
          </a:solidFill>
          <a:ln w="2794">
            <a:solidFill>
              <a:srgbClr val="FFFFFF">
                <a:alpha val="82000"/>
              </a:srgbClr>
            </a:solidFill>
            <a:prstDash val="solid"/>
          </a:ln>
        </p:spPr>
      </p:sp>
      <p:sp>
        <p:nvSpPr>
          <p:cNvPr id="3503" name="LigandSeek2_vs_LigandSeek1_ellipse_9017">
            <a:extLst>
              <a:ext uri="{FF2B5EF4-FFF2-40B4-BE49-F238E27FC236}">
                <a16:creationId xmlns:a16="http://schemas.microsoft.com/office/drawing/2014/main" id="{157F3F5F-FBC9-45C1-BCA3-9FCC000C37B4}"/>
              </a:ext>
            </a:extLst>
          </p:cNvPr>
          <p:cNvSpPr>
            <a:spLocks noGrp="1"/>
          </p:cNvSpPr>
          <p:nvPr/>
        </p:nvSpPr>
        <p:spPr>
          <a:xfrm>
            <a:off x="1093859" y="3948929"/>
            <a:ext cx="42121" cy="42121"/>
          </a:xfrm>
          <a:prstGeom prst="ellipse">
            <a:avLst/>
          </a:prstGeom>
          <a:solidFill>
            <a:srgbClr val="1F9E89">
              <a:alpha val="82000"/>
            </a:srgbClr>
          </a:solidFill>
          <a:ln w="2794">
            <a:solidFill>
              <a:srgbClr val="FFFFFF">
                <a:alpha val="82000"/>
              </a:srgbClr>
            </a:solidFill>
            <a:prstDash val="solid"/>
          </a:ln>
        </p:spPr>
      </p:sp>
      <p:sp>
        <p:nvSpPr>
          <p:cNvPr id="3504" name="LigandSeek2_vs_LigandSeek1_ellipse_9018">
            <a:extLst>
              <a:ext uri="{FF2B5EF4-FFF2-40B4-BE49-F238E27FC236}">
                <a16:creationId xmlns:a16="http://schemas.microsoft.com/office/drawing/2014/main" id="{4EBBBFD2-483A-4E4D-A43C-E1975DCDD69E}"/>
              </a:ext>
            </a:extLst>
          </p:cNvPr>
          <p:cNvSpPr>
            <a:spLocks noGrp="1"/>
          </p:cNvSpPr>
          <p:nvPr/>
        </p:nvSpPr>
        <p:spPr>
          <a:xfrm>
            <a:off x="2414159" y="2628629"/>
            <a:ext cx="42121" cy="42121"/>
          </a:xfrm>
          <a:prstGeom prst="ellipse">
            <a:avLst/>
          </a:prstGeom>
          <a:solidFill>
            <a:srgbClr val="1FA188">
              <a:alpha val="82000"/>
            </a:srgbClr>
          </a:solidFill>
          <a:ln w="2794">
            <a:solidFill>
              <a:srgbClr val="FFFFFF">
                <a:alpha val="82000"/>
              </a:srgbClr>
            </a:solidFill>
            <a:prstDash val="solid"/>
          </a:ln>
        </p:spPr>
      </p:sp>
      <p:sp>
        <p:nvSpPr>
          <p:cNvPr id="3505" name="LigandSeek2_vs_LigandSeek1_ellipse_9019">
            <a:extLst>
              <a:ext uri="{FF2B5EF4-FFF2-40B4-BE49-F238E27FC236}">
                <a16:creationId xmlns:a16="http://schemas.microsoft.com/office/drawing/2014/main" id="{713A4663-608B-4728-AB2F-9DBCA10D603A}"/>
              </a:ext>
            </a:extLst>
          </p:cNvPr>
          <p:cNvSpPr>
            <a:spLocks noGrp="1"/>
          </p:cNvSpPr>
          <p:nvPr/>
        </p:nvSpPr>
        <p:spPr>
          <a:xfrm>
            <a:off x="565739" y="4477049"/>
            <a:ext cx="42121" cy="42121"/>
          </a:xfrm>
          <a:prstGeom prst="ellipse">
            <a:avLst/>
          </a:prstGeom>
          <a:solidFill>
            <a:srgbClr val="481A6C">
              <a:alpha val="82000"/>
            </a:srgbClr>
          </a:solidFill>
          <a:ln w="2794">
            <a:solidFill>
              <a:srgbClr val="FFFFFF">
                <a:alpha val="82000"/>
              </a:srgbClr>
            </a:solidFill>
            <a:prstDash val="solid"/>
          </a:ln>
        </p:spPr>
      </p:sp>
      <p:sp>
        <p:nvSpPr>
          <p:cNvPr id="3506" name="LigandSeek2_vs_LigandSeek1_ellipse_9020">
            <a:extLst>
              <a:ext uri="{FF2B5EF4-FFF2-40B4-BE49-F238E27FC236}">
                <a16:creationId xmlns:a16="http://schemas.microsoft.com/office/drawing/2014/main" id="{D457C349-9125-4295-8FAA-6A475DA5553C}"/>
              </a:ext>
            </a:extLst>
          </p:cNvPr>
          <p:cNvSpPr>
            <a:spLocks noGrp="1"/>
          </p:cNvSpPr>
          <p:nvPr/>
        </p:nvSpPr>
        <p:spPr>
          <a:xfrm>
            <a:off x="988497" y="4015880"/>
            <a:ext cx="42121" cy="42121"/>
          </a:xfrm>
          <a:prstGeom prst="ellipse">
            <a:avLst/>
          </a:prstGeom>
          <a:solidFill>
            <a:srgbClr val="2D718E">
              <a:alpha val="82000"/>
            </a:srgbClr>
          </a:solidFill>
          <a:ln w="2794">
            <a:solidFill>
              <a:srgbClr val="FFFFFF">
                <a:alpha val="82000"/>
              </a:srgbClr>
            </a:solidFill>
            <a:prstDash val="solid"/>
          </a:ln>
        </p:spPr>
      </p:sp>
      <p:sp>
        <p:nvSpPr>
          <p:cNvPr id="3507" name="LigandSeek2_vs_LigandSeek1_ellipse_9021">
            <a:extLst>
              <a:ext uri="{FF2B5EF4-FFF2-40B4-BE49-F238E27FC236}">
                <a16:creationId xmlns:a16="http://schemas.microsoft.com/office/drawing/2014/main" id="{CAB176A2-9F6C-4D6E-9487-556F1E0C4B7E}"/>
              </a:ext>
            </a:extLst>
          </p:cNvPr>
          <p:cNvSpPr>
            <a:spLocks noGrp="1"/>
          </p:cNvSpPr>
          <p:nvPr/>
        </p:nvSpPr>
        <p:spPr>
          <a:xfrm>
            <a:off x="565739" y="4477049"/>
            <a:ext cx="42121" cy="42121"/>
          </a:xfrm>
          <a:prstGeom prst="ellipse">
            <a:avLst/>
          </a:prstGeom>
          <a:solidFill>
            <a:srgbClr val="453781">
              <a:alpha val="82000"/>
            </a:srgbClr>
          </a:solidFill>
          <a:ln w="2794">
            <a:solidFill>
              <a:srgbClr val="FFFFFF">
                <a:alpha val="82000"/>
              </a:srgbClr>
            </a:solidFill>
            <a:prstDash val="solid"/>
          </a:ln>
        </p:spPr>
      </p:sp>
      <p:sp>
        <p:nvSpPr>
          <p:cNvPr id="3508" name="LigandSeek2_vs_LigandSeek1_ellipse_9022">
            <a:extLst>
              <a:ext uri="{FF2B5EF4-FFF2-40B4-BE49-F238E27FC236}">
                <a16:creationId xmlns:a16="http://schemas.microsoft.com/office/drawing/2014/main" id="{E416224C-778A-4E17-A380-6356100D1D18}"/>
              </a:ext>
            </a:extLst>
          </p:cNvPr>
          <p:cNvSpPr>
            <a:spLocks noGrp="1"/>
          </p:cNvSpPr>
          <p:nvPr/>
        </p:nvSpPr>
        <p:spPr>
          <a:xfrm>
            <a:off x="1027844" y="4168979"/>
            <a:ext cx="42121" cy="42121"/>
          </a:xfrm>
          <a:prstGeom prst="ellipse">
            <a:avLst/>
          </a:prstGeom>
          <a:solidFill>
            <a:srgbClr val="355E8D">
              <a:alpha val="82000"/>
            </a:srgbClr>
          </a:solidFill>
          <a:ln w="2794">
            <a:solidFill>
              <a:srgbClr val="FFFFFF">
                <a:alpha val="82000"/>
              </a:srgbClr>
            </a:solidFill>
            <a:prstDash val="solid"/>
          </a:ln>
        </p:spPr>
      </p:sp>
      <p:sp>
        <p:nvSpPr>
          <p:cNvPr id="3509" name="LigandSeek2_vs_LigandSeek1_ellipse_9023">
            <a:extLst>
              <a:ext uri="{FF2B5EF4-FFF2-40B4-BE49-F238E27FC236}">
                <a16:creationId xmlns:a16="http://schemas.microsoft.com/office/drawing/2014/main" id="{695DD3BE-77AD-4169-8001-D154D40F6EC1}"/>
              </a:ext>
            </a:extLst>
          </p:cNvPr>
          <p:cNvSpPr>
            <a:spLocks noGrp="1"/>
          </p:cNvSpPr>
          <p:nvPr/>
        </p:nvSpPr>
        <p:spPr>
          <a:xfrm>
            <a:off x="1489949" y="2628629"/>
            <a:ext cx="42121" cy="42121"/>
          </a:xfrm>
          <a:prstGeom prst="ellipse">
            <a:avLst/>
          </a:prstGeom>
          <a:solidFill>
            <a:srgbClr val="39568C">
              <a:alpha val="82000"/>
            </a:srgbClr>
          </a:solidFill>
          <a:ln w="2794">
            <a:solidFill>
              <a:srgbClr val="FFFFFF">
                <a:alpha val="82000"/>
              </a:srgbClr>
            </a:solidFill>
            <a:prstDash val="solid"/>
          </a:ln>
        </p:spPr>
      </p:sp>
      <p:sp>
        <p:nvSpPr>
          <p:cNvPr id="3510" name="LigandSeek2_vs_LigandSeek1_ellipse_9024">
            <a:extLst>
              <a:ext uri="{FF2B5EF4-FFF2-40B4-BE49-F238E27FC236}">
                <a16:creationId xmlns:a16="http://schemas.microsoft.com/office/drawing/2014/main" id="{8C714475-8386-488F-BCA3-1C9AB28F3772}"/>
              </a:ext>
            </a:extLst>
          </p:cNvPr>
          <p:cNvSpPr>
            <a:spLocks noGrp="1"/>
          </p:cNvSpPr>
          <p:nvPr/>
        </p:nvSpPr>
        <p:spPr>
          <a:xfrm>
            <a:off x="565739" y="4477049"/>
            <a:ext cx="42121" cy="42121"/>
          </a:xfrm>
          <a:prstGeom prst="ellipse">
            <a:avLst/>
          </a:prstGeom>
          <a:solidFill>
            <a:srgbClr val="20928C">
              <a:alpha val="82000"/>
            </a:srgbClr>
          </a:solidFill>
          <a:ln w="2794">
            <a:solidFill>
              <a:srgbClr val="FFFFFF">
                <a:alpha val="82000"/>
              </a:srgbClr>
            </a:solidFill>
            <a:prstDash val="solid"/>
          </a:ln>
        </p:spPr>
      </p:sp>
      <p:sp>
        <p:nvSpPr>
          <p:cNvPr id="3511" name="LigandSeek2_vs_LigandSeek1_ellipse_9025">
            <a:extLst>
              <a:ext uri="{FF2B5EF4-FFF2-40B4-BE49-F238E27FC236}">
                <a16:creationId xmlns:a16="http://schemas.microsoft.com/office/drawing/2014/main" id="{3CA885E8-5715-4FE7-9669-7ACD824D96E6}"/>
              </a:ext>
            </a:extLst>
          </p:cNvPr>
          <p:cNvSpPr>
            <a:spLocks noGrp="1"/>
          </p:cNvSpPr>
          <p:nvPr/>
        </p:nvSpPr>
        <p:spPr>
          <a:xfrm>
            <a:off x="565739" y="4477049"/>
            <a:ext cx="42121" cy="42121"/>
          </a:xfrm>
          <a:prstGeom prst="ellipse">
            <a:avLst/>
          </a:prstGeom>
          <a:solidFill>
            <a:srgbClr val="1F988B">
              <a:alpha val="82000"/>
            </a:srgbClr>
          </a:solidFill>
          <a:ln w="2794">
            <a:solidFill>
              <a:srgbClr val="FFFFFF">
                <a:alpha val="82000"/>
              </a:srgbClr>
            </a:solidFill>
            <a:prstDash val="solid"/>
          </a:ln>
        </p:spPr>
      </p:sp>
      <p:sp>
        <p:nvSpPr>
          <p:cNvPr id="3512" name="LigandSeek2_vs_LigandSeek1_ellipse_9026">
            <a:extLst>
              <a:ext uri="{FF2B5EF4-FFF2-40B4-BE49-F238E27FC236}">
                <a16:creationId xmlns:a16="http://schemas.microsoft.com/office/drawing/2014/main" id="{71FC10AD-ABF7-4A06-B4F1-C2C2870743AF}"/>
              </a:ext>
            </a:extLst>
          </p:cNvPr>
          <p:cNvSpPr>
            <a:spLocks noGrp="1"/>
          </p:cNvSpPr>
          <p:nvPr/>
        </p:nvSpPr>
        <p:spPr>
          <a:xfrm>
            <a:off x="2414159" y="2628629"/>
            <a:ext cx="42121" cy="42121"/>
          </a:xfrm>
          <a:prstGeom prst="ellipse">
            <a:avLst/>
          </a:prstGeom>
          <a:solidFill>
            <a:srgbClr val="3D4D8A">
              <a:alpha val="82000"/>
            </a:srgbClr>
          </a:solidFill>
          <a:ln w="2794">
            <a:solidFill>
              <a:srgbClr val="FFFFFF">
                <a:alpha val="82000"/>
              </a:srgbClr>
            </a:solidFill>
            <a:prstDash val="solid"/>
          </a:ln>
        </p:spPr>
      </p:sp>
      <p:sp>
        <p:nvSpPr>
          <p:cNvPr id="3513" name="LigandSeek2_vs_LigandSeek1_ellipse_9027">
            <a:extLst>
              <a:ext uri="{FF2B5EF4-FFF2-40B4-BE49-F238E27FC236}">
                <a16:creationId xmlns:a16="http://schemas.microsoft.com/office/drawing/2014/main" id="{DCC1D03C-5287-436E-9B8C-89BCF6337402}"/>
              </a:ext>
            </a:extLst>
          </p:cNvPr>
          <p:cNvSpPr>
            <a:spLocks noGrp="1"/>
          </p:cNvSpPr>
          <p:nvPr/>
        </p:nvSpPr>
        <p:spPr>
          <a:xfrm>
            <a:off x="1632136" y="2628629"/>
            <a:ext cx="42121" cy="42121"/>
          </a:xfrm>
          <a:prstGeom prst="ellipse">
            <a:avLst/>
          </a:prstGeom>
          <a:solidFill>
            <a:srgbClr val="3E4C8A">
              <a:alpha val="82000"/>
            </a:srgbClr>
          </a:solidFill>
          <a:ln w="2794">
            <a:solidFill>
              <a:srgbClr val="FFFFFF">
                <a:alpha val="82000"/>
              </a:srgbClr>
            </a:solidFill>
            <a:prstDash val="solid"/>
          </a:ln>
        </p:spPr>
      </p:sp>
      <p:sp>
        <p:nvSpPr>
          <p:cNvPr id="3514" name="LigandSeek2_vs_LigandSeek1_ellipse_9028">
            <a:extLst>
              <a:ext uri="{FF2B5EF4-FFF2-40B4-BE49-F238E27FC236}">
                <a16:creationId xmlns:a16="http://schemas.microsoft.com/office/drawing/2014/main" id="{2B00FD47-319E-4E29-8B46-14FC76EDB009}"/>
              </a:ext>
            </a:extLst>
          </p:cNvPr>
          <p:cNvSpPr>
            <a:spLocks noGrp="1"/>
          </p:cNvSpPr>
          <p:nvPr/>
        </p:nvSpPr>
        <p:spPr>
          <a:xfrm>
            <a:off x="2183107" y="2859682"/>
            <a:ext cx="42121" cy="42121"/>
          </a:xfrm>
          <a:prstGeom prst="ellipse">
            <a:avLst/>
          </a:prstGeom>
          <a:solidFill>
            <a:srgbClr val="26828E">
              <a:alpha val="82000"/>
            </a:srgbClr>
          </a:solidFill>
          <a:ln w="2794">
            <a:solidFill>
              <a:srgbClr val="FFFFFF">
                <a:alpha val="82000"/>
              </a:srgbClr>
            </a:solidFill>
            <a:prstDash val="solid"/>
          </a:ln>
        </p:spPr>
      </p:sp>
      <p:sp>
        <p:nvSpPr>
          <p:cNvPr id="3515" name="LigandSeek2_vs_LigandSeek1_ellipse_9029">
            <a:extLst>
              <a:ext uri="{FF2B5EF4-FFF2-40B4-BE49-F238E27FC236}">
                <a16:creationId xmlns:a16="http://schemas.microsoft.com/office/drawing/2014/main" id="{3ACB6A46-80B0-4065-B598-88AB03500986}"/>
              </a:ext>
            </a:extLst>
          </p:cNvPr>
          <p:cNvSpPr>
            <a:spLocks noGrp="1"/>
          </p:cNvSpPr>
          <p:nvPr/>
        </p:nvSpPr>
        <p:spPr>
          <a:xfrm>
            <a:off x="873809" y="4271669"/>
            <a:ext cx="42121" cy="42121"/>
          </a:xfrm>
          <a:prstGeom prst="ellipse">
            <a:avLst/>
          </a:prstGeom>
          <a:solidFill>
            <a:srgbClr val="2C728E">
              <a:alpha val="82000"/>
            </a:srgbClr>
          </a:solidFill>
          <a:ln w="2794">
            <a:solidFill>
              <a:srgbClr val="FFFFFF">
                <a:alpha val="82000"/>
              </a:srgbClr>
            </a:solidFill>
            <a:prstDash val="solid"/>
          </a:ln>
        </p:spPr>
      </p:sp>
      <p:sp>
        <p:nvSpPr>
          <p:cNvPr id="3516" name="LigandSeek2_vs_LigandSeek1_ellipse_9030">
            <a:extLst>
              <a:ext uri="{FF2B5EF4-FFF2-40B4-BE49-F238E27FC236}">
                <a16:creationId xmlns:a16="http://schemas.microsoft.com/office/drawing/2014/main" id="{A22FD271-568B-4485-9C0E-D26BF89C7B46}"/>
              </a:ext>
            </a:extLst>
          </p:cNvPr>
          <p:cNvSpPr>
            <a:spLocks noGrp="1"/>
          </p:cNvSpPr>
          <p:nvPr/>
        </p:nvSpPr>
        <p:spPr>
          <a:xfrm>
            <a:off x="1028945" y="3552839"/>
            <a:ext cx="42121" cy="42121"/>
          </a:xfrm>
          <a:prstGeom prst="ellipse">
            <a:avLst/>
          </a:prstGeom>
          <a:solidFill>
            <a:srgbClr val="2B748E">
              <a:alpha val="82000"/>
            </a:srgbClr>
          </a:solidFill>
          <a:ln w="2794">
            <a:solidFill>
              <a:srgbClr val="FFFFFF">
                <a:alpha val="82000"/>
              </a:srgbClr>
            </a:solidFill>
            <a:prstDash val="solid"/>
          </a:ln>
        </p:spPr>
      </p:sp>
      <p:sp>
        <p:nvSpPr>
          <p:cNvPr id="3517" name="LigandSeek2_vs_LigandSeek1_ellipse_9031">
            <a:extLst>
              <a:ext uri="{FF2B5EF4-FFF2-40B4-BE49-F238E27FC236}">
                <a16:creationId xmlns:a16="http://schemas.microsoft.com/office/drawing/2014/main" id="{C2E59425-ACF8-4F80-9060-5D80180353F5}"/>
              </a:ext>
            </a:extLst>
          </p:cNvPr>
          <p:cNvSpPr>
            <a:spLocks noGrp="1"/>
          </p:cNvSpPr>
          <p:nvPr/>
        </p:nvSpPr>
        <p:spPr>
          <a:xfrm>
            <a:off x="2414159" y="2628629"/>
            <a:ext cx="42121" cy="42121"/>
          </a:xfrm>
          <a:prstGeom prst="ellipse">
            <a:avLst/>
          </a:prstGeom>
          <a:solidFill>
            <a:srgbClr val="32648E">
              <a:alpha val="82000"/>
            </a:srgbClr>
          </a:solidFill>
          <a:ln w="2794">
            <a:solidFill>
              <a:srgbClr val="FFFFFF">
                <a:alpha val="82000"/>
              </a:srgbClr>
            </a:solidFill>
            <a:prstDash val="solid"/>
          </a:ln>
        </p:spPr>
      </p:sp>
      <p:sp>
        <p:nvSpPr>
          <p:cNvPr id="3518" name="LigandSeek2_vs_LigandSeek1_ellipse_9032">
            <a:extLst>
              <a:ext uri="{FF2B5EF4-FFF2-40B4-BE49-F238E27FC236}">
                <a16:creationId xmlns:a16="http://schemas.microsoft.com/office/drawing/2014/main" id="{694AC855-6BA8-4341-8B5E-D1D8249D66B6}"/>
              </a:ext>
            </a:extLst>
          </p:cNvPr>
          <p:cNvSpPr>
            <a:spLocks noGrp="1"/>
          </p:cNvSpPr>
          <p:nvPr/>
        </p:nvSpPr>
        <p:spPr>
          <a:xfrm>
            <a:off x="1249912" y="3030904"/>
            <a:ext cx="42121" cy="42121"/>
          </a:xfrm>
          <a:prstGeom prst="ellipse">
            <a:avLst/>
          </a:prstGeom>
          <a:solidFill>
            <a:srgbClr val="2D708E">
              <a:alpha val="82000"/>
            </a:srgbClr>
          </a:solidFill>
          <a:ln w="2794">
            <a:solidFill>
              <a:srgbClr val="FFFFFF">
                <a:alpha val="82000"/>
              </a:srgbClr>
            </a:solidFill>
            <a:prstDash val="solid"/>
          </a:ln>
        </p:spPr>
      </p:sp>
      <p:sp>
        <p:nvSpPr>
          <p:cNvPr id="3519" name="LigandSeek2_vs_LigandSeek1_ellipse_9033">
            <a:extLst>
              <a:ext uri="{FF2B5EF4-FFF2-40B4-BE49-F238E27FC236}">
                <a16:creationId xmlns:a16="http://schemas.microsoft.com/office/drawing/2014/main" id="{16F8E11B-4B43-4FAD-A4F7-387FC8395E1F}"/>
              </a:ext>
            </a:extLst>
          </p:cNvPr>
          <p:cNvSpPr>
            <a:spLocks noGrp="1"/>
          </p:cNvSpPr>
          <p:nvPr/>
        </p:nvSpPr>
        <p:spPr>
          <a:xfrm>
            <a:off x="565739" y="2628629"/>
            <a:ext cx="42121" cy="42121"/>
          </a:xfrm>
          <a:prstGeom prst="ellipse">
            <a:avLst/>
          </a:prstGeom>
          <a:solidFill>
            <a:srgbClr val="32648E">
              <a:alpha val="82000"/>
            </a:srgbClr>
          </a:solidFill>
          <a:ln w="2794">
            <a:solidFill>
              <a:srgbClr val="FFFFFF">
                <a:alpha val="82000"/>
              </a:srgbClr>
            </a:solidFill>
            <a:prstDash val="solid"/>
          </a:ln>
        </p:spPr>
      </p:sp>
      <p:sp>
        <p:nvSpPr>
          <p:cNvPr id="3520" name="LigandSeek2_vs_LigandSeek1_ellipse_9034">
            <a:extLst>
              <a:ext uri="{FF2B5EF4-FFF2-40B4-BE49-F238E27FC236}">
                <a16:creationId xmlns:a16="http://schemas.microsoft.com/office/drawing/2014/main" id="{F4816E29-BEBF-49FE-BFCA-A0A7DC7D9EA8}"/>
              </a:ext>
            </a:extLst>
          </p:cNvPr>
          <p:cNvSpPr>
            <a:spLocks noGrp="1"/>
          </p:cNvSpPr>
          <p:nvPr/>
        </p:nvSpPr>
        <p:spPr>
          <a:xfrm>
            <a:off x="2414159" y="2628629"/>
            <a:ext cx="42121" cy="42121"/>
          </a:xfrm>
          <a:prstGeom prst="ellipse">
            <a:avLst/>
          </a:prstGeom>
          <a:solidFill>
            <a:srgbClr val="21A685">
              <a:alpha val="82000"/>
            </a:srgbClr>
          </a:solidFill>
          <a:ln w="2794">
            <a:solidFill>
              <a:srgbClr val="FFFFFF">
                <a:alpha val="82000"/>
              </a:srgbClr>
            </a:solidFill>
            <a:prstDash val="solid"/>
          </a:ln>
        </p:spPr>
      </p:sp>
      <p:sp>
        <p:nvSpPr>
          <p:cNvPr id="3521" name="LigandSeek2_vs_LigandSeek1_ellipse_9035">
            <a:extLst>
              <a:ext uri="{FF2B5EF4-FFF2-40B4-BE49-F238E27FC236}">
                <a16:creationId xmlns:a16="http://schemas.microsoft.com/office/drawing/2014/main" id="{163A7FA7-4D81-4764-9D60-8EB3943073B2}"/>
              </a:ext>
            </a:extLst>
          </p:cNvPr>
          <p:cNvSpPr>
            <a:spLocks noGrp="1"/>
          </p:cNvSpPr>
          <p:nvPr/>
        </p:nvSpPr>
        <p:spPr>
          <a:xfrm>
            <a:off x="1104862" y="3908520"/>
            <a:ext cx="42121" cy="42121"/>
          </a:xfrm>
          <a:prstGeom prst="ellipse">
            <a:avLst/>
          </a:prstGeom>
          <a:solidFill>
            <a:srgbClr val="2A788E">
              <a:alpha val="82000"/>
            </a:srgbClr>
          </a:solidFill>
          <a:ln w="2794">
            <a:solidFill>
              <a:srgbClr val="FFFFFF">
                <a:alpha val="82000"/>
              </a:srgbClr>
            </a:solidFill>
            <a:prstDash val="solid"/>
          </a:ln>
        </p:spPr>
      </p:sp>
      <p:sp>
        <p:nvSpPr>
          <p:cNvPr id="3522" name="LigandSeek2_vs_LigandSeek1_ellipse_9036">
            <a:extLst>
              <a:ext uri="{FF2B5EF4-FFF2-40B4-BE49-F238E27FC236}">
                <a16:creationId xmlns:a16="http://schemas.microsoft.com/office/drawing/2014/main" id="{5EDC09C8-8B66-4D9C-B548-33E1293C8ED7}"/>
              </a:ext>
            </a:extLst>
          </p:cNvPr>
          <p:cNvSpPr>
            <a:spLocks noGrp="1"/>
          </p:cNvSpPr>
          <p:nvPr/>
        </p:nvSpPr>
        <p:spPr>
          <a:xfrm>
            <a:off x="565739" y="4168979"/>
            <a:ext cx="42121" cy="42121"/>
          </a:xfrm>
          <a:prstGeom prst="ellipse">
            <a:avLst/>
          </a:prstGeom>
          <a:solidFill>
            <a:srgbClr val="481A6C">
              <a:alpha val="82000"/>
            </a:srgbClr>
          </a:solidFill>
          <a:ln w="2794">
            <a:solidFill>
              <a:srgbClr val="FFFFFF">
                <a:alpha val="82000"/>
              </a:srgbClr>
            </a:solidFill>
            <a:prstDash val="solid"/>
          </a:ln>
        </p:spPr>
      </p:sp>
      <p:sp>
        <p:nvSpPr>
          <p:cNvPr id="3523" name="LigandSeek2_vs_LigandSeek1_ellipse_9037">
            <a:extLst>
              <a:ext uri="{FF2B5EF4-FFF2-40B4-BE49-F238E27FC236}">
                <a16:creationId xmlns:a16="http://schemas.microsoft.com/office/drawing/2014/main" id="{4415AEC3-BEC0-4E47-932F-0AAF1875685C}"/>
              </a:ext>
            </a:extLst>
          </p:cNvPr>
          <p:cNvSpPr>
            <a:spLocks noGrp="1"/>
          </p:cNvSpPr>
          <p:nvPr/>
        </p:nvSpPr>
        <p:spPr>
          <a:xfrm>
            <a:off x="1397528" y="3552839"/>
            <a:ext cx="42121" cy="42121"/>
          </a:xfrm>
          <a:prstGeom prst="ellipse">
            <a:avLst/>
          </a:prstGeom>
          <a:solidFill>
            <a:srgbClr val="46085C">
              <a:alpha val="82000"/>
            </a:srgbClr>
          </a:solidFill>
          <a:ln w="2794">
            <a:solidFill>
              <a:srgbClr val="FFFFFF">
                <a:alpha val="82000"/>
              </a:srgbClr>
            </a:solidFill>
            <a:prstDash val="solid"/>
          </a:ln>
        </p:spPr>
      </p:sp>
      <p:sp>
        <p:nvSpPr>
          <p:cNvPr id="3524" name="LigandSeek2_vs_LigandSeek1_ellipse_9038">
            <a:extLst>
              <a:ext uri="{FF2B5EF4-FFF2-40B4-BE49-F238E27FC236}">
                <a16:creationId xmlns:a16="http://schemas.microsoft.com/office/drawing/2014/main" id="{74DFE4B6-9CF3-4A8F-892C-245875CF3A5C}"/>
              </a:ext>
            </a:extLst>
          </p:cNvPr>
          <p:cNvSpPr>
            <a:spLocks noGrp="1"/>
          </p:cNvSpPr>
          <p:nvPr/>
        </p:nvSpPr>
        <p:spPr>
          <a:xfrm>
            <a:off x="1952054" y="3090734"/>
            <a:ext cx="42121" cy="42121"/>
          </a:xfrm>
          <a:prstGeom prst="ellipse">
            <a:avLst/>
          </a:prstGeom>
          <a:solidFill>
            <a:srgbClr val="2D708E">
              <a:alpha val="82000"/>
            </a:srgbClr>
          </a:solidFill>
          <a:ln w="2794">
            <a:solidFill>
              <a:srgbClr val="FFFFFF">
                <a:alpha val="82000"/>
              </a:srgbClr>
            </a:solidFill>
            <a:prstDash val="solid"/>
          </a:ln>
        </p:spPr>
      </p:sp>
      <p:sp>
        <p:nvSpPr>
          <p:cNvPr id="3525" name="LigandSeek2_vs_LigandSeek1_ellipse_9039">
            <a:extLst>
              <a:ext uri="{FF2B5EF4-FFF2-40B4-BE49-F238E27FC236}">
                <a16:creationId xmlns:a16="http://schemas.microsoft.com/office/drawing/2014/main" id="{03B06272-FD40-415C-9F42-6C76B854C2C5}"/>
              </a:ext>
            </a:extLst>
          </p:cNvPr>
          <p:cNvSpPr>
            <a:spLocks noGrp="1"/>
          </p:cNvSpPr>
          <p:nvPr/>
        </p:nvSpPr>
        <p:spPr>
          <a:xfrm>
            <a:off x="975858" y="3970659"/>
            <a:ext cx="42121" cy="42121"/>
          </a:xfrm>
          <a:prstGeom prst="ellipse">
            <a:avLst/>
          </a:prstGeom>
          <a:solidFill>
            <a:srgbClr val="443983">
              <a:alpha val="82000"/>
            </a:srgbClr>
          </a:solidFill>
          <a:ln w="2794">
            <a:solidFill>
              <a:srgbClr val="FFFFFF">
                <a:alpha val="82000"/>
              </a:srgbClr>
            </a:solidFill>
            <a:prstDash val="solid"/>
          </a:ln>
        </p:spPr>
      </p:sp>
      <p:sp>
        <p:nvSpPr>
          <p:cNvPr id="3526" name="LigandSeek2_vs_LigandSeek1_ellipse_9040">
            <a:extLst>
              <a:ext uri="{FF2B5EF4-FFF2-40B4-BE49-F238E27FC236}">
                <a16:creationId xmlns:a16="http://schemas.microsoft.com/office/drawing/2014/main" id="{C13D1F50-777A-45CC-8DC0-5D1086A29C9C}"/>
              </a:ext>
            </a:extLst>
          </p:cNvPr>
          <p:cNvSpPr>
            <a:spLocks noGrp="1"/>
          </p:cNvSpPr>
          <p:nvPr/>
        </p:nvSpPr>
        <p:spPr>
          <a:xfrm>
            <a:off x="565739" y="4477049"/>
            <a:ext cx="42121" cy="42121"/>
          </a:xfrm>
          <a:prstGeom prst="ellipse">
            <a:avLst/>
          </a:prstGeom>
          <a:solidFill>
            <a:srgbClr val="481467">
              <a:alpha val="82000"/>
            </a:srgbClr>
          </a:solidFill>
          <a:ln w="2794">
            <a:solidFill>
              <a:srgbClr val="FFFFFF">
                <a:alpha val="82000"/>
              </a:srgbClr>
            </a:solidFill>
            <a:prstDash val="solid"/>
          </a:ln>
        </p:spPr>
      </p:sp>
      <p:sp>
        <p:nvSpPr>
          <p:cNvPr id="3527" name="LigandSeek2_vs_LigandSeek1_ellipse_9041">
            <a:extLst>
              <a:ext uri="{FF2B5EF4-FFF2-40B4-BE49-F238E27FC236}">
                <a16:creationId xmlns:a16="http://schemas.microsoft.com/office/drawing/2014/main" id="{13A0575B-EFAF-4B6A-A7F3-18CAD2FACDCE}"/>
              </a:ext>
            </a:extLst>
          </p:cNvPr>
          <p:cNvSpPr>
            <a:spLocks noGrp="1"/>
          </p:cNvSpPr>
          <p:nvPr/>
        </p:nvSpPr>
        <p:spPr>
          <a:xfrm>
            <a:off x="1238483" y="3142659"/>
            <a:ext cx="42121" cy="42121"/>
          </a:xfrm>
          <a:prstGeom prst="ellipse">
            <a:avLst/>
          </a:prstGeom>
          <a:solidFill>
            <a:srgbClr val="277F8E">
              <a:alpha val="82000"/>
            </a:srgbClr>
          </a:solidFill>
          <a:ln w="2794">
            <a:solidFill>
              <a:srgbClr val="FFFFFF">
                <a:alpha val="82000"/>
              </a:srgbClr>
            </a:solidFill>
            <a:prstDash val="solid"/>
          </a:ln>
        </p:spPr>
      </p:sp>
      <p:sp>
        <p:nvSpPr>
          <p:cNvPr id="3528" name="LigandSeek2_vs_LigandSeek1_ellipse_9042">
            <a:extLst>
              <a:ext uri="{FF2B5EF4-FFF2-40B4-BE49-F238E27FC236}">
                <a16:creationId xmlns:a16="http://schemas.microsoft.com/office/drawing/2014/main" id="{02691EDE-DA6B-4E53-B43C-A966BBB3A1DF}"/>
              </a:ext>
            </a:extLst>
          </p:cNvPr>
          <p:cNvSpPr>
            <a:spLocks noGrp="1"/>
          </p:cNvSpPr>
          <p:nvPr/>
        </p:nvSpPr>
        <p:spPr>
          <a:xfrm>
            <a:off x="895611" y="3231797"/>
            <a:ext cx="42121" cy="42121"/>
          </a:xfrm>
          <a:prstGeom prst="ellipse">
            <a:avLst/>
          </a:prstGeom>
          <a:solidFill>
            <a:srgbClr val="25848E">
              <a:alpha val="82000"/>
            </a:srgbClr>
          </a:solidFill>
          <a:ln w="2794">
            <a:solidFill>
              <a:srgbClr val="FFFFFF">
                <a:alpha val="82000"/>
              </a:srgbClr>
            </a:solidFill>
            <a:prstDash val="solid"/>
          </a:ln>
        </p:spPr>
      </p:sp>
      <p:sp>
        <p:nvSpPr>
          <p:cNvPr id="3529" name="LigandSeek2_vs_LigandSeek1_ellipse_9043">
            <a:extLst>
              <a:ext uri="{FF2B5EF4-FFF2-40B4-BE49-F238E27FC236}">
                <a16:creationId xmlns:a16="http://schemas.microsoft.com/office/drawing/2014/main" id="{A5862BA8-FFCB-41B5-A24F-25041CCBBBDD}"/>
              </a:ext>
            </a:extLst>
          </p:cNvPr>
          <p:cNvSpPr>
            <a:spLocks noGrp="1"/>
          </p:cNvSpPr>
          <p:nvPr/>
        </p:nvSpPr>
        <p:spPr>
          <a:xfrm>
            <a:off x="951560" y="3345847"/>
            <a:ext cx="42121" cy="42121"/>
          </a:xfrm>
          <a:prstGeom prst="ellipse">
            <a:avLst/>
          </a:prstGeom>
          <a:solidFill>
            <a:srgbClr val="31688E">
              <a:alpha val="82000"/>
            </a:srgbClr>
          </a:solidFill>
          <a:ln w="2794">
            <a:solidFill>
              <a:srgbClr val="FFFFFF">
                <a:alpha val="82000"/>
              </a:srgbClr>
            </a:solidFill>
            <a:prstDash val="solid"/>
          </a:ln>
        </p:spPr>
      </p:sp>
      <p:sp>
        <p:nvSpPr>
          <p:cNvPr id="3530" name="LigandSeek2_vs_LigandSeek1_ellipse_9044">
            <a:extLst>
              <a:ext uri="{FF2B5EF4-FFF2-40B4-BE49-F238E27FC236}">
                <a16:creationId xmlns:a16="http://schemas.microsoft.com/office/drawing/2014/main" id="{EC231BE9-C0C3-4BE9-AD8A-DF261116C7F9}"/>
              </a:ext>
            </a:extLst>
          </p:cNvPr>
          <p:cNvSpPr>
            <a:spLocks noGrp="1"/>
          </p:cNvSpPr>
          <p:nvPr/>
        </p:nvSpPr>
        <p:spPr>
          <a:xfrm>
            <a:off x="1493984" y="3379000"/>
            <a:ext cx="42121" cy="42121"/>
          </a:xfrm>
          <a:prstGeom prst="ellipse">
            <a:avLst/>
          </a:prstGeom>
          <a:solidFill>
            <a:srgbClr val="1F988B">
              <a:alpha val="82000"/>
            </a:srgbClr>
          </a:solidFill>
          <a:ln w="2794">
            <a:solidFill>
              <a:srgbClr val="FFFFFF">
                <a:alpha val="82000"/>
              </a:srgbClr>
            </a:solidFill>
            <a:prstDash val="solid"/>
          </a:ln>
        </p:spPr>
      </p:sp>
      <p:sp>
        <p:nvSpPr>
          <p:cNvPr id="3531" name="LigandSeek2_vs_LigandSeek1_ellipse_9045">
            <a:extLst>
              <a:ext uri="{FF2B5EF4-FFF2-40B4-BE49-F238E27FC236}">
                <a16:creationId xmlns:a16="http://schemas.microsoft.com/office/drawing/2014/main" id="{41E4BC36-D142-446D-B15E-114658ADFC73}"/>
              </a:ext>
            </a:extLst>
          </p:cNvPr>
          <p:cNvSpPr>
            <a:spLocks noGrp="1"/>
          </p:cNvSpPr>
          <p:nvPr/>
        </p:nvSpPr>
        <p:spPr>
          <a:xfrm>
            <a:off x="1093859" y="3684869"/>
            <a:ext cx="42121" cy="42121"/>
          </a:xfrm>
          <a:prstGeom prst="ellipse">
            <a:avLst/>
          </a:prstGeom>
          <a:solidFill>
            <a:srgbClr val="39568C">
              <a:alpha val="82000"/>
            </a:srgbClr>
          </a:solidFill>
          <a:ln w="2794">
            <a:solidFill>
              <a:srgbClr val="FFFFFF">
                <a:alpha val="82000"/>
              </a:srgbClr>
            </a:solidFill>
            <a:prstDash val="solid"/>
          </a:ln>
        </p:spPr>
      </p:sp>
      <p:sp>
        <p:nvSpPr>
          <p:cNvPr id="3532" name="LigandSeek2_vs_LigandSeek1_ellipse_9046">
            <a:extLst>
              <a:ext uri="{FF2B5EF4-FFF2-40B4-BE49-F238E27FC236}">
                <a16:creationId xmlns:a16="http://schemas.microsoft.com/office/drawing/2014/main" id="{BF612BE4-CA51-4300-8AFC-5AC085EDEC09}"/>
              </a:ext>
            </a:extLst>
          </p:cNvPr>
          <p:cNvSpPr>
            <a:spLocks noGrp="1"/>
          </p:cNvSpPr>
          <p:nvPr/>
        </p:nvSpPr>
        <p:spPr>
          <a:xfrm>
            <a:off x="1952054" y="3552839"/>
            <a:ext cx="42121" cy="42121"/>
          </a:xfrm>
          <a:prstGeom prst="ellipse">
            <a:avLst/>
          </a:prstGeom>
          <a:solidFill>
            <a:srgbClr val="2A788E">
              <a:alpha val="82000"/>
            </a:srgbClr>
          </a:solidFill>
          <a:ln w="2794">
            <a:solidFill>
              <a:srgbClr val="FFFFFF">
                <a:alpha val="82000"/>
              </a:srgbClr>
            </a:solidFill>
            <a:prstDash val="solid"/>
          </a:ln>
        </p:spPr>
      </p:sp>
      <p:sp>
        <p:nvSpPr>
          <p:cNvPr id="3533" name="LigandSeek2_vs_LigandSeek1_ellipse_9047">
            <a:extLst>
              <a:ext uri="{FF2B5EF4-FFF2-40B4-BE49-F238E27FC236}">
                <a16:creationId xmlns:a16="http://schemas.microsoft.com/office/drawing/2014/main" id="{7C5FBBEA-7EFA-4612-B4F3-B66EF74DDBDB}"/>
              </a:ext>
            </a:extLst>
          </p:cNvPr>
          <p:cNvSpPr>
            <a:spLocks noGrp="1"/>
          </p:cNvSpPr>
          <p:nvPr/>
        </p:nvSpPr>
        <p:spPr>
          <a:xfrm>
            <a:off x="699774" y="4434475"/>
            <a:ext cx="42121" cy="42121"/>
          </a:xfrm>
          <a:prstGeom prst="ellipse">
            <a:avLst/>
          </a:prstGeom>
          <a:solidFill>
            <a:srgbClr val="4EC36B">
              <a:alpha val="82000"/>
            </a:srgbClr>
          </a:solidFill>
          <a:ln w="2794">
            <a:solidFill>
              <a:srgbClr val="FFFFFF">
                <a:alpha val="82000"/>
              </a:srgbClr>
            </a:solidFill>
            <a:prstDash val="solid"/>
          </a:ln>
        </p:spPr>
      </p:sp>
      <p:sp>
        <p:nvSpPr>
          <p:cNvPr id="3534" name="LigandSeek2_vs_LigandSeek1_ellipse_9048">
            <a:extLst>
              <a:ext uri="{FF2B5EF4-FFF2-40B4-BE49-F238E27FC236}">
                <a16:creationId xmlns:a16="http://schemas.microsoft.com/office/drawing/2014/main" id="{690CFD93-780E-4880-8588-274BD7EEC29C}"/>
              </a:ext>
            </a:extLst>
          </p:cNvPr>
          <p:cNvSpPr>
            <a:spLocks noGrp="1"/>
          </p:cNvSpPr>
          <p:nvPr/>
        </p:nvSpPr>
        <p:spPr>
          <a:xfrm>
            <a:off x="1798019" y="3244769"/>
            <a:ext cx="42121" cy="42121"/>
          </a:xfrm>
          <a:prstGeom prst="ellipse">
            <a:avLst/>
          </a:prstGeom>
          <a:solidFill>
            <a:srgbClr val="3F4788">
              <a:alpha val="82000"/>
            </a:srgbClr>
          </a:solidFill>
          <a:ln w="2794">
            <a:solidFill>
              <a:srgbClr val="FFFFFF">
                <a:alpha val="82000"/>
              </a:srgbClr>
            </a:solidFill>
            <a:prstDash val="solid"/>
          </a:ln>
        </p:spPr>
      </p:sp>
      <p:sp>
        <p:nvSpPr>
          <p:cNvPr id="3535" name="LigandSeek2_vs_LigandSeek1_ellipse_9049">
            <a:extLst>
              <a:ext uri="{FF2B5EF4-FFF2-40B4-BE49-F238E27FC236}">
                <a16:creationId xmlns:a16="http://schemas.microsoft.com/office/drawing/2014/main" id="{E32E1DE3-E9EB-4BF5-BE8E-BF7A7269AA18}"/>
              </a:ext>
            </a:extLst>
          </p:cNvPr>
          <p:cNvSpPr>
            <a:spLocks noGrp="1"/>
          </p:cNvSpPr>
          <p:nvPr/>
        </p:nvSpPr>
        <p:spPr>
          <a:xfrm>
            <a:off x="2414159" y="3221664"/>
            <a:ext cx="42121" cy="42121"/>
          </a:xfrm>
          <a:prstGeom prst="ellipse">
            <a:avLst/>
          </a:prstGeom>
          <a:solidFill>
            <a:srgbClr val="39558C">
              <a:alpha val="82000"/>
            </a:srgbClr>
          </a:solidFill>
          <a:ln w="2794">
            <a:solidFill>
              <a:srgbClr val="FFFFFF">
                <a:alpha val="82000"/>
              </a:srgbClr>
            </a:solidFill>
            <a:prstDash val="solid"/>
          </a:ln>
        </p:spPr>
      </p:sp>
      <p:sp>
        <p:nvSpPr>
          <p:cNvPr id="3536" name="LigandSeek2_vs_LigandSeek1_ellipse_9050">
            <a:extLst>
              <a:ext uri="{FF2B5EF4-FFF2-40B4-BE49-F238E27FC236}">
                <a16:creationId xmlns:a16="http://schemas.microsoft.com/office/drawing/2014/main" id="{BDA077D7-D252-4CD1-ABF3-3D6CB81F9DD9}"/>
              </a:ext>
            </a:extLst>
          </p:cNvPr>
          <p:cNvSpPr>
            <a:spLocks noGrp="1"/>
          </p:cNvSpPr>
          <p:nvPr/>
        </p:nvSpPr>
        <p:spPr>
          <a:xfrm>
            <a:off x="565739" y="2628629"/>
            <a:ext cx="42121" cy="42121"/>
          </a:xfrm>
          <a:prstGeom prst="ellipse">
            <a:avLst/>
          </a:prstGeom>
          <a:solidFill>
            <a:srgbClr val="287C8E">
              <a:alpha val="82000"/>
            </a:srgbClr>
          </a:solidFill>
          <a:ln w="2794">
            <a:solidFill>
              <a:srgbClr val="FFFFFF">
                <a:alpha val="82000"/>
              </a:srgbClr>
            </a:solidFill>
            <a:prstDash val="solid"/>
          </a:ln>
        </p:spPr>
      </p:sp>
      <p:sp>
        <p:nvSpPr>
          <p:cNvPr id="3537" name="LigandSeek2_vs_LigandSeek1_ellipse_9051">
            <a:extLst>
              <a:ext uri="{FF2B5EF4-FFF2-40B4-BE49-F238E27FC236}">
                <a16:creationId xmlns:a16="http://schemas.microsoft.com/office/drawing/2014/main" id="{53270011-520F-4A58-87BF-118DB7D2879B}"/>
              </a:ext>
            </a:extLst>
          </p:cNvPr>
          <p:cNvSpPr>
            <a:spLocks noGrp="1"/>
          </p:cNvSpPr>
          <p:nvPr/>
        </p:nvSpPr>
        <p:spPr>
          <a:xfrm>
            <a:off x="1489949" y="2628629"/>
            <a:ext cx="42121" cy="42121"/>
          </a:xfrm>
          <a:prstGeom prst="ellipse">
            <a:avLst/>
          </a:prstGeom>
          <a:solidFill>
            <a:srgbClr val="3C508B">
              <a:alpha val="82000"/>
            </a:srgbClr>
          </a:solidFill>
          <a:ln w="2794">
            <a:solidFill>
              <a:srgbClr val="FFFFFF">
                <a:alpha val="82000"/>
              </a:srgbClr>
            </a:solidFill>
            <a:prstDash val="solid"/>
          </a:ln>
        </p:spPr>
      </p:sp>
      <p:sp>
        <p:nvSpPr>
          <p:cNvPr id="3538" name="LigandSeek2_vs_LigandSeek1_ellipse_9052">
            <a:extLst>
              <a:ext uri="{FF2B5EF4-FFF2-40B4-BE49-F238E27FC236}">
                <a16:creationId xmlns:a16="http://schemas.microsoft.com/office/drawing/2014/main" id="{513D047A-01FF-481E-B4C6-1668C947FB29}"/>
              </a:ext>
            </a:extLst>
          </p:cNvPr>
          <p:cNvSpPr>
            <a:spLocks noGrp="1"/>
          </p:cNvSpPr>
          <p:nvPr/>
        </p:nvSpPr>
        <p:spPr>
          <a:xfrm>
            <a:off x="565739" y="4014944"/>
            <a:ext cx="42121" cy="42121"/>
          </a:xfrm>
          <a:prstGeom prst="ellipse">
            <a:avLst/>
          </a:prstGeom>
          <a:solidFill>
            <a:srgbClr val="472C7A">
              <a:alpha val="82000"/>
            </a:srgbClr>
          </a:solidFill>
          <a:ln w="2794">
            <a:solidFill>
              <a:srgbClr val="FFFFFF">
                <a:alpha val="82000"/>
              </a:srgbClr>
            </a:solidFill>
            <a:prstDash val="solid"/>
          </a:ln>
        </p:spPr>
      </p:sp>
      <p:sp>
        <p:nvSpPr>
          <p:cNvPr id="3539" name="LigandSeek2_vs_LigandSeek1_ellipse_9053">
            <a:extLst>
              <a:ext uri="{FF2B5EF4-FFF2-40B4-BE49-F238E27FC236}">
                <a16:creationId xmlns:a16="http://schemas.microsoft.com/office/drawing/2014/main" id="{3F310C2E-DFF9-42D5-9664-00BFBBBB5EEA}"/>
              </a:ext>
            </a:extLst>
          </p:cNvPr>
          <p:cNvSpPr>
            <a:spLocks noGrp="1"/>
          </p:cNvSpPr>
          <p:nvPr/>
        </p:nvSpPr>
        <p:spPr>
          <a:xfrm>
            <a:off x="565739" y="4477049"/>
            <a:ext cx="42121" cy="42121"/>
          </a:xfrm>
          <a:prstGeom prst="ellipse">
            <a:avLst/>
          </a:prstGeom>
          <a:solidFill>
            <a:srgbClr val="27808E">
              <a:alpha val="82000"/>
            </a:srgbClr>
          </a:solidFill>
          <a:ln w="2794">
            <a:solidFill>
              <a:srgbClr val="FFFFFF">
                <a:alpha val="82000"/>
              </a:srgbClr>
            </a:solidFill>
            <a:prstDash val="solid"/>
          </a:ln>
        </p:spPr>
      </p:sp>
      <p:sp>
        <p:nvSpPr>
          <p:cNvPr id="3540" name="LigandSeek2_vs_LigandSeek1_ellipse_9054">
            <a:extLst>
              <a:ext uri="{FF2B5EF4-FFF2-40B4-BE49-F238E27FC236}">
                <a16:creationId xmlns:a16="http://schemas.microsoft.com/office/drawing/2014/main" id="{34F5F175-7EE2-440B-AC44-D57692BFDB5E}"/>
              </a:ext>
            </a:extLst>
          </p:cNvPr>
          <p:cNvSpPr>
            <a:spLocks noGrp="1"/>
          </p:cNvSpPr>
          <p:nvPr/>
        </p:nvSpPr>
        <p:spPr>
          <a:xfrm>
            <a:off x="565739" y="3626189"/>
            <a:ext cx="42121" cy="42121"/>
          </a:xfrm>
          <a:prstGeom prst="ellipse">
            <a:avLst/>
          </a:prstGeom>
          <a:solidFill>
            <a:srgbClr val="27808E">
              <a:alpha val="82000"/>
            </a:srgbClr>
          </a:solidFill>
          <a:ln w="2794">
            <a:solidFill>
              <a:srgbClr val="FFFFFF">
                <a:alpha val="82000"/>
              </a:srgbClr>
            </a:solidFill>
            <a:prstDash val="solid"/>
          </a:ln>
        </p:spPr>
      </p:sp>
      <p:sp>
        <p:nvSpPr>
          <p:cNvPr id="3541" name="LigandSeek2_vs_LigandSeek1_ellipse_9055">
            <a:extLst>
              <a:ext uri="{FF2B5EF4-FFF2-40B4-BE49-F238E27FC236}">
                <a16:creationId xmlns:a16="http://schemas.microsoft.com/office/drawing/2014/main" id="{C7CBAA37-3928-441C-9C80-A8B17606D5E2}"/>
              </a:ext>
            </a:extLst>
          </p:cNvPr>
          <p:cNvSpPr>
            <a:spLocks noGrp="1"/>
          </p:cNvSpPr>
          <p:nvPr/>
        </p:nvSpPr>
        <p:spPr>
          <a:xfrm>
            <a:off x="829799" y="3232195"/>
            <a:ext cx="42121" cy="42121"/>
          </a:xfrm>
          <a:prstGeom prst="ellipse">
            <a:avLst/>
          </a:prstGeom>
          <a:solidFill>
            <a:srgbClr val="33638D">
              <a:alpha val="82000"/>
            </a:srgbClr>
          </a:solidFill>
          <a:ln w="2794">
            <a:solidFill>
              <a:srgbClr val="FFFFFF">
                <a:alpha val="82000"/>
              </a:srgbClr>
            </a:solidFill>
            <a:prstDash val="solid"/>
          </a:ln>
        </p:spPr>
      </p:sp>
      <p:sp>
        <p:nvSpPr>
          <p:cNvPr id="3542" name="LigandSeek2_vs_LigandSeek1_ellipse_9056">
            <a:extLst>
              <a:ext uri="{FF2B5EF4-FFF2-40B4-BE49-F238E27FC236}">
                <a16:creationId xmlns:a16="http://schemas.microsoft.com/office/drawing/2014/main" id="{5F4A74DB-EFEC-4708-A943-3718C8A6EE9A}"/>
              </a:ext>
            </a:extLst>
          </p:cNvPr>
          <p:cNvSpPr>
            <a:spLocks noGrp="1"/>
          </p:cNvSpPr>
          <p:nvPr/>
        </p:nvSpPr>
        <p:spPr>
          <a:xfrm>
            <a:off x="565739" y="4477049"/>
            <a:ext cx="42121" cy="42121"/>
          </a:xfrm>
          <a:prstGeom prst="ellipse">
            <a:avLst/>
          </a:prstGeom>
          <a:solidFill>
            <a:srgbClr val="39558C">
              <a:alpha val="82000"/>
            </a:srgbClr>
          </a:solidFill>
          <a:ln w="2794">
            <a:solidFill>
              <a:srgbClr val="FFFFFF">
                <a:alpha val="82000"/>
              </a:srgbClr>
            </a:solidFill>
            <a:prstDash val="solid"/>
          </a:ln>
        </p:spPr>
      </p:sp>
      <p:sp>
        <p:nvSpPr>
          <p:cNvPr id="3543" name="LigandSeek2_vs_LigandSeek1_ellipse_9057">
            <a:extLst>
              <a:ext uri="{FF2B5EF4-FFF2-40B4-BE49-F238E27FC236}">
                <a16:creationId xmlns:a16="http://schemas.microsoft.com/office/drawing/2014/main" id="{3794A4F9-0811-4EDB-B84C-2A9B58B40BB7}"/>
              </a:ext>
            </a:extLst>
          </p:cNvPr>
          <p:cNvSpPr>
            <a:spLocks noGrp="1"/>
          </p:cNvSpPr>
          <p:nvPr/>
        </p:nvSpPr>
        <p:spPr>
          <a:xfrm>
            <a:off x="2150099" y="2628629"/>
            <a:ext cx="42121" cy="42121"/>
          </a:xfrm>
          <a:prstGeom prst="ellipse">
            <a:avLst/>
          </a:prstGeom>
          <a:solidFill>
            <a:srgbClr val="23888E">
              <a:alpha val="82000"/>
            </a:srgbClr>
          </a:solidFill>
          <a:ln w="2794">
            <a:solidFill>
              <a:srgbClr val="FFFFFF">
                <a:alpha val="82000"/>
              </a:srgbClr>
            </a:solidFill>
            <a:prstDash val="solid"/>
          </a:ln>
        </p:spPr>
      </p:sp>
      <p:sp>
        <p:nvSpPr>
          <p:cNvPr id="3544" name="LigandSeek2_vs_LigandSeek1_ellipse_9058">
            <a:extLst>
              <a:ext uri="{FF2B5EF4-FFF2-40B4-BE49-F238E27FC236}">
                <a16:creationId xmlns:a16="http://schemas.microsoft.com/office/drawing/2014/main" id="{570C317F-0202-4875-8D3E-EDBB286ADED8}"/>
              </a:ext>
            </a:extLst>
          </p:cNvPr>
          <p:cNvSpPr>
            <a:spLocks noGrp="1"/>
          </p:cNvSpPr>
          <p:nvPr/>
        </p:nvSpPr>
        <p:spPr>
          <a:xfrm>
            <a:off x="873809" y="3408678"/>
            <a:ext cx="42121" cy="42121"/>
          </a:xfrm>
          <a:prstGeom prst="ellipse">
            <a:avLst/>
          </a:prstGeom>
          <a:solidFill>
            <a:srgbClr val="3C508B">
              <a:alpha val="82000"/>
            </a:srgbClr>
          </a:solidFill>
          <a:ln w="2794">
            <a:solidFill>
              <a:srgbClr val="FFFFFF">
                <a:alpha val="82000"/>
              </a:srgbClr>
            </a:solidFill>
            <a:prstDash val="solid"/>
          </a:ln>
        </p:spPr>
      </p:sp>
      <p:sp>
        <p:nvSpPr>
          <p:cNvPr id="3545" name="LigandSeek2_vs_LigandSeek1_ellipse_9059">
            <a:extLst>
              <a:ext uri="{FF2B5EF4-FFF2-40B4-BE49-F238E27FC236}">
                <a16:creationId xmlns:a16="http://schemas.microsoft.com/office/drawing/2014/main" id="{392AA107-6C67-4DD7-A04A-6AFCC7AAE56D}"/>
              </a:ext>
            </a:extLst>
          </p:cNvPr>
          <p:cNvSpPr>
            <a:spLocks noGrp="1"/>
          </p:cNvSpPr>
          <p:nvPr/>
        </p:nvSpPr>
        <p:spPr>
          <a:xfrm>
            <a:off x="1489949" y="3552839"/>
            <a:ext cx="42121" cy="42121"/>
          </a:xfrm>
          <a:prstGeom prst="ellipse">
            <a:avLst/>
          </a:prstGeom>
          <a:solidFill>
            <a:srgbClr val="2F6C8E">
              <a:alpha val="82000"/>
            </a:srgbClr>
          </a:solidFill>
          <a:ln w="2794">
            <a:solidFill>
              <a:srgbClr val="FFFFFF">
                <a:alpha val="82000"/>
              </a:srgbClr>
            </a:solidFill>
            <a:prstDash val="solid"/>
          </a:ln>
        </p:spPr>
      </p:sp>
      <p:sp>
        <p:nvSpPr>
          <p:cNvPr id="3546" name="LigandSeek2_vs_LigandSeek1_ellipse_9060">
            <a:extLst>
              <a:ext uri="{FF2B5EF4-FFF2-40B4-BE49-F238E27FC236}">
                <a16:creationId xmlns:a16="http://schemas.microsoft.com/office/drawing/2014/main" id="{631A31D1-20F4-4ECD-867F-B2E651381BB7}"/>
              </a:ext>
            </a:extLst>
          </p:cNvPr>
          <p:cNvSpPr>
            <a:spLocks noGrp="1"/>
          </p:cNvSpPr>
          <p:nvPr/>
        </p:nvSpPr>
        <p:spPr>
          <a:xfrm>
            <a:off x="2206212" y="2721050"/>
            <a:ext cx="42121" cy="42121"/>
          </a:xfrm>
          <a:prstGeom prst="ellipse">
            <a:avLst/>
          </a:prstGeom>
          <a:solidFill>
            <a:srgbClr val="27808E">
              <a:alpha val="82000"/>
            </a:srgbClr>
          </a:solidFill>
          <a:ln w="2794">
            <a:solidFill>
              <a:srgbClr val="FFFFFF">
                <a:alpha val="82000"/>
              </a:srgbClr>
            </a:solidFill>
            <a:prstDash val="solid"/>
          </a:ln>
        </p:spPr>
      </p:sp>
      <p:sp>
        <p:nvSpPr>
          <p:cNvPr id="3547" name="LigandSeek2_vs_LigandSeek1_ellipse_9061">
            <a:extLst>
              <a:ext uri="{FF2B5EF4-FFF2-40B4-BE49-F238E27FC236}">
                <a16:creationId xmlns:a16="http://schemas.microsoft.com/office/drawing/2014/main" id="{D406FE05-2297-4002-86FC-47F61C45DD4B}"/>
              </a:ext>
            </a:extLst>
          </p:cNvPr>
          <p:cNvSpPr>
            <a:spLocks noGrp="1"/>
          </p:cNvSpPr>
          <p:nvPr/>
        </p:nvSpPr>
        <p:spPr>
          <a:xfrm>
            <a:off x="1181879" y="3860909"/>
            <a:ext cx="42121" cy="42121"/>
          </a:xfrm>
          <a:prstGeom prst="ellipse">
            <a:avLst/>
          </a:prstGeom>
          <a:solidFill>
            <a:srgbClr val="3E4A89">
              <a:alpha val="82000"/>
            </a:srgbClr>
          </a:solidFill>
          <a:ln w="2794">
            <a:solidFill>
              <a:srgbClr val="FFFFFF">
                <a:alpha val="82000"/>
              </a:srgbClr>
            </a:solidFill>
            <a:prstDash val="solid"/>
          </a:ln>
        </p:spPr>
      </p:sp>
      <p:sp>
        <p:nvSpPr>
          <p:cNvPr id="3548" name="LigandSeek2_vs_LigandSeek1_ellipse_9062">
            <a:extLst>
              <a:ext uri="{FF2B5EF4-FFF2-40B4-BE49-F238E27FC236}">
                <a16:creationId xmlns:a16="http://schemas.microsoft.com/office/drawing/2014/main" id="{381585DA-36EE-4E9D-8B1C-D85FC70BFE18}"/>
              </a:ext>
            </a:extLst>
          </p:cNvPr>
          <p:cNvSpPr>
            <a:spLocks noGrp="1"/>
          </p:cNvSpPr>
          <p:nvPr/>
        </p:nvSpPr>
        <p:spPr>
          <a:xfrm>
            <a:off x="1489949" y="3552839"/>
            <a:ext cx="42121" cy="42121"/>
          </a:xfrm>
          <a:prstGeom prst="ellipse">
            <a:avLst/>
          </a:prstGeom>
          <a:solidFill>
            <a:srgbClr val="2AB07F">
              <a:alpha val="82000"/>
            </a:srgbClr>
          </a:solidFill>
          <a:ln w="2794">
            <a:solidFill>
              <a:srgbClr val="FFFFFF">
                <a:alpha val="82000"/>
              </a:srgbClr>
            </a:solidFill>
            <a:prstDash val="solid"/>
          </a:ln>
        </p:spPr>
      </p:sp>
      <p:sp>
        <p:nvSpPr>
          <p:cNvPr id="3549" name="LigandSeek2_vs_LigandSeek1_ellipse_9063">
            <a:extLst>
              <a:ext uri="{FF2B5EF4-FFF2-40B4-BE49-F238E27FC236}">
                <a16:creationId xmlns:a16="http://schemas.microsoft.com/office/drawing/2014/main" id="{FF370DD6-1255-4ADD-B6B5-0CA8AF9F9D74}"/>
              </a:ext>
            </a:extLst>
          </p:cNvPr>
          <p:cNvSpPr>
            <a:spLocks noGrp="1"/>
          </p:cNvSpPr>
          <p:nvPr/>
        </p:nvSpPr>
        <p:spPr>
          <a:xfrm>
            <a:off x="953908" y="4274603"/>
            <a:ext cx="42121" cy="42121"/>
          </a:xfrm>
          <a:prstGeom prst="ellipse">
            <a:avLst/>
          </a:prstGeom>
          <a:solidFill>
            <a:srgbClr val="414487">
              <a:alpha val="82000"/>
            </a:srgbClr>
          </a:solidFill>
          <a:ln w="2794">
            <a:solidFill>
              <a:srgbClr val="FFFFFF">
                <a:alpha val="82000"/>
              </a:srgbClr>
            </a:solidFill>
            <a:prstDash val="solid"/>
          </a:ln>
        </p:spPr>
      </p:sp>
      <p:sp>
        <p:nvSpPr>
          <p:cNvPr id="3550" name="LigandSeek2_vs_LigandSeek1_ellipse_9064">
            <a:extLst>
              <a:ext uri="{FF2B5EF4-FFF2-40B4-BE49-F238E27FC236}">
                <a16:creationId xmlns:a16="http://schemas.microsoft.com/office/drawing/2014/main" id="{5B9476E5-2D7D-4239-8416-DCE59D52395C}"/>
              </a:ext>
            </a:extLst>
          </p:cNvPr>
          <p:cNvSpPr>
            <a:spLocks noGrp="1"/>
          </p:cNvSpPr>
          <p:nvPr/>
        </p:nvSpPr>
        <p:spPr>
          <a:xfrm>
            <a:off x="1776014" y="3432179"/>
            <a:ext cx="42121" cy="42121"/>
          </a:xfrm>
          <a:prstGeom prst="ellipse">
            <a:avLst/>
          </a:prstGeom>
          <a:solidFill>
            <a:srgbClr val="460A5D">
              <a:alpha val="82000"/>
            </a:srgbClr>
          </a:solidFill>
          <a:ln w="2794">
            <a:solidFill>
              <a:srgbClr val="FFFFFF">
                <a:alpha val="82000"/>
              </a:srgbClr>
            </a:solidFill>
            <a:prstDash val="solid"/>
          </a:ln>
        </p:spPr>
      </p:sp>
      <p:sp>
        <p:nvSpPr>
          <p:cNvPr id="3551" name="LigandSeek2_vs_LigandSeek1_ellipse_9065">
            <a:extLst>
              <a:ext uri="{FF2B5EF4-FFF2-40B4-BE49-F238E27FC236}">
                <a16:creationId xmlns:a16="http://schemas.microsoft.com/office/drawing/2014/main" id="{F7EED4CD-6578-41A2-B692-374278CFFC61}"/>
              </a:ext>
            </a:extLst>
          </p:cNvPr>
          <p:cNvSpPr>
            <a:spLocks noGrp="1"/>
          </p:cNvSpPr>
          <p:nvPr/>
        </p:nvSpPr>
        <p:spPr>
          <a:xfrm>
            <a:off x="565739" y="4477049"/>
            <a:ext cx="42121" cy="42121"/>
          </a:xfrm>
          <a:prstGeom prst="ellipse">
            <a:avLst/>
          </a:prstGeom>
          <a:solidFill>
            <a:srgbClr val="482878">
              <a:alpha val="82000"/>
            </a:srgbClr>
          </a:solidFill>
          <a:ln w="2794">
            <a:solidFill>
              <a:srgbClr val="FFFFFF">
                <a:alpha val="82000"/>
              </a:srgbClr>
            </a:solidFill>
            <a:prstDash val="solid"/>
          </a:ln>
        </p:spPr>
      </p:sp>
      <p:sp>
        <p:nvSpPr>
          <p:cNvPr id="3552" name="LigandSeek2_vs_LigandSeek1_ellipse_9066">
            <a:extLst>
              <a:ext uri="{FF2B5EF4-FFF2-40B4-BE49-F238E27FC236}">
                <a16:creationId xmlns:a16="http://schemas.microsoft.com/office/drawing/2014/main" id="{A333C5C4-FD27-4D81-9337-09050B47547E}"/>
              </a:ext>
            </a:extLst>
          </p:cNvPr>
          <p:cNvSpPr>
            <a:spLocks noGrp="1"/>
          </p:cNvSpPr>
          <p:nvPr/>
        </p:nvSpPr>
        <p:spPr>
          <a:xfrm>
            <a:off x="873809" y="3860909"/>
            <a:ext cx="42121" cy="42121"/>
          </a:xfrm>
          <a:prstGeom prst="ellipse">
            <a:avLst/>
          </a:prstGeom>
          <a:solidFill>
            <a:srgbClr val="1FA188">
              <a:alpha val="82000"/>
            </a:srgbClr>
          </a:solidFill>
          <a:ln w="2794">
            <a:solidFill>
              <a:srgbClr val="FFFFFF">
                <a:alpha val="82000"/>
              </a:srgbClr>
            </a:solidFill>
            <a:prstDash val="solid"/>
          </a:ln>
        </p:spPr>
      </p:sp>
      <p:sp>
        <p:nvSpPr>
          <p:cNvPr id="3553" name="LigandSeek2_vs_LigandSeek1_ellipse_9067">
            <a:extLst>
              <a:ext uri="{FF2B5EF4-FFF2-40B4-BE49-F238E27FC236}">
                <a16:creationId xmlns:a16="http://schemas.microsoft.com/office/drawing/2014/main" id="{FEF444AA-0801-4A50-AC8C-408436F0D6F4}"/>
              </a:ext>
            </a:extLst>
          </p:cNvPr>
          <p:cNvSpPr>
            <a:spLocks noGrp="1"/>
          </p:cNvSpPr>
          <p:nvPr/>
        </p:nvSpPr>
        <p:spPr>
          <a:xfrm>
            <a:off x="1798019" y="3244769"/>
            <a:ext cx="42121" cy="42121"/>
          </a:xfrm>
          <a:prstGeom prst="ellipse">
            <a:avLst/>
          </a:prstGeom>
          <a:solidFill>
            <a:srgbClr val="228C8D">
              <a:alpha val="82000"/>
            </a:srgbClr>
          </a:solidFill>
          <a:ln w="2794">
            <a:solidFill>
              <a:srgbClr val="FFFFFF">
                <a:alpha val="82000"/>
              </a:srgbClr>
            </a:solidFill>
            <a:prstDash val="solid"/>
          </a:ln>
        </p:spPr>
      </p:sp>
      <p:sp>
        <p:nvSpPr>
          <p:cNvPr id="3554" name="LigandSeek2_vs_LigandSeek1_ellipse_9068">
            <a:extLst>
              <a:ext uri="{FF2B5EF4-FFF2-40B4-BE49-F238E27FC236}">
                <a16:creationId xmlns:a16="http://schemas.microsoft.com/office/drawing/2014/main" id="{5264B986-0ECF-4EC4-B691-F26307097D0A}"/>
              </a:ext>
            </a:extLst>
          </p:cNvPr>
          <p:cNvSpPr>
            <a:spLocks noGrp="1"/>
          </p:cNvSpPr>
          <p:nvPr/>
        </p:nvSpPr>
        <p:spPr>
          <a:xfrm>
            <a:off x="1150094" y="2871682"/>
            <a:ext cx="42121" cy="42121"/>
          </a:xfrm>
          <a:prstGeom prst="ellipse">
            <a:avLst/>
          </a:prstGeom>
          <a:solidFill>
            <a:srgbClr val="218F8D">
              <a:alpha val="82000"/>
            </a:srgbClr>
          </a:solidFill>
          <a:ln w="2794">
            <a:solidFill>
              <a:srgbClr val="FFFFFF">
                <a:alpha val="82000"/>
              </a:srgbClr>
            </a:solidFill>
            <a:prstDash val="solid"/>
          </a:ln>
        </p:spPr>
      </p:sp>
      <p:sp>
        <p:nvSpPr>
          <p:cNvPr id="3555" name="LigandSeek2_vs_LigandSeek1_ellipse_9069">
            <a:extLst>
              <a:ext uri="{FF2B5EF4-FFF2-40B4-BE49-F238E27FC236}">
                <a16:creationId xmlns:a16="http://schemas.microsoft.com/office/drawing/2014/main" id="{5DFB86F9-E838-4859-9984-24988B5E8E78}"/>
              </a:ext>
            </a:extLst>
          </p:cNvPr>
          <p:cNvSpPr>
            <a:spLocks noGrp="1"/>
          </p:cNvSpPr>
          <p:nvPr/>
        </p:nvSpPr>
        <p:spPr>
          <a:xfrm>
            <a:off x="1489949" y="3552839"/>
            <a:ext cx="42121" cy="42121"/>
          </a:xfrm>
          <a:prstGeom prst="ellipse">
            <a:avLst/>
          </a:prstGeom>
          <a:solidFill>
            <a:srgbClr val="38588C">
              <a:alpha val="82000"/>
            </a:srgbClr>
          </a:solidFill>
          <a:ln w="2794">
            <a:solidFill>
              <a:srgbClr val="FFFFFF">
                <a:alpha val="82000"/>
              </a:srgbClr>
            </a:solidFill>
            <a:prstDash val="solid"/>
          </a:ln>
        </p:spPr>
      </p:sp>
      <p:sp>
        <p:nvSpPr>
          <p:cNvPr id="3556" name="LigandSeek2_vs_LigandSeek1_ellipse_9070">
            <a:extLst>
              <a:ext uri="{FF2B5EF4-FFF2-40B4-BE49-F238E27FC236}">
                <a16:creationId xmlns:a16="http://schemas.microsoft.com/office/drawing/2014/main" id="{FD049915-9E01-4D5B-BB3C-C9AF8D5048DF}"/>
              </a:ext>
            </a:extLst>
          </p:cNvPr>
          <p:cNvSpPr>
            <a:spLocks noGrp="1"/>
          </p:cNvSpPr>
          <p:nvPr/>
        </p:nvSpPr>
        <p:spPr>
          <a:xfrm>
            <a:off x="1027844" y="4014944"/>
            <a:ext cx="42121" cy="42121"/>
          </a:xfrm>
          <a:prstGeom prst="ellipse">
            <a:avLst/>
          </a:prstGeom>
          <a:solidFill>
            <a:srgbClr val="32658E">
              <a:alpha val="82000"/>
            </a:srgbClr>
          </a:solidFill>
          <a:ln w="2794">
            <a:solidFill>
              <a:srgbClr val="FFFFFF">
                <a:alpha val="82000"/>
              </a:srgbClr>
            </a:solidFill>
            <a:prstDash val="solid"/>
          </a:ln>
        </p:spPr>
      </p:sp>
      <p:sp>
        <p:nvSpPr>
          <p:cNvPr id="3557" name="LigandSeek2_vs_LigandSeek1_ellipse_9071">
            <a:extLst>
              <a:ext uri="{FF2B5EF4-FFF2-40B4-BE49-F238E27FC236}">
                <a16:creationId xmlns:a16="http://schemas.microsoft.com/office/drawing/2014/main" id="{5607B6D8-B3CB-4849-A947-A5CA7BD794DF}"/>
              </a:ext>
            </a:extLst>
          </p:cNvPr>
          <p:cNvSpPr>
            <a:spLocks noGrp="1"/>
          </p:cNvSpPr>
          <p:nvPr/>
        </p:nvSpPr>
        <p:spPr>
          <a:xfrm>
            <a:off x="2414159" y="3156749"/>
            <a:ext cx="42121" cy="42121"/>
          </a:xfrm>
          <a:prstGeom prst="ellipse">
            <a:avLst/>
          </a:prstGeom>
          <a:solidFill>
            <a:srgbClr val="2A788E">
              <a:alpha val="82000"/>
            </a:srgbClr>
          </a:solidFill>
          <a:ln w="2794">
            <a:solidFill>
              <a:srgbClr val="FFFFFF">
                <a:alpha val="82000"/>
              </a:srgbClr>
            </a:solidFill>
            <a:prstDash val="solid"/>
          </a:ln>
        </p:spPr>
      </p:sp>
      <p:sp>
        <p:nvSpPr>
          <p:cNvPr id="3558" name="LigandSeek2_vs_LigandSeek1_ellipse_9072">
            <a:extLst>
              <a:ext uri="{FF2B5EF4-FFF2-40B4-BE49-F238E27FC236}">
                <a16:creationId xmlns:a16="http://schemas.microsoft.com/office/drawing/2014/main" id="{6CA633E8-270E-4AF0-AD31-520AEF662360}"/>
              </a:ext>
            </a:extLst>
          </p:cNvPr>
          <p:cNvSpPr>
            <a:spLocks noGrp="1"/>
          </p:cNvSpPr>
          <p:nvPr/>
        </p:nvSpPr>
        <p:spPr>
          <a:xfrm>
            <a:off x="2414159" y="2628629"/>
            <a:ext cx="42121" cy="42121"/>
          </a:xfrm>
          <a:prstGeom prst="ellipse">
            <a:avLst/>
          </a:prstGeom>
          <a:solidFill>
            <a:srgbClr val="39568C">
              <a:alpha val="82000"/>
            </a:srgbClr>
          </a:solidFill>
          <a:ln w="2794">
            <a:solidFill>
              <a:srgbClr val="FFFFFF">
                <a:alpha val="82000"/>
              </a:srgbClr>
            </a:solidFill>
            <a:prstDash val="solid"/>
          </a:ln>
        </p:spPr>
      </p:sp>
      <p:sp>
        <p:nvSpPr>
          <p:cNvPr id="3559" name="LigandSeek2_vs_LigandSeek1_ellipse_9073">
            <a:extLst>
              <a:ext uri="{FF2B5EF4-FFF2-40B4-BE49-F238E27FC236}">
                <a16:creationId xmlns:a16="http://schemas.microsoft.com/office/drawing/2014/main" id="{C3047857-29D6-4719-A827-0F422B66878B}"/>
              </a:ext>
            </a:extLst>
          </p:cNvPr>
          <p:cNvSpPr>
            <a:spLocks noGrp="1"/>
          </p:cNvSpPr>
          <p:nvPr/>
        </p:nvSpPr>
        <p:spPr>
          <a:xfrm>
            <a:off x="2414159" y="2628629"/>
            <a:ext cx="42121" cy="42121"/>
          </a:xfrm>
          <a:prstGeom prst="ellipse">
            <a:avLst/>
          </a:prstGeom>
          <a:solidFill>
            <a:srgbClr val="228B8D">
              <a:alpha val="82000"/>
            </a:srgbClr>
          </a:solidFill>
          <a:ln w="2794">
            <a:solidFill>
              <a:srgbClr val="FFFFFF">
                <a:alpha val="82000"/>
              </a:srgbClr>
            </a:solidFill>
            <a:prstDash val="solid"/>
          </a:ln>
        </p:spPr>
      </p:sp>
      <p:sp>
        <p:nvSpPr>
          <p:cNvPr id="3560" name="LigandSeek2_vs_LigandSeek1_ellipse_9074">
            <a:extLst>
              <a:ext uri="{FF2B5EF4-FFF2-40B4-BE49-F238E27FC236}">
                <a16:creationId xmlns:a16="http://schemas.microsoft.com/office/drawing/2014/main" id="{599905A3-7FB4-427C-9F3A-F47E092762FB}"/>
              </a:ext>
            </a:extLst>
          </p:cNvPr>
          <p:cNvSpPr>
            <a:spLocks noGrp="1"/>
          </p:cNvSpPr>
          <p:nvPr/>
        </p:nvSpPr>
        <p:spPr>
          <a:xfrm>
            <a:off x="611950" y="3917538"/>
            <a:ext cx="42121" cy="42121"/>
          </a:xfrm>
          <a:prstGeom prst="ellipse">
            <a:avLst/>
          </a:prstGeom>
          <a:solidFill>
            <a:srgbClr val="2D708E">
              <a:alpha val="82000"/>
            </a:srgbClr>
          </a:solidFill>
          <a:ln w="2794">
            <a:solidFill>
              <a:srgbClr val="FFFFFF">
                <a:alpha val="82000"/>
              </a:srgbClr>
            </a:solidFill>
            <a:prstDash val="solid"/>
          </a:ln>
        </p:spPr>
      </p:sp>
      <p:sp>
        <p:nvSpPr>
          <p:cNvPr id="3561" name="LigandSeek2_vs_LigandSeek1_ellipse_9075">
            <a:extLst>
              <a:ext uri="{FF2B5EF4-FFF2-40B4-BE49-F238E27FC236}">
                <a16:creationId xmlns:a16="http://schemas.microsoft.com/office/drawing/2014/main" id="{EA8FA454-D963-4107-A4C5-AF0B9F1244B2}"/>
              </a:ext>
            </a:extLst>
          </p:cNvPr>
          <p:cNvSpPr>
            <a:spLocks noGrp="1"/>
          </p:cNvSpPr>
          <p:nvPr/>
        </p:nvSpPr>
        <p:spPr>
          <a:xfrm>
            <a:off x="565739" y="3450149"/>
            <a:ext cx="42121" cy="42121"/>
          </a:xfrm>
          <a:prstGeom prst="ellipse">
            <a:avLst/>
          </a:prstGeom>
          <a:solidFill>
            <a:srgbClr val="2D708E">
              <a:alpha val="82000"/>
            </a:srgbClr>
          </a:solidFill>
          <a:ln w="2794">
            <a:solidFill>
              <a:srgbClr val="FFFFFF">
                <a:alpha val="82000"/>
              </a:srgbClr>
            </a:solidFill>
            <a:prstDash val="solid"/>
          </a:ln>
        </p:spPr>
      </p:sp>
      <p:sp>
        <p:nvSpPr>
          <p:cNvPr id="3562" name="LigandSeek2_vs_LigandSeek1_ellipse_9076">
            <a:extLst>
              <a:ext uri="{FF2B5EF4-FFF2-40B4-BE49-F238E27FC236}">
                <a16:creationId xmlns:a16="http://schemas.microsoft.com/office/drawing/2014/main" id="{7F3AA876-6C82-4ABE-9156-89B9CAC9B91C}"/>
              </a:ext>
            </a:extLst>
          </p:cNvPr>
          <p:cNvSpPr>
            <a:spLocks noGrp="1"/>
          </p:cNvSpPr>
          <p:nvPr/>
        </p:nvSpPr>
        <p:spPr>
          <a:xfrm>
            <a:off x="2414159" y="2628629"/>
            <a:ext cx="42121" cy="42121"/>
          </a:xfrm>
          <a:prstGeom prst="ellipse">
            <a:avLst/>
          </a:prstGeom>
          <a:solidFill>
            <a:srgbClr val="34618D">
              <a:alpha val="82000"/>
            </a:srgbClr>
          </a:solidFill>
          <a:ln w="2794">
            <a:solidFill>
              <a:srgbClr val="FFFFFF">
                <a:alpha val="82000"/>
              </a:srgbClr>
            </a:solidFill>
            <a:prstDash val="solid"/>
          </a:ln>
        </p:spPr>
      </p:sp>
      <p:sp>
        <p:nvSpPr>
          <p:cNvPr id="3563" name="LigandSeek2_vs_LigandSeek1_ellipse_9077">
            <a:extLst>
              <a:ext uri="{FF2B5EF4-FFF2-40B4-BE49-F238E27FC236}">
                <a16:creationId xmlns:a16="http://schemas.microsoft.com/office/drawing/2014/main" id="{6D612EF0-BBAE-4E93-A5EA-76485E8CCBED}"/>
              </a:ext>
            </a:extLst>
          </p:cNvPr>
          <p:cNvSpPr>
            <a:spLocks noGrp="1"/>
          </p:cNvSpPr>
          <p:nvPr/>
        </p:nvSpPr>
        <p:spPr>
          <a:xfrm>
            <a:off x="565739" y="3701830"/>
            <a:ext cx="42121" cy="42121"/>
          </a:xfrm>
          <a:prstGeom prst="ellipse">
            <a:avLst/>
          </a:prstGeom>
          <a:solidFill>
            <a:srgbClr val="22A884">
              <a:alpha val="82000"/>
            </a:srgbClr>
          </a:solidFill>
          <a:ln w="2794">
            <a:solidFill>
              <a:srgbClr val="FFFFFF">
                <a:alpha val="82000"/>
              </a:srgbClr>
            </a:solidFill>
            <a:prstDash val="solid"/>
          </a:ln>
        </p:spPr>
      </p:sp>
      <p:sp>
        <p:nvSpPr>
          <p:cNvPr id="3564" name="LigandSeek2_vs_LigandSeek1_ellipse_9078">
            <a:extLst>
              <a:ext uri="{FF2B5EF4-FFF2-40B4-BE49-F238E27FC236}">
                <a16:creationId xmlns:a16="http://schemas.microsoft.com/office/drawing/2014/main" id="{44CA1BDF-1075-475C-9979-37079F9CD290}"/>
              </a:ext>
            </a:extLst>
          </p:cNvPr>
          <p:cNvSpPr>
            <a:spLocks noGrp="1"/>
          </p:cNvSpPr>
          <p:nvPr/>
        </p:nvSpPr>
        <p:spPr>
          <a:xfrm>
            <a:off x="2225063" y="2722306"/>
            <a:ext cx="42121" cy="42121"/>
          </a:xfrm>
          <a:prstGeom prst="ellipse">
            <a:avLst/>
          </a:prstGeom>
          <a:solidFill>
            <a:srgbClr val="25AC82">
              <a:alpha val="82000"/>
            </a:srgbClr>
          </a:solidFill>
          <a:ln w="2794">
            <a:solidFill>
              <a:srgbClr val="FFFFFF">
                <a:alpha val="82000"/>
              </a:srgbClr>
            </a:solidFill>
            <a:prstDash val="solid"/>
          </a:ln>
        </p:spPr>
      </p:sp>
      <p:sp>
        <p:nvSpPr>
          <p:cNvPr id="3565" name="LigandSeek2_vs_LigandSeek1_ellipse_9079">
            <a:extLst>
              <a:ext uri="{FF2B5EF4-FFF2-40B4-BE49-F238E27FC236}">
                <a16:creationId xmlns:a16="http://schemas.microsoft.com/office/drawing/2014/main" id="{87C920D7-26D3-4A08-B43E-4B4E9873EAD6}"/>
              </a:ext>
            </a:extLst>
          </p:cNvPr>
          <p:cNvSpPr>
            <a:spLocks noGrp="1"/>
          </p:cNvSpPr>
          <p:nvPr/>
        </p:nvSpPr>
        <p:spPr>
          <a:xfrm>
            <a:off x="1489949" y="3552839"/>
            <a:ext cx="42121" cy="42121"/>
          </a:xfrm>
          <a:prstGeom prst="ellipse">
            <a:avLst/>
          </a:prstGeom>
          <a:solidFill>
            <a:srgbClr val="306A8E">
              <a:alpha val="82000"/>
            </a:srgbClr>
          </a:solidFill>
          <a:ln w="2794">
            <a:solidFill>
              <a:srgbClr val="FFFFFF">
                <a:alpha val="82000"/>
              </a:srgbClr>
            </a:solidFill>
            <a:prstDash val="solid"/>
          </a:ln>
        </p:spPr>
      </p:sp>
      <p:sp>
        <p:nvSpPr>
          <p:cNvPr id="3566" name="LigandSeek2_vs_LigandSeek1_ellipse_9080">
            <a:extLst>
              <a:ext uri="{FF2B5EF4-FFF2-40B4-BE49-F238E27FC236}">
                <a16:creationId xmlns:a16="http://schemas.microsoft.com/office/drawing/2014/main" id="{9865FCE1-0456-4820-9CD9-6C9B142135CA}"/>
              </a:ext>
            </a:extLst>
          </p:cNvPr>
          <p:cNvSpPr>
            <a:spLocks noGrp="1"/>
          </p:cNvSpPr>
          <p:nvPr/>
        </p:nvSpPr>
        <p:spPr>
          <a:xfrm>
            <a:off x="873809" y="3860909"/>
            <a:ext cx="42121" cy="42121"/>
          </a:xfrm>
          <a:prstGeom prst="ellipse">
            <a:avLst/>
          </a:prstGeom>
          <a:solidFill>
            <a:srgbClr val="34618D">
              <a:alpha val="82000"/>
            </a:srgbClr>
          </a:solidFill>
          <a:ln w="2794">
            <a:solidFill>
              <a:srgbClr val="FFFFFF">
                <a:alpha val="82000"/>
              </a:srgbClr>
            </a:solidFill>
            <a:prstDash val="solid"/>
          </a:ln>
        </p:spPr>
      </p:sp>
      <p:sp>
        <p:nvSpPr>
          <p:cNvPr id="3567" name="LigandSeek2_vs_LigandSeek1_ellipse_9081">
            <a:extLst>
              <a:ext uri="{FF2B5EF4-FFF2-40B4-BE49-F238E27FC236}">
                <a16:creationId xmlns:a16="http://schemas.microsoft.com/office/drawing/2014/main" id="{C0239D49-3B14-46E6-A3F5-A977D8A3B959}"/>
              </a:ext>
            </a:extLst>
          </p:cNvPr>
          <p:cNvSpPr>
            <a:spLocks noGrp="1"/>
          </p:cNvSpPr>
          <p:nvPr/>
        </p:nvSpPr>
        <p:spPr>
          <a:xfrm>
            <a:off x="2414159" y="2628629"/>
            <a:ext cx="42121" cy="42121"/>
          </a:xfrm>
          <a:prstGeom prst="ellipse">
            <a:avLst/>
          </a:prstGeom>
          <a:solidFill>
            <a:srgbClr val="39558C">
              <a:alpha val="82000"/>
            </a:srgbClr>
          </a:solidFill>
          <a:ln w="2794">
            <a:solidFill>
              <a:srgbClr val="FFFFFF">
                <a:alpha val="82000"/>
              </a:srgbClr>
            </a:solidFill>
            <a:prstDash val="solid"/>
          </a:ln>
        </p:spPr>
      </p:sp>
      <p:sp>
        <p:nvSpPr>
          <p:cNvPr id="3568" name="LigandSeek2_vs_LigandSeek1_ellipse_9082">
            <a:extLst>
              <a:ext uri="{FF2B5EF4-FFF2-40B4-BE49-F238E27FC236}">
                <a16:creationId xmlns:a16="http://schemas.microsoft.com/office/drawing/2014/main" id="{A6A2A512-2EA5-46E1-A430-5A6DB6960906}"/>
              </a:ext>
            </a:extLst>
          </p:cNvPr>
          <p:cNvSpPr>
            <a:spLocks noGrp="1"/>
          </p:cNvSpPr>
          <p:nvPr/>
        </p:nvSpPr>
        <p:spPr>
          <a:xfrm>
            <a:off x="2260124" y="2782664"/>
            <a:ext cx="42121" cy="42121"/>
          </a:xfrm>
          <a:prstGeom prst="ellipse">
            <a:avLst/>
          </a:prstGeom>
          <a:solidFill>
            <a:srgbClr val="218E8D">
              <a:alpha val="82000"/>
            </a:srgbClr>
          </a:solidFill>
          <a:ln w="2794">
            <a:solidFill>
              <a:srgbClr val="FFFFFF">
                <a:alpha val="82000"/>
              </a:srgbClr>
            </a:solidFill>
            <a:prstDash val="solid"/>
          </a:ln>
        </p:spPr>
      </p:sp>
      <p:sp>
        <p:nvSpPr>
          <p:cNvPr id="3569" name="LigandSeek2_vs_LigandSeek1_ellipse_9083">
            <a:extLst>
              <a:ext uri="{FF2B5EF4-FFF2-40B4-BE49-F238E27FC236}">
                <a16:creationId xmlns:a16="http://schemas.microsoft.com/office/drawing/2014/main" id="{245CD9FE-8F91-40C0-B6B2-A80F20855113}"/>
              </a:ext>
            </a:extLst>
          </p:cNvPr>
          <p:cNvSpPr>
            <a:spLocks noGrp="1"/>
          </p:cNvSpPr>
          <p:nvPr/>
        </p:nvSpPr>
        <p:spPr>
          <a:xfrm>
            <a:off x="565739" y="4477049"/>
            <a:ext cx="42121" cy="42121"/>
          </a:xfrm>
          <a:prstGeom prst="ellipse">
            <a:avLst/>
          </a:prstGeom>
          <a:solidFill>
            <a:srgbClr val="472F7D">
              <a:alpha val="82000"/>
            </a:srgbClr>
          </a:solidFill>
          <a:ln w="2794">
            <a:solidFill>
              <a:srgbClr val="FFFFFF">
                <a:alpha val="82000"/>
              </a:srgbClr>
            </a:solidFill>
            <a:prstDash val="solid"/>
          </a:ln>
        </p:spPr>
      </p:sp>
      <p:sp>
        <p:nvSpPr>
          <p:cNvPr id="3570" name="LigandSeek2_vs_LigandSeek1_ellipse_9084">
            <a:extLst>
              <a:ext uri="{FF2B5EF4-FFF2-40B4-BE49-F238E27FC236}">
                <a16:creationId xmlns:a16="http://schemas.microsoft.com/office/drawing/2014/main" id="{6C65E4FC-A82B-4A39-BD42-14D1F80DDDFB}"/>
              </a:ext>
            </a:extLst>
          </p:cNvPr>
          <p:cNvSpPr>
            <a:spLocks noGrp="1"/>
          </p:cNvSpPr>
          <p:nvPr/>
        </p:nvSpPr>
        <p:spPr>
          <a:xfrm>
            <a:off x="565739" y="3963599"/>
            <a:ext cx="42121" cy="42121"/>
          </a:xfrm>
          <a:prstGeom prst="ellipse">
            <a:avLst/>
          </a:prstGeom>
          <a:solidFill>
            <a:srgbClr val="453781">
              <a:alpha val="82000"/>
            </a:srgbClr>
          </a:solidFill>
          <a:ln w="2794">
            <a:solidFill>
              <a:srgbClr val="FFFFFF">
                <a:alpha val="82000"/>
              </a:srgbClr>
            </a:solidFill>
            <a:prstDash val="solid"/>
          </a:ln>
        </p:spPr>
      </p:sp>
      <p:sp>
        <p:nvSpPr>
          <p:cNvPr id="3571" name="LigandSeek2_vs_LigandSeek1_ellipse_9085">
            <a:extLst>
              <a:ext uri="{FF2B5EF4-FFF2-40B4-BE49-F238E27FC236}">
                <a16:creationId xmlns:a16="http://schemas.microsoft.com/office/drawing/2014/main" id="{091C5B3E-2283-478D-875C-E2BE53086353}"/>
              </a:ext>
            </a:extLst>
          </p:cNvPr>
          <p:cNvSpPr>
            <a:spLocks noGrp="1"/>
          </p:cNvSpPr>
          <p:nvPr/>
        </p:nvSpPr>
        <p:spPr>
          <a:xfrm>
            <a:off x="1489949" y="3552839"/>
            <a:ext cx="42121" cy="42121"/>
          </a:xfrm>
          <a:prstGeom prst="ellipse">
            <a:avLst/>
          </a:prstGeom>
          <a:solidFill>
            <a:srgbClr val="287D8E">
              <a:alpha val="82000"/>
            </a:srgbClr>
          </a:solidFill>
          <a:ln w="2794">
            <a:solidFill>
              <a:srgbClr val="FFFFFF">
                <a:alpha val="82000"/>
              </a:srgbClr>
            </a:solidFill>
            <a:prstDash val="solid"/>
          </a:ln>
        </p:spPr>
      </p:sp>
      <p:sp>
        <p:nvSpPr>
          <p:cNvPr id="3572" name="LigandSeek2_vs_LigandSeek1_ellipse_9086">
            <a:extLst>
              <a:ext uri="{FF2B5EF4-FFF2-40B4-BE49-F238E27FC236}">
                <a16:creationId xmlns:a16="http://schemas.microsoft.com/office/drawing/2014/main" id="{9A14F3F2-C889-4B97-91CE-8109CF6049E6}"/>
              </a:ext>
            </a:extLst>
          </p:cNvPr>
          <p:cNvSpPr>
            <a:spLocks noGrp="1"/>
          </p:cNvSpPr>
          <p:nvPr/>
        </p:nvSpPr>
        <p:spPr>
          <a:xfrm>
            <a:off x="1027844" y="3552839"/>
            <a:ext cx="42121" cy="42121"/>
          </a:xfrm>
          <a:prstGeom prst="ellipse">
            <a:avLst/>
          </a:prstGeom>
          <a:solidFill>
            <a:srgbClr val="297A8E">
              <a:alpha val="82000"/>
            </a:srgbClr>
          </a:solidFill>
          <a:ln w="2794">
            <a:solidFill>
              <a:srgbClr val="FFFFFF">
                <a:alpha val="82000"/>
              </a:srgbClr>
            </a:solidFill>
            <a:prstDash val="solid"/>
          </a:ln>
        </p:spPr>
      </p:sp>
      <p:sp>
        <p:nvSpPr>
          <p:cNvPr id="3573" name="LigandSeek2_vs_LigandSeek1_ellipse_9087">
            <a:extLst>
              <a:ext uri="{FF2B5EF4-FFF2-40B4-BE49-F238E27FC236}">
                <a16:creationId xmlns:a16="http://schemas.microsoft.com/office/drawing/2014/main" id="{A3EA0487-E255-487B-91AC-490193D00635}"/>
              </a:ext>
            </a:extLst>
          </p:cNvPr>
          <p:cNvSpPr>
            <a:spLocks noGrp="1"/>
          </p:cNvSpPr>
          <p:nvPr/>
        </p:nvSpPr>
        <p:spPr>
          <a:xfrm>
            <a:off x="829799" y="4212989"/>
            <a:ext cx="42121" cy="42121"/>
          </a:xfrm>
          <a:prstGeom prst="ellipse">
            <a:avLst/>
          </a:prstGeom>
          <a:solidFill>
            <a:srgbClr val="38588C">
              <a:alpha val="82000"/>
            </a:srgbClr>
          </a:solidFill>
          <a:ln w="2794">
            <a:solidFill>
              <a:srgbClr val="FFFFFF">
                <a:alpha val="82000"/>
              </a:srgbClr>
            </a:solidFill>
            <a:prstDash val="solid"/>
          </a:ln>
        </p:spPr>
      </p:sp>
      <p:sp>
        <p:nvSpPr>
          <p:cNvPr id="3574" name="LigandSeek2_vs_LigandSeek1_ellipse_9088">
            <a:extLst>
              <a:ext uri="{FF2B5EF4-FFF2-40B4-BE49-F238E27FC236}">
                <a16:creationId xmlns:a16="http://schemas.microsoft.com/office/drawing/2014/main" id="{E923DD13-C5E2-4DBA-94F3-9F8C10160175}"/>
              </a:ext>
            </a:extLst>
          </p:cNvPr>
          <p:cNvSpPr>
            <a:spLocks noGrp="1"/>
          </p:cNvSpPr>
          <p:nvPr/>
        </p:nvSpPr>
        <p:spPr>
          <a:xfrm>
            <a:off x="1379628" y="3592470"/>
            <a:ext cx="42121" cy="42121"/>
          </a:xfrm>
          <a:prstGeom prst="ellipse">
            <a:avLst/>
          </a:prstGeom>
          <a:solidFill>
            <a:srgbClr val="2D708E">
              <a:alpha val="82000"/>
            </a:srgbClr>
          </a:solidFill>
          <a:ln w="2794">
            <a:solidFill>
              <a:srgbClr val="FFFFFF">
                <a:alpha val="82000"/>
              </a:srgbClr>
            </a:solidFill>
            <a:prstDash val="solid"/>
          </a:ln>
        </p:spPr>
      </p:sp>
      <p:sp>
        <p:nvSpPr>
          <p:cNvPr id="3575" name="LigandSeek2_vs_LigandSeek1_ellipse_9089">
            <a:extLst>
              <a:ext uri="{FF2B5EF4-FFF2-40B4-BE49-F238E27FC236}">
                <a16:creationId xmlns:a16="http://schemas.microsoft.com/office/drawing/2014/main" id="{C552C07B-C751-402B-9303-72DE02C9B9CA}"/>
              </a:ext>
            </a:extLst>
          </p:cNvPr>
          <p:cNvSpPr>
            <a:spLocks noGrp="1"/>
          </p:cNvSpPr>
          <p:nvPr/>
        </p:nvSpPr>
        <p:spPr>
          <a:xfrm>
            <a:off x="1798019" y="3244769"/>
            <a:ext cx="42121" cy="42121"/>
          </a:xfrm>
          <a:prstGeom prst="ellipse">
            <a:avLst/>
          </a:prstGeom>
          <a:solidFill>
            <a:srgbClr val="287C8E">
              <a:alpha val="82000"/>
            </a:srgbClr>
          </a:solidFill>
          <a:ln w="2794">
            <a:solidFill>
              <a:srgbClr val="FFFFFF">
                <a:alpha val="82000"/>
              </a:srgbClr>
            </a:solidFill>
            <a:prstDash val="solid"/>
          </a:ln>
        </p:spPr>
      </p:sp>
      <p:sp>
        <p:nvSpPr>
          <p:cNvPr id="3576" name="LigandSeek2_vs_LigandSeek1_ellipse_9090">
            <a:extLst>
              <a:ext uri="{FF2B5EF4-FFF2-40B4-BE49-F238E27FC236}">
                <a16:creationId xmlns:a16="http://schemas.microsoft.com/office/drawing/2014/main" id="{D597D228-241C-45D6-A4E8-5D72928098CF}"/>
              </a:ext>
            </a:extLst>
          </p:cNvPr>
          <p:cNvSpPr>
            <a:spLocks noGrp="1"/>
          </p:cNvSpPr>
          <p:nvPr/>
        </p:nvSpPr>
        <p:spPr>
          <a:xfrm>
            <a:off x="1592639" y="3244769"/>
            <a:ext cx="42121" cy="42121"/>
          </a:xfrm>
          <a:prstGeom prst="ellipse">
            <a:avLst/>
          </a:prstGeom>
          <a:solidFill>
            <a:srgbClr val="2A788E">
              <a:alpha val="82000"/>
            </a:srgbClr>
          </a:solidFill>
          <a:ln w="2794">
            <a:solidFill>
              <a:srgbClr val="FFFFFF">
                <a:alpha val="82000"/>
              </a:srgbClr>
            </a:solidFill>
            <a:prstDash val="solid"/>
          </a:ln>
        </p:spPr>
      </p:sp>
      <p:sp>
        <p:nvSpPr>
          <p:cNvPr id="3577" name="LigandSeek2_vs_LigandSeek1_ellipse_9091">
            <a:extLst>
              <a:ext uri="{FF2B5EF4-FFF2-40B4-BE49-F238E27FC236}">
                <a16:creationId xmlns:a16="http://schemas.microsoft.com/office/drawing/2014/main" id="{02318F27-A06F-4168-9E4B-E4EA2BAA21CE}"/>
              </a:ext>
            </a:extLst>
          </p:cNvPr>
          <p:cNvSpPr>
            <a:spLocks noGrp="1"/>
          </p:cNvSpPr>
          <p:nvPr/>
        </p:nvSpPr>
        <p:spPr>
          <a:xfrm>
            <a:off x="565739" y="4477049"/>
            <a:ext cx="42121" cy="42121"/>
          </a:xfrm>
          <a:prstGeom prst="ellipse">
            <a:avLst/>
          </a:prstGeom>
          <a:solidFill>
            <a:srgbClr val="3E4989">
              <a:alpha val="82000"/>
            </a:srgbClr>
          </a:solidFill>
          <a:ln w="2794">
            <a:solidFill>
              <a:srgbClr val="FFFFFF">
                <a:alpha val="82000"/>
              </a:srgbClr>
            </a:solidFill>
            <a:prstDash val="solid"/>
          </a:ln>
        </p:spPr>
      </p:sp>
      <p:sp>
        <p:nvSpPr>
          <p:cNvPr id="3578" name="LigandSeek2_vs_LigandSeek1_ellipse_9092">
            <a:extLst>
              <a:ext uri="{FF2B5EF4-FFF2-40B4-BE49-F238E27FC236}">
                <a16:creationId xmlns:a16="http://schemas.microsoft.com/office/drawing/2014/main" id="{2870C31E-4F89-4A30-956E-482CF081958E}"/>
              </a:ext>
            </a:extLst>
          </p:cNvPr>
          <p:cNvSpPr>
            <a:spLocks noGrp="1"/>
          </p:cNvSpPr>
          <p:nvPr/>
        </p:nvSpPr>
        <p:spPr>
          <a:xfrm>
            <a:off x="1027844" y="3552839"/>
            <a:ext cx="42121" cy="42121"/>
          </a:xfrm>
          <a:prstGeom prst="ellipse">
            <a:avLst/>
          </a:prstGeom>
          <a:solidFill>
            <a:srgbClr val="31688E">
              <a:alpha val="82000"/>
            </a:srgbClr>
          </a:solidFill>
          <a:ln w="2794">
            <a:solidFill>
              <a:srgbClr val="FFFFFF">
                <a:alpha val="82000"/>
              </a:srgbClr>
            </a:solidFill>
            <a:prstDash val="solid"/>
          </a:ln>
        </p:spPr>
      </p:sp>
      <p:sp>
        <p:nvSpPr>
          <p:cNvPr id="3579" name="LigandSeek2_vs_LigandSeek1_ellipse_9093">
            <a:extLst>
              <a:ext uri="{FF2B5EF4-FFF2-40B4-BE49-F238E27FC236}">
                <a16:creationId xmlns:a16="http://schemas.microsoft.com/office/drawing/2014/main" id="{F9A3E2B9-BE85-4919-8CBF-436847EB85F4}"/>
              </a:ext>
            </a:extLst>
          </p:cNvPr>
          <p:cNvSpPr>
            <a:spLocks noGrp="1"/>
          </p:cNvSpPr>
          <p:nvPr/>
        </p:nvSpPr>
        <p:spPr>
          <a:xfrm>
            <a:off x="2195821" y="3076632"/>
            <a:ext cx="42121" cy="42121"/>
          </a:xfrm>
          <a:prstGeom prst="ellipse">
            <a:avLst/>
          </a:prstGeom>
          <a:solidFill>
            <a:srgbClr val="28AE80">
              <a:alpha val="82000"/>
            </a:srgbClr>
          </a:solidFill>
          <a:ln w="2794">
            <a:solidFill>
              <a:srgbClr val="FFFFFF">
                <a:alpha val="82000"/>
              </a:srgbClr>
            </a:solidFill>
            <a:prstDash val="solid"/>
          </a:ln>
        </p:spPr>
      </p:sp>
      <p:sp>
        <p:nvSpPr>
          <p:cNvPr id="3580" name="LigandSeek2_vs_LigandSeek1_ellipse_9094">
            <a:extLst>
              <a:ext uri="{FF2B5EF4-FFF2-40B4-BE49-F238E27FC236}">
                <a16:creationId xmlns:a16="http://schemas.microsoft.com/office/drawing/2014/main" id="{41B6DC99-F2CB-48F6-8A54-6E7697CD76D5}"/>
              </a:ext>
            </a:extLst>
          </p:cNvPr>
          <p:cNvSpPr>
            <a:spLocks noGrp="1"/>
          </p:cNvSpPr>
          <p:nvPr/>
        </p:nvSpPr>
        <p:spPr>
          <a:xfrm>
            <a:off x="2414159" y="3221664"/>
            <a:ext cx="42121" cy="42121"/>
          </a:xfrm>
          <a:prstGeom prst="ellipse">
            <a:avLst/>
          </a:prstGeom>
          <a:solidFill>
            <a:srgbClr val="23888E">
              <a:alpha val="82000"/>
            </a:srgbClr>
          </a:solidFill>
          <a:ln w="2794">
            <a:solidFill>
              <a:srgbClr val="FFFFFF">
                <a:alpha val="82000"/>
              </a:srgbClr>
            </a:solidFill>
            <a:prstDash val="solid"/>
          </a:ln>
        </p:spPr>
      </p:sp>
      <p:sp>
        <p:nvSpPr>
          <p:cNvPr id="3581" name="LigandSeek2_vs_LigandSeek1_ellipse_9095">
            <a:extLst>
              <a:ext uri="{FF2B5EF4-FFF2-40B4-BE49-F238E27FC236}">
                <a16:creationId xmlns:a16="http://schemas.microsoft.com/office/drawing/2014/main" id="{E338AECC-DCFC-4445-BBCD-D4A1B806D196}"/>
              </a:ext>
            </a:extLst>
          </p:cNvPr>
          <p:cNvSpPr>
            <a:spLocks noGrp="1"/>
          </p:cNvSpPr>
          <p:nvPr/>
        </p:nvSpPr>
        <p:spPr>
          <a:xfrm>
            <a:off x="2044475" y="3552839"/>
            <a:ext cx="42121" cy="42121"/>
          </a:xfrm>
          <a:prstGeom prst="ellipse">
            <a:avLst/>
          </a:prstGeom>
          <a:solidFill>
            <a:srgbClr val="34B679">
              <a:alpha val="82000"/>
            </a:srgbClr>
          </a:solidFill>
          <a:ln w="2794">
            <a:solidFill>
              <a:srgbClr val="FFFFFF">
                <a:alpha val="82000"/>
              </a:srgbClr>
            </a:solidFill>
            <a:prstDash val="solid"/>
          </a:ln>
        </p:spPr>
      </p:sp>
      <p:sp>
        <p:nvSpPr>
          <p:cNvPr id="3582" name="LigandSeek2_vs_LigandSeek1_ellipse_9096">
            <a:extLst>
              <a:ext uri="{FF2B5EF4-FFF2-40B4-BE49-F238E27FC236}">
                <a16:creationId xmlns:a16="http://schemas.microsoft.com/office/drawing/2014/main" id="{8DCA272A-4199-477D-AC17-2E9F6EA85677}"/>
              </a:ext>
            </a:extLst>
          </p:cNvPr>
          <p:cNvSpPr>
            <a:spLocks noGrp="1"/>
          </p:cNvSpPr>
          <p:nvPr/>
        </p:nvSpPr>
        <p:spPr>
          <a:xfrm>
            <a:off x="1054681" y="3924693"/>
            <a:ext cx="42121" cy="42121"/>
          </a:xfrm>
          <a:prstGeom prst="ellipse">
            <a:avLst/>
          </a:prstGeom>
          <a:solidFill>
            <a:srgbClr val="39568C">
              <a:alpha val="82000"/>
            </a:srgbClr>
          </a:solidFill>
          <a:ln w="2794">
            <a:solidFill>
              <a:srgbClr val="FFFFFF">
                <a:alpha val="82000"/>
              </a:srgbClr>
            </a:solidFill>
            <a:prstDash val="solid"/>
          </a:ln>
        </p:spPr>
      </p:sp>
      <p:sp>
        <p:nvSpPr>
          <p:cNvPr id="3583" name="LigandSeek2_vs_LigandSeek1_ellipse_9097">
            <a:extLst>
              <a:ext uri="{FF2B5EF4-FFF2-40B4-BE49-F238E27FC236}">
                <a16:creationId xmlns:a16="http://schemas.microsoft.com/office/drawing/2014/main" id="{5C25FB8D-2A09-4259-840C-1C523022F9C2}"/>
              </a:ext>
            </a:extLst>
          </p:cNvPr>
          <p:cNvSpPr>
            <a:spLocks noGrp="1"/>
          </p:cNvSpPr>
          <p:nvPr/>
        </p:nvSpPr>
        <p:spPr>
          <a:xfrm>
            <a:off x="1952054" y="3183155"/>
            <a:ext cx="42121" cy="42121"/>
          </a:xfrm>
          <a:prstGeom prst="ellipse">
            <a:avLst/>
          </a:prstGeom>
          <a:solidFill>
            <a:srgbClr val="38598C">
              <a:alpha val="82000"/>
            </a:srgbClr>
          </a:solidFill>
          <a:ln w="2794">
            <a:solidFill>
              <a:srgbClr val="FFFFFF">
                <a:alpha val="82000"/>
              </a:srgbClr>
            </a:solidFill>
            <a:prstDash val="solid"/>
          </a:ln>
        </p:spPr>
      </p:sp>
      <p:sp>
        <p:nvSpPr>
          <p:cNvPr id="3584" name="LigandSeek2_vs_LigandSeek1_ellipse_9098">
            <a:extLst>
              <a:ext uri="{FF2B5EF4-FFF2-40B4-BE49-F238E27FC236}">
                <a16:creationId xmlns:a16="http://schemas.microsoft.com/office/drawing/2014/main" id="{9B292B3B-085E-4086-86DC-9D5521CA32EE}"/>
              </a:ext>
            </a:extLst>
          </p:cNvPr>
          <p:cNvSpPr>
            <a:spLocks noGrp="1"/>
          </p:cNvSpPr>
          <p:nvPr/>
        </p:nvSpPr>
        <p:spPr>
          <a:xfrm>
            <a:off x="565739" y="2628629"/>
            <a:ext cx="42121" cy="42121"/>
          </a:xfrm>
          <a:prstGeom prst="ellipse">
            <a:avLst/>
          </a:prstGeom>
          <a:solidFill>
            <a:srgbClr val="46327E">
              <a:alpha val="82000"/>
            </a:srgbClr>
          </a:solidFill>
          <a:ln w="2794">
            <a:solidFill>
              <a:srgbClr val="FFFFFF">
                <a:alpha val="82000"/>
              </a:srgbClr>
            </a:solidFill>
            <a:prstDash val="solid"/>
          </a:ln>
        </p:spPr>
      </p:sp>
      <p:sp>
        <p:nvSpPr>
          <p:cNvPr id="3585" name="LigandSeek2_vs_LigandSeek1_ellipse_9099">
            <a:extLst>
              <a:ext uri="{FF2B5EF4-FFF2-40B4-BE49-F238E27FC236}">
                <a16:creationId xmlns:a16="http://schemas.microsoft.com/office/drawing/2014/main" id="{79E87741-49F5-4332-876E-1B4107452487}"/>
              </a:ext>
            </a:extLst>
          </p:cNvPr>
          <p:cNvSpPr>
            <a:spLocks noGrp="1"/>
          </p:cNvSpPr>
          <p:nvPr/>
        </p:nvSpPr>
        <p:spPr>
          <a:xfrm>
            <a:off x="565739" y="3090734"/>
            <a:ext cx="42121" cy="42121"/>
          </a:xfrm>
          <a:prstGeom prst="ellipse">
            <a:avLst/>
          </a:prstGeom>
          <a:solidFill>
            <a:srgbClr val="46085C">
              <a:alpha val="82000"/>
            </a:srgbClr>
          </a:solidFill>
          <a:ln w="2794">
            <a:solidFill>
              <a:srgbClr val="FFFFFF">
                <a:alpha val="82000"/>
              </a:srgbClr>
            </a:solidFill>
            <a:prstDash val="solid"/>
          </a:ln>
        </p:spPr>
      </p:sp>
      <p:sp>
        <p:nvSpPr>
          <p:cNvPr id="3586" name="LigandSeek2_vs_LigandSeek1_ellipse_9100">
            <a:extLst>
              <a:ext uri="{FF2B5EF4-FFF2-40B4-BE49-F238E27FC236}">
                <a16:creationId xmlns:a16="http://schemas.microsoft.com/office/drawing/2014/main" id="{254FF944-64D6-4DDB-B492-5EF66857B4B8}"/>
              </a:ext>
            </a:extLst>
          </p:cNvPr>
          <p:cNvSpPr>
            <a:spLocks noGrp="1"/>
          </p:cNvSpPr>
          <p:nvPr/>
        </p:nvSpPr>
        <p:spPr>
          <a:xfrm>
            <a:off x="1489949" y="2628629"/>
            <a:ext cx="42121" cy="42121"/>
          </a:xfrm>
          <a:prstGeom prst="ellipse">
            <a:avLst/>
          </a:prstGeom>
          <a:solidFill>
            <a:srgbClr val="1F9E89">
              <a:alpha val="82000"/>
            </a:srgbClr>
          </a:solidFill>
          <a:ln w="2794">
            <a:solidFill>
              <a:srgbClr val="FFFFFF">
                <a:alpha val="82000"/>
              </a:srgbClr>
            </a:solidFill>
            <a:prstDash val="solid"/>
          </a:ln>
        </p:spPr>
      </p:sp>
      <p:sp>
        <p:nvSpPr>
          <p:cNvPr id="3587" name="LigandSeek2_vs_LigandSeek1_ellipse_9101">
            <a:extLst>
              <a:ext uri="{FF2B5EF4-FFF2-40B4-BE49-F238E27FC236}">
                <a16:creationId xmlns:a16="http://schemas.microsoft.com/office/drawing/2014/main" id="{9517A8FC-7997-4E40-8B61-974DFA891F1D}"/>
              </a:ext>
            </a:extLst>
          </p:cNvPr>
          <p:cNvSpPr>
            <a:spLocks noGrp="1"/>
          </p:cNvSpPr>
          <p:nvPr/>
        </p:nvSpPr>
        <p:spPr>
          <a:xfrm>
            <a:off x="818120" y="3186511"/>
            <a:ext cx="42121" cy="42121"/>
          </a:xfrm>
          <a:prstGeom prst="ellipse">
            <a:avLst/>
          </a:prstGeom>
          <a:solidFill>
            <a:srgbClr val="39568C">
              <a:alpha val="82000"/>
            </a:srgbClr>
          </a:solidFill>
          <a:ln w="2794">
            <a:solidFill>
              <a:srgbClr val="FFFFFF">
                <a:alpha val="82000"/>
              </a:srgbClr>
            </a:solidFill>
            <a:prstDash val="solid"/>
          </a:ln>
        </p:spPr>
      </p:sp>
      <p:sp>
        <p:nvSpPr>
          <p:cNvPr id="3588" name="LigandSeek2_vs_LigandSeek1_ellipse_9102">
            <a:extLst>
              <a:ext uri="{FF2B5EF4-FFF2-40B4-BE49-F238E27FC236}">
                <a16:creationId xmlns:a16="http://schemas.microsoft.com/office/drawing/2014/main" id="{4C79614F-A589-47F5-B688-ECB5C9C18DCE}"/>
              </a:ext>
            </a:extLst>
          </p:cNvPr>
          <p:cNvSpPr>
            <a:spLocks noGrp="1"/>
          </p:cNvSpPr>
          <p:nvPr/>
        </p:nvSpPr>
        <p:spPr>
          <a:xfrm>
            <a:off x="2106089" y="2936699"/>
            <a:ext cx="42121" cy="42121"/>
          </a:xfrm>
          <a:prstGeom prst="ellipse">
            <a:avLst/>
          </a:prstGeom>
          <a:solidFill>
            <a:srgbClr val="25AC82">
              <a:alpha val="82000"/>
            </a:srgbClr>
          </a:solidFill>
          <a:ln w="2794">
            <a:solidFill>
              <a:srgbClr val="FFFFFF">
                <a:alpha val="82000"/>
              </a:srgbClr>
            </a:solidFill>
            <a:prstDash val="solid"/>
          </a:ln>
        </p:spPr>
      </p:sp>
      <p:sp>
        <p:nvSpPr>
          <p:cNvPr id="3589" name="LigandSeek2_vs_LigandSeek1_ellipse_9103">
            <a:extLst>
              <a:ext uri="{FF2B5EF4-FFF2-40B4-BE49-F238E27FC236}">
                <a16:creationId xmlns:a16="http://schemas.microsoft.com/office/drawing/2014/main" id="{FEC9721C-F076-409D-A8F1-22A6456A8C0B}"/>
              </a:ext>
            </a:extLst>
          </p:cNvPr>
          <p:cNvSpPr>
            <a:spLocks noGrp="1"/>
          </p:cNvSpPr>
          <p:nvPr/>
        </p:nvSpPr>
        <p:spPr>
          <a:xfrm>
            <a:off x="1798019" y="3244769"/>
            <a:ext cx="42121" cy="42121"/>
          </a:xfrm>
          <a:prstGeom prst="ellipse">
            <a:avLst/>
          </a:prstGeom>
          <a:solidFill>
            <a:srgbClr val="277F8E">
              <a:alpha val="82000"/>
            </a:srgbClr>
          </a:solidFill>
          <a:ln w="2794">
            <a:solidFill>
              <a:srgbClr val="FFFFFF">
                <a:alpha val="82000"/>
              </a:srgbClr>
            </a:solidFill>
            <a:prstDash val="solid"/>
          </a:ln>
        </p:spPr>
      </p:sp>
      <p:sp>
        <p:nvSpPr>
          <p:cNvPr id="3590" name="LigandSeek2_vs_LigandSeek1_ellipse_9104">
            <a:extLst>
              <a:ext uri="{FF2B5EF4-FFF2-40B4-BE49-F238E27FC236}">
                <a16:creationId xmlns:a16="http://schemas.microsoft.com/office/drawing/2014/main" id="{BB9C8986-D719-4CE2-A8A9-9146788A516E}"/>
              </a:ext>
            </a:extLst>
          </p:cNvPr>
          <p:cNvSpPr>
            <a:spLocks noGrp="1"/>
          </p:cNvSpPr>
          <p:nvPr/>
        </p:nvSpPr>
        <p:spPr>
          <a:xfrm>
            <a:off x="1027844" y="3552839"/>
            <a:ext cx="42121" cy="42121"/>
          </a:xfrm>
          <a:prstGeom prst="ellipse">
            <a:avLst/>
          </a:prstGeom>
          <a:solidFill>
            <a:srgbClr val="2E6F8E">
              <a:alpha val="82000"/>
            </a:srgbClr>
          </a:solidFill>
          <a:ln w="2794">
            <a:solidFill>
              <a:srgbClr val="FFFFFF">
                <a:alpha val="82000"/>
              </a:srgbClr>
            </a:solidFill>
            <a:prstDash val="solid"/>
          </a:ln>
        </p:spPr>
      </p:sp>
      <p:sp>
        <p:nvSpPr>
          <p:cNvPr id="3591" name="LigandSeek2_vs_LigandSeek1_ellipse_9105">
            <a:extLst>
              <a:ext uri="{FF2B5EF4-FFF2-40B4-BE49-F238E27FC236}">
                <a16:creationId xmlns:a16="http://schemas.microsoft.com/office/drawing/2014/main" id="{34D6609C-10A4-46C9-94C4-96C1C6E0FC02}"/>
              </a:ext>
            </a:extLst>
          </p:cNvPr>
          <p:cNvSpPr>
            <a:spLocks noGrp="1"/>
          </p:cNvSpPr>
          <p:nvPr/>
        </p:nvSpPr>
        <p:spPr>
          <a:xfrm>
            <a:off x="1380077" y="3746725"/>
            <a:ext cx="42121" cy="42121"/>
          </a:xfrm>
          <a:prstGeom prst="ellipse">
            <a:avLst/>
          </a:prstGeom>
          <a:solidFill>
            <a:srgbClr val="3E4989">
              <a:alpha val="82000"/>
            </a:srgbClr>
          </a:solidFill>
          <a:ln w="2794">
            <a:solidFill>
              <a:srgbClr val="FFFFFF">
                <a:alpha val="82000"/>
              </a:srgbClr>
            </a:solidFill>
            <a:prstDash val="solid"/>
          </a:ln>
        </p:spPr>
      </p:sp>
      <p:sp>
        <p:nvSpPr>
          <p:cNvPr id="3592" name="LigandSeek2_vs_LigandSeek1_ellipse_9106">
            <a:extLst>
              <a:ext uri="{FF2B5EF4-FFF2-40B4-BE49-F238E27FC236}">
                <a16:creationId xmlns:a16="http://schemas.microsoft.com/office/drawing/2014/main" id="{6E89D569-3960-4490-BA0B-5CC83C74D896}"/>
              </a:ext>
            </a:extLst>
          </p:cNvPr>
          <p:cNvSpPr>
            <a:spLocks noGrp="1"/>
          </p:cNvSpPr>
          <p:nvPr/>
        </p:nvSpPr>
        <p:spPr>
          <a:xfrm>
            <a:off x="2414159" y="2628629"/>
            <a:ext cx="42121" cy="42121"/>
          </a:xfrm>
          <a:prstGeom prst="ellipse">
            <a:avLst/>
          </a:prstGeom>
          <a:solidFill>
            <a:srgbClr val="481B6D">
              <a:alpha val="82000"/>
            </a:srgbClr>
          </a:solidFill>
          <a:ln w="2794">
            <a:solidFill>
              <a:srgbClr val="FFFFFF">
                <a:alpha val="82000"/>
              </a:srgbClr>
            </a:solidFill>
            <a:prstDash val="solid"/>
          </a:ln>
        </p:spPr>
      </p:sp>
      <p:sp>
        <p:nvSpPr>
          <p:cNvPr id="3593" name="LigandSeek2_vs_LigandSeek1_ellipse_9107">
            <a:extLst>
              <a:ext uri="{FF2B5EF4-FFF2-40B4-BE49-F238E27FC236}">
                <a16:creationId xmlns:a16="http://schemas.microsoft.com/office/drawing/2014/main" id="{8662D5E3-4C99-4F5F-812F-B51CBD1D3C64}"/>
              </a:ext>
            </a:extLst>
          </p:cNvPr>
          <p:cNvSpPr>
            <a:spLocks noGrp="1"/>
          </p:cNvSpPr>
          <p:nvPr/>
        </p:nvSpPr>
        <p:spPr>
          <a:xfrm>
            <a:off x="565739" y="4477049"/>
            <a:ext cx="42121" cy="42121"/>
          </a:xfrm>
          <a:prstGeom prst="ellipse">
            <a:avLst/>
          </a:prstGeom>
          <a:solidFill>
            <a:srgbClr val="38588C">
              <a:alpha val="82000"/>
            </a:srgbClr>
          </a:solidFill>
          <a:ln w="2794">
            <a:solidFill>
              <a:srgbClr val="FFFFFF">
                <a:alpha val="82000"/>
              </a:srgbClr>
            </a:solidFill>
            <a:prstDash val="solid"/>
          </a:ln>
        </p:spPr>
      </p:sp>
      <p:sp>
        <p:nvSpPr>
          <p:cNvPr id="3594" name="LigandSeek2_vs_LigandSeek1_ellipse_9108">
            <a:extLst>
              <a:ext uri="{FF2B5EF4-FFF2-40B4-BE49-F238E27FC236}">
                <a16:creationId xmlns:a16="http://schemas.microsoft.com/office/drawing/2014/main" id="{4670E8AC-AC50-4852-A3C2-11CDB6949F4A}"/>
              </a:ext>
            </a:extLst>
          </p:cNvPr>
          <p:cNvSpPr>
            <a:spLocks noGrp="1"/>
          </p:cNvSpPr>
          <p:nvPr/>
        </p:nvSpPr>
        <p:spPr>
          <a:xfrm>
            <a:off x="1489949" y="3552839"/>
            <a:ext cx="42121" cy="42121"/>
          </a:xfrm>
          <a:prstGeom prst="ellipse">
            <a:avLst/>
          </a:prstGeom>
          <a:solidFill>
            <a:srgbClr val="277E8E">
              <a:alpha val="82000"/>
            </a:srgbClr>
          </a:solidFill>
          <a:ln w="2794">
            <a:solidFill>
              <a:srgbClr val="FFFFFF">
                <a:alpha val="82000"/>
              </a:srgbClr>
            </a:solidFill>
            <a:prstDash val="solid"/>
          </a:ln>
        </p:spPr>
      </p:sp>
      <p:sp>
        <p:nvSpPr>
          <p:cNvPr id="3595" name="LigandSeek2_vs_LigandSeek1_ellipse_9109">
            <a:extLst>
              <a:ext uri="{FF2B5EF4-FFF2-40B4-BE49-F238E27FC236}">
                <a16:creationId xmlns:a16="http://schemas.microsoft.com/office/drawing/2014/main" id="{37939DAA-F069-4A1C-8E72-53BF9C998494}"/>
              </a:ext>
            </a:extLst>
          </p:cNvPr>
          <p:cNvSpPr>
            <a:spLocks noGrp="1"/>
          </p:cNvSpPr>
          <p:nvPr/>
        </p:nvSpPr>
        <p:spPr>
          <a:xfrm>
            <a:off x="565739" y="4477049"/>
            <a:ext cx="42121" cy="42121"/>
          </a:xfrm>
          <a:prstGeom prst="ellipse">
            <a:avLst/>
          </a:prstGeom>
          <a:solidFill>
            <a:srgbClr val="306A8E">
              <a:alpha val="82000"/>
            </a:srgbClr>
          </a:solidFill>
          <a:ln w="2794">
            <a:solidFill>
              <a:srgbClr val="FFFFFF">
                <a:alpha val="82000"/>
              </a:srgbClr>
            </a:solidFill>
            <a:prstDash val="solid"/>
          </a:ln>
        </p:spPr>
      </p:sp>
      <p:sp>
        <p:nvSpPr>
          <p:cNvPr id="3596" name="LigandSeek2_vs_LigandSeek1_ellipse_9110">
            <a:extLst>
              <a:ext uri="{FF2B5EF4-FFF2-40B4-BE49-F238E27FC236}">
                <a16:creationId xmlns:a16="http://schemas.microsoft.com/office/drawing/2014/main" id="{5FAC92FB-7B43-49B7-9EBD-4FF26C1D8ABE}"/>
              </a:ext>
            </a:extLst>
          </p:cNvPr>
          <p:cNvSpPr>
            <a:spLocks noGrp="1"/>
          </p:cNvSpPr>
          <p:nvPr/>
        </p:nvSpPr>
        <p:spPr>
          <a:xfrm>
            <a:off x="1231334" y="3447873"/>
            <a:ext cx="42121" cy="42121"/>
          </a:xfrm>
          <a:prstGeom prst="ellipse">
            <a:avLst/>
          </a:prstGeom>
          <a:solidFill>
            <a:srgbClr val="23888E">
              <a:alpha val="82000"/>
            </a:srgbClr>
          </a:solidFill>
          <a:ln w="2794">
            <a:solidFill>
              <a:srgbClr val="FFFFFF">
                <a:alpha val="82000"/>
              </a:srgbClr>
            </a:solidFill>
            <a:prstDash val="solid"/>
          </a:ln>
        </p:spPr>
      </p:sp>
      <p:sp>
        <p:nvSpPr>
          <p:cNvPr id="3597" name="LigandSeek2_vs_LigandSeek1_ellipse_9111">
            <a:extLst>
              <a:ext uri="{FF2B5EF4-FFF2-40B4-BE49-F238E27FC236}">
                <a16:creationId xmlns:a16="http://schemas.microsoft.com/office/drawing/2014/main" id="{73C2F3B3-64AF-4081-A7CC-ED223EFD049B}"/>
              </a:ext>
            </a:extLst>
          </p:cNvPr>
          <p:cNvSpPr>
            <a:spLocks noGrp="1"/>
          </p:cNvSpPr>
          <p:nvPr/>
        </p:nvSpPr>
        <p:spPr>
          <a:xfrm>
            <a:off x="2224183" y="2723984"/>
            <a:ext cx="42121" cy="42121"/>
          </a:xfrm>
          <a:prstGeom prst="ellipse">
            <a:avLst/>
          </a:prstGeom>
          <a:solidFill>
            <a:srgbClr val="23888E">
              <a:alpha val="82000"/>
            </a:srgbClr>
          </a:solidFill>
          <a:ln w="2794">
            <a:solidFill>
              <a:srgbClr val="FFFFFF">
                <a:alpha val="82000"/>
              </a:srgbClr>
            </a:solidFill>
            <a:prstDash val="solid"/>
          </a:ln>
        </p:spPr>
      </p:sp>
      <p:sp>
        <p:nvSpPr>
          <p:cNvPr id="3598" name="LigandSeek2_vs_LigandSeek1_ellipse_9112">
            <a:extLst>
              <a:ext uri="{FF2B5EF4-FFF2-40B4-BE49-F238E27FC236}">
                <a16:creationId xmlns:a16="http://schemas.microsoft.com/office/drawing/2014/main" id="{FE2CFAF6-CB1E-4801-889A-B92D909982C6}"/>
              </a:ext>
            </a:extLst>
          </p:cNvPr>
          <p:cNvSpPr>
            <a:spLocks noGrp="1"/>
          </p:cNvSpPr>
          <p:nvPr/>
        </p:nvSpPr>
        <p:spPr>
          <a:xfrm>
            <a:off x="1067362" y="4101589"/>
            <a:ext cx="42121" cy="42121"/>
          </a:xfrm>
          <a:prstGeom prst="ellipse">
            <a:avLst/>
          </a:prstGeom>
          <a:solidFill>
            <a:srgbClr val="472E7C">
              <a:alpha val="82000"/>
            </a:srgbClr>
          </a:solidFill>
          <a:ln w="2794">
            <a:solidFill>
              <a:srgbClr val="FFFFFF">
                <a:alpha val="82000"/>
              </a:srgbClr>
            </a:solidFill>
            <a:prstDash val="solid"/>
          </a:ln>
        </p:spPr>
      </p:sp>
      <p:sp>
        <p:nvSpPr>
          <p:cNvPr id="3599" name="LigandSeek2_vs_LigandSeek1_ellipse_9113">
            <a:extLst>
              <a:ext uri="{FF2B5EF4-FFF2-40B4-BE49-F238E27FC236}">
                <a16:creationId xmlns:a16="http://schemas.microsoft.com/office/drawing/2014/main" id="{429033CA-9AE5-412E-A91F-0413B859DBE2}"/>
              </a:ext>
            </a:extLst>
          </p:cNvPr>
          <p:cNvSpPr>
            <a:spLocks noGrp="1"/>
          </p:cNvSpPr>
          <p:nvPr/>
        </p:nvSpPr>
        <p:spPr>
          <a:xfrm>
            <a:off x="565739" y="2628629"/>
            <a:ext cx="42121" cy="42121"/>
          </a:xfrm>
          <a:prstGeom prst="ellipse">
            <a:avLst/>
          </a:prstGeom>
          <a:solidFill>
            <a:srgbClr val="39568C">
              <a:alpha val="82000"/>
            </a:srgbClr>
          </a:solidFill>
          <a:ln w="2794">
            <a:solidFill>
              <a:srgbClr val="FFFFFF">
                <a:alpha val="82000"/>
              </a:srgbClr>
            </a:solidFill>
            <a:prstDash val="solid"/>
          </a:ln>
        </p:spPr>
      </p:sp>
      <p:sp>
        <p:nvSpPr>
          <p:cNvPr id="3600" name="LigandSeek2_vs_LigandSeek1_ellipse_9114">
            <a:extLst>
              <a:ext uri="{FF2B5EF4-FFF2-40B4-BE49-F238E27FC236}">
                <a16:creationId xmlns:a16="http://schemas.microsoft.com/office/drawing/2014/main" id="{664F49F6-495F-4938-A537-275F15EA7F9C}"/>
              </a:ext>
            </a:extLst>
          </p:cNvPr>
          <p:cNvSpPr>
            <a:spLocks noGrp="1"/>
          </p:cNvSpPr>
          <p:nvPr/>
        </p:nvSpPr>
        <p:spPr>
          <a:xfrm>
            <a:off x="565739" y="2628629"/>
            <a:ext cx="42121" cy="42121"/>
          </a:xfrm>
          <a:prstGeom prst="ellipse">
            <a:avLst/>
          </a:prstGeom>
          <a:solidFill>
            <a:srgbClr val="21908D">
              <a:alpha val="82000"/>
            </a:srgbClr>
          </a:solidFill>
          <a:ln w="2794">
            <a:solidFill>
              <a:srgbClr val="FFFFFF">
                <a:alpha val="82000"/>
              </a:srgbClr>
            </a:solidFill>
            <a:prstDash val="solid"/>
          </a:ln>
        </p:spPr>
      </p:sp>
      <p:sp>
        <p:nvSpPr>
          <p:cNvPr id="3601" name="LigandSeek2_vs_LigandSeek1_ellipse_9115">
            <a:extLst>
              <a:ext uri="{FF2B5EF4-FFF2-40B4-BE49-F238E27FC236}">
                <a16:creationId xmlns:a16="http://schemas.microsoft.com/office/drawing/2014/main" id="{A1777ACF-EEAF-4423-89A2-3FF5B2441CFA}"/>
              </a:ext>
            </a:extLst>
          </p:cNvPr>
          <p:cNvSpPr>
            <a:spLocks noGrp="1"/>
          </p:cNvSpPr>
          <p:nvPr/>
        </p:nvSpPr>
        <p:spPr>
          <a:xfrm>
            <a:off x="1181879" y="3640126"/>
            <a:ext cx="42121" cy="42121"/>
          </a:xfrm>
          <a:prstGeom prst="ellipse">
            <a:avLst/>
          </a:prstGeom>
          <a:solidFill>
            <a:srgbClr val="414487">
              <a:alpha val="82000"/>
            </a:srgbClr>
          </a:solidFill>
          <a:ln w="2794">
            <a:solidFill>
              <a:srgbClr val="FFFFFF">
                <a:alpha val="82000"/>
              </a:srgbClr>
            </a:solidFill>
            <a:prstDash val="solid"/>
          </a:ln>
        </p:spPr>
      </p:sp>
      <p:sp>
        <p:nvSpPr>
          <p:cNvPr id="3602" name="LigandSeek2_vs_LigandSeek1_ellipse_9116">
            <a:extLst>
              <a:ext uri="{FF2B5EF4-FFF2-40B4-BE49-F238E27FC236}">
                <a16:creationId xmlns:a16="http://schemas.microsoft.com/office/drawing/2014/main" id="{623F1EC8-04C4-465B-9672-EE4C2853D627}"/>
              </a:ext>
            </a:extLst>
          </p:cNvPr>
          <p:cNvSpPr>
            <a:spLocks noGrp="1"/>
          </p:cNvSpPr>
          <p:nvPr/>
        </p:nvSpPr>
        <p:spPr>
          <a:xfrm>
            <a:off x="565739" y="4477049"/>
            <a:ext cx="42121" cy="42121"/>
          </a:xfrm>
          <a:prstGeom prst="ellipse">
            <a:avLst/>
          </a:prstGeom>
          <a:solidFill>
            <a:srgbClr val="27808E">
              <a:alpha val="82000"/>
            </a:srgbClr>
          </a:solidFill>
          <a:ln w="2794">
            <a:solidFill>
              <a:srgbClr val="FFFFFF">
                <a:alpha val="82000"/>
              </a:srgbClr>
            </a:solidFill>
            <a:prstDash val="solid"/>
          </a:ln>
        </p:spPr>
      </p:sp>
      <p:sp>
        <p:nvSpPr>
          <p:cNvPr id="3603" name="LigandSeek2_vs_LigandSeek1_ellipse_9117">
            <a:extLst>
              <a:ext uri="{FF2B5EF4-FFF2-40B4-BE49-F238E27FC236}">
                <a16:creationId xmlns:a16="http://schemas.microsoft.com/office/drawing/2014/main" id="{8C8A42B0-676C-40EF-B464-AFD26CD6909D}"/>
              </a:ext>
            </a:extLst>
          </p:cNvPr>
          <p:cNvSpPr>
            <a:spLocks noGrp="1"/>
          </p:cNvSpPr>
          <p:nvPr/>
        </p:nvSpPr>
        <p:spPr>
          <a:xfrm>
            <a:off x="2414159" y="2628629"/>
            <a:ext cx="42121" cy="42121"/>
          </a:xfrm>
          <a:prstGeom prst="ellipse">
            <a:avLst/>
          </a:prstGeom>
          <a:solidFill>
            <a:srgbClr val="404588">
              <a:alpha val="82000"/>
            </a:srgbClr>
          </a:solidFill>
          <a:ln w="2794">
            <a:solidFill>
              <a:srgbClr val="FFFFFF">
                <a:alpha val="82000"/>
              </a:srgbClr>
            </a:solidFill>
            <a:prstDash val="solid"/>
          </a:ln>
        </p:spPr>
      </p:sp>
      <p:sp>
        <p:nvSpPr>
          <p:cNvPr id="3604" name="LigandSeek2_vs_LigandSeek1_ellipse_9118">
            <a:extLst>
              <a:ext uri="{FF2B5EF4-FFF2-40B4-BE49-F238E27FC236}">
                <a16:creationId xmlns:a16="http://schemas.microsoft.com/office/drawing/2014/main" id="{6925CF84-E653-4F8D-B5B4-7AACB85ACD02}"/>
              </a:ext>
            </a:extLst>
          </p:cNvPr>
          <p:cNvSpPr>
            <a:spLocks noGrp="1"/>
          </p:cNvSpPr>
          <p:nvPr/>
        </p:nvSpPr>
        <p:spPr>
          <a:xfrm>
            <a:off x="1489949" y="3552839"/>
            <a:ext cx="42121" cy="42121"/>
          </a:xfrm>
          <a:prstGeom prst="ellipse">
            <a:avLst/>
          </a:prstGeom>
          <a:solidFill>
            <a:srgbClr val="2C728E">
              <a:alpha val="82000"/>
            </a:srgbClr>
          </a:solidFill>
          <a:ln w="2794">
            <a:solidFill>
              <a:srgbClr val="FFFFFF">
                <a:alpha val="82000"/>
              </a:srgbClr>
            </a:solidFill>
            <a:prstDash val="solid"/>
          </a:ln>
        </p:spPr>
      </p:sp>
      <p:sp>
        <p:nvSpPr>
          <p:cNvPr id="3605" name="LigandSeek2_vs_LigandSeek1_ellipse_9119">
            <a:extLst>
              <a:ext uri="{FF2B5EF4-FFF2-40B4-BE49-F238E27FC236}">
                <a16:creationId xmlns:a16="http://schemas.microsoft.com/office/drawing/2014/main" id="{C120E512-7680-48A3-8A52-1AB35B6A69CC}"/>
              </a:ext>
            </a:extLst>
          </p:cNvPr>
          <p:cNvSpPr>
            <a:spLocks noGrp="1"/>
          </p:cNvSpPr>
          <p:nvPr/>
        </p:nvSpPr>
        <p:spPr>
          <a:xfrm>
            <a:off x="963034" y="4466047"/>
            <a:ext cx="42121" cy="42121"/>
          </a:xfrm>
          <a:prstGeom prst="ellipse">
            <a:avLst/>
          </a:prstGeom>
          <a:solidFill>
            <a:srgbClr val="365D8D">
              <a:alpha val="82000"/>
            </a:srgbClr>
          </a:solidFill>
          <a:ln w="2794">
            <a:solidFill>
              <a:srgbClr val="FFFFFF">
                <a:alpha val="82000"/>
              </a:srgbClr>
            </a:solidFill>
            <a:prstDash val="solid"/>
          </a:ln>
        </p:spPr>
      </p:sp>
      <p:sp>
        <p:nvSpPr>
          <p:cNvPr id="3606" name="LigandSeek2_vs_LigandSeek1_ellipse_9120">
            <a:extLst>
              <a:ext uri="{FF2B5EF4-FFF2-40B4-BE49-F238E27FC236}">
                <a16:creationId xmlns:a16="http://schemas.microsoft.com/office/drawing/2014/main" id="{1DECA735-960F-442D-B66E-22D83D38895C}"/>
              </a:ext>
            </a:extLst>
          </p:cNvPr>
          <p:cNvSpPr>
            <a:spLocks noGrp="1"/>
          </p:cNvSpPr>
          <p:nvPr/>
        </p:nvSpPr>
        <p:spPr>
          <a:xfrm>
            <a:off x="1489949" y="4168979"/>
            <a:ext cx="42121" cy="42121"/>
          </a:xfrm>
          <a:prstGeom prst="ellipse">
            <a:avLst/>
          </a:prstGeom>
          <a:solidFill>
            <a:srgbClr val="30698E">
              <a:alpha val="82000"/>
            </a:srgbClr>
          </a:solidFill>
          <a:ln w="2794">
            <a:solidFill>
              <a:srgbClr val="FFFFFF">
                <a:alpha val="82000"/>
              </a:srgbClr>
            </a:solidFill>
            <a:prstDash val="solid"/>
          </a:ln>
        </p:spPr>
      </p:sp>
      <p:sp>
        <p:nvSpPr>
          <p:cNvPr id="3607" name="LigandSeek2_vs_LigandSeek1_ellipse_9121">
            <a:extLst>
              <a:ext uri="{FF2B5EF4-FFF2-40B4-BE49-F238E27FC236}">
                <a16:creationId xmlns:a16="http://schemas.microsoft.com/office/drawing/2014/main" id="{B8C36C1D-4314-4EDE-BA7B-D16DECDC103F}"/>
              </a:ext>
            </a:extLst>
          </p:cNvPr>
          <p:cNvSpPr>
            <a:spLocks noGrp="1"/>
          </p:cNvSpPr>
          <p:nvPr/>
        </p:nvSpPr>
        <p:spPr>
          <a:xfrm>
            <a:off x="2414159" y="2628629"/>
            <a:ext cx="42121" cy="42121"/>
          </a:xfrm>
          <a:prstGeom prst="ellipse">
            <a:avLst/>
          </a:prstGeom>
          <a:solidFill>
            <a:srgbClr val="26828E">
              <a:alpha val="82000"/>
            </a:srgbClr>
          </a:solidFill>
          <a:ln w="2794">
            <a:solidFill>
              <a:srgbClr val="FFFFFF">
                <a:alpha val="82000"/>
              </a:srgbClr>
            </a:solidFill>
            <a:prstDash val="solid"/>
          </a:ln>
        </p:spPr>
      </p:sp>
      <p:sp>
        <p:nvSpPr>
          <p:cNvPr id="3608" name="LigandSeek2_vs_LigandSeek1_ellipse_9122">
            <a:extLst>
              <a:ext uri="{FF2B5EF4-FFF2-40B4-BE49-F238E27FC236}">
                <a16:creationId xmlns:a16="http://schemas.microsoft.com/office/drawing/2014/main" id="{F47B8D8D-F459-451A-A3BE-55AC3C9828AD}"/>
              </a:ext>
            </a:extLst>
          </p:cNvPr>
          <p:cNvSpPr>
            <a:spLocks noGrp="1"/>
          </p:cNvSpPr>
          <p:nvPr/>
        </p:nvSpPr>
        <p:spPr>
          <a:xfrm>
            <a:off x="1489949" y="3552839"/>
            <a:ext cx="42121" cy="42121"/>
          </a:xfrm>
          <a:prstGeom prst="ellipse">
            <a:avLst/>
          </a:prstGeom>
          <a:solidFill>
            <a:srgbClr val="3D4D8A">
              <a:alpha val="82000"/>
            </a:srgbClr>
          </a:solidFill>
          <a:ln w="2794">
            <a:solidFill>
              <a:srgbClr val="FFFFFF">
                <a:alpha val="82000"/>
              </a:srgbClr>
            </a:solidFill>
            <a:prstDash val="solid"/>
          </a:ln>
        </p:spPr>
      </p:sp>
      <p:sp>
        <p:nvSpPr>
          <p:cNvPr id="3609" name="LigandSeek2_vs_LigandSeek1_ellipse_9123">
            <a:extLst>
              <a:ext uri="{FF2B5EF4-FFF2-40B4-BE49-F238E27FC236}">
                <a16:creationId xmlns:a16="http://schemas.microsoft.com/office/drawing/2014/main" id="{41D593FA-8E9B-4C5F-9654-1000B8A42495}"/>
              </a:ext>
            </a:extLst>
          </p:cNvPr>
          <p:cNvSpPr>
            <a:spLocks noGrp="1"/>
          </p:cNvSpPr>
          <p:nvPr/>
        </p:nvSpPr>
        <p:spPr>
          <a:xfrm>
            <a:off x="813479" y="3709092"/>
            <a:ext cx="42121" cy="42121"/>
          </a:xfrm>
          <a:prstGeom prst="ellipse">
            <a:avLst/>
          </a:prstGeom>
          <a:solidFill>
            <a:srgbClr val="2B748E">
              <a:alpha val="82000"/>
            </a:srgbClr>
          </a:solidFill>
          <a:ln w="2794">
            <a:solidFill>
              <a:srgbClr val="FFFFFF">
                <a:alpha val="82000"/>
              </a:srgbClr>
            </a:solidFill>
            <a:prstDash val="solid"/>
          </a:ln>
        </p:spPr>
      </p:sp>
      <p:sp>
        <p:nvSpPr>
          <p:cNvPr id="3610" name="LigandSeek2_vs_LigandSeek1_ellipse_9124">
            <a:extLst>
              <a:ext uri="{FF2B5EF4-FFF2-40B4-BE49-F238E27FC236}">
                <a16:creationId xmlns:a16="http://schemas.microsoft.com/office/drawing/2014/main" id="{69B56264-4CE3-4A1D-B78E-9F9E7C093005}"/>
              </a:ext>
            </a:extLst>
          </p:cNvPr>
          <p:cNvSpPr>
            <a:spLocks noGrp="1"/>
          </p:cNvSpPr>
          <p:nvPr/>
        </p:nvSpPr>
        <p:spPr>
          <a:xfrm>
            <a:off x="2414159" y="2628629"/>
            <a:ext cx="42121" cy="42121"/>
          </a:xfrm>
          <a:prstGeom prst="ellipse">
            <a:avLst/>
          </a:prstGeom>
          <a:solidFill>
            <a:srgbClr val="2F6B8E">
              <a:alpha val="82000"/>
            </a:srgbClr>
          </a:solidFill>
          <a:ln w="2794">
            <a:solidFill>
              <a:srgbClr val="FFFFFF">
                <a:alpha val="82000"/>
              </a:srgbClr>
            </a:solidFill>
            <a:prstDash val="solid"/>
          </a:ln>
        </p:spPr>
      </p:sp>
      <p:sp>
        <p:nvSpPr>
          <p:cNvPr id="3611" name="LigandSeek2_vs_LigandSeek1_ellipse_9125">
            <a:extLst>
              <a:ext uri="{FF2B5EF4-FFF2-40B4-BE49-F238E27FC236}">
                <a16:creationId xmlns:a16="http://schemas.microsoft.com/office/drawing/2014/main" id="{54C0A191-F187-4686-9A50-FF9E28F8A71C}"/>
              </a:ext>
            </a:extLst>
          </p:cNvPr>
          <p:cNvSpPr>
            <a:spLocks noGrp="1"/>
          </p:cNvSpPr>
          <p:nvPr/>
        </p:nvSpPr>
        <p:spPr>
          <a:xfrm>
            <a:off x="1310242" y="3640126"/>
            <a:ext cx="42121" cy="42121"/>
          </a:xfrm>
          <a:prstGeom prst="ellipse">
            <a:avLst/>
          </a:prstGeom>
          <a:solidFill>
            <a:srgbClr val="3D4D8A">
              <a:alpha val="82000"/>
            </a:srgbClr>
          </a:solidFill>
          <a:ln w="2794">
            <a:solidFill>
              <a:srgbClr val="FFFFFF">
                <a:alpha val="82000"/>
              </a:srgbClr>
            </a:solidFill>
            <a:prstDash val="solid"/>
          </a:ln>
        </p:spPr>
      </p:sp>
      <p:sp>
        <p:nvSpPr>
          <p:cNvPr id="3612" name="LigandSeek2_vs_LigandSeek1_ellipse_9126">
            <a:extLst>
              <a:ext uri="{FF2B5EF4-FFF2-40B4-BE49-F238E27FC236}">
                <a16:creationId xmlns:a16="http://schemas.microsoft.com/office/drawing/2014/main" id="{B00D54DD-0785-4B53-AD70-5656056E8959}"/>
              </a:ext>
            </a:extLst>
          </p:cNvPr>
          <p:cNvSpPr>
            <a:spLocks noGrp="1"/>
          </p:cNvSpPr>
          <p:nvPr/>
        </p:nvSpPr>
        <p:spPr>
          <a:xfrm>
            <a:off x="1798019" y="3244769"/>
            <a:ext cx="42121" cy="42121"/>
          </a:xfrm>
          <a:prstGeom prst="ellipse">
            <a:avLst/>
          </a:prstGeom>
          <a:solidFill>
            <a:srgbClr val="355F8D">
              <a:alpha val="82000"/>
            </a:srgbClr>
          </a:solidFill>
          <a:ln w="2794">
            <a:solidFill>
              <a:srgbClr val="FFFFFF">
                <a:alpha val="82000"/>
              </a:srgbClr>
            </a:solidFill>
            <a:prstDash val="solid"/>
          </a:ln>
        </p:spPr>
      </p:sp>
      <p:sp>
        <p:nvSpPr>
          <p:cNvPr id="3613" name="LigandSeek2_vs_LigandSeek1_ellipse_9127">
            <a:extLst>
              <a:ext uri="{FF2B5EF4-FFF2-40B4-BE49-F238E27FC236}">
                <a16:creationId xmlns:a16="http://schemas.microsoft.com/office/drawing/2014/main" id="{CD9665C9-CD52-42C9-A58D-43916667CA71}"/>
              </a:ext>
            </a:extLst>
          </p:cNvPr>
          <p:cNvSpPr>
            <a:spLocks noGrp="1"/>
          </p:cNvSpPr>
          <p:nvPr/>
        </p:nvSpPr>
        <p:spPr>
          <a:xfrm>
            <a:off x="565739" y="4477049"/>
            <a:ext cx="42121" cy="42121"/>
          </a:xfrm>
          <a:prstGeom prst="ellipse">
            <a:avLst/>
          </a:prstGeom>
          <a:solidFill>
            <a:srgbClr val="5EC962">
              <a:alpha val="82000"/>
            </a:srgbClr>
          </a:solidFill>
          <a:ln w="2794">
            <a:solidFill>
              <a:srgbClr val="FFFFFF">
                <a:alpha val="82000"/>
              </a:srgbClr>
            </a:solidFill>
            <a:prstDash val="solid"/>
          </a:ln>
        </p:spPr>
      </p:sp>
      <p:sp>
        <p:nvSpPr>
          <p:cNvPr id="3614" name="LigandSeek2_vs_LigandSeek1_ellipse_9128">
            <a:extLst>
              <a:ext uri="{FF2B5EF4-FFF2-40B4-BE49-F238E27FC236}">
                <a16:creationId xmlns:a16="http://schemas.microsoft.com/office/drawing/2014/main" id="{984BACB4-DF79-4B71-AAED-65F3C88DC415}"/>
              </a:ext>
            </a:extLst>
          </p:cNvPr>
          <p:cNvSpPr>
            <a:spLocks noGrp="1"/>
          </p:cNvSpPr>
          <p:nvPr/>
        </p:nvSpPr>
        <p:spPr>
          <a:xfrm>
            <a:off x="2106089" y="3706874"/>
            <a:ext cx="42121" cy="42121"/>
          </a:xfrm>
          <a:prstGeom prst="ellipse">
            <a:avLst/>
          </a:prstGeom>
          <a:solidFill>
            <a:srgbClr val="25AC82">
              <a:alpha val="82000"/>
            </a:srgbClr>
          </a:solidFill>
          <a:ln w="2794">
            <a:solidFill>
              <a:srgbClr val="FFFFFF">
                <a:alpha val="82000"/>
              </a:srgbClr>
            </a:solidFill>
            <a:prstDash val="solid"/>
          </a:ln>
        </p:spPr>
      </p:sp>
      <p:sp>
        <p:nvSpPr>
          <p:cNvPr id="3615" name="LigandSeek2_vs_LigandSeek1_ellipse_9129">
            <a:extLst>
              <a:ext uri="{FF2B5EF4-FFF2-40B4-BE49-F238E27FC236}">
                <a16:creationId xmlns:a16="http://schemas.microsoft.com/office/drawing/2014/main" id="{699D90AB-152F-4013-853F-92E2DD8FA48E}"/>
              </a:ext>
            </a:extLst>
          </p:cNvPr>
          <p:cNvSpPr>
            <a:spLocks noGrp="1"/>
          </p:cNvSpPr>
          <p:nvPr/>
        </p:nvSpPr>
        <p:spPr>
          <a:xfrm>
            <a:off x="1798019" y="3244769"/>
            <a:ext cx="42121" cy="42121"/>
          </a:xfrm>
          <a:prstGeom prst="ellipse">
            <a:avLst/>
          </a:prstGeom>
          <a:solidFill>
            <a:srgbClr val="33628D">
              <a:alpha val="82000"/>
            </a:srgbClr>
          </a:solidFill>
          <a:ln w="2794">
            <a:solidFill>
              <a:srgbClr val="FFFFFF">
                <a:alpha val="82000"/>
              </a:srgbClr>
            </a:solidFill>
            <a:prstDash val="solid"/>
          </a:ln>
        </p:spPr>
      </p:sp>
      <p:sp>
        <p:nvSpPr>
          <p:cNvPr id="3616" name="LigandSeek2_vs_LigandSeek1_ellipse_9130">
            <a:extLst>
              <a:ext uri="{FF2B5EF4-FFF2-40B4-BE49-F238E27FC236}">
                <a16:creationId xmlns:a16="http://schemas.microsoft.com/office/drawing/2014/main" id="{44B62163-3AE1-4262-8863-498A42DECBFE}"/>
              </a:ext>
            </a:extLst>
          </p:cNvPr>
          <p:cNvSpPr>
            <a:spLocks noGrp="1"/>
          </p:cNvSpPr>
          <p:nvPr/>
        </p:nvSpPr>
        <p:spPr>
          <a:xfrm>
            <a:off x="565739" y="4477049"/>
            <a:ext cx="42121" cy="42121"/>
          </a:xfrm>
          <a:prstGeom prst="ellipse">
            <a:avLst/>
          </a:prstGeom>
          <a:solidFill>
            <a:srgbClr val="443983">
              <a:alpha val="82000"/>
            </a:srgbClr>
          </a:solidFill>
          <a:ln w="2794">
            <a:solidFill>
              <a:srgbClr val="FFFFFF">
                <a:alpha val="82000"/>
              </a:srgbClr>
            </a:solidFill>
            <a:prstDash val="solid"/>
          </a:ln>
        </p:spPr>
      </p:sp>
      <p:sp>
        <p:nvSpPr>
          <p:cNvPr id="3617" name="LigandSeek2_vs_LigandSeek1_ellipse_9131">
            <a:extLst>
              <a:ext uri="{FF2B5EF4-FFF2-40B4-BE49-F238E27FC236}">
                <a16:creationId xmlns:a16="http://schemas.microsoft.com/office/drawing/2014/main" id="{0FF32BEF-0A9E-4565-8E2B-D9713028B5F0}"/>
              </a:ext>
            </a:extLst>
          </p:cNvPr>
          <p:cNvSpPr>
            <a:spLocks noGrp="1"/>
          </p:cNvSpPr>
          <p:nvPr/>
        </p:nvSpPr>
        <p:spPr>
          <a:xfrm>
            <a:off x="1024055" y="3894243"/>
            <a:ext cx="42121" cy="42121"/>
          </a:xfrm>
          <a:prstGeom prst="ellipse">
            <a:avLst/>
          </a:prstGeom>
          <a:solidFill>
            <a:srgbClr val="2F6B8E">
              <a:alpha val="82000"/>
            </a:srgbClr>
          </a:solidFill>
          <a:ln w="2794">
            <a:solidFill>
              <a:srgbClr val="FFFFFF">
                <a:alpha val="82000"/>
              </a:srgbClr>
            </a:solidFill>
            <a:prstDash val="solid"/>
          </a:ln>
        </p:spPr>
      </p:sp>
      <p:sp>
        <p:nvSpPr>
          <p:cNvPr id="3618" name="LigandSeek2_vs_LigandSeek1_ellipse_9132">
            <a:extLst>
              <a:ext uri="{FF2B5EF4-FFF2-40B4-BE49-F238E27FC236}">
                <a16:creationId xmlns:a16="http://schemas.microsoft.com/office/drawing/2014/main" id="{17958474-20B6-4378-8518-57A5700014B1}"/>
              </a:ext>
            </a:extLst>
          </p:cNvPr>
          <p:cNvSpPr>
            <a:spLocks noGrp="1"/>
          </p:cNvSpPr>
          <p:nvPr/>
        </p:nvSpPr>
        <p:spPr>
          <a:xfrm>
            <a:off x="565739" y="4477049"/>
            <a:ext cx="42121" cy="42121"/>
          </a:xfrm>
          <a:prstGeom prst="ellipse">
            <a:avLst/>
          </a:prstGeom>
          <a:solidFill>
            <a:srgbClr val="470E61">
              <a:alpha val="82000"/>
            </a:srgbClr>
          </a:solidFill>
          <a:ln w="2794">
            <a:solidFill>
              <a:srgbClr val="FFFFFF">
                <a:alpha val="82000"/>
              </a:srgbClr>
            </a:solidFill>
            <a:prstDash val="solid"/>
          </a:ln>
        </p:spPr>
      </p:sp>
      <p:sp>
        <p:nvSpPr>
          <p:cNvPr id="3619" name="LigandSeek2_vs_LigandSeek1_ellipse_9133">
            <a:extLst>
              <a:ext uri="{FF2B5EF4-FFF2-40B4-BE49-F238E27FC236}">
                <a16:creationId xmlns:a16="http://schemas.microsoft.com/office/drawing/2014/main" id="{EDA82F73-D1C4-4706-8725-02909CDF94C2}"/>
              </a:ext>
            </a:extLst>
          </p:cNvPr>
          <p:cNvSpPr>
            <a:spLocks noGrp="1"/>
          </p:cNvSpPr>
          <p:nvPr/>
        </p:nvSpPr>
        <p:spPr>
          <a:xfrm>
            <a:off x="658160" y="3902219"/>
            <a:ext cx="42121" cy="42121"/>
          </a:xfrm>
          <a:prstGeom prst="ellipse">
            <a:avLst/>
          </a:prstGeom>
          <a:solidFill>
            <a:srgbClr val="21908D">
              <a:alpha val="82000"/>
            </a:srgbClr>
          </a:solidFill>
          <a:ln w="2794">
            <a:solidFill>
              <a:srgbClr val="FFFFFF">
                <a:alpha val="82000"/>
              </a:srgbClr>
            </a:solidFill>
            <a:prstDash val="solid"/>
          </a:ln>
        </p:spPr>
      </p:sp>
      <p:sp>
        <p:nvSpPr>
          <p:cNvPr id="3620" name="LigandSeek2_vs_LigandSeek1_ellipse_9134">
            <a:extLst>
              <a:ext uri="{FF2B5EF4-FFF2-40B4-BE49-F238E27FC236}">
                <a16:creationId xmlns:a16="http://schemas.microsoft.com/office/drawing/2014/main" id="{A1EA9CAB-8282-4877-9AEE-36BBE4546922}"/>
              </a:ext>
            </a:extLst>
          </p:cNvPr>
          <p:cNvSpPr>
            <a:spLocks noGrp="1"/>
          </p:cNvSpPr>
          <p:nvPr/>
        </p:nvSpPr>
        <p:spPr>
          <a:xfrm>
            <a:off x="676938" y="4347660"/>
            <a:ext cx="42121" cy="42121"/>
          </a:xfrm>
          <a:prstGeom prst="ellipse">
            <a:avLst/>
          </a:prstGeom>
          <a:solidFill>
            <a:srgbClr val="30698E">
              <a:alpha val="82000"/>
            </a:srgbClr>
          </a:solidFill>
          <a:ln w="2794">
            <a:solidFill>
              <a:srgbClr val="FFFFFF">
                <a:alpha val="82000"/>
              </a:srgbClr>
            </a:solidFill>
            <a:prstDash val="solid"/>
          </a:ln>
        </p:spPr>
      </p:sp>
      <p:sp>
        <p:nvSpPr>
          <p:cNvPr id="3621" name="LigandSeek2_vs_LigandSeek1_ellipse_9135">
            <a:extLst>
              <a:ext uri="{FF2B5EF4-FFF2-40B4-BE49-F238E27FC236}">
                <a16:creationId xmlns:a16="http://schemas.microsoft.com/office/drawing/2014/main" id="{C04079AF-361C-4683-B2FB-11BED9D5B4E4}"/>
              </a:ext>
            </a:extLst>
          </p:cNvPr>
          <p:cNvSpPr>
            <a:spLocks noGrp="1"/>
          </p:cNvSpPr>
          <p:nvPr/>
        </p:nvSpPr>
        <p:spPr>
          <a:xfrm>
            <a:off x="1542690" y="3254078"/>
            <a:ext cx="42121" cy="42121"/>
          </a:xfrm>
          <a:prstGeom prst="ellipse">
            <a:avLst/>
          </a:prstGeom>
          <a:solidFill>
            <a:srgbClr val="482475">
              <a:alpha val="82000"/>
            </a:srgbClr>
          </a:solidFill>
          <a:ln w="2794">
            <a:solidFill>
              <a:srgbClr val="FFFFFF">
                <a:alpha val="82000"/>
              </a:srgbClr>
            </a:solidFill>
            <a:prstDash val="solid"/>
          </a:ln>
        </p:spPr>
      </p:sp>
      <p:sp>
        <p:nvSpPr>
          <p:cNvPr id="3622" name="LigandSeek2_vs_LigandSeek1_ellipse_9136">
            <a:extLst>
              <a:ext uri="{FF2B5EF4-FFF2-40B4-BE49-F238E27FC236}">
                <a16:creationId xmlns:a16="http://schemas.microsoft.com/office/drawing/2014/main" id="{8BBAB199-DE6E-4D64-8228-9B2750DA7F52}"/>
              </a:ext>
            </a:extLst>
          </p:cNvPr>
          <p:cNvSpPr>
            <a:spLocks noGrp="1"/>
          </p:cNvSpPr>
          <p:nvPr/>
        </p:nvSpPr>
        <p:spPr>
          <a:xfrm>
            <a:off x="565739" y="4477049"/>
            <a:ext cx="42121" cy="42121"/>
          </a:xfrm>
          <a:prstGeom prst="ellipse">
            <a:avLst/>
          </a:prstGeom>
          <a:solidFill>
            <a:srgbClr val="2C718E">
              <a:alpha val="82000"/>
            </a:srgbClr>
          </a:solidFill>
          <a:ln w="2794">
            <a:solidFill>
              <a:srgbClr val="FFFFFF">
                <a:alpha val="82000"/>
              </a:srgbClr>
            </a:solidFill>
            <a:prstDash val="solid"/>
          </a:ln>
        </p:spPr>
      </p:sp>
      <p:sp>
        <p:nvSpPr>
          <p:cNvPr id="3623" name="LigandSeek2_vs_LigandSeek1_ellipse_9137">
            <a:extLst>
              <a:ext uri="{FF2B5EF4-FFF2-40B4-BE49-F238E27FC236}">
                <a16:creationId xmlns:a16="http://schemas.microsoft.com/office/drawing/2014/main" id="{EE6D3284-78DA-4A79-BABF-35592A067943}"/>
              </a:ext>
            </a:extLst>
          </p:cNvPr>
          <p:cNvSpPr>
            <a:spLocks noGrp="1"/>
          </p:cNvSpPr>
          <p:nvPr/>
        </p:nvSpPr>
        <p:spPr>
          <a:xfrm>
            <a:off x="2414159" y="2628629"/>
            <a:ext cx="42121" cy="42121"/>
          </a:xfrm>
          <a:prstGeom prst="ellipse">
            <a:avLst/>
          </a:prstGeom>
          <a:solidFill>
            <a:srgbClr val="2A788E">
              <a:alpha val="82000"/>
            </a:srgbClr>
          </a:solidFill>
          <a:ln w="2794">
            <a:solidFill>
              <a:srgbClr val="FFFFFF">
                <a:alpha val="82000"/>
              </a:srgbClr>
            </a:solidFill>
            <a:prstDash val="solid"/>
          </a:ln>
        </p:spPr>
      </p:sp>
      <p:sp>
        <p:nvSpPr>
          <p:cNvPr id="3624" name="LigandSeek2_vs_LigandSeek1_ellipse_9138">
            <a:extLst>
              <a:ext uri="{FF2B5EF4-FFF2-40B4-BE49-F238E27FC236}">
                <a16:creationId xmlns:a16="http://schemas.microsoft.com/office/drawing/2014/main" id="{74535707-AEE4-4B6F-A44F-69FCAB6E6F50}"/>
              </a:ext>
            </a:extLst>
          </p:cNvPr>
          <p:cNvSpPr>
            <a:spLocks noGrp="1"/>
          </p:cNvSpPr>
          <p:nvPr/>
        </p:nvSpPr>
        <p:spPr>
          <a:xfrm>
            <a:off x="2334892" y="2628629"/>
            <a:ext cx="42121" cy="42121"/>
          </a:xfrm>
          <a:prstGeom prst="ellipse">
            <a:avLst/>
          </a:prstGeom>
          <a:solidFill>
            <a:srgbClr val="1F948C">
              <a:alpha val="82000"/>
            </a:srgbClr>
          </a:solidFill>
          <a:ln w="2794">
            <a:solidFill>
              <a:srgbClr val="FFFFFF">
                <a:alpha val="82000"/>
              </a:srgbClr>
            </a:solidFill>
            <a:prstDash val="solid"/>
          </a:ln>
        </p:spPr>
      </p:sp>
      <p:sp>
        <p:nvSpPr>
          <p:cNvPr id="3625" name="LigandSeek2_vs_LigandSeek1_ellipse_9139">
            <a:extLst>
              <a:ext uri="{FF2B5EF4-FFF2-40B4-BE49-F238E27FC236}">
                <a16:creationId xmlns:a16="http://schemas.microsoft.com/office/drawing/2014/main" id="{C8A574CB-8E77-41E4-9DA5-19D96A5CE971}"/>
              </a:ext>
            </a:extLst>
          </p:cNvPr>
          <p:cNvSpPr>
            <a:spLocks noGrp="1"/>
          </p:cNvSpPr>
          <p:nvPr/>
        </p:nvSpPr>
        <p:spPr>
          <a:xfrm>
            <a:off x="1798019" y="3244769"/>
            <a:ext cx="42121" cy="42121"/>
          </a:xfrm>
          <a:prstGeom prst="ellipse">
            <a:avLst/>
          </a:prstGeom>
          <a:solidFill>
            <a:srgbClr val="31688E">
              <a:alpha val="82000"/>
            </a:srgbClr>
          </a:solidFill>
          <a:ln w="2794">
            <a:solidFill>
              <a:srgbClr val="FFFFFF">
                <a:alpha val="82000"/>
              </a:srgbClr>
            </a:solidFill>
            <a:prstDash val="solid"/>
          </a:ln>
        </p:spPr>
      </p:sp>
      <p:sp>
        <p:nvSpPr>
          <p:cNvPr id="3626" name="LigandSeek2_vs_LigandSeek1_ellipse_9140">
            <a:extLst>
              <a:ext uri="{FF2B5EF4-FFF2-40B4-BE49-F238E27FC236}">
                <a16:creationId xmlns:a16="http://schemas.microsoft.com/office/drawing/2014/main" id="{FE65DC69-1915-4ABE-86A4-8605FE0F413E}"/>
              </a:ext>
            </a:extLst>
          </p:cNvPr>
          <p:cNvSpPr>
            <a:spLocks noGrp="1"/>
          </p:cNvSpPr>
          <p:nvPr/>
        </p:nvSpPr>
        <p:spPr>
          <a:xfrm>
            <a:off x="2414159" y="2628629"/>
            <a:ext cx="42121" cy="42121"/>
          </a:xfrm>
          <a:prstGeom prst="ellipse">
            <a:avLst/>
          </a:prstGeom>
          <a:solidFill>
            <a:srgbClr val="3C4F8A">
              <a:alpha val="82000"/>
            </a:srgbClr>
          </a:solidFill>
          <a:ln w="2794">
            <a:solidFill>
              <a:srgbClr val="FFFFFF">
                <a:alpha val="82000"/>
              </a:srgbClr>
            </a:solidFill>
            <a:prstDash val="solid"/>
          </a:ln>
        </p:spPr>
      </p:sp>
      <p:sp>
        <p:nvSpPr>
          <p:cNvPr id="3627" name="LigandSeek2_vs_LigandSeek1_ellipse_9141">
            <a:extLst>
              <a:ext uri="{FF2B5EF4-FFF2-40B4-BE49-F238E27FC236}">
                <a16:creationId xmlns:a16="http://schemas.microsoft.com/office/drawing/2014/main" id="{CAEB8CB3-0285-4C15-84EF-E4B6625EE541}"/>
              </a:ext>
            </a:extLst>
          </p:cNvPr>
          <p:cNvSpPr>
            <a:spLocks noGrp="1"/>
          </p:cNvSpPr>
          <p:nvPr/>
        </p:nvSpPr>
        <p:spPr>
          <a:xfrm>
            <a:off x="565739" y="4014944"/>
            <a:ext cx="42121" cy="42121"/>
          </a:xfrm>
          <a:prstGeom prst="ellipse">
            <a:avLst/>
          </a:prstGeom>
          <a:solidFill>
            <a:srgbClr val="32648E">
              <a:alpha val="82000"/>
            </a:srgbClr>
          </a:solidFill>
          <a:ln w="2794">
            <a:solidFill>
              <a:srgbClr val="FFFFFF">
                <a:alpha val="82000"/>
              </a:srgbClr>
            </a:solidFill>
            <a:prstDash val="solid"/>
          </a:ln>
        </p:spPr>
      </p:sp>
      <p:sp>
        <p:nvSpPr>
          <p:cNvPr id="3628" name="LigandSeek2_vs_LigandSeek1_ellipse_9142">
            <a:extLst>
              <a:ext uri="{FF2B5EF4-FFF2-40B4-BE49-F238E27FC236}">
                <a16:creationId xmlns:a16="http://schemas.microsoft.com/office/drawing/2014/main" id="{71151A4C-D6AE-489A-A254-213D312FB0D0}"/>
              </a:ext>
            </a:extLst>
          </p:cNvPr>
          <p:cNvSpPr>
            <a:spLocks noGrp="1"/>
          </p:cNvSpPr>
          <p:nvPr/>
        </p:nvSpPr>
        <p:spPr>
          <a:xfrm>
            <a:off x="1871336" y="3191407"/>
            <a:ext cx="42121" cy="42121"/>
          </a:xfrm>
          <a:prstGeom prst="ellipse">
            <a:avLst/>
          </a:prstGeom>
          <a:solidFill>
            <a:srgbClr val="2D708E">
              <a:alpha val="82000"/>
            </a:srgbClr>
          </a:solidFill>
          <a:ln w="2794">
            <a:solidFill>
              <a:srgbClr val="FFFFFF">
                <a:alpha val="82000"/>
              </a:srgbClr>
            </a:solidFill>
            <a:prstDash val="solid"/>
          </a:ln>
        </p:spPr>
      </p:sp>
      <p:sp>
        <p:nvSpPr>
          <p:cNvPr id="3629" name="LigandSeek2_vs_LigandSeek1_ellipse_9143">
            <a:extLst>
              <a:ext uri="{FF2B5EF4-FFF2-40B4-BE49-F238E27FC236}">
                <a16:creationId xmlns:a16="http://schemas.microsoft.com/office/drawing/2014/main" id="{56103084-3B77-4A96-911B-2D149CCB90E0}"/>
              </a:ext>
            </a:extLst>
          </p:cNvPr>
          <p:cNvSpPr>
            <a:spLocks noGrp="1"/>
          </p:cNvSpPr>
          <p:nvPr/>
        </p:nvSpPr>
        <p:spPr>
          <a:xfrm>
            <a:off x="896059" y="4086827"/>
            <a:ext cx="42121" cy="42121"/>
          </a:xfrm>
          <a:prstGeom prst="ellipse">
            <a:avLst/>
          </a:prstGeom>
          <a:solidFill>
            <a:srgbClr val="23888E">
              <a:alpha val="82000"/>
            </a:srgbClr>
          </a:solidFill>
          <a:ln w="2794">
            <a:solidFill>
              <a:srgbClr val="FFFFFF">
                <a:alpha val="82000"/>
              </a:srgbClr>
            </a:solidFill>
            <a:prstDash val="solid"/>
          </a:ln>
        </p:spPr>
      </p:sp>
      <p:sp>
        <p:nvSpPr>
          <p:cNvPr id="3630" name="LigandSeek2_vs_LigandSeek1_ellipse_9144">
            <a:extLst>
              <a:ext uri="{FF2B5EF4-FFF2-40B4-BE49-F238E27FC236}">
                <a16:creationId xmlns:a16="http://schemas.microsoft.com/office/drawing/2014/main" id="{B544EB11-459C-429A-A928-67A23C853EC5}"/>
              </a:ext>
            </a:extLst>
          </p:cNvPr>
          <p:cNvSpPr>
            <a:spLocks noGrp="1"/>
          </p:cNvSpPr>
          <p:nvPr/>
        </p:nvSpPr>
        <p:spPr>
          <a:xfrm>
            <a:off x="1335914" y="3225515"/>
            <a:ext cx="42121" cy="42121"/>
          </a:xfrm>
          <a:prstGeom prst="ellipse">
            <a:avLst/>
          </a:prstGeom>
          <a:solidFill>
            <a:srgbClr val="297A8E">
              <a:alpha val="82000"/>
            </a:srgbClr>
          </a:solidFill>
          <a:ln w="2794">
            <a:solidFill>
              <a:srgbClr val="FFFFFF">
                <a:alpha val="82000"/>
              </a:srgbClr>
            </a:solidFill>
            <a:prstDash val="solid"/>
          </a:ln>
        </p:spPr>
      </p:sp>
      <p:sp>
        <p:nvSpPr>
          <p:cNvPr id="3631" name="LigandSeek2_vs_LigandSeek1_ellipse_9145">
            <a:extLst>
              <a:ext uri="{FF2B5EF4-FFF2-40B4-BE49-F238E27FC236}">
                <a16:creationId xmlns:a16="http://schemas.microsoft.com/office/drawing/2014/main" id="{E61A20AC-609B-4336-97E8-62B64E913E7C}"/>
              </a:ext>
            </a:extLst>
          </p:cNvPr>
          <p:cNvSpPr>
            <a:spLocks noGrp="1"/>
          </p:cNvSpPr>
          <p:nvPr/>
        </p:nvSpPr>
        <p:spPr>
          <a:xfrm>
            <a:off x="2414159" y="3706874"/>
            <a:ext cx="42121" cy="42121"/>
          </a:xfrm>
          <a:prstGeom prst="ellipse">
            <a:avLst/>
          </a:prstGeom>
          <a:solidFill>
            <a:srgbClr val="375A8C">
              <a:alpha val="82000"/>
            </a:srgbClr>
          </a:solidFill>
          <a:ln w="2794">
            <a:solidFill>
              <a:srgbClr val="FFFFFF">
                <a:alpha val="82000"/>
              </a:srgbClr>
            </a:solidFill>
            <a:prstDash val="solid"/>
          </a:ln>
        </p:spPr>
      </p:sp>
      <p:sp>
        <p:nvSpPr>
          <p:cNvPr id="3632" name="LigandSeek2_vs_LigandSeek1_ellipse_9146">
            <a:extLst>
              <a:ext uri="{FF2B5EF4-FFF2-40B4-BE49-F238E27FC236}">
                <a16:creationId xmlns:a16="http://schemas.microsoft.com/office/drawing/2014/main" id="{9068FD86-1B59-4979-878B-413E994FA25D}"/>
              </a:ext>
            </a:extLst>
          </p:cNvPr>
          <p:cNvSpPr>
            <a:spLocks noGrp="1"/>
          </p:cNvSpPr>
          <p:nvPr/>
        </p:nvSpPr>
        <p:spPr>
          <a:xfrm>
            <a:off x="1489949" y="3552839"/>
            <a:ext cx="42121" cy="42121"/>
          </a:xfrm>
          <a:prstGeom prst="ellipse">
            <a:avLst/>
          </a:prstGeom>
          <a:solidFill>
            <a:srgbClr val="31688E">
              <a:alpha val="82000"/>
            </a:srgbClr>
          </a:solidFill>
          <a:ln w="2794">
            <a:solidFill>
              <a:srgbClr val="FFFFFF">
                <a:alpha val="82000"/>
              </a:srgbClr>
            </a:solidFill>
            <a:prstDash val="solid"/>
          </a:ln>
        </p:spPr>
      </p:sp>
      <p:sp>
        <p:nvSpPr>
          <p:cNvPr id="3633" name="LigandSeek2_vs_LigandSeek1_ellipse_9147">
            <a:extLst>
              <a:ext uri="{FF2B5EF4-FFF2-40B4-BE49-F238E27FC236}">
                <a16:creationId xmlns:a16="http://schemas.microsoft.com/office/drawing/2014/main" id="{0C05BE3E-4BFB-4F8F-8DD1-B5388EEAB323}"/>
              </a:ext>
            </a:extLst>
          </p:cNvPr>
          <p:cNvSpPr>
            <a:spLocks noGrp="1"/>
          </p:cNvSpPr>
          <p:nvPr/>
        </p:nvSpPr>
        <p:spPr>
          <a:xfrm>
            <a:off x="565739" y="3922523"/>
            <a:ext cx="42121" cy="42121"/>
          </a:xfrm>
          <a:prstGeom prst="ellipse">
            <a:avLst/>
          </a:prstGeom>
          <a:solidFill>
            <a:srgbClr val="433E85">
              <a:alpha val="82000"/>
            </a:srgbClr>
          </a:solidFill>
          <a:ln w="2794">
            <a:solidFill>
              <a:srgbClr val="FFFFFF">
                <a:alpha val="82000"/>
              </a:srgbClr>
            </a:solidFill>
            <a:prstDash val="solid"/>
          </a:ln>
        </p:spPr>
      </p:sp>
      <p:sp>
        <p:nvSpPr>
          <p:cNvPr id="3634" name="LigandSeek2_vs_LigandSeek1_ellipse_9148">
            <a:extLst>
              <a:ext uri="{FF2B5EF4-FFF2-40B4-BE49-F238E27FC236}">
                <a16:creationId xmlns:a16="http://schemas.microsoft.com/office/drawing/2014/main" id="{EFF41E0C-AEFC-4630-8E86-0ECB392FCD6F}"/>
              </a:ext>
            </a:extLst>
          </p:cNvPr>
          <p:cNvSpPr>
            <a:spLocks noGrp="1"/>
          </p:cNvSpPr>
          <p:nvPr/>
        </p:nvSpPr>
        <p:spPr>
          <a:xfrm>
            <a:off x="2044475" y="3367997"/>
            <a:ext cx="42121" cy="42121"/>
          </a:xfrm>
          <a:prstGeom prst="ellipse">
            <a:avLst/>
          </a:prstGeom>
          <a:solidFill>
            <a:srgbClr val="34608D">
              <a:alpha val="82000"/>
            </a:srgbClr>
          </a:solidFill>
          <a:ln w="2794">
            <a:solidFill>
              <a:srgbClr val="FFFFFF">
                <a:alpha val="82000"/>
              </a:srgbClr>
            </a:solidFill>
            <a:prstDash val="solid"/>
          </a:ln>
        </p:spPr>
      </p:sp>
      <p:sp>
        <p:nvSpPr>
          <p:cNvPr id="3635" name="LigandSeek2_vs_LigandSeek1_ellipse_9149">
            <a:extLst>
              <a:ext uri="{FF2B5EF4-FFF2-40B4-BE49-F238E27FC236}">
                <a16:creationId xmlns:a16="http://schemas.microsoft.com/office/drawing/2014/main" id="{786F89C6-1189-466C-A69E-C1CA838AA6DF}"/>
              </a:ext>
            </a:extLst>
          </p:cNvPr>
          <p:cNvSpPr>
            <a:spLocks noGrp="1"/>
          </p:cNvSpPr>
          <p:nvPr/>
        </p:nvSpPr>
        <p:spPr>
          <a:xfrm>
            <a:off x="2414159" y="2628629"/>
            <a:ext cx="42121" cy="42121"/>
          </a:xfrm>
          <a:prstGeom prst="ellipse">
            <a:avLst/>
          </a:prstGeom>
          <a:solidFill>
            <a:srgbClr val="1F968B">
              <a:alpha val="82000"/>
            </a:srgbClr>
          </a:solidFill>
          <a:ln w="2794">
            <a:solidFill>
              <a:srgbClr val="FFFFFF">
                <a:alpha val="82000"/>
              </a:srgbClr>
            </a:solidFill>
            <a:prstDash val="solid"/>
          </a:ln>
        </p:spPr>
      </p:sp>
      <p:sp>
        <p:nvSpPr>
          <p:cNvPr id="3636" name="LigandSeek2_vs_LigandSeek1_ellipse_9150">
            <a:extLst>
              <a:ext uri="{FF2B5EF4-FFF2-40B4-BE49-F238E27FC236}">
                <a16:creationId xmlns:a16="http://schemas.microsoft.com/office/drawing/2014/main" id="{3601390D-CADE-4FB2-A4FE-5B5C3B2FDEA4}"/>
              </a:ext>
            </a:extLst>
          </p:cNvPr>
          <p:cNvSpPr>
            <a:spLocks noGrp="1"/>
          </p:cNvSpPr>
          <p:nvPr/>
        </p:nvSpPr>
        <p:spPr>
          <a:xfrm>
            <a:off x="1970539" y="2628629"/>
            <a:ext cx="42121" cy="42121"/>
          </a:xfrm>
          <a:prstGeom prst="ellipse">
            <a:avLst/>
          </a:prstGeom>
          <a:solidFill>
            <a:srgbClr val="2B748E">
              <a:alpha val="82000"/>
            </a:srgbClr>
          </a:solidFill>
          <a:ln w="2794">
            <a:solidFill>
              <a:srgbClr val="FFFFFF">
                <a:alpha val="82000"/>
              </a:srgbClr>
            </a:solidFill>
            <a:prstDash val="solid"/>
          </a:ln>
        </p:spPr>
      </p:sp>
      <p:sp>
        <p:nvSpPr>
          <p:cNvPr id="3637" name="LigandSeek2_vs_LigandSeek1_ellipse_9151">
            <a:extLst>
              <a:ext uri="{FF2B5EF4-FFF2-40B4-BE49-F238E27FC236}">
                <a16:creationId xmlns:a16="http://schemas.microsoft.com/office/drawing/2014/main" id="{BC2FE781-7DF6-41A2-A764-911B43573984}"/>
              </a:ext>
            </a:extLst>
          </p:cNvPr>
          <p:cNvSpPr>
            <a:spLocks noGrp="1"/>
          </p:cNvSpPr>
          <p:nvPr/>
        </p:nvSpPr>
        <p:spPr>
          <a:xfrm>
            <a:off x="1798019" y="3450149"/>
            <a:ext cx="42121" cy="42121"/>
          </a:xfrm>
          <a:prstGeom prst="ellipse">
            <a:avLst/>
          </a:prstGeom>
          <a:solidFill>
            <a:srgbClr val="277F8E">
              <a:alpha val="82000"/>
            </a:srgbClr>
          </a:solidFill>
          <a:ln w="2794">
            <a:solidFill>
              <a:srgbClr val="FFFFFF">
                <a:alpha val="82000"/>
              </a:srgbClr>
            </a:solidFill>
            <a:prstDash val="solid"/>
          </a:ln>
        </p:spPr>
      </p:sp>
      <p:sp>
        <p:nvSpPr>
          <p:cNvPr id="3638" name="LigandSeek2_vs_LigandSeek1_ellipse_9152">
            <a:extLst>
              <a:ext uri="{FF2B5EF4-FFF2-40B4-BE49-F238E27FC236}">
                <a16:creationId xmlns:a16="http://schemas.microsoft.com/office/drawing/2014/main" id="{A54FB49F-2C6B-47BA-8194-9CBE2E857C92}"/>
              </a:ext>
            </a:extLst>
          </p:cNvPr>
          <p:cNvSpPr>
            <a:spLocks noGrp="1"/>
          </p:cNvSpPr>
          <p:nvPr/>
        </p:nvSpPr>
        <p:spPr>
          <a:xfrm>
            <a:off x="2414159" y="2628629"/>
            <a:ext cx="42121" cy="42121"/>
          </a:xfrm>
          <a:prstGeom prst="ellipse">
            <a:avLst/>
          </a:prstGeom>
          <a:solidFill>
            <a:srgbClr val="404588">
              <a:alpha val="82000"/>
            </a:srgbClr>
          </a:solidFill>
          <a:ln w="2794">
            <a:solidFill>
              <a:srgbClr val="FFFFFF">
                <a:alpha val="82000"/>
              </a:srgbClr>
            </a:solidFill>
            <a:prstDash val="solid"/>
          </a:ln>
        </p:spPr>
      </p:sp>
      <p:sp>
        <p:nvSpPr>
          <p:cNvPr id="3639" name="LigandSeek2_vs_LigandSeek1_ellipse_9153">
            <a:extLst>
              <a:ext uri="{FF2B5EF4-FFF2-40B4-BE49-F238E27FC236}">
                <a16:creationId xmlns:a16="http://schemas.microsoft.com/office/drawing/2014/main" id="{6FAD2472-92F9-489D-82B5-A128C72FA34E}"/>
              </a:ext>
            </a:extLst>
          </p:cNvPr>
          <p:cNvSpPr>
            <a:spLocks noGrp="1"/>
          </p:cNvSpPr>
          <p:nvPr/>
        </p:nvSpPr>
        <p:spPr>
          <a:xfrm>
            <a:off x="2414159" y="2936699"/>
            <a:ext cx="42121" cy="42121"/>
          </a:xfrm>
          <a:prstGeom prst="ellipse">
            <a:avLst/>
          </a:prstGeom>
          <a:solidFill>
            <a:srgbClr val="25848E">
              <a:alpha val="82000"/>
            </a:srgbClr>
          </a:solidFill>
          <a:ln w="2794">
            <a:solidFill>
              <a:srgbClr val="FFFFFF">
                <a:alpha val="82000"/>
              </a:srgbClr>
            </a:solidFill>
            <a:prstDash val="solid"/>
          </a:ln>
        </p:spPr>
      </p:sp>
      <p:sp>
        <p:nvSpPr>
          <p:cNvPr id="3640" name="LigandSeek2_vs_LigandSeek1_ellipse_9154">
            <a:extLst>
              <a:ext uri="{FF2B5EF4-FFF2-40B4-BE49-F238E27FC236}">
                <a16:creationId xmlns:a16="http://schemas.microsoft.com/office/drawing/2014/main" id="{4BB9D6D2-E0F0-495F-A856-112C36511322}"/>
              </a:ext>
            </a:extLst>
          </p:cNvPr>
          <p:cNvSpPr>
            <a:spLocks noGrp="1"/>
          </p:cNvSpPr>
          <p:nvPr/>
        </p:nvSpPr>
        <p:spPr>
          <a:xfrm>
            <a:off x="1339058" y="4006457"/>
            <a:ext cx="42121" cy="42121"/>
          </a:xfrm>
          <a:prstGeom prst="ellipse">
            <a:avLst/>
          </a:prstGeom>
          <a:solidFill>
            <a:srgbClr val="1FA188">
              <a:alpha val="82000"/>
            </a:srgbClr>
          </a:solidFill>
          <a:ln w="2794">
            <a:solidFill>
              <a:srgbClr val="FFFFFF">
                <a:alpha val="82000"/>
              </a:srgbClr>
            </a:solidFill>
            <a:prstDash val="solid"/>
          </a:ln>
        </p:spPr>
      </p:sp>
      <p:sp>
        <p:nvSpPr>
          <p:cNvPr id="3641" name="LigandSeek2_vs_LigandSeek1_ellipse_9155">
            <a:extLst>
              <a:ext uri="{FF2B5EF4-FFF2-40B4-BE49-F238E27FC236}">
                <a16:creationId xmlns:a16="http://schemas.microsoft.com/office/drawing/2014/main" id="{42EC2784-7245-499E-939B-B427222CA1BC}"/>
              </a:ext>
            </a:extLst>
          </p:cNvPr>
          <p:cNvSpPr>
            <a:spLocks noGrp="1"/>
          </p:cNvSpPr>
          <p:nvPr/>
        </p:nvSpPr>
        <p:spPr>
          <a:xfrm>
            <a:off x="1403187" y="3686394"/>
            <a:ext cx="42121" cy="42121"/>
          </a:xfrm>
          <a:prstGeom prst="ellipse">
            <a:avLst/>
          </a:prstGeom>
          <a:solidFill>
            <a:srgbClr val="1F9A8A">
              <a:alpha val="82000"/>
            </a:srgbClr>
          </a:solidFill>
          <a:ln w="2794">
            <a:solidFill>
              <a:srgbClr val="FFFFFF">
                <a:alpha val="82000"/>
              </a:srgbClr>
            </a:solidFill>
            <a:prstDash val="solid"/>
          </a:ln>
        </p:spPr>
      </p:sp>
      <p:sp>
        <p:nvSpPr>
          <p:cNvPr id="3642" name="LigandSeek2_vs_LigandSeek1_ellipse_9156">
            <a:extLst>
              <a:ext uri="{FF2B5EF4-FFF2-40B4-BE49-F238E27FC236}">
                <a16:creationId xmlns:a16="http://schemas.microsoft.com/office/drawing/2014/main" id="{98D7322E-E2AE-4563-8F5C-0658A77674EB}"/>
              </a:ext>
            </a:extLst>
          </p:cNvPr>
          <p:cNvSpPr>
            <a:spLocks noGrp="1"/>
          </p:cNvSpPr>
          <p:nvPr/>
        </p:nvSpPr>
        <p:spPr>
          <a:xfrm>
            <a:off x="565739" y="2628629"/>
            <a:ext cx="42121" cy="42121"/>
          </a:xfrm>
          <a:prstGeom prst="ellipse">
            <a:avLst/>
          </a:prstGeom>
          <a:solidFill>
            <a:srgbClr val="2B748E">
              <a:alpha val="82000"/>
            </a:srgbClr>
          </a:solidFill>
          <a:ln w="2794">
            <a:solidFill>
              <a:srgbClr val="FFFFFF">
                <a:alpha val="82000"/>
              </a:srgbClr>
            </a:solidFill>
            <a:prstDash val="solid"/>
          </a:ln>
        </p:spPr>
      </p:sp>
      <p:sp>
        <p:nvSpPr>
          <p:cNvPr id="3643" name="LigandSeek2_vs_LigandSeek1_ellipse_9157">
            <a:extLst>
              <a:ext uri="{FF2B5EF4-FFF2-40B4-BE49-F238E27FC236}">
                <a16:creationId xmlns:a16="http://schemas.microsoft.com/office/drawing/2014/main" id="{44B84769-3CAB-4EDE-B527-70E2B8CF751A}"/>
              </a:ext>
            </a:extLst>
          </p:cNvPr>
          <p:cNvSpPr>
            <a:spLocks noGrp="1"/>
          </p:cNvSpPr>
          <p:nvPr/>
        </p:nvSpPr>
        <p:spPr>
          <a:xfrm>
            <a:off x="1343904" y="3625058"/>
            <a:ext cx="42121" cy="42121"/>
          </a:xfrm>
          <a:prstGeom prst="ellipse">
            <a:avLst/>
          </a:prstGeom>
          <a:solidFill>
            <a:srgbClr val="414487">
              <a:alpha val="82000"/>
            </a:srgbClr>
          </a:solidFill>
          <a:ln w="2794">
            <a:solidFill>
              <a:srgbClr val="FFFFFF">
                <a:alpha val="82000"/>
              </a:srgbClr>
            </a:solidFill>
            <a:prstDash val="solid"/>
          </a:ln>
        </p:spPr>
      </p:sp>
      <p:sp>
        <p:nvSpPr>
          <p:cNvPr id="3644" name="LigandSeek2_vs_LigandSeek1_ellipse_9158">
            <a:extLst>
              <a:ext uri="{FF2B5EF4-FFF2-40B4-BE49-F238E27FC236}">
                <a16:creationId xmlns:a16="http://schemas.microsoft.com/office/drawing/2014/main" id="{979090A8-CBDF-459D-B0C9-C2AA5355FDAA}"/>
              </a:ext>
            </a:extLst>
          </p:cNvPr>
          <p:cNvSpPr>
            <a:spLocks noGrp="1"/>
          </p:cNvSpPr>
          <p:nvPr/>
        </p:nvSpPr>
        <p:spPr>
          <a:xfrm>
            <a:off x="1305107" y="3737681"/>
            <a:ext cx="42121" cy="42121"/>
          </a:xfrm>
          <a:prstGeom prst="ellipse">
            <a:avLst/>
          </a:prstGeom>
          <a:solidFill>
            <a:srgbClr val="482475">
              <a:alpha val="82000"/>
            </a:srgbClr>
          </a:solidFill>
          <a:ln w="2794">
            <a:solidFill>
              <a:srgbClr val="FFFFFF">
                <a:alpha val="82000"/>
              </a:srgbClr>
            </a:solidFill>
            <a:prstDash val="solid"/>
          </a:ln>
        </p:spPr>
      </p:sp>
      <p:sp>
        <p:nvSpPr>
          <p:cNvPr id="3645" name="LigandSeek2_vs_LigandSeek1_ellipse_9159">
            <a:extLst>
              <a:ext uri="{FF2B5EF4-FFF2-40B4-BE49-F238E27FC236}">
                <a16:creationId xmlns:a16="http://schemas.microsoft.com/office/drawing/2014/main" id="{09966D73-F81B-4C65-8D21-0638FAC0CBC3}"/>
              </a:ext>
            </a:extLst>
          </p:cNvPr>
          <p:cNvSpPr>
            <a:spLocks noGrp="1"/>
          </p:cNvSpPr>
          <p:nvPr/>
        </p:nvSpPr>
        <p:spPr>
          <a:xfrm>
            <a:off x="2414159" y="2628629"/>
            <a:ext cx="42121" cy="42121"/>
          </a:xfrm>
          <a:prstGeom prst="ellipse">
            <a:avLst/>
          </a:prstGeom>
          <a:solidFill>
            <a:srgbClr val="31688E">
              <a:alpha val="82000"/>
            </a:srgbClr>
          </a:solidFill>
          <a:ln w="2794">
            <a:solidFill>
              <a:srgbClr val="FFFFFF">
                <a:alpha val="82000"/>
              </a:srgbClr>
            </a:solidFill>
            <a:prstDash val="solid"/>
          </a:ln>
        </p:spPr>
      </p:sp>
      <p:sp>
        <p:nvSpPr>
          <p:cNvPr id="3646" name="LigandSeek2_vs_LigandSeek1_ellipse_9160">
            <a:extLst>
              <a:ext uri="{FF2B5EF4-FFF2-40B4-BE49-F238E27FC236}">
                <a16:creationId xmlns:a16="http://schemas.microsoft.com/office/drawing/2014/main" id="{785A322B-CC0B-41A3-92F7-2642EBC42298}"/>
              </a:ext>
            </a:extLst>
          </p:cNvPr>
          <p:cNvSpPr>
            <a:spLocks noGrp="1"/>
          </p:cNvSpPr>
          <p:nvPr/>
        </p:nvSpPr>
        <p:spPr>
          <a:xfrm>
            <a:off x="777526" y="4083124"/>
            <a:ext cx="42121" cy="42121"/>
          </a:xfrm>
          <a:prstGeom prst="ellipse">
            <a:avLst/>
          </a:prstGeom>
          <a:solidFill>
            <a:srgbClr val="2A788E">
              <a:alpha val="82000"/>
            </a:srgbClr>
          </a:solidFill>
          <a:ln w="2794">
            <a:solidFill>
              <a:srgbClr val="FFFFFF">
                <a:alpha val="82000"/>
              </a:srgbClr>
            </a:solidFill>
            <a:prstDash val="solid"/>
          </a:ln>
        </p:spPr>
      </p:sp>
      <p:sp>
        <p:nvSpPr>
          <p:cNvPr id="3647" name="LigandSeek2_vs_LigandSeek1_ellipse_9161">
            <a:extLst>
              <a:ext uri="{FF2B5EF4-FFF2-40B4-BE49-F238E27FC236}">
                <a16:creationId xmlns:a16="http://schemas.microsoft.com/office/drawing/2014/main" id="{EC0F5AD7-18BC-45FD-B9B3-680D354AE90D}"/>
              </a:ext>
            </a:extLst>
          </p:cNvPr>
          <p:cNvSpPr>
            <a:spLocks noGrp="1"/>
          </p:cNvSpPr>
          <p:nvPr/>
        </p:nvSpPr>
        <p:spPr>
          <a:xfrm>
            <a:off x="653759" y="4323014"/>
            <a:ext cx="42121" cy="42121"/>
          </a:xfrm>
          <a:prstGeom prst="ellipse">
            <a:avLst/>
          </a:prstGeom>
          <a:solidFill>
            <a:srgbClr val="472F7D">
              <a:alpha val="82000"/>
            </a:srgbClr>
          </a:solidFill>
          <a:ln w="2794">
            <a:solidFill>
              <a:srgbClr val="FFFFFF">
                <a:alpha val="82000"/>
              </a:srgbClr>
            </a:solidFill>
            <a:prstDash val="solid"/>
          </a:ln>
        </p:spPr>
      </p:sp>
      <p:sp>
        <p:nvSpPr>
          <p:cNvPr id="3648" name="LigandSeek2_vs_LigandSeek1_ellipse_9162">
            <a:extLst>
              <a:ext uri="{FF2B5EF4-FFF2-40B4-BE49-F238E27FC236}">
                <a16:creationId xmlns:a16="http://schemas.microsoft.com/office/drawing/2014/main" id="{23CBCF82-464A-4E2C-825E-ABC7B619C828}"/>
              </a:ext>
            </a:extLst>
          </p:cNvPr>
          <p:cNvSpPr>
            <a:spLocks noGrp="1"/>
          </p:cNvSpPr>
          <p:nvPr/>
        </p:nvSpPr>
        <p:spPr>
          <a:xfrm>
            <a:off x="2370149" y="2628629"/>
            <a:ext cx="42121" cy="42121"/>
          </a:xfrm>
          <a:prstGeom prst="ellipse">
            <a:avLst/>
          </a:prstGeom>
          <a:solidFill>
            <a:srgbClr val="482878">
              <a:alpha val="82000"/>
            </a:srgbClr>
          </a:solidFill>
          <a:ln w="2794">
            <a:solidFill>
              <a:srgbClr val="FFFFFF">
                <a:alpha val="82000"/>
              </a:srgbClr>
            </a:solidFill>
            <a:prstDash val="solid"/>
          </a:ln>
        </p:spPr>
      </p:sp>
      <p:sp>
        <p:nvSpPr>
          <p:cNvPr id="3649" name="LigandSeek2_vs_LigandSeek1_ellipse_9163">
            <a:extLst>
              <a:ext uri="{FF2B5EF4-FFF2-40B4-BE49-F238E27FC236}">
                <a16:creationId xmlns:a16="http://schemas.microsoft.com/office/drawing/2014/main" id="{D1D91229-5D04-46EB-82FE-D8A8C3095887}"/>
              </a:ext>
            </a:extLst>
          </p:cNvPr>
          <p:cNvSpPr>
            <a:spLocks noGrp="1"/>
          </p:cNvSpPr>
          <p:nvPr/>
        </p:nvSpPr>
        <p:spPr>
          <a:xfrm>
            <a:off x="1027844" y="3552839"/>
            <a:ext cx="42121" cy="42121"/>
          </a:xfrm>
          <a:prstGeom prst="ellipse">
            <a:avLst/>
          </a:prstGeom>
          <a:solidFill>
            <a:srgbClr val="39568C">
              <a:alpha val="82000"/>
            </a:srgbClr>
          </a:solidFill>
          <a:ln w="2794">
            <a:solidFill>
              <a:srgbClr val="FFFFFF">
                <a:alpha val="82000"/>
              </a:srgbClr>
            </a:solidFill>
            <a:prstDash val="solid"/>
          </a:ln>
        </p:spPr>
      </p:sp>
      <p:sp>
        <p:nvSpPr>
          <p:cNvPr id="3650" name="LigandSeek2_vs_LigandSeek1_ellipse_9164">
            <a:extLst>
              <a:ext uri="{FF2B5EF4-FFF2-40B4-BE49-F238E27FC236}">
                <a16:creationId xmlns:a16="http://schemas.microsoft.com/office/drawing/2014/main" id="{2D4E06BE-DD56-4D81-AEEB-E9428F7C0702}"/>
              </a:ext>
            </a:extLst>
          </p:cNvPr>
          <p:cNvSpPr>
            <a:spLocks noGrp="1"/>
          </p:cNvSpPr>
          <p:nvPr/>
        </p:nvSpPr>
        <p:spPr>
          <a:xfrm>
            <a:off x="565739" y="4477049"/>
            <a:ext cx="42121" cy="42121"/>
          </a:xfrm>
          <a:prstGeom prst="ellipse">
            <a:avLst/>
          </a:prstGeom>
          <a:solidFill>
            <a:srgbClr val="31688E">
              <a:alpha val="82000"/>
            </a:srgbClr>
          </a:solidFill>
          <a:ln w="2794">
            <a:solidFill>
              <a:srgbClr val="FFFFFF">
                <a:alpha val="82000"/>
              </a:srgbClr>
            </a:solidFill>
            <a:prstDash val="solid"/>
          </a:ln>
        </p:spPr>
      </p:sp>
      <p:sp>
        <p:nvSpPr>
          <p:cNvPr id="3651" name="LigandSeek2_vs_LigandSeek1_ellipse_9165">
            <a:extLst>
              <a:ext uri="{FF2B5EF4-FFF2-40B4-BE49-F238E27FC236}">
                <a16:creationId xmlns:a16="http://schemas.microsoft.com/office/drawing/2014/main" id="{A47A351C-23F5-44F2-9615-A33C45099AB5}"/>
              </a:ext>
            </a:extLst>
          </p:cNvPr>
          <p:cNvSpPr>
            <a:spLocks noGrp="1"/>
          </p:cNvSpPr>
          <p:nvPr/>
        </p:nvSpPr>
        <p:spPr>
          <a:xfrm>
            <a:off x="587191" y="3755407"/>
            <a:ext cx="42121" cy="42121"/>
          </a:xfrm>
          <a:prstGeom prst="ellipse">
            <a:avLst/>
          </a:prstGeom>
          <a:solidFill>
            <a:srgbClr val="2C718E">
              <a:alpha val="82000"/>
            </a:srgbClr>
          </a:solidFill>
          <a:ln w="2794">
            <a:solidFill>
              <a:srgbClr val="FFFFFF">
                <a:alpha val="82000"/>
              </a:srgbClr>
            </a:solidFill>
            <a:prstDash val="solid"/>
          </a:ln>
        </p:spPr>
      </p:sp>
      <p:sp>
        <p:nvSpPr>
          <p:cNvPr id="3652" name="LigandSeek2_vs_LigandSeek1_ellipse_9166">
            <a:extLst>
              <a:ext uri="{FF2B5EF4-FFF2-40B4-BE49-F238E27FC236}">
                <a16:creationId xmlns:a16="http://schemas.microsoft.com/office/drawing/2014/main" id="{BA676A3B-5891-492F-96B7-2DBF118462EE}"/>
              </a:ext>
            </a:extLst>
          </p:cNvPr>
          <p:cNvSpPr>
            <a:spLocks noGrp="1"/>
          </p:cNvSpPr>
          <p:nvPr/>
        </p:nvSpPr>
        <p:spPr>
          <a:xfrm>
            <a:off x="565739" y="4477049"/>
            <a:ext cx="42121" cy="42121"/>
          </a:xfrm>
          <a:prstGeom prst="ellipse">
            <a:avLst/>
          </a:prstGeom>
          <a:solidFill>
            <a:srgbClr val="27808E">
              <a:alpha val="82000"/>
            </a:srgbClr>
          </a:solidFill>
          <a:ln w="2794">
            <a:solidFill>
              <a:srgbClr val="FFFFFF">
                <a:alpha val="82000"/>
              </a:srgbClr>
            </a:solidFill>
            <a:prstDash val="solid"/>
          </a:ln>
        </p:spPr>
      </p:sp>
      <p:sp>
        <p:nvSpPr>
          <p:cNvPr id="3653" name="LigandSeek2_vs_LigandSeek1_ellipse_9167">
            <a:extLst>
              <a:ext uri="{FF2B5EF4-FFF2-40B4-BE49-F238E27FC236}">
                <a16:creationId xmlns:a16="http://schemas.microsoft.com/office/drawing/2014/main" id="{3CBC1FB2-BB2C-4032-AC6C-787683C13AD1}"/>
              </a:ext>
            </a:extLst>
          </p:cNvPr>
          <p:cNvSpPr>
            <a:spLocks noGrp="1"/>
          </p:cNvSpPr>
          <p:nvPr/>
        </p:nvSpPr>
        <p:spPr>
          <a:xfrm>
            <a:off x="565739" y="4345019"/>
            <a:ext cx="42121" cy="42121"/>
          </a:xfrm>
          <a:prstGeom prst="ellipse">
            <a:avLst/>
          </a:prstGeom>
          <a:solidFill>
            <a:srgbClr val="3A548C">
              <a:alpha val="82000"/>
            </a:srgbClr>
          </a:solidFill>
          <a:ln w="2794">
            <a:solidFill>
              <a:srgbClr val="FFFFFF">
                <a:alpha val="82000"/>
              </a:srgbClr>
            </a:solidFill>
            <a:prstDash val="solid"/>
          </a:ln>
        </p:spPr>
      </p:sp>
      <p:sp>
        <p:nvSpPr>
          <p:cNvPr id="3654" name="LigandSeek2_vs_LigandSeek1_path_9168">
            <a:extLst>
              <a:ext uri="{FF2B5EF4-FFF2-40B4-BE49-F238E27FC236}">
                <a16:creationId xmlns:a16="http://schemas.microsoft.com/office/drawing/2014/main" id="{00026F10-7246-41A2-A4B7-8181EB916602}"/>
              </a:ext>
            </a:extLst>
          </p:cNvPr>
          <p:cNvSpPr>
            <a:spLocks noGrp="1"/>
          </p:cNvSpPr>
          <p:nvPr/>
        </p:nvSpPr>
        <p:spPr>
          <a:xfrm>
            <a:off x="586800" y="2649690"/>
            <a:ext cx="191" cy="1848420"/>
          </a:xfrm>
          <a:custGeom>
            <a:avLst/>
            <a:gdLst/>
            <a:ahLst/>
            <a:cxnLst/>
            <a:rect l="0" t="0" r="0" b="0"/>
            <a:pathLst>
              <a:path w="191" h="1848420">
                <a:moveTo>
                  <a:pt x="0" y="1848420"/>
                </a:moveTo>
                <a:lnTo>
                  <a:pt x="0" y="0"/>
                </a:lnTo>
              </a:path>
            </a:pathLst>
          </a:custGeom>
          <a:noFill/>
          <a:ln w="8255">
            <a:solidFill>
              <a:srgbClr val="000000">
                <a:alpha val="100000"/>
              </a:srgbClr>
            </a:solidFill>
            <a:prstDash val="solid"/>
          </a:ln>
        </p:spPr>
      </p:sp>
      <p:sp>
        <p:nvSpPr>
          <p:cNvPr id="3655" name="LigandSeek2_vs_LigandSeek1_path_9169">
            <a:extLst>
              <a:ext uri="{FF2B5EF4-FFF2-40B4-BE49-F238E27FC236}">
                <a16:creationId xmlns:a16="http://schemas.microsoft.com/office/drawing/2014/main" id="{4BE0A9DC-A23F-4A3B-B69B-ECD500E382BA}"/>
              </a:ext>
            </a:extLst>
          </p:cNvPr>
          <p:cNvSpPr>
            <a:spLocks noGrp="1"/>
          </p:cNvSpPr>
          <p:nvPr/>
        </p:nvSpPr>
        <p:spPr>
          <a:xfrm>
            <a:off x="586800" y="4498110"/>
            <a:ext cx="1848420" cy="191"/>
          </a:xfrm>
          <a:custGeom>
            <a:avLst/>
            <a:gdLst/>
            <a:ahLst/>
            <a:cxnLst/>
            <a:rect l="0" t="0" r="0" b="0"/>
            <a:pathLst>
              <a:path w="1848420" h="191">
                <a:moveTo>
                  <a:pt x="0" y="0"/>
                </a:moveTo>
                <a:lnTo>
                  <a:pt x="1848420" y="0"/>
                </a:lnTo>
              </a:path>
            </a:pathLst>
          </a:custGeom>
          <a:noFill/>
          <a:ln w="8255">
            <a:solidFill>
              <a:srgbClr val="000000">
                <a:alpha val="100000"/>
              </a:srgbClr>
            </a:solidFill>
            <a:prstDash val="solid"/>
          </a:ln>
        </p:spPr>
      </p:sp>
      <p:sp>
        <p:nvSpPr>
          <p:cNvPr id="3656" name="LigandSeek2_vs_LigandSeek1_text_9170">
            <a:extLst>
              <a:ext uri="{FF2B5EF4-FFF2-40B4-BE49-F238E27FC236}">
                <a16:creationId xmlns:a16="http://schemas.microsoft.com/office/drawing/2014/main" id="{9BF78D3E-28DD-49BB-88B0-A2822C8966E3}"/>
              </a:ext>
            </a:extLst>
          </p:cNvPr>
          <p:cNvSpPr>
            <a:spLocks noGrp="1"/>
          </p:cNvSpPr>
          <p:nvPr/>
        </p:nvSpPr>
        <p:spPr>
          <a:xfrm rot="0">
            <a:off x="586800" y="2437469"/>
            <a:ext cx="1229789"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CA2: one-to-one PRAUC₀.₃</a:t>
            </a:r>
          </a:p>
        </p:txBody>
      </p:sp>
      <p:sp>
        <p:nvSpPr>
          <p:cNvPr id="3657" name="LigandSeek2_vs_LigandSeek1_text_9171">
            <a:extLst>
              <a:ext uri="{FF2B5EF4-FFF2-40B4-BE49-F238E27FC236}">
                <a16:creationId xmlns:a16="http://schemas.microsoft.com/office/drawing/2014/main" id="{DC7EF0D4-CF62-44FB-907A-96074B052FA2}"/>
              </a:ext>
            </a:extLst>
          </p:cNvPr>
          <p:cNvSpPr>
            <a:spLocks noGrp="1"/>
          </p:cNvSpPr>
          <p:nvPr/>
        </p:nvSpPr>
        <p:spPr>
          <a:xfrm rot="0">
            <a:off x="320100" y="2412974"/>
            <a:ext cx="64745" cy="174625"/>
          </a:xfrm>
          <a:prstGeom prst="rect">
            <a:avLst/>
          </a:prstGeom>
          <a:noFill/>
          <a:ln w="0">
            <a:noFill/>
          </a:ln>
        </p:spPr>
        <p:txBody>
          <a:bodyPr wrap="none" lIns="0" tIns="0" rIns="0" bIns="0" anchor="ctr">
            <a:noAutofit/>
          </a:bodyPr>
          <a:lstStyle>
            <a:defPPr algn="l">
              <a:defRPr sz="1100" b="1">
                <a:solidFill>
                  <a:srgbClr val="000000"/>
                </a:solidFill>
                <a:latin typeface="Calibri"/>
                <a:ea typeface="Calibri"/>
                <a:cs typeface="Calibri"/>
              </a:defRPr>
            </a:defPPr>
          </a:lstStyle>
          <a:p>
            <a:pPr algn="l">
              <a:defRPr sz="1100" b="1">
                <a:solidFill>
                  <a:srgbClr val="000000"/>
                </a:solidFill>
                <a:latin typeface="Calibri"/>
                <a:ea typeface="Calibri"/>
                <a:cs typeface="Calibri"/>
              </a:defRPr>
            </a:pPr>
            <a:r>
              <a:rPr sz="1100" b="1">
                <a:solidFill>
                  <a:srgbClr val="000000"/>
                </a:solidFill>
                <a:latin typeface="Calibri"/>
                <a:ea typeface="Calibri"/>
                <a:cs typeface="Calibri"/>
              </a:rPr>
              <a:t>c</a:t>
            </a:r>
          </a:p>
        </p:txBody>
      </p:sp>
      <p:sp>
        <p:nvSpPr>
          <p:cNvPr id="3658" name="LigandSeek2_vs_LigandSeek1_path_9172">
            <a:extLst>
              <a:ext uri="{FF2B5EF4-FFF2-40B4-BE49-F238E27FC236}">
                <a16:creationId xmlns:a16="http://schemas.microsoft.com/office/drawing/2014/main" id="{B4C9802E-BCF3-4DD2-BE2C-A6F57738596A}"/>
              </a:ext>
            </a:extLst>
          </p:cNvPr>
          <p:cNvSpPr>
            <a:spLocks noGrp="1"/>
          </p:cNvSpPr>
          <p:nvPr/>
        </p:nvSpPr>
        <p:spPr>
          <a:xfrm>
            <a:off x="2517372" y="2649690"/>
            <a:ext cx="58680" cy="1848420"/>
          </a:xfrm>
          <a:custGeom>
            <a:avLst/>
            <a:gdLst/>
            <a:ahLst/>
            <a:cxnLst/>
            <a:rect l="0" t="0" r="0" b="0"/>
            <a:pathLst>
              <a:path w="58680" h="1848420">
                <a:moveTo>
                  <a:pt x="0" y="1848420"/>
                </a:moveTo>
                <a:lnTo>
                  <a:pt x="58680" y="1848420"/>
                </a:lnTo>
                <a:lnTo>
                  <a:pt x="58680" y="0"/>
                </a:lnTo>
                <a:lnTo>
                  <a:pt x="0" y="0"/>
                </a:lnTo>
                <a:lnTo>
                  <a:pt x="0" y="1848420"/>
                </a:lnTo>
                <a:close/>
              </a:path>
            </a:pathLst>
          </a:custGeom>
          <a:solidFill>
            <a:srgbClr val="FFFFFF">
              <a:alpha val="100000"/>
            </a:srgbClr>
          </a:solidFill>
          <a:ln w="0">
            <a:noFill/>
            <a:prstDash val="solid"/>
          </a:ln>
        </p:spPr>
      </p:sp>
      <p:sp>
        <p:nvSpPr>
          <p:cNvPr id="3659" name="LigandSeek2_vs_LigandSeek1_path_9173">
            <a:extLst>
              <a:ext uri="{FF2B5EF4-FFF2-40B4-BE49-F238E27FC236}">
                <a16:creationId xmlns:a16="http://schemas.microsoft.com/office/drawing/2014/main" id="{A99080D7-C225-4758-9BD6-E714FCF9741F}"/>
              </a:ext>
            </a:extLst>
          </p:cNvPr>
          <p:cNvSpPr>
            <a:spLocks noGrp="1"/>
          </p:cNvSpPr>
          <p:nvPr/>
        </p:nvSpPr>
        <p:spPr>
          <a:xfrm>
            <a:off x="2517372" y="44908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DE725">
              <a:alpha val="100000"/>
            </a:srgbClr>
          </a:solidFill>
          <a:ln w="2540">
            <a:solidFill>
              <a:srgbClr val="FDE725">
                <a:alpha val="100000"/>
              </a:srgbClr>
            </a:solidFill>
            <a:prstDash val="solid"/>
          </a:ln>
        </p:spPr>
      </p:sp>
      <p:sp>
        <p:nvSpPr>
          <p:cNvPr id="3660" name="LigandSeek2_vs_LigandSeek1_path_9174">
            <a:extLst>
              <a:ext uri="{FF2B5EF4-FFF2-40B4-BE49-F238E27FC236}">
                <a16:creationId xmlns:a16="http://schemas.microsoft.com/office/drawing/2014/main" id="{34F01585-B7C0-4314-8791-934D3A69C311}"/>
              </a:ext>
            </a:extLst>
          </p:cNvPr>
          <p:cNvSpPr>
            <a:spLocks noGrp="1"/>
          </p:cNvSpPr>
          <p:nvPr/>
        </p:nvSpPr>
        <p:spPr>
          <a:xfrm>
            <a:off x="2517372" y="448366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BE723">
              <a:alpha val="100000"/>
            </a:srgbClr>
          </a:solidFill>
          <a:ln w="2540">
            <a:solidFill>
              <a:srgbClr val="FBE723">
                <a:alpha val="100000"/>
              </a:srgbClr>
            </a:solidFill>
            <a:prstDash val="solid"/>
          </a:ln>
        </p:spPr>
      </p:sp>
      <p:sp>
        <p:nvSpPr>
          <p:cNvPr id="3661" name="LigandSeek2_vs_LigandSeek1_path_9175">
            <a:extLst>
              <a:ext uri="{FF2B5EF4-FFF2-40B4-BE49-F238E27FC236}">
                <a16:creationId xmlns:a16="http://schemas.microsoft.com/office/drawing/2014/main" id="{78ED04C5-E4BE-4CB3-9AD9-8A917EB5A5E9}"/>
              </a:ext>
            </a:extLst>
          </p:cNvPr>
          <p:cNvSpPr>
            <a:spLocks noGrp="1"/>
          </p:cNvSpPr>
          <p:nvPr/>
        </p:nvSpPr>
        <p:spPr>
          <a:xfrm>
            <a:off x="2517372" y="447644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8E621">
              <a:alpha val="100000"/>
            </a:srgbClr>
          </a:solidFill>
          <a:ln w="2540">
            <a:solidFill>
              <a:srgbClr val="F8E621">
                <a:alpha val="100000"/>
              </a:srgbClr>
            </a:solidFill>
            <a:prstDash val="solid"/>
          </a:ln>
        </p:spPr>
      </p:sp>
      <p:sp>
        <p:nvSpPr>
          <p:cNvPr id="3662" name="LigandSeek2_vs_LigandSeek1_path_9176">
            <a:extLst>
              <a:ext uri="{FF2B5EF4-FFF2-40B4-BE49-F238E27FC236}">
                <a16:creationId xmlns:a16="http://schemas.microsoft.com/office/drawing/2014/main" id="{BB3B2838-246C-4F26-AAFA-E2AAB1F9E363}"/>
              </a:ext>
            </a:extLst>
          </p:cNvPr>
          <p:cNvSpPr>
            <a:spLocks noGrp="1"/>
          </p:cNvSpPr>
          <p:nvPr/>
        </p:nvSpPr>
        <p:spPr>
          <a:xfrm>
            <a:off x="2517372" y="446922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6E620">
              <a:alpha val="100000"/>
            </a:srgbClr>
          </a:solidFill>
          <a:ln w="2540">
            <a:solidFill>
              <a:srgbClr val="F6E620">
                <a:alpha val="100000"/>
              </a:srgbClr>
            </a:solidFill>
            <a:prstDash val="solid"/>
          </a:ln>
        </p:spPr>
      </p:sp>
      <p:sp>
        <p:nvSpPr>
          <p:cNvPr id="3663" name="LigandSeek2_vs_LigandSeek1_path_9177">
            <a:extLst>
              <a:ext uri="{FF2B5EF4-FFF2-40B4-BE49-F238E27FC236}">
                <a16:creationId xmlns:a16="http://schemas.microsoft.com/office/drawing/2014/main" id="{63B9065B-E8C0-4C7D-9AD9-D975A3A0475D}"/>
              </a:ext>
            </a:extLst>
          </p:cNvPr>
          <p:cNvSpPr>
            <a:spLocks noGrp="1"/>
          </p:cNvSpPr>
          <p:nvPr/>
        </p:nvSpPr>
        <p:spPr>
          <a:xfrm>
            <a:off x="2517372" y="446200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4E61E">
              <a:alpha val="100000"/>
            </a:srgbClr>
          </a:solidFill>
          <a:ln w="2540">
            <a:solidFill>
              <a:srgbClr val="F4E61E">
                <a:alpha val="100000"/>
              </a:srgbClr>
            </a:solidFill>
            <a:prstDash val="solid"/>
          </a:ln>
        </p:spPr>
      </p:sp>
      <p:sp>
        <p:nvSpPr>
          <p:cNvPr id="3664" name="LigandSeek2_vs_LigandSeek1_path_9178">
            <a:extLst>
              <a:ext uri="{FF2B5EF4-FFF2-40B4-BE49-F238E27FC236}">
                <a16:creationId xmlns:a16="http://schemas.microsoft.com/office/drawing/2014/main" id="{A48CA861-87BA-4A71-90B4-EE63263AD2A1}"/>
              </a:ext>
            </a:extLst>
          </p:cNvPr>
          <p:cNvSpPr>
            <a:spLocks noGrp="1"/>
          </p:cNvSpPr>
          <p:nvPr/>
        </p:nvSpPr>
        <p:spPr>
          <a:xfrm>
            <a:off x="2517372" y="445478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1E51D">
              <a:alpha val="100000"/>
            </a:srgbClr>
          </a:solidFill>
          <a:ln w="2540">
            <a:solidFill>
              <a:srgbClr val="F1E51D">
                <a:alpha val="100000"/>
              </a:srgbClr>
            </a:solidFill>
            <a:prstDash val="solid"/>
          </a:ln>
        </p:spPr>
      </p:sp>
      <p:sp>
        <p:nvSpPr>
          <p:cNvPr id="3665" name="LigandSeek2_vs_LigandSeek1_path_9179">
            <a:extLst>
              <a:ext uri="{FF2B5EF4-FFF2-40B4-BE49-F238E27FC236}">
                <a16:creationId xmlns:a16="http://schemas.microsoft.com/office/drawing/2014/main" id="{DDF64BA5-96F9-4952-8AD6-83F9C01B5461}"/>
              </a:ext>
            </a:extLst>
          </p:cNvPr>
          <p:cNvSpPr>
            <a:spLocks noGrp="1"/>
          </p:cNvSpPr>
          <p:nvPr/>
        </p:nvSpPr>
        <p:spPr>
          <a:xfrm>
            <a:off x="2517372" y="444756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FE51C">
              <a:alpha val="100000"/>
            </a:srgbClr>
          </a:solidFill>
          <a:ln w="2540">
            <a:solidFill>
              <a:srgbClr val="EFE51C">
                <a:alpha val="100000"/>
              </a:srgbClr>
            </a:solidFill>
            <a:prstDash val="solid"/>
          </a:ln>
        </p:spPr>
      </p:sp>
      <p:sp>
        <p:nvSpPr>
          <p:cNvPr id="3666" name="LigandSeek2_vs_LigandSeek1_path_9180">
            <a:extLst>
              <a:ext uri="{FF2B5EF4-FFF2-40B4-BE49-F238E27FC236}">
                <a16:creationId xmlns:a16="http://schemas.microsoft.com/office/drawing/2014/main" id="{38B52FF9-D675-47EA-95A9-C9C2EB87CE4B}"/>
              </a:ext>
            </a:extLst>
          </p:cNvPr>
          <p:cNvSpPr>
            <a:spLocks noGrp="1"/>
          </p:cNvSpPr>
          <p:nvPr/>
        </p:nvSpPr>
        <p:spPr>
          <a:xfrm>
            <a:off x="2517372" y="444034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CE51B">
              <a:alpha val="100000"/>
            </a:srgbClr>
          </a:solidFill>
          <a:ln w="2540">
            <a:solidFill>
              <a:srgbClr val="ECE51B">
                <a:alpha val="100000"/>
              </a:srgbClr>
            </a:solidFill>
            <a:prstDash val="solid"/>
          </a:ln>
        </p:spPr>
      </p:sp>
      <p:sp>
        <p:nvSpPr>
          <p:cNvPr id="3667" name="LigandSeek2_vs_LigandSeek1_path_9181">
            <a:extLst>
              <a:ext uri="{FF2B5EF4-FFF2-40B4-BE49-F238E27FC236}">
                <a16:creationId xmlns:a16="http://schemas.microsoft.com/office/drawing/2014/main" id="{DCE076E8-CAB5-416B-9426-2FBA26F51196}"/>
              </a:ext>
            </a:extLst>
          </p:cNvPr>
          <p:cNvSpPr>
            <a:spLocks noGrp="1"/>
          </p:cNvSpPr>
          <p:nvPr/>
        </p:nvSpPr>
        <p:spPr>
          <a:xfrm>
            <a:off x="2517372" y="443312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AE51A">
              <a:alpha val="100000"/>
            </a:srgbClr>
          </a:solidFill>
          <a:ln w="2540">
            <a:solidFill>
              <a:srgbClr val="EAE51A">
                <a:alpha val="100000"/>
              </a:srgbClr>
            </a:solidFill>
            <a:prstDash val="solid"/>
          </a:ln>
        </p:spPr>
      </p:sp>
      <p:sp>
        <p:nvSpPr>
          <p:cNvPr id="3668" name="LigandSeek2_vs_LigandSeek1_path_9182">
            <a:extLst>
              <a:ext uri="{FF2B5EF4-FFF2-40B4-BE49-F238E27FC236}">
                <a16:creationId xmlns:a16="http://schemas.microsoft.com/office/drawing/2014/main" id="{879C066E-920B-4117-9E46-B0B5CE021E9F}"/>
              </a:ext>
            </a:extLst>
          </p:cNvPr>
          <p:cNvSpPr>
            <a:spLocks noGrp="1"/>
          </p:cNvSpPr>
          <p:nvPr/>
        </p:nvSpPr>
        <p:spPr>
          <a:xfrm>
            <a:off x="2517372" y="442590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7E419">
              <a:alpha val="100000"/>
            </a:srgbClr>
          </a:solidFill>
          <a:ln w="2540">
            <a:solidFill>
              <a:srgbClr val="E7E419">
                <a:alpha val="100000"/>
              </a:srgbClr>
            </a:solidFill>
            <a:prstDash val="solid"/>
          </a:ln>
        </p:spPr>
      </p:sp>
      <p:sp>
        <p:nvSpPr>
          <p:cNvPr id="3669" name="LigandSeek2_vs_LigandSeek1_path_9183">
            <a:extLst>
              <a:ext uri="{FF2B5EF4-FFF2-40B4-BE49-F238E27FC236}">
                <a16:creationId xmlns:a16="http://schemas.microsoft.com/office/drawing/2014/main" id="{1E7913BC-5BE2-4EF2-ADFA-0DED6A45BE58}"/>
              </a:ext>
            </a:extLst>
          </p:cNvPr>
          <p:cNvSpPr>
            <a:spLocks noGrp="1"/>
          </p:cNvSpPr>
          <p:nvPr/>
        </p:nvSpPr>
        <p:spPr>
          <a:xfrm>
            <a:off x="2517372" y="441868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5E419">
              <a:alpha val="100000"/>
            </a:srgbClr>
          </a:solidFill>
          <a:ln w="2540">
            <a:solidFill>
              <a:srgbClr val="E5E419">
                <a:alpha val="100000"/>
              </a:srgbClr>
            </a:solidFill>
            <a:prstDash val="solid"/>
          </a:ln>
        </p:spPr>
      </p:sp>
      <p:sp>
        <p:nvSpPr>
          <p:cNvPr id="3670" name="LigandSeek2_vs_LigandSeek1_path_9184">
            <a:extLst>
              <a:ext uri="{FF2B5EF4-FFF2-40B4-BE49-F238E27FC236}">
                <a16:creationId xmlns:a16="http://schemas.microsoft.com/office/drawing/2014/main" id="{933FBC12-1111-431C-8DAE-3F157535E803}"/>
              </a:ext>
            </a:extLst>
          </p:cNvPr>
          <p:cNvSpPr>
            <a:spLocks noGrp="1"/>
          </p:cNvSpPr>
          <p:nvPr/>
        </p:nvSpPr>
        <p:spPr>
          <a:xfrm>
            <a:off x="2517372" y="441146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2E418">
              <a:alpha val="100000"/>
            </a:srgbClr>
          </a:solidFill>
          <a:ln w="2540">
            <a:solidFill>
              <a:srgbClr val="E2E418">
                <a:alpha val="100000"/>
              </a:srgbClr>
            </a:solidFill>
            <a:prstDash val="solid"/>
          </a:ln>
        </p:spPr>
      </p:sp>
      <p:sp>
        <p:nvSpPr>
          <p:cNvPr id="3671" name="LigandSeek2_vs_LigandSeek1_path_9185">
            <a:extLst>
              <a:ext uri="{FF2B5EF4-FFF2-40B4-BE49-F238E27FC236}">
                <a16:creationId xmlns:a16="http://schemas.microsoft.com/office/drawing/2014/main" id="{490E16A3-41D7-4A21-9E85-29647F52D438}"/>
              </a:ext>
            </a:extLst>
          </p:cNvPr>
          <p:cNvSpPr>
            <a:spLocks noGrp="1"/>
          </p:cNvSpPr>
          <p:nvPr/>
        </p:nvSpPr>
        <p:spPr>
          <a:xfrm>
            <a:off x="2517372" y="440424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FE318">
              <a:alpha val="100000"/>
            </a:srgbClr>
          </a:solidFill>
          <a:ln w="2540">
            <a:solidFill>
              <a:srgbClr val="DFE318">
                <a:alpha val="100000"/>
              </a:srgbClr>
            </a:solidFill>
            <a:prstDash val="solid"/>
          </a:ln>
        </p:spPr>
      </p:sp>
      <p:sp>
        <p:nvSpPr>
          <p:cNvPr id="3672" name="LigandSeek2_vs_LigandSeek1_path_9186">
            <a:extLst>
              <a:ext uri="{FF2B5EF4-FFF2-40B4-BE49-F238E27FC236}">
                <a16:creationId xmlns:a16="http://schemas.microsoft.com/office/drawing/2014/main" id="{F0D4AAD2-83D7-4C63-8D9B-C9068B3BB37A}"/>
              </a:ext>
            </a:extLst>
          </p:cNvPr>
          <p:cNvSpPr>
            <a:spLocks noGrp="1"/>
          </p:cNvSpPr>
          <p:nvPr/>
        </p:nvSpPr>
        <p:spPr>
          <a:xfrm>
            <a:off x="2517372" y="439702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DE318">
              <a:alpha val="100000"/>
            </a:srgbClr>
          </a:solidFill>
          <a:ln w="2540">
            <a:solidFill>
              <a:srgbClr val="DDE318">
                <a:alpha val="100000"/>
              </a:srgbClr>
            </a:solidFill>
            <a:prstDash val="solid"/>
          </a:ln>
        </p:spPr>
      </p:sp>
      <p:sp>
        <p:nvSpPr>
          <p:cNvPr id="3673" name="LigandSeek2_vs_LigandSeek1_path_9187">
            <a:extLst>
              <a:ext uri="{FF2B5EF4-FFF2-40B4-BE49-F238E27FC236}">
                <a16:creationId xmlns:a16="http://schemas.microsoft.com/office/drawing/2014/main" id="{7EB70468-B656-489B-972B-712AFDBA76DA}"/>
              </a:ext>
            </a:extLst>
          </p:cNvPr>
          <p:cNvSpPr>
            <a:spLocks noGrp="1"/>
          </p:cNvSpPr>
          <p:nvPr/>
        </p:nvSpPr>
        <p:spPr>
          <a:xfrm>
            <a:off x="2517372" y="438980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AE319">
              <a:alpha val="100000"/>
            </a:srgbClr>
          </a:solidFill>
          <a:ln w="2540">
            <a:solidFill>
              <a:srgbClr val="DAE319">
                <a:alpha val="100000"/>
              </a:srgbClr>
            </a:solidFill>
            <a:prstDash val="solid"/>
          </a:ln>
        </p:spPr>
      </p:sp>
      <p:sp>
        <p:nvSpPr>
          <p:cNvPr id="3674" name="LigandSeek2_vs_LigandSeek1_path_9188">
            <a:extLst>
              <a:ext uri="{FF2B5EF4-FFF2-40B4-BE49-F238E27FC236}">
                <a16:creationId xmlns:a16="http://schemas.microsoft.com/office/drawing/2014/main" id="{7085ACCF-DED7-4F32-BC36-37AE03F6BF6E}"/>
              </a:ext>
            </a:extLst>
          </p:cNvPr>
          <p:cNvSpPr>
            <a:spLocks noGrp="1"/>
          </p:cNvSpPr>
          <p:nvPr/>
        </p:nvSpPr>
        <p:spPr>
          <a:xfrm>
            <a:off x="2517372" y="438258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8E219">
              <a:alpha val="100000"/>
            </a:srgbClr>
          </a:solidFill>
          <a:ln w="2540">
            <a:solidFill>
              <a:srgbClr val="D8E219">
                <a:alpha val="100000"/>
              </a:srgbClr>
            </a:solidFill>
            <a:prstDash val="solid"/>
          </a:ln>
        </p:spPr>
      </p:sp>
      <p:sp>
        <p:nvSpPr>
          <p:cNvPr id="3675" name="LigandSeek2_vs_LigandSeek1_path_9189">
            <a:extLst>
              <a:ext uri="{FF2B5EF4-FFF2-40B4-BE49-F238E27FC236}">
                <a16:creationId xmlns:a16="http://schemas.microsoft.com/office/drawing/2014/main" id="{D69113EA-8F24-4EEC-A909-A01B016FB97B}"/>
              </a:ext>
            </a:extLst>
          </p:cNvPr>
          <p:cNvSpPr>
            <a:spLocks noGrp="1"/>
          </p:cNvSpPr>
          <p:nvPr/>
        </p:nvSpPr>
        <p:spPr>
          <a:xfrm>
            <a:off x="2517372" y="437536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5E21A">
              <a:alpha val="100000"/>
            </a:srgbClr>
          </a:solidFill>
          <a:ln w="2540">
            <a:solidFill>
              <a:srgbClr val="D5E21A">
                <a:alpha val="100000"/>
              </a:srgbClr>
            </a:solidFill>
            <a:prstDash val="solid"/>
          </a:ln>
        </p:spPr>
      </p:sp>
      <p:sp>
        <p:nvSpPr>
          <p:cNvPr id="3676" name="LigandSeek2_vs_LigandSeek1_path_9190">
            <a:extLst>
              <a:ext uri="{FF2B5EF4-FFF2-40B4-BE49-F238E27FC236}">
                <a16:creationId xmlns:a16="http://schemas.microsoft.com/office/drawing/2014/main" id="{2EF775B1-682D-41F8-9F60-EEA93051B023}"/>
              </a:ext>
            </a:extLst>
          </p:cNvPr>
          <p:cNvSpPr>
            <a:spLocks noGrp="1"/>
          </p:cNvSpPr>
          <p:nvPr/>
        </p:nvSpPr>
        <p:spPr>
          <a:xfrm>
            <a:off x="2517372" y="436814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2E21B">
              <a:alpha val="100000"/>
            </a:srgbClr>
          </a:solidFill>
          <a:ln w="2540">
            <a:solidFill>
              <a:srgbClr val="D2E21B">
                <a:alpha val="100000"/>
              </a:srgbClr>
            </a:solidFill>
            <a:prstDash val="solid"/>
          </a:ln>
        </p:spPr>
      </p:sp>
      <p:sp>
        <p:nvSpPr>
          <p:cNvPr id="3677" name="LigandSeek2_vs_LigandSeek1_path_9191">
            <a:extLst>
              <a:ext uri="{FF2B5EF4-FFF2-40B4-BE49-F238E27FC236}">
                <a16:creationId xmlns:a16="http://schemas.microsoft.com/office/drawing/2014/main" id="{371D2F7B-F788-4F65-A86A-69F336729BEF}"/>
              </a:ext>
            </a:extLst>
          </p:cNvPr>
          <p:cNvSpPr>
            <a:spLocks noGrp="1"/>
          </p:cNvSpPr>
          <p:nvPr/>
        </p:nvSpPr>
        <p:spPr>
          <a:xfrm>
            <a:off x="2517372" y="436092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0E11C">
              <a:alpha val="100000"/>
            </a:srgbClr>
          </a:solidFill>
          <a:ln w="2540">
            <a:solidFill>
              <a:srgbClr val="D0E11C">
                <a:alpha val="100000"/>
              </a:srgbClr>
            </a:solidFill>
            <a:prstDash val="solid"/>
          </a:ln>
        </p:spPr>
      </p:sp>
      <p:sp>
        <p:nvSpPr>
          <p:cNvPr id="3678" name="LigandSeek2_vs_LigandSeek1_path_9192">
            <a:extLst>
              <a:ext uri="{FF2B5EF4-FFF2-40B4-BE49-F238E27FC236}">
                <a16:creationId xmlns:a16="http://schemas.microsoft.com/office/drawing/2014/main" id="{0E849001-606B-4903-84E9-87E20BA0F0E6}"/>
              </a:ext>
            </a:extLst>
          </p:cNvPr>
          <p:cNvSpPr>
            <a:spLocks noGrp="1"/>
          </p:cNvSpPr>
          <p:nvPr/>
        </p:nvSpPr>
        <p:spPr>
          <a:xfrm>
            <a:off x="2517372" y="435370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DE11D">
              <a:alpha val="100000"/>
            </a:srgbClr>
          </a:solidFill>
          <a:ln w="2540">
            <a:solidFill>
              <a:srgbClr val="CDE11D">
                <a:alpha val="100000"/>
              </a:srgbClr>
            </a:solidFill>
            <a:prstDash val="solid"/>
          </a:ln>
        </p:spPr>
      </p:sp>
      <p:sp>
        <p:nvSpPr>
          <p:cNvPr id="3679" name="LigandSeek2_vs_LigandSeek1_path_9193">
            <a:extLst>
              <a:ext uri="{FF2B5EF4-FFF2-40B4-BE49-F238E27FC236}">
                <a16:creationId xmlns:a16="http://schemas.microsoft.com/office/drawing/2014/main" id="{45A42294-F6A8-41C7-9A5A-924B1D592681}"/>
              </a:ext>
            </a:extLst>
          </p:cNvPr>
          <p:cNvSpPr>
            <a:spLocks noGrp="1"/>
          </p:cNvSpPr>
          <p:nvPr/>
        </p:nvSpPr>
        <p:spPr>
          <a:xfrm>
            <a:off x="2517372" y="434648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AE11F">
              <a:alpha val="100000"/>
            </a:srgbClr>
          </a:solidFill>
          <a:ln w="2540">
            <a:solidFill>
              <a:srgbClr val="CAE11F">
                <a:alpha val="100000"/>
              </a:srgbClr>
            </a:solidFill>
            <a:prstDash val="solid"/>
          </a:ln>
        </p:spPr>
      </p:sp>
      <p:sp>
        <p:nvSpPr>
          <p:cNvPr id="3680" name="LigandSeek2_vs_LigandSeek1_path_9194">
            <a:extLst>
              <a:ext uri="{FF2B5EF4-FFF2-40B4-BE49-F238E27FC236}">
                <a16:creationId xmlns:a16="http://schemas.microsoft.com/office/drawing/2014/main" id="{EDD3DA84-BE56-4DD2-928F-2EA0C58CF79B}"/>
              </a:ext>
            </a:extLst>
          </p:cNvPr>
          <p:cNvSpPr>
            <a:spLocks noGrp="1"/>
          </p:cNvSpPr>
          <p:nvPr/>
        </p:nvSpPr>
        <p:spPr>
          <a:xfrm>
            <a:off x="2517372" y="433926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8E020">
              <a:alpha val="100000"/>
            </a:srgbClr>
          </a:solidFill>
          <a:ln w="2540">
            <a:solidFill>
              <a:srgbClr val="C8E020">
                <a:alpha val="100000"/>
              </a:srgbClr>
            </a:solidFill>
            <a:prstDash val="solid"/>
          </a:ln>
        </p:spPr>
      </p:sp>
      <p:sp>
        <p:nvSpPr>
          <p:cNvPr id="3681" name="LigandSeek2_vs_LigandSeek1_path_9195">
            <a:extLst>
              <a:ext uri="{FF2B5EF4-FFF2-40B4-BE49-F238E27FC236}">
                <a16:creationId xmlns:a16="http://schemas.microsoft.com/office/drawing/2014/main" id="{316E22FF-23EB-4CD4-88F2-0C50B2362274}"/>
              </a:ext>
            </a:extLst>
          </p:cNvPr>
          <p:cNvSpPr>
            <a:spLocks noGrp="1"/>
          </p:cNvSpPr>
          <p:nvPr/>
        </p:nvSpPr>
        <p:spPr>
          <a:xfrm>
            <a:off x="2517372" y="433204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5E021">
              <a:alpha val="100000"/>
            </a:srgbClr>
          </a:solidFill>
          <a:ln w="2540">
            <a:solidFill>
              <a:srgbClr val="C5E021">
                <a:alpha val="100000"/>
              </a:srgbClr>
            </a:solidFill>
            <a:prstDash val="solid"/>
          </a:ln>
        </p:spPr>
      </p:sp>
      <p:sp>
        <p:nvSpPr>
          <p:cNvPr id="3682" name="LigandSeek2_vs_LigandSeek1_path_9196">
            <a:extLst>
              <a:ext uri="{FF2B5EF4-FFF2-40B4-BE49-F238E27FC236}">
                <a16:creationId xmlns:a16="http://schemas.microsoft.com/office/drawing/2014/main" id="{5D557438-D579-4715-A878-F0CEE51E1309}"/>
              </a:ext>
            </a:extLst>
          </p:cNvPr>
          <p:cNvSpPr>
            <a:spLocks noGrp="1"/>
          </p:cNvSpPr>
          <p:nvPr/>
        </p:nvSpPr>
        <p:spPr>
          <a:xfrm>
            <a:off x="2517372" y="432482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2DF23">
              <a:alpha val="100000"/>
            </a:srgbClr>
          </a:solidFill>
          <a:ln w="2540">
            <a:solidFill>
              <a:srgbClr val="C2DF23">
                <a:alpha val="100000"/>
              </a:srgbClr>
            </a:solidFill>
            <a:prstDash val="solid"/>
          </a:ln>
        </p:spPr>
      </p:sp>
      <p:sp>
        <p:nvSpPr>
          <p:cNvPr id="3683" name="LigandSeek2_vs_LigandSeek1_path_9197">
            <a:extLst>
              <a:ext uri="{FF2B5EF4-FFF2-40B4-BE49-F238E27FC236}">
                <a16:creationId xmlns:a16="http://schemas.microsoft.com/office/drawing/2014/main" id="{C66142A5-7070-4958-845A-1DF2AEFD27C6}"/>
              </a:ext>
            </a:extLst>
          </p:cNvPr>
          <p:cNvSpPr>
            <a:spLocks noGrp="1"/>
          </p:cNvSpPr>
          <p:nvPr/>
        </p:nvSpPr>
        <p:spPr>
          <a:xfrm>
            <a:off x="2517372" y="431760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0DF25">
              <a:alpha val="100000"/>
            </a:srgbClr>
          </a:solidFill>
          <a:ln w="2540">
            <a:solidFill>
              <a:srgbClr val="C0DF25">
                <a:alpha val="100000"/>
              </a:srgbClr>
            </a:solidFill>
            <a:prstDash val="solid"/>
          </a:ln>
        </p:spPr>
      </p:sp>
      <p:sp>
        <p:nvSpPr>
          <p:cNvPr id="3684" name="LigandSeek2_vs_LigandSeek1_path_9198">
            <a:extLst>
              <a:ext uri="{FF2B5EF4-FFF2-40B4-BE49-F238E27FC236}">
                <a16:creationId xmlns:a16="http://schemas.microsoft.com/office/drawing/2014/main" id="{B81A7521-93C3-4D57-B97A-6306419FA75C}"/>
              </a:ext>
            </a:extLst>
          </p:cNvPr>
          <p:cNvSpPr>
            <a:spLocks noGrp="1"/>
          </p:cNvSpPr>
          <p:nvPr/>
        </p:nvSpPr>
        <p:spPr>
          <a:xfrm>
            <a:off x="2517372" y="431038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DDF26">
              <a:alpha val="100000"/>
            </a:srgbClr>
          </a:solidFill>
          <a:ln w="2540">
            <a:solidFill>
              <a:srgbClr val="BDDF26">
                <a:alpha val="100000"/>
              </a:srgbClr>
            </a:solidFill>
            <a:prstDash val="solid"/>
          </a:ln>
        </p:spPr>
      </p:sp>
      <p:sp>
        <p:nvSpPr>
          <p:cNvPr id="3685" name="LigandSeek2_vs_LigandSeek1_path_9199">
            <a:extLst>
              <a:ext uri="{FF2B5EF4-FFF2-40B4-BE49-F238E27FC236}">
                <a16:creationId xmlns:a16="http://schemas.microsoft.com/office/drawing/2014/main" id="{EF85984E-09A9-4228-A8B9-B3A180446483}"/>
              </a:ext>
            </a:extLst>
          </p:cNvPr>
          <p:cNvSpPr>
            <a:spLocks noGrp="1"/>
          </p:cNvSpPr>
          <p:nvPr/>
        </p:nvSpPr>
        <p:spPr>
          <a:xfrm>
            <a:off x="2517372" y="430315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ADE28">
              <a:alpha val="100000"/>
            </a:srgbClr>
          </a:solidFill>
          <a:ln w="2540">
            <a:solidFill>
              <a:srgbClr val="BADE28">
                <a:alpha val="100000"/>
              </a:srgbClr>
            </a:solidFill>
            <a:prstDash val="solid"/>
          </a:ln>
        </p:spPr>
      </p:sp>
      <p:sp>
        <p:nvSpPr>
          <p:cNvPr id="3686" name="LigandSeek2_vs_LigandSeek1_path_9200">
            <a:extLst>
              <a:ext uri="{FF2B5EF4-FFF2-40B4-BE49-F238E27FC236}">
                <a16:creationId xmlns:a16="http://schemas.microsoft.com/office/drawing/2014/main" id="{BED4933D-00D9-4BB5-A534-337464413656}"/>
              </a:ext>
            </a:extLst>
          </p:cNvPr>
          <p:cNvSpPr>
            <a:spLocks noGrp="1"/>
          </p:cNvSpPr>
          <p:nvPr/>
        </p:nvSpPr>
        <p:spPr>
          <a:xfrm>
            <a:off x="2517372" y="429593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8DE29">
              <a:alpha val="100000"/>
            </a:srgbClr>
          </a:solidFill>
          <a:ln w="2540">
            <a:solidFill>
              <a:srgbClr val="B8DE29">
                <a:alpha val="100000"/>
              </a:srgbClr>
            </a:solidFill>
            <a:prstDash val="solid"/>
          </a:ln>
        </p:spPr>
      </p:sp>
      <p:sp>
        <p:nvSpPr>
          <p:cNvPr id="3687" name="LigandSeek2_vs_LigandSeek1_path_9201">
            <a:extLst>
              <a:ext uri="{FF2B5EF4-FFF2-40B4-BE49-F238E27FC236}">
                <a16:creationId xmlns:a16="http://schemas.microsoft.com/office/drawing/2014/main" id="{25FFEE28-6130-43CA-8AEF-A07600AC4394}"/>
              </a:ext>
            </a:extLst>
          </p:cNvPr>
          <p:cNvSpPr>
            <a:spLocks noGrp="1"/>
          </p:cNvSpPr>
          <p:nvPr/>
        </p:nvSpPr>
        <p:spPr>
          <a:xfrm>
            <a:off x="2517372" y="428871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5DE2B">
              <a:alpha val="100000"/>
            </a:srgbClr>
          </a:solidFill>
          <a:ln w="2540">
            <a:solidFill>
              <a:srgbClr val="B5DE2B">
                <a:alpha val="100000"/>
              </a:srgbClr>
            </a:solidFill>
            <a:prstDash val="solid"/>
          </a:ln>
        </p:spPr>
      </p:sp>
      <p:sp>
        <p:nvSpPr>
          <p:cNvPr id="3688" name="LigandSeek2_vs_LigandSeek1_path_9202">
            <a:extLst>
              <a:ext uri="{FF2B5EF4-FFF2-40B4-BE49-F238E27FC236}">
                <a16:creationId xmlns:a16="http://schemas.microsoft.com/office/drawing/2014/main" id="{A81FD030-17A6-43B2-B6CA-D4E42B527D57}"/>
              </a:ext>
            </a:extLst>
          </p:cNvPr>
          <p:cNvSpPr>
            <a:spLocks noGrp="1"/>
          </p:cNvSpPr>
          <p:nvPr/>
        </p:nvSpPr>
        <p:spPr>
          <a:xfrm>
            <a:off x="2517372" y="428149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2DD2D">
              <a:alpha val="100000"/>
            </a:srgbClr>
          </a:solidFill>
          <a:ln w="2540">
            <a:solidFill>
              <a:srgbClr val="B2DD2D">
                <a:alpha val="100000"/>
              </a:srgbClr>
            </a:solidFill>
            <a:prstDash val="solid"/>
          </a:ln>
        </p:spPr>
      </p:sp>
      <p:sp>
        <p:nvSpPr>
          <p:cNvPr id="3689" name="LigandSeek2_vs_LigandSeek1_path_9203">
            <a:extLst>
              <a:ext uri="{FF2B5EF4-FFF2-40B4-BE49-F238E27FC236}">
                <a16:creationId xmlns:a16="http://schemas.microsoft.com/office/drawing/2014/main" id="{5605B62E-708C-47B9-80C3-9148A2314424}"/>
              </a:ext>
            </a:extLst>
          </p:cNvPr>
          <p:cNvSpPr>
            <a:spLocks noGrp="1"/>
          </p:cNvSpPr>
          <p:nvPr/>
        </p:nvSpPr>
        <p:spPr>
          <a:xfrm>
            <a:off x="2517372" y="427427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0DD2F">
              <a:alpha val="100000"/>
            </a:srgbClr>
          </a:solidFill>
          <a:ln w="2540">
            <a:solidFill>
              <a:srgbClr val="B0DD2F">
                <a:alpha val="100000"/>
              </a:srgbClr>
            </a:solidFill>
            <a:prstDash val="solid"/>
          </a:ln>
        </p:spPr>
      </p:sp>
      <p:sp>
        <p:nvSpPr>
          <p:cNvPr id="3690" name="LigandSeek2_vs_LigandSeek1_path_9204">
            <a:extLst>
              <a:ext uri="{FF2B5EF4-FFF2-40B4-BE49-F238E27FC236}">
                <a16:creationId xmlns:a16="http://schemas.microsoft.com/office/drawing/2014/main" id="{05E06CEF-710D-4203-AA38-2B3E1290F6CA}"/>
              </a:ext>
            </a:extLst>
          </p:cNvPr>
          <p:cNvSpPr>
            <a:spLocks noGrp="1"/>
          </p:cNvSpPr>
          <p:nvPr/>
        </p:nvSpPr>
        <p:spPr>
          <a:xfrm>
            <a:off x="2517372" y="426705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DDC30">
              <a:alpha val="100000"/>
            </a:srgbClr>
          </a:solidFill>
          <a:ln w="2540">
            <a:solidFill>
              <a:srgbClr val="ADDC30">
                <a:alpha val="100000"/>
              </a:srgbClr>
            </a:solidFill>
            <a:prstDash val="solid"/>
          </a:ln>
        </p:spPr>
      </p:sp>
      <p:sp>
        <p:nvSpPr>
          <p:cNvPr id="3691" name="LigandSeek2_vs_LigandSeek1_path_9205">
            <a:extLst>
              <a:ext uri="{FF2B5EF4-FFF2-40B4-BE49-F238E27FC236}">
                <a16:creationId xmlns:a16="http://schemas.microsoft.com/office/drawing/2014/main" id="{F5838FB0-75DE-434F-8E61-BF254BD35FF3}"/>
              </a:ext>
            </a:extLst>
          </p:cNvPr>
          <p:cNvSpPr>
            <a:spLocks noGrp="1"/>
          </p:cNvSpPr>
          <p:nvPr/>
        </p:nvSpPr>
        <p:spPr>
          <a:xfrm>
            <a:off x="2517372" y="425983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ADC32">
              <a:alpha val="100000"/>
            </a:srgbClr>
          </a:solidFill>
          <a:ln w="2540">
            <a:solidFill>
              <a:srgbClr val="AADC32">
                <a:alpha val="100000"/>
              </a:srgbClr>
            </a:solidFill>
            <a:prstDash val="solid"/>
          </a:ln>
        </p:spPr>
      </p:sp>
      <p:sp>
        <p:nvSpPr>
          <p:cNvPr id="3692" name="LigandSeek2_vs_LigandSeek1_path_9206">
            <a:extLst>
              <a:ext uri="{FF2B5EF4-FFF2-40B4-BE49-F238E27FC236}">
                <a16:creationId xmlns:a16="http://schemas.microsoft.com/office/drawing/2014/main" id="{0B3292B6-8977-4D2F-B33D-93A03E265893}"/>
              </a:ext>
            </a:extLst>
          </p:cNvPr>
          <p:cNvSpPr>
            <a:spLocks noGrp="1"/>
          </p:cNvSpPr>
          <p:nvPr/>
        </p:nvSpPr>
        <p:spPr>
          <a:xfrm>
            <a:off x="2517372" y="425261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8DB34">
              <a:alpha val="100000"/>
            </a:srgbClr>
          </a:solidFill>
          <a:ln w="2540">
            <a:solidFill>
              <a:srgbClr val="A8DB34">
                <a:alpha val="100000"/>
              </a:srgbClr>
            </a:solidFill>
            <a:prstDash val="solid"/>
          </a:ln>
        </p:spPr>
      </p:sp>
      <p:sp>
        <p:nvSpPr>
          <p:cNvPr id="3693" name="LigandSeek2_vs_LigandSeek1_path_9207">
            <a:extLst>
              <a:ext uri="{FF2B5EF4-FFF2-40B4-BE49-F238E27FC236}">
                <a16:creationId xmlns:a16="http://schemas.microsoft.com/office/drawing/2014/main" id="{8D237BEA-1700-4176-8413-0FF8C5E5D270}"/>
              </a:ext>
            </a:extLst>
          </p:cNvPr>
          <p:cNvSpPr>
            <a:spLocks noGrp="1"/>
          </p:cNvSpPr>
          <p:nvPr/>
        </p:nvSpPr>
        <p:spPr>
          <a:xfrm>
            <a:off x="2517372" y="424539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5DB36">
              <a:alpha val="100000"/>
            </a:srgbClr>
          </a:solidFill>
          <a:ln w="2540">
            <a:solidFill>
              <a:srgbClr val="A5DB36">
                <a:alpha val="100000"/>
              </a:srgbClr>
            </a:solidFill>
            <a:prstDash val="solid"/>
          </a:ln>
        </p:spPr>
      </p:sp>
      <p:sp>
        <p:nvSpPr>
          <p:cNvPr id="3694" name="LigandSeek2_vs_LigandSeek1_path_9208">
            <a:extLst>
              <a:ext uri="{FF2B5EF4-FFF2-40B4-BE49-F238E27FC236}">
                <a16:creationId xmlns:a16="http://schemas.microsoft.com/office/drawing/2014/main" id="{C96F0402-0E3F-44CD-9EBB-1788883DBBE4}"/>
              </a:ext>
            </a:extLst>
          </p:cNvPr>
          <p:cNvSpPr>
            <a:spLocks noGrp="1"/>
          </p:cNvSpPr>
          <p:nvPr/>
        </p:nvSpPr>
        <p:spPr>
          <a:xfrm>
            <a:off x="2517372" y="423817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2DA37">
              <a:alpha val="100000"/>
            </a:srgbClr>
          </a:solidFill>
          <a:ln w="2540">
            <a:solidFill>
              <a:srgbClr val="A2DA37">
                <a:alpha val="100000"/>
              </a:srgbClr>
            </a:solidFill>
            <a:prstDash val="solid"/>
          </a:ln>
        </p:spPr>
      </p:sp>
      <p:sp>
        <p:nvSpPr>
          <p:cNvPr id="3695" name="LigandSeek2_vs_LigandSeek1_path_9209">
            <a:extLst>
              <a:ext uri="{FF2B5EF4-FFF2-40B4-BE49-F238E27FC236}">
                <a16:creationId xmlns:a16="http://schemas.microsoft.com/office/drawing/2014/main" id="{C9C41560-9644-4165-9AA5-CCDBB8C710FC}"/>
              </a:ext>
            </a:extLst>
          </p:cNvPr>
          <p:cNvSpPr>
            <a:spLocks noGrp="1"/>
          </p:cNvSpPr>
          <p:nvPr/>
        </p:nvSpPr>
        <p:spPr>
          <a:xfrm>
            <a:off x="2517372" y="423095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0DA39">
              <a:alpha val="100000"/>
            </a:srgbClr>
          </a:solidFill>
          <a:ln w="2540">
            <a:solidFill>
              <a:srgbClr val="A0DA39">
                <a:alpha val="100000"/>
              </a:srgbClr>
            </a:solidFill>
            <a:prstDash val="solid"/>
          </a:ln>
        </p:spPr>
      </p:sp>
      <p:sp>
        <p:nvSpPr>
          <p:cNvPr id="3696" name="LigandSeek2_vs_LigandSeek1_path_9210">
            <a:extLst>
              <a:ext uri="{FF2B5EF4-FFF2-40B4-BE49-F238E27FC236}">
                <a16:creationId xmlns:a16="http://schemas.microsoft.com/office/drawing/2014/main" id="{E1BF7340-C06E-4DF9-8DA4-A2BA92D6B0EF}"/>
              </a:ext>
            </a:extLst>
          </p:cNvPr>
          <p:cNvSpPr>
            <a:spLocks noGrp="1"/>
          </p:cNvSpPr>
          <p:nvPr/>
        </p:nvSpPr>
        <p:spPr>
          <a:xfrm>
            <a:off x="2517372" y="422373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DD93B">
              <a:alpha val="100000"/>
            </a:srgbClr>
          </a:solidFill>
          <a:ln w="2540">
            <a:solidFill>
              <a:srgbClr val="9DD93B">
                <a:alpha val="100000"/>
              </a:srgbClr>
            </a:solidFill>
            <a:prstDash val="solid"/>
          </a:ln>
        </p:spPr>
      </p:sp>
      <p:sp>
        <p:nvSpPr>
          <p:cNvPr id="3697" name="LigandSeek2_vs_LigandSeek1_path_9211">
            <a:extLst>
              <a:ext uri="{FF2B5EF4-FFF2-40B4-BE49-F238E27FC236}">
                <a16:creationId xmlns:a16="http://schemas.microsoft.com/office/drawing/2014/main" id="{F965AA72-86B2-441C-A7B3-8933D1204CE9}"/>
              </a:ext>
            </a:extLst>
          </p:cNvPr>
          <p:cNvSpPr>
            <a:spLocks noGrp="1"/>
          </p:cNvSpPr>
          <p:nvPr/>
        </p:nvSpPr>
        <p:spPr>
          <a:xfrm>
            <a:off x="2517372" y="421651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BD93C">
              <a:alpha val="100000"/>
            </a:srgbClr>
          </a:solidFill>
          <a:ln w="2540">
            <a:solidFill>
              <a:srgbClr val="9BD93C">
                <a:alpha val="100000"/>
              </a:srgbClr>
            </a:solidFill>
            <a:prstDash val="solid"/>
          </a:ln>
        </p:spPr>
      </p:sp>
      <p:sp>
        <p:nvSpPr>
          <p:cNvPr id="3698" name="LigandSeek2_vs_LigandSeek1_path_9212">
            <a:extLst>
              <a:ext uri="{FF2B5EF4-FFF2-40B4-BE49-F238E27FC236}">
                <a16:creationId xmlns:a16="http://schemas.microsoft.com/office/drawing/2014/main" id="{87979F74-2B5B-405C-AFBE-CDA47133EC7B}"/>
              </a:ext>
            </a:extLst>
          </p:cNvPr>
          <p:cNvSpPr>
            <a:spLocks noGrp="1"/>
          </p:cNvSpPr>
          <p:nvPr/>
        </p:nvSpPr>
        <p:spPr>
          <a:xfrm>
            <a:off x="2517372" y="420929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8D83E">
              <a:alpha val="100000"/>
            </a:srgbClr>
          </a:solidFill>
          <a:ln w="2540">
            <a:solidFill>
              <a:srgbClr val="98D83E">
                <a:alpha val="100000"/>
              </a:srgbClr>
            </a:solidFill>
            <a:prstDash val="solid"/>
          </a:ln>
        </p:spPr>
      </p:sp>
      <p:sp>
        <p:nvSpPr>
          <p:cNvPr id="3699" name="LigandSeek2_vs_LigandSeek1_path_9213">
            <a:extLst>
              <a:ext uri="{FF2B5EF4-FFF2-40B4-BE49-F238E27FC236}">
                <a16:creationId xmlns:a16="http://schemas.microsoft.com/office/drawing/2014/main" id="{29C272A5-99E5-49EA-B81C-05128703A16F}"/>
              </a:ext>
            </a:extLst>
          </p:cNvPr>
          <p:cNvSpPr>
            <a:spLocks noGrp="1"/>
          </p:cNvSpPr>
          <p:nvPr/>
        </p:nvSpPr>
        <p:spPr>
          <a:xfrm>
            <a:off x="2517372" y="420207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5D840">
              <a:alpha val="100000"/>
            </a:srgbClr>
          </a:solidFill>
          <a:ln w="2540">
            <a:solidFill>
              <a:srgbClr val="95D840">
                <a:alpha val="100000"/>
              </a:srgbClr>
            </a:solidFill>
            <a:prstDash val="solid"/>
          </a:ln>
        </p:spPr>
      </p:sp>
      <p:sp>
        <p:nvSpPr>
          <p:cNvPr id="3700" name="LigandSeek2_vs_LigandSeek1_path_9214">
            <a:extLst>
              <a:ext uri="{FF2B5EF4-FFF2-40B4-BE49-F238E27FC236}">
                <a16:creationId xmlns:a16="http://schemas.microsoft.com/office/drawing/2014/main" id="{50C7655C-EB5B-48BA-8209-E76964536904}"/>
              </a:ext>
            </a:extLst>
          </p:cNvPr>
          <p:cNvSpPr>
            <a:spLocks noGrp="1"/>
          </p:cNvSpPr>
          <p:nvPr/>
        </p:nvSpPr>
        <p:spPr>
          <a:xfrm>
            <a:off x="2517372" y="419485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3D741">
              <a:alpha val="100000"/>
            </a:srgbClr>
          </a:solidFill>
          <a:ln w="2540">
            <a:solidFill>
              <a:srgbClr val="93D741">
                <a:alpha val="100000"/>
              </a:srgbClr>
            </a:solidFill>
            <a:prstDash val="solid"/>
          </a:ln>
        </p:spPr>
      </p:sp>
      <p:sp>
        <p:nvSpPr>
          <p:cNvPr id="3701" name="LigandSeek2_vs_LigandSeek1_path_9215">
            <a:extLst>
              <a:ext uri="{FF2B5EF4-FFF2-40B4-BE49-F238E27FC236}">
                <a16:creationId xmlns:a16="http://schemas.microsoft.com/office/drawing/2014/main" id="{B8F40AD7-0410-48E4-AAC5-0FE44E46DFFA}"/>
              </a:ext>
            </a:extLst>
          </p:cNvPr>
          <p:cNvSpPr>
            <a:spLocks noGrp="1"/>
          </p:cNvSpPr>
          <p:nvPr/>
        </p:nvSpPr>
        <p:spPr>
          <a:xfrm>
            <a:off x="2517372" y="418763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0D743">
              <a:alpha val="100000"/>
            </a:srgbClr>
          </a:solidFill>
          <a:ln w="2540">
            <a:solidFill>
              <a:srgbClr val="90D743">
                <a:alpha val="100000"/>
              </a:srgbClr>
            </a:solidFill>
            <a:prstDash val="solid"/>
          </a:ln>
        </p:spPr>
      </p:sp>
      <p:sp>
        <p:nvSpPr>
          <p:cNvPr id="3702" name="LigandSeek2_vs_LigandSeek1_path_9216">
            <a:extLst>
              <a:ext uri="{FF2B5EF4-FFF2-40B4-BE49-F238E27FC236}">
                <a16:creationId xmlns:a16="http://schemas.microsoft.com/office/drawing/2014/main" id="{41A582E2-5D5B-4DEA-BA52-C452C5E2C8C6}"/>
              </a:ext>
            </a:extLst>
          </p:cNvPr>
          <p:cNvSpPr>
            <a:spLocks noGrp="1"/>
          </p:cNvSpPr>
          <p:nvPr/>
        </p:nvSpPr>
        <p:spPr>
          <a:xfrm>
            <a:off x="2517372" y="418041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ED645">
              <a:alpha val="100000"/>
            </a:srgbClr>
          </a:solidFill>
          <a:ln w="2540">
            <a:solidFill>
              <a:srgbClr val="8ED645">
                <a:alpha val="100000"/>
              </a:srgbClr>
            </a:solidFill>
            <a:prstDash val="solid"/>
          </a:ln>
        </p:spPr>
      </p:sp>
      <p:sp>
        <p:nvSpPr>
          <p:cNvPr id="3703" name="LigandSeek2_vs_LigandSeek1_path_9217">
            <a:extLst>
              <a:ext uri="{FF2B5EF4-FFF2-40B4-BE49-F238E27FC236}">
                <a16:creationId xmlns:a16="http://schemas.microsoft.com/office/drawing/2014/main" id="{67332510-6D50-4105-83CA-C6F78E37D8BD}"/>
              </a:ext>
            </a:extLst>
          </p:cNvPr>
          <p:cNvSpPr>
            <a:spLocks noGrp="1"/>
          </p:cNvSpPr>
          <p:nvPr/>
        </p:nvSpPr>
        <p:spPr>
          <a:xfrm>
            <a:off x="2517372" y="417319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BD646">
              <a:alpha val="100000"/>
            </a:srgbClr>
          </a:solidFill>
          <a:ln w="2540">
            <a:solidFill>
              <a:srgbClr val="8BD646">
                <a:alpha val="100000"/>
              </a:srgbClr>
            </a:solidFill>
            <a:prstDash val="solid"/>
          </a:ln>
        </p:spPr>
      </p:sp>
      <p:sp>
        <p:nvSpPr>
          <p:cNvPr id="3704" name="LigandSeek2_vs_LigandSeek1_path_9218">
            <a:extLst>
              <a:ext uri="{FF2B5EF4-FFF2-40B4-BE49-F238E27FC236}">
                <a16:creationId xmlns:a16="http://schemas.microsoft.com/office/drawing/2014/main" id="{5580A85A-4B56-4F17-8AD8-608D123CBA97}"/>
              </a:ext>
            </a:extLst>
          </p:cNvPr>
          <p:cNvSpPr>
            <a:spLocks noGrp="1"/>
          </p:cNvSpPr>
          <p:nvPr/>
        </p:nvSpPr>
        <p:spPr>
          <a:xfrm>
            <a:off x="2517372" y="416597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9D548">
              <a:alpha val="100000"/>
            </a:srgbClr>
          </a:solidFill>
          <a:ln w="2540">
            <a:solidFill>
              <a:srgbClr val="89D548">
                <a:alpha val="100000"/>
              </a:srgbClr>
            </a:solidFill>
            <a:prstDash val="solid"/>
          </a:ln>
        </p:spPr>
      </p:sp>
      <p:sp>
        <p:nvSpPr>
          <p:cNvPr id="3705" name="LigandSeek2_vs_LigandSeek1_path_9219">
            <a:extLst>
              <a:ext uri="{FF2B5EF4-FFF2-40B4-BE49-F238E27FC236}">
                <a16:creationId xmlns:a16="http://schemas.microsoft.com/office/drawing/2014/main" id="{19FDA7A8-0CF1-4F19-B429-87C0B8CEA3CC}"/>
              </a:ext>
            </a:extLst>
          </p:cNvPr>
          <p:cNvSpPr>
            <a:spLocks noGrp="1"/>
          </p:cNvSpPr>
          <p:nvPr/>
        </p:nvSpPr>
        <p:spPr>
          <a:xfrm>
            <a:off x="2517372" y="415875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6D549">
              <a:alpha val="100000"/>
            </a:srgbClr>
          </a:solidFill>
          <a:ln w="2540">
            <a:solidFill>
              <a:srgbClr val="86D549">
                <a:alpha val="100000"/>
              </a:srgbClr>
            </a:solidFill>
            <a:prstDash val="solid"/>
          </a:ln>
        </p:spPr>
      </p:sp>
      <p:sp>
        <p:nvSpPr>
          <p:cNvPr id="3706" name="LigandSeek2_vs_LigandSeek1_path_9220">
            <a:extLst>
              <a:ext uri="{FF2B5EF4-FFF2-40B4-BE49-F238E27FC236}">
                <a16:creationId xmlns:a16="http://schemas.microsoft.com/office/drawing/2014/main" id="{0F0156E9-F311-468D-86BD-4E13D1833007}"/>
              </a:ext>
            </a:extLst>
          </p:cNvPr>
          <p:cNvSpPr>
            <a:spLocks noGrp="1"/>
          </p:cNvSpPr>
          <p:nvPr/>
        </p:nvSpPr>
        <p:spPr>
          <a:xfrm>
            <a:off x="2517372" y="415153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4D44B">
              <a:alpha val="100000"/>
            </a:srgbClr>
          </a:solidFill>
          <a:ln w="2540">
            <a:solidFill>
              <a:srgbClr val="84D44B">
                <a:alpha val="100000"/>
              </a:srgbClr>
            </a:solidFill>
            <a:prstDash val="solid"/>
          </a:ln>
        </p:spPr>
      </p:sp>
      <p:sp>
        <p:nvSpPr>
          <p:cNvPr id="3707" name="LigandSeek2_vs_LigandSeek1_path_9221">
            <a:extLst>
              <a:ext uri="{FF2B5EF4-FFF2-40B4-BE49-F238E27FC236}">
                <a16:creationId xmlns:a16="http://schemas.microsoft.com/office/drawing/2014/main" id="{08363BD4-0DED-4A7B-93FF-649C2A7CE5A9}"/>
              </a:ext>
            </a:extLst>
          </p:cNvPr>
          <p:cNvSpPr>
            <a:spLocks noGrp="1"/>
          </p:cNvSpPr>
          <p:nvPr/>
        </p:nvSpPr>
        <p:spPr>
          <a:xfrm>
            <a:off x="2517372" y="414431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1D34D">
              <a:alpha val="100000"/>
            </a:srgbClr>
          </a:solidFill>
          <a:ln w="2540">
            <a:solidFill>
              <a:srgbClr val="81D34D">
                <a:alpha val="100000"/>
              </a:srgbClr>
            </a:solidFill>
            <a:prstDash val="solid"/>
          </a:ln>
        </p:spPr>
      </p:sp>
      <p:sp>
        <p:nvSpPr>
          <p:cNvPr id="3708" name="LigandSeek2_vs_LigandSeek1_path_9222">
            <a:extLst>
              <a:ext uri="{FF2B5EF4-FFF2-40B4-BE49-F238E27FC236}">
                <a16:creationId xmlns:a16="http://schemas.microsoft.com/office/drawing/2014/main" id="{73E94E1A-E281-4580-8451-7FCE1D09EBE0}"/>
              </a:ext>
            </a:extLst>
          </p:cNvPr>
          <p:cNvSpPr>
            <a:spLocks noGrp="1"/>
          </p:cNvSpPr>
          <p:nvPr/>
        </p:nvSpPr>
        <p:spPr>
          <a:xfrm>
            <a:off x="2517372" y="41370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FD34E">
              <a:alpha val="100000"/>
            </a:srgbClr>
          </a:solidFill>
          <a:ln w="2540">
            <a:solidFill>
              <a:srgbClr val="7FD34E">
                <a:alpha val="100000"/>
              </a:srgbClr>
            </a:solidFill>
            <a:prstDash val="solid"/>
          </a:ln>
        </p:spPr>
      </p:sp>
      <p:sp>
        <p:nvSpPr>
          <p:cNvPr id="3709" name="LigandSeek2_vs_LigandSeek1_path_9223">
            <a:extLst>
              <a:ext uri="{FF2B5EF4-FFF2-40B4-BE49-F238E27FC236}">
                <a16:creationId xmlns:a16="http://schemas.microsoft.com/office/drawing/2014/main" id="{C6F33ED8-64F4-48B1-BEFA-B9B9AE467F03}"/>
              </a:ext>
            </a:extLst>
          </p:cNvPr>
          <p:cNvSpPr>
            <a:spLocks noGrp="1"/>
          </p:cNvSpPr>
          <p:nvPr/>
        </p:nvSpPr>
        <p:spPr>
          <a:xfrm>
            <a:off x="2517372" y="412987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CD250">
              <a:alpha val="100000"/>
            </a:srgbClr>
          </a:solidFill>
          <a:ln w="2540">
            <a:solidFill>
              <a:srgbClr val="7CD250">
                <a:alpha val="100000"/>
              </a:srgbClr>
            </a:solidFill>
            <a:prstDash val="solid"/>
          </a:ln>
        </p:spPr>
      </p:sp>
      <p:sp>
        <p:nvSpPr>
          <p:cNvPr id="3710" name="LigandSeek2_vs_LigandSeek1_path_9224">
            <a:extLst>
              <a:ext uri="{FF2B5EF4-FFF2-40B4-BE49-F238E27FC236}">
                <a16:creationId xmlns:a16="http://schemas.microsoft.com/office/drawing/2014/main" id="{52403391-2925-425F-80C9-CB859049BE2C}"/>
              </a:ext>
            </a:extLst>
          </p:cNvPr>
          <p:cNvSpPr>
            <a:spLocks noGrp="1"/>
          </p:cNvSpPr>
          <p:nvPr/>
        </p:nvSpPr>
        <p:spPr>
          <a:xfrm>
            <a:off x="2517372" y="412265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AD151">
              <a:alpha val="100000"/>
            </a:srgbClr>
          </a:solidFill>
          <a:ln w="2540">
            <a:solidFill>
              <a:srgbClr val="7AD151">
                <a:alpha val="100000"/>
              </a:srgbClr>
            </a:solidFill>
            <a:prstDash val="solid"/>
          </a:ln>
        </p:spPr>
      </p:sp>
      <p:sp>
        <p:nvSpPr>
          <p:cNvPr id="3711" name="LigandSeek2_vs_LigandSeek1_path_9225">
            <a:extLst>
              <a:ext uri="{FF2B5EF4-FFF2-40B4-BE49-F238E27FC236}">
                <a16:creationId xmlns:a16="http://schemas.microsoft.com/office/drawing/2014/main" id="{6BAB6B07-3F75-4F66-83C4-7EFA13B09002}"/>
              </a:ext>
            </a:extLst>
          </p:cNvPr>
          <p:cNvSpPr>
            <a:spLocks noGrp="1"/>
          </p:cNvSpPr>
          <p:nvPr/>
        </p:nvSpPr>
        <p:spPr>
          <a:xfrm>
            <a:off x="2517372" y="411542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7D153">
              <a:alpha val="100000"/>
            </a:srgbClr>
          </a:solidFill>
          <a:ln w="2540">
            <a:solidFill>
              <a:srgbClr val="77D153">
                <a:alpha val="100000"/>
              </a:srgbClr>
            </a:solidFill>
            <a:prstDash val="solid"/>
          </a:ln>
        </p:spPr>
      </p:sp>
      <p:sp>
        <p:nvSpPr>
          <p:cNvPr id="3712" name="LigandSeek2_vs_LigandSeek1_path_9226">
            <a:extLst>
              <a:ext uri="{FF2B5EF4-FFF2-40B4-BE49-F238E27FC236}">
                <a16:creationId xmlns:a16="http://schemas.microsoft.com/office/drawing/2014/main" id="{6140EA4B-571C-49C2-87A6-056712CEA641}"/>
              </a:ext>
            </a:extLst>
          </p:cNvPr>
          <p:cNvSpPr>
            <a:spLocks noGrp="1"/>
          </p:cNvSpPr>
          <p:nvPr/>
        </p:nvSpPr>
        <p:spPr>
          <a:xfrm>
            <a:off x="2517372" y="410820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5D054">
              <a:alpha val="100000"/>
            </a:srgbClr>
          </a:solidFill>
          <a:ln w="2540">
            <a:solidFill>
              <a:srgbClr val="75D054">
                <a:alpha val="100000"/>
              </a:srgbClr>
            </a:solidFill>
            <a:prstDash val="solid"/>
          </a:ln>
        </p:spPr>
      </p:sp>
      <p:sp>
        <p:nvSpPr>
          <p:cNvPr id="3713" name="LigandSeek2_vs_LigandSeek1_path_9227">
            <a:extLst>
              <a:ext uri="{FF2B5EF4-FFF2-40B4-BE49-F238E27FC236}">
                <a16:creationId xmlns:a16="http://schemas.microsoft.com/office/drawing/2014/main" id="{B9E882B0-BD89-47E6-864B-6119B1286738}"/>
              </a:ext>
            </a:extLst>
          </p:cNvPr>
          <p:cNvSpPr>
            <a:spLocks noGrp="1"/>
          </p:cNvSpPr>
          <p:nvPr/>
        </p:nvSpPr>
        <p:spPr>
          <a:xfrm>
            <a:off x="2517372" y="410098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3D056">
              <a:alpha val="100000"/>
            </a:srgbClr>
          </a:solidFill>
          <a:ln w="2540">
            <a:solidFill>
              <a:srgbClr val="73D056">
                <a:alpha val="100000"/>
              </a:srgbClr>
            </a:solidFill>
            <a:prstDash val="solid"/>
          </a:ln>
        </p:spPr>
      </p:sp>
      <p:sp>
        <p:nvSpPr>
          <p:cNvPr id="3714" name="LigandSeek2_vs_LigandSeek1_path_9228">
            <a:extLst>
              <a:ext uri="{FF2B5EF4-FFF2-40B4-BE49-F238E27FC236}">
                <a16:creationId xmlns:a16="http://schemas.microsoft.com/office/drawing/2014/main" id="{0D764D3F-91C0-4C43-9EAB-C1DC06E1102B}"/>
              </a:ext>
            </a:extLst>
          </p:cNvPr>
          <p:cNvSpPr>
            <a:spLocks noGrp="1"/>
          </p:cNvSpPr>
          <p:nvPr/>
        </p:nvSpPr>
        <p:spPr>
          <a:xfrm>
            <a:off x="2517372" y="409376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0CF57">
              <a:alpha val="100000"/>
            </a:srgbClr>
          </a:solidFill>
          <a:ln w="2540">
            <a:solidFill>
              <a:srgbClr val="70CF57">
                <a:alpha val="100000"/>
              </a:srgbClr>
            </a:solidFill>
            <a:prstDash val="solid"/>
          </a:ln>
        </p:spPr>
      </p:sp>
      <p:sp>
        <p:nvSpPr>
          <p:cNvPr id="3715" name="LigandSeek2_vs_LigandSeek1_path_9229">
            <a:extLst>
              <a:ext uri="{FF2B5EF4-FFF2-40B4-BE49-F238E27FC236}">
                <a16:creationId xmlns:a16="http://schemas.microsoft.com/office/drawing/2014/main" id="{32E0688E-111C-4A28-93FD-ADF24D53C41B}"/>
              </a:ext>
            </a:extLst>
          </p:cNvPr>
          <p:cNvSpPr>
            <a:spLocks noGrp="1"/>
          </p:cNvSpPr>
          <p:nvPr/>
        </p:nvSpPr>
        <p:spPr>
          <a:xfrm>
            <a:off x="2517372" y="408654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ECE58">
              <a:alpha val="100000"/>
            </a:srgbClr>
          </a:solidFill>
          <a:ln w="2540">
            <a:solidFill>
              <a:srgbClr val="6ECE58">
                <a:alpha val="100000"/>
              </a:srgbClr>
            </a:solidFill>
            <a:prstDash val="solid"/>
          </a:ln>
        </p:spPr>
      </p:sp>
      <p:sp>
        <p:nvSpPr>
          <p:cNvPr id="3716" name="LigandSeek2_vs_LigandSeek1_path_9230">
            <a:extLst>
              <a:ext uri="{FF2B5EF4-FFF2-40B4-BE49-F238E27FC236}">
                <a16:creationId xmlns:a16="http://schemas.microsoft.com/office/drawing/2014/main" id="{F0B5A10E-0B1E-4BF5-9DED-1A672B676255}"/>
              </a:ext>
            </a:extLst>
          </p:cNvPr>
          <p:cNvSpPr>
            <a:spLocks noGrp="1"/>
          </p:cNvSpPr>
          <p:nvPr/>
        </p:nvSpPr>
        <p:spPr>
          <a:xfrm>
            <a:off x="2517372" y="407932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CCD5A">
              <a:alpha val="100000"/>
            </a:srgbClr>
          </a:solidFill>
          <a:ln w="2540">
            <a:solidFill>
              <a:srgbClr val="6CCD5A">
                <a:alpha val="100000"/>
              </a:srgbClr>
            </a:solidFill>
            <a:prstDash val="solid"/>
          </a:ln>
        </p:spPr>
      </p:sp>
      <p:sp>
        <p:nvSpPr>
          <p:cNvPr id="3717" name="LigandSeek2_vs_LigandSeek1_path_9231">
            <a:extLst>
              <a:ext uri="{FF2B5EF4-FFF2-40B4-BE49-F238E27FC236}">
                <a16:creationId xmlns:a16="http://schemas.microsoft.com/office/drawing/2014/main" id="{F34A6601-43BD-4DB7-836F-0DB3496E0942}"/>
              </a:ext>
            </a:extLst>
          </p:cNvPr>
          <p:cNvSpPr>
            <a:spLocks noGrp="1"/>
          </p:cNvSpPr>
          <p:nvPr/>
        </p:nvSpPr>
        <p:spPr>
          <a:xfrm>
            <a:off x="2517372" y="407210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9CD5B">
              <a:alpha val="100000"/>
            </a:srgbClr>
          </a:solidFill>
          <a:ln w="2540">
            <a:solidFill>
              <a:srgbClr val="69CD5B">
                <a:alpha val="100000"/>
              </a:srgbClr>
            </a:solidFill>
            <a:prstDash val="solid"/>
          </a:ln>
        </p:spPr>
      </p:sp>
      <p:sp>
        <p:nvSpPr>
          <p:cNvPr id="3718" name="LigandSeek2_vs_LigandSeek1_path_9232">
            <a:extLst>
              <a:ext uri="{FF2B5EF4-FFF2-40B4-BE49-F238E27FC236}">
                <a16:creationId xmlns:a16="http://schemas.microsoft.com/office/drawing/2014/main" id="{8992608A-A264-48DC-AB7B-92B2F4AE0732}"/>
              </a:ext>
            </a:extLst>
          </p:cNvPr>
          <p:cNvSpPr>
            <a:spLocks noGrp="1"/>
          </p:cNvSpPr>
          <p:nvPr/>
        </p:nvSpPr>
        <p:spPr>
          <a:xfrm>
            <a:off x="2517372" y="406488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7CC5C">
              <a:alpha val="100000"/>
            </a:srgbClr>
          </a:solidFill>
          <a:ln w="2540">
            <a:solidFill>
              <a:srgbClr val="67CC5C">
                <a:alpha val="100000"/>
              </a:srgbClr>
            </a:solidFill>
            <a:prstDash val="solid"/>
          </a:ln>
        </p:spPr>
      </p:sp>
      <p:sp>
        <p:nvSpPr>
          <p:cNvPr id="3719" name="LigandSeek2_vs_LigandSeek1_path_9233">
            <a:extLst>
              <a:ext uri="{FF2B5EF4-FFF2-40B4-BE49-F238E27FC236}">
                <a16:creationId xmlns:a16="http://schemas.microsoft.com/office/drawing/2014/main" id="{F7560CFB-F7E9-460B-B598-F8E6ED082BC1}"/>
              </a:ext>
            </a:extLst>
          </p:cNvPr>
          <p:cNvSpPr>
            <a:spLocks noGrp="1"/>
          </p:cNvSpPr>
          <p:nvPr/>
        </p:nvSpPr>
        <p:spPr>
          <a:xfrm>
            <a:off x="2517372" y="405766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5CB5E">
              <a:alpha val="100000"/>
            </a:srgbClr>
          </a:solidFill>
          <a:ln w="2540">
            <a:solidFill>
              <a:srgbClr val="65CB5E">
                <a:alpha val="100000"/>
              </a:srgbClr>
            </a:solidFill>
            <a:prstDash val="solid"/>
          </a:ln>
        </p:spPr>
      </p:sp>
      <p:sp>
        <p:nvSpPr>
          <p:cNvPr id="3720" name="LigandSeek2_vs_LigandSeek1_path_9234">
            <a:extLst>
              <a:ext uri="{FF2B5EF4-FFF2-40B4-BE49-F238E27FC236}">
                <a16:creationId xmlns:a16="http://schemas.microsoft.com/office/drawing/2014/main" id="{716228A0-CD58-4BB4-A0E2-7215D9AD2490}"/>
              </a:ext>
            </a:extLst>
          </p:cNvPr>
          <p:cNvSpPr>
            <a:spLocks noGrp="1"/>
          </p:cNvSpPr>
          <p:nvPr/>
        </p:nvSpPr>
        <p:spPr>
          <a:xfrm>
            <a:off x="2517372" y="405044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3CB5F">
              <a:alpha val="100000"/>
            </a:srgbClr>
          </a:solidFill>
          <a:ln w="2540">
            <a:solidFill>
              <a:srgbClr val="63CB5F">
                <a:alpha val="100000"/>
              </a:srgbClr>
            </a:solidFill>
            <a:prstDash val="solid"/>
          </a:ln>
        </p:spPr>
      </p:sp>
      <p:sp>
        <p:nvSpPr>
          <p:cNvPr id="3721" name="LigandSeek2_vs_LigandSeek1_path_9235">
            <a:extLst>
              <a:ext uri="{FF2B5EF4-FFF2-40B4-BE49-F238E27FC236}">
                <a16:creationId xmlns:a16="http://schemas.microsoft.com/office/drawing/2014/main" id="{B1D6D4D4-638A-4D4C-9CD7-C69642B7B811}"/>
              </a:ext>
            </a:extLst>
          </p:cNvPr>
          <p:cNvSpPr>
            <a:spLocks noGrp="1"/>
          </p:cNvSpPr>
          <p:nvPr/>
        </p:nvSpPr>
        <p:spPr>
          <a:xfrm>
            <a:off x="2517372" y="404322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0CA60">
              <a:alpha val="100000"/>
            </a:srgbClr>
          </a:solidFill>
          <a:ln w="2540">
            <a:solidFill>
              <a:srgbClr val="60CA60">
                <a:alpha val="100000"/>
              </a:srgbClr>
            </a:solidFill>
            <a:prstDash val="solid"/>
          </a:ln>
        </p:spPr>
      </p:sp>
      <p:sp>
        <p:nvSpPr>
          <p:cNvPr id="3722" name="LigandSeek2_vs_LigandSeek1_path_9236">
            <a:extLst>
              <a:ext uri="{FF2B5EF4-FFF2-40B4-BE49-F238E27FC236}">
                <a16:creationId xmlns:a16="http://schemas.microsoft.com/office/drawing/2014/main" id="{3F2DE49A-94B5-4831-85EE-FAF5AD37F6D3}"/>
              </a:ext>
            </a:extLst>
          </p:cNvPr>
          <p:cNvSpPr>
            <a:spLocks noGrp="1"/>
          </p:cNvSpPr>
          <p:nvPr/>
        </p:nvSpPr>
        <p:spPr>
          <a:xfrm>
            <a:off x="2517372" y="403600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EC962">
              <a:alpha val="100000"/>
            </a:srgbClr>
          </a:solidFill>
          <a:ln w="2540">
            <a:solidFill>
              <a:srgbClr val="5EC962">
                <a:alpha val="100000"/>
              </a:srgbClr>
            </a:solidFill>
            <a:prstDash val="solid"/>
          </a:ln>
        </p:spPr>
      </p:sp>
      <p:sp>
        <p:nvSpPr>
          <p:cNvPr id="3723" name="LigandSeek2_vs_LigandSeek1_path_9237">
            <a:extLst>
              <a:ext uri="{FF2B5EF4-FFF2-40B4-BE49-F238E27FC236}">
                <a16:creationId xmlns:a16="http://schemas.microsoft.com/office/drawing/2014/main" id="{D76F572C-C7FE-4BD2-8BED-C2A9C44FE671}"/>
              </a:ext>
            </a:extLst>
          </p:cNvPr>
          <p:cNvSpPr>
            <a:spLocks noGrp="1"/>
          </p:cNvSpPr>
          <p:nvPr/>
        </p:nvSpPr>
        <p:spPr>
          <a:xfrm>
            <a:off x="2517372" y="402878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CC863">
              <a:alpha val="100000"/>
            </a:srgbClr>
          </a:solidFill>
          <a:ln w="2540">
            <a:solidFill>
              <a:srgbClr val="5CC863">
                <a:alpha val="100000"/>
              </a:srgbClr>
            </a:solidFill>
            <a:prstDash val="solid"/>
          </a:ln>
        </p:spPr>
      </p:sp>
      <p:sp>
        <p:nvSpPr>
          <p:cNvPr id="3724" name="LigandSeek2_vs_LigandSeek1_path_9238">
            <a:extLst>
              <a:ext uri="{FF2B5EF4-FFF2-40B4-BE49-F238E27FC236}">
                <a16:creationId xmlns:a16="http://schemas.microsoft.com/office/drawing/2014/main" id="{38A9B58F-5E56-416A-9B93-9D8E9F2DE098}"/>
              </a:ext>
            </a:extLst>
          </p:cNvPr>
          <p:cNvSpPr>
            <a:spLocks noGrp="1"/>
          </p:cNvSpPr>
          <p:nvPr/>
        </p:nvSpPr>
        <p:spPr>
          <a:xfrm>
            <a:off x="2517372" y="402156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AC864">
              <a:alpha val="100000"/>
            </a:srgbClr>
          </a:solidFill>
          <a:ln w="2540">
            <a:solidFill>
              <a:srgbClr val="5AC864">
                <a:alpha val="100000"/>
              </a:srgbClr>
            </a:solidFill>
            <a:prstDash val="solid"/>
          </a:ln>
        </p:spPr>
      </p:sp>
      <p:sp>
        <p:nvSpPr>
          <p:cNvPr id="3725" name="LigandSeek2_vs_LigandSeek1_path_9239">
            <a:extLst>
              <a:ext uri="{FF2B5EF4-FFF2-40B4-BE49-F238E27FC236}">
                <a16:creationId xmlns:a16="http://schemas.microsoft.com/office/drawing/2014/main" id="{8E325AA8-61BB-4B8C-B258-242BC16F9540}"/>
              </a:ext>
            </a:extLst>
          </p:cNvPr>
          <p:cNvSpPr>
            <a:spLocks noGrp="1"/>
          </p:cNvSpPr>
          <p:nvPr/>
        </p:nvSpPr>
        <p:spPr>
          <a:xfrm>
            <a:off x="2517372" y="401434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8C765">
              <a:alpha val="100000"/>
            </a:srgbClr>
          </a:solidFill>
          <a:ln w="2540">
            <a:solidFill>
              <a:srgbClr val="58C765">
                <a:alpha val="100000"/>
              </a:srgbClr>
            </a:solidFill>
            <a:prstDash val="solid"/>
          </a:ln>
        </p:spPr>
      </p:sp>
      <p:sp>
        <p:nvSpPr>
          <p:cNvPr id="3726" name="LigandSeek2_vs_LigandSeek1_path_9240">
            <a:extLst>
              <a:ext uri="{FF2B5EF4-FFF2-40B4-BE49-F238E27FC236}">
                <a16:creationId xmlns:a16="http://schemas.microsoft.com/office/drawing/2014/main" id="{2997BD6E-52DD-409B-88CA-12C718C41858}"/>
              </a:ext>
            </a:extLst>
          </p:cNvPr>
          <p:cNvSpPr>
            <a:spLocks noGrp="1"/>
          </p:cNvSpPr>
          <p:nvPr/>
        </p:nvSpPr>
        <p:spPr>
          <a:xfrm>
            <a:off x="2517372" y="400712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6C667">
              <a:alpha val="100000"/>
            </a:srgbClr>
          </a:solidFill>
          <a:ln w="2540">
            <a:solidFill>
              <a:srgbClr val="56C667">
                <a:alpha val="100000"/>
              </a:srgbClr>
            </a:solidFill>
            <a:prstDash val="solid"/>
          </a:ln>
        </p:spPr>
      </p:sp>
      <p:sp>
        <p:nvSpPr>
          <p:cNvPr id="3727" name="LigandSeek2_vs_LigandSeek1_path_9241">
            <a:extLst>
              <a:ext uri="{FF2B5EF4-FFF2-40B4-BE49-F238E27FC236}">
                <a16:creationId xmlns:a16="http://schemas.microsoft.com/office/drawing/2014/main" id="{391B91A4-EC10-4CFB-9DE5-069C4389E2F4}"/>
              </a:ext>
            </a:extLst>
          </p:cNvPr>
          <p:cNvSpPr>
            <a:spLocks noGrp="1"/>
          </p:cNvSpPr>
          <p:nvPr/>
        </p:nvSpPr>
        <p:spPr>
          <a:xfrm>
            <a:off x="2517372" y="399990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4C568">
              <a:alpha val="100000"/>
            </a:srgbClr>
          </a:solidFill>
          <a:ln w="2540">
            <a:solidFill>
              <a:srgbClr val="54C568">
                <a:alpha val="100000"/>
              </a:srgbClr>
            </a:solidFill>
            <a:prstDash val="solid"/>
          </a:ln>
        </p:spPr>
      </p:sp>
      <p:sp>
        <p:nvSpPr>
          <p:cNvPr id="3728" name="LigandSeek2_vs_LigandSeek1_path_9242">
            <a:extLst>
              <a:ext uri="{FF2B5EF4-FFF2-40B4-BE49-F238E27FC236}">
                <a16:creationId xmlns:a16="http://schemas.microsoft.com/office/drawing/2014/main" id="{7C551432-19C8-44D7-B288-D475F2D0781A}"/>
              </a:ext>
            </a:extLst>
          </p:cNvPr>
          <p:cNvSpPr>
            <a:spLocks noGrp="1"/>
          </p:cNvSpPr>
          <p:nvPr/>
        </p:nvSpPr>
        <p:spPr>
          <a:xfrm>
            <a:off x="2517372" y="399268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2C569">
              <a:alpha val="100000"/>
            </a:srgbClr>
          </a:solidFill>
          <a:ln w="2540">
            <a:solidFill>
              <a:srgbClr val="52C569">
                <a:alpha val="100000"/>
              </a:srgbClr>
            </a:solidFill>
            <a:prstDash val="solid"/>
          </a:ln>
        </p:spPr>
      </p:sp>
      <p:sp>
        <p:nvSpPr>
          <p:cNvPr id="3729" name="LigandSeek2_vs_LigandSeek1_path_9243">
            <a:extLst>
              <a:ext uri="{FF2B5EF4-FFF2-40B4-BE49-F238E27FC236}">
                <a16:creationId xmlns:a16="http://schemas.microsoft.com/office/drawing/2014/main" id="{C466CA41-D00E-4E4C-A191-A4FB35A01880}"/>
              </a:ext>
            </a:extLst>
          </p:cNvPr>
          <p:cNvSpPr>
            <a:spLocks noGrp="1"/>
          </p:cNvSpPr>
          <p:nvPr/>
        </p:nvSpPr>
        <p:spPr>
          <a:xfrm>
            <a:off x="2517372" y="398546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0C46A">
              <a:alpha val="100000"/>
            </a:srgbClr>
          </a:solidFill>
          <a:ln w="2540">
            <a:solidFill>
              <a:srgbClr val="50C46A">
                <a:alpha val="100000"/>
              </a:srgbClr>
            </a:solidFill>
            <a:prstDash val="solid"/>
          </a:ln>
        </p:spPr>
      </p:sp>
      <p:sp>
        <p:nvSpPr>
          <p:cNvPr id="3730" name="LigandSeek2_vs_LigandSeek1_path_9244">
            <a:extLst>
              <a:ext uri="{FF2B5EF4-FFF2-40B4-BE49-F238E27FC236}">
                <a16:creationId xmlns:a16="http://schemas.microsoft.com/office/drawing/2014/main" id="{2B7DE4ED-0E34-4BE0-A5E4-83B435D413DC}"/>
              </a:ext>
            </a:extLst>
          </p:cNvPr>
          <p:cNvSpPr>
            <a:spLocks noGrp="1"/>
          </p:cNvSpPr>
          <p:nvPr/>
        </p:nvSpPr>
        <p:spPr>
          <a:xfrm>
            <a:off x="2517372" y="397824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EC36B">
              <a:alpha val="100000"/>
            </a:srgbClr>
          </a:solidFill>
          <a:ln w="2540">
            <a:solidFill>
              <a:srgbClr val="4EC36B">
                <a:alpha val="100000"/>
              </a:srgbClr>
            </a:solidFill>
            <a:prstDash val="solid"/>
          </a:ln>
        </p:spPr>
      </p:sp>
      <p:sp>
        <p:nvSpPr>
          <p:cNvPr id="3731" name="LigandSeek2_vs_LigandSeek1_path_9245">
            <a:extLst>
              <a:ext uri="{FF2B5EF4-FFF2-40B4-BE49-F238E27FC236}">
                <a16:creationId xmlns:a16="http://schemas.microsoft.com/office/drawing/2014/main" id="{17D1BA7A-955D-4E4E-B42C-B360508E8BC7}"/>
              </a:ext>
            </a:extLst>
          </p:cNvPr>
          <p:cNvSpPr>
            <a:spLocks noGrp="1"/>
          </p:cNvSpPr>
          <p:nvPr/>
        </p:nvSpPr>
        <p:spPr>
          <a:xfrm>
            <a:off x="2517372" y="397102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CC26C">
              <a:alpha val="100000"/>
            </a:srgbClr>
          </a:solidFill>
          <a:ln w="2540">
            <a:solidFill>
              <a:srgbClr val="4CC26C">
                <a:alpha val="100000"/>
              </a:srgbClr>
            </a:solidFill>
            <a:prstDash val="solid"/>
          </a:ln>
        </p:spPr>
      </p:sp>
      <p:sp>
        <p:nvSpPr>
          <p:cNvPr id="3732" name="LigandSeek2_vs_LigandSeek1_path_9246">
            <a:extLst>
              <a:ext uri="{FF2B5EF4-FFF2-40B4-BE49-F238E27FC236}">
                <a16:creationId xmlns:a16="http://schemas.microsoft.com/office/drawing/2014/main" id="{69948725-7886-4199-8966-4962FC780F80}"/>
              </a:ext>
            </a:extLst>
          </p:cNvPr>
          <p:cNvSpPr>
            <a:spLocks noGrp="1"/>
          </p:cNvSpPr>
          <p:nvPr/>
        </p:nvSpPr>
        <p:spPr>
          <a:xfrm>
            <a:off x="2517372" y="396380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AC16D">
              <a:alpha val="100000"/>
            </a:srgbClr>
          </a:solidFill>
          <a:ln w="2540">
            <a:solidFill>
              <a:srgbClr val="4AC16D">
                <a:alpha val="100000"/>
              </a:srgbClr>
            </a:solidFill>
            <a:prstDash val="solid"/>
          </a:ln>
        </p:spPr>
      </p:sp>
      <p:sp>
        <p:nvSpPr>
          <p:cNvPr id="3733" name="LigandSeek2_vs_LigandSeek1_path_9247">
            <a:extLst>
              <a:ext uri="{FF2B5EF4-FFF2-40B4-BE49-F238E27FC236}">
                <a16:creationId xmlns:a16="http://schemas.microsoft.com/office/drawing/2014/main" id="{F95F1B48-6631-4480-8C7A-597C0B464EAE}"/>
              </a:ext>
            </a:extLst>
          </p:cNvPr>
          <p:cNvSpPr>
            <a:spLocks noGrp="1"/>
          </p:cNvSpPr>
          <p:nvPr/>
        </p:nvSpPr>
        <p:spPr>
          <a:xfrm>
            <a:off x="2517372" y="395658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C16E">
              <a:alpha val="100000"/>
            </a:srgbClr>
          </a:solidFill>
          <a:ln w="2540">
            <a:solidFill>
              <a:srgbClr val="48C16E">
                <a:alpha val="100000"/>
              </a:srgbClr>
            </a:solidFill>
            <a:prstDash val="solid"/>
          </a:ln>
        </p:spPr>
      </p:sp>
      <p:sp>
        <p:nvSpPr>
          <p:cNvPr id="3734" name="LigandSeek2_vs_LigandSeek1_path_9248">
            <a:extLst>
              <a:ext uri="{FF2B5EF4-FFF2-40B4-BE49-F238E27FC236}">
                <a16:creationId xmlns:a16="http://schemas.microsoft.com/office/drawing/2014/main" id="{2FF67DB6-73CA-47A7-B4E1-21A5F357E8BB}"/>
              </a:ext>
            </a:extLst>
          </p:cNvPr>
          <p:cNvSpPr>
            <a:spLocks noGrp="1"/>
          </p:cNvSpPr>
          <p:nvPr/>
        </p:nvSpPr>
        <p:spPr>
          <a:xfrm>
            <a:off x="2517372" y="394936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C06F">
              <a:alpha val="100000"/>
            </a:srgbClr>
          </a:solidFill>
          <a:ln w="2540">
            <a:solidFill>
              <a:srgbClr val="46C06F">
                <a:alpha val="100000"/>
              </a:srgbClr>
            </a:solidFill>
            <a:prstDash val="solid"/>
          </a:ln>
        </p:spPr>
      </p:sp>
      <p:sp>
        <p:nvSpPr>
          <p:cNvPr id="3735" name="LigandSeek2_vs_LigandSeek1_path_9249">
            <a:extLst>
              <a:ext uri="{FF2B5EF4-FFF2-40B4-BE49-F238E27FC236}">
                <a16:creationId xmlns:a16="http://schemas.microsoft.com/office/drawing/2014/main" id="{CF753064-9FC1-437F-A9E6-260937624C9A}"/>
              </a:ext>
            </a:extLst>
          </p:cNvPr>
          <p:cNvSpPr>
            <a:spLocks noGrp="1"/>
          </p:cNvSpPr>
          <p:nvPr/>
        </p:nvSpPr>
        <p:spPr>
          <a:xfrm>
            <a:off x="2517372" y="394214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BF70">
              <a:alpha val="100000"/>
            </a:srgbClr>
          </a:solidFill>
          <a:ln w="2540">
            <a:solidFill>
              <a:srgbClr val="44BF70">
                <a:alpha val="100000"/>
              </a:srgbClr>
            </a:solidFill>
            <a:prstDash val="solid"/>
          </a:ln>
        </p:spPr>
      </p:sp>
      <p:sp>
        <p:nvSpPr>
          <p:cNvPr id="3736" name="LigandSeek2_vs_LigandSeek1_path_9250">
            <a:extLst>
              <a:ext uri="{FF2B5EF4-FFF2-40B4-BE49-F238E27FC236}">
                <a16:creationId xmlns:a16="http://schemas.microsoft.com/office/drawing/2014/main" id="{0905405A-5EBA-46BB-98B1-A2DC0D504928}"/>
              </a:ext>
            </a:extLst>
          </p:cNvPr>
          <p:cNvSpPr>
            <a:spLocks noGrp="1"/>
          </p:cNvSpPr>
          <p:nvPr/>
        </p:nvSpPr>
        <p:spPr>
          <a:xfrm>
            <a:off x="2517372" y="393492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BE71">
              <a:alpha val="100000"/>
            </a:srgbClr>
          </a:solidFill>
          <a:ln w="2540">
            <a:solidFill>
              <a:srgbClr val="42BE71">
                <a:alpha val="100000"/>
              </a:srgbClr>
            </a:solidFill>
            <a:prstDash val="solid"/>
          </a:ln>
        </p:spPr>
      </p:sp>
      <p:sp>
        <p:nvSpPr>
          <p:cNvPr id="3737" name="LigandSeek2_vs_LigandSeek1_path_9251">
            <a:extLst>
              <a:ext uri="{FF2B5EF4-FFF2-40B4-BE49-F238E27FC236}">
                <a16:creationId xmlns:a16="http://schemas.microsoft.com/office/drawing/2014/main" id="{0D842ADB-1419-4F18-85CE-0F3B399DC8B6}"/>
              </a:ext>
            </a:extLst>
          </p:cNvPr>
          <p:cNvSpPr>
            <a:spLocks noGrp="1"/>
          </p:cNvSpPr>
          <p:nvPr/>
        </p:nvSpPr>
        <p:spPr>
          <a:xfrm>
            <a:off x="2517372" y="392769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0BD72">
              <a:alpha val="100000"/>
            </a:srgbClr>
          </a:solidFill>
          <a:ln w="2540">
            <a:solidFill>
              <a:srgbClr val="40BD72">
                <a:alpha val="100000"/>
              </a:srgbClr>
            </a:solidFill>
            <a:prstDash val="solid"/>
          </a:ln>
        </p:spPr>
      </p:sp>
      <p:sp>
        <p:nvSpPr>
          <p:cNvPr id="3738" name="LigandSeek2_vs_LigandSeek1_path_9252">
            <a:extLst>
              <a:ext uri="{FF2B5EF4-FFF2-40B4-BE49-F238E27FC236}">
                <a16:creationId xmlns:a16="http://schemas.microsoft.com/office/drawing/2014/main" id="{D2616C82-E15B-4641-8B6E-10DC6ED56095}"/>
              </a:ext>
            </a:extLst>
          </p:cNvPr>
          <p:cNvSpPr>
            <a:spLocks noGrp="1"/>
          </p:cNvSpPr>
          <p:nvPr/>
        </p:nvSpPr>
        <p:spPr>
          <a:xfrm>
            <a:off x="2517372" y="392047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FBC73">
              <a:alpha val="100000"/>
            </a:srgbClr>
          </a:solidFill>
          <a:ln w="2540">
            <a:solidFill>
              <a:srgbClr val="3FBC73">
                <a:alpha val="100000"/>
              </a:srgbClr>
            </a:solidFill>
            <a:prstDash val="solid"/>
          </a:ln>
        </p:spPr>
      </p:sp>
      <p:sp>
        <p:nvSpPr>
          <p:cNvPr id="3739" name="LigandSeek2_vs_LigandSeek1_path_9253">
            <a:extLst>
              <a:ext uri="{FF2B5EF4-FFF2-40B4-BE49-F238E27FC236}">
                <a16:creationId xmlns:a16="http://schemas.microsoft.com/office/drawing/2014/main" id="{F8A7EC9A-38A6-4AEF-89A4-6C96930F7DF5}"/>
              </a:ext>
            </a:extLst>
          </p:cNvPr>
          <p:cNvSpPr>
            <a:spLocks noGrp="1"/>
          </p:cNvSpPr>
          <p:nvPr/>
        </p:nvSpPr>
        <p:spPr>
          <a:xfrm>
            <a:off x="2517372" y="391325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DBC74">
              <a:alpha val="100000"/>
            </a:srgbClr>
          </a:solidFill>
          <a:ln w="2540">
            <a:solidFill>
              <a:srgbClr val="3DBC74">
                <a:alpha val="100000"/>
              </a:srgbClr>
            </a:solidFill>
            <a:prstDash val="solid"/>
          </a:ln>
        </p:spPr>
      </p:sp>
      <p:sp>
        <p:nvSpPr>
          <p:cNvPr id="3740" name="LigandSeek2_vs_LigandSeek1_path_9254">
            <a:extLst>
              <a:ext uri="{FF2B5EF4-FFF2-40B4-BE49-F238E27FC236}">
                <a16:creationId xmlns:a16="http://schemas.microsoft.com/office/drawing/2014/main" id="{A370D0EE-3715-4371-87E1-5303BD221D5E}"/>
              </a:ext>
            </a:extLst>
          </p:cNvPr>
          <p:cNvSpPr>
            <a:spLocks noGrp="1"/>
          </p:cNvSpPr>
          <p:nvPr/>
        </p:nvSpPr>
        <p:spPr>
          <a:xfrm>
            <a:off x="2517372" y="390603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BBB75">
              <a:alpha val="100000"/>
            </a:srgbClr>
          </a:solidFill>
          <a:ln w="2540">
            <a:solidFill>
              <a:srgbClr val="3BBB75">
                <a:alpha val="100000"/>
              </a:srgbClr>
            </a:solidFill>
            <a:prstDash val="solid"/>
          </a:ln>
        </p:spPr>
      </p:sp>
      <p:sp>
        <p:nvSpPr>
          <p:cNvPr id="3741" name="LigandSeek2_vs_LigandSeek1_path_9255">
            <a:extLst>
              <a:ext uri="{FF2B5EF4-FFF2-40B4-BE49-F238E27FC236}">
                <a16:creationId xmlns:a16="http://schemas.microsoft.com/office/drawing/2014/main" id="{C6AD5321-18F1-4AA1-B864-DC3921811CCD}"/>
              </a:ext>
            </a:extLst>
          </p:cNvPr>
          <p:cNvSpPr>
            <a:spLocks noGrp="1"/>
          </p:cNvSpPr>
          <p:nvPr/>
        </p:nvSpPr>
        <p:spPr>
          <a:xfrm>
            <a:off x="2517372" y="389881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ABA76">
              <a:alpha val="100000"/>
            </a:srgbClr>
          </a:solidFill>
          <a:ln w="2540">
            <a:solidFill>
              <a:srgbClr val="3ABA76">
                <a:alpha val="100000"/>
              </a:srgbClr>
            </a:solidFill>
            <a:prstDash val="solid"/>
          </a:ln>
        </p:spPr>
      </p:sp>
      <p:sp>
        <p:nvSpPr>
          <p:cNvPr id="3742" name="LigandSeek2_vs_LigandSeek1_path_9256">
            <a:extLst>
              <a:ext uri="{FF2B5EF4-FFF2-40B4-BE49-F238E27FC236}">
                <a16:creationId xmlns:a16="http://schemas.microsoft.com/office/drawing/2014/main" id="{60A2966D-8408-412A-961B-8349240E18CC}"/>
              </a:ext>
            </a:extLst>
          </p:cNvPr>
          <p:cNvSpPr>
            <a:spLocks noGrp="1"/>
          </p:cNvSpPr>
          <p:nvPr/>
        </p:nvSpPr>
        <p:spPr>
          <a:xfrm>
            <a:off x="2517372" y="389159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8B977">
              <a:alpha val="100000"/>
            </a:srgbClr>
          </a:solidFill>
          <a:ln w="2540">
            <a:solidFill>
              <a:srgbClr val="38B977">
                <a:alpha val="100000"/>
              </a:srgbClr>
            </a:solidFill>
            <a:prstDash val="solid"/>
          </a:ln>
        </p:spPr>
      </p:sp>
      <p:sp>
        <p:nvSpPr>
          <p:cNvPr id="3743" name="LigandSeek2_vs_LigandSeek1_path_9257">
            <a:extLst>
              <a:ext uri="{FF2B5EF4-FFF2-40B4-BE49-F238E27FC236}">
                <a16:creationId xmlns:a16="http://schemas.microsoft.com/office/drawing/2014/main" id="{1982A7D1-6A26-40D1-A950-64571ECA1BFE}"/>
              </a:ext>
            </a:extLst>
          </p:cNvPr>
          <p:cNvSpPr>
            <a:spLocks noGrp="1"/>
          </p:cNvSpPr>
          <p:nvPr/>
        </p:nvSpPr>
        <p:spPr>
          <a:xfrm>
            <a:off x="2517372" y="388437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7B878">
              <a:alpha val="100000"/>
            </a:srgbClr>
          </a:solidFill>
          <a:ln w="2540">
            <a:solidFill>
              <a:srgbClr val="37B878">
                <a:alpha val="100000"/>
              </a:srgbClr>
            </a:solidFill>
            <a:prstDash val="solid"/>
          </a:ln>
        </p:spPr>
      </p:sp>
      <p:sp>
        <p:nvSpPr>
          <p:cNvPr id="3744" name="LigandSeek2_vs_LigandSeek1_path_9258">
            <a:extLst>
              <a:ext uri="{FF2B5EF4-FFF2-40B4-BE49-F238E27FC236}">
                <a16:creationId xmlns:a16="http://schemas.microsoft.com/office/drawing/2014/main" id="{B3745F96-0130-4B76-8430-36C4A3F7DFF4}"/>
              </a:ext>
            </a:extLst>
          </p:cNvPr>
          <p:cNvSpPr>
            <a:spLocks noGrp="1"/>
          </p:cNvSpPr>
          <p:nvPr/>
        </p:nvSpPr>
        <p:spPr>
          <a:xfrm>
            <a:off x="2517372" y="387715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5B779">
              <a:alpha val="100000"/>
            </a:srgbClr>
          </a:solidFill>
          <a:ln w="2540">
            <a:solidFill>
              <a:srgbClr val="35B779">
                <a:alpha val="100000"/>
              </a:srgbClr>
            </a:solidFill>
            <a:prstDash val="solid"/>
          </a:ln>
        </p:spPr>
      </p:sp>
      <p:sp>
        <p:nvSpPr>
          <p:cNvPr id="3745" name="LigandSeek2_vs_LigandSeek1_path_9259">
            <a:extLst>
              <a:ext uri="{FF2B5EF4-FFF2-40B4-BE49-F238E27FC236}">
                <a16:creationId xmlns:a16="http://schemas.microsoft.com/office/drawing/2014/main" id="{36A6B9B8-77A2-4A5C-BA98-4E5194051F76}"/>
              </a:ext>
            </a:extLst>
          </p:cNvPr>
          <p:cNvSpPr>
            <a:spLocks noGrp="1"/>
          </p:cNvSpPr>
          <p:nvPr/>
        </p:nvSpPr>
        <p:spPr>
          <a:xfrm>
            <a:off x="2517372" y="386993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4B679">
              <a:alpha val="100000"/>
            </a:srgbClr>
          </a:solidFill>
          <a:ln w="2540">
            <a:solidFill>
              <a:srgbClr val="34B679">
                <a:alpha val="100000"/>
              </a:srgbClr>
            </a:solidFill>
            <a:prstDash val="solid"/>
          </a:ln>
        </p:spPr>
      </p:sp>
      <p:sp>
        <p:nvSpPr>
          <p:cNvPr id="3746" name="LigandSeek2_vs_LigandSeek1_path_9260">
            <a:extLst>
              <a:ext uri="{FF2B5EF4-FFF2-40B4-BE49-F238E27FC236}">
                <a16:creationId xmlns:a16="http://schemas.microsoft.com/office/drawing/2014/main" id="{E65F04B1-933B-42F2-BC31-5C0F4E2EE18D}"/>
              </a:ext>
            </a:extLst>
          </p:cNvPr>
          <p:cNvSpPr>
            <a:spLocks noGrp="1"/>
          </p:cNvSpPr>
          <p:nvPr/>
        </p:nvSpPr>
        <p:spPr>
          <a:xfrm>
            <a:off x="2517372" y="386271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2B67A">
              <a:alpha val="100000"/>
            </a:srgbClr>
          </a:solidFill>
          <a:ln w="2540">
            <a:solidFill>
              <a:srgbClr val="32B67A">
                <a:alpha val="100000"/>
              </a:srgbClr>
            </a:solidFill>
            <a:prstDash val="solid"/>
          </a:ln>
        </p:spPr>
      </p:sp>
      <p:sp>
        <p:nvSpPr>
          <p:cNvPr id="3747" name="LigandSeek2_vs_LigandSeek1_path_9261">
            <a:extLst>
              <a:ext uri="{FF2B5EF4-FFF2-40B4-BE49-F238E27FC236}">
                <a16:creationId xmlns:a16="http://schemas.microsoft.com/office/drawing/2014/main" id="{BB40EDAE-3F30-40A7-838E-C0784ACFAAC0}"/>
              </a:ext>
            </a:extLst>
          </p:cNvPr>
          <p:cNvSpPr>
            <a:spLocks noGrp="1"/>
          </p:cNvSpPr>
          <p:nvPr/>
        </p:nvSpPr>
        <p:spPr>
          <a:xfrm>
            <a:off x="2517372" y="385549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B57B">
              <a:alpha val="100000"/>
            </a:srgbClr>
          </a:solidFill>
          <a:ln w="2540">
            <a:solidFill>
              <a:srgbClr val="31B57B">
                <a:alpha val="100000"/>
              </a:srgbClr>
            </a:solidFill>
            <a:prstDash val="solid"/>
          </a:ln>
        </p:spPr>
      </p:sp>
      <p:sp>
        <p:nvSpPr>
          <p:cNvPr id="3748" name="LigandSeek2_vs_LigandSeek1_path_9262">
            <a:extLst>
              <a:ext uri="{FF2B5EF4-FFF2-40B4-BE49-F238E27FC236}">
                <a16:creationId xmlns:a16="http://schemas.microsoft.com/office/drawing/2014/main" id="{05EB0F7E-3459-4DDB-80EE-64BDC2E5D282}"/>
              </a:ext>
            </a:extLst>
          </p:cNvPr>
          <p:cNvSpPr>
            <a:spLocks noGrp="1"/>
          </p:cNvSpPr>
          <p:nvPr/>
        </p:nvSpPr>
        <p:spPr>
          <a:xfrm>
            <a:off x="2517372" y="384827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FB47C">
              <a:alpha val="100000"/>
            </a:srgbClr>
          </a:solidFill>
          <a:ln w="2540">
            <a:solidFill>
              <a:srgbClr val="2FB47C">
                <a:alpha val="100000"/>
              </a:srgbClr>
            </a:solidFill>
            <a:prstDash val="solid"/>
          </a:ln>
        </p:spPr>
      </p:sp>
      <p:sp>
        <p:nvSpPr>
          <p:cNvPr id="3749" name="LigandSeek2_vs_LigandSeek1_path_9263">
            <a:extLst>
              <a:ext uri="{FF2B5EF4-FFF2-40B4-BE49-F238E27FC236}">
                <a16:creationId xmlns:a16="http://schemas.microsoft.com/office/drawing/2014/main" id="{62F284AB-9FB5-4463-9343-BFF25DFB27BD}"/>
              </a:ext>
            </a:extLst>
          </p:cNvPr>
          <p:cNvSpPr>
            <a:spLocks noGrp="1"/>
          </p:cNvSpPr>
          <p:nvPr/>
        </p:nvSpPr>
        <p:spPr>
          <a:xfrm>
            <a:off x="2517372" y="384105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B37C">
              <a:alpha val="100000"/>
            </a:srgbClr>
          </a:solidFill>
          <a:ln w="2540">
            <a:solidFill>
              <a:srgbClr val="2EB37C">
                <a:alpha val="100000"/>
              </a:srgbClr>
            </a:solidFill>
            <a:prstDash val="solid"/>
          </a:ln>
        </p:spPr>
      </p:sp>
      <p:sp>
        <p:nvSpPr>
          <p:cNvPr id="3750" name="LigandSeek2_vs_LigandSeek1_path_9264">
            <a:extLst>
              <a:ext uri="{FF2B5EF4-FFF2-40B4-BE49-F238E27FC236}">
                <a16:creationId xmlns:a16="http://schemas.microsoft.com/office/drawing/2014/main" id="{E19BA48D-7FA4-4211-925D-EE5D4F2A2A30}"/>
              </a:ext>
            </a:extLst>
          </p:cNvPr>
          <p:cNvSpPr>
            <a:spLocks noGrp="1"/>
          </p:cNvSpPr>
          <p:nvPr/>
        </p:nvSpPr>
        <p:spPr>
          <a:xfrm>
            <a:off x="2517372" y="383383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DB27D">
              <a:alpha val="100000"/>
            </a:srgbClr>
          </a:solidFill>
          <a:ln w="2540">
            <a:solidFill>
              <a:srgbClr val="2DB27D">
                <a:alpha val="100000"/>
              </a:srgbClr>
            </a:solidFill>
            <a:prstDash val="solid"/>
          </a:ln>
        </p:spPr>
      </p:sp>
      <p:sp>
        <p:nvSpPr>
          <p:cNvPr id="3751" name="LigandSeek2_vs_LigandSeek1_path_9265">
            <a:extLst>
              <a:ext uri="{FF2B5EF4-FFF2-40B4-BE49-F238E27FC236}">
                <a16:creationId xmlns:a16="http://schemas.microsoft.com/office/drawing/2014/main" id="{11DCE4E0-B669-4C85-9ECE-EAB7AAEC0E09}"/>
              </a:ext>
            </a:extLst>
          </p:cNvPr>
          <p:cNvSpPr>
            <a:spLocks noGrp="1"/>
          </p:cNvSpPr>
          <p:nvPr/>
        </p:nvSpPr>
        <p:spPr>
          <a:xfrm>
            <a:off x="2517372" y="382661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B17E">
              <a:alpha val="100000"/>
            </a:srgbClr>
          </a:solidFill>
          <a:ln w="2540">
            <a:solidFill>
              <a:srgbClr val="2CB17E">
                <a:alpha val="100000"/>
              </a:srgbClr>
            </a:solidFill>
            <a:prstDash val="solid"/>
          </a:ln>
        </p:spPr>
      </p:sp>
      <p:sp>
        <p:nvSpPr>
          <p:cNvPr id="3752" name="LigandSeek2_vs_LigandSeek1_path_9266">
            <a:extLst>
              <a:ext uri="{FF2B5EF4-FFF2-40B4-BE49-F238E27FC236}">
                <a16:creationId xmlns:a16="http://schemas.microsoft.com/office/drawing/2014/main" id="{07C1B51B-E773-43C7-9449-58315479AA85}"/>
              </a:ext>
            </a:extLst>
          </p:cNvPr>
          <p:cNvSpPr>
            <a:spLocks noGrp="1"/>
          </p:cNvSpPr>
          <p:nvPr/>
        </p:nvSpPr>
        <p:spPr>
          <a:xfrm>
            <a:off x="2517372" y="381939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B07F">
              <a:alpha val="100000"/>
            </a:srgbClr>
          </a:solidFill>
          <a:ln w="2540">
            <a:solidFill>
              <a:srgbClr val="2AB07F">
                <a:alpha val="100000"/>
              </a:srgbClr>
            </a:solidFill>
            <a:prstDash val="solid"/>
          </a:ln>
        </p:spPr>
      </p:sp>
      <p:sp>
        <p:nvSpPr>
          <p:cNvPr id="3753" name="LigandSeek2_vs_LigandSeek1_path_9267">
            <a:extLst>
              <a:ext uri="{FF2B5EF4-FFF2-40B4-BE49-F238E27FC236}">
                <a16:creationId xmlns:a16="http://schemas.microsoft.com/office/drawing/2014/main" id="{32F8ACDC-0A8C-45E0-AA95-1B8378928FB9}"/>
              </a:ext>
            </a:extLst>
          </p:cNvPr>
          <p:cNvSpPr>
            <a:spLocks noGrp="1"/>
          </p:cNvSpPr>
          <p:nvPr/>
        </p:nvSpPr>
        <p:spPr>
          <a:xfrm>
            <a:off x="2517372" y="381217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AF7F">
              <a:alpha val="100000"/>
            </a:srgbClr>
          </a:solidFill>
          <a:ln w="2540">
            <a:solidFill>
              <a:srgbClr val="29AF7F">
                <a:alpha val="100000"/>
              </a:srgbClr>
            </a:solidFill>
            <a:prstDash val="solid"/>
          </a:ln>
        </p:spPr>
      </p:sp>
      <p:sp>
        <p:nvSpPr>
          <p:cNvPr id="3754" name="LigandSeek2_vs_LigandSeek1_path_9268">
            <a:extLst>
              <a:ext uri="{FF2B5EF4-FFF2-40B4-BE49-F238E27FC236}">
                <a16:creationId xmlns:a16="http://schemas.microsoft.com/office/drawing/2014/main" id="{7530B267-CFBA-4EDB-A4B5-7166468862F5}"/>
              </a:ext>
            </a:extLst>
          </p:cNvPr>
          <p:cNvSpPr>
            <a:spLocks noGrp="1"/>
          </p:cNvSpPr>
          <p:nvPr/>
        </p:nvSpPr>
        <p:spPr>
          <a:xfrm>
            <a:off x="2517372" y="380495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8AE80">
              <a:alpha val="100000"/>
            </a:srgbClr>
          </a:solidFill>
          <a:ln w="2540">
            <a:solidFill>
              <a:srgbClr val="28AE80">
                <a:alpha val="100000"/>
              </a:srgbClr>
            </a:solidFill>
            <a:prstDash val="solid"/>
          </a:ln>
        </p:spPr>
      </p:sp>
      <p:sp>
        <p:nvSpPr>
          <p:cNvPr id="3755" name="LigandSeek2_vs_LigandSeek1_path_9269">
            <a:extLst>
              <a:ext uri="{FF2B5EF4-FFF2-40B4-BE49-F238E27FC236}">
                <a16:creationId xmlns:a16="http://schemas.microsoft.com/office/drawing/2014/main" id="{B218EE46-38BF-4E34-870A-DA1BB73805E7}"/>
              </a:ext>
            </a:extLst>
          </p:cNvPr>
          <p:cNvSpPr>
            <a:spLocks noGrp="1"/>
          </p:cNvSpPr>
          <p:nvPr/>
        </p:nvSpPr>
        <p:spPr>
          <a:xfrm>
            <a:off x="2517372" y="379773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AD81">
              <a:alpha val="100000"/>
            </a:srgbClr>
          </a:solidFill>
          <a:ln w="2540">
            <a:solidFill>
              <a:srgbClr val="27AD81">
                <a:alpha val="100000"/>
              </a:srgbClr>
            </a:solidFill>
            <a:prstDash val="solid"/>
          </a:ln>
        </p:spPr>
      </p:sp>
      <p:sp>
        <p:nvSpPr>
          <p:cNvPr id="3756" name="LigandSeek2_vs_LigandSeek1_path_9270">
            <a:extLst>
              <a:ext uri="{FF2B5EF4-FFF2-40B4-BE49-F238E27FC236}">
                <a16:creationId xmlns:a16="http://schemas.microsoft.com/office/drawing/2014/main" id="{3FBCE777-3FD6-4020-BE25-FEA6204E02D2}"/>
              </a:ext>
            </a:extLst>
          </p:cNvPr>
          <p:cNvSpPr>
            <a:spLocks noGrp="1"/>
          </p:cNvSpPr>
          <p:nvPr/>
        </p:nvSpPr>
        <p:spPr>
          <a:xfrm>
            <a:off x="2517372" y="379051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AD81">
              <a:alpha val="100000"/>
            </a:srgbClr>
          </a:solidFill>
          <a:ln w="2540">
            <a:solidFill>
              <a:srgbClr val="26AD81">
                <a:alpha val="100000"/>
              </a:srgbClr>
            </a:solidFill>
            <a:prstDash val="solid"/>
          </a:ln>
        </p:spPr>
      </p:sp>
      <p:sp>
        <p:nvSpPr>
          <p:cNvPr id="3757" name="LigandSeek2_vs_LigandSeek1_path_9271">
            <a:extLst>
              <a:ext uri="{FF2B5EF4-FFF2-40B4-BE49-F238E27FC236}">
                <a16:creationId xmlns:a16="http://schemas.microsoft.com/office/drawing/2014/main" id="{95199143-ED6D-4C79-8E35-EF3F52F5233E}"/>
              </a:ext>
            </a:extLst>
          </p:cNvPr>
          <p:cNvSpPr>
            <a:spLocks noGrp="1"/>
          </p:cNvSpPr>
          <p:nvPr/>
        </p:nvSpPr>
        <p:spPr>
          <a:xfrm>
            <a:off x="2517372" y="378329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AC82">
              <a:alpha val="100000"/>
            </a:srgbClr>
          </a:solidFill>
          <a:ln w="2540">
            <a:solidFill>
              <a:srgbClr val="25AC82">
                <a:alpha val="100000"/>
              </a:srgbClr>
            </a:solidFill>
            <a:prstDash val="solid"/>
          </a:ln>
        </p:spPr>
      </p:sp>
      <p:sp>
        <p:nvSpPr>
          <p:cNvPr id="3758" name="LigandSeek2_vs_LigandSeek1_path_9272">
            <a:extLst>
              <a:ext uri="{FF2B5EF4-FFF2-40B4-BE49-F238E27FC236}">
                <a16:creationId xmlns:a16="http://schemas.microsoft.com/office/drawing/2014/main" id="{79FF6224-2BBD-47A2-A61B-F3EE4821AAB0}"/>
              </a:ext>
            </a:extLst>
          </p:cNvPr>
          <p:cNvSpPr>
            <a:spLocks noGrp="1"/>
          </p:cNvSpPr>
          <p:nvPr/>
        </p:nvSpPr>
        <p:spPr>
          <a:xfrm>
            <a:off x="2517372" y="377607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AB82">
              <a:alpha val="100000"/>
            </a:srgbClr>
          </a:solidFill>
          <a:ln w="2540">
            <a:solidFill>
              <a:srgbClr val="25AB82">
                <a:alpha val="100000"/>
              </a:srgbClr>
            </a:solidFill>
            <a:prstDash val="solid"/>
          </a:ln>
        </p:spPr>
      </p:sp>
      <p:sp>
        <p:nvSpPr>
          <p:cNvPr id="3759" name="LigandSeek2_vs_LigandSeek1_path_9273">
            <a:extLst>
              <a:ext uri="{FF2B5EF4-FFF2-40B4-BE49-F238E27FC236}">
                <a16:creationId xmlns:a16="http://schemas.microsoft.com/office/drawing/2014/main" id="{3297F4E2-A2F4-403B-8A56-59519F8BBD74}"/>
              </a:ext>
            </a:extLst>
          </p:cNvPr>
          <p:cNvSpPr>
            <a:spLocks noGrp="1"/>
          </p:cNvSpPr>
          <p:nvPr/>
        </p:nvSpPr>
        <p:spPr>
          <a:xfrm>
            <a:off x="2517372" y="376885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4AA83">
              <a:alpha val="100000"/>
            </a:srgbClr>
          </a:solidFill>
          <a:ln w="2540">
            <a:solidFill>
              <a:srgbClr val="24AA83">
                <a:alpha val="100000"/>
              </a:srgbClr>
            </a:solidFill>
            <a:prstDash val="solid"/>
          </a:ln>
        </p:spPr>
      </p:sp>
      <p:sp>
        <p:nvSpPr>
          <p:cNvPr id="3760" name="LigandSeek2_vs_LigandSeek1_path_9274">
            <a:extLst>
              <a:ext uri="{FF2B5EF4-FFF2-40B4-BE49-F238E27FC236}">
                <a16:creationId xmlns:a16="http://schemas.microsoft.com/office/drawing/2014/main" id="{F942E29F-29CB-4D42-9592-07A20BE0BFDA}"/>
              </a:ext>
            </a:extLst>
          </p:cNvPr>
          <p:cNvSpPr>
            <a:spLocks noGrp="1"/>
          </p:cNvSpPr>
          <p:nvPr/>
        </p:nvSpPr>
        <p:spPr>
          <a:xfrm>
            <a:off x="2517372" y="376163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A983">
              <a:alpha val="100000"/>
            </a:srgbClr>
          </a:solidFill>
          <a:ln w="2540">
            <a:solidFill>
              <a:srgbClr val="23A983">
                <a:alpha val="100000"/>
              </a:srgbClr>
            </a:solidFill>
            <a:prstDash val="solid"/>
          </a:ln>
        </p:spPr>
      </p:sp>
      <p:sp>
        <p:nvSpPr>
          <p:cNvPr id="3761" name="LigandSeek2_vs_LigandSeek1_path_9275">
            <a:extLst>
              <a:ext uri="{FF2B5EF4-FFF2-40B4-BE49-F238E27FC236}">
                <a16:creationId xmlns:a16="http://schemas.microsoft.com/office/drawing/2014/main" id="{B0C9329A-1E1C-4E4F-82A2-B549067D8E71}"/>
              </a:ext>
            </a:extLst>
          </p:cNvPr>
          <p:cNvSpPr>
            <a:spLocks noGrp="1"/>
          </p:cNvSpPr>
          <p:nvPr/>
        </p:nvSpPr>
        <p:spPr>
          <a:xfrm>
            <a:off x="2517372" y="375441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A884">
              <a:alpha val="100000"/>
            </a:srgbClr>
          </a:solidFill>
          <a:ln w="2540">
            <a:solidFill>
              <a:srgbClr val="22A884">
                <a:alpha val="100000"/>
              </a:srgbClr>
            </a:solidFill>
            <a:prstDash val="solid"/>
          </a:ln>
        </p:spPr>
      </p:sp>
      <p:sp>
        <p:nvSpPr>
          <p:cNvPr id="3762" name="LigandSeek2_vs_LigandSeek1_path_9276">
            <a:extLst>
              <a:ext uri="{FF2B5EF4-FFF2-40B4-BE49-F238E27FC236}">
                <a16:creationId xmlns:a16="http://schemas.microsoft.com/office/drawing/2014/main" id="{6512080D-8D4E-42A2-8C58-AD6BB89DD1E1}"/>
              </a:ext>
            </a:extLst>
          </p:cNvPr>
          <p:cNvSpPr>
            <a:spLocks noGrp="1"/>
          </p:cNvSpPr>
          <p:nvPr/>
        </p:nvSpPr>
        <p:spPr>
          <a:xfrm>
            <a:off x="2517372" y="374718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A785">
              <a:alpha val="100000"/>
            </a:srgbClr>
          </a:solidFill>
          <a:ln w="2540">
            <a:solidFill>
              <a:srgbClr val="22A785">
                <a:alpha val="100000"/>
              </a:srgbClr>
            </a:solidFill>
            <a:prstDash val="solid"/>
          </a:ln>
        </p:spPr>
      </p:sp>
      <p:sp>
        <p:nvSpPr>
          <p:cNvPr id="3763" name="LigandSeek2_vs_LigandSeek1_path_9277">
            <a:extLst>
              <a:ext uri="{FF2B5EF4-FFF2-40B4-BE49-F238E27FC236}">
                <a16:creationId xmlns:a16="http://schemas.microsoft.com/office/drawing/2014/main" id="{DD0665CA-95C5-40EC-924C-B4E663EBEFEA}"/>
              </a:ext>
            </a:extLst>
          </p:cNvPr>
          <p:cNvSpPr>
            <a:spLocks noGrp="1"/>
          </p:cNvSpPr>
          <p:nvPr/>
        </p:nvSpPr>
        <p:spPr>
          <a:xfrm>
            <a:off x="2517372" y="373996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A685">
              <a:alpha val="100000"/>
            </a:srgbClr>
          </a:solidFill>
          <a:ln w="2540">
            <a:solidFill>
              <a:srgbClr val="21A685">
                <a:alpha val="100000"/>
              </a:srgbClr>
            </a:solidFill>
            <a:prstDash val="solid"/>
          </a:ln>
        </p:spPr>
      </p:sp>
      <p:sp>
        <p:nvSpPr>
          <p:cNvPr id="3764" name="LigandSeek2_vs_LigandSeek1_path_9278">
            <a:extLst>
              <a:ext uri="{FF2B5EF4-FFF2-40B4-BE49-F238E27FC236}">
                <a16:creationId xmlns:a16="http://schemas.microsoft.com/office/drawing/2014/main" id="{FC0E0AA3-FB5B-4D1E-84EE-90268860BA85}"/>
              </a:ext>
            </a:extLst>
          </p:cNvPr>
          <p:cNvSpPr>
            <a:spLocks noGrp="1"/>
          </p:cNvSpPr>
          <p:nvPr/>
        </p:nvSpPr>
        <p:spPr>
          <a:xfrm>
            <a:off x="2517372" y="373274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A585">
              <a:alpha val="100000"/>
            </a:srgbClr>
          </a:solidFill>
          <a:ln w="2540">
            <a:solidFill>
              <a:srgbClr val="21A585">
                <a:alpha val="100000"/>
              </a:srgbClr>
            </a:solidFill>
            <a:prstDash val="solid"/>
          </a:ln>
        </p:spPr>
      </p:sp>
      <p:sp>
        <p:nvSpPr>
          <p:cNvPr id="3765" name="LigandSeek2_vs_LigandSeek1_path_9279">
            <a:extLst>
              <a:ext uri="{FF2B5EF4-FFF2-40B4-BE49-F238E27FC236}">
                <a16:creationId xmlns:a16="http://schemas.microsoft.com/office/drawing/2014/main" id="{E071CE29-AF06-4119-828D-924D1A70ABB2}"/>
              </a:ext>
            </a:extLst>
          </p:cNvPr>
          <p:cNvSpPr>
            <a:spLocks noGrp="1"/>
          </p:cNvSpPr>
          <p:nvPr/>
        </p:nvSpPr>
        <p:spPr>
          <a:xfrm>
            <a:off x="2517372" y="372552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A486">
              <a:alpha val="100000"/>
            </a:srgbClr>
          </a:solidFill>
          <a:ln w="2540">
            <a:solidFill>
              <a:srgbClr val="20A486">
                <a:alpha val="100000"/>
              </a:srgbClr>
            </a:solidFill>
            <a:prstDash val="solid"/>
          </a:ln>
        </p:spPr>
      </p:sp>
      <p:sp>
        <p:nvSpPr>
          <p:cNvPr id="3766" name="LigandSeek2_vs_LigandSeek1_path_9280">
            <a:extLst>
              <a:ext uri="{FF2B5EF4-FFF2-40B4-BE49-F238E27FC236}">
                <a16:creationId xmlns:a16="http://schemas.microsoft.com/office/drawing/2014/main" id="{0BF0D753-A8BF-4D4D-8ECE-3BA802E921F7}"/>
              </a:ext>
            </a:extLst>
          </p:cNvPr>
          <p:cNvSpPr>
            <a:spLocks noGrp="1"/>
          </p:cNvSpPr>
          <p:nvPr/>
        </p:nvSpPr>
        <p:spPr>
          <a:xfrm>
            <a:off x="2517372" y="371830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A386">
              <a:alpha val="100000"/>
            </a:srgbClr>
          </a:solidFill>
          <a:ln w="2540">
            <a:solidFill>
              <a:srgbClr val="20A386">
                <a:alpha val="100000"/>
              </a:srgbClr>
            </a:solidFill>
            <a:prstDash val="solid"/>
          </a:ln>
        </p:spPr>
      </p:sp>
      <p:sp>
        <p:nvSpPr>
          <p:cNvPr id="3767" name="LigandSeek2_vs_LigandSeek1_path_9281">
            <a:extLst>
              <a:ext uri="{FF2B5EF4-FFF2-40B4-BE49-F238E27FC236}">
                <a16:creationId xmlns:a16="http://schemas.microsoft.com/office/drawing/2014/main" id="{B9736CF6-27D7-47D4-9530-C8015CD4F8B5}"/>
              </a:ext>
            </a:extLst>
          </p:cNvPr>
          <p:cNvSpPr>
            <a:spLocks noGrp="1"/>
          </p:cNvSpPr>
          <p:nvPr/>
        </p:nvSpPr>
        <p:spPr>
          <a:xfrm>
            <a:off x="2517372" y="371108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287">
              <a:alpha val="100000"/>
            </a:srgbClr>
          </a:solidFill>
          <a:ln w="2540">
            <a:solidFill>
              <a:srgbClr val="1FA287">
                <a:alpha val="100000"/>
              </a:srgbClr>
            </a:solidFill>
            <a:prstDash val="solid"/>
          </a:ln>
        </p:spPr>
      </p:sp>
      <p:sp>
        <p:nvSpPr>
          <p:cNvPr id="3768" name="LigandSeek2_vs_LigandSeek1_path_9282">
            <a:extLst>
              <a:ext uri="{FF2B5EF4-FFF2-40B4-BE49-F238E27FC236}">
                <a16:creationId xmlns:a16="http://schemas.microsoft.com/office/drawing/2014/main" id="{44D066FF-3ED0-40BE-A77C-73AE0F73B730}"/>
              </a:ext>
            </a:extLst>
          </p:cNvPr>
          <p:cNvSpPr>
            <a:spLocks noGrp="1"/>
          </p:cNvSpPr>
          <p:nvPr/>
        </p:nvSpPr>
        <p:spPr>
          <a:xfrm>
            <a:off x="2517372" y="370386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187">
              <a:alpha val="100000"/>
            </a:srgbClr>
          </a:solidFill>
          <a:ln w="2540">
            <a:solidFill>
              <a:srgbClr val="1FA187">
                <a:alpha val="100000"/>
              </a:srgbClr>
            </a:solidFill>
            <a:prstDash val="solid"/>
          </a:ln>
        </p:spPr>
      </p:sp>
      <p:sp>
        <p:nvSpPr>
          <p:cNvPr id="3769" name="LigandSeek2_vs_LigandSeek1_path_9283">
            <a:extLst>
              <a:ext uri="{FF2B5EF4-FFF2-40B4-BE49-F238E27FC236}">
                <a16:creationId xmlns:a16="http://schemas.microsoft.com/office/drawing/2014/main" id="{342DED06-1AC1-4300-B496-3D561A28BFF8}"/>
              </a:ext>
            </a:extLst>
          </p:cNvPr>
          <p:cNvSpPr>
            <a:spLocks noGrp="1"/>
          </p:cNvSpPr>
          <p:nvPr/>
        </p:nvSpPr>
        <p:spPr>
          <a:xfrm>
            <a:off x="2517372" y="369664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188">
              <a:alpha val="100000"/>
            </a:srgbClr>
          </a:solidFill>
          <a:ln w="2540">
            <a:solidFill>
              <a:srgbClr val="1FA188">
                <a:alpha val="100000"/>
              </a:srgbClr>
            </a:solidFill>
            <a:prstDash val="solid"/>
          </a:ln>
        </p:spPr>
      </p:sp>
      <p:sp>
        <p:nvSpPr>
          <p:cNvPr id="3770" name="LigandSeek2_vs_LigandSeek1_path_9284">
            <a:extLst>
              <a:ext uri="{FF2B5EF4-FFF2-40B4-BE49-F238E27FC236}">
                <a16:creationId xmlns:a16="http://schemas.microsoft.com/office/drawing/2014/main" id="{BADD3780-63D8-4CB6-8C7F-F439C694BC6C}"/>
              </a:ext>
            </a:extLst>
          </p:cNvPr>
          <p:cNvSpPr>
            <a:spLocks noGrp="1"/>
          </p:cNvSpPr>
          <p:nvPr/>
        </p:nvSpPr>
        <p:spPr>
          <a:xfrm>
            <a:off x="2517372" y="368942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088">
              <a:alpha val="100000"/>
            </a:srgbClr>
          </a:solidFill>
          <a:ln w="2540">
            <a:solidFill>
              <a:srgbClr val="1FA088">
                <a:alpha val="100000"/>
              </a:srgbClr>
            </a:solidFill>
            <a:prstDash val="solid"/>
          </a:ln>
        </p:spPr>
      </p:sp>
      <p:sp>
        <p:nvSpPr>
          <p:cNvPr id="3771" name="LigandSeek2_vs_LigandSeek1_path_9285">
            <a:extLst>
              <a:ext uri="{FF2B5EF4-FFF2-40B4-BE49-F238E27FC236}">
                <a16:creationId xmlns:a16="http://schemas.microsoft.com/office/drawing/2014/main" id="{243A63F4-82EE-44C0-9D62-DA20699EBF5D}"/>
              </a:ext>
            </a:extLst>
          </p:cNvPr>
          <p:cNvSpPr>
            <a:spLocks noGrp="1"/>
          </p:cNvSpPr>
          <p:nvPr/>
        </p:nvSpPr>
        <p:spPr>
          <a:xfrm>
            <a:off x="2517372" y="368220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F88">
              <a:alpha val="100000"/>
            </a:srgbClr>
          </a:solidFill>
          <a:ln w="2540">
            <a:solidFill>
              <a:srgbClr val="1F9F88">
                <a:alpha val="100000"/>
              </a:srgbClr>
            </a:solidFill>
            <a:prstDash val="solid"/>
          </a:ln>
        </p:spPr>
      </p:sp>
      <p:sp>
        <p:nvSpPr>
          <p:cNvPr id="3772" name="LigandSeek2_vs_LigandSeek1_path_9286">
            <a:extLst>
              <a:ext uri="{FF2B5EF4-FFF2-40B4-BE49-F238E27FC236}">
                <a16:creationId xmlns:a16="http://schemas.microsoft.com/office/drawing/2014/main" id="{13AB41BD-C629-4742-9C3F-30345DB240E1}"/>
              </a:ext>
            </a:extLst>
          </p:cNvPr>
          <p:cNvSpPr>
            <a:spLocks noGrp="1"/>
          </p:cNvSpPr>
          <p:nvPr/>
        </p:nvSpPr>
        <p:spPr>
          <a:xfrm>
            <a:off x="2517372" y="367498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E89">
              <a:alpha val="100000"/>
            </a:srgbClr>
          </a:solidFill>
          <a:ln w="2540">
            <a:solidFill>
              <a:srgbClr val="1F9E89">
                <a:alpha val="100000"/>
              </a:srgbClr>
            </a:solidFill>
            <a:prstDash val="solid"/>
          </a:ln>
        </p:spPr>
      </p:sp>
      <p:sp>
        <p:nvSpPr>
          <p:cNvPr id="3773" name="LigandSeek2_vs_LigandSeek1_path_9287">
            <a:extLst>
              <a:ext uri="{FF2B5EF4-FFF2-40B4-BE49-F238E27FC236}">
                <a16:creationId xmlns:a16="http://schemas.microsoft.com/office/drawing/2014/main" id="{30AF1C61-5B13-422A-9412-EDEAB111311C}"/>
              </a:ext>
            </a:extLst>
          </p:cNvPr>
          <p:cNvSpPr>
            <a:spLocks noGrp="1"/>
          </p:cNvSpPr>
          <p:nvPr/>
        </p:nvSpPr>
        <p:spPr>
          <a:xfrm>
            <a:off x="2517372" y="366776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E9D89">
              <a:alpha val="100000"/>
            </a:srgbClr>
          </a:solidFill>
          <a:ln w="2540">
            <a:solidFill>
              <a:srgbClr val="1E9D89">
                <a:alpha val="100000"/>
              </a:srgbClr>
            </a:solidFill>
            <a:prstDash val="solid"/>
          </a:ln>
        </p:spPr>
      </p:sp>
      <p:sp>
        <p:nvSpPr>
          <p:cNvPr id="3774" name="LigandSeek2_vs_LigandSeek1_path_9288">
            <a:extLst>
              <a:ext uri="{FF2B5EF4-FFF2-40B4-BE49-F238E27FC236}">
                <a16:creationId xmlns:a16="http://schemas.microsoft.com/office/drawing/2014/main" id="{FFA86979-4E32-411F-B203-FE163FA2987D}"/>
              </a:ext>
            </a:extLst>
          </p:cNvPr>
          <p:cNvSpPr>
            <a:spLocks noGrp="1"/>
          </p:cNvSpPr>
          <p:nvPr/>
        </p:nvSpPr>
        <p:spPr>
          <a:xfrm>
            <a:off x="2517372" y="366054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E9C89">
              <a:alpha val="100000"/>
            </a:srgbClr>
          </a:solidFill>
          <a:ln w="2540">
            <a:solidFill>
              <a:srgbClr val="1E9C89">
                <a:alpha val="100000"/>
              </a:srgbClr>
            </a:solidFill>
            <a:prstDash val="solid"/>
          </a:ln>
        </p:spPr>
      </p:sp>
      <p:sp>
        <p:nvSpPr>
          <p:cNvPr id="3775" name="LigandSeek2_vs_LigandSeek1_path_9289">
            <a:extLst>
              <a:ext uri="{FF2B5EF4-FFF2-40B4-BE49-F238E27FC236}">
                <a16:creationId xmlns:a16="http://schemas.microsoft.com/office/drawing/2014/main" id="{A9DB910F-ED50-4C0D-9C89-0883302F19F9}"/>
              </a:ext>
            </a:extLst>
          </p:cNvPr>
          <p:cNvSpPr>
            <a:spLocks noGrp="1"/>
          </p:cNvSpPr>
          <p:nvPr/>
        </p:nvSpPr>
        <p:spPr>
          <a:xfrm>
            <a:off x="2517372" y="365332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E9B8A">
              <a:alpha val="100000"/>
            </a:srgbClr>
          </a:solidFill>
          <a:ln w="2540">
            <a:solidFill>
              <a:srgbClr val="1E9B8A">
                <a:alpha val="100000"/>
              </a:srgbClr>
            </a:solidFill>
            <a:prstDash val="solid"/>
          </a:ln>
        </p:spPr>
      </p:sp>
      <p:sp>
        <p:nvSpPr>
          <p:cNvPr id="3776" name="LigandSeek2_vs_LigandSeek1_path_9290">
            <a:extLst>
              <a:ext uri="{FF2B5EF4-FFF2-40B4-BE49-F238E27FC236}">
                <a16:creationId xmlns:a16="http://schemas.microsoft.com/office/drawing/2014/main" id="{F53B3ECB-8F0B-4CCE-90FD-01DB023E6674}"/>
              </a:ext>
            </a:extLst>
          </p:cNvPr>
          <p:cNvSpPr>
            <a:spLocks noGrp="1"/>
          </p:cNvSpPr>
          <p:nvPr/>
        </p:nvSpPr>
        <p:spPr>
          <a:xfrm>
            <a:off x="2517372" y="364610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A8A">
              <a:alpha val="100000"/>
            </a:srgbClr>
          </a:solidFill>
          <a:ln w="2540">
            <a:solidFill>
              <a:srgbClr val="1F9A8A">
                <a:alpha val="100000"/>
              </a:srgbClr>
            </a:solidFill>
            <a:prstDash val="solid"/>
          </a:ln>
        </p:spPr>
      </p:sp>
      <p:sp>
        <p:nvSpPr>
          <p:cNvPr id="3777" name="LigandSeek2_vs_LigandSeek1_path_9291">
            <a:extLst>
              <a:ext uri="{FF2B5EF4-FFF2-40B4-BE49-F238E27FC236}">
                <a16:creationId xmlns:a16="http://schemas.microsoft.com/office/drawing/2014/main" id="{79CBAC5D-2DC1-490A-B9FB-30141B323921}"/>
              </a:ext>
            </a:extLst>
          </p:cNvPr>
          <p:cNvSpPr>
            <a:spLocks noGrp="1"/>
          </p:cNvSpPr>
          <p:nvPr/>
        </p:nvSpPr>
        <p:spPr>
          <a:xfrm>
            <a:off x="2517372" y="363888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98A">
              <a:alpha val="100000"/>
            </a:srgbClr>
          </a:solidFill>
          <a:ln w="2540">
            <a:solidFill>
              <a:srgbClr val="1F998A">
                <a:alpha val="100000"/>
              </a:srgbClr>
            </a:solidFill>
            <a:prstDash val="solid"/>
          </a:ln>
        </p:spPr>
      </p:sp>
      <p:sp>
        <p:nvSpPr>
          <p:cNvPr id="3778" name="LigandSeek2_vs_LigandSeek1_path_9292">
            <a:extLst>
              <a:ext uri="{FF2B5EF4-FFF2-40B4-BE49-F238E27FC236}">
                <a16:creationId xmlns:a16="http://schemas.microsoft.com/office/drawing/2014/main" id="{596A0088-B567-42CF-8491-ADE5524949B3}"/>
              </a:ext>
            </a:extLst>
          </p:cNvPr>
          <p:cNvSpPr>
            <a:spLocks noGrp="1"/>
          </p:cNvSpPr>
          <p:nvPr/>
        </p:nvSpPr>
        <p:spPr>
          <a:xfrm>
            <a:off x="2517372" y="363166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88B">
              <a:alpha val="100000"/>
            </a:srgbClr>
          </a:solidFill>
          <a:ln w="2540">
            <a:solidFill>
              <a:srgbClr val="1F988B">
                <a:alpha val="100000"/>
              </a:srgbClr>
            </a:solidFill>
            <a:prstDash val="solid"/>
          </a:ln>
        </p:spPr>
      </p:sp>
      <p:sp>
        <p:nvSpPr>
          <p:cNvPr id="3779" name="LigandSeek2_vs_LigandSeek1_path_9293">
            <a:extLst>
              <a:ext uri="{FF2B5EF4-FFF2-40B4-BE49-F238E27FC236}">
                <a16:creationId xmlns:a16="http://schemas.microsoft.com/office/drawing/2014/main" id="{5B825E1A-AF72-42AD-9C86-C45EC7150A8E}"/>
              </a:ext>
            </a:extLst>
          </p:cNvPr>
          <p:cNvSpPr>
            <a:spLocks noGrp="1"/>
          </p:cNvSpPr>
          <p:nvPr/>
        </p:nvSpPr>
        <p:spPr>
          <a:xfrm>
            <a:off x="2517372" y="362444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78B">
              <a:alpha val="100000"/>
            </a:srgbClr>
          </a:solidFill>
          <a:ln w="2540">
            <a:solidFill>
              <a:srgbClr val="1F978B">
                <a:alpha val="100000"/>
              </a:srgbClr>
            </a:solidFill>
            <a:prstDash val="solid"/>
          </a:ln>
        </p:spPr>
      </p:sp>
      <p:sp>
        <p:nvSpPr>
          <p:cNvPr id="3780" name="LigandSeek2_vs_LigandSeek1_path_9294">
            <a:extLst>
              <a:ext uri="{FF2B5EF4-FFF2-40B4-BE49-F238E27FC236}">
                <a16:creationId xmlns:a16="http://schemas.microsoft.com/office/drawing/2014/main" id="{20FE0F6E-39C8-40DD-AE9B-478151D3BFB3}"/>
              </a:ext>
            </a:extLst>
          </p:cNvPr>
          <p:cNvSpPr>
            <a:spLocks noGrp="1"/>
          </p:cNvSpPr>
          <p:nvPr/>
        </p:nvSpPr>
        <p:spPr>
          <a:xfrm>
            <a:off x="2517372" y="361722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68B">
              <a:alpha val="100000"/>
            </a:srgbClr>
          </a:solidFill>
          <a:ln w="2540">
            <a:solidFill>
              <a:srgbClr val="1F968B">
                <a:alpha val="100000"/>
              </a:srgbClr>
            </a:solidFill>
            <a:prstDash val="solid"/>
          </a:ln>
        </p:spPr>
      </p:sp>
      <p:sp>
        <p:nvSpPr>
          <p:cNvPr id="3781" name="LigandSeek2_vs_LigandSeek1_path_9295">
            <a:extLst>
              <a:ext uri="{FF2B5EF4-FFF2-40B4-BE49-F238E27FC236}">
                <a16:creationId xmlns:a16="http://schemas.microsoft.com/office/drawing/2014/main" id="{FF531558-D934-4B49-AB12-537384B270B8}"/>
              </a:ext>
            </a:extLst>
          </p:cNvPr>
          <p:cNvSpPr>
            <a:spLocks noGrp="1"/>
          </p:cNvSpPr>
          <p:nvPr/>
        </p:nvSpPr>
        <p:spPr>
          <a:xfrm>
            <a:off x="2517372" y="361000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58B">
              <a:alpha val="100000"/>
            </a:srgbClr>
          </a:solidFill>
          <a:ln w="2540">
            <a:solidFill>
              <a:srgbClr val="1F958B">
                <a:alpha val="100000"/>
              </a:srgbClr>
            </a:solidFill>
            <a:prstDash val="solid"/>
          </a:ln>
        </p:spPr>
      </p:sp>
      <p:sp>
        <p:nvSpPr>
          <p:cNvPr id="3782" name="LigandSeek2_vs_LigandSeek1_path_9296">
            <a:extLst>
              <a:ext uri="{FF2B5EF4-FFF2-40B4-BE49-F238E27FC236}">
                <a16:creationId xmlns:a16="http://schemas.microsoft.com/office/drawing/2014/main" id="{51C9BB46-C653-4B3F-89F9-B92EE8A03FBC}"/>
              </a:ext>
            </a:extLst>
          </p:cNvPr>
          <p:cNvSpPr>
            <a:spLocks noGrp="1"/>
          </p:cNvSpPr>
          <p:nvPr/>
        </p:nvSpPr>
        <p:spPr>
          <a:xfrm>
            <a:off x="2517372" y="360278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48C">
              <a:alpha val="100000"/>
            </a:srgbClr>
          </a:solidFill>
          <a:ln w="2540">
            <a:solidFill>
              <a:srgbClr val="1F948C">
                <a:alpha val="100000"/>
              </a:srgbClr>
            </a:solidFill>
            <a:prstDash val="solid"/>
          </a:ln>
        </p:spPr>
      </p:sp>
      <p:sp>
        <p:nvSpPr>
          <p:cNvPr id="3783" name="LigandSeek2_vs_LigandSeek1_path_9297">
            <a:extLst>
              <a:ext uri="{FF2B5EF4-FFF2-40B4-BE49-F238E27FC236}">
                <a16:creationId xmlns:a16="http://schemas.microsoft.com/office/drawing/2014/main" id="{39426793-90C7-4688-9A54-7928BE4A435D}"/>
              </a:ext>
            </a:extLst>
          </p:cNvPr>
          <p:cNvSpPr>
            <a:spLocks noGrp="1"/>
          </p:cNvSpPr>
          <p:nvPr/>
        </p:nvSpPr>
        <p:spPr>
          <a:xfrm>
            <a:off x="2517372" y="359556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938C">
              <a:alpha val="100000"/>
            </a:srgbClr>
          </a:solidFill>
          <a:ln w="2540">
            <a:solidFill>
              <a:srgbClr val="20938C">
                <a:alpha val="100000"/>
              </a:srgbClr>
            </a:solidFill>
            <a:prstDash val="solid"/>
          </a:ln>
        </p:spPr>
      </p:sp>
      <p:sp>
        <p:nvSpPr>
          <p:cNvPr id="3784" name="LigandSeek2_vs_LigandSeek1_path_9298">
            <a:extLst>
              <a:ext uri="{FF2B5EF4-FFF2-40B4-BE49-F238E27FC236}">
                <a16:creationId xmlns:a16="http://schemas.microsoft.com/office/drawing/2014/main" id="{9E098DBA-9D1F-4D71-AE2D-2B953F014A82}"/>
              </a:ext>
            </a:extLst>
          </p:cNvPr>
          <p:cNvSpPr>
            <a:spLocks noGrp="1"/>
          </p:cNvSpPr>
          <p:nvPr/>
        </p:nvSpPr>
        <p:spPr>
          <a:xfrm>
            <a:off x="2517372" y="358834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928C">
              <a:alpha val="100000"/>
            </a:srgbClr>
          </a:solidFill>
          <a:ln w="2540">
            <a:solidFill>
              <a:srgbClr val="20928C">
                <a:alpha val="100000"/>
              </a:srgbClr>
            </a:solidFill>
            <a:prstDash val="solid"/>
          </a:ln>
        </p:spPr>
      </p:sp>
      <p:sp>
        <p:nvSpPr>
          <p:cNvPr id="3785" name="LigandSeek2_vs_LigandSeek1_path_9299">
            <a:extLst>
              <a:ext uri="{FF2B5EF4-FFF2-40B4-BE49-F238E27FC236}">
                <a16:creationId xmlns:a16="http://schemas.microsoft.com/office/drawing/2014/main" id="{13B6DE4D-D5D2-4706-9406-8C03043D2F08}"/>
              </a:ext>
            </a:extLst>
          </p:cNvPr>
          <p:cNvSpPr>
            <a:spLocks noGrp="1"/>
          </p:cNvSpPr>
          <p:nvPr/>
        </p:nvSpPr>
        <p:spPr>
          <a:xfrm>
            <a:off x="2517372" y="358112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928C">
              <a:alpha val="100000"/>
            </a:srgbClr>
          </a:solidFill>
          <a:ln w="2540">
            <a:solidFill>
              <a:srgbClr val="20928C">
                <a:alpha val="100000"/>
              </a:srgbClr>
            </a:solidFill>
            <a:prstDash val="solid"/>
          </a:ln>
        </p:spPr>
      </p:sp>
      <p:sp>
        <p:nvSpPr>
          <p:cNvPr id="3786" name="LigandSeek2_vs_LigandSeek1_path_9300">
            <a:extLst>
              <a:ext uri="{FF2B5EF4-FFF2-40B4-BE49-F238E27FC236}">
                <a16:creationId xmlns:a16="http://schemas.microsoft.com/office/drawing/2014/main" id="{96E45A00-799D-43EE-AF5A-47D456656275}"/>
              </a:ext>
            </a:extLst>
          </p:cNvPr>
          <p:cNvSpPr>
            <a:spLocks noGrp="1"/>
          </p:cNvSpPr>
          <p:nvPr/>
        </p:nvSpPr>
        <p:spPr>
          <a:xfrm>
            <a:off x="2517372" y="357390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918C">
              <a:alpha val="100000"/>
            </a:srgbClr>
          </a:solidFill>
          <a:ln w="2540">
            <a:solidFill>
              <a:srgbClr val="21918C">
                <a:alpha val="100000"/>
              </a:srgbClr>
            </a:solidFill>
            <a:prstDash val="solid"/>
          </a:ln>
        </p:spPr>
      </p:sp>
      <p:sp>
        <p:nvSpPr>
          <p:cNvPr id="3787" name="LigandSeek2_vs_LigandSeek1_path_9301">
            <a:extLst>
              <a:ext uri="{FF2B5EF4-FFF2-40B4-BE49-F238E27FC236}">
                <a16:creationId xmlns:a16="http://schemas.microsoft.com/office/drawing/2014/main" id="{2FAACE89-2798-4041-8B00-3EF667C3C95D}"/>
              </a:ext>
            </a:extLst>
          </p:cNvPr>
          <p:cNvSpPr>
            <a:spLocks noGrp="1"/>
          </p:cNvSpPr>
          <p:nvPr/>
        </p:nvSpPr>
        <p:spPr>
          <a:xfrm>
            <a:off x="2517372" y="356668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908D">
              <a:alpha val="100000"/>
            </a:srgbClr>
          </a:solidFill>
          <a:ln w="2540">
            <a:solidFill>
              <a:srgbClr val="21908D">
                <a:alpha val="100000"/>
              </a:srgbClr>
            </a:solidFill>
            <a:prstDash val="solid"/>
          </a:ln>
        </p:spPr>
      </p:sp>
      <p:sp>
        <p:nvSpPr>
          <p:cNvPr id="3788" name="LigandSeek2_vs_LigandSeek1_path_9302">
            <a:extLst>
              <a:ext uri="{FF2B5EF4-FFF2-40B4-BE49-F238E27FC236}">
                <a16:creationId xmlns:a16="http://schemas.microsoft.com/office/drawing/2014/main" id="{BE465FC9-A9A0-4566-BA13-3491E6805F46}"/>
              </a:ext>
            </a:extLst>
          </p:cNvPr>
          <p:cNvSpPr>
            <a:spLocks noGrp="1"/>
          </p:cNvSpPr>
          <p:nvPr/>
        </p:nvSpPr>
        <p:spPr>
          <a:xfrm>
            <a:off x="2517372" y="355945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8F8D">
              <a:alpha val="100000"/>
            </a:srgbClr>
          </a:solidFill>
          <a:ln w="2540">
            <a:solidFill>
              <a:srgbClr val="218F8D">
                <a:alpha val="100000"/>
              </a:srgbClr>
            </a:solidFill>
            <a:prstDash val="solid"/>
          </a:ln>
        </p:spPr>
      </p:sp>
      <p:sp>
        <p:nvSpPr>
          <p:cNvPr id="3789" name="LigandSeek2_vs_LigandSeek1_path_9303">
            <a:extLst>
              <a:ext uri="{FF2B5EF4-FFF2-40B4-BE49-F238E27FC236}">
                <a16:creationId xmlns:a16="http://schemas.microsoft.com/office/drawing/2014/main" id="{8E2A6555-45B6-4B91-87D4-9E3B8F0B571D}"/>
              </a:ext>
            </a:extLst>
          </p:cNvPr>
          <p:cNvSpPr>
            <a:spLocks noGrp="1"/>
          </p:cNvSpPr>
          <p:nvPr/>
        </p:nvSpPr>
        <p:spPr>
          <a:xfrm>
            <a:off x="2517372" y="355223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8E8D">
              <a:alpha val="100000"/>
            </a:srgbClr>
          </a:solidFill>
          <a:ln w="2540">
            <a:solidFill>
              <a:srgbClr val="218E8D">
                <a:alpha val="100000"/>
              </a:srgbClr>
            </a:solidFill>
            <a:prstDash val="solid"/>
          </a:ln>
        </p:spPr>
      </p:sp>
      <p:sp>
        <p:nvSpPr>
          <p:cNvPr id="3790" name="LigandSeek2_vs_LigandSeek1_path_9304">
            <a:extLst>
              <a:ext uri="{FF2B5EF4-FFF2-40B4-BE49-F238E27FC236}">
                <a16:creationId xmlns:a16="http://schemas.microsoft.com/office/drawing/2014/main" id="{6937514F-A3F6-4797-83F0-DC7B4C04F8A3}"/>
              </a:ext>
            </a:extLst>
          </p:cNvPr>
          <p:cNvSpPr>
            <a:spLocks noGrp="1"/>
          </p:cNvSpPr>
          <p:nvPr/>
        </p:nvSpPr>
        <p:spPr>
          <a:xfrm>
            <a:off x="2517372" y="354501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8D8D">
              <a:alpha val="100000"/>
            </a:srgbClr>
          </a:solidFill>
          <a:ln w="2540">
            <a:solidFill>
              <a:srgbClr val="228D8D">
                <a:alpha val="100000"/>
              </a:srgbClr>
            </a:solidFill>
            <a:prstDash val="solid"/>
          </a:ln>
        </p:spPr>
      </p:sp>
      <p:sp>
        <p:nvSpPr>
          <p:cNvPr id="3791" name="LigandSeek2_vs_LigandSeek1_path_9305">
            <a:extLst>
              <a:ext uri="{FF2B5EF4-FFF2-40B4-BE49-F238E27FC236}">
                <a16:creationId xmlns:a16="http://schemas.microsoft.com/office/drawing/2014/main" id="{BE869F0B-4B00-4BA9-837B-99AD6F058D9B}"/>
              </a:ext>
            </a:extLst>
          </p:cNvPr>
          <p:cNvSpPr>
            <a:spLocks noGrp="1"/>
          </p:cNvSpPr>
          <p:nvPr/>
        </p:nvSpPr>
        <p:spPr>
          <a:xfrm>
            <a:off x="2517372" y="353779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8C8D">
              <a:alpha val="100000"/>
            </a:srgbClr>
          </a:solidFill>
          <a:ln w="2540">
            <a:solidFill>
              <a:srgbClr val="228C8D">
                <a:alpha val="100000"/>
              </a:srgbClr>
            </a:solidFill>
            <a:prstDash val="solid"/>
          </a:ln>
        </p:spPr>
      </p:sp>
      <p:sp>
        <p:nvSpPr>
          <p:cNvPr id="3792" name="LigandSeek2_vs_LigandSeek1_path_9306">
            <a:extLst>
              <a:ext uri="{FF2B5EF4-FFF2-40B4-BE49-F238E27FC236}">
                <a16:creationId xmlns:a16="http://schemas.microsoft.com/office/drawing/2014/main" id="{B657EA17-C46F-491C-A668-353DA6E84719}"/>
              </a:ext>
            </a:extLst>
          </p:cNvPr>
          <p:cNvSpPr>
            <a:spLocks noGrp="1"/>
          </p:cNvSpPr>
          <p:nvPr/>
        </p:nvSpPr>
        <p:spPr>
          <a:xfrm>
            <a:off x="2517372" y="353057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8B8D">
              <a:alpha val="100000"/>
            </a:srgbClr>
          </a:solidFill>
          <a:ln w="2540">
            <a:solidFill>
              <a:srgbClr val="228B8D">
                <a:alpha val="100000"/>
              </a:srgbClr>
            </a:solidFill>
            <a:prstDash val="solid"/>
          </a:ln>
        </p:spPr>
      </p:sp>
      <p:sp>
        <p:nvSpPr>
          <p:cNvPr id="3793" name="LigandSeek2_vs_LigandSeek1_path_9307">
            <a:extLst>
              <a:ext uri="{FF2B5EF4-FFF2-40B4-BE49-F238E27FC236}">
                <a16:creationId xmlns:a16="http://schemas.microsoft.com/office/drawing/2014/main" id="{4CFD46DF-44A4-46A6-89BF-2C273020BFEE}"/>
              </a:ext>
            </a:extLst>
          </p:cNvPr>
          <p:cNvSpPr>
            <a:spLocks noGrp="1"/>
          </p:cNvSpPr>
          <p:nvPr/>
        </p:nvSpPr>
        <p:spPr>
          <a:xfrm>
            <a:off x="2517372" y="352335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8A8D">
              <a:alpha val="100000"/>
            </a:srgbClr>
          </a:solidFill>
          <a:ln w="2540">
            <a:solidFill>
              <a:srgbClr val="238A8D">
                <a:alpha val="100000"/>
              </a:srgbClr>
            </a:solidFill>
            <a:prstDash val="solid"/>
          </a:ln>
        </p:spPr>
      </p:sp>
      <p:sp>
        <p:nvSpPr>
          <p:cNvPr id="3794" name="LigandSeek2_vs_LigandSeek1_path_9308">
            <a:extLst>
              <a:ext uri="{FF2B5EF4-FFF2-40B4-BE49-F238E27FC236}">
                <a16:creationId xmlns:a16="http://schemas.microsoft.com/office/drawing/2014/main" id="{8F960148-A01B-4C1B-8B64-844AD79A47BA}"/>
              </a:ext>
            </a:extLst>
          </p:cNvPr>
          <p:cNvSpPr>
            <a:spLocks noGrp="1"/>
          </p:cNvSpPr>
          <p:nvPr/>
        </p:nvSpPr>
        <p:spPr>
          <a:xfrm>
            <a:off x="2517372" y="351613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898E">
              <a:alpha val="100000"/>
            </a:srgbClr>
          </a:solidFill>
          <a:ln w="2540">
            <a:solidFill>
              <a:srgbClr val="23898E">
                <a:alpha val="100000"/>
              </a:srgbClr>
            </a:solidFill>
            <a:prstDash val="solid"/>
          </a:ln>
        </p:spPr>
      </p:sp>
      <p:sp>
        <p:nvSpPr>
          <p:cNvPr id="3795" name="LigandSeek2_vs_LigandSeek1_path_9309">
            <a:extLst>
              <a:ext uri="{FF2B5EF4-FFF2-40B4-BE49-F238E27FC236}">
                <a16:creationId xmlns:a16="http://schemas.microsoft.com/office/drawing/2014/main" id="{97E4CBCA-CA63-4156-A1D1-B05E5DC8C8FC}"/>
              </a:ext>
            </a:extLst>
          </p:cNvPr>
          <p:cNvSpPr>
            <a:spLocks noGrp="1"/>
          </p:cNvSpPr>
          <p:nvPr/>
        </p:nvSpPr>
        <p:spPr>
          <a:xfrm>
            <a:off x="2517372" y="350891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888E">
              <a:alpha val="100000"/>
            </a:srgbClr>
          </a:solidFill>
          <a:ln w="2540">
            <a:solidFill>
              <a:srgbClr val="23888E">
                <a:alpha val="100000"/>
              </a:srgbClr>
            </a:solidFill>
            <a:prstDash val="solid"/>
          </a:ln>
        </p:spPr>
      </p:sp>
      <p:sp>
        <p:nvSpPr>
          <p:cNvPr id="3796" name="LigandSeek2_vs_LigandSeek1_path_9310">
            <a:extLst>
              <a:ext uri="{FF2B5EF4-FFF2-40B4-BE49-F238E27FC236}">
                <a16:creationId xmlns:a16="http://schemas.microsoft.com/office/drawing/2014/main" id="{036A8366-7133-4108-B003-E72D332C29AC}"/>
              </a:ext>
            </a:extLst>
          </p:cNvPr>
          <p:cNvSpPr>
            <a:spLocks noGrp="1"/>
          </p:cNvSpPr>
          <p:nvPr/>
        </p:nvSpPr>
        <p:spPr>
          <a:xfrm>
            <a:off x="2517372" y="350169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4878E">
              <a:alpha val="100000"/>
            </a:srgbClr>
          </a:solidFill>
          <a:ln w="2540">
            <a:solidFill>
              <a:srgbClr val="24878E">
                <a:alpha val="100000"/>
              </a:srgbClr>
            </a:solidFill>
            <a:prstDash val="solid"/>
          </a:ln>
        </p:spPr>
      </p:sp>
      <p:sp>
        <p:nvSpPr>
          <p:cNvPr id="3797" name="LigandSeek2_vs_LigandSeek1_path_9311">
            <a:extLst>
              <a:ext uri="{FF2B5EF4-FFF2-40B4-BE49-F238E27FC236}">
                <a16:creationId xmlns:a16="http://schemas.microsoft.com/office/drawing/2014/main" id="{C522C855-1710-4083-83FB-4E0FBC155172}"/>
              </a:ext>
            </a:extLst>
          </p:cNvPr>
          <p:cNvSpPr>
            <a:spLocks noGrp="1"/>
          </p:cNvSpPr>
          <p:nvPr/>
        </p:nvSpPr>
        <p:spPr>
          <a:xfrm>
            <a:off x="2517372" y="349447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4868E">
              <a:alpha val="100000"/>
            </a:srgbClr>
          </a:solidFill>
          <a:ln w="2540">
            <a:solidFill>
              <a:srgbClr val="24868E">
                <a:alpha val="100000"/>
              </a:srgbClr>
            </a:solidFill>
            <a:prstDash val="solid"/>
          </a:ln>
        </p:spPr>
      </p:sp>
      <p:sp>
        <p:nvSpPr>
          <p:cNvPr id="3798" name="LigandSeek2_vs_LigandSeek1_path_9312">
            <a:extLst>
              <a:ext uri="{FF2B5EF4-FFF2-40B4-BE49-F238E27FC236}">
                <a16:creationId xmlns:a16="http://schemas.microsoft.com/office/drawing/2014/main" id="{996DAA93-2C89-4983-9E87-B2B5DCCB90B7}"/>
              </a:ext>
            </a:extLst>
          </p:cNvPr>
          <p:cNvSpPr>
            <a:spLocks noGrp="1"/>
          </p:cNvSpPr>
          <p:nvPr/>
        </p:nvSpPr>
        <p:spPr>
          <a:xfrm>
            <a:off x="2517372" y="348725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858E">
              <a:alpha val="100000"/>
            </a:srgbClr>
          </a:solidFill>
          <a:ln w="2540">
            <a:solidFill>
              <a:srgbClr val="25858E">
                <a:alpha val="100000"/>
              </a:srgbClr>
            </a:solidFill>
            <a:prstDash val="solid"/>
          </a:ln>
        </p:spPr>
      </p:sp>
      <p:sp>
        <p:nvSpPr>
          <p:cNvPr id="3799" name="LigandSeek2_vs_LigandSeek1_path_9313">
            <a:extLst>
              <a:ext uri="{FF2B5EF4-FFF2-40B4-BE49-F238E27FC236}">
                <a16:creationId xmlns:a16="http://schemas.microsoft.com/office/drawing/2014/main" id="{03914008-71E8-4BB8-ABE7-AF15B4399CB5}"/>
              </a:ext>
            </a:extLst>
          </p:cNvPr>
          <p:cNvSpPr>
            <a:spLocks noGrp="1"/>
          </p:cNvSpPr>
          <p:nvPr/>
        </p:nvSpPr>
        <p:spPr>
          <a:xfrm>
            <a:off x="2517372" y="348003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848E">
              <a:alpha val="100000"/>
            </a:srgbClr>
          </a:solidFill>
          <a:ln w="2540">
            <a:solidFill>
              <a:srgbClr val="25848E">
                <a:alpha val="100000"/>
              </a:srgbClr>
            </a:solidFill>
            <a:prstDash val="solid"/>
          </a:ln>
        </p:spPr>
      </p:sp>
      <p:sp>
        <p:nvSpPr>
          <p:cNvPr id="3800" name="LigandSeek2_vs_LigandSeek1_path_9314">
            <a:extLst>
              <a:ext uri="{FF2B5EF4-FFF2-40B4-BE49-F238E27FC236}">
                <a16:creationId xmlns:a16="http://schemas.microsoft.com/office/drawing/2014/main" id="{64B0DF90-FE6B-4C1F-B5EB-0970B60509F9}"/>
              </a:ext>
            </a:extLst>
          </p:cNvPr>
          <p:cNvSpPr>
            <a:spLocks noGrp="1"/>
          </p:cNvSpPr>
          <p:nvPr/>
        </p:nvSpPr>
        <p:spPr>
          <a:xfrm>
            <a:off x="2517372" y="347281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838E">
              <a:alpha val="100000"/>
            </a:srgbClr>
          </a:solidFill>
          <a:ln w="2540">
            <a:solidFill>
              <a:srgbClr val="25838E">
                <a:alpha val="100000"/>
              </a:srgbClr>
            </a:solidFill>
            <a:prstDash val="solid"/>
          </a:ln>
        </p:spPr>
      </p:sp>
      <p:sp>
        <p:nvSpPr>
          <p:cNvPr id="3801" name="LigandSeek2_vs_LigandSeek1_path_9315">
            <a:extLst>
              <a:ext uri="{FF2B5EF4-FFF2-40B4-BE49-F238E27FC236}">
                <a16:creationId xmlns:a16="http://schemas.microsoft.com/office/drawing/2014/main" id="{8608B7B1-EEE0-4F42-AB66-D4C1F9BA0BCF}"/>
              </a:ext>
            </a:extLst>
          </p:cNvPr>
          <p:cNvSpPr>
            <a:spLocks noGrp="1"/>
          </p:cNvSpPr>
          <p:nvPr/>
        </p:nvSpPr>
        <p:spPr>
          <a:xfrm>
            <a:off x="2517372" y="346559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828E">
              <a:alpha val="100000"/>
            </a:srgbClr>
          </a:solidFill>
          <a:ln w="2540">
            <a:solidFill>
              <a:srgbClr val="26828E">
                <a:alpha val="100000"/>
              </a:srgbClr>
            </a:solidFill>
            <a:prstDash val="solid"/>
          </a:ln>
        </p:spPr>
      </p:sp>
      <p:sp>
        <p:nvSpPr>
          <p:cNvPr id="3802" name="LigandSeek2_vs_LigandSeek1_path_9316">
            <a:extLst>
              <a:ext uri="{FF2B5EF4-FFF2-40B4-BE49-F238E27FC236}">
                <a16:creationId xmlns:a16="http://schemas.microsoft.com/office/drawing/2014/main" id="{CB89C0E3-C1E3-4C34-849B-450F03E2CC63}"/>
              </a:ext>
            </a:extLst>
          </p:cNvPr>
          <p:cNvSpPr>
            <a:spLocks noGrp="1"/>
          </p:cNvSpPr>
          <p:nvPr/>
        </p:nvSpPr>
        <p:spPr>
          <a:xfrm>
            <a:off x="2517372" y="345837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828E">
              <a:alpha val="100000"/>
            </a:srgbClr>
          </a:solidFill>
          <a:ln w="2540">
            <a:solidFill>
              <a:srgbClr val="26828E">
                <a:alpha val="100000"/>
              </a:srgbClr>
            </a:solidFill>
            <a:prstDash val="solid"/>
          </a:ln>
        </p:spPr>
      </p:sp>
      <p:sp>
        <p:nvSpPr>
          <p:cNvPr id="3803" name="LigandSeek2_vs_LigandSeek1_path_9317">
            <a:extLst>
              <a:ext uri="{FF2B5EF4-FFF2-40B4-BE49-F238E27FC236}">
                <a16:creationId xmlns:a16="http://schemas.microsoft.com/office/drawing/2014/main" id="{0B83805A-FF00-4070-A62C-3B722B4A7D58}"/>
              </a:ext>
            </a:extLst>
          </p:cNvPr>
          <p:cNvSpPr>
            <a:spLocks noGrp="1"/>
          </p:cNvSpPr>
          <p:nvPr/>
        </p:nvSpPr>
        <p:spPr>
          <a:xfrm>
            <a:off x="2517372" y="345115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818E">
              <a:alpha val="100000"/>
            </a:srgbClr>
          </a:solidFill>
          <a:ln w="2540">
            <a:solidFill>
              <a:srgbClr val="26818E">
                <a:alpha val="100000"/>
              </a:srgbClr>
            </a:solidFill>
            <a:prstDash val="solid"/>
          </a:ln>
        </p:spPr>
      </p:sp>
      <p:sp>
        <p:nvSpPr>
          <p:cNvPr id="3804" name="LigandSeek2_vs_LigandSeek1_path_9318">
            <a:extLst>
              <a:ext uri="{FF2B5EF4-FFF2-40B4-BE49-F238E27FC236}">
                <a16:creationId xmlns:a16="http://schemas.microsoft.com/office/drawing/2014/main" id="{92B46095-9160-44CD-9A54-D859915F7E72}"/>
              </a:ext>
            </a:extLst>
          </p:cNvPr>
          <p:cNvSpPr>
            <a:spLocks noGrp="1"/>
          </p:cNvSpPr>
          <p:nvPr/>
        </p:nvSpPr>
        <p:spPr>
          <a:xfrm>
            <a:off x="2517372" y="344393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808E">
              <a:alpha val="100000"/>
            </a:srgbClr>
          </a:solidFill>
          <a:ln w="2540">
            <a:solidFill>
              <a:srgbClr val="27808E">
                <a:alpha val="100000"/>
              </a:srgbClr>
            </a:solidFill>
            <a:prstDash val="solid"/>
          </a:ln>
        </p:spPr>
      </p:sp>
      <p:sp>
        <p:nvSpPr>
          <p:cNvPr id="3805" name="LigandSeek2_vs_LigandSeek1_path_9319">
            <a:extLst>
              <a:ext uri="{FF2B5EF4-FFF2-40B4-BE49-F238E27FC236}">
                <a16:creationId xmlns:a16="http://schemas.microsoft.com/office/drawing/2014/main" id="{BD26AE6C-5B27-4A39-85CA-EFBEC189A33F}"/>
              </a:ext>
            </a:extLst>
          </p:cNvPr>
          <p:cNvSpPr>
            <a:spLocks noGrp="1"/>
          </p:cNvSpPr>
          <p:nvPr/>
        </p:nvSpPr>
        <p:spPr>
          <a:xfrm>
            <a:off x="2517372" y="343671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7F8E">
              <a:alpha val="100000"/>
            </a:srgbClr>
          </a:solidFill>
          <a:ln w="2540">
            <a:solidFill>
              <a:srgbClr val="277F8E">
                <a:alpha val="100000"/>
              </a:srgbClr>
            </a:solidFill>
            <a:prstDash val="solid"/>
          </a:ln>
        </p:spPr>
      </p:sp>
      <p:sp>
        <p:nvSpPr>
          <p:cNvPr id="3806" name="LigandSeek2_vs_LigandSeek1_path_9320">
            <a:extLst>
              <a:ext uri="{FF2B5EF4-FFF2-40B4-BE49-F238E27FC236}">
                <a16:creationId xmlns:a16="http://schemas.microsoft.com/office/drawing/2014/main" id="{291F8CF1-8E3B-4E6E-B38A-2EFA4CFEEC5C}"/>
              </a:ext>
            </a:extLst>
          </p:cNvPr>
          <p:cNvSpPr>
            <a:spLocks noGrp="1"/>
          </p:cNvSpPr>
          <p:nvPr/>
        </p:nvSpPr>
        <p:spPr>
          <a:xfrm>
            <a:off x="2517372" y="342949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7E8E">
              <a:alpha val="100000"/>
            </a:srgbClr>
          </a:solidFill>
          <a:ln w="2540">
            <a:solidFill>
              <a:srgbClr val="277E8E">
                <a:alpha val="100000"/>
              </a:srgbClr>
            </a:solidFill>
            <a:prstDash val="solid"/>
          </a:ln>
        </p:spPr>
      </p:sp>
      <p:sp>
        <p:nvSpPr>
          <p:cNvPr id="3807" name="LigandSeek2_vs_LigandSeek1_path_9321">
            <a:extLst>
              <a:ext uri="{FF2B5EF4-FFF2-40B4-BE49-F238E27FC236}">
                <a16:creationId xmlns:a16="http://schemas.microsoft.com/office/drawing/2014/main" id="{7428BF73-7A86-48EB-8DD4-EE3F95C2153A}"/>
              </a:ext>
            </a:extLst>
          </p:cNvPr>
          <p:cNvSpPr>
            <a:spLocks noGrp="1"/>
          </p:cNvSpPr>
          <p:nvPr/>
        </p:nvSpPr>
        <p:spPr>
          <a:xfrm>
            <a:off x="2517372" y="342227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87D8E">
              <a:alpha val="100000"/>
            </a:srgbClr>
          </a:solidFill>
          <a:ln w="2540">
            <a:solidFill>
              <a:srgbClr val="287D8E">
                <a:alpha val="100000"/>
              </a:srgbClr>
            </a:solidFill>
            <a:prstDash val="solid"/>
          </a:ln>
        </p:spPr>
      </p:sp>
      <p:sp>
        <p:nvSpPr>
          <p:cNvPr id="3808" name="LigandSeek2_vs_LigandSeek1_path_9322">
            <a:extLst>
              <a:ext uri="{FF2B5EF4-FFF2-40B4-BE49-F238E27FC236}">
                <a16:creationId xmlns:a16="http://schemas.microsoft.com/office/drawing/2014/main" id="{0057D22D-5034-4A60-9B41-6A846BC2E200}"/>
              </a:ext>
            </a:extLst>
          </p:cNvPr>
          <p:cNvSpPr>
            <a:spLocks noGrp="1"/>
          </p:cNvSpPr>
          <p:nvPr/>
        </p:nvSpPr>
        <p:spPr>
          <a:xfrm>
            <a:off x="2517372" y="341505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87C8E">
              <a:alpha val="100000"/>
            </a:srgbClr>
          </a:solidFill>
          <a:ln w="2540">
            <a:solidFill>
              <a:srgbClr val="287C8E">
                <a:alpha val="100000"/>
              </a:srgbClr>
            </a:solidFill>
            <a:prstDash val="solid"/>
          </a:ln>
        </p:spPr>
      </p:sp>
      <p:sp>
        <p:nvSpPr>
          <p:cNvPr id="3809" name="LigandSeek2_vs_LigandSeek1_path_9323">
            <a:extLst>
              <a:ext uri="{FF2B5EF4-FFF2-40B4-BE49-F238E27FC236}">
                <a16:creationId xmlns:a16="http://schemas.microsoft.com/office/drawing/2014/main" id="{8A95AEC5-B8D7-49A4-992E-B568AA688800}"/>
              </a:ext>
            </a:extLst>
          </p:cNvPr>
          <p:cNvSpPr>
            <a:spLocks noGrp="1"/>
          </p:cNvSpPr>
          <p:nvPr/>
        </p:nvSpPr>
        <p:spPr>
          <a:xfrm>
            <a:off x="2517372" y="340783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7B8E">
              <a:alpha val="100000"/>
            </a:srgbClr>
          </a:solidFill>
          <a:ln w="2540">
            <a:solidFill>
              <a:srgbClr val="297B8E">
                <a:alpha val="100000"/>
              </a:srgbClr>
            </a:solidFill>
            <a:prstDash val="solid"/>
          </a:ln>
        </p:spPr>
      </p:sp>
      <p:sp>
        <p:nvSpPr>
          <p:cNvPr id="3810" name="LigandSeek2_vs_LigandSeek1_path_9324">
            <a:extLst>
              <a:ext uri="{FF2B5EF4-FFF2-40B4-BE49-F238E27FC236}">
                <a16:creationId xmlns:a16="http://schemas.microsoft.com/office/drawing/2014/main" id="{481B7A0A-AB73-4D11-B34F-ED15C124F40A}"/>
              </a:ext>
            </a:extLst>
          </p:cNvPr>
          <p:cNvSpPr>
            <a:spLocks noGrp="1"/>
          </p:cNvSpPr>
          <p:nvPr/>
        </p:nvSpPr>
        <p:spPr>
          <a:xfrm>
            <a:off x="2517372" y="340061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7A8E">
              <a:alpha val="100000"/>
            </a:srgbClr>
          </a:solidFill>
          <a:ln w="2540">
            <a:solidFill>
              <a:srgbClr val="297A8E">
                <a:alpha val="100000"/>
              </a:srgbClr>
            </a:solidFill>
            <a:prstDash val="solid"/>
          </a:ln>
        </p:spPr>
      </p:sp>
      <p:sp>
        <p:nvSpPr>
          <p:cNvPr id="3811" name="LigandSeek2_vs_LigandSeek1_path_9325">
            <a:extLst>
              <a:ext uri="{FF2B5EF4-FFF2-40B4-BE49-F238E27FC236}">
                <a16:creationId xmlns:a16="http://schemas.microsoft.com/office/drawing/2014/main" id="{0FA9CA6D-067A-48C7-956D-188180770A05}"/>
              </a:ext>
            </a:extLst>
          </p:cNvPr>
          <p:cNvSpPr>
            <a:spLocks noGrp="1"/>
          </p:cNvSpPr>
          <p:nvPr/>
        </p:nvSpPr>
        <p:spPr>
          <a:xfrm>
            <a:off x="2517372" y="33933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798E">
              <a:alpha val="100000"/>
            </a:srgbClr>
          </a:solidFill>
          <a:ln w="2540">
            <a:solidFill>
              <a:srgbClr val="29798E">
                <a:alpha val="100000"/>
              </a:srgbClr>
            </a:solidFill>
            <a:prstDash val="solid"/>
          </a:ln>
        </p:spPr>
      </p:sp>
      <p:sp>
        <p:nvSpPr>
          <p:cNvPr id="3812" name="LigandSeek2_vs_LigandSeek1_path_9326">
            <a:extLst>
              <a:ext uri="{FF2B5EF4-FFF2-40B4-BE49-F238E27FC236}">
                <a16:creationId xmlns:a16="http://schemas.microsoft.com/office/drawing/2014/main" id="{4BF28C07-49DC-4825-B9F8-818F737D8D17}"/>
              </a:ext>
            </a:extLst>
          </p:cNvPr>
          <p:cNvSpPr>
            <a:spLocks noGrp="1"/>
          </p:cNvSpPr>
          <p:nvPr/>
        </p:nvSpPr>
        <p:spPr>
          <a:xfrm>
            <a:off x="2517372" y="338617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788E">
              <a:alpha val="100000"/>
            </a:srgbClr>
          </a:solidFill>
          <a:ln w="2540">
            <a:solidFill>
              <a:srgbClr val="2A788E">
                <a:alpha val="100000"/>
              </a:srgbClr>
            </a:solidFill>
            <a:prstDash val="solid"/>
          </a:ln>
        </p:spPr>
      </p:sp>
      <p:sp>
        <p:nvSpPr>
          <p:cNvPr id="3813" name="LigandSeek2_vs_LigandSeek1_path_9327">
            <a:extLst>
              <a:ext uri="{FF2B5EF4-FFF2-40B4-BE49-F238E27FC236}">
                <a16:creationId xmlns:a16="http://schemas.microsoft.com/office/drawing/2014/main" id="{57631BCB-1EFF-44E3-9100-F119D054EFAA}"/>
              </a:ext>
            </a:extLst>
          </p:cNvPr>
          <p:cNvSpPr>
            <a:spLocks noGrp="1"/>
          </p:cNvSpPr>
          <p:nvPr/>
        </p:nvSpPr>
        <p:spPr>
          <a:xfrm>
            <a:off x="2517372" y="337894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778E">
              <a:alpha val="100000"/>
            </a:srgbClr>
          </a:solidFill>
          <a:ln w="2540">
            <a:solidFill>
              <a:srgbClr val="2A778E">
                <a:alpha val="100000"/>
              </a:srgbClr>
            </a:solidFill>
            <a:prstDash val="solid"/>
          </a:ln>
        </p:spPr>
      </p:sp>
      <p:sp>
        <p:nvSpPr>
          <p:cNvPr id="3814" name="LigandSeek2_vs_LigandSeek1_path_9328">
            <a:extLst>
              <a:ext uri="{FF2B5EF4-FFF2-40B4-BE49-F238E27FC236}">
                <a16:creationId xmlns:a16="http://schemas.microsoft.com/office/drawing/2014/main" id="{0C2F8045-7F16-48E7-BFAA-E5F7613F0B55}"/>
              </a:ext>
            </a:extLst>
          </p:cNvPr>
          <p:cNvSpPr>
            <a:spLocks noGrp="1"/>
          </p:cNvSpPr>
          <p:nvPr/>
        </p:nvSpPr>
        <p:spPr>
          <a:xfrm>
            <a:off x="2517372" y="337172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768E">
              <a:alpha val="100000"/>
            </a:srgbClr>
          </a:solidFill>
          <a:ln w="2540">
            <a:solidFill>
              <a:srgbClr val="2A768E">
                <a:alpha val="100000"/>
              </a:srgbClr>
            </a:solidFill>
            <a:prstDash val="solid"/>
          </a:ln>
        </p:spPr>
      </p:sp>
      <p:sp>
        <p:nvSpPr>
          <p:cNvPr id="3815" name="LigandSeek2_vs_LigandSeek1_path_9329">
            <a:extLst>
              <a:ext uri="{FF2B5EF4-FFF2-40B4-BE49-F238E27FC236}">
                <a16:creationId xmlns:a16="http://schemas.microsoft.com/office/drawing/2014/main" id="{D08F0204-0E9F-4118-B659-AA25733CD100}"/>
              </a:ext>
            </a:extLst>
          </p:cNvPr>
          <p:cNvSpPr>
            <a:spLocks noGrp="1"/>
          </p:cNvSpPr>
          <p:nvPr/>
        </p:nvSpPr>
        <p:spPr>
          <a:xfrm>
            <a:off x="2517372" y="336450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B758E">
              <a:alpha val="100000"/>
            </a:srgbClr>
          </a:solidFill>
          <a:ln w="2540">
            <a:solidFill>
              <a:srgbClr val="2B758E">
                <a:alpha val="100000"/>
              </a:srgbClr>
            </a:solidFill>
            <a:prstDash val="solid"/>
          </a:ln>
        </p:spPr>
      </p:sp>
      <p:sp>
        <p:nvSpPr>
          <p:cNvPr id="3816" name="LigandSeek2_vs_LigandSeek1_path_9330">
            <a:extLst>
              <a:ext uri="{FF2B5EF4-FFF2-40B4-BE49-F238E27FC236}">
                <a16:creationId xmlns:a16="http://schemas.microsoft.com/office/drawing/2014/main" id="{134EE3A6-CDED-4C55-A20F-7C12CBD2769E}"/>
              </a:ext>
            </a:extLst>
          </p:cNvPr>
          <p:cNvSpPr>
            <a:spLocks noGrp="1"/>
          </p:cNvSpPr>
          <p:nvPr/>
        </p:nvSpPr>
        <p:spPr>
          <a:xfrm>
            <a:off x="2517372" y="335728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B748E">
              <a:alpha val="100000"/>
            </a:srgbClr>
          </a:solidFill>
          <a:ln w="2540">
            <a:solidFill>
              <a:srgbClr val="2B748E">
                <a:alpha val="100000"/>
              </a:srgbClr>
            </a:solidFill>
            <a:prstDash val="solid"/>
          </a:ln>
        </p:spPr>
      </p:sp>
      <p:sp>
        <p:nvSpPr>
          <p:cNvPr id="3817" name="LigandSeek2_vs_LigandSeek1_path_9331">
            <a:extLst>
              <a:ext uri="{FF2B5EF4-FFF2-40B4-BE49-F238E27FC236}">
                <a16:creationId xmlns:a16="http://schemas.microsoft.com/office/drawing/2014/main" id="{41D83CC8-CCC7-46E2-AD85-6016B018153C}"/>
              </a:ext>
            </a:extLst>
          </p:cNvPr>
          <p:cNvSpPr>
            <a:spLocks noGrp="1"/>
          </p:cNvSpPr>
          <p:nvPr/>
        </p:nvSpPr>
        <p:spPr>
          <a:xfrm>
            <a:off x="2517372" y="335006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738E">
              <a:alpha val="100000"/>
            </a:srgbClr>
          </a:solidFill>
          <a:ln w="2540">
            <a:solidFill>
              <a:srgbClr val="2C738E">
                <a:alpha val="100000"/>
              </a:srgbClr>
            </a:solidFill>
            <a:prstDash val="solid"/>
          </a:ln>
        </p:spPr>
      </p:sp>
      <p:sp>
        <p:nvSpPr>
          <p:cNvPr id="3818" name="LigandSeek2_vs_LigandSeek1_path_9332">
            <a:extLst>
              <a:ext uri="{FF2B5EF4-FFF2-40B4-BE49-F238E27FC236}">
                <a16:creationId xmlns:a16="http://schemas.microsoft.com/office/drawing/2014/main" id="{063F9439-D201-4DE9-B4A0-F4F2B624FEAF}"/>
              </a:ext>
            </a:extLst>
          </p:cNvPr>
          <p:cNvSpPr>
            <a:spLocks noGrp="1"/>
          </p:cNvSpPr>
          <p:nvPr/>
        </p:nvSpPr>
        <p:spPr>
          <a:xfrm>
            <a:off x="2517372" y="334284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728E">
              <a:alpha val="100000"/>
            </a:srgbClr>
          </a:solidFill>
          <a:ln w="2540">
            <a:solidFill>
              <a:srgbClr val="2C728E">
                <a:alpha val="100000"/>
              </a:srgbClr>
            </a:solidFill>
            <a:prstDash val="solid"/>
          </a:ln>
        </p:spPr>
      </p:sp>
      <p:sp>
        <p:nvSpPr>
          <p:cNvPr id="3819" name="LigandSeek2_vs_LigandSeek1_path_9333">
            <a:extLst>
              <a:ext uri="{FF2B5EF4-FFF2-40B4-BE49-F238E27FC236}">
                <a16:creationId xmlns:a16="http://schemas.microsoft.com/office/drawing/2014/main" id="{F98642E0-CE9D-4170-8AD1-42313A0E2EDA}"/>
              </a:ext>
            </a:extLst>
          </p:cNvPr>
          <p:cNvSpPr>
            <a:spLocks noGrp="1"/>
          </p:cNvSpPr>
          <p:nvPr/>
        </p:nvSpPr>
        <p:spPr>
          <a:xfrm>
            <a:off x="2517372" y="333562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718E">
              <a:alpha val="100000"/>
            </a:srgbClr>
          </a:solidFill>
          <a:ln w="2540">
            <a:solidFill>
              <a:srgbClr val="2C718E">
                <a:alpha val="100000"/>
              </a:srgbClr>
            </a:solidFill>
            <a:prstDash val="solid"/>
          </a:ln>
        </p:spPr>
      </p:sp>
      <p:sp>
        <p:nvSpPr>
          <p:cNvPr id="3820" name="LigandSeek2_vs_LigandSeek1_path_9334">
            <a:extLst>
              <a:ext uri="{FF2B5EF4-FFF2-40B4-BE49-F238E27FC236}">
                <a16:creationId xmlns:a16="http://schemas.microsoft.com/office/drawing/2014/main" id="{A218795E-56B3-434D-8E68-0BDF5C3BE796}"/>
              </a:ext>
            </a:extLst>
          </p:cNvPr>
          <p:cNvSpPr>
            <a:spLocks noGrp="1"/>
          </p:cNvSpPr>
          <p:nvPr/>
        </p:nvSpPr>
        <p:spPr>
          <a:xfrm>
            <a:off x="2517372" y="332840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D718E">
              <a:alpha val="100000"/>
            </a:srgbClr>
          </a:solidFill>
          <a:ln w="2540">
            <a:solidFill>
              <a:srgbClr val="2D718E">
                <a:alpha val="100000"/>
              </a:srgbClr>
            </a:solidFill>
            <a:prstDash val="solid"/>
          </a:ln>
        </p:spPr>
      </p:sp>
      <p:sp>
        <p:nvSpPr>
          <p:cNvPr id="3821" name="LigandSeek2_vs_LigandSeek1_path_9335">
            <a:extLst>
              <a:ext uri="{FF2B5EF4-FFF2-40B4-BE49-F238E27FC236}">
                <a16:creationId xmlns:a16="http://schemas.microsoft.com/office/drawing/2014/main" id="{F8B0B2B4-CA21-4EF5-A5E1-27BF6A646C11}"/>
              </a:ext>
            </a:extLst>
          </p:cNvPr>
          <p:cNvSpPr>
            <a:spLocks noGrp="1"/>
          </p:cNvSpPr>
          <p:nvPr/>
        </p:nvSpPr>
        <p:spPr>
          <a:xfrm>
            <a:off x="2517372" y="332118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D708E">
              <a:alpha val="100000"/>
            </a:srgbClr>
          </a:solidFill>
          <a:ln w="2540">
            <a:solidFill>
              <a:srgbClr val="2D708E">
                <a:alpha val="100000"/>
              </a:srgbClr>
            </a:solidFill>
            <a:prstDash val="solid"/>
          </a:ln>
        </p:spPr>
      </p:sp>
      <p:sp>
        <p:nvSpPr>
          <p:cNvPr id="3822" name="LigandSeek2_vs_LigandSeek1_path_9336">
            <a:extLst>
              <a:ext uri="{FF2B5EF4-FFF2-40B4-BE49-F238E27FC236}">
                <a16:creationId xmlns:a16="http://schemas.microsoft.com/office/drawing/2014/main" id="{CD8EFC3B-10AF-4F99-B868-F02FF7FC6F15}"/>
              </a:ext>
            </a:extLst>
          </p:cNvPr>
          <p:cNvSpPr>
            <a:spLocks noGrp="1"/>
          </p:cNvSpPr>
          <p:nvPr/>
        </p:nvSpPr>
        <p:spPr>
          <a:xfrm>
            <a:off x="2517372" y="331396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6F8E">
              <a:alpha val="100000"/>
            </a:srgbClr>
          </a:solidFill>
          <a:ln w="2540">
            <a:solidFill>
              <a:srgbClr val="2E6F8E">
                <a:alpha val="100000"/>
              </a:srgbClr>
            </a:solidFill>
            <a:prstDash val="solid"/>
          </a:ln>
        </p:spPr>
      </p:sp>
      <p:sp>
        <p:nvSpPr>
          <p:cNvPr id="3823" name="LigandSeek2_vs_LigandSeek1_path_9337">
            <a:extLst>
              <a:ext uri="{FF2B5EF4-FFF2-40B4-BE49-F238E27FC236}">
                <a16:creationId xmlns:a16="http://schemas.microsoft.com/office/drawing/2014/main" id="{6C7E10CA-9F67-4F2D-9D9C-FE96D3435F5B}"/>
              </a:ext>
            </a:extLst>
          </p:cNvPr>
          <p:cNvSpPr>
            <a:spLocks noGrp="1"/>
          </p:cNvSpPr>
          <p:nvPr/>
        </p:nvSpPr>
        <p:spPr>
          <a:xfrm>
            <a:off x="2517372" y="330674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6E8E">
              <a:alpha val="100000"/>
            </a:srgbClr>
          </a:solidFill>
          <a:ln w="2540">
            <a:solidFill>
              <a:srgbClr val="2E6E8E">
                <a:alpha val="100000"/>
              </a:srgbClr>
            </a:solidFill>
            <a:prstDash val="solid"/>
          </a:ln>
        </p:spPr>
      </p:sp>
      <p:sp>
        <p:nvSpPr>
          <p:cNvPr id="3824" name="LigandSeek2_vs_LigandSeek1_path_9338">
            <a:extLst>
              <a:ext uri="{FF2B5EF4-FFF2-40B4-BE49-F238E27FC236}">
                <a16:creationId xmlns:a16="http://schemas.microsoft.com/office/drawing/2014/main" id="{A277E33E-DB30-487B-A298-AEEFD451F56C}"/>
              </a:ext>
            </a:extLst>
          </p:cNvPr>
          <p:cNvSpPr>
            <a:spLocks noGrp="1"/>
          </p:cNvSpPr>
          <p:nvPr/>
        </p:nvSpPr>
        <p:spPr>
          <a:xfrm>
            <a:off x="2517372" y="329952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6D8E">
              <a:alpha val="100000"/>
            </a:srgbClr>
          </a:solidFill>
          <a:ln w="2540">
            <a:solidFill>
              <a:srgbClr val="2E6D8E">
                <a:alpha val="100000"/>
              </a:srgbClr>
            </a:solidFill>
            <a:prstDash val="solid"/>
          </a:ln>
        </p:spPr>
      </p:sp>
      <p:sp>
        <p:nvSpPr>
          <p:cNvPr id="3825" name="LigandSeek2_vs_LigandSeek1_path_9339">
            <a:extLst>
              <a:ext uri="{FF2B5EF4-FFF2-40B4-BE49-F238E27FC236}">
                <a16:creationId xmlns:a16="http://schemas.microsoft.com/office/drawing/2014/main" id="{271C07D5-9DA9-4671-AA85-2384D31F972B}"/>
              </a:ext>
            </a:extLst>
          </p:cNvPr>
          <p:cNvSpPr>
            <a:spLocks noGrp="1"/>
          </p:cNvSpPr>
          <p:nvPr/>
        </p:nvSpPr>
        <p:spPr>
          <a:xfrm>
            <a:off x="2517372" y="329230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F6C8E">
              <a:alpha val="100000"/>
            </a:srgbClr>
          </a:solidFill>
          <a:ln w="2540">
            <a:solidFill>
              <a:srgbClr val="2F6C8E">
                <a:alpha val="100000"/>
              </a:srgbClr>
            </a:solidFill>
            <a:prstDash val="solid"/>
          </a:ln>
        </p:spPr>
      </p:sp>
      <p:sp>
        <p:nvSpPr>
          <p:cNvPr id="3826" name="LigandSeek2_vs_LigandSeek1_path_9340">
            <a:extLst>
              <a:ext uri="{FF2B5EF4-FFF2-40B4-BE49-F238E27FC236}">
                <a16:creationId xmlns:a16="http://schemas.microsoft.com/office/drawing/2014/main" id="{89151202-56BB-47D9-993F-3BE8844A72F6}"/>
              </a:ext>
            </a:extLst>
          </p:cNvPr>
          <p:cNvSpPr>
            <a:spLocks noGrp="1"/>
          </p:cNvSpPr>
          <p:nvPr/>
        </p:nvSpPr>
        <p:spPr>
          <a:xfrm>
            <a:off x="2517372" y="328508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F6B8E">
              <a:alpha val="100000"/>
            </a:srgbClr>
          </a:solidFill>
          <a:ln w="2540">
            <a:solidFill>
              <a:srgbClr val="2F6B8E">
                <a:alpha val="100000"/>
              </a:srgbClr>
            </a:solidFill>
            <a:prstDash val="solid"/>
          </a:ln>
        </p:spPr>
      </p:sp>
      <p:sp>
        <p:nvSpPr>
          <p:cNvPr id="3827" name="LigandSeek2_vs_LigandSeek1_path_9341">
            <a:extLst>
              <a:ext uri="{FF2B5EF4-FFF2-40B4-BE49-F238E27FC236}">
                <a16:creationId xmlns:a16="http://schemas.microsoft.com/office/drawing/2014/main" id="{53071789-F8F4-4F92-9EF7-CFE188DCEC0B}"/>
              </a:ext>
            </a:extLst>
          </p:cNvPr>
          <p:cNvSpPr>
            <a:spLocks noGrp="1"/>
          </p:cNvSpPr>
          <p:nvPr/>
        </p:nvSpPr>
        <p:spPr>
          <a:xfrm>
            <a:off x="2517372" y="327786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06A8E">
              <a:alpha val="100000"/>
            </a:srgbClr>
          </a:solidFill>
          <a:ln w="2540">
            <a:solidFill>
              <a:srgbClr val="306A8E">
                <a:alpha val="100000"/>
              </a:srgbClr>
            </a:solidFill>
            <a:prstDash val="solid"/>
          </a:ln>
        </p:spPr>
      </p:sp>
      <p:sp>
        <p:nvSpPr>
          <p:cNvPr id="3828" name="LigandSeek2_vs_LigandSeek1_path_9342">
            <a:extLst>
              <a:ext uri="{FF2B5EF4-FFF2-40B4-BE49-F238E27FC236}">
                <a16:creationId xmlns:a16="http://schemas.microsoft.com/office/drawing/2014/main" id="{203F293F-10B7-4718-B8D1-7B02018EDE61}"/>
              </a:ext>
            </a:extLst>
          </p:cNvPr>
          <p:cNvSpPr>
            <a:spLocks noGrp="1"/>
          </p:cNvSpPr>
          <p:nvPr/>
        </p:nvSpPr>
        <p:spPr>
          <a:xfrm>
            <a:off x="2517372" y="327064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0698E">
              <a:alpha val="100000"/>
            </a:srgbClr>
          </a:solidFill>
          <a:ln w="2540">
            <a:solidFill>
              <a:srgbClr val="30698E">
                <a:alpha val="100000"/>
              </a:srgbClr>
            </a:solidFill>
            <a:prstDash val="solid"/>
          </a:ln>
        </p:spPr>
      </p:sp>
      <p:sp>
        <p:nvSpPr>
          <p:cNvPr id="3829" name="LigandSeek2_vs_LigandSeek1_path_9343">
            <a:extLst>
              <a:ext uri="{FF2B5EF4-FFF2-40B4-BE49-F238E27FC236}">
                <a16:creationId xmlns:a16="http://schemas.microsoft.com/office/drawing/2014/main" id="{E1B4E87C-FB57-43BD-B5B7-4369D6EABFEB}"/>
              </a:ext>
            </a:extLst>
          </p:cNvPr>
          <p:cNvSpPr>
            <a:spLocks noGrp="1"/>
          </p:cNvSpPr>
          <p:nvPr/>
        </p:nvSpPr>
        <p:spPr>
          <a:xfrm>
            <a:off x="2517372" y="326342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688E">
              <a:alpha val="100000"/>
            </a:srgbClr>
          </a:solidFill>
          <a:ln w="2540">
            <a:solidFill>
              <a:srgbClr val="31688E">
                <a:alpha val="100000"/>
              </a:srgbClr>
            </a:solidFill>
            <a:prstDash val="solid"/>
          </a:ln>
        </p:spPr>
      </p:sp>
      <p:sp>
        <p:nvSpPr>
          <p:cNvPr id="3830" name="LigandSeek2_vs_LigandSeek1_path_9344">
            <a:extLst>
              <a:ext uri="{FF2B5EF4-FFF2-40B4-BE49-F238E27FC236}">
                <a16:creationId xmlns:a16="http://schemas.microsoft.com/office/drawing/2014/main" id="{43AB70C2-CDF4-4F63-A137-D103C9E31DE9}"/>
              </a:ext>
            </a:extLst>
          </p:cNvPr>
          <p:cNvSpPr>
            <a:spLocks noGrp="1"/>
          </p:cNvSpPr>
          <p:nvPr/>
        </p:nvSpPr>
        <p:spPr>
          <a:xfrm>
            <a:off x="2517372" y="325620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678E">
              <a:alpha val="100000"/>
            </a:srgbClr>
          </a:solidFill>
          <a:ln w="2540">
            <a:solidFill>
              <a:srgbClr val="31678E">
                <a:alpha val="100000"/>
              </a:srgbClr>
            </a:solidFill>
            <a:prstDash val="solid"/>
          </a:ln>
        </p:spPr>
      </p:sp>
      <p:sp>
        <p:nvSpPr>
          <p:cNvPr id="3831" name="LigandSeek2_vs_LigandSeek1_path_9345">
            <a:extLst>
              <a:ext uri="{FF2B5EF4-FFF2-40B4-BE49-F238E27FC236}">
                <a16:creationId xmlns:a16="http://schemas.microsoft.com/office/drawing/2014/main" id="{9609E979-5E08-4ED9-9757-3AD6898875F2}"/>
              </a:ext>
            </a:extLst>
          </p:cNvPr>
          <p:cNvSpPr>
            <a:spLocks noGrp="1"/>
          </p:cNvSpPr>
          <p:nvPr/>
        </p:nvSpPr>
        <p:spPr>
          <a:xfrm>
            <a:off x="2517372" y="324898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668E">
              <a:alpha val="100000"/>
            </a:srgbClr>
          </a:solidFill>
          <a:ln w="2540">
            <a:solidFill>
              <a:srgbClr val="31668E">
                <a:alpha val="100000"/>
              </a:srgbClr>
            </a:solidFill>
            <a:prstDash val="solid"/>
          </a:ln>
        </p:spPr>
      </p:sp>
      <p:sp>
        <p:nvSpPr>
          <p:cNvPr id="3832" name="LigandSeek2_vs_LigandSeek1_path_9346">
            <a:extLst>
              <a:ext uri="{FF2B5EF4-FFF2-40B4-BE49-F238E27FC236}">
                <a16:creationId xmlns:a16="http://schemas.microsoft.com/office/drawing/2014/main" id="{F5875248-414A-408F-82C6-4D5A73CAA50D}"/>
              </a:ext>
            </a:extLst>
          </p:cNvPr>
          <p:cNvSpPr>
            <a:spLocks noGrp="1"/>
          </p:cNvSpPr>
          <p:nvPr/>
        </p:nvSpPr>
        <p:spPr>
          <a:xfrm>
            <a:off x="2517372" y="324176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2658E">
              <a:alpha val="100000"/>
            </a:srgbClr>
          </a:solidFill>
          <a:ln w="2540">
            <a:solidFill>
              <a:srgbClr val="32658E">
                <a:alpha val="100000"/>
              </a:srgbClr>
            </a:solidFill>
            <a:prstDash val="solid"/>
          </a:ln>
        </p:spPr>
      </p:sp>
      <p:sp>
        <p:nvSpPr>
          <p:cNvPr id="3833" name="LigandSeek2_vs_LigandSeek1_path_9347">
            <a:extLst>
              <a:ext uri="{FF2B5EF4-FFF2-40B4-BE49-F238E27FC236}">
                <a16:creationId xmlns:a16="http://schemas.microsoft.com/office/drawing/2014/main" id="{EE925BCB-AD54-40FA-8F35-59CCCB82291F}"/>
              </a:ext>
            </a:extLst>
          </p:cNvPr>
          <p:cNvSpPr>
            <a:spLocks noGrp="1"/>
          </p:cNvSpPr>
          <p:nvPr/>
        </p:nvSpPr>
        <p:spPr>
          <a:xfrm>
            <a:off x="2517372" y="323454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2648E">
              <a:alpha val="100000"/>
            </a:srgbClr>
          </a:solidFill>
          <a:ln w="2540">
            <a:solidFill>
              <a:srgbClr val="32648E">
                <a:alpha val="100000"/>
              </a:srgbClr>
            </a:solidFill>
            <a:prstDash val="solid"/>
          </a:ln>
        </p:spPr>
      </p:sp>
      <p:sp>
        <p:nvSpPr>
          <p:cNvPr id="3834" name="LigandSeek2_vs_LigandSeek1_path_9348">
            <a:extLst>
              <a:ext uri="{FF2B5EF4-FFF2-40B4-BE49-F238E27FC236}">
                <a16:creationId xmlns:a16="http://schemas.microsoft.com/office/drawing/2014/main" id="{E3D8592E-6EE3-4009-B1B4-CEA344E0D7D3}"/>
              </a:ext>
            </a:extLst>
          </p:cNvPr>
          <p:cNvSpPr>
            <a:spLocks noGrp="1"/>
          </p:cNvSpPr>
          <p:nvPr/>
        </p:nvSpPr>
        <p:spPr>
          <a:xfrm>
            <a:off x="2517372" y="322732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3638D">
              <a:alpha val="100000"/>
            </a:srgbClr>
          </a:solidFill>
          <a:ln w="2540">
            <a:solidFill>
              <a:srgbClr val="33638D">
                <a:alpha val="100000"/>
              </a:srgbClr>
            </a:solidFill>
            <a:prstDash val="solid"/>
          </a:ln>
        </p:spPr>
      </p:sp>
      <p:sp>
        <p:nvSpPr>
          <p:cNvPr id="3835" name="LigandSeek2_vs_LigandSeek1_path_9349">
            <a:extLst>
              <a:ext uri="{FF2B5EF4-FFF2-40B4-BE49-F238E27FC236}">
                <a16:creationId xmlns:a16="http://schemas.microsoft.com/office/drawing/2014/main" id="{E985D2B7-2527-4CBB-A3D0-CD590466D855}"/>
              </a:ext>
            </a:extLst>
          </p:cNvPr>
          <p:cNvSpPr>
            <a:spLocks noGrp="1"/>
          </p:cNvSpPr>
          <p:nvPr/>
        </p:nvSpPr>
        <p:spPr>
          <a:xfrm>
            <a:off x="2517372" y="322010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3628D">
              <a:alpha val="100000"/>
            </a:srgbClr>
          </a:solidFill>
          <a:ln w="2540">
            <a:solidFill>
              <a:srgbClr val="33628D">
                <a:alpha val="100000"/>
              </a:srgbClr>
            </a:solidFill>
            <a:prstDash val="solid"/>
          </a:ln>
        </p:spPr>
      </p:sp>
      <p:sp>
        <p:nvSpPr>
          <p:cNvPr id="3836" name="LigandSeek2_vs_LigandSeek1_path_9350">
            <a:extLst>
              <a:ext uri="{FF2B5EF4-FFF2-40B4-BE49-F238E27FC236}">
                <a16:creationId xmlns:a16="http://schemas.microsoft.com/office/drawing/2014/main" id="{A61B8B7D-AC45-4E63-87DC-DFA22FACEC2C}"/>
              </a:ext>
            </a:extLst>
          </p:cNvPr>
          <p:cNvSpPr>
            <a:spLocks noGrp="1"/>
          </p:cNvSpPr>
          <p:nvPr/>
        </p:nvSpPr>
        <p:spPr>
          <a:xfrm>
            <a:off x="2517372" y="321288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4618D">
              <a:alpha val="100000"/>
            </a:srgbClr>
          </a:solidFill>
          <a:ln w="2540">
            <a:solidFill>
              <a:srgbClr val="34618D">
                <a:alpha val="100000"/>
              </a:srgbClr>
            </a:solidFill>
            <a:prstDash val="solid"/>
          </a:ln>
        </p:spPr>
      </p:sp>
      <p:sp>
        <p:nvSpPr>
          <p:cNvPr id="3837" name="LigandSeek2_vs_LigandSeek1_path_9351">
            <a:extLst>
              <a:ext uri="{FF2B5EF4-FFF2-40B4-BE49-F238E27FC236}">
                <a16:creationId xmlns:a16="http://schemas.microsoft.com/office/drawing/2014/main" id="{862F462D-B3F5-4E06-B632-982034275967}"/>
              </a:ext>
            </a:extLst>
          </p:cNvPr>
          <p:cNvSpPr>
            <a:spLocks noGrp="1"/>
          </p:cNvSpPr>
          <p:nvPr/>
        </p:nvSpPr>
        <p:spPr>
          <a:xfrm>
            <a:off x="2517372" y="320566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4608D">
              <a:alpha val="100000"/>
            </a:srgbClr>
          </a:solidFill>
          <a:ln w="2540">
            <a:solidFill>
              <a:srgbClr val="34608D">
                <a:alpha val="100000"/>
              </a:srgbClr>
            </a:solidFill>
            <a:prstDash val="solid"/>
          </a:ln>
        </p:spPr>
      </p:sp>
      <p:sp>
        <p:nvSpPr>
          <p:cNvPr id="3838" name="LigandSeek2_vs_LigandSeek1_path_9352">
            <a:extLst>
              <a:ext uri="{FF2B5EF4-FFF2-40B4-BE49-F238E27FC236}">
                <a16:creationId xmlns:a16="http://schemas.microsoft.com/office/drawing/2014/main" id="{C4D206B5-F8E0-418D-B81C-F467245FF2A6}"/>
              </a:ext>
            </a:extLst>
          </p:cNvPr>
          <p:cNvSpPr>
            <a:spLocks noGrp="1"/>
          </p:cNvSpPr>
          <p:nvPr/>
        </p:nvSpPr>
        <p:spPr>
          <a:xfrm>
            <a:off x="2517372" y="319844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55F8D">
              <a:alpha val="100000"/>
            </a:srgbClr>
          </a:solidFill>
          <a:ln w="2540">
            <a:solidFill>
              <a:srgbClr val="355F8D">
                <a:alpha val="100000"/>
              </a:srgbClr>
            </a:solidFill>
            <a:prstDash val="solid"/>
          </a:ln>
        </p:spPr>
      </p:sp>
      <p:sp>
        <p:nvSpPr>
          <p:cNvPr id="3839" name="LigandSeek2_vs_LigandSeek1_path_9353">
            <a:extLst>
              <a:ext uri="{FF2B5EF4-FFF2-40B4-BE49-F238E27FC236}">
                <a16:creationId xmlns:a16="http://schemas.microsoft.com/office/drawing/2014/main" id="{54B26009-AC77-4DE6-8E9B-457E5A66EB46}"/>
              </a:ext>
            </a:extLst>
          </p:cNvPr>
          <p:cNvSpPr>
            <a:spLocks noGrp="1"/>
          </p:cNvSpPr>
          <p:nvPr/>
        </p:nvSpPr>
        <p:spPr>
          <a:xfrm>
            <a:off x="2517372" y="319121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55E8D">
              <a:alpha val="100000"/>
            </a:srgbClr>
          </a:solidFill>
          <a:ln w="2540">
            <a:solidFill>
              <a:srgbClr val="355E8D">
                <a:alpha val="100000"/>
              </a:srgbClr>
            </a:solidFill>
            <a:prstDash val="solid"/>
          </a:ln>
        </p:spPr>
      </p:sp>
      <p:sp>
        <p:nvSpPr>
          <p:cNvPr id="3840" name="LigandSeek2_vs_LigandSeek1_path_9354">
            <a:extLst>
              <a:ext uri="{FF2B5EF4-FFF2-40B4-BE49-F238E27FC236}">
                <a16:creationId xmlns:a16="http://schemas.microsoft.com/office/drawing/2014/main" id="{11944559-7154-409F-8D6E-EA1C720CE88E}"/>
              </a:ext>
            </a:extLst>
          </p:cNvPr>
          <p:cNvSpPr>
            <a:spLocks noGrp="1"/>
          </p:cNvSpPr>
          <p:nvPr/>
        </p:nvSpPr>
        <p:spPr>
          <a:xfrm>
            <a:off x="2517372" y="318399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65D8D">
              <a:alpha val="100000"/>
            </a:srgbClr>
          </a:solidFill>
          <a:ln w="2540">
            <a:solidFill>
              <a:srgbClr val="365D8D">
                <a:alpha val="100000"/>
              </a:srgbClr>
            </a:solidFill>
            <a:prstDash val="solid"/>
          </a:ln>
        </p:spPr>
      </p:sp>
      <p:sp>
        <p:nvSpPr>
          <p:cNvPr id="3841" name="LigandSeek2_vs_LigandSeek1_path_9355">
            <a:extLst>
              <a:ext uri="{FF2B5EF4-FFF2-40B4-BE49-F238E27FC236}">
                <a16:creationId xmlns:a16="http://schemas.microsoft.com/office/drawing/2014/main" id="{89206E96-13ED-49C7-A848-178DF4AEA448}"/>
              </a:ext>
            </a:extLst>
          </p:cNvPr>
          <p:cNvSpPr>
            <a:spLocks noGrp="1"/>
          </p:cNvSpPr>
          <p:nvPr/>
        </p:nvSpPr>
        <p:spPr>
          <a:xfrm>
            <a:off x="2517372" y="317677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65C8D">
              <a:alpha val="100000"/>
            </a:srgbClr>
          </a:solidFill>
          <a:ln w="2540">
            <a:solidFill>
              <a:srgbClr val="365C8D">
                <a:alpha val="100000"/>
              </a:srgbClr>
            </a:solidFill>
            <a:prstDash val="solid"/>
          </a:ln>
        </p:spPr>
      </p:sp>
      <p:sp>
        <p:nvSpPr>
          <p:cNvPr id="3842" name="LigandSeek2_vs_LigandSeek1_path_9356">
            <a:extLst>
              <a:ext uri="{FF2B5EF4-FFF2-40B4-BE49-F238E27FC236}">
                <a16:creationId xmlns:a16="http://schemas.microsoft.com/office/drawing/2014/main" id="{CAD11385-D98A-45BB-89B9-BE6B1DC817DB}"/>
              </a:ext>
            </a:extLst>
          </p:cNvPr>
          <p:cNvSpPr>
            <a:spLocks noGrp="1"/>
          </p:cNvSpPr>
          <p:nvPr/>
        </p:nvSpPr>
        <p:spPr>
          <a:xfrm>
            <a:off x="2517372" y="316955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75B8D">
              <a:alpha val="100000"/>
            </a:srgbClr>
          </a:solidFill>
          <a:ln w="2540">
            <a:solidFill>
              <a:srgbClr val="375B8D">
                <a:alpha val="100000"/>
              </a:srgbClr>
            </a:solidFill>
            <a:prstDash val="solid"/>
          </a:ln>
        </p:spPr>
      </p:sp>
      <p:sp>
        <p:nvSpPr>
          <p:cNvPr id="3843" name="LigandSeek2_vs_LigandSeek1_path_9357">
            <a:extLst>
              <a:ext uri="{FF2B5EF4-FFF2-40B4-BE49-F238E27FC236}">
                <a16:creationId xmlns:a16="http://schemas.microsoft.com/office/drawing/2014/main" id="{5B12F9EE-9CC2-4AC9-A155-F054E0FDC59F}"/>
              </a:ext>
            </a:extLst>
          </p:cNvPr>
          <p:cNvSpPr>
            <a:spLocks noGrp="1"/>
          </p:cNvSpPr>
          <p:nvPr/>
        </p:nvSpPr>
        <p:spPr>
          <a:xfrm>
            <a:off x="2517372" y="316233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75A8C">
              <a:alpha val="100000"/>
            </a:srgbClr>
          </a:solidFill>
          <a:ln w="2540">
            <a:solidFill>
              <a:srgbClr val="375A8C">
                <a:alpha val="100000"/>
              </a:srgbClr>
            </a:solidFill>
            <a:prstDash val="solid"/>
          </a:ln>
        </p:spPr>
      </p:sp>
      <p:sp>
        <p:nvSpPr>
          <p:cNvPr id="3844" name="LigandSeek2_vs_LigandSeek1_path_9358">
            <a:extLst>
              <a:ext uri="{FF2B5EF4-FFF2-40B4-BE49-F238E27FC236}">
                <a16:creationId xmlns:a16="http://schemas.microsoft.com/office/drawing/2014/main" id="{379D41A6-64AA-433A-A227-1AB23E170837}"/>
              </a:ext>
            </a:extLst>
          </p:cNvPr>
          <p:cNvSpPr>
            <a:spLocks noGrp="1"/>
          </p:cNvSpPr>
          <p:nvPr/>
        </p:nvSpPr>
        <p:spPr>
          <a:xfrm>
            <a:off x="2517372" y="315511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8598C">
              <a:alpha val="100000"/>
            </a:srgbClr>
          </a:solidFill>
          <a:ln w="2540">
            <a:solidFill>
              <a:srgbClr val="38598C">
                <a:alpha val="100000"/>
              </a:srgbClr>
            </a:solidFill>
            <a:prstDash val="solid"/>
          </a:ln>
        </p:spPr>
      </p:sp>
      <p:sp>
        <p:nvSpPr>
          <p:cNvPr id="3845" name="LigandSeek2_vs_LigandSeek1_path_9359">
            <a:extLst>
              <a:ext uri="{FF2B5EF4-FFF2-40B4-BE49-F238E27FC236}">
                <a16:creationId xmlns:a16="http://schemas.microsoft.com/office/drawing/2014/main" id="{159D068B-D146-4E1E-A297-77E23A9D9F88}"/>
              </a:ext>
            </a:extLst>
          </p:cNvPr>
          <p:cNvSpPr>
            <a:spLocks noGrp="1"/>
          </p:cNvSpPr>
          <p:nvPr/>
        </p:nvSpPr>
        <p:spPr>
          <a:xfrm>
            <a:off x="2517372" y="314789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8588C">
              <a:alpha val="100000"/>
            </a:srgbClr>
          </a:solidFill>
          <a:ln w="2540">
            <a:solidFill>
              <a:srgbClr val="38588C">
                <a:alpha val="100000"/>
              </a:srgbClr>
            </a:solidFill>
            <a:prstDash val="solid"/>
          </a:ln>
        </p:spPr>
      </p:sp>
      <p:sp>
        <p:nvSpPr>
          <p:cNvPr id="3846" name="LigandSeek2_vs_LigandSeek1_path_9360">
            <a:extLst>
              <a:ext uri="{FF2B5EF4-FFF2-40B4-BE49-F238E27FC236}">
                <a16:creationId xmlns:a16="http://schemas.microsoft.com/office/drawing/2014/main" id="{6ABEE79D-F29B-4E00-B257-A6C8E51315B2}"/>
              </a:ext>
            </a:extLst>
          </p:cNvPr>
          <p:cNvSpPr>
            <a:spLocks noGrp="1"/>
          </p:cNvSpPr>
          <p:nvPr/>
        </p:nvSpPr>
        <p:spPr>
          <a:xfrm>
            <a:off x="2517372" y="314067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9568C">
              <a:alpha val="100000"/>
            </a:srgbClr>
          </a:solidFill>
          <a:ln w="2540">
            <a:solidFill>
              <a:srgbClr val="39568C">
                <a:alpha val="100000"/>
              </a:srgbClr>
            </a:solidFill>
            <a:prstDash val="solid"/>
          </a:ln>
        </p:spPr>
      </p:sp>
      <p:sp>
        <p:nvSpPr>
          <p:cNvPr id="3847" name="LigandSeek2_vs_LigandSeek1_path_9361">
            <a:extLst>
              <a:ext uri="{FF2B5EF4-FFF2-40B4-BE49-F238E27FC236}">
                <a16:creationId xmlns:a16="http://schemas.microsoft.com/office/drawing/2014/main" id="{879F86DA-15AD-4774-A5B8-95A0AA0EFA91}"/>
              </a:ext>
            </a:extLst>
          </p:cNvPr>
          <p:cNvSpPr>
            <a:spLocks noGrp="1"/>
          </p:cNvSpPr>
          <p:nvPr/>
        </p:nvSpPr>
        <p:spPr>
          <a:xfrm>
            <a:off x="2517372" y="313345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9558C">
              <a:alpha val="100000"/>
            </a:srgbClr>
          </a:solidFill>
          <a:ln w="2540">
            <a:solidFill>
              <a:srgbClr val="39558C">
                <a:alpha val="100000"/>
              </a:srgbClr>
            </a:solidFill>
            <a:prstDash val="solid"/>
          </a:ln>
        </p:spPr>
      </p:sp>
      <p:sp>
        <p:nvSpPr>
          <p:cNvPr id="3848" name="LigandSeek2_vs_LigandSeek1_path_9362">
            <a:extLst>
              <a:ext uri="{FF2B5EF4-FFF2-40B4-BE49-F238E27FC236}">
                <a16:creationId xmlns:a16="http://schemas.microsoft.com/office/drawing/2014/main" id="{3393131A-56AC-4D89-85BC-19F59B63E096}"/>
              </a:ext>
            </a:extLst>
          </p:cNvPr>
          <p:cNvSpPr>
            <a:spLocks noGrp="1"/>
          </p:cNvSpPr>
          <p:nvPr/>
        </p:nvSpPr>
        <p:spPr>
          <a:xfrm>
            <a:off x="2517372" y="312623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A548C">
              <a:alpha val="100000"/>
            </a:srgbClr>
          </a:solidFill>
          <a:ln w="2540">
            <a:solidFill>
              <a:srgbClr val="3A548C">
                <a:alpha val="100000"/>
              </a:srgbClr>
            </a:solidFill>
            <a:prstDash val="solid"/>
          </a:ln>
        </p:spPr>
      </p:sp>
      <p:sp>
        <p:nvSpPr>
          <p:cNvPr id="3849" name="LigandSeek2_vs_LigandSeek1_path_9363">
            <a:extLst>
              <a:ext uri="{FF2B5EF4-FFF2-40B4-BE49-F238E27FC236}">
                <a16:creationId xmlns:a16="http://schemas.microsoft.com/office/drawing/2014/main" id="{4E6EAAB6-CE46-410D-8126-53DD33B578AF}"/>
              </a:ext>
            </a:extLst>
          </p:cNvPr>
          <p:cNvSpPr>
            <a:spLocks noGrp="1"/>
          </p:cNvSpPr>
          <p:nvPr/>
        </p:nvSpPr>
        <p:spPr>
          <a:xfrm>
            <a:off x="2517372" y="311901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A538B">
              <a:alpha val="100000"/>
            </a:srgbClr>
          </a:solidFill>
          <a:ln w="2540">
            <a:solidFill>
              <a:srgbClr val="3A538B">
                <a:alpha val="100000"/>
              </a:srgbClr>
            </a:solidFill>
            <a:prstDash val="solid"/>
          </a:ln>
        </p:spPr>
      </p:sp>
      <p:sp>
        <p:nvSpPr>
          <p:cNvPr id="3850" name="LigandSeek2_vs_LigandSeek1_path_9364">
            <a:extLst>
              <a:ext uri="{FF2B5EF4-FFF2-40B4-BE49-F238E27FC236}">
                <a16:creationId xmlns:a16="http://schemas.microsoft.com/office/drawing/2014/main" id="{CD352B35-AE23-4E12-BAF4-5B5E7A768E58}"/>
              </a:ext>
            </a:extLst>
          </p:cNvPr>
          <p:cNvSpPr>
            <a:spLocks noGrp="1"/>
          </p:cNvSpPr>
          <p:nvPr/>
        </p:nvSpPr>
        <p:spPr>
          <a:xfrm>
            <a:off x="2517372" y="311179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B528B">
              <a:alpha val="100000"/>
            </a:srgbClr>
          </a:solidFill>
          <a:ln w="2540">
            <a:solidFill>
              <a:srgbClr val="3B528B">
                <a:alpha val="100000"/>
              </a:srgbClr>
            </a:solidFill>
            <a:prstDash val="solid"/>
          </a:ln>
        </p:spPr>
      </p:sp>
      <p:sp>
        <p:nvSpPr>
          <p:cNvPr id="3851" name="LigandSeek2_vs_LigandSeek1_path_9365">
            <a:extLst>
              <a:ext uri="{FF2B5EF4-FFF2-40B4-BE49-F238E27FC236}">
                <a16:creationId xmlns:a16="http://schemas.microsoft.com/office/drawing/2014/main" id="{1BBE225D-93CE-472A-B2EF-5B9F667282F1}"/>
              </a:ext>
            </a:extLst>
          </p:cNvPr>
          <p:cNvSpPr>
            <a:spLocks noGrp="1"/>
          </p:cNvSpPr>
          <p:nvPr/>
        </p:nvSpPr>
        <p:spPr>
          <a:xfrm>
            <a:off x="2517372" y="310457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B518B">
              <a:alpha val="100000"/>
            </a:srgbClr>
          </a:solidFill>
          <a:ln w="2540">
            <a:solidFill>
              <a:srgbClr val="3B518B">
                <a:alpha val="100000"/>
              </a:srgbClr>
            </a:solidFill>
            <a:prstDash val="solid"/>
          </a:ln>
        </p:spPr>
      </p:sp>
      <p:sp>
        <p:nvSpPr>
          <p:cNvPr id="3852" name="LigandSeek2_vs_LigandSeek1_path_9366">
            <a:extLst>
              <a:ext uri="{FF2B5EF4-FFF2-40B4-BE49-F238E27FC236}">
                <a16:creationId xmlns:a16="http://schemas.microsoft.com/office/drawing/2014/main" id="{CD29A42C-B71C-4F6A-9287-EB749739CC42}"/>
              </a:ext>
            </a:extLst>
          </p:cNvPr>
          <p:cNvSpPr>
            <a:spLocks noGrp="1"/>
          </p:cNvSpPr>
          <p:nvPr/>
        </p:nvSpPr>
        <p:spPr>
          <a:xfrm>
            <a:off x="2517372" y="309735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C508B">
              <a:alpha val="100000"/>
            </a:srgbClr>
          </a:solidFill>
          <a:ln w="2540">
            <a:solidFill>
              <a:srgbClr val="3C508B">
                <a:alpha val="100000"/>
              </a:srgbClr>
            </a:solidFill>
            <a:prstDash val="solid"/>
          </a:ln>
        </p:spPr>
      </p:sp>
      <p:sp>
        <p:nvSpPr>
          <p:cNvPr id="3853" name="LigandSeek2_vs_LigandSeek1_path_9367">
            <a:extLst>
              <a:ext uri="{FF2B5EF4-FFF2-40B4-BE49-F238E27FC236}">
                <a16:creationId xmlns:a16="http://schemas.microsoft.com/office/drawing/2014/main" id="{F8E7D180-6D16-42A4-9FE1-5607477AB627}"/>
              </a:ext>
            </a:extLst>
          </p:cNvPr>
          <p:cNvSpPr>
            <a:spLocks noGrp="1"/>
          </p:cNvSpPr>
          <p:nvPr/>
        </p:nvSpPr>
        <p:spPr>
          <a:xfrm>
            <a:off x="2517372" y="309013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C4F8A">
              <a:alpha val="100000"/>
            </a:srgbClr>
          </a:solidFill>
          <a:ln w="2540">
            <a:solidFill>
              <a:srgbClr val="3C4F8A">
                <a:alpha val="100000"/>
              </a:srgbClr>
            </a:solidFill>
            <a:prstDash val="solid"/>
          </a:ln>
        </p:spPr>
      </p:sp>
      <p:sp>
        <p:nvSpPr>
          <p:cNvPr id="3854" name="LigandSeek2_vs_LigandSeek1_path_9368">
            <a:extLst>
              <a:ext uri="{FF2B5EF4-FFF2-40B4-BE49-F238E27FC236}">
                <a16:creationId xmlns:a16="http://schemas.microsoft.com/office/drawing/2014/main" id="{FE5E113A-B05D-4857-AC73-569CCB747117}"/>
              </a:ext>
            </a:extLst>
          </p:cNvPr>
          <p:cNvSpPr>
            <a:spLocks noGrp="1"/>
          </p:cNvSpPr>
          <p:nvPr/>
        </p:nvSpPr>
        <p:spPr>
          <a:xfrm>
            <a:off x="2517372" y="308291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D4E8A">
              <a:alpha val="100000"/>
            </a:srgbClr>
          </a:solidFill>
          <a:ln w="2540">
            <a:solidFill>
              <a:srgbClr val="3D4E8A">
                <a:alpha val="100000"/>
              </a:srgbClr>
            </a:solidFill>
            <a:prstDash val="solid"/>
          </a:ln>
        </p:spPr>
      </p:sp>
      <p:sp>
        <p:nvSpPr>
          <p:cNvPr id="3855" name="LigandSeek2_vs_LigandSeek1_path_9369">
            <a:extLst>
              <a:ext uri="{FF2B5EF4-FFF2-40B4-BE49-F238E27FC236}">
                <a16:creationId xmlns:a16="http://schemas.microsoft.com/office/drawing/2014/main" id="{E18D8C73-BBA5-4CBF-92A3-B19D6A72D63E}"/>
              </a:ext>
            </a:extLst>
          </p:cNvPr>
          <p:cNvSpPr>
            <a:spLocks noGrp="1"/>
          </p:cNvSpPr>
          <p:nvPr/>
        </p:nvSpPr>
        <p:spPr>
          <a:xfrm>
            <a:off x="2517372" y="307569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D4D8A">
              <a:alpha val="100000"/>
            </a:srgbClr>
          </a:solidFill>
          <a:ln w="2540">
            <a:solidFill>
              <a:srgbClr val="3D4D8A">
                <a:alpha val="100000"/>
              </a:srgbClr>
            </a:solidFill>
            <a:prstDash val="solid"/>
          </a:ln>
        </p:spPr>
      </p:sp>
      <p:sp>
        <p:nvSpPr>
          <p:cNvPr id="3856" name="LigandSeek2_vs_LigandSeek1_path_9370">
            <a:extLst>
              <a:ext uri="{FF2B5EF4-FFF2-40B4-BE49-F238E27FC236}">
                <a16:creationId xmlns:a16="http://schemas.microsoft.com/office/drawing/2014/main" id="{9B30458A-E940-4F7D-AC76-B5C927E8CEB3}"/>
              </a:ext>
            </a:extLst>
          </p:cNvPr>
          <p:cNvSpPr>
            <a:spLocks noGrp="1"/>
          </p:cNvSpPr>
          <p:nvPr/>
        </p:nvSpPr>
        <p:spPr>
          <a:xfrm>
            <a:off x="2517372" y="306847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E4C8A">
              <a:alpha val="100000"/>
            </a:srgbClr>
          </a:solidFill>
          <a:ln w="2540">
            <a:solidFill>
              <a:srgbClr val="3E4C8A">
                <a:alpha val="100000"/>
              </a:srgbClr>
            </a:solidFill>
            <a:prstDash val="solid"/>
          </a:ln>
        </p:spPr>
      </p:sp>
      <p:sp>
        <p:nvSpPr>
          <p:cNvPr id="3857" name="LigandSeek2_vs_LigandSeek1_path_9371">
            <a:extLst>
              <a:ext uri="{FF2B5EF4-FFF2-40B4-BE49-F238E27FC236}">
                <a16:creationId xmlns:a16="http://schemas.microsoft.com/office/drawing/2014/main" id="{7AE7D1D0-3508-4286-9104-CAAA25AE7CA9}"/>
              </a:ext>
            </a:extLst>
          </p:cNvPr>
          <p:cNvSpPr>
            <a:spLocks noGrp="1"/>
          </p:cNvSpPr>
          <p:nvPr/>
        </p:nvSpPr>
        <p:spPr>
          <a:xfrm>
            <a:off x="2517372" y="306125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E4A89">
              <a:alpha val="100000"/>
            </a:srgbClr>
          </a:solidFill>
          <a:ln w="2540">
            <a:solidFill>
              <a:srgbClr val="3E4A89">
                <a:alpha val="100000"/>
              </a:srgbClr>
            </a:solidFill>
            <a:prstDash val="solid"/>
          </a:ln>
        </p:spPr>
      </p:sp>
      <p:sp>
        <p:nvSpPr>
          <p:cNvPr id="3858" name="LigandSeek2_vs_LigandSeek1_path_9372">
            <a:extLst>
              <a:ext uri="{FF2B5EF4-FFF2-40B4-BE49-F238E27FC236}">
                <a16:creationId xmlns:a16="http://schemas.microsoft.com/office/drawing/2014/main" id="{6ADAC718-9868-4315-8DCE-CD8713C82298}"/>
              </a:ext>
            </a:extLst>
          </p:cNvPr>
          <p:cNvSpPr>
            <a:spLocks noGrp="1"/>
          </p:cNvSpPr>
          <p:nvPr/>
        </p:nvSpPr>
        <p:spPr>
          <a:xfrm>
            <a:off x="2517372" y="305403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E4989">
              <a:alpha val="100000"/>
            </a:srgbClr>
          </a:solidFill>
          <a:ln w="2540">
            <a:solidFill>
              <a:srgbClr val="3E4989">
                <a:alpha val="100000"/>
              </a:srgbClr>
            </a:solidFill>
            <a:prstDash val="solid"/>
          </a:ln>
        </p:spPr>
      </p:sp>
      <p:sp>
        <p:nvSpPr>
          <p:cNvPr id="3859" name="LigandSeek2_vs_LigandSeek1_path_9373">
            <a:extLst>
              <a:ext uri="{FF2B5EF4-FFF2-40B4-BE49-F238E27FC236}">
                <a16:creationId xmlns:a16="http://schemas.microsoft.com/office/drawing/2014/main" id="{DBEB5AE3-E67A-4606-80B7-CC29B2A9436B}"/>
              </a:ext>
            </a:extLst>
          </p:cNvPr>
          <p:cNvSpPr>
            <a:spLocks noGrp="1"/>
          </p:cNvSpPr>
          <p:nvPr/>
        </p:nvSpPr>
        <p:spPr>
          <a:xfrm>
            <a:off x="2517372" y="304681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F4889">
              <a:alpha val="100000"/>
            </a:srgbClr>
          </a:solidFill>
          <a:ln w="2540">
            <a:solidFill>
              <a:srgbClr val="3F4889">
                <a:alpha val="100000"/>
              </a:srgbClr>
            </a:solidFill>
            <a:prstDash val="solid"/>
          </a:ln>
        </p:spPr>
      </p:sp>
      <p:sp>
        <p:nvSpPr>
          <p:cNvPr id="3860" name="LigandSeek2_vs_LigandSeek1_path_9374">
            <a:extLst>
              <a:ext uri="{FF2B5EF4-FFF2-40B4-BE49-F238E27FC236}">
                <a16:creationId xmlns:a16="http://schemas.microsoft.com/office/drawing/2014/main" id="{5139C8CA-3298-4179-90C4-F31648FC59F2}"/>
              </a:ext>
            </a:extLst>
          </p:cNvPr>
          <p:cNvSpPr>
            <a:spLocks noGrp="1"/>
          </p:cNvSpPr>
          <p:nvPr/>
        </p:nvSpPr>
        <p:spPr>
          <a:xfrm>
            <a:off x="2517372" y="303959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F4788">
              <a:alpha val="100000"/>
            </a:srgbClr>
          </a:solidFill>
          <a:ln w="2540">
            <a:solidFill>
              <a:srgbClr val="3F4788">
                <a:alpha val="100000"/>
              </a:srgbClr>
            </a:solidFill>
            <a:prstDash val="solid"/>
          </a:ln>
        </p:spPr>
      </p:sp>
      <p:sp>
        <p:nvSpPr>
          <p:cNvPr id="3861" name="LigandSeek2_vs_LigandSeek1_path_9375">
            <a:extLst>
              <a:ext uri="{FF2B5EF4-FFF2-40B4-BE49-F238E27FC236}">
                <a16:creationId xmlns:a16="http://schemas.microsoft.com/office/drawing/2014/main" id="{DE597E32-1985-4E9B-8A73-8FBF611C4C85}"/>
              </a:ext>
            </a:extLst>
          </p:cNvPr>
          <p:cNvSpPr>
            <a:spLocks noGrp="1"/>
          </p:cNvSpPr>
          <p:nvPr/>
        </p:nvSpPr>
        <p:spPr>
          <a:xfrm>
            <a:off x="2517372" y="303237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04688">
              <a:alpha val="100000"/>
            </a:srgbClr>
          </a:solidFill>
          <a:ln w="2540">
            <a:solidFill>
              <a:srgbClr val="404688">
                <a:alpha val="100000"/>
              </a:srgbClr>
            </a:solidFill>
            <a:prstDash val="solid"/>
          </a:ln>
        </p:spPr>
      </p:sp>
      <p:sp>
        <p:nvSpPr>
          <p:cNvPr id="3862" name="LigandSeek2_vs_LigandSeek1_path_9376">
            <a:extLst>
              <a:ext uri="{FF2B5EF4-FFF2-40B4-BE49-F238E27FC236}">
                <a16:creationId xmlns:a16="http://schemas.microsoft.com/office/drawing/2014/main" id="{C8E6FC62-1672-4FFC-94B0-40DAAF8EEE2E}"/>
              </a:ext>
            </a:extLst>
          </p:cNvPr>
          <p:cNvSpPr>
            <a:spLocks noGrp="1"/>
          </p:cNvSpPr>
          <p:nvPr/>
        </p:nvSpPr>
        <p:spPr>
          <a:xfrm>
            <a:off x="2517372" y="302515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04588">
              <a:alpha val="100000"/>
            </a:srgbClr>
          </a:solidFill>
          <a:ln w="2540">
            <a:solidFill>
              <a:srgbClr val="404588">
                <a:alpha val="100000"/>
              </a:srgbClr>
            </a:solidFill>
            <a:prstDash val="solid"/>
          </a:ln>
        </p:spPr>
      </p:sp>
      <p:sp>
        <p:nvSpPr>
          <p:cNvPr id="3863" name="LigandSeek2_vs_LigandSeek1_path_9377">
            <a:extLst>
              <a:ext uri="{FF2B5EF4-FFF2-40B4-BE49-F238E27FC236}">
                <a16:creationId xmlns:a16="http://schemas.microsoft.com/office/drawing/2014/main" id="{278BD248-0633-4AC2-9C7A-AFB55C880A97}"/>
              </a:ext>
            </a:extLst>
          </p:cNvPr>
          <p:cNvSpPr>
            <a:spLocks noGrp="1"/>
          </p:cNvSpPr>
          <p:nvPr/>
        </p:nvSpPr>
        <p:spPr>
          <a:xfrm>
            <a:off x="2517372" y="301793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14487">
              <a:alpha val="100000"/>
            </a:srgbClr>
          </a:solidFill>
          <a:ln w="2540">
            <a:solidFill>
              <a:srgbClr val="414487">
                <a:alpha val="100000"/>
              </a:srgbClr>
            </a:solidFill>
            <a:prstDash val="solid"/>
          </a:ln>
        </p:spPr>
      </p:sp>
      <p:sp>
        <p:nvSpPr>
          <p:cNvPr id="3864" name="LigandSeek2_vs_LigandSeek1_path_9378">
            <a:extLst>
              <a:ext uri="{FF2B5EF4-FFF2-40B4-BE49-F238E27FC236}">
                <a16:creationId xmlns:a16="http://schemas.microsoft.com/office/drawing/2014/main" id="{04AF452B-72CE-46FC-ACAC-11EA0E6AB65C}"/>
              </a:ext>
            </a:extLst>
          </p:cNvPr>
          <p:cNvSpPr>
            <a:spLocks noGrp="1"/>
          </p:cNvSpPr>
          <p:nvPr/>
        </p:nvSpPr>
        <p:spPr>
          <a:xfrm>
            <a:off x="2517372" y="301071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14287">
              <a:alpha val="100000"/>
            </a:srgbClr>
          </a:solidFill>
          <a:ln w="2540">
            <a:solidFill>
              <a:srgbClr val="414287">
                <a:alpha val="100000"/>
              </a:srgbClr>
            </a:solidFill>
            <a:prstDash val="solid"/>
          </a:ln>
        </p:spPr>
      </p:sp>
      <p:sp>
        <p:nvSpPr>
          <p:cNvPr id="3865" name="LigandSeek2_vs_LigandSeek1_path_9379">
            <a:extLst>
              <a:ext uri="{FF2B5EF4-FFF2-40B4-BE49-F238E27FC236}">
                <a16:creationId xmlns:a16="http://schemas.microsoft.com/office/drawing/2014/main" id="{D07A813D-7D0D-49D8-9794-6A855C9CFD22}"/>
              </a:ext>
            </a:extLst>
          </p:cNvPr>
          <p:cNvSpPr>
            <a:spLocks noGrp="1"/>
          </p:cNvSpPr>
          <p:nvPr/>
        </p:nvSpPr>
        <p:spPr>
          <a:xfrm>
            <a:off x="2517372" y="300348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4186">
              <a:alpha val="100000"/>
            </a:srgbClr>
          </a:solidFill>
          <a:ln w="2540">
            <a:solidFill>
              <a:srgbClr val="424186">
                <a:alpha val="100000"/>
              </a:srgbClr>
            </a:solidFill>
            <a:prstDash val="solid"/>
          </a:ln>
        </p:spPr>
      </p:sp>
      <p:sp>
        <p:nvSpPr>
          <p:cNvPr id="3866" name="LigandSeek2_vs_LigandSeek1_path_9380">
            <a:extLst>
              <a:ext uri="{FF2B5EF4-FFF2-40B4-BE49-F238E27FC236}">
                <a16:creationId xmlns:a16="http://schemas.microsoft.com/office/drawing/2014/main" id="{54938CD8-CC7D-4A76-8E20-613DB6CDC278}"/>
              </a:ext>
            </a:extLst>
          </p:cNvPr>
          <p:cNvSpPr>
            <a:spLocks noGrp="1"/>
          </p:cNvSpPr>
          <p:nvPr/>
        </p:nvSpPr>
        <p:spPr>
          <a:xfrm>
            <a:off x="2517372" y="299626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4086">
              <a:alpha val="100000"/>
            </a:srgbClr>
          </a:solidFill>
          <a:ln w="2540">
            <a:solidFill>
              <a:srgbClr val="424086">
                <a:alpha val="100000"/>
              </a:srgbClr>
            </a:solidFill>
            <a:prstDash val="solid"/>
          </a:ln>
        </p:spPr>
      </p:sp>
      <p:sp>
        <p:nvSpPr>
          <p:cNvPr id="3867" name="LigandSeek2_vs_LigandSeek1_path_9381">
            <a:extLst>
              <a:ext uri="{FF2B5EF4-FFF2-40B4-BE49-F238E27FC236}">
                <a16:creationId xmlns:a16="http://schemas.microsoft.com/office/drawing/2014/main" id="{B2E6D716-E199-4210-99C9-924F6CA3B284}"/>
              </a:ext>
            </a:extLst>
          </p:cNvPr>
          <p:cNvSpPr>
            <a:spLocks noGrp="1"/>
          </p:cNvSpPr>
          <p:nvPr/>
        </p:nvSpPr>
        <p:spPr>
          <a:xfrm>
            <a:off x="2517372" y="298904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3F85">
              <a:alpha val="100000"/>
            </a:srgbClr>
          </a:solidFill>
          <a:ln w="2540">
            <a:solidFill>
              <a:srgbClr val="423F85">
                <a:alpha val="100000"/>
              </a:srgbClr>
            </a:solidFill>
            <a:prstDash val="solid"/>
          </a:ln>
        </p:spPr>
      </p:sp>
      <p:sp>
        <p:nvSpPr>
          <p:cNvPr id="3868" name="LigandSeek2_vs_LigandSeek1_path_9382">
            <a:extLst>
              <a:ext uri="{FF2B5EF4-FFF2-40B4-BE49-F238E27FC236}">
                <a16:creationId xmlns:a16="http://schemas.microsoft.com/office/drawing/2014/main" id="{E9B5EA11-1EFE-4C3F-A0A2-57E0EEF2D5C2}"/>
              </a:ext>
            </a:extLst>
          </p:cNvPr>
          <p:cNvSpPr>
            <a:spLocks noGrp="1"/>
          </p:cNvSpPr>
          <p:nvPr/>
        </p:nvSpPr>
        <p:spPr>
          <a:xfrm>
            <a:off x="2517372" y="298182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33E85">
              <a:alpha val="100000"/>
            </a:srgbClr>
          </a:solidFill>
          <a:ln w="2540">
            <a:solidFill>
              <a:srgbClr val="433E85">
                <a:alpha val="100000"/>
              </a:srgbClr>
            </a:solidFill>
            <a:prstDash val="solid"/>
          </a:ln>
        </p:spPr>
      </p:sp>
      <p:sp>
        <p:nvSpPr>
          <p:cNvPr id="3869" name="LigandSeek2_vs_LigandSeek1_path_9383">
            <a:extLst>
              <a:ext uri="{FF2B5EF4-FFF2-40B4-BE49-F238E27FC236}">
                <a16:creationId xmlns:a16="http://schemas.microsoft.com/office/drawing/2014/main" id="{C46E45F3-4006-42FB-AC7B-F197ABB447A1}"/>
              </a:ext>
            </a:extLst>
          </p:cNvPr>
          <p:cNvSpPr>
            <a:spLocks noGrp="1"/>
          </p:cNvSpPr>
          <p:nvPr/>
        </p:nvSpPr>
        <p:spPr>
          <a:xfrm>
            <a:off x="2517372" y="297460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33D84">
              <a:alpha val="100000"/>
            </a:srgbClr>
          </a:solidFill>
          <a:ln w="2540">
            <a:solidFill>
              <a:srgbClr val="433D84">
                <a:alpha val="100000"/>
              </a:srgbClr>
            </a:solidFill>
            <a:prstDash val="solid"/>
          </a:ln>
        </p:spPr>
      </p:sp>
      <p:sp>
        <p:nvSpPr>
          <p:cNvPr id="3870" name="LigandSeek2_vs_LigandSeek1_path_9384">
            <a:extLst>
              <a:ext uri="{FF2B5EF4-FFF2-40B4-BE49-F238E27FC236}">
                <a16:creationId xmlns:a16="http://schemas.microsoft.com/office/drawing/2014/main" id="{04A10EB9-B1A4-4AA1-9BAD-47FF0A918AC5}"/>
              </a:ext>
            </a:extLst>
          </p:cNvPr>
          <p:cNvSpPr>
            <a:spLocks noGrp="1"/>
          </p:cNvSpPr>
          <p:nvPr/>
        </p:nvSpPr>
        <p:spPr>
          <a:xfrm>
            <a:off x="2517372" y="296738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3B84">
              <a:alpha val="100000"/>
            </a:srgbClr>
          </a:solidFill>
          <a:ln w="2540">
            <a:solidFill>
              <a:srgbClr val="443B84">
                <a:alpha val="100000"/>
              </a:srgbClr>
            </a:solidFill>
            <a:prstDash val="solid"/>
          </a:ln>
        </p:spPr>
      </p:sp>
      <p:sp>
        <p:nvSpPr>
          <p:cNvPr id="3871" name="LigandSeek2_vs_LigandSeek1_path_9385">
            <a:extLst>
              <a:ext uri="{FF2B5EF4-FFF2-40B4-BE49-F238E27FC236}">
                <a16:creationId xmlns:a16="http://schemas.microsoft.com/office/drawing/2014/main" id="{49BA81D8-CC02-4526-907B-5765476BB33B}"/>
              </a:ext>
            </a:extLst>
          </p:cNvPr>
          <p:cNvSpPr>
            <a:spLocks noGrp="1"/>
          </p:cNvSpPr>
          <p:nvPr/>
        </p:nvSpPr>
        <p:spPr>
          <a:xfrm>
            <a:off x="2517372" y="296016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3A83">
              <a:alpha val="100000"/>
            </a:srgbClr>
          </a:solidFill>
          <a:ln w="2540">
            <a:solidFill>
              <a:srgbClr val="443A83">
                <a:alpha val="100000"/>
              </a:srgbClr>
            </a:solidFill>
            <a:prstDash val="solid"/>
          </a:ln>
        </p:spPr>
      </p:sp>
      <p:sp>
        <p:nvSpPr>
          <p:cNvPr id="3872" name="LigandSeek2_vs_LigandSeek1_path_9386">
            <a:extLst>
              <a:ext uri="{FF2B5EF4-FFF2-40B4-BE49-F238E27FC236}">
                <a16:creationId xmlns:a16="http://schemas.microsoft.com/office/drawing/2014/main" id="{C8B3F6F4-B244-4FE8-80D7-142F55BC8FE8}"/>
              </a:ext>
            </a:extLst>
          </p:cNvPr>
          <p:cNvSpPr>
            <a:spLocks noGrp="1"/>
          </p:cNvSpPr>
          <p:nvPr/>
        </p:nvSpPr>
        <p:spPr>
          <a:xfrm>
            <a:off x="2517372" y="295294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3983">
              <a:alpha val="100000"/>
            </a:srgbClr>
          </a:solidFill>
          <a:ln w="2540">
            <a:solidFill>
              <a:srgbClr val="443983">
                <a:alpha val="100000"/>
              </a:srgbClr>
            </a:solidFill>
            <a:prstDash val="solid"/>
          </a:ln>
        </p:spPr>
      </p:sp>
      <p:sp>
        <p:nvSpPr>
          <p:cNvPr id="3873" name="LigandSeek2_vs_LigandSeek1_path_9387">
            <a:extLst>
              <a:ext uri="{FF2B5EF4-FFF2-40B4-BE49-F238E27FC236}">
                <a16:creationId xmlns:a16="http://schemas.microsoft.com/office/drawing/2014/main" id="{482E6E39-61DB-47AA-8AB3-D43E26834160}"/>
              </a:ext>
            </a:extLst>
          </p:cNvPr>
          <p:cNvSpPr>
            <a:spLocks noGrp="1"/>
          </p:cNvSpPr>
          <p:nvPr/>
        </p:nvSpPr>
        <p:spPr>
          <a:xfrm>
            <a:off x="2517372" y="294572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3882">
              <a:alpha val="100000"/>
            </a:srgbClr>
          </a:solidFill>
          <a:ln w="2540">
            <a:solidFill>
              <a:srgbClr val="453882">
                <a:alpha val="100000"/>
              </a:srgbClr>
            </a:solidFill>
            <a:prstDash val="solid"/>
          </a:ln>
        </p:spPr>
      </p:sp>
      <p:sp>
        <p:nvSpPr>
          <p:cNvPr id="3874" name="LigandSeek2_vs_LigandSeek1_path_9388">
            <a:extLst>
              <a:ext uri="{FF2B5EF4-FFF2-40B4-BE49-F238E27FC236}">
                <a16:creationId xmlns:a16="http://schemas.microsoft.com/office/drawing/2014/main" id="{0E014299-2EF0-40F3-8392-B9ACD9D043F3}"/>
              </a:ext>
            </a:extLst>
          </p:cNvPr>
          <p:cNvSpPr>
            <a:spLocks noGrp="1"/>
          </p:cNvSpPr>
          <p:nvPr/>
        </p:nvSpPr>
        <p:spPr>
          <a:xfrm>
            <a:off x="2517372" y="293850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3781">
              <a:alpha val="100000"/>
            </a:srgbClr>
          </a:solidFill>
          <a:ln w="2540">
            <a:solidFill>
              <a:srgbClr val="453781">
                <a:alpha val="100000"/>
              </a:srgbClr>
            </a:solidFill>
            <a:prstDash val="solid"/>
          </a:ln>
        </p:spPr>
      </p:sp>
      <p:sp>
        <p:nvSpPr>
          <p:cNvPr id="3875" name="LigandSeek2_vs_LigandSeek1_path_9389">
            <a:extLst>
              <a:ext uri="{FF2B5EF4-FFF2-40B4-BE49-F238E27FC236}">
                <a16:creationId xmlns:a16="http://schemas.microsoft.com/office/drawing/2014/main" id="{242F4D8E-1F55-4653-A650-D2FAC7DD58DD}"/>
              </a:ext>
            </a:extLst>
          </p:cNvPr>
          <p:cNvSpPr>
            <a:spLocks noGrp="1"/>
          </p:cNvSpPr>
          <p:nvPr/>
        </p:nvSpPr>
        <p:spPr>
          <a:xfrm>
            <a:off x="2517372" y="293128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3581">
              <a:alpha val="100000"/>
            </a:srgbClr>
          </a:solidFill>
          <a:ln w="2540">
            <a:solidFill>
              <a:srgbClr val="453581">
                <a:alpha val="100000"/>
              </a:srgbClr>
            </a:solidFill>
            <a:prstDash val="solid"/>
          </a:ln>
        </p:spPr>
      </p:sp>
      <p:sp>
        <p:nvSpPr>
          <p:cNvPr id="3876" name="LigandSeek2_vs_LigandSeek1_path_9390">
            <a:extLst>
              <a:ext uri="{FF2B5EF4-FFF2-40B4-BE49-F238E27FC236}">
                <a16:creationId xmlns:a16="http://schemas.microsoft.com/office/drawing/2014/main" id="{52AF5257-7C74-4531-8C82-A8C028AB80E6}"/>
              </a:ext>
            </a:extLst>
          </p:cNvPr>
          <p:cNvSpPr>
            <a:spLocks noGrp="1"/>
          </p:cNvSpPr>
          <p:nvPr/>
        </p:nvSpPr>
        <p:spPr>
          <a:xfrm>
            <a:off x="2517372" y="292406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480">
              <a:alpha val="100000"/>
            </a:srgbClr>
          </a:solidFill>
          <a:ln w="2540">
            <a:solidFill>
              <a:srgbClr val="463480">
                <a:alpha val="100000"/>
              </a:srgbClr>
            </a:solidFill>
            <a:prstDash val="solid"/>
          </a:ln>
        </p:spPr>
      </p:sp>
      <p:sp>
        <p:nvSpPr>
          <p:cNvPr id="3877" name="LigandSeek2_vs_LigandSeek1_path_9391">
            <a:extLst>
              <a:ext uri="{FF2B5EF4-FFF2-40B4-BE49-F238E27FC236}">
                <a16:creationId xmlns:a16="http://schemas.microsoft.com/office/drawing/2014/main" id="{528B20B8-D6D5-45A3-8B63-1BE3DC2DBBCC}"/>
              </a:ext>
            </a:extLst>
          </p:cNvPr>
          <p:cNvSpPr>
            <a:spLocks noGrp="1"/>
          </p:cNvSpPr>
          <p:nvPr/>
        </p:nvSpPr>
        <p:spPr>
          <a:xfrm>
            <a:off x="2517372" y="291684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37F">
              <a:alpha val="100000"/>
            </a:srgbClr>
          </a:solidFill>
          <a:ln w="2540">
            <a:solidFill>
              <a:srgbClr val="46337F">
                <a:alpha val="100000"/>
              </a:srgbClr>
            </a:solidFill>
            <a:prstDash val="solid"/>
          </a:ln>
        </p:spPr>
      </p:sp>
      <p:sp>
        <p:nvSpPr>
          <p:cNvPr id="3878" name="LigandSeek2_vs_LigandSeek1_path_9392">
            <a:extLst>
              <a:ext uri="{FF2B5EF4-FFF2-40B4-BE49-F238E27FC236}">
                <a16:creationId xmlns:a16="http://schemas.microsoft.com/office/drawing/2014/main" id="{ACFC124C-27AF-4AB7-B3D5-42B2CC2DDBE0}"/>
              </a:ext>
            </a:extLst>
          </p:cNvPr>
          <p:cNvSpPr>
            <a:spLocks noGrp="1"/>
          </p:cNvSpPr>
          <p:nvPr/>
        </p:nvSpPr>
        <p:spPr>
          <a:xfrm>
            <a:off x="2517372" y="290962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27E">
              <a:alpha val="100000"/>
            </a:srgbClr>
          </a:solidFill>
          <a:ln w="2540">
            <a:solidFill>
              <a:srgbClr val="46327E">
                <a:alpha val="100000"/>
              </a:srgbClr>
            </a:solidFill>
            <a:prstDash val="solid"/>
          </a:ln>
        </p:spPr>
      </p:sp>
      <p:sp>
        <p:nvSpPr>
          <p:cNvPr id="3879" name="LigandSeek2_vs_LigandSeek1_path_9393">
            <a:extLst>
              <a:ext uri="{FF2B5EF4-FFF2-40B4-BE49-F238E27FC236}">
                <a16:creationId xmlns:a16="http://schemas.microsoft.com/office/drawing/2014/main" id="{3F2AA434-748B-43DB-9B88-182175023DEA}"/>
              </a:ext>
            </a:extLst>
          </p:cNvPr>
          <p:cNvSpPr>
            <a:spLocks noGrp="1"/>
          </p:cNvSpPr>
          <p:nvPr/>
        </p:nvSpPr>
        <p:spPr>
          <a:xfrm>
            <a:off x="2517372" y="290240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07E">
              <a:alpha val="100000"/>
            </a:srgbClr>
          </a:solidFill>
          <a:ln w="2540">
            <a:solidFill>
              <a:srgbClr val="46307E">
                <a:alpha val="100000"/>
              </a:srgbClr>
            </a:solidFill>
            <a:prstDash val="solid"/>
          </a:ln>
        </p:spPr>
      </p:sp>
      <p:sp>
        <p:nvSpPr>
          <p:cNvPr id="3880" name="LigandSeek2_vs_LigandSeek1_path_9394">
            <a:extLst>
              <a:ext uri="{FF2B5EF4-FFF2-40B4-BE49-F238E27FC236}">
                <a16:creationId xmlns:a16="http://schemas.microsoft.com/office/drawing/2014/main" id="{A8B7FEC8-DAD2-43ED-8390-ADC41128A4F7}"/>
              </a:ext>
            </a:extLst>
          </p:cNvPr>
          <p:cNvSpPr>
            <a:spLocks noGrp="1"/>
          </p:cNvSpPr>
          <p:nvPr/>
        </p:nvSpPr>
        <p:spPr>
          <a:xfrm>
            <a:off x="2517372" y="289518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F7D">
              <a:alpha val="100000"/>
            </a:srgbClr>
          </a:solidFill>
          <a:ln w="2540">
            <a:solidFill>
              <a:srgbClr val="472F7D">
                <a:alpha val="100000"/>
              </a:srgbClr>
            </a:solidFill>
            <a:prstDash val="solid"/>
          </a:ln>
        </p:spPr>
      </p:sp>
      <p:sp>
        <p:nvSpPr>
          <p:cNvPr id="3881" name="LigandSeek2_vs_LigandSeek1_path_9395">
            <a:extLst>
              <a:ext uri="{FF2B5EF4-FFF2-40B4-BE49-F238E27FC236}">
                <a16:creationId xmlns:a16="http://schemas.microsoft.com/office/drawing/2014/main" id="{0C755E92-46FA-4610-9E14-599DDF760106}"/>
              </a:ext>
            </a:extLst>
          </p:cNvPr>
          <p:cNvSpPr>
            <a:spLocks noGrp="1"/>
          </p:cNvSpPr>
          <p:nvPr/>
        </p:nvSpPr>
        <p:spPr>
          <a:xfrm>
            <a:off x="2517372" y="288796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E7C">
              <a:alpha val="100000"/>
            </a:srgbClr>
          </a:solidFill>
          <a:ln w="2540">
            <a:solidFill>
              <a:srgbClr val="472E7C">
                <a:alpha val="100000"/>
              </a:srgbClr>
            </a:solidFill>
            <a:prstDash val="solid"/>
          </a:ln>
        </p:spPr>
      </p:sp>
      <p:sp>
        <p:nvSpPr>
          <p:cNvPr id="3882" name="LigandSeek2_vs_LigandSeek1_path_9396">
            <a:extLst>
              <a:ext uri="{FF2B5EF4-FFF2-40B4-BE49-F238E27FC236}">
                <a16:creationId xmlns:a16="http://schemas.microsoft.com/office/drawing/2014/main" id="{67FC7074-4EB2-4E9F-9C3F-D6B4E194750F}"/>
              </a:ext>
            </a:extLst>
          </p:cNvPr>
          <p:cNvSpPr>
            <a:spLocks noGrp="1"/>
          </p:cNvSpPr>
          <p:nvPr/>
        </p:nvSpPr>
        <p:spPr>
          <a:xfrm>
            <a:off x="2517372" y="288074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D7B">
              <a:alpha val="100000"/>
            </a:srgbClr>
          </a:solidFill>
          <a:ln w="2540">
            <a:solidFill>
              <a:srgbClr val="472D7B">
                <a:alpha val="100000"/>
              </a:srgbClr>
            </a:solidFill>
            <a:prstDash val="solid"/>
          </a:ln>
        </p:spPr>
      </p:sp>
      <p:sp>
        <p:nvSpPr>
          <p:cNvPr id="3883" name="LigandSeek2_vs_LigandSeek1_path_9397">
            <a:extLst>
              <a:ext uri="{FF2B5EF4-FFF2-40B4-BE49-F238E27FC236}">
                <a16:creationId xmlns:a16="http://schemas.microsoft.com/office/drawing/2014/main" id="{856C68F1-3281-452E-BCBE-71C140A9A413}"/>
              </a:ext>
            </a:extLst>
          </p:cNvPr>
          <p:cNvSpPr>
            <a:spLocks noGrp="1"/>
          </p:cNvSpPr>
          <p:nvPr/>
        </p:nvSpPr>
        <p:spPr>
          <a:xfrm>
            <a:off x="2517372" y="287352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C7A">
              <a:alpha val="100000"/>
            </a:srgbClr>
          </a:solidFill>
          <a:ln w="2540">
            <a:solidFill>
              <a:srgbClr val="472C7A">
                <a:alpha val="100000"/>
              </a:srgbClr>
            </a:solidFill>
            <a:prstDash val="solid"/>
          </a:ln>
        </p:spPr>
      </p:sp>
      <p:sp>
        <p:nvSpPr>
          <p:cNvPr id="3884" name="LigandSeek2_vs_LigandSeek1_path_9398">
            <a:extLst>
              <a:ext uri="{FF2B5EF4-FFF2-40B4-BE49-F238E27FC236}">
                <a16:creationId xmlns:a16="http://schemas.microsoft.com/office/drawing/2014/main" id="{548BAD84-4847-4FBC-AB0D-B2BBF0C0D0DE}"/>
              </a:ext>
            </a:extLst>
          </p:cNvPr>
          <p:cNvSpPr>
            <a:spLocks noGrp="1"/>
          </p:cNvSpPr>
          <p:nvPr/>
        </p:nvSpPr>
        <p:spPr>
          <a:xfrm>
            <a:off x="2517372" y="286630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A7A">
              <a:alpha val="100000"/>
            </a:srgbClr>
          </a:solidFill>
          <a:ln w="2540">
            <a:solidFill>
              <a:srgbClr val="472A7A">
                <a:alpha val="100000"/>
              </a:srgbClr>
            </a:solidFill>
            <a:prstDash val="solid"/>
          </a:ln>
        </p:spPr>
      </p:sp>
      <p:sp>
        <p:nvSpPr>
          <p:cNvPr id="3885" name="LigandSeek2_vs_LigandSeek1_path_9399">
            <a:extLst>
              <a:ext uri="{FF2B5EF4-FFF2-40B4-BE49-F238E27FC236}">
                <a16:creationId xmlns:a16="http://schemas.microsoft.com/office/drawing/2014/main" id="{F8895CA9-379F-46B4-9BF0-2EB940B19717}"/>
              </a:ext>
            </a:extLst>
          </p:cNvPr>
          <p:cNvSpPr>
            <a:spLocks noGrp="1"/>
          </p:cNvSpPr>
          <p:nvPr/>
        </p:nvSpPr>
        <p:spPr>
          <a:xfrm>
            <a:off x="2517372" y="285908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979">
              <a:alpha val="100000"/>
            </a:srgbClr>
          </a:solidFill>
          <a:ln w="2540">
            <a:solidFill>
              <a:srgbClr val="482979">
                <a:alpha val="100000"/>
              </a:srgbClr>
            </a:solidFill>
            <a:prstDash val="solid"/>
          </a:ln>
        </p:spPr>
      </p:sp>
      <p:sp>
        <p:nvSpPr>
          <p:cNvPr id="3886" name="LigandSeek2_vs_LigandSeek1_path_9400">
            <a:extLst>
              <a:ext uri="{FF2B5EF4-FFF2-40B4-BE49-F238E27FC236}">
                <a16:creationId xmlns:a16="http://schemas.microsoft.com/office/drawing/2014/main" id="{E42ABE8D-5710-449B-8018-4A4FBA4D01B0}"/>
              </a:ext>
            </a:extLst>
          </p:cNvPr>
          <p:cNvSpPr>
            <a:spLocks noGrp="1"/>
          </p:cNvSpPr>
          <p:nvPr/>
        </p:nvSpPr>
        <p:spPr>
          <a:xfrm>
            <a:off x="2517372" y="285186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878">
              <a:alpha val="100000"/>
            </a:srgbClr>
          </a:solidFill>
          <a:ln w="2540">
            <a:solidFill>
              <a:srgbClr val="482878">
                <a:alpha val="100000"/>
              </a:srgbClr>
            </a:solidFill>
            <a:prstDash val="solid"/>
          </a:ln>
        </p:spPr>
      </p:sp>
      <p:sp>
        <p:nvSpPr>
          <p:cNvPr id="3887" name="LigandSeek2_vs_LigandSeek1_path_9401">
            <a:extLst>
              <a:ext uri="{FF2B5EF4-FFF2-40B4-BE49-F238E27FC236}">
                <a16:creationId xmlns:a16="http://schemas.microsoft.com/office/drawing/2014/main" id="{94FC11C9-2CBD-4393-9D0B-AB17F25ED1F9}"/>
              </a:ext>
            </a:extLst>
          </p:cNvPr>
          <p:cNvSpPr>
            <a:spLocks noGrp="1"/>
          </p:cNvSpPr>
          <p:nvPr/>
        </p:nvSpPr>
        <p:spPr>
          <a:xfrm>
            <a:off x="2517372" y="284464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677">
              <a:alpha val="100000"/>
            </a:srgbClr>
          </a:solidFill>
          <a:ln w="2540">
            <a:solidFill>
              <a:srgbClr val="482677">
                <a:alpha val="100000"/>
              </a:srgbClr>
            </a:solidFill>
            <a:prstDash val="solid"/>
          </a:ln>
        </p:spPr>
      </p:sp>
      <p:sp>
        <p:nvSpPr>
          <p:cNvPr id="3888" name="LigandSeek2_vs_LigandSeek1_path_9402">
            <a:extLst>
              <a:ext uri="{FF2B5EF4-FFF2-40B4-BE49-F238E27FC236}">
                <a16:creationId xmlns:a16="http://schemas.microsoft.com/office/drawing/2014/main" id="{23F2F557-CEA0-460D-8030-2214236059AC}"/>
              </a:ext>
            </a:extLst>
          </p:cNvPr>
          <p:cNvSpPr>
            <a:spLocks noGrp="1"/>
          </p:cNvSpPr>
          <p:nvPr/>
        </p:nvSpPr>
        <p:spPr>
          <a:xfrm>
            <a:off x="2517372" y="283742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576">
              <a:alpha val="100000"/>
            </a:srgbClr>
          </a:solidFill>
          <a:ln w="2540">
            <a:solidFill>
              <a:srgbClr val="482576">
                <a:alpha val="100000"/>
              </a:srgbClr>
            </a:solidFill>
            <a:prstDash val="solid"/>
          </a:ln>
        </p:spPr>
      </p:sp>
      <p:sp>
        <p:nvSpPr>
          <p:cNvPr id="3889" name="LigandSeek2_vs_LigandSeek1_path_9403">
            <a:extLst>
              <a:ext uri="{FF2B5EF4-FFF2-40B4-BE49-F238E27FC236}">
                <a16:creationId xmlns:a16="http://schemas.microsoft.com/office/drawing/2014/main" id="{4B61D584-450B-4C85-9930-F05ECA178B60}"/>
              </a:ext>
            </a:extLst>
          </p:cNvPr>
          <p:cNvSpPr>
            <a:spLocks noGrp="1"/>
          </p:cNvSpPr>
          <p:nvPr/>
        </p:nvSpPr>
        <p:spPr>
          <a:xfrm>
            <a:off x="2517372" y="283020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475">
              <a:alpha val="100000"/>
            </a:srgbClr>
          </a:solidFill>
          <a:ln w="2540">
            <a:solidFill>
              <a:srgbClr val="482475">
                <a:alpha val="100000"/>
              </a:srgbClr>
            </a:solidFill>
            <a:prstDash val="solid"/>
          </a:ln>
        </p:spPr>
      </p:sp>
      <p:sp>
        <p:nvSpPr>
          <p:cNvPr id="3890" name="LigandSeek2_vs_LigandSeek1_path_9404">
            <a:extLst>
              <a:ext uri="{FF2B5EF4-FFF2-40B4-BE49-F238E27FC236}">
                <a16:creationId xmlns:a16="http://schemas.microsoft.com/office/drawing/2014/main" id="{7A3778FD-C4B8-4D22-93DD-E3D0E11BA6AF}"/>
              </a:ext>
            </a:extLst>
          </p:cNvPr>
          <p:cNvSpPr>
            <a:spLocks noGrp="1"/>
          </p:cNvSpPr>
          <p:nvPr/>
        </p:nvSpPr>
        <p:spPr>
          <a:xfrm>
            <a:off x="2517372" y="282297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374">
              <a:alpha val="100000"/>
            </a:srgbClr>
          </a:solidFill>
          <a:ln w="2540">
            <a:solidFill>
              <a:srgbClr val="482374">
                <a:alpha val="100000"/>
              </a:srgbClr>
            </a:solidFill>
            <a:prstDash val="solid"/>
          </a:ln>
        </p:spPr>
      </p:sp>
      <p:sp>
        <p:nvSpPr>
          <p:cNvPr id="3891" name="LigandSeek2_vs_LigandSeek1_path_9405">
            <a:extLst>
              <a:ext uri="{FF2B5EF4-FFF2-40B4-BE49-F238E27FC236}">
                <a16:creationId xmlns:a16="http://schemas.microsoft.com/office/drawing/2014/main" id="{8C3145A9-9731-43F5-A88C-2F4EE1EA088D}"/>
              </a:ext>
            </a:extLst>
          </p:cNvPr>
          <p:cNvSpPr>
            <a:spLocks noGrp="1"/>
          </p:cNvSpPr>
          <p:nvPr/>
        </p:nvSpPr>
        <p:spPr>
          <a:xfrm>
            <a:off x="2517372" y="281575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173">
              <a:alpha val="100000"/>
            </a:srgbClr>
          </a:solidFill>
          <a:ln w="2540">
            <a:solidFill>
              <a:srgbClr val="482173">
                <a:alpha val="100000"/>
              </a:srgbClr>
            </a:solidFill>
            <a:prstDash val="solid"/>
          </a:ln>
        </p:spPr>
      </p:sp>
      <p:sp>
        <p:nvSpPr>
          <p:cNvPr id="3892" name="LigandSeek2_vs_LigandSeek1_path_9406">
            <a:extLst>
              <a:ext uri="{FF2B5EF4-FFF2-40B4-BE49-F238E27FC236}">
                <a16:creationId xmlns:a16="http://schemas.microsoft.com/office/drawing/2014/main" id="{829E4D4F-08BE-4BB7-8609-726F3E3D1348}"/>
              </a:ext>
            </a:extLst>
          </p:cNvPr>
          <p:cNvSpPr>
            <a:spLocks noGrp="1"/>
          </p:cNvSpPr>
          <p:nvPr/>
        </p:nvSpPr>
        <p:spPr>
          <a:xfrm>
            <a:off x="2517372" y="280853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071">
              <a:alpha val="100000"/>
            </a:srgbClr>
          </a:solidFill>
          <a:ln w="2540">
            <a:solidFill>
              <a:srgbClr val="482071">
                <a:alpha val="100000"/>
              </a:srgbClr>
            </a:solidFill>
            <a:prstDash val="solid"/>
          </a:ln>
        </p:spPr>
      </p:sp>
      <p:sp>
        <p:nvSpPr>
          <p:cNvPr id="3893" name="LigandSeek2_vs_LigandSeek1_path_9407">
            <a:extLst>
              <a:ext uri="{FF2B5EF4-FFF2-40B4-BE49-F238E27FC236}">
                <a16:creationId xmlns:a16="http://schemas.microsoft.com/office/drawing/2014/main" id="{7DEF542B-F41E-4783-A697-5386B1E50162}"/>
              </a:ext>
            </a:extLst>
          </p:cNvPr>
          <p:cNvSpPr>
            <a:spLocks noGrp="1"/>
          </p:cNvSpPr>
          <p:nvPr/>
        </p:nvSpPr>
        <p:spPr>
          <a:xfrm>
            <a:off x="2517372" y="280131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F70">
              <a:alpha val="100000"/>
            </a:srgbClr>
          </a:solidFill>
          <a:ln w="2540">
            <a:solidFill>
              <a:srgbClr val="481F70">
                <a:alpha val="100000"/>
              </a:srgbClr>
            </a:solidFill>
            <a:prstDash val="solid"/>
          </a:ln>
        </p:spPr>
      </p:sp>
      <p:sp>
        <p:nvSpPr>
          <p:cNvPr id="3894" name="LigandSeek2_vs_LigandSeek1_path_9408">
            <a:extLst>
              <a:ext uri="{FF2B5EF4-FFF2-40B4-BE49-F238E27FC236}">
                <a16:creationId xmlns:a16="http://schemas.microsoft.com/office/drawing/2014/main" id="{4821A4C7-394F-4594-B422-636C67D22E57}"/>
              </a:ext>
            </a:extLst>
          </p:cNvPr>
          <p:cNvSpPr>
            <a:spLocks noGrp="1"/>
          </p:cNvSpPr>
          <p:nvPr/>
        </p:nvSpPr>
        <p:spPr>
          <a:xfrm>
            <a:off x="2517372" y="279409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D6F">
              <a:alpha val="100000"/>
            </a:srgbClr>
          </a:solidFill>
          <a:ln w="2540">
            <a:solidFill>
              <a:srgbClr val="481D6F">
                <a:alpha val="100000"/>
              </a:srgbClr>
            </a:solidFill>
            <a:prstDash val="solid"/>
          </a:ln>
        </p:spPr>
      </p:sp>
      <p:sp>
        <p:nvSpPr>
          <p:cNvPr id="3895" name="LigandSeek2_vs_LigandSeek1_path_9409">
            <a:extLst>
              <a:ext uri="{FF2B5EF4-FFF2-40B4-BE49-F238E27FC236}">
                <a16:creationId xmlns:a16="http://schemas.microsoft.com/office/drawing/2014/main" id="{85665AA4-56C7-4C81-91FE-D19EAE939211}"/>
              </a:ext>
            </a:extLst>
          </p:cNvPr>
          <p:cNvSpPr>
            <a:spLocks noGrp="1"/>
          </p:cNvSpPr>
          <p:nvPr/>
        </p:nvSpPr>
        <p:spPr>
          <a:xfrm>
            <a:off x="2517372" y="278687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C6E">
              <a:alpha val="100000"/>
            </a:srgbClr>
          </a:solidFill>
          <a:ln w="2540">
            <a:solidFill>
              <a:srgbClr val="481C6E">
                <a:alpha val="100000"/>
              </a:srgbClr>
            </a:solidFill>
            <a:prstDash val="solid"/>
          </a:ln>
        </p:spPr>
      </p:sp>
      <p:sp>
        <p:nvSpPr>
          <p:cNvPr id="3896" name="LigandSeek2_vs_LigandSeek1_path_9410">
            <a:extLst>
              <a:ext uri="{FF2B5EF4-FFF2-40B4-BE49-F238E27FC236}">
                <a16:creationId xmlns:a16="http://schemas.microsoft.com/office/drawing/2014/main" id="{2475E0A5-07BF-4831-9D48-717378325202}"/>
              </a:ext>
            </a:extLst>
          </p:cNvPr>
          <p:cNvSpPr>
            <a:spLocks noGrp="1"/>
          </p:cNvSpPr>
          <p:nvPr/>
        </p:nvSpPr>
        <p:spPr>
          <a:xfrm>
            <a:off x="2517372" y="277965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B6D">
              <a:alpha val="100000"/>
            </a:srgbClr>
          </a:solidFill>
          <a:ln w="2540">
            <a:solidFill>
              <a:srgbClr val="481B6D">
                <a:alpha val="100000"/>
              </a:srgbClr>
            </a:solidFill>
            <a:prstDash val="solid"/>
          </a:ln>
        </p:spPr>
      </p:sp>
      <p:sp>
        <p:nvSpPr>
          <p:cNvPr id="3897" name="LigandSeek2_vs_LigandSeek1_path_9411">
            <a:extLst>
              <a:ext uri="{FF2B5EF4-FFF2-40B4-BE49-F238E27FC236}">
                <a16:creationId xmlns:a16="http://schemas.microsoft.com/office/drawing/2014/main" id="{8FFD08B3-3886-4976-8A53-882FB8214CD2}"/>
              </a:ext>
            </a:extLst>
          </p:cNvPr>
          <p:cNvSpPr>
            <a:spLocks noGrp="1"/>
          </p:cNvSpPr>
          <p:nvPr/>
        </p:nvSpPr>
        <p:spPr>
          <a:xfrm>
            <a:off x="2517372" y="277243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A6C">
              <a:alpha val="100000"/>
            </a:srgbClr>
          </a:solidFill>
          <a:ln w="2540">
            <a:solidFill>
              <a:srgbClr val="481A6C">
                <a:alpha val="100000"/>
              </a:srgbClr>
            </a:solidFill>
            <a:prstDash val="solid"/>
          </a:ln>
        </p:spPr>
      </p:sp>
      <p:sp>
        <p:nvSpPr>
          <p:cNvPr id="3898" name="LigandSeek2_vs_LigandSeek1_path_9412">
            <a:extLst>
              <a:ext uri="{FF2B5EF4-FFF2-40B4-BE49-F238E27FC236}">
                <a16:creationId xmlns:a16="http://schemas.microsoft.com/office/drawing/2014/main" id="{F5112EDA-BC23-41E1-B396-9E69C171EBA0}"/>
              </a:ext>
            </a:extLst>
          </p:cNvPr>
          <p:cNvSpPr>
            <a:spLocks noGrp="1"/>
          </p:cNvSpPr>
          <p:nvPr/>
        </p:nvSpPr>
        <p:spPr>
          <a:xfrm>
            <a:off x="2517372" y="276521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86A">
              <a:alpha val="100000"/>
            </a:srgbClr>
          </a:solidFill>
          <a:ln w="2540">
            <a:solidFill>
              <a:srgbClr val="48186A">
                <a:alpha val="100000"/>
              </a:srgbClr>
            </a:solidFill>
            <a:prstDash val="solid"/>
          </a:ln>
        </p:spPr>
      </p:sp>
      <p:sp>
        <p:nvSpPr>
          <p:cNvPr id="3899" name="LigandSeek2_vs_LigandSeek1_path_9413">
            <a:extLst>
              <a:ext uri="{FF2B5EF4-FFF2-40B4-BE49-F238E27FC236}">
                <a16:creationId xmlns:a16="http://schemas.microsoft.com/office/drawing/2014/main" id="{25F9F04F-BC55-4FFC-8FD4-98A93EAAC647}"/>
              </a:ext>
            </a:extLst>
          </p:cNvPr>
          <p:cNvSpPr>
            <a:spLocks noGrp="1"/>
          </p:cNvSpPr>
          <p:nvPr/>
        </p:nvSpPr>
        <p:spPr>
          <a:xfrm>
            <a:off x="2517372" y="275799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769">
              <a:alpha val="100000"/>
            </a:srgbClr>
          </a:solidFill>
          <a:ln w="2540">
            <a:solidFill>
              <a:srgbClr val="481769">
                <a:alpha val="100000"/>
              </a:srgbClr>
            </a:solidFill>
            <a:prstDash val="solid"/>
          </a:ln>
        </p:spPr>
      </p:sp>
      <p:sp>
        <p:nvSpPr>
          <p:cNvPr id="3900" name="LigandSeek2_vs_LigandSeek1_path_9414">
            <a:extLst>
              <a:ext uri="{FF2B5EF4-FFF2-40B4-BE49-F238E27FC236}">
                <a16:creationId xmlns:a16="http://schemas.microsoft.com/office/drawing/2014/main" id="{E46F0D07-E10B-4732-A117-14C44B8AC5E0}"/>
              </a:ext>
            </a:extLst>
          </p:cNvPr>
          <p:cNvSpPr>
            <a:spLocks noGrp="1"/>
          </p:cNvSpPr>
          <p:nvPr/>
        </p:nvSpPr>
        <p:spPr>
          <a:xfrm>
            <a:off x="2517372" y="275077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668">
              <a:alpha val="100000"/>
            </a:srgbClr>
          </a:solidFill>
          <a:ln w="2540">
            <a:solidFill>
              <a:srgbClr val="481668">
                <a:alpha val="100000"/>
              </a:srgbClr>
            </a:solidFill>
            <a:prstDash val="solid"/>
          </a:ln>
        </p:spPr>
      </p:sp>
      <p:sp>
        <p:nvSpPr>
          <p:cNvPr id="3901" name="LigandSeek2_vs_LigandSeek1_path_9415">
            <a:extLst>
              <a:ext uri="{FF2B5EF4-FFF2-40B4-BE49-F238E27FC236}">
                <a16:creationId xmlns:a16="http://schemas.microsoft.com/office/drawing/2014/main" id="{848F879D-600F-414D-B2C2-102E67AD9F02}"/>
              </a:ext>
            </a:extLst>
          </p:cNvPr>
          <p:cNvSpPr>
            <a:spLocks noGrp="1"/>
          </p:cNvSpPr>
          <p:nvPr/>
        </p:nvSpPr>
        <p:spPr>
          <a:xfrm>
            <a:off x="2517372" y="274355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467">
              <a:alpha val="100000"/>
            </a:srgbClr>
          </a:solidFill>
          <a:ln w="2540">
            <a:solidFill>
              <a:srgbClr val="481467">
                <a:alpha val="100000"/>
              </a:srgbClr>
            </a:solidFill>
            <a:prstDash val="solid"/>
          </a:ln>
        </p:spPr>
      </p:sp>
      <p:sp>
        <p:nvSpPr>
          <p:cNvPr id="3902" name="LigandSeek2_vs_LigandSeek1_path_9416">
            <a:extLst>
              <a:ext uri="{FF2B5EF4-FFF2-40B4-BE49-F238E27FC236}">
                <a16:creationId xmlns:a16="http://schemas.microsoft.com/office/drawing/2014/main" id="{625CC40C-9699-4E0C-9996-CE2101AA2389}"/>
              </a:ext>
            </a:extLst>
          </p:cNvPr>
          <p:cNvSpPr>
            <a:spLocks noGrp="1"/>
          </p:cNvSpPr>
          <p:nvPr/>
        </p:nvSpPr>
        <p:spPr>
          <a:xfrm>
            <a:off x="2517372" y="273633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1365">
              <a:alpha val="100000"/>
            </a:srgbClr>
          </a:solidFill>
          <a:ln w="2540">
            <a:solidFill>
              <a:srgbClr val="471365">
                <a:alpha val="100000"/>
              </a:srgbClr>
            </a:solidFill>
            <a:prstDash val="solid"/>
          </a:ln>
        </p:spPr>
      </p:sp>
      <p:sp>
        <p:nvSpPr>
          <p:cNvPr id="3903" name="LigandSeek2_vs_LigandSeek1_path_9417">
            <a:extLst>
              <a:ext uri="{FF2B5EF4-FFF2-40B4-BE49-F238E27FC236}">
                <a16:creationId xmlns:a16="http://schemas.microsoft.com/office/drawing/2014/main" id="{EED80BFE-3234-40E6-87A4-F213AFEA49C7}"/>
              </a:ext>
            </a:extLst>
          </p:cNvPr>
          <p:cNvSpPr>
            <a:spLocks noGrp="1"/>
          </p:cNvSpPr>
          <p:nvPr/>
        </p:nvSpPr>
        <p:spPr>
          <a:xfrm>
            <a:off x="2517372" y="272911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1164">
              <a:alpha val="100000"/>
            </a:srgbClr>
          </a:solidFill>
          <a:ln w="2540">
            <a:solidFill>
              <a:srgbClr val="471164">
                <a:alpha val="100000"/>
              </a:srgbClr>
            </a:solidFill>
            <a:prstDash val="solid"/>
          </a:ln>
        </p:spPr>
      </p:sp>
      <p:sp>
        <p:nvSpPr>
          <p:cNvPr id="3904" name="LigandSeek2_vs_LigandSeek1_path_9418">
            <a:extLst>
              <a:ext uri="{FF2B5EF4-FFF2-40B4-BE49-F238E27FC236}">
                <a16:creationId xmlns:a16="http://schemas.microsoft.com/office/drawing/2014/main" id="{6B77B794-D61A-434B-932E-B911790FA9C5}"/>
              </a:ext>
            </a:extLst>
          </p:cNvPr>
          <p:cNvSpPr>
            <a:spLocks noGrp="1"/>
          </p:cNvSpPr>
          <p:nvPr/>
        </p:nvSpPr>
        <p:spPr>
          <a:xfrm>
            <a:off x="2517372" y="272189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1063">
              <a:alpha val="100000"/>
            </a:srgbClr>
          </a:solidFill>
          <a:ln w="2540">
            <a:solidFill>
              <a:srgbClr val="471063">
                <a:alpha val="100000"/>
              </a:srgbClr>
            </a:solidFill>
            <a:prstDash val="solid"/>
          </a:ln>
        </p:spPr>
      </p:sp>
      <p:sp>
        <p:nvSpPr>
          <p:cNvPr id="3905" name="LigandSeek2_vs_LigandSeek1_path_9419">
            <a:extLst>
              <a:ext uri="{FF2B5EF4-FFF2-40B4-BE49-F238E27FC236}">
                <a16:creationId xmlns:a16="http://schemas.microsoft.com/office/drawing/2014/main" id="{41F34E3E-8848-461D-B1EE-9293782E3D31}"/>
              </a:ext>
            </a:extLst>
          </p:cNvPr>
          <p:cNvSpPr>
            <a:spLocks noGrp="1"/>
          </p:cNvSpPr>
          <p:nvPr/>
        </p:nvSpPr>
        <p:spPr>
          <a:xfrm>
            <a:off x="2517372" y="271467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0E61">
              <a:alpha val="100000"/>
            </a:srgbClr>
          </a:solidFill>
          <a:ln w="2540">
            <a:solidFill>
              <a:srgbClr val="470E61">
                <a:alpha val="100000"/>
              </a:srgbClr>
            </a:solidFill>
            <a:prstDash val="solid"/>
          </a:ln>
        </p:spPr>
      </p:sp>
      <p:sp>
        <p:nvSpPr>
          <p:cNvPr id="3906" name="LigandSeek2_vs_LigandSeek1_path_9420">
            <a:extLst>
              <a:ext uri="{FF2B5EF4-FFF2-40B4-BE49-F238E27FC236}">
                <a16:creationId xmlns:a16="http://schemas.microsoft.com/office/drawing/2014/main" id="{C6BBE34C-6B71-4E43-992A-155B257BFECC}"/>
              </a:ext>
            </a:extLst>
          </p:cNvPr>
          <p:cNvSpPr>
            <a:spLocks noGrp="1"/>
          </p:cNvSpPr>
          <p:nvPr/>
        </p:nvSpPr>
        <p:spPr>
          <a:xfrm>
            <a:off x="2517372" y="270745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0D60">
              <a:alpha val="100000"/>
            </a:srgbClr>
          </a:solidFill>
          <a:ln w="2540">
            <a:solidFill>
              <a:srgbClr val="470D60">
                <a:alpha val="100000"/>
              </a:srgbClr>
            </a:solidFill>
            <a:prstDash val="solid"/>
          </a:ln>
        </p:spPr>
      </p:sp>
      <p:sp>
        <p:nvSpPr>
          <p:cNvPr id="3907" name="LigandSeek2_vs_LigandSeek1_path_9421">
            <a:extLst>
              <a:ext uri="{FF2B5EF4-FFF2-40B4-BE49-F238E27FC236}">
                <a16:creationId xmlns:a16="http://schemas.microsoft.com/office/drawing/2014/main" id="{074FB0D3-94B4-4EF6-8983-C4B2B7F66CBF}"/>
              </a:ext>
            </a:extLst>
          </p:cNvPr>
          <p:cNvSpPr>
            <a:spLocks noGrp="1"/>
          </p:cNvSpPr>
          <p:nvPr/>
        </p:nvSpPr>
        <p:spPr>
          <a:xfrm>
            <a:off x="2517372" y="270023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B5E">
              <a:alpha val="100000"/>
            </a:srgbClr>
          </a:solidFill>
          <a:ln w="2540">
            <a:solidFill>
              <a:srgbClr val="460B5E">
                <a:alpha val="100000"/>
              </a:srgbClr>
            </a:solidFill>
            <a:prstDash val="solid"/>
          </a:ln>
        </p:spPr>
      </p:sp>
      <p:sp>
        <p:nvSpPr>
          <p:cNvPr id="3908" name="LigandSeek2_vs_LigandSeek1_path_9422">
            <a:extLst>
              <a:ext uri="{FF2B5EF4-FFF2-40B4-BE49-F238E27FC236}">
                <a16:creationId xmlns:a16="http://schemas.microsoft.com/office/drawing/2014/main" id="{7B92E57C-D03D-423F-B70F-D45B46346479}"/>
              </a:ext>
            </a:extLst>
          </p:cNvPr>
          <p:cNvSpPr>
            <a:spLocks noGrp="1"/>
          </p:cNvSpPr>
          <p:nvPr/>
        </p:nvSpPr>
        <p:spPr>
          <a:xfrm>
            <a:off x="2517372" y="269301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A5D">
              <a:alpha val="100000"/>
            </a:srgbClr>
          </a:solidFill>
          <a:ln w="2540">
            <a:solidFill>
              <a:srgbClr val="460A5D">
                <a:alpha val="100000"/>
              </a:srgbClr>
            </a:solidFill>
            <a:prstDash val="solid"/>
          </a:ln>
        </p:spPr>
      </p:sp>
      <p:sp>
        <p:nvSpPr>
          <p:cNvPr id="3909" name="LigandSeek2_vs_LigandSeek1_path_9423">
            <a:extLst>
              <a:ext uri="{FF2B5EF4-FFF2-40B4-BE49-F238E27FC236}">
                <a16:creationId xmlns:a16="http://schemas.microsoft.com/office/drawing/2014/main" id="{0AAA4589-C1AE-446E-8372-862FA52313D5}"/>
              </a:ext>
            </a:extLst>
          </p:cNvPr>
          <p:cNvSpPr>
            <a:spLocks noGrp="1"/>
          </p:cNvSpPr>
          <p:nvPr/>
        </p:nvSpPr>
        <p:spPr>
          <a:xfrm>
            <a:off x="2517372" y="268579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85C">
              <a:alpha val="100000"/>
            </a:srgbClr>
          </a:solidFill>
          <a:ln w="2540">
            <a:solidFill>
              <a:srgbClr val="46085C">
                <a:alpha val="100000"/>
              </a:srgbClr>
            </a:solidFill>
            <a:prstDash val="solid"/>
          </a:ln>
        </p:spPr>
      </p:sp>
      <p:sp>
        <p:nvSpPr>
          <p:cNvPr id="3910" name="LigandSeek2_vs_LigandSeek1_path_9424">
            <a:extLst>
              <a:ext uri="{FF2B5EF4-FFF2-40B4-BE49-F238E27FC236}">
                <a16:creationId xmlns:a16="http://schemas.microsoft.com/office/drawing/2014/main" id="{DD12BFA9-4645-4F9B-8D5A-8FDCAB2F5298}"/>
              </a:ext>
            </a:extLst>
          </p:cNvPr>
          <p:cNvSpPr>
            <a:spLocks noGrp="1"/>
          </p:cNvSpPr>
          <p:nvPr/>
        </p:nvSpPr>
        <p:spPr>
          <a:xfrm>
            <a:off x="2517372" y="267857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75A">
              <a:alpha val="100000"/>
            </a:srgbClr>
          </a:solidFill>
          <a:ln w="2540">
            <a:solidFill>
              <a:srgbClr val="46075A">
                <a:alpha val="100000"/>
              </a:srgbClr>
            </a:solidFill>
            <a:prstDash val="solid"/>
          </a:ln>
        </p:spPr>
      </p:sp>
      <p:sp>
        <p:nvSpPr>
          <p:cNvPr id="3911" name="LigandSeek2_vs_LigandSeek1_path_9425">
            <a:extLst>
              <a:ext uri="{FF2B5EF4-FFF2-40B4-BE49-F238E27FC236}">
                <a16:creationId xmlns:a16="http://schemas.microsoft.com/office/drawing/2014/main" id="{331417CF-CC6C-4D83-92FE-AE766CAD5CF9}"/>
              </a:ext>
            </a:extLst>
          </p:cNvPr>
          <p:cNvSpPr>
            <a:spLocks noGrp="1"/>
          </p:cNvSpPr>
          <p:nvPr/>
        </p:nvSpPr>
        <p:spPr>
          <a:xfrm>
            <a:off x="2517372" y="267135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0559">
              <a:alpha val="100000"/>
            </a:srgbClr>
          </a:solidFill>
          <a:ln w="2540">
            <a:solidFill>
              <a:srgbClr val="450559">
                <a:alpha val="100000"/>
              </a:srgbClr>
            </a:solidFill>
            <a:prstDash val="solid"/>
          </a:ln>
        </p:spPr>
      </p:sp>
      <p:sp>
        <p:nvSpPr>
          <p:cNvPr id="3912" name="LigandSeek2_vs_LigandSeek1_path_9426">
            <a:extLst>
              <a:ext uri="{FF2B5EF4-FFF2-40B4-BE49-F238E27FC236}">
                <a16:creationId xmlns:a16="http://schemas.microsoft.com/office/drawing/2014/main" id="{F1996095-5871-4DEF-B6FE-B9E51C8C4621}"/>
              </a:ext>
            </a:extLst>
          </p:cNvPr>
          <p:cNvSpPr>
            <a:spLocks noGrp="1"/>
          </p:cNvSpPr>
          <p:nvPr/>
        </p:nvSpPr>
        <p:spPr>
          <a:xfrm>
            <a:off x="2517372" y="266413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0457">
              <a:alpha val="100000"/>
            </a:srgbClr>
          </a:solidFill>
          <a:ln w="2540">
            <a:solidFill>
              <a:srgbClr val="450457">
                <a:alpha val="100000"/>
              </a:srgbClr>
            </a:solidFill>
            <a:prstDash val="solid"/>
          </a:ln>
        </p:spPr>
      </p:sp>
      <p:sp>
        <p:nvSpPr>
          <p:cNvPr id="3913" name="LigandSeek2_vs_LigandSeek1_path_9427">
            <a:extLst>
              <a:ext uri="{FF2B5EF4-FFF2-40B4-BE49-F238E27FC236}">
                <a16:creationId xmlns:a16="http://schemas.microsoft.com/office/drawing/2014/main" id="{FEF43569-CA92-4B0A-9C1D-8B413EAF2AE2}"/>
              </a:ext>
            </a:extLst>
          </p:cNvPr>
          <p:cNvSpPr>
            <a:spLocks noGrp="1"/>
          </p:cNvSpPr>
          <p:nvPr/>
        </p:nvSpPr>
        <p:spPr>
          <a:xfrm>
            <a:off x="2517372" y="265691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0256">
              <a:alpha val="100000"/>
            </a:srgbClr>
          </a:solidFill>
          <a:ln w="2540">
            <a:solidFill>
              <a:srgbClr val="440256">
                <a:alpha val="100000"/>
              </a:srgbClr>
            </a:solidFill>
            <a:prstDash val="solid"/>
          </a:ln>
        </p:spPr>
      </p:sp>
      <p:sp>
        <p:nvSpPr>
          <p:cNvPr id="3914" name="LigandSeek2_vs_LigandSeek1_path_9428">
            <a:extLst>
              <a:ext uri="{FF2B5EF4-FFF2-40B4-BE49-F238E27FC236}">
                <a16:creationId xmlns:a16="http://schemas.microsoft.com/office/drawing/2014/main" id="{01643388-3575-4E35-A178-AE0035737932}"/>
              </a:ext>
            </a:extLst>
          </p:cNvPr>
          <p:cNvSpPr>
            <a:spLocks noGrp="1"/>
          </p:cNvSpPr>
          <p:nvPr/>
        </p:nvSpPr>
        <p:spPr>
          <a:xfrm>
            <a:off x="2517372" y="26496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0154">
              <a:alpha val="100000"/>
            </a:srgbClr>
          </a:solidFill>
          <a:ln w="2540">
            <a:solidFill>
              <a:srgbClr val="440154">
                <a:alpha val="100000"/>
              </a:srgbClr>
            </a:solidFill>
            <a:prstDash val="solid"/>
          </a:ln>
        </p:spPr>
      </p:sp>
      <p:sp>
        <p:nvSpPr>
          <p:cNvPr id="3915" name="LigandSeek2_vs_LigandSeek1_path_9429">
            <a:extLst>
              <a:ext uri="{FF2B5EF4-FFF2-40B4-BE49-F238E27FC236}">
                <a16:creationId xmlns:a16="http://schemas.microsoft.com/office/drawing/2014/main" id="{85E1D234-9696-49D0-9DC7-CF399928BCFB}"/>
              </a:ext>
            </a:extLst>
          </p:cNvPr>
          <p:cNvSpPr>
            <a:spLocks noGrp="1"/>
          </p:cNvSpPr>
          <p:nvPr/>
        </p:nvSpPr>
        <p:spPr>
          <a:xfrm>
            <a:off x="2576052" y="449811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3916" name="LigandSeek2_vs_LigandSeek1_text_9430">
            <a:extLst>
              <a:ext uri="{FF2B5EF4-FFF2-40B4-BE49-F238E27FC236}">
                <a16:creationId xmlns:a16="http://schemas.microsoft.com/office/drawing/2014/main" id="{FF4F2A1D-E4CA-4173-AAD2-E24B8FE9D486}"/>
              </a:ext>
            </a:extLst>
          </p:cNvPr>
          <p:cNvSpPr>
            <a:spLocks noGrp="1"/>
          </p:cNvSpPr>
          <p:nvPr/>
        </p:nvSpPr>
        <p:spPr>
          <a:xfrm rot="0">
            <a:off x="2620502" y="445239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a:t>
            </a:r>
          </a:p>
        </p:txBody>
      </p:sp>
      <p:sp>
        <p:nvSpPr>
          <p:cNvPr id="3917" name="LigandSeek2_vs_LigandSeek1_path_9431">
            <a:extLst>
              <a:ext uri="{FF2B5EF4-FFF2-40B4-BE49-F238E27FC236}">
                <a16:creationId xmlns:a16="http://schemas.microsoft.com/office/drawing/2014/main" id="{1FA19D71-B8F6-4531-AAEA-F7CC5E992E2C}"/>
              </a:ext>
            </a:extLst>
          </p:cNvPr>
          <p:cNvSpPr>
            <a:spLocks noGrp="1"/>
          </p:cNvSpPr>
          <p:nvPr/>
        </p:nvSpPr>
        <p:spPr>
          <a:xfrm>
            <a:off x="2576052" y="388197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3918" name="LigandSeek2_vs_LigandSeek1_text_9432">
            <a:extLst>
              <a:ext uri="{FF2B5EF4-FFF2-40B4-BE49-F238E27FC236}">
                <a16:creationId xmlns:a16="http://schemas.microsoft.com/office/drawing/2014/main" id="{CB8AA1A6-BD34-4CB4-B5EC-0A0632381215}"/>
              </a:ext>
            </a:extLst>
          </p:cNvPr>
          <p:cNvSpPr>
            <a:spLocks noGrp="1"/>
          </p:cNvSpPr>
          <p:nvPr/>
        </p:nvSpPr>
        <p:spPr>
          <a:xfrm rot="0">
            <a:off x="2620502" y="383625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2.0</a:t>
            </a:r>
          </a:p>
        </p:txBody>
      </p:sp>
      <p:sp>
        <p:nvSpPr>
          <p:cNvPr id="3919" name="LigandSeek2_vs_LigandSeek1_path_9433">
            <a:extLst>
              <a:ext uri="{FF2B5EF4-FFF2-40B4-BE49-F238E27FC236}">
                <a16:creationId xmlns:a16="http://schemas.microsoft.com/office/drawing/2014/main" id="{FA33275A-4B6B-4658-BA64-57123FA0E3D0}"/>
              </a:ext>
            </a:extLst>
          </p:cNvPr>
          <p:cNvSpPr>
            <a:spLocks noGrp="1"/>
          </p:cNvSpPr>
          <p:nvPr/>
        </p:nvSpPr>
        <p:spPr>
          <a:xfrm>
            <a:off x="2576052" y="326583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3920" name="LigandSeek2_vs_LigandSeek1_text_9434">
            <a:extLst>
              <a:ext uri="{FF2B5EF4-FFF2-40B4-BE49-F238E27FC236}">
                <a16:creationId xmlns:a16="http://schemas.microsoft.com/office/drawing/2014/main" id="{33606648-AEAE-4360-BE7D-32F21480DFDD}"/>
              </a:ext>
            </a:extLst>
          </p:cNvPr>
          <p:cNvSpPr>
            <a:spLocks noGrp="1"/>
          </p:cNvSpPr>
          <p:nvPr/>
        </p:nvSpPr>
        <p:spPr>
          <a:xfrm rot="0">
            <a:off x="2620502" y="322011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3.0</a:t>
            </a:r>
          </a:p>
        </p:txBody>
      </p:sp>
      <p:sp>
        <p:nvSpPr>
          <p:cNvPr id="3921" name="LigandSeek2_vs_LigandSeek1_path_9435">
            <a:extLst>
              <a:ext uri="{FF2B5EF4-FFF2-40B4-BE49-F238E27FC236}">
                <a16:creationId xmlns:a16="http://schemas.microsoft.com/office/drawing/2014/main" id="{C2146EEB-8437-4EE9-9C4C-B2ED75475D68}"/>
              </a:ext>
            </a:extLst>
          </p:cNvPr>
          <p:cNvSpPr>
            <a:spLocks noGrp="1"/>
          </p:cNvSpPr>
          <p:nvPr/>
        </p:nvSpPr>
        <p:spPr>
          <a:xfrm>
            <a:off x="2576052" y="264969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3922" name="LigandSeek2_vs_LigandSeek1_text_9436">
            <a:extLst>
              <a:ext uri="{FF2B5EF4-FFF2-40B4-BE49-F238E27FC236}">
                <a16:creationId xmlns:a16="http://schemas.microsoft.com/office/drawing/2014/main" id="{2C2734BE-C920-422B-BAB2-A7C3C84635FA}"/>
              </a:ext>
            </a:extLst>
          </p:cNvPr>
          <p:cNvSpPr>
            <a:spLocks noGrp="1"/>
          </p:cNvSpPr>
          <p:nvPr/>
        </p:nvSpPr>
        <p:spPr>
          <a:xfrm rot="0">
            <a:off x="2620502" y="260397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4.0</a:t>
            </a:r>
          </a:p>
        </p:txBody>
      </p:sp>
      <p:sp>
        <p:nvSpPr>
          <p:cNvPr id="3923" name="LigandSeek2_vs_LigandSeek1_text_9437">
            <a:extLst>
              <a:ext uri="{FF2B5EF4-FFF2-40B4-BE49-F238E27FC236}">
                <a16:creationId xmlns:a16="http://schemas.microsoft.com/office/drawing/2014/main" id="{9E9CB59A-9C4E-47C0-B9EE-AB45249B9BAE}"/>
              </a:ext>
            </a:extLst>
          </p:cNvPr>
          <p:cNvSpPr>
            <a:spLocks noGrp="1"/>
          </p:cNvSpPr>
          <p:nvPr/>
        </p:nvSpPr>
        <p:spPr>
          <a:xfrm rot="-5400000">
            <a:off x="2551170" y="3510400"/>
            <a:ext cx="589737"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Resolution (Å)</a:t>
            </a:r>
          </a:p>
        </p:txBody>
      </p:sp>
      <p:sp>
        <p:nvSpPr>
          <p:cNvPr id="3924" name="LigandSeek2_vs_LigandSeek1_path_9438">
            <a:extLst>
              <a:ext uri="{FF2B5EF4-FFF2-40B4-BE49-F238E27FC236}">
                <a16:creationId xmlns:a16="http://schemas.microsoft.com/office/drawing/2014/main" id="{A6E65C90-EFCB-4F4C-9661-9CD5C0B600EC}"/>
              </a:ext>
            </a:extLst>
          </p:cNvPr>
          <p:cNvSpPr>
            <a:spLocks noGrp="1"/>
          </p:cNvSpPr>
          <p:nvPr/>
        </p:nvSpPr>
        <p:spPr>
          <a:xfrm>
            <a:off x="3403440" y="2649690"/>
            <a:ext cx="1848420" cy="1848420"/>
          </a:xfrm>
          <a:custGeom>
            <a:avLst/>
            <a:gdLst/>
            <a:ahLst/>
            <a:cxnLst/>
            <a:rect l="0" t="0" r="0" b="0"/>
            <a:pathLst>
              <a:path w="1848420" h="1848420">
                <a:moveTo>
                  <a:pt x="0" y="1848420"/>
                </a:moveTo>
                <a:lnTo>
                  <a:pt x="1848420" y="1848420"/>
                </a:lnTo>
                <a:lnTo>
                  <a:pt x="1848420" y="0"/>
                </a:lnTo>
                <a:lnTo>
                  <a:pt x="0" y="0"/>
                </a:lnTo>
                <a:lnTo>
                  <a:pt x="0" y="1848420"/>
                </a:lnTo>
                <a:close/>
              </a:path>
            </a:pathLst>
          </a:custGeom>
          <a:solidFill>
            <a:srgbClr val="FFFFFF">
              <a:alpha val="100000"/>
            </a:srgbClr>
          </a:solidFill>
          <a:ln w="0">
            <a:noFill/>
            <a:prstDash val="solid"/>
          </a:ln>
        </p:spPr>
      </p:sp>
      <p:sp>
        <p:nvSpPr>
          <p:cNvPr id="3925" name="LigandSeek2_vs_LigandSeek1_path_9439">
            <a:extLst>
              <a:ext uri="{FF2B5EF4-FFF2-40B4-BE49-F238E27FC236}">
                <a16:creationId xmlns:a16="http://schemas.microsoft.com/office/drawing/2014/main" id="{D2BA7E62-FDF2-4A0E-A30C-0479AED5935C}"/>
              </a:ext>
            </a:extLst>
          </p:cNvPr>
          <p:cNvSpPr>
            <a:spLocks noGrp="1"/>
          </p:cNvSpPr>
          <p:nvPr/>
        </p:nvSpPr>
        <p:spPr>
          <a:xfrm>
            <a:off x="3403440" y="4451900"/>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26" name="LigandSeek2_vs_LigandSeek1_path_9440">
            <a:extLst>
              <a:ext uri="{FF2B5EF4-FFF2-40B4-BE49-F238E27FC236}">
                <a16:creationId xmlns:a16="http://schemas.microsoft.com/office/drawing/2014/main" id="{AD66F5B8-4ED8-4E28-9977-6AD6330F58BC}"/>
              </a:ext>
            </a:extLst>
          </p:cNvPr>
          <p:cNvSpPr>
            <a:spLocks noGrp="1"/>
          </p:cNvSpPr>
          <p:nvPr/>
        </p:nvSpPr>
        <p:spPr>
          <a:xfrm>
            <a:off x="3495861" y="4359479"/>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27" name="LigandSeek2_vs_LigandSeek1_path_9441">
            <a:extLst>
              <a:ext uri="{FF2B5EF4-FFF2-40B4-BE49-F238E27FC236}">
                <a16:creationId xmlns:a16="http://schemas.microsoft.com/office/drawing/2014/main" id="{FAA8CB2F-CC2E-4F93-AEAB-792AA30BF43C}"/>
              </a:ext>
            </a:extLst>
          </p:cNvPr>
          <p:cNvSpPr>
            <a:spLocks noGrp="1"/>
          </p:cNvSpPr>
          <p:nvPr/>
        </p:nvSpPr>
        <p:spPr>
          <a:xfrm>
            <a:off x="3588282" y="4267058"/>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28" name="LigandSeek2_vs_LigandSeek1_path_9442">
            <a:extLst>
              <a:ext uri="{FF2B5EF4-FFF2-40B4-BE49-F238E27FC236}">
                <a16:creationId xmlns:a16="http://schemas.microsoft.com/office/drawing/2014/main" id="{CE57124D-BFBE-4A56-A0F3-0E0DCA11CDBF}"/>
              </a:ext>
            </a:extLst>
          </p:cNvPr>
          <p:cNvSpPr>
            <a:spLocks noGrp="1"/>
          </p:cNvSpPr>
          <p:nvPr/>
        </p:nvSpPr>
        <p:spPr>
          <a:xfrm>
            <a:off x="3680703" y="4174636"/>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29" name="LigandSeek2_vs_LigandSeek1_path_9443">
            <a:extLst>
              <a:ext uri="{FF2B5EF4-FFF2-40B4-BE49-F238E27FC236}">
                <a16:creationId xmlns:a16="http://schemas.microsoft.com/office/drawing/2014/main" id="{EA99854E-33AA-41BD-AA87-7009703A6BA1}"/>
              </a:ext>
            </a:extLst>
          </p:cNvPr>
          <p:cNvSpPr>
            <a:spLocks noGrp="1"/>
          </p:cNvSpPr>
          <p:nvPr/>
        </p:nvSpPr>
        <p:spPr>
          <a:xfrm>
            <a:off x="3773124" y="4082215"/>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0" name="LigandSeek2_vs_LigandSeek1_path_9444">
            <a:extLst>
              <a:ext uri="{FF2B5EF4-FFF2-40B4-BE49-F238E27FC236}">
                <a16:creationId xmlns:a16="http://schemas.microsoft.com/office/drawing/2014/main" id="{6EADFD2E-2BC7-4C66-9533-BA5EA5C59B6D}"/>
              </a:ext>
            </a:extLst>
          </p:cNvPr>
          <p:cNvSpPr>
            <a:spLocks noGrp="1"/>
          </p:cNvSpPr>
          <p:nvPr/>
        </p:nvSpPr>
        <p:spPr>
          <a:xfrm>
            <a:off x="3865545" y="3989794"/>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1" name="LigandSeek2_vs_LigandSeek1_path_9445">
            <a:extLst>
              <a:ext uri="{FF2B5EF4-FFF2-40B4-BE49-F238E27FC236}">
                <a16:creationId xmlns:a16="http://schemas.microsoft.com/office/drawing/2014/main" id="{76893002-A336-45BB-AA5C-8734DC74AF1D}"/>
              </a:ext>
            </a:extLst>
          </p:cNvPr>
          <p:cNvSpPr>
            <a:spLocks noGrp="1"/>
          </p:cNvSpPr>
          <p:nvPr/>
        </p:nvSpPr>
        <p:spPr>
          <a:xfrm>
            <a:off x="3957966" y="3897373"/>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2" name="LigandSeek2_vs_LigandSeek1_path_9446">
            <a:extLst>
              <a:ext uri="{FF2B5EF4-FFF2-40B4-BE49-F238E27FC236}">
                <a16:creationId xmlns:a16="http://schemas.microsoft.com/office/drawing/2014/main" id="{39F3888B-FFD0-4114-8343-72F1CBDF3904}"/>
              </a:ext>
            </a:extLst>
          </p:cNvPr>
          <p:cNvSpPr>
            <a:spLocks noGrp="1"/>
          </p:cNvSpPr>
          <p:nvPr/>
        </p:nvSpPr>
        <p:spPr>
          <a:xfrm>
            <a:off x="4050387" y="3804952"/>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3" name="LigandSeek2_vs_LigandSeek1_path_9447">
            <a:extLst>
              <a:ext uri="{FF2B5EF4-FFF2-40B4-BE49-F238E27FC236}">
                <a16:creationId xmlns:a16="http://schemas.microsoft.com/office/drawing/2014/main" id="{C7EE0A02-566C-453A-A152-C3F7610B0167}"/>
              </a:ext>
            </a:extLst>
          </p:cNvPr>
          <p:cNvSpPr>
            <a:spLocks noGrp="1"/>
          </p:cNvSpPr>
          <p:nvPr/>
        </p:nvSpPr>
        <p:spPr>
          <a:xfrm>
            <a:off x="4142808" y="3712532"/>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4" name="LigandSeek2_vs_LigandSeek1_path_9448">
            <a:extLst>
              <a:ext uri="{FF2B5EF4-FFF2-40B4-BE49-F238E27FC236}">
                <a16:creationId xmlns:a16="http://schemas.microsoft.com/office/drawing/2014/main" id="{24E960FF-556D-4B1B-A4E7-EB7F5DC78E0A}"/>
              </a:ext>
            </a:extLst>
          </p:cNvPr>
          <p:cNvSpPr>
            <a:spLocks noGrp="1"/>
          </p:cNvSpPr>
          <p:nvPr/>
        </p:nvSpPr>
        <p:spPr>
          <a:xfrm>
            <a:off x="4235229" y="3620111"/>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5" name="LigandSeek2_vs_LigandSeek1_path_9449">
            <a:extLst>
              <a:ext uri="{FF2B5EF4-FFF2-40B4-BE49-F238E27FC236}">
                <a16:creationId xmlns:a16="http://schemas.microsoft.com/office/drawing/2014/main" id="{57E40553-FED3-46CF-B674-52276EFC49D9}"/>
              </a:ext>
            </a:extLst>
          </p:cNvPr>
          <p:cNvSpPr>
            <a:spLocks noGrp="1"/>
          </p:cNvSpPr>
          <p:nvPr/>
        </p:nvSpPr>
        <p:spPr>
          <a:xfrm>
            <a:off x="4327650" y="3527690"/>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6" name="LigandSeek2_vs_LigandSeek1_path_9450">
            <a:extLst>
              <a:ext uri="{FF2B5EF4-FFF2-40B4-BE49-F238E27FC236}">
                <a16:creationId xmlns:a16="http://schemas.microsoft.com/office/drawing/2014/main" id="{BA7345A1-689B-4625-B22E-F86D6D7EF6B6}"/>
              </a:ext>
            </a:extLst>
          </p:cNvPr>
          <p:cNvSpPr>
            <a:spLocks noGrp="1"/>
          </p:cNvSpPr>
          <p:nvPr/>
        </p:nvSpPr>
        <p:spPr>
          <a:xfrm>
            <a:off x="4420071" y="3435269"/>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7" name="LigandSeek2_vs_LigandSeek1_path_9451">
            <a:extLst>
              <a:ext uri="{FF2B5EF4-FFF2-40B4-BE49-F238E27FC236}">
                <a16:creationId xmlns:a16="http://schemas.microsoft.com/office/drawing/2014/main" id="{BDC07EB0-509E-4F82-8042-1B1C7C5FAC96}"/>
              </a:ext>
            </a:extLst>
          </p:cNvPr>
          <p:cNvSpPr>
            <a:spLocks noGrp="1"/>
          </p:cNvSpPr>
          <p:nvPr/>
        </p:nvSpPr>
        <p:spPr>
          <a:xfrm>
            <a:off x="4512492" y="3342848"/>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38" name="LigandSeek2_vs_LigandSeek1_path_9452">
            <a:extLst>
              <a:ext uri="{FF2B5EF4-FFF2-40B4-BE49-F238E27FC236}">
                <a16:creationId xmlns:a16="http://schemas.microsoft.com/office/drawing/2014/main" id="{0DF98589-7FCF-4460-842D-0352B86E7DE9}"/>
              </a:ext>
            </a:extLst>
          </p:cNvPr>
          <p:cNvSpPr>
            <a:spLocks noGrp="1"/>
          </p:cNvSpPr>
          <p:nvPr/>
        </p:nvSpPr>
        <p:spPr>
          <a:xfrm>
            <a:off x="4604913" y="3250426"/>
            <a:ext cx="46210" cy="46211"/>
          </a:xfrm>
          <a:custGeom>
            <a:avLst/>
            <a:gdLst/>
            <a:ahLst/>
            <a:cxnLst/>
            <a:rect l="0" t="0" r="0" b="0"/>
            <a:pathLst>
              <a:path w="46210" h="46211">
                <a:moveTo>
                  <a:pt x="0" y="46211"/>
                </a:moveTo>
                <a:lnTo>
                  <a:pt x="46210" y="0"/>
                </a:lnTo>
              </a:path>
            </a:pathLst>
          </a:custGeom>
          <a:noFill/>
          <a:ln w="8255">
            <a:solidFill>
              <a:srgbClr val="939CA2">
                <a:alpha val="100000"/>
              </a:srgbClr>
            </a:solidFill>
            <a:prstDash val="solid"/>
          </a:ln>
        </p:spPr>
      </p:sp>
      <p:sp>
        <p:nvSpPr>
          <p:cNvPr id="3939" name="LigandSeek2_vs_LigandSeek1_path_9453">
            <a:extLst>
              <a:ext uri="{FF2B5EF4-FFF2-40B4-BE49-F238E27FC236}">
                <a16:creationId xmlns:a16="http://schemas.microsoft.com/office/drawing/2014/main" id="{D9B3BA6B-6ABC-4C9B-B03A-BC974D24A3C8}"/>
              </a:ext>
            </a:extLst>
          </p:cNvPr>
          <p:cNvSpPr>
            <a:spLocks noGrp="1"/>
          </p:cNvSpPr>
          <p:nvPr/>
        </p:nvSpPr>
        <p:spPr>
          <a:xfrm>
            <a:off x="4697334" y="3158005"/>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40" name="LigandSeek2_vs_LigandSeek1_path_9454">
            <a:extLst>
              <a:ext uri="{FF2B5EF4-FFF2-40B4-BE49-F238E27FC236}">
                <a16:creationId xmlns:a16="http://schemas.microsoft.com/office/drawing/2014/main" id="{540E04CF-F067-44EA-ACBF-9F6AD00BBB4F}"/>
              </a:ext>
            </a:extLst>
          </p:cNvPr>
          <p:cNvSpPr>
            <a:spLocks noGrp="1"/>
          </p:cNvSpPr>
          <p:nvPr/>
        </p:nvSpPr>
        <p:spPr>
          <a:xfrm>
            <a:off x="4789755" y="3065584"/>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41" name="LigandSeek2_vs_LigandSeek1_path_9455">
            <a:extLst>
              <a:ext uri="{FF2B5EF4-FFF2-40B4-BE49-F238E27FC236}">
                <a16:creationId xmlns:a16="http://schemas.microsoft.com/office/drawing/2014/main" id="{D120AF9D-4906-4231-B2A1-82ED70B87E51}"/>
              </a:ext>
            </a:extLst>
          </p:cNvPr>
          <p:cNvSpPr>
            <a:spLocks noGrp="1"/>
          </p:cNvSpPr>
          <p:nvPr/>
        </p:nvSpPr>
        <p:spPr>
          <a:xfrm>
            <a:off x="4882176" y="2973163"/>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42" name="LigandSeek2_vs_LigandSeek1_path_9456">
            <a:extLst>
              <a:ext uri="{FF2B5EF4-FFF2-40B4-BE49-F238E27FC236}">
                <a16:creationId xmlns:a16="http://schemas.microsoft.com/office/drawing/2014/main" id="{60EC941C-C300-4221-817C-08E6107422D0}"/>
              </a:ext>
            </a:extLst>
          </p:cNvPr>
          <p:cNvSpPr>
            <a:spLocks noGrp="1"/>
          </p:cNvSpPr>
          <p:nvPr/>
        </p:nvSpPr>
        <p:spPr>
          <a:xfrm>
            <a:off x="4974597" y="2880742"/>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43" name="LigandSeek2_vs_LigandSeek1_path_9457">
            <a:extLst>
              <a:ext uri="{FF2B5EF4-FFF2-40B4-BE49-F238E27FC236}">
                <a16:creationId xmlns:a16="http://schemas.microsoft.com/office/drawing/2014/main" id="{9D976815-513D-4833-9B71-EF70354DBD81}"/>
              </a:ext>
            </a:extLst>
          </p:cNvPr>
          <p:cNvSpPr>
            <a:spLocks noGrp="1"/>
          </p:cNvSpPr>
          <p:nvPr/>
        </p:nvSpPr>
        <p:spPr>
          <a:xfrm>
            <a:off x="5067018" y="2788321"/>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44" name="LigandSeek2_vs_LigandSeek1_path_9458">
            <a:extLst>
              <a:ext uri="{FF2B5EF4-FFF2-40B4-BE49-F238E27FC236}">
                <a16:creationId xmlns:a16="http://schemas.microsoft.com/office/drawing/2014/main" id="{97387AC3-FABB-49CE-8DC2-6CC3AD934E4E}"/>
              </a:ext>
            </a:extLst>
          </p:cNvPr>
          <p:cNvSpPr>
            <a:spLocks noGrp="1"/>
          </p:cNvSpPr>
          <p:nvPr/>
        </p:nvSpPr>
        <p:spPr>
          <a:xfrm>
            <a:off x="5159439" y="2695901"/>
            <a:ext cx="46210" cy="46210"/>
          </a:xfrm>
          <a:custGeom>
            <a:avLst/>
            <a:gdLst/>
            <a:ahLst/>
            <a:cxnLst/>
            <a:rect l="0" t="0" r="0" b="0"/>
            <a:pathLst>
              <a:path w="46210" h="46210">
                <a:moveTo>
                  <a:pt x="0" y="46210"/>
                </a:moveTo>
                <a:lnTo>
                  <a:pt x="46210" y="0"/>
                </a:lnTo>
              </a:path>
            </a:pathLst>
          </a:custGeom>
          <a:noFill/>
          <a:ln w="8255">
            <a:solidFill>
              <a:srgbClr val="939CA2">
                <a:alpha val="100000"/>
              </a:srgbClr>
            </a:solidFill>
            <a:prstDash val="solid"/>
          </a:ln>
        </p:spPr>
      </p:sp>
      <p:sp>
        <p:nvSpPr>
          <p:cNvPr id="3945" name="LigandSeek2_vs_LigandSeek1_path_9459">
            <a:extLst>
              <a:ext uri="{FF2B5EF4-FFF2-40B4-BE49-F238E27FC236}">
                <a16:creationId xmlns:a16="http://schemas.microsoft.com/office/drawing/2014/main" id="{3494F013-798B-4C30-B160-60733A440AD5}"/>
              </a:ext>
            </a:extLst>
          </p:cNvPr>
          <p:cNvSpPr>
            <a:spLocks noGrp="1"/>
          </p:cNvSpPr>
          <p:nvPr/>
        </p:nvSpPr>
        <p:spPr>
          <a:xfrm>
            <a:off x="3403440" y="4498110"/>
            <a:ext cx="191" cy="29210"/>
          </a:xfrm>
          <a:custGeom>
            <a:avLst/>
            <a:gdLst/>
            <a:ahLst/>
            <a:cxnLst/>
            <a:rect l="0" t="0" r="0" b="0"/>
            <a:pathLst>
              <a:path w="191" h="29210">
                <a:moveTo>
                  <a:pt x="0" y="0"/>
                </a:moveTo>
                <a:lnTo>
                  <a:pt x="0" y="29210"/>
                </a:lnTo>
              </a:path>
            </a:pathLst>
          </a:custGeom>
          <a:solidFill>
            <a:srgbClr val="000000">
              <a:alpha val="100000"/>
            </a:srgbClr>
          </a:solidFill>
          <a:ln w="6985">
            <a:solidFill>
              <a:srgbClr val="000000">
                <a:alpha val="100000"/>
              </a:srgbClr>
            </a:solidFill>
            <a:prstDash val="solid"/>
          </a:ln>
        </p:spPr>
      </p:sp>
      <p:sp>
        <p:nvSpPr>
          <p:cNvPr id="3946" name="LigandSeek2_vs_LigandSeek1_text_9460">
            <a:extLst>
              <a:ext uri="{FF2B5EF4-FFF2-40B4-BE49-F238E27FC236}">
                <a16:creationId xmlns:a16="http://schemas.microsoft.com/office/drawing/2014/main" id="{364B0816-95E9-404D-961D-621016EDD45A}"/>
              </a:ext>
            </a:extLst>
          </p:cNvPr>
          <p:cNvSpPr>
            <a:spLocks noGrp="1"/>
          </p:cNvSpPr>
          <p:nvPr/>
        </p:nvSpPr>
        <p:spPr>
          <a:xfrm rot="0">
            <a:off x="3287616" y="4560610"/>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3947" name="LigandSeek2_vs_LigandSeek1_path_9461">
            <a:extLst>
              <a:ext uri="{FF2B5EF4-FFF2-40B4-BE49-F238E27FC236}">
                <a16:creationId xmlns:a16="http://schemas.microsoft.com/office/drawing/2014/main" id="{BE843822-994A-46D5-BC55-1893EF5D28D9}"/>
              </a:ext>
            </a:extLst>
          </p:cNvPr>
          <p:cNvSpPr>
            <a:spLocks noGrp="1"/>
          </p:cNvSpPr>
          <p:nvPr/>
        </p:nvSpPr>
        <p:spPr>
          <a:xfrm>
            <a:off x="4327650" y="4498110"/>
            <a:ext cx="191" cy="29210"/>
          </a:xfrm>
          <a:custGeom>
            <a:avLst/>
            <a:gdLst/>
            <a:ahLst/>
            <a:cxnLst/>
            <a:rect l="0" t="0" r="0" b="0"/>
            <a:pathLst>
              <a:path w="191" h="29210">
                <a:moveTo>
                  <a:pt x="0" y="0"/>
                </a:moveTo>
                <a:lnTo>
                  <a:pt x="0" y="29210"/>
                </a:lnTo>
              </a:path>
            </a:pathLst>
          </a:custGeom>
          <a:solidFill>
            <a:srgbClr val="000000">
              <a:alpha val="100000"/>
            </a:srgbClr>
          </a:solidFill>
          <a:ln w="6985">
            <a:solidFill>
              <a:srgbClr val="000000">
                <a:alpha val="100000"/>
              </a:srgbClr>
            </a:solidFill>
            <a:prstDash val="solid"/>
          </a:ln>
        </p:spPr>
      </p:sp>
      <p:sp>
        <p:nvSpPr>
          <p:cNvPr id="3948" name="LigandSeek2_vs_LigandSeek1_text_9462">
            <a:extLst>
              <a:ext uri="{FF2B5EF4-FFF2-40B4-BE49-F238E27FC236}">
                <a16:creationId xmlns:a16="http://schemas.microsoft.com/office/drawing/2014/main" id="{BCAFF3E0-F575-4B79-A543-6F58DC2CDA7C}"/>
              </a:ext>
            </a:extLst>
          </p:cNvPr>
          <p:cNvSpPr>
            <a:spLocks noGrp="1"/>
          </p:cNvSpPr>
          <p:nvPr/>
        </p:nvSpPr>
        <p:spPr>
          <a:xfrm rot="0">
            <a:off x="4211826" y="4560610"/>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3949" name="LigandSeek2_vs_LigandSeek1_path_9463">
            <a:extLst>
              <a:ext uri="{FF2B5EF4-FFF2-40B4-BE49-F238E27FC236}">
                <a16:creationId xmlns:a16="http://schemas.microsoft.com/office/drawing/2014/main" id="{EBC122A4-FB41-4CA8-BDC6-4563A9B96C74}"/>
              </a:ext>
            </a:extLst>
          </p:cNvPr>
          <p:cNvSpPr>
            <a:spLocks noGrp="1"/>
          </p:cNvSpPr>
          <p:nvPr/>
        </p:nvSpPr>
        <p:spPr>
          <a:xfrm>
            <a:off x="5251860" y="4498110"/>
            <a:ext cx="191" cy="29210"/>
          </a:xfrm>
          <a:custGeom>
            <a:avLst/>
            <a:gdLst/>
            <a:ahLst/>
            <a:cxnLst/>
            <a:rect l="0" t="0" r="0" b="0"/>
            <a:pathLst>
              <a:path w="191" h="29210">
                <a:moveTo>
                  <a:pt x="0" y="0"/>
                </a:moveTo>
                <a:lnTo>
                  <a:pt x="0" y="29210"/>
                </a:lnTo>
              </a:path>
            </a:pathLst>
          </a:custGeom>
          <a:solidFill>
            <a:srgbClr val="000000">
              <a:alpha val="100000"/>
            </a:srgbClr>
          </a:solidFill>
          <a:ln w="6985">
            <a:solidFill>
              <a:srgbClr val="000000">
                <a:alpha val="100000"/>
              </a:srgbClr>
            </a:solidFill>
            <a:prstDash val="solid"/>
          </a:ln>
        </p:spPr>
      </p:sp>
      <p:sp>
        <p:nvSpPr>
          <p:cNvPr id="3950" name="LigandSeek2_vs_LigandSeek1_text_9464">
            <a:extLst>
              <a:ext uri="{FF2B5EF4-FFF2-40B4-BE49-F238E27FC236}">
                <a16:creationId xmlns:a16="http://schemas.microsoft.com/office/drawing/2014/main" id="{B9585E89-3163-4E60-978F-D7A2801B1667}"/>
              </a:ext>
            </a:extLst>
          </p:cNvPr>
          <p:cNvSpPr>
            <a:spLocks noGrp="1"/>
          </p:cNvSpPr>
          <p:nvPr/>
        </p:nvSpPr>
        <p:spPr>
          <a:xfrm rot="0">
            <a:off x="5136036" y="4560610"/>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3951" name="LigandSeek2_vs_LigandSeek1_text_9465">
            <a:extLst>
              <a:ext uri="{FF2B5EF4-FFF2-40B4-BE49-F238E27FC236}">
                <a16:creationId xmlns:a16="http://schemas.microsoft.com/office/drawing/2014/main" id="{C4C709B4-C2BE-41DD-8A68-688E723E84C8}"/>
              </a:ext>
            </a:extLst>
          </p:cNvPr>
          <p:cNvSpPr>
            <a:spLocks noGrp="1"/>
          </p:cNvSpPr>
          <p:nvPr/>
        </p:nvSpPr>
        <p:spPr>
          <a:xfrm rot="0">
            <a:off x="3926971" y="4698631"/>
            <a:ext cx="807707"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LigandSeek (CA2)</a:t>
            </a:r>
          </a:p>
        </p:txBody>
      </p:sp>
      <p:sp>
        <p:nvSpPr>
          <p:cNvPr id="3952" name="LigandSeek2_vs_LigandSeek1_path_9466">
            <a:extLst>
              <a:ext uri="{FF2B5EF4-FFF2-40B4-BE49-F238E27FC236}">
                <a16:creationId xmlns:a16="http://schemas.microsoft.com/office/drawing/2014/main" id="{6A1AA2E1-624C-4CA2-8D9A-FC13D631719A}"/>
              </a:ext>
            </a:extLst>
          </p:cNvPr>
          <p:cNvSpPr>
            <a:spLocks noGrp="1"/>
          </p:cNvSpPr>
          <p:nvPr/>
        </p:nvSpPr>
        <p:spPr>
          <a:xfrm>
            <a:off x="3374230" y="4498110"/>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3953" name="LigandSeek2_vs_LigandSeek1_text_9467">
            <a:extLst>
              <a:ext uri="{FF2B5EF4-FFF2-40B4-BE49-F238E27FC236}">
                <a16:creationId xmlns:a16="http://schemas.microsoft.com/office/drawing/2014/main" id="{7CEE1788-DACD-4CE3-808C-B7EA9035205A}"/>
              </a:ext>
            </a:extLst>
          </p:cNvPr>
          <p:cNvSpPr>
            <a:spLocks noGrp="1"/>
          </p:cNvSpPr>
          <p:nvPr/>
        </p:nvSpPr>
        <p:spPr>
          <a:xfrm rot="0">
            <a:off x="3098132" y="4452398"/>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3954" name="LigandSeek2_vs_LigandSeek1_path_9468">
            <a:extLst>
              <a:ext uri="{FF2B5EF4-FFF2-40B4-BE49-F238E27FC236}">
                <a16:creationId xmlns:a16="http://schemas.microsoft.com/office/drawing/2014/main" id="{D33D8650-D4CF-4086-8115-0A82FC3B96B7}"/>
              </a:ext>
            </a:extLst>
          </p:cNvPr>
          <p:cNvSpPr>
            <a:spLocks noGrp="1"/>
          </p:cNvSpPr>
          <p:nvPr/>
        </p:nvSpPr>
        <p:spPr>
          <a:xfrm>
            <a:off x="3374230" y="3573900"/>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3955" name="LigandSeek2_vs_LigandSeek1_text_9469">
            <a:extLst>
              <a:ext uri="{FF2B5EF4-FFF2-40B4-BE49-F238E27FC236}">
                <a16:creationId xmlns:a16="http://schemas.microsoft.com/office/drawing/2014/main" id="{E0E753CC-E30D-4172-B22B-C25CC7A4A4FF}"/>
              </a:ext>
            </a:extLst>
          </p:cNvPr>
          <p:cNvSpPr>
            <a:spLocks noGrp="1"/>
          </p:cNvSpPr>
          <p:nvPr/>
        </p:nvSpPr>
        <p:spPr>
          <a:xfrm rot="0">
            <a:off x="3098132" y="3528188"/>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3956" name="LigandSeek2_vs_LigandSeek1_path_9470">
            <a:extLst>
              <a:ext uri="{FF2B5EF4-FFF2-40B4-BE49-F238E27FC236}">
                <a16:creationId xmlns:a16="http://schemas.microsoft.com/office/drawing/2014/main" id="{DCF45517-E452-4E23-886C-BC5F73A735D7}"/>
              </a:ext>
            </a:extLst>
          </p:cNvPr>
          <p:cNvSpPr>
            <a:spLocks noGrp="1"/>
          </p:cNvSpPr>
          <p:nvPr/>
        </p:nvSpPr>
        <p:spPr>
          <a:xfrm>
            <a:off x="3374230" y="2649690"/>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3957" name="LigandSeek2_vs_LigandSeek1_text_9471">
            <a:extLst>
              <a:ext uri="{FF2B5EF4-FFF2-40B4-BE49-F238E27FC236}">
                <a16:creationId xmlns:a16="http://schemas.microsoft.com/office/drawing/2014/main" id="{A3C1F039-0CFB-4FA2-AC90-9EFC7B302C49}"/>
              </a:ext>
            </a:extLst>
          </p:cNvPr>
          <p:cNvSpPr>
            <a:spLocks noGrp="1"/>
          </p:cNvSpPr>
          <p:nvPr/>
        </p:nvSpPr>
        <p:spPr>
          <a:xfrm rot="0">
            <a:off x="3098132" y="2603978"/>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3958" name="LigandSeek2_vs_LigandSeek1_text_9472">
            <a:extLst>
              <a:ext uri="{FF2B5EF4-FFF2-40B4-BE49-F238E27FC236}">
                <a16:creationId xmlns:a16="http://schemas.microsoft.com/office/drawing/2014/main" id="{C01E8477-847B-4A3D-88C6-A5928E1EC46E}"/>
              </a:ext>
            </a:extLst>
          </p:cNvPr>
          <p:cNvSpPr>
            <a:spLocks noGrp="1"/>
          </p:cNvSpPr>
          <p:nvPr/>
        </p:nvSpPr>
        <p:spPr>
          <a:xfrm rot="-5400000">
            <a:off x="2461569" y="3502463"/>
            <a:ext cx="1099401"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LigandSeek2-Find (CA2)</a:t>
            </a:r>
          </a:p>
        </p:txBody>
      </p:sp>
      <p:sp>
        <p:nvSpPr>
          <p:cNvPr id="3959" name="LigandSeek2_vs_LigandSeek1_ellipse_9473">
            <a:extLst>
              <a:ext uri="{FF2B5EF4-FFF2-40B4-BE49-F238E27FC236}">
                <a16:creationId xmlns:a16="http://schemas.microsoft.com/office/drawing/2014/main" id="{FD56683E-EB7F-4692-9790-865E4F25EBA7}"/>
              </a:ext>
            </a:extLst>
          </p:cNvPr>
          <p:cNvSpPr>
            <a:spLocks noGrp="1"/>
          </p:cNvSpPr>
          <p:nvPr/>
        </p:nvSpPr>
        <p:spPr>
          <a:xfrm>
            <a:off x="5230799" y="2628629"/>
            <a:ext cx="42121" cy="42121"/>
          </a:xfrm>
          <a:prstGeom prst="ellipse">
            <a:avLst/>
          </a:prstGeom>
          <a:solidFill>
            <a:srgbClr val="443983">
              <a:alpha val="82000"/>
            </a:srgbClr>
          </a:solidFill>
          <a:ln w="2794">
            <a:solidFill>
              <a:srgbClr val="FFFFFF">
                <a:alpha val="82000"/>
              </a:srgbClr>
            </a:solidFill>
            <a:prstDash val="solid"/>
          </a:ln>
        </p:spPr>
      </p:sp>
      <p:sp>
        <p:nvSpPr>
          <p:cNvPr id="3960" name="LigandSeek2_vs_LigandSeek1_ellipse_9474">
            <a:extLst>
              <a:ext uri="{FF2B5EF4-FFF2-40B4-BE49-F238E27FC236}">
                <a16:creationId xmlns:a16="http://schemas.microsoft.com/office/drawing/2014/main" id="{F74BA5DD-9258-419E-9318-5B8399EADFFE}"/>
              </a:ext>
            </a:extLst>
          </p:cNvPr>
          <p:cNvSpPr>
            <a:spLocks noGrp="1"/>
          </p:cNvSpPr>
          <p:nvPr/>
        </p:nvSpPr>
        <p:spPr>
          <a:xfrm>
            <a:off x="5230799" y="2657909"/>
            <a:ext cx="42121" cy="42121"/>
          </a:xfrm>
          <a:prstGeom prst="ellipse">
            <a:avLst/>
          </a:prstGeom>
          <a:solidFill>
            <a:srgbClr val="33638D">
              <a:alpha val="82000"/>
            </a:srgbClr>
          </a:solidFill>
          <a:ln w="2794">
            <a:solidFill>
              <a:srgbClr val="FFFFFF">
                <a:alpha val="82000"/>
              </a:srgbClr>
            </a:solidFill>
            <a:prstDash val="solid"/>
          </a:ln>
        </p:spPr>
      </p:sp>
      <p:sp>
        <p:nvSpPr>
          <p:cNvPr id="3961" name="LigandSeek2_vs_LigandSeek1_ellipse_9475">
            <a:extLst>
              <a:ext uri="{FF2B5EF4-FFF2-40B4-BE49-F238E27FC236}">
                <a16:creationId xmlns:a16="http://schemas.microsoft.com/office/drawing/2014/main" id="{40769516-F80F-48B6-9161-DDB680792EAB}"/>
              </a:ext>
            </a:extLst>
          </p:cNvPr>
          <p:cNvSpPr>
            <a:spLocks noGrp="1"/>
          </p:cNvSpPr>
          <p:nvPr/>
        </p:nvSpPr>
        <p:spPr>
          <a:xfrm>
            <a:off x="5230799" y="2628629"/>
            <a:ext cx="42121" cy="42121"/>
          </a:xfrm>
          <a:prstGeom prst="ellipse">
            <a:avLst/>
          </a:prstGeom>
          <a:solidFill>
            <a:srgbClr val="39568C">
              <a:alpha val="82000"/>
            </a:srgbClr>
          </a:solidFill>
          <a:ln w="2794">
            <a:solidFill>
              <a:srgbClr val="FFFFFF">
                <a:alpha val="82000"/>
              </a:srgbClr>
            </a:solidFill>
            <a:prstDash val="solid"/>
          </a:ln>
        </p:spPr>
      </p:sp>
      <p:sp>
        <p:nvSpPr>
          <p:cNvPr id="3962" name="LigandSeek2_vs_LigandSeek1_ellipse_9476">
            <a:extLst>
              <a:ext uri="{FF2B5EF4-FFF2-40B4-BE49-F238E27FC236}">
                <a16:creationId xmlns:a16="http://schemas.microsoft.com/office/drawing/2014/main" id="{43FB0FBC-61A0-4A42-9800-D8CFA09F84DA}"/>
              </a:ext>
            </a:extLst>
          </p:cNvPr>
          <p:cNvSpPr>
            <a:spLocks noGrp="1"/>
          </p:cNvSpPr>
          <p:nvPr/>
        </p:nvSpPr>
        <p:spPr>
          <a:xfrm>
            <a:off x="5230799" y="2628629"/>
            <a:ext cx="42121" cy="42121"/>
          </a:xfrm>
          <a:prstGeom prst="ellipse">
            <a:avLst/>
          </a:prstGeom>
          <a:solidFill>
            <a:srgbClr val="33628D">
              <a:alpha val="82000"/>
            </a:srgbClr>
          </a:solidFill>
          <a:ln w="2794">
            <a:solidFill>
              <a:srgbClr val="FFFFFF">
                <a:alpha val="82000"/>
              </a:srgbClr>
            </a:solidFill>
            <a:prstDash val="solid"/>
          </a:ln>
        </p:spPr>
      </p:sp>
      <p:sp>
        <p:nvSpPr>
          <p:cNvPr id="3963" name="LigandSeek2_vs_LigandSeek1_ellipse_9477">
            <a:extLst>
              <a:ext uri="{FF2B5EF4-FFF2-40B4-BE49-F238E27FC236}">
                <a16:creationId xmlns:a16="http://schemas.microsoft.com/office/drawing/2014/main" id="{2365B624-F696-4507-86B1-6657E092879B}"/>
              </a:ext>
            </a:extLst>
          </p:cNvPr>
          <p:cNvSpPr>
            <a:spLocks noGrp="1"/>
          </p:cNvSpPr>
          <p:nvPr/>
        </p:nvSpPr>
        <p:spPr>
          <a:xfrm>
            <a:off x="5230799" y="2628629"/>
            <a:ext cx="42121" cy="42121"/>
          </a:xfrm>
          <a:prstGeom prst="ellipse">
            <a:avLst/>
          </a:prstGeom>
          <a:solidFill>
            <a:srgbClr val="355F8D">
              <a:alpha val="82000"/>
            </a:srgbClr>
          </a:solidFill>
          <a:ln w="2794">
            <a:solidFill>
              <a:srgbClr val="FFFFFF">
                <a:alpha val="82000"/>
              </a:srgbClr>
            </a:solidFill>
            <a:prstDash val="solid"/>
          </a:ln>
        </p:spPr>
      </p:sp>
      <p:sp>
        <p:nvSpPr>
          <p:cNvPr id="3964" name="LigandSeek2_vs_LigandSeek1_ellipse_9478">
            <a:extLst>
              <a:ext uri="{FF2B5EF4-FFF2-40B4-BE49-F238E27FC236}">
                <a16:creationId xmlns:a16="http://schemas.microsoft.com/office/drawing/2014/main" id="{3991CC54-AF4E-4529-9DA8-7D3F988EFA63}"/>
              </a:ext>
            </a:extLst>
          </p:cNvPr>
          <p:cNvSpPr>
            <a:spLocks noGrp="1"/>
          </p:cNvSpPr>
          <p:nvPr/>
        </p:nvSpPr>
        <p:spPr>
          <a:xfrm>
            <a:off x="4713476" y="3586329"/>
            <a:ext cx="42121" cy="42121"/>
          </a:xfrm>
          <a:prstGeom prst="ellipse">
            <a:avLst/>
          </a:prstGeom>
          <a:solidFill>
            <a:srgbClr val="65CB5E">
              <a:alpha val="82000"/>
            </a:srgbClr>
          </a:solidFill>
          <a:ln w="2794">
            <a:solidFill>
              <a:srgbClr val="FFFFFF">
                <a:alpha val="82000"/>
              </a:srgbClr>
            </a:solidFill>
            <a:prstDash val="solid"/>
          </a:ln>
        </p:spPr>
      </p:sp>
      <p:sp>
        <p:nvSpPr>
          <p:cNvPr id="3965" name="LigandSeek2_vs_LigandSeek1_ellipse_9479">
            <a:extLst>
              <a:ext uri="{FF2B5EF4-FFF2-40B4-BE49-F238E27FC236}">
                <a16:creationId xmlns:a16="http://schemas.microsoft.com/office/drawing/2014/main" id="{18C9D6D6-06B7-45C9-AD0B-D5C18F5FDDE1}"/>
              </a:ext>
            </a:extLst>
          </p:cNvPr>
          <p:cNvSpPr>
            <a:spLocks noGrp="1"/>
          </p:cNvSpPr>
          <p:nvPr/>
        </p:nvSpPr>
        <p:spPr>
          <a:xfrm>
            <a:off x="4894123" y="3359684"/>
            <a:ext cx="42121" cy="42121"/>
          </a:xfrm>
          <a:prstGeom prst="ellipse">
            <a:avLst/>
          </a:prstGeom>
          <a:solidFill>
            <a:srgbClr val="3C508B">
              <a:alpha val="82000"/>
            </a:srgbClr>
          </a:solidFill>
          <a:ln w="2794">
            <a:solidFill>
              <a:srgbClr val="FFFFFF">
                <a:alpha val="82000"/>
              </a:srgbClr>
            </a:solidFill>
            <a:prstDash val="solid"/>
          </a:ln>
        </p:spPr>
      </p:sp>
      <p:sp>
        <p:nvSpPr>
          <p:cNvPr id="3966" name="LigandSeek2_vs_LigandSeek1_ellipse_9480">
            <a:extLst>
              <a:ext uri="{FF2B5EF4-FFF2-40B4-BE49-F238E27FC236}">
                <a16:creationId xmlns:a16="http://schemas.microsoft.com/office/drawing/2014/main" id="{3B6F29BA-A35C-48F4-96CD-8FEA9061B66D}"/>
              </a:ext>
            </a:extLst>
          </p:cNvPr>
          <p:cNvSpPr>
            <a:spLocks noGrp="1"/>
          </p:cNvSpPr>
          <p:nvPr/>
        </p:nvSpPr>
        <p:spPr>
          <a:xfrm>
            <a:off x="4650748" y="3631257"/>
            <a:ext cx="42121" cy="42121"/>
          </a:xfrm>
          <a:prstGeom prst="ellipse">
            <a:avLst/>
          </a:prstGeom>
          <a:solidFill>
            <a:srgbClr val="31688E">
              <a:alpha val="82000"/>
            </a:srgbClr>
          </a:solidFill>
          <a:ln w="2794">
            <a:solidFill>
              <a:srgbClr val="FFFFFF">
                <a:alpha val="82000"/>
              </a:srgbClr>
            </a:solidFill>
            <a:prstDash val="solid"/>
          </a:ln>
        </p:spPr>
      </p:sp>
      <p:sp>
        <p:nvSpPr>
          <p:cNvPr id="3967" name="LigandSeek2_vs_LigandSeek1_ellipse_9481">
            <a:extLst>
              <a:ext uri="{FF2B5EF4-FFF2-40B4-BE49-F238E27FC236}">
                <a16:creationId xmlns:a16="http://schemas.microsoft.com/office/drawing/2014/main" id="{69C0799C-F5F4-447D-A36F-B3C7E655EA39}"/>
              </a:ext>
            </a:extLst>
          </p:cNvPr>
          <p:cNvSpPr>
            <a:spLocks noGrp="1"/>
          </p:cNvSpPr>
          <p:nvPr/>
        </p:nvSpPr>
        <p:spPr>
          <a:xfrm>
            <a:off x="4614659" y="3244769"/>
            <a:ext cx="42121" cy="42121"/>
          </a:xfrm>
          <a:prstGeom prst="ellipse">
            <a:avLst/>
          </a:prstGeom>
          <a:solidFill>
            <a:srgbClr val="3A548C">
              <a:alpha val="82000"/>
            </a:srgbClr>
          </a:solidFill>
          <a:ln w="2794">
            <a:solidFill>
              <a:srgbClr val="FFFFFF">
                <a:alpha val="82000"/>
              </a:srgbClr>
            </a:solidFill>
            <a:prstDash val="solid"/>
          </a:ln>
        </p:spPr>
      </p:sp>
      <p:sp>
        <p:nvSpPr>
          <p:cNvPr id="3968" name="LigandSeek2_vs_LigandSeek1_ellipse_9482">
            <a:extLst>
              <a:ext uri="{FF2B5EF4-FFF2-40B4-BE49-F238E27FC236}">
                <a16:creationId xmlns:a16="http://schemas.microsoft.com/office/drawing/2014/main" id="{5E7CBB94-3B93-4967-BAFC-58E59D8640AF}"/>
              </a:ext>
            </a:extLst>
          </p:cNvPr>
          <p:cNvSpPr>
            <a:spLocks noGrp="1"/>
          </p:cNvSpPr>
          <p:nvPr/>
        </p:nvSpPr>
        <p:spPr>
          <a:xfrm>
            <a:off x="5230799" y="2628629"/>
            <a:ext cx="42121" cy="42121"/>
          </a:xfrm>
          <a:prstGeom prst="ellipse">
            <a:avLst/>
          </a:prstGeom>
          <a:solidFill>
            <a:srgbClr val="39568C">
              <a:alpha val="82000"/>
            </a:srgbClr>
          </a:solidFill>
          <a:ln w="2794">
            <a:solidFill>
              <a:srgbClr val="FFFFFF">
                <a:alpha val="82000"/>
              </a:srgbClr>
            </a:solidFill>
            <a:prstDash val="solid"/>
          </a:ln>
        </p:spPr>
      </p:sp>
      <p:sp>
        <p:nvSpPr>
          <p:cNvPr id="3969" name="LigandSeek2_vs_LigandSeek1_ellipse_9483">
            <a:extLst>
              <a:ext uri="{FF2B5EF4-FFF2-40B4-BE49-F238E27FC236}">
                <a16:creationId xmlns:a16="http://schemas.microsoft.com/office/drawing/2014/main" id="{252682F0-4F60-4471-9522-91D382998590}"/>
              </a:ext>
            </a:extLst>
          </p:cNvPr>
          <p:cNvSpPr>
            <a:spLocks noGrp="1"/>
          </p:cNvSpPr>
          <p:nvPr/>
        </p:nvSpPr>
        <p:spPr>
          <a:xfrm>
            <a:off x="4768694" y="2628629"/>
            <a:ext cx="42121" cy="42121"/>
          </a:xfrm>
          <a:prstGeom prst="ellipse">
            <a:avLst/>
          </a:prstGeom>
          <a:solidFill>
            <a:srgbClr val="2B748E">
              <a:alpha val="82000"/>
            </a:srgbClr>
          </a:solidFill>
          <a:ln w="2794">
            <a:solidFill>
              <a:srgbClr val="FFFFFF">
                <a:alpha val="82000"/>
              </a:srgbClr>
            </a:solidFill>
            <a:prstDash val="solid"/>
          </a:ln>
        </p:spPr>
      </p:sp>
      <p:sp>
        <p:nvSpPr>
          <p:cNvPr id="3970" name="LigandSeek2_vs_LigandSeek1_ellipse_9484">
            <a:extLst>
              <a:ext uri="{FF2B5EF4-FFF2-40B4-BE49-F238E27FC236}">
                <a16:creationId xmlns:a16="http://schemas.microsoft.com/office/drawing/2014/main" id="{83DE06AD-1603-44A3-B560-DEE466AF0AFC}"/>
              </a:ext>
            </a:extLst>
          </p:cNvPr>
          <p:cNvSpPr>
            <a:spLocks noGrp="1"/>
          </p:cNvSpPr>
          <p:nvPr/>
        </p:nvSpPr>
        <p:spPr>
          <a:xfrm>
            <a:off x="5133192" y="2705520"/>
            <a:ext cx="42121" cy="42121"/>
          </a:xfrm>
          <a:prstGeom prst="ellipse">
            <a:avLst/>
          </a:prstGeom>
          <a:solidFill>
            <a:srgbClr val="481A6C">
              <a:alpha val="82000"/>
            </a:srgbClr>
          </a:solidFill>
          <a:ln w="2794">
            <a:solidFill>
              <a:srgbClr val="FFFFFF">
                <a:alpha val="82000"/>
              </a:srgbClr>
            </a:solidFill>
            <a:prstDash val="solid"/>
          </a:ln>
        </p:spPr>
      </p:sp>
      <p:sp>
        <p:nvSpPr>
          <p:cNvPr id="3971" name="LigandSeek2_vs_LigandSeek1_ellipse_9485">
            <a:extLst>
              <a:ext uri="{FF2B5EF4-FFF2-40B4-BE49-F238E27FC236}">
                <a16:creationId xmlns:a16="http://schemas.microsoft.com/office/drawing/2014/main" id="{ABE28D87-6F3D-4DEA-B6C3-CABE9950CF35}"/>
              </a:ext>
            </a:extLst>
          </p:cNvPr>
          <p:cNvSpPr>
            <a:spLocks noGrp="1"/>
          </p:cNvSpPr>
          <p:nvPr/>
        </p:nvSpPr>
        <p:spPr>
          <a:xfrm>
            <a:off x="3972847" y="3629338"/>
            <a:ext cx="42121" cy="42121"/>
          </a:xfrm>
          <a:prstGeom prst="ellipse">
            <a:avLst/>
          </a:prstGeom>
          <a:solidFill>
            <a:srgbClr val="46075A">
              <a:alpha val="82000"/>
            </a:srgbClr>
          </a:solidFill>
          <a:ln w="2794">
            <a:solidFill>
              <a:srgbClr val="FFFFFF">
                <a:alpha val="82000"/>
              </a:srgbClr>
            </a:solidFill>
            <a:prstDash val="solid"/>
          </a:ln>
        </p:spPr>
      </p:sp>
      <p:sp>
        <p:nvSpPr>
          <p:cNvPr id="3972" name="LigandSeek2_vs_LigandSeek1_ellipse_9486">
            <a:extLst>
              <a:ext uri="{FF2B5EF4-FFF2-40B4-BE49-F238E27FC236}">
                <a16:creationId xmlns:a16="http://schemas.microsoft.com/office/drawing/2014/main" id="{69FB56F2-650C-40BD-BD6B-ADA252AA6168}"/>
              </a:ext>
            </a:extLst>
          </p:cNvPr>
          <p:cNvSpPr>
            <a:spLocks noGrp="1"/>
          </p:cNvSpPr>
          <p:nvPr/>
        </p:nvSpPr>
        <p:spPr>
          <a:xfrm>
            <a:off x="5230799" y="4168979"/>
            <a:ext cx="42121" cy="42121"/>
          </a:xfrm>
          <a:prstGeom prst="ellipse">
            <a:avLst/>
          </a:prstGeom>
          <a:solidFill>
            <a:srgbClr val="470D60">
              <a:alpha val="82000"/>
            </a:srgbClr>
          </a:solidFill>
          <a:ln w="2794">
            <a:solidFill>
              <a:srgbClr val="FFFFFF">
                <a:alpha val="82000"/>
              </a:srgbClr>
            </a:solidFill>
            <a:prstDash val="solid"/>
          </a:ln>
        </p:spPr>
      </p:sp>
      <p:sp>
        <p:nvSpPr>
          <p:cNvPr id="3973" name="LigandSeek2_vs_LigandSeek1_ellipse_9487">
            <a:extLst>
              <a:ext uri="{FF2B5EF4-FFF2-40B4-BE49-F238E27FC236}">
                <a16:creationId xmlns:a16="http://schemas.microsoft.com/office/drawing/2014/main" id="{45A7CD49-6F12-4D94-87CE-A813DDDEEF58}"/>
              </a:ext>
            </a:extLst>
          </p:cNvPr>
          <p:cNvSpPr>
            <a:spLocks noGrp="1"/>
          </p:cNvSpPr>
          <p:nvPr/>
        </p:nvSpPr>
        <p:spPr>
          <a:xfrm>
            <a:off x="5230799" y="2628629"/>
            <a:ext cx="42121" cy="42121"/>
          </a:xfrm>
          <a:prstGeom prst="ellipse">
            <a:avLst/>
          </a:prstGeom>
          <a:solidFill>
            <a:srgbClr val="2D708E">
              <a:alpha val="82000"/>
            </a:srgbClr>
          </a:solidFill>
          <a:ln w="2794">
            <a:solidFill>
              <a:srgbClr val="FFFFFF">
                <a:alpha val="82000"/>
              </a:srgbClr>
            </a:solidFill>
            <a:prstDash val="solid"/>
          </a:ln>
        </p:spPr>
      </p:sp>
      <p:sp>
        <p:nvSpPr>
          <p:cNvPr id="3974" name="LigandSeek2_vs_LigandSeek1_ellipse_9488">
            <a:extLst>
              <a:ext uri="{FF2B5EF4-FFF2-40B4-BE49-F238E27FC236}">
                <a16:creationId xmlns:a16="http://schemas.microsoft.com/office/drawing/2014/main" id="{1B289EA0-6DEC-4D4D-B802-6A3D0CD4C29E}"/>
              </a:ext>
            </a:extLst>
          </p:cNvPr>
          <p:cNvSpPr>
            <a:spLocks noGrp="1"/>
          </p:cNvSpPr>
          <p:nvPr/>
        </p:nvSpPr>
        <p:spPr>
          <a:xfrm>
            <a:off x="4306589" y="4477049"/>
            <a:ext cx="42121" cy="42121"/>
          </a:xfrm>
          <a:prstGeom prst="ellipse">
            <a:avLst/>
          </a:prstGeom>
          <a:solidFill>
            <a:srgbClr val="1F988B">
              <a:alpha val="82000"/>
            </a:srgbClr>
          </a:solidFill>
          <a:ln w="2794">
            <a:solidFill>
              <a:srgbClr val="FFFFFF">
                <a:alpha val="82000"/>
              </a:srgbClr>
            </a:solidFill>
            <a:prstDash val="solid"/>
          </a:ln>
        </p:spPr>
      </p:sp>
      <p:sp>
        <p:nvSpPr>
          <p:cNvPr id="3975" name="LigandSeek2_vs_LigandSeek1_ellipse_9489">
            <a:extLst>
              <a:ext uri="{FF2B5EF4-FFF2-40B4-BE49-F238E27FC236}">
                <a16:creationId xmlns:a16="http://schemas.microsoft.com/office/drawing/2014/main" id="{0EE6E2B4-1D11-43AC-9F3D-702D876B160E}"/>
              </a:ext>
            </a:extLst>
          </p:cNvPr>
          <p:cNvSpPr>
            <a:spLocks noGrp="1"/>
          </p:cNvSpPr>
          <p:nvPr/>
        </p:nvSpPr>
        <p:spPr>
          <a:xfrm>
            <a:off x="4614659" y="3244769"/>
            <a:ext cx="42121" cy="42121"/>
          </a:xfrm>
          <a:prstGeom prst="ellipse">
            <a:avLst/>
          </a:prstGeom>
          <a:solidFill>
            <a:srgbClr val="1F9E89">
              <a:alpha val="82000"/>
            </a:srgbClr>
          </a:solidFill>
          <a:ln w="2794">
            <a:solidFill>
              <a:srgbClr val="FFFFFF">
                <a:alpha val="82000"/>
              </a:srgbClr>
            </a:solidFill>
            <a:prstDash val="solid"/>
          </a:ln>
        </p:spPr>
      </p:sp>
      <p:sp>
        <p:nvSpPr>
          <p:cNvPr id="3976" name="LigandSeek2_vs_LigandSeek1_ellipse_9490">
            <a:extLst>
              <a:ext uri="{FF2B5EF4-FFF2-40B4-BE49-F238E27FC236}">
                <a16:creationId xmlns:a16="http://schemas.microsoft.com/office/drawing/2014/main" id="{2FC14E69-40C8-49F6-A999-2E291F992434}"/>
              </a:ext>
            </a:extLst>
          </p:cNvPr>
          <p:cNvSpPr>
            <a:spLocks noGrp="1"/>
          </p:cNvSpPr>
          <p:nvPr/>
        </p:nvSpPr>
        <p:spPr>
          <a:xfrm>
            <a:off x="5230799" y="2628629"/>
            <a:ext cx="42121" cy="42121"/>
          </a:xfrm>
          <a:prstGeom prst="ellipse">
            <a:avLst/>
          </a:prstGeom>
          <a:solidFill>
            <a:srgbClr val="1FA188">
              <a:alpha val="82000"/>
            </a:srgbClr>
          </a:solidFill>
          <a:ln w="2794">
            <a:solidFill>
              <a:srgbClr val="FFFFFF">
                <a:alpha val="82000"/>
              </a:srgbClr>
            </a:solidFill>
            <a:prstDash val="solid"/>
          </a:ln>
        </p:spPr>
      </p:sp>
      <p:sp>
        <p:nvSpPr>
          <p:cNvPr id="3977" name="LigandSeek2_vs_LigandSeek1_ellipse_9491">
            <a:extLst>
              <a:ext uri="{FF2B5EF4-FFF2-40B4-BE49-F238E27FC236}">
                <a16:creationId xmlns:a16="http://schemas.microsoft.com/office/drawing/2014/main" id="{C66FDA6A-AA2D-4902-A013-8EA3466D3014}"/>
              </a:ext>
            </a:extLst>
          </p:cNvPr>
          <p:cNvSpPr>
            <a:spLocks noGrp="1"/>
          </p:cNvSpPr>
          <p:nvPr/>
        </p:nvSpPr>
        <p:spPr>
          <a:xfrm>
            <a:off x="3931964" y="3877529"/>
            <a:ext cx="42121" cy="42121"/>
          </a:xfrm>
          <a:prstGeom prst="ellipse">
            <a:avLst/>
          </a:prstGeom>
          <a:solidFill>
            <a:srgbClr val="2D718E">
              <a:alpha val="82000"/>
            </a:srgbClr>
          </a:solidFill>
          <a:ln w="2794">
            <a:solidFill>
              <a:srgbClr val="FFFFFF">
                <a:alpha val="82000"/>
              </a:srgbClr>
            </a:solidFill>
            <a:prstDash val="solid"/>
          </a:ln>
        </p:spPr>
      </p:sp>
      <p:sp>
        <p:nvSpPr>
          <p:cNvPr id="3978" name="LigandSeek2_vs_LigandSeek1_ellipse_9492">
            <a:extLst>
              <a:ext uri="{FF2B5EF4-FFF2-40B4-BE49-F238E27FC236}">
                <a16:creationId xmlns:a16="http://schemas.microsoft.com/office/drawing/2014/main" id="{49FD1972-3296-4400-8910-770C999F1A8A}"/>
              </a:ext>
            </a:extLst>
          </p:cNvPr>
          <p:cNvSpPr>
            <a:spLocks noGrp="1"/>
          </p:cNvSpPr>
          <p:nvPr/>
        </p:nvSpPr>
        <p:spPr>
          <a:xfrm>
            <a:off x="3382379" y="4477049"/>
            <a:ext cx="42121" cy="42121"/>
          </a:xfrm>
          <a:prstGeom prst="ellipse">
            <a:avLst/>
          </a:prstGeom>
          <a:solidFill>
            <a:srgbClr val="453781">
              <a:alpha val="82000"/>
            </a:srgbClr>
          </a:solidFill>
          <a:ln w="2794">
            <a:solidFill>
              <a:srgbClr val="FFFFFF">
                <a:alpha val="82000"/>
              </a:srgbClr>
            </a:solidFill>
            <a:prstDash val="solid"/>
          </a:ln>
        </p:spPr>
      </p:sp>
      <p:sp>
        <p:nvSpPr>
          <p:cNvPr id="3979" name="LigandSeek2_vs_LigandSeek1_ellipse_9493">
            <a:extLst>
              <a:ext uri="{FF2B5EF4-FFF2-40B4-BE49-F238E27FC236}">
                <a16:creationId xmlns:a16="http://schemas.microsoft.com/office/drawing/2014/main" id="{1A8B8A1C-44F3-45C0-A1E5-BAD02AA48410}"/>
              </a:ext>
            </a:extLst>
          </p:cNvPr>
          <p:cNvSpPr>
            <a:spLocks noGrp="1"/>
          </p:cNvSpPr>
          <p:nvPr/>
        </p:nvSpPr>
        <p:spPr>
          <a:xfrm>
            <a:off x="3844484" y="4168979"/>
            <a:ext cx="42121" cy="42121"/>
          </a:xfrm>
          <a:prstGeom prst="ellipse">
            <a:avLst/>
          </a:prstGeom>
          <a:solidFill>
            <a:srgbClr val="355E8D">
              <a:alpha val="82000"/>
            </a:srgbClr>
          </a:solidFill>
          <a:ln w="2794">
            <a:solidFill>
              <a:srgbClr val="FFFFFF">
                <a:alpha val="82000"/>
              </a:srgbClr>
            </a:solidFill>
            <a:prstDash val="solid"/>
          </a:ln>
        </p:spPr>
      </p:sp>
      <p:sp>
        <p:nvSpPr>
          <p:cNvPr id="3980" name="LigandSeek2_vs_LigandSeek1_ellipse_9494">
            <a:extLst>
              <a:ext uri="{FF2B5EF4-FFF2-40B4-BE49-F238E27FC236}">
                <a16:creationId xmlns:a16="http://schemas.microsoft.com/office/drawing/2014/main" id="{077DAC0A-790A-45FD-B4EC-762AF9CFE7A9}"/>
              </a:ext>
            </a:extLst>
          </p:cNvPr>
          <p:cNvSpPr>
            <a:spLocks noGrp="1"/>
          </p:cNvSpPr>
          <p:nvPr/>
        </p:nvSpPr>
        <p:spPr>
          <a:xfrm>
            <a:off x="3382379" y="4477049"/>
            <a:ext cx="42121" cy="42121"/>
          </a:xfrm>
          <a:prstGeom prst="ellipse">
            <a:avLst/>
          </a:prstGeom>
          <a:solidFill>
            <a:srgbClr val="20928C">
              <a:alpha val="82000"/>
            </a:srgbClr>
          </a:solidFill>
          <a:ln w="2794">
            <a:solidFill>
              <a:srgbClr val="FFFFFF">
                <a:alpha val="82000"/>
              </a:srgbClr>
            </a:solidFill>
            <a:prstDash val="solid"/>
          </a:ln>
        </p:spPr>
      </p:sp>
      <p:sp>
        <p:nvSpPr>
          <p:cNvPr id="3981" name="LigandSeek2_vs_LigandSeek1_ellipse_9495">
            <a:extLst>
              <a:ext uri="{FF2B5EF4-FFF2-40B4-BE49-F238E27FC236}">
                <a16:creationId xmlns:a16="http://schemas.microsoft.com/office/drawing/2014/main" id="{0F3832F8-DBB1-4257-A4A4-2753EC25037B}"/>
              </a:ext>
            </a:extLst>
          </p:cNvPr>
          <p:cNvSpPr>
            <a:spLocks noGrp="1"/>
          </p:cNvSpPr>
          <p:nvPr/>
        </p:nvSpPr>
        <p:spPr>
          <a:xfrm>
            <a:off x="4999747" y="2859682"/>
            <a:ext cx="42121" cy="42121"/>
          </a:xfrm>
          <a:prstGeom prst="ellipse">
            <a:avLst/>
          </a:prstGeom>
          <a:solidFill>
            <a:srgbClr val="26828E">
              <a:alpha val="82000"/>
            </a:srgbClr>
          </a:solidFill>
          <a:ln w="2794">
            <a:solidFill>
              <a:srgbClr val="FFFFFF">
                <a:alpha val="82000"/>
              </a:srgbClr>
            </a:solidFill>
            <a:prstDash val="solid"/>
          </a:ln>
        </p:spPr>
      </p:sp>
      <p:sp>
        <p:nvSpPr>
          <p:cNvPr id="3982" name="LigandSeek2_vs_LigandSeek1_ellipse_9496">
            <a:extLst>
              <a:ext uri="{FF2B5EF4-FFF2-40B4-BE49-F238E27FC236}">
                <a16:creationId xmlns:a16="http://schemas.microsoft.com/office/drawing/2014/main" id="{02EBCBA0-0829-4C2C-A260-0BFD9844B262}"/>
              </a:ext>
            </a:extLst>
          </p:cNvPr>
          <p:cNvSpPr>
            <a:spLocks noGrp="1"/>
          </p:cNvSpPr>
          <p:nvPr/>
        </p:nvSpPr>
        <p:spPr>
          <a:xfrm>
            <a:off x="4308790" y="2628629"/>
            <a:ext cx="42121" cy="42121"/>
          </a:xfrm>
          <a:prstGeom prst="ellipse">
            <a:avLst/>
          </a:prstGeom>
          <a:solidFill>
            <a:srgbClr val="2B748E">
              <a:alpha val="82000"/>
            </a:srgbClr>
          </a:solidFill>
          <a:ln w="2794">
            <a:solidFill>
              <a:srgbClr val="FFFFFF">
                <a:alpha val="82000"/>
              </a:srgbClr>
            </a:solidFill>
            <a:prstDash val="solid"/>
          </a:ln>
        </p:spPr>
      </p:sp>
      <p:sp>
        <p:nvSpPr>
          <p:cNvPr id="3983" name="LigandSeek2_vs_LigandSeek1_ellipse_9497">
            <a:extLst>
              <a:ext uri="{FF2B5EF4-FFF2-40B4-BE49-F238E27FC236}">
                <a16:creationId xmlns:a16="http://schemas.microsoft.com/office/drawing/2014/main" id="{A6DE216C-EE97-483A-A278-B209656D9720}"/>
              </a:ext>
            </a:extLst>
          </p:cNvPr>
          <p:cNvSpPr>
            <a:spLocks noGrp="1"/>
          </p:cNvSpPr>
          <p:nvPr/>
        </p:nvSpPr>
        <p:spPr>
          <a:xfrm>
            <a:off x="3382379" y="2628629"/>
            <a:ext cx="42121" cy="42121"/>
          </a:xfrm>
          <a:prstGeom prst="ellipse">
            <a:avLst/>
          </a:prstGeom>
          <a:solidFill>
            <a:srgbClr val="32648E">
              <a:alpha val="82000"/>
            </a:srgbClr>
          </a:solidFill>
          <a:ln w="2794">
            <a:solidFill>
              <a:srgbClr val="FFFFFF">
                <a:alpha val="82000"/>
              </a:srgbClr>
            </a:solidFill>
            <a:prstDash val="solid"/>
          </a:ln>
        </p:spPr>
      </p:sp>
      <p:sp>
        <p:nvSpPr>
          <p:cNvPr id="3984" name="LigandSeek2_vs_LigandSeek1_ellipse_9498">
            <a:extLst>
              <a:ext uri="{FF2B5EF4-FFF2-40B4-BE49-F238E27FC236}">
                <a16:creationId xmlns:a16="http://schemas.microsoft.com/office/drawing/2014/main" id="{8DA51591-8168-438C-B4DC-D730DEA20DB7}"/>
              </a:ext>
            </a:extLst>
          </p:cNvPr>
          <p:cNvSpPr>
            <a:spLocks noGrp="1"/>
          </p:cNvSpPr>
          <p:nvPr/>
        </p:nvSpPr>
        <p:spPr>
          <a:xfrm>
            <a:off x="3921502" y="3908520"/>
            <a:ext cx="42121" cy="42121"/>
          </a:xfrm>
          <a:prstGeom prst="ellipse">
            <a:avLst/>
          </a:prstGeom>
          <a:solidFill>
            <a:srgbClr val="2A788E">
              <a:alpha val="82000"/>
            </a:srgbClr>
          </a:solidFill>
          <a:ln w="2794">
            <a:solidFill>
              <a:srgbClr val="FFFFFF">
                <a:alpha val="82000"/>
              </a:srgbClr>
            </a:solidFill>
            <a:prstDash val="solid"/>
          </a:ln>
        </p:spPr>
      </p:sp>
      <p:sp>
        <p:nvSpPr>
          <p:cNvPr id="3985" name="LigandSeek2_vs_LigandSeek1_ellipse_9499">
            <a:extLst>
              <a:ext uri="{FF2B5EF4-FFF2-40B4-BE49-F238E27FC236}">
                <a16:creationId xmlns:a16="http://schemas.microsoft.com/office/drawing/2014/main" id="{2D997931-E1E2-42D5-BFA1-77B28B82F09E}"/>
              </a:ext>
            </a:extLst>
          </p:cNvPr>
          <p:cNvSpPr>
            <a:spLocks noGrp="1"/>
          </p:cNvSpPr>
          <p:nvPr/>
        </p:nvSpPr>
        <p:spPr>
          <a:xfrm>
            <a:off x="3382379" y="4168979"/>
            <a:ext cx="42121" cy="42121"/>
          </a:xfrm>
          <a:prstGeom prst="ellipse">
            <a:avLst/>
          </a:prstGeom>
          <a:solidFill>
            <a:srgbClr val="481A6C">
              <a:alpha val="82000"/>
            </a:srgbClr>
          </a:solidFill>
          <a:ln w="2794">
            <a:solidFill>
              <a:srgbClr val="FFFFFF">
                <a:alpha val="82000"/>
              </a:srgbClr>
            </a:solidFill>
            <a:prstDash val="solid"/>
          </a:ln>
        </p:spPr>
      </p:sp>
      <p:sp>
        <p:nvSpPr>
          <p:cNvPr id="3986" name="LigandSeek2_vs_LigandSeek1_ellipse_9500">
            <a:extLst>
              <a:ext uri="{FF2B5EF4-FFF2-40B4-BE49-F238E27FC236}">
                <a16:creationId xmlns:a16="http://schemas.microsoft.com/office/drawing/2014/main" id="{8790FFB1-D884-4F0D-B680-2DD169E7B513}"/>
              </a:ext>
            </a:extLst>
          </p:cNvPr>
          <p:cNvSpPr>
            <a:spLocks noGrp="1"/>
          </p:cNvSpPr>
          <p:nvPr/>
        </p:nvSpPr>
        <p:spPr>
          <a:xfrm>
            <a:off x="5230799" y="2628629"/>
            <a:ext cx="42121" cy="42121"/>
          </a:xfrm>
          <a:prstGeom prst="ellipse">
            <a:avLst/>
          </a:prstGeom>
          <a:solidFill>
            <a:srgbClr val="2D708E">
              <a:alpha val="82000"/>
            </a:srgbClr>
          </a:solidFill>
          <a:ln w="2794">
            <a:solidFill>
              <a:srgbClr val="FFFFFF">
                <a:alpha val="82000"/>
              </a:srgbClr>
            </a:solidFill>
            <a:prstDash val="solid"/>
          </a:ln>
        </p:spPr>
      </p:sp>
      <p:sp>
        <p:nvSpPr>
          <p:cNvPr id="3987" name="LigandSeek2_vs_LigandSeek1_ellipse_9501">
            <a:extLst>
              <a:ext uri="{FF2B5EF4-FFF2-40B4-BE49-F238E27FC236}">
                <a16:creationId xmlns:a16="http://schemas.microsoft.com/office/drawing/2014/main" id="{1AEBEF2D-A7FD-4525-86B0-56B21F1AADB0}"/>
              </a:ext>
            </a:extLst>
          </p:cNvPr>
          <p:cNvSpPr>
            <a:spLocks noGrp="1"/>
          </p:cNvSpPr>
          <p:nvPr/>
        </p:nvSpPr>
        <p:spPr>
          <a:xfrm>
            <a:off x="3382379" y="4477049"/>
            <a:ext cx="42121" cy="42121"/>
          </a:xfrm>
          <a:prstGeom prst="ellipse">
            <a:avLst/>
          </a:prstGeom>
          <a:solidFill>
            <a:srgbClr val="481467">
              <a:alpha val="82000"/>
            </a:srgbClr>
          </a:solidFill>
          <a:ln w="2794">
            <a:solidFill>
              <a:srgbClr val="FFFFFF">
                <a:alpha val="82000"/>
              </a:srgbClr>
            </a:solidFill>
            <a:prstDash val="solid"/>
          </a:ln>
        </p:spPr>
      </p:sp>
      <p:sp>
        <p:nvSpPr>
          <p:cNvPr id="3988" name="LigandSeek2_vs_LigandSeek1_ellipse_9502">
            <a:extLst>
              <a:ext uri="{FF2B5EF4-FFF2-40B4-BE49-F238E27FC236}">
                <a16:creationId xmlns:a16="http://schemas.microsoft.com/office/drawing/2014/main" id="{6E2ECCAF-708D-4388-89E5-A7E32FB48DEF}"/>
              </a:ext>
            </a:extLst>
          </p:cNvPr>
          <p:cNvSpPr>
            <a:spLocks noGrp="1"/>
          </p:cNvSpPr>
          <p:nvPr/>
        </p:nvSpPr>
        <p:spPr>
          <a:xfrm>
            <a:off x="3628135" y="4053220"/>
            <a:ext cx="42121" cy="42121"/>
          </a:xfrm>
          <a:prstGeom prst="ellipse">
            <a:avLst/>
          </a:prstGeom>
          <a:solidFill>
            <a:srgbClr val="277F8E">
              <a:alpha val="82000"/>
            </a:srgbClr>
          </a:solidFill>
          <a:ln w="2794">
            <a:solidFill>
              <a:srgbClr val="FFFFFF">
                <a:alpha val="82000"/>
              </a:srgbClr>
            </a:solidFill>
            <a:prstDash val="solid"/>
          </a:ln>
        </p:spPr>
      </p:sp>
      <p:sp>
        <p:nvSpPr>
          <p:cNvPr id="3989" name="LigandSeek2_vs_LigandSeek1_ellipse_9503">
            <a:extLst>
              <a:ext uri="{FF2B5EF4-FFF2-40B4-BE49-F238E27FC236}">
                <a16:creationId xmlns:a16="http://schemas.microsoft.com/office/drawing/2014/main" id="{BC808357-580E-4618-81AF-84AB8BEC9519}"/>
              </a:ext>
            </a:extLst>
          </p:cNvPr>
          <p:cNvSpPr>
            <a:spLocks noGrp="1"/>
          </p:cNvSpPr>
          <p:nvPr/>
        </p:nvSpPr>
        <p:spPr>
          <a:xfrm>
            <a:off x="3690449" y="3552839"/>
            <a:ext cx="42121" cy="42121"/>
          </a:xfrm>
          <a:prstGeom prst="ellipse">
            <a:avLst/>
          </a:prstGeom>
          <a:solidFill>
            <a:srgbClr val="39568C">
              <a:alpha val="82000"/>
            </a:srgbClr>
          </a:solidFill>
          <a:ln w="2794">
            <a:solidFill>
              <a:srgbClr val="FFFFFF">
                <a:alpha val="82000"/>
              </a:srgbClr>
            </a:solidFill>
            <a:prstDash val="solid"/>
          </a:ln>
        </p:spPr>
      </p:sp>
      <p:sp>
        <p:nvSpPr>
          <p:cNvPr id="3990" name="LigandSeek2_vs_LigandSeek1_ellipse_9504">
            <a:extLst>
              <a:ext uri="{FF2B5EF4-FFF2-40B4-BE49-F238E27FC236}">
                <a16:creationId xmlns:a16="http://schemas.microsoft.com/office/drawing/2014/main" id="{081F0C31-515C-40D8-B370-8C365196CBFF}"/>
              </a:ext>
            </a:extLst>
          </p:cNvPr>
          <p:cNvSpPr>
            <a:spLocks noGrp="1"/>
          </p:cNvSpPr>
          <p:nvPr/>
        </p:nvSpPr>
        <p:spPr>
          <a:xfrm>
            <a:off x="4768694" y="3552839"/>
            <a:ext cx="42121" cy="42121"/>
          </a:xfrm>
          <a:prstGeom prst="ellipse">
            <a:avLst/>
          </a:prstGeom>
          <a:solidFill>
            <a:srgbClr val="2A788E">
              <a:alpha val="82000"/>
            </a:srgbClr>
          </a:solidFill>
          <a:ln w="2794">
            <a:solidFill>
              <a:srgbClr val="FFFFFF">
                <a:alpha val="82000"/>
              </a:srgbClr>
            </a:solidFill>
            <a:prstDash val="solid"/>
          </a:ln>
        </p:spPr>
      </p:sp>
      <p:sp>
        <p:nvSpPr>
          <p:cNvPr id="3991" name="LigandSeek2_vs_LigandSeek1_ellipse_9505">
            <a:extLst>
              <a:ext uri="{FF2B5EF4-FFF2-40B4-BE49-F238E27FC236}">
                <a16:creationId xmlns:a16="http://schemas.microsoft.com/office/drawing/2014/main" id="{2BCF7EA4-E828-4663-9C7D-C3223A447A00}"/>
              </a:ext>
            </a:extLst>
          </p:cNvPr>
          <p:cNvSpPr>
            <a:spLocks noGrp="1"/>
          </p:cNvSpPr>
          <p:nvPr/>
        </p:nvSpPr>
        <p:spPr>
          <a:xfrm>
            <a:off x="3541439" y="4447068"/>
            <a:ext cx="42121" cy="42121"/>
          </a:xfrm>
          <a:prstGeom prst="ellipse">
            <a:avLst/>
          </a:prstGeom>
          <a:solidFill>
            <a:srgbClr val="4EC36B">
              <a:alpha val="82000"/>
            </a:srgbClr>
          </a:solidFill>
          <a:ln w="2794">
            <a:solidFill>
              <a:srgbClr val="FFFFFF">
                <a:alpha val="82000"/>
              </a:srgbClr>
            </a:solidFill>
            <a:prstDash val="solid"/>
          </a:ln>
        </p:spPr>
      </p:sp>
      <p:sp>
        <p:nvSpPr>
          <p:cNvPr id="3992" name="LigandSeek2_vs_LigandSeek1_ellipse_9506">
            <a:extLst>
              <a:ext uri="{FF2B5EF4-FFF2-40B4-BE49-F238E27FC236}">
                <a16:creationId xmlns:a16="http://schemas.microsoft.com/office/drawing/2014/main" id="{0DDAEE77-5A2B-4C18-8856-6622DD8110D1}"/>
              </a:ext>
            </a:extLst>
          </p:cNvPr>
          <p:cNvSpPr>
            <a:spLocks noGrp="1"/>
          </p:cNvSpPr>
          <p:nvPr/>
        </p:nvSpPr>
        <p:spPr>
          <a:xfrm>
            <a:off x="5230799" y="2628629"/>
            <a:ext cx="42121" cy="42121"/>
          </a:xfrm>
          <a:prstGeom prst="ellipse">
            <a:avLst/>
          </a:prstGeom>
          <a:solidFill>
            <a:srgbClr val="3F4788">
              <a:alpha val="82000"/>
            </a:srgbClr>
          </a:solidFill>
          <a:ln w="2794">
            <a:solidFill>
              <a:srgbClr val="FFFFFF">
                <a:alpha val="82000"/>
              </a:srgbClr>
            </a:solidFill>
            <a:prstDash val="solid"/>
          </a:ln>
        </p:spPr>
      </p:sp>
      <p:sp>
        <p:nvSpPr>
          <p:cNvPr id="3993" name="LigandSeek2_vs_LigandSeek1_ellipse_9507">
            <a:extLst>
              <a:ext uri="{FF2B5EF4-FFF2-40B4-BE49-F238E27FC236}">
                <a16:creationId xmlns:a16="http://schemas.microsoft.com/office/drawing/2014/main" id="{A13BABBB-5346-4A8C-9D0C-848C231605A0}"/>
              </a:ext>
            </a:extLst>
          </p:cNvPr>
          <p:cNvSpPr>
            <a:spLocks noGrp="1"/>
          </p:cNvSpPr>
          <p:nvPr/>
        </p:nvSpPr>
        <p:spPr>
          <a:xfrm>
            <a:off x="3382379" y="4477049"/>
            <a:ext cx="42121" cy="42121"/>
          </a:xfrm>
          <a:prstGeom prst="ellipse">
            <a:avLst/>
          </a:prstGeom>
          <a:solidFill>
            <a:srgbClr val="27808E">
              <a:alpha val="82000"/>
            </a:srgbClr>
          </a:solidFill>
          <a:ln w="2794">
            <a:solidFill>
              <a:srgbClr val="FFFFFF">
                <a:alpha val="82000"/>
              </a:srgbClr>
            </a:solidFill>
            <a:prstDash val="solid"/>
          </a:ln>
        </p:spPr>
      </p:sp>
      <p:sp>
        <p:nvSpPr>
          <p:cNvPr id="3994" name="LigandSeek2_vs_LigandSeek1_ellipse_9508">
            <a:extLst>
              <a:ext uri="{FF2B5EF4-FFF2-40B4-BE49-F238E27FC236}">
                <a16:creationId xmlns:a16="http://schemas.microsoft.com/office/drawing/2014/main" id="{D07D1B72-9399-4EB5-B601-E365136742E5}"/>
              </a:ext>
            </a:extLst>
          </p:cNvPr>
          <p:cNvSpPr>
            <a:spLocks noGrp="1"/>
          </p:cNvSpPr>
          <p:nvPr/>
        </p:nvSpPr>
        <p:spPr>
          <a:xfrm>
            <a:off x="3382379" y="4477049"/>
            <a:ext cx="42121" cy="42121"/>
          </a:xfrm>
          <a:prstGeom prst="ellipse">
            <a:avLst/>
          </a:prstGeom>
          <a:solidFill>
            <a:srgbClr val="33638D">
              <a:alpha val="82000"/>
            </a:srgbClr>
          </a:solidFill>
          <a:ln w="2794">
            <a:solidFill>
              <a:srgbClr val="FFFFFF">
                <a:alpha val="82000"/>
              </a:srgbClr>
            </a:solidFill>
            <a:prstDash val="solid"/>
          </a:ln>
        </p:spPr>
      </p:sp>
      <p:sp>
        <p:nvSpPr>
          <p:cNvPr id="3995" name="LigandSeek2_vs_LigandSeek1_ellipse_9509">
            <a:extLst>
              <a:ext uri="{FF2B5EF4-FFF2-40B4-BE49-F238E27FC236}">
                <a16:creationId xmlns:a16="http://schemas.microsoft.com/office/drawing/2014/main" id="{E74FBD67-1268-40FA-B9C9-2F8F7576AAF1}"/>
              </a:ext>
            </a:extLst>
          </p:cNvPr>
          <p:cNvSpPr>
            <a:spLocks noGrp="1"/>
          </p:cNvSpPr>
          <p:nvPr/>
        </p:nvSpPr>
        <p:spPr>
          <a:xfrm>
            <a:off x="5230799" y="2628629"/>
            <a:ext cx="42121" cy="42121"/>
          </a:xfrm>
          <a:prstGeom prst="ellipse">
            <a:avLst/>
          </a:prstGeom>
          <a:solidFill>
            <a:srgbClr val="2F6C8E">
              <a:alpha val="82000"/>
            </a:srgbClr>
          </a:solidFill>
          <a:ln w="2794">
            <a:solidFill>
              <a:srgbClr val="FFFFFF">
                <a:alpha val="82000"/>
              </a:srgbClr>
            </a:solidFill>
            <a:prstDash val="solid"/>
          </a:ln>
        </p:spPr>
      </p:sp>
      <p:sp>
        <p:nvSpPr>
          <p:cNvPr id="3996" name="LigandSeek2_vs_LigandSeek1_ellipse_9510">
            <a:extLst>
              <a:ext uri="{FF2B5EF4-FFF2-40B4-BE49-F238E27FC236}">
                <a16:creationId xmlns:a16="http://schemas.microsoft.com/office/drawing/2014/main" id="{7A50CD22-FBE6-4635-8021-132CD14E85AF}"/>
              </a:ext>
            </a:extLst>
          </p:cNvPr>
          <p:cNvSpPr>
            <a:spLocks noGrp="1"/>
          </p:cNvSpPr>
          <p:nvPr/>
        </p:nvSpPr>
        <p:spPr>
          <a:xfrm>
            <a:off x="4871384" y="2782664"/>
            <a:ext cx="42121" cy="42121"/>
          </a:xfrm>
          <a:prstGeom prst="ellipse">
            <a:avLst/>
          </a:prstGeom>
          <a:solidFill>
            <a:srgbClr val="27808E">
              <a:alpha val="82000"/>
            </a:srgbClr>
          </a:solidFill>
          <a:ln w="2794">
            <a:solidFill>
              <a:srgbClr val="FFFFFF">
                <a:alpha val="82000"/>
              </a:srgbClr>
            </a:solidFill>
            <a:prstDash val="solid"/>
          </a:ln>
        </p:spPr>
      </p:sp>
      <p:sp>
        <p:nvSpPr>
          <p:cNvPr id="3997" name="LigandSeek2_vs_LigandSeek1_ellipse_9511">
            <a:extLst>
              <a:ext uri="{FF2B5EF4-FFF2-40B4-BE49-F238E27FC236}">
                <a16:creationId xmlns:a16="http://schemas.microsoft.com/office/drawing/2014/main" id="{3D87871E-FB98-4D18-8E8A-258127C441A5}"/>
              </a:ext>
            </a:extLst>
          </p:cNvPr>
          <p:cNvSpPr>
            <a:spLocks noGrp="1"/>
          </p:cNvSpPr>
          <p:nvPr/>
        </p:nvSpPr>
        <p:spPr>
          <a:xfrm>
            <a:off x="5230799" y="2628629"/>
            <a:ext cx="42121" cy="42121"/>
          </a:xfrm>
          <a:prstGeom prst="ellipse">
            <a:avLst/>
          </a:prstGeom>
          <a:solidFill>
            <a:srgbClr val="3E4A89">
              <a:alpha val="82000"/>
            </a:srgbClr>
          </a:solidFill>
          <a:ln w="2794">
            <a:solidFill>
              <a:srgbClr val="FFFFFF">
                <a:alpha val="82000"/>
              </a:srgbClr>
            </a:solidFill>
            <a:prstDash val="solid"/>
          </a:ln>
        </p:spPr>
      </p:sp>
      <p:sp>
        <p:nvSpPr>
          <p:cNvPr id="3998" name="LigandSeek2_vs_LigandSeek1_ellipse_9512">
            <a:extLst>
              <a:ext uri="{FF2B5EF4-FFF2-40B4-BE49-F238E27FC236}">
                <a16:creationId xmlns:a16="http://schemas.microsoft.com/office/drawing/2014/main" id="{2692F3DF-3E6E-442F-BA0A-61154C462B78}"/>
              </a:ext>
            </a:extLst>
          </p:cNvPr>
          <p:cNvSpPr>
            <a:spLocks noGrp="1"/>
          </p:cNvSpPr>
          <p:nvPr/>
        </p:nvSpPr>
        <p:spPr>
          <a:xfrm>
            <a:off x="3382379" y="3552839"/>
            <a:ext cx="42121" cy="42121"/>
          </a:xfrm>
          <a:prstGeom prst="ellipse">
            <a:avLst/>
          </a:prstGeom>
          <a:solidFill>
            <a:srgbClr val="2AB07F">
              <a:alpha val="82000"/>
            </a:srgbClr>
          </a:solidFill>
          <a:ln w="2794">
            <a:solidFill>
              <a:srgbClr val="FFFFFF">
                <a:alpha val="82000"/>
              </a:srgbClr>
            </a:solidFill>
            <a:prstDash val="solid"/>
          </a:ln>
        </p:spPr>
      </p:sp>
      <p:sp>
        <p:nvSpPr>
          <p:cNvPr id="3999" name="LigandSeek2_vs_LigandSeek1_ellipse_9513">
            <a:extLst>
              <a:ext uri="{FF2B5EF4-FFF2-40B4-BE49-F238E27FC236}">
                <a16:creationId xmlns:a16="http://schemas.microsoft.com/office/drawing/2014/main" id="{0E3680E0-ADAB-43E4-B1EE-842074EB1D74}"/>
              </a:ext>
            </a:extLst>
          </p:cNvPr>
          <p:cNvSpPr>
            <a:spLocks noGrp="1"/>
          </p:cNvSpPr>
          <p:nvPr/>
        </p:nvSpPr>
        <p:spPr>
          <a:xfrm>
            <a:off x="4592654" y="3432179"/>
            <a:ext cx="42121" cy="42121"/>
          </a:xfrm>
          <a:prstGeom prst="ellipse">
            <a:avLst/>
          </a:prstGeom>
          <a:solidFill>
            <a:srgbClr val="460A5D">
              <a:alpha val="82000"/>
            </a:srgbClr>
          </a:solidFill>
          <a:ln w="2794">
            <a:solidFill>
              <a:srgbClr val="FFFFFF">
                <a:alpha val="82000"/>
              </a:srgbClr>
            </a:solidFill>
            <a:prstDash val="solid"/>
          </a:ln>
        </p:spPr>
      </p:sp>
      <p:sp>
        <p:nvSpPr>
          <p:cNvPr id="4000" name="LigandSeek2_vs_LigandSeek1_ellipse_9514">
            <a:extLst>
              <a:ext uri="{FF2B5EF4-FFF2-40B4-BE49-F238E27FC236}">
                <a16:creationId xmlns:a16="http://schemas.microsoft.com/office/drawing/2014/main" id="{AEE2BDA9-8803-4783-A7F2-2A7B81956C95}"/>
              </a:ext>
            </a:extLst>
          </p:cNvPr>
          <p:cNvSpPr>
            <a:spLocks noGrp="1"/>
          </p:cNvSpPr>
          <p:nvPr/>
        </p:nvSpPr>
        <p:spPr>
          <a:xfrm>
            <a:off x="4306589" y="2628629"/>
            <a:ext cx="42121" cy="42121"/>
          </a:xfrm>
          <a:prstGeom prst="ellipse">
            <a:avLst/>
          </a:prstGeom>
          <a:solidFill>
            <a:srgbClr val="1FA188">
              <a:alpha val="82000"/>
            </a:srgbClr>
          </a:solidFill>
          <a:ln w="2794">
            <a:solidFill>
              <a:srgbClr val="FFFFFF">
                <a:alpha val="82000"/>
              </a:srgbClr>
            </a:solidFill>
            <a:prstDash val="solid"/>
          </a:ln>
        </p:spPr>
      </p:sp>
      <p:sp>
        <p:nvSpPr>
          <p:cNvPr id="4001" name="LigandSeek2_vs_LigandSeek1_ellipse_9515">
            <a:extLst>
              <a:ext uri="{FF2B5EF4-FFF2-40B4-BE49-F238E27FC236}">
                <a16:creationId xmlns:a16="http://schemas.microsoft.com/office/drawing/2014/main" id="{47E3F734-9EAE-4054-9170-9FB65844E5EB}"/>
              </a:ext>
            </a:extLst>
          </p:cNvPr>
          <p:cNvSpPr>
            <a:spLocks noGrp="1"/>
          </p:cNvSpPr>
          <p:nvPr/>
        </p:nvSpPr>
        <p:spPr>
          <a:xfrm>
            <a:off x="5230799" y="2628629"/>
            <a:ext cx="42121" cy="42121"/>
          </a:xfrm>
          <a:prstGeom prst="ellipse">
            <a:avLst/>
          </a:prstGeom>
          <a:solidFill>
            <a:srgbClr val="38588C">
              <a:alpha val="82000"/>
            </a:srgbClr>
          </a:solidFill>
          <a:ln w="2794">
            <a:solidFill>
              <a:srgbClr val="FFFFFF">
                <a:alpha val="82000"/>
              </a:srgbClr>
            </a:solidFill>
            <a:prstDash val="solid"/>
          </a:ln>
        </p:spPr>
      </p:sp>
      <p:sp>
        <p:nvSpPr>
          <p:cNvPr id="4002" name="LigandSeek2_vs_LigandSeek1_ellipse_9516">
            <a:extLst>
              <a:ext uri="{FF2B5EF4-FFF2-40B4-BE49-F238E27FC236}">
                <a16:creationId xmlns:a16="http://schemas.microsoft.com/office/drawing/2014/main" id="{982B126E-3028-4F62-915E-3092B78C2175}"/>
              </a:ext>
            </a:extLst>
          </p:cNvPr>
          <p:cNvSpPr>
            <a:spLocks noGrp="1"/>
          </p:cNvSpPr>
          <p:nvPr/>
        </p:nvSpPr>
        <p:spPr>
          <a:xfrm>
            <a:off x="4306589" y="3552839"/>
            <a:ext cx="42121" cy="42121"/>
          </a:xfrm>
          <a:prstGeom prst="ellipse">
            <a:avLst/>
          </a:prstGeom>
          <a:solidFill>
            <a:srgbClr val="32658E">
              <a:alpha val="82000"/>
            </a:srgbClr>
          </a:solidFill>
          <a:ln w="2794">
            <a:solidFill>
              <a:srgbClr val="FFFFFF">
                <a:alpha val="82000"/>
              </a:srgbClr>
            </a:solidFill>
            <a:prstDash val="solid"/>
          </a:ln>
        </p:spPr>
      </p:sp>
      <p:sp>
        <p:nvSpPr>
          <p:cNvPr id="4003" name="LigandSeek2_vs_LigandSeek1_ellipse_9517">
            <a:extLst>
              <a:ext uri="{FF2B5EF4-FFF2-40B4-BE49-F238E27FC236}">
                <a16:creationId xmlns:a16="http://schemas.microsoft.com/office/drawing/2014/main" id="{4D3B0024-0A62-4586-95E0-7D5DEADC1586}"/>
              </a:ext>
            </a:extLst>
          </p:cNvPr>
          <p:cNvSpPr>
            <a:spLocks noGrp="1"/>
          </p:cNvSpPr>
          <p:nvPr/>
        </p:nvSpPr>
        <p:spPr>
          <a:xfrm>
            <a:off x="5230799" y="3156749"/>
            <a:ext cx="42121" cy="42121"/>
          </a:xfrm>
          <a:prstGeom prst="ellipse">
            <a:avLst/>
          </a:prstGeom>
          <a:solidFill>
            <a:srgbClr val="2A788E">
              <a:alpha val="82000"/>
            </a:srgbClr>
          </a:solidFill>
          <a:ln w="2794">
            <a:solidFill>
              <a:srgbClr val="FFFFFF">
                <a:alpha val="82000"/>
              </a:srgbClr>
            </a:solidFill>
            <a:prstDash val="solid"/>
          </a:ln>
        </p:spPr>
      </p:sp>
      <p:sp>
        <p:nvSpPr>
          <p:cNvPr id="4004" name="LigandSeek2_vs_LigandSeek1_ellipse_9518">
            <a:extLst>
              <a:ext uri="{FF2B5EF4-FFF2-40B4-BE49-F238E27FC236}">
                <a16:creationId xmlns:a16="http://schemas.microsoft.com/office/drawing/2014/main" id="{DCFC5C6D-6651-4F13-AF94-249E6F3E9533}"/>
              </a:ext>
            </a:extLst>
          </p:cNvPr>
          <p:cNvSpPr>
            <a:spLocks noGrp="1"/>
          </p:cNvSpPr>
          <p:nvPr/>
        </p:nvSpPr>
        <p:spPr>
          <a:xfrm>
            <a:off x="5230799" y="2628629"/>
            <a:ext cx="42121" cy="42121"/>
          </a:xfrm>
          <a:prstGeom prst="ellipse">
            <a:avLst/>
          </a:prstGeom>
          <a:solidFill>
            <a:srgbClr val="39568C">
              <a:alpha val="82000"/>
            </a:srgbClr>
          </a:solidFill>
          <a:ln w="2794">
            <a:solidFill>
              <a:srgbClr val="FFFFFF">
                <a:alpha val="82000"/>
              </a:srgbClr>
            </a:solidFill>
            <a:prstDash val="solid"/>
          </a:ln>
        </p:spPr>
      </p:sp>
      <p:sp>
        <p:nvSpPr>
          <p:cNvPr id="4005" name="LigandSeek2_vs_LigandSeek1_ellipse_9519">
            <a:extLst>
              <a:ext uri="{FF2B5EF4-FFF2-40B4-BE49-F238E27FC236}">
                <a16:creationId xmlns:a16="http://schemas.microsoft.com/office/drawing/2014/main" id="{2E1926EA-8080-453B-8313-F154990E9CF8}"/>
              </a:ext>
            </a:extLst>
          </p:cNvPr>
          <p:cNvSpPr>
            <a:spLocks noGrp="1"/>
          </p:cNvSpPr>
          <p:nvPr/>
        </p:nvSpPr>
        <p:spPr>
          <a:xfrm>
            <a:off x="5230799" y="2628629"/>
            <a:ext cx="42121" cy="42121"/>
          </a:xfrm>
          <a:prstGeom prst="ellipse">
            <a:avLst/>
          </a:prstGeom>
          <a:solidFill>
            <a:srgbClr val="228B8D">
              <a:alpha val="82000"/>
            </a:srgbClr>
          </a:solidFill>
          <a:ln w="2794">
            <a:solidFill>
              <a:srgbClr val="FFFFFF">
                <a:alpha val="82000"/>
              </a:srgbClr>
            </a:solidFill>
            <a:prstDash val="solid"/>
          </a:ln>
        </p:spPr>
      </p:sp>
      <p:sp>
        <p:nvSpPr>
          <p:cNvPr id="4006" name="LigandSeek2_vs_LigandSeek1_ellipse_9520">
            <a:extLst>
              <a:ext uri="{FF2B5EF4-FFF2-40B4-BE49-F238E27FC236}">
                <a16:creationId xmlns:a16="http://schemas.microsoft.com/office/drawing/2014/main" id="{83FDC719-06A6-4FC1-B5C8-AE6A57BF072F}"/>
              </a:ext>
            </a:extLst>
          </p:cNvPr>
          <p:cNvSpPr>
            <a:spLocks noGrp="1"/>
          </p:cNvSpPr>
          <p:nvPr/>
        </p:nvSpPr>
        <p:spPr>
          <a:xfrm>
            <a:off x="3428590" y="3917538"/>
            <a:ext cx="42121" cy="42121"/>
          </a:xfrm>
          <a:prstGeom prst="ellipse">
            <a:avLst/>
          </a:prstGeom>
          <a:solidFill>
            <a:srgbClr val="2D708E">
              <a:alpha val="82000"/>
            </a:srgbClr>
          </a:solidFill>
          <a:ln w="2794">
            <a:solidFill>
              <a:srgbClr val="FFFFFF">
                <a:alpha val="82000"/>
              </a:srgbClr>
            </a:solidFill>
            <a:prstDash val="solid"/>
          </a:ln>
        </p:spPr>
      </p:sp>
      <p:sp>
        <p:nvSpPr>
          <p:cNvPr id="4007" name="LigandSeek2_vs_LigandSeek1_ellipse_9521">
            <a:extLst>
              <a:ext uri="{FF2B5EF4-FFF2-40B4-BE49-F238E27FC236}">
                <a16:creationId xmlns:a16="http://schemas.microsoft.com/office/drawing/2014/main" id="{CDF0485C-22D7-417E-96B0-B521FC45E680}"/>
              </a:ext>
            </a:extLst>
          </p:cNvPr>
          <p:cNvSpPr>
            <a:spLocks noGrp="1"/>
          </p:cNvSpPr>
          <p:nvPr/>
        </p:nvSpPr>
        <p:spPr>
          <a:xfrm>
            <a:off x="5041703" y="2722306"/>
            <a:ext cx="42121" cy="42121"/>
          </a:xfrm>
          <a:prstGeom prst="ellipse">
            <a:avLst/>
          </a:prstGeom>
          <a:solidFill>
            <a:srgbClr val="25AC82">
              <a:alpha val="82000"/>
            </a:srgbClr>
          </a:solidFill>
          <a:ln w="2794">
            <a:solidFill>
              <a:srgbClr val="FFFFFF">
                <a:alpha val="82000"/>
              </a:srgbClr>
            </a:solidFill>
            <a:prstDash val="solid"/>
          </a:ln>
        </p:spPr>
      </p:sp>
      <p:sp>
        <p:nvSpPr>
          <p:cNvPr id="4008" name="LigandSeek2_vs_LigandSeek1_ellipse_9522">
            <a:extLst>
              <a:ext uri="{FF2B5EF4-FFF2-40B4-BE49-F238E27FC236}">
                <a16:creationId xmlns:a16="http://schemas.microsoft.com/office/drawing/2014/main" id="{467402BA-D369-4092-B643-4B86D7F68034}"/>
              </a:ext>
            </a:extLst>
          </p:cNvPr>
          <p:cNvSpPr>
            <a:spLocks noGrp="1"/>
          </p:cNvSpPr>
          <p:nvPr/>
        </p:nvSpPr>
        <p:spPr>
          <a:xfrm>
            <a:off x="3382379" y="4477049"/>
            <a:ext cx="42121" cy="42121"/>
          </a:xfrm>
          <a:prstGeom prst="ellipse">
            <a:avLst/>
          </a:prstGeom>
          <a:solidFill>
            <a:srgbClr val="306A8E">
              <a:alpha val="82000"/>
            </a:srgbClr>
          </a:solidFill>
          <a:ln w="2794">
            <a:solidFill>
              <a:srgbClr val="FFFFFF">
                <a:alpha val="82000"/>
              </a:srgbClr>
            </a:solidFill>
            <a:prstDash val="solid"/>
          </a:ln>
        </p:spPr>
      </p:sp>
      <p:sp>
        <p:nvSpPr>
          <p:cNvPr id="4009" name="LigandSeek2_vs_LigandSeek1_ellipse_9523">
            <a:extLst>
              <a:ext uri="{FF2B5EF4-FFF2-40B4-BE49-F238E27FC236}">
                <a16:creationId xmlns:a16="http://schemas.microsoft.com/office/drawing/2014/main" id="{36EFEE35-85F9-400B-A7F6-E3063579F116}"/>
              </a:ext>
            </a:extLst>
          </p:cNvPr>
          <p:cNvSpPr>
            <a:spLocks noGrp="1"/>
          </p:cNvSpPr>
          <p:nvPr/>
        </p:nvSpPr>
        <p:spPr>
          <a:xfrm>
            <a:off x="3382379" y="4014944"/>
            <a:ext cx="42121" cy="42121"/>
          </a:xfrm>
          <a:prstGeom prst="ellipse">
            <a:avLst/>
          </a:prstGeom>
          <a:solidFill>
            <a:srgbClr val="34618D">
              <a:alpha val="82000"/>
            </a:srgbClr>
          </a:solidFill>
          <a:ln w="2794">
            <a:solidFill>
              <a:srgbClr val="FFFFFF">
                <a:alpha val="82000"/>
              </a:srgbClr>
            </a:solidFill>
            <a:prstDash val="solid"/>
          </a:ln>
        </p:spPr>
      </p:sp>
      <p:sp>
        <p:nvSpPr>
          <p:cNvPr id="4010" name="LigandSeek2_vs_LigandSeek1_ellipse_9524">
            <a:extLst>
              <a:ext uri="{FF2B5EF4-FFF2-40B4-BE49-F238E27FC236}">
                <a16:creationId xmlns:a16="http://schemas.microsoft.com/office/drawing/2014/main" id="{9ED2FCE3-E918-4775-9EAD-FB290BA63C3E}"/>
              </a:ext>
            </a:extLst>
          </p:cNvPr>
          <p:cNvSpPr>
            <a:spLocks noGrp="1"/>
          </p:cNvSpPr>
          <p:nvPr/>
        </p:nvSpPr>
        <p:spPr>
          <a:xfrm>
            <a:off x="3382379" y="3963599"/>
            <a:ext cx="42121" cy="42121"/>
          </a:xfrm>
          <a:prstGeom prst="ellipse">
            <a:avLst/>
          </a:prstGeom>
          <a:solidFill>
            <a:srgbClr val="453781">
              <a:alpha val="82000"/>
            </a:srgbClr>
          </a:solidFill>
          <a:ln w="2794">
            <a:solidFill>
              <a:srgbClr val="FFFFFF">
                <a:alpha val="82000"/>
              </a:srgbClr>
            </a:solidFill>
            <a:prstDash val="solid"/>
          </a:ln>
        </p:spPr>
      </p:sp>
      <p:sp>
        <p:nvSpPr>
          <p:cNvPr id="4011" name="LigandSeek2_vs_LigandSeek1_ellipse_9525">
            <a:extLst>
              <a:ext uri="{FF2B5EF4-FFF2-40B4-BE49-F238E27FC236}">
                <a16:creationId xmlns:a16="http://schemas.microsoft.com/office/drawing/2014/main" id="{CAD57DCC-25F6-45B8-9C67-C240DA84C8DC}"/>
              </a:ext>
            </a:extLst>
          </p:cNvPr>
          <p:cNvSpPr>
            <a:spLocks noGrp="1"/>
          </p:cNvSpPr>
          <p:nvPr/>
        </p:nvSpPr>
        <p:spPr>
          <a:xfrm>
            <a:off x="3844484" y="3552839"/>
            <a:ext cx="42121" cy="42121"/>
          </a:xfrm>
          <a:prstGeom prst="ellipse">
            <a:avLst/>
          </a:prstGeom>
          <a:solidFill>
            <a:srgbClr val="297A8E">
              <a:alpha val="82000"/>
            </a:srgbClr>
          </a:solidFill>
          <a:ln w="2794">
            <a:solidFill>
              <a:srgbClr val="FFFFFF">
                <a:alpha val="82000"/>
              </a:srgbClr>
            </a:solidFill>
            <a:prstDash val="solid"/>
          </a:ln>
        </p:spPr>
      </p:sp>
      <p:sp>
        <p:nvSpPr>
          <p:cNvPr id="4012" name="LigandSeek2_vs_LigandSeek1_ellipse_9526">
            <a:extLst>
              <a:ext uri="{FF2B5EF4-FFF2-40B4-BE49-F238E27FC236}">
                <a16:creationId xmlns:a16="http://schemas.microsoft.com/office/drawing/2014/main" id="{4D3F7014-17CB-4694-84A5-F08383CB99CC}"/>
              </a:ext>
            </a:extLst>
          </p:cNvPr>
          <p:cNvSpPr>
            <a:spLocks noGrp="1"/>
          </p:cNvSpPr>
          <p:nvPr/>
        </p:nvSpPr>
        <p:spPr>
          <a:xfrm>
            <a:off x="3646439" y="4212989"/>
            <a:ext cx="42121" cy="42121"/>
          </a:xfrm>
          <a:prstGeom prst="ellipse">
            <a:avLst/>
          </a:prstGeom>
          <a:solidFill>
            <a:srgbClr val="38588C">
              <a:alpha val="82000"/>
            </a:srgbClr>
          </a:solidFill>
          <a:ln w="2794">
            <a:solidFill>
              <a:srgbClr val="FFFFFF">
                <a:alpha val="82000"/>
              </a:srgbClr>
            </a:solidFill>
            <a:prstDash val="solid"/>
          </a:ln>
        </p:spPr>
      </p:sp>
      <p:sp>
        <p:nvSpPr>
          <p:cNvPr id="4013" name="LigandSeek2_vs_LigandSeek1_ellipse_9527">
            <a:extLst>
              <a:ext uri="{FF2B5EF4-FFF2-40B4-BE49-F238E27FC236}">
                <a16:creationId xmlns:a16="http://schemas.microsoft.com/office/drawing/2014/main" id="{A3C467C4-20A9-416F-A9D1-FCB020A5FDCC}"/>
              </a:ext>
            </a:extLst>
          </p:cNvPr>
          <p:cNvSpPr>
            <a:spLocks noGrp="1"/>
          </p:cNvSpPr>
          <p:nvPr/>
        </p:nvSpPr>
        <p:spPr>
          <a:xfrm>
            <a:off x="4768694" y="3090734"/>
            <a:ext cx="42121" cy="42121"/>
          </a:xfrm>
          <a:prstGeom prst="ellipse">
            <a:avLst/>
          </a:prstGeom>
          <a:solidFill>
            <a:srgbClr val="287C8E">
              <a:alpha val="82000"/>
            </a:srgbClr>
          </a:solidFill>
          <a:ln w="2794">
            <a:solidFill>
              <a:srgbClr val="FFFFFF">
                <a:alpha val="82000"/>
              </a:srgbClr>
            </a:solidFill>
            <a:prstDash val="solid"/>
          </a:ln>
        </p:spPr>
      </p:sp>
      <p:sp>
        <p:nvSpPr>
          <p:cNvPr id="4014" name="LigandSeek2_vs_LigandSeek1_ellipse_9528">
            <a:extLst>
              <a:ext uri="{FF2B5EF4-FFF2-40B4-BE49-F238E27FC236}">
                <a16:creationId xmlns:a16="http://schemas.microsoft.com/office/drawing/2014/main" id="{A0D465DF-3750-40BA-AF29-6783BCCB2F61}"/>
              </a:ext>
            </a:extLst>
          </p:cNvPr>
          <p:cNvSpPr>
            <a:spLocks noGrp="1"/>
          </p:cNvSpPr>
          <p:nvPr/>
        </p:nvSpPr>
        <p:spPr>
          <a:xfrm>
            <a:off x="3844484" y="3552839"/>
            <a:ext cx="42121" cy="42121"/>
          </a:xfrm>
          <a:prstGeom prst="ellipse">
            <a:avLst/>
          </a:prstGeom>
          <a:solidFill>
            <a:srgbClr val="31688E">
              <a:alpha val="82000"/>
            </a:srgbClr>
          </a:solidFill>
          <a:ln w="2794">
            <a:solidFill>
              <a:srgbClr val="FFFFFF">
                <a:alpha val="82000"/>
              </a:srgbClr>
            </a:solidFill>
            <a:prstDash val="solid"/>
          </a:ln>
        </p:spPr>
      </p:sp>
      <p:sp>
        <p:nvSpPr>
          <p:cNvPr id="4015" name="LigandSeek2_vs_LigandSeek1_ellipse_9529">
            <a:extLst>
              <a:ext uri="{FF2B5EF4-FFF2-40B4-BE49-F238E27FC236}">
                <a16:creationId xmlns:a16="http://schemas.microsoft.com/office/drawing/2014/main" id="{4342BE06-9D94-4EF2-8055-A26867B0CB78}"/>
              </a:ext>
            </a:extLst>
          </p:cNvPr>
          <p:cNvSpPr>
            <a:spLocks noGrp="1"/>
          </p:cNvSpPr>
          <p:nvPr/>
        </p:nvSpPr>
        <p:spPr>
          <a:xfrm>
            <a:off x="5230799" y="3221664"/>
            <a:ext cx="42121" cy="42121"/>
          </a:xfrm>
          <a:prstGeom prst="ellipse">
            <a:avLst/>
          </a:prstGeom>
          <a:solidFill>
            <a:srgbClr val="23888E">
              <a:alpha val="82000"/>
            </a:srgbClr>
          </a:solidFill>
          <a:ln w="2794">
            <a:solidFill>
              <a:srgbClr val="FFFFFF">
                <a:alpha val="82000"/>
              </a:srgbClr>
            </a:solidFill>
            <a:prstDash val="solid"/>
          </a:ln>
        </p:spPr>
      </p:sp>
      <p:sp>
        <p:nvSpPr>
          <p:cNvPr id="4016" name="LigandSeek2_vs_LigandSeek1_ellipse_9530">
            <a:extLst>
              <a:ext uri="{FF2B5EF4-FFF2-40B4-BE49-F238E27FC236}">
                <a16:creationId xmlns:a16="http://schemas.microsoft.com/office/drawing/2014/main" id="{ECF02006-44E3-4335-AE82-54BF2F7BAE10}"/>
              </a:ext>
            </a:extLst>
          </p:cNvPr>
          <p:cNvSpPr>
            <a:spLocks noGrp="1"/>
          </p:cNvSpPr>
          <p:nvPr/>
        </p:nvSpPr>
        <p:spPr>
          <a:xfrm>
            <a:off x="5230799" y="2628629"/>
            <a:ext cx="42121" cy="42121"/>
          </a:xfrm>
          <a:prstGeom prst="ellipse">
            <a:avLst/>
          </a:prstGeom>
          <a:solidFill>
            <a:srgbClr val="34B679">
              <a:alpha val="82000"/>
            </a:srgbClr>
          </a:solidFill>
          <a:ln w="2794">
            <a:solidFill>
              <a:srgbClr val="FFFFFF">
                <a:alpha val="82000"/>
              </a:srgbClr>
            </a:solidFill>
            <a:prstDash val="solid"/>
          </a:ln>
        </p:spPr>
      </p:sp>
      <p:sp>
        <p:nvSpPr>
          <p:cNvPr id="4017" name="LigandSeek2_vs_LigandSeek1_ellipse_9531">
            <a:extLst>
              <a:ext uri="{FF2B5EF4-FFF2-40B4-BE49-F238E27FC236}">
                <a16:creationId xmlns:a16="http://schemas.microsoft.com/office/drawing/2014/main" id="{4667C040-F98B-45F5-A9EE-A5D18B625466}"/>
              </a:ext>
            </a:extLst>
          </p:cNvPr>
          <p:cNvSpPr>
            <a:spLocks noGrp="1"/>
          </p:cNvSpPr>
          <p:nvPr/>
        </p:nvSpPr>
        <p:spPr>
          <a:xfrm>
            <a:off x="4428874" y="3604642"/>
            <a:ext cx="42121" cy="42121"/>
          </a:xfrm>
          <a:prstGeom prst="ellipse">
            <a:avLst/>
          </a:prstGeom>
          <a:solidFill>
            <a:srgbClr val="39568C">
              <a:alpha val="82000"/>
            </a:srgbClr>
          </a:solidFill>
          <a:ln w="2794">
            <a:solidFill>
              <a:srgbClr val="FFFFFF">
                <a:alpha val="82000"/>
              </a:srgbClr>
            </a:solidFill>
            <a:prstDash val="solid"/>
          </a:ln>
        </p:spPr>
      </p:sp>
      <p:sp>
        <p:nvSpPr>
          <p:cNvPr id="4018" name="LigandSeek2_vs_LigandSeek1_ellipse_9532">
            <a:extLst>
              <a:ext uri="{FF2B5EF4-FFF2-40B4-BE49-F238E27FC236}">
                <a16:creationId xmlns:a16="http://schemas.microsoft.com/office/drawing/2014/main" id="{DDE70025-AE19-4A66-B51D-1384901B58CE}"/>
              </a:ext>
            </a:extLst>
          </p:cNvPr>
          <p:cNvSpPr>
            <a:spLocks noGrp="1"/>
          </p:cNvSpPr>
          <p:nvPr/>
        </p:nvSpPr>
        <p:spPr>
          <a:xfrm>
            <a:off x="3382379" y="2628629"/>
            <a:ext cx="42121" cy="42121"/>
          </a:xfrm>
          <a:prstGeom prst="ellipse">
            <a:avLst/>
          </a:prstGeom>
          <a:solidFill>
            <a:srgbClr val="46327E">
              <a:alpha val="82000"/>
            </a:srgbClr>
          </a:solidFill>
          <a:ln w="2794">
            <a:solidFill>
              <a:srgbClr val="FFFFFF">
                <a:alpha val="82000"/>
              </a:srgbClr>
            </a:solidFill>
            <a:prstDash val="solid"/>
          </a:ln>
        </p:spPr>
      </p:sp>
      <p:sp>
        <p:nvSpPr>
          <p:cNvPr id="4019" name="LigandSeek2_vs_LigandSeek1_ellipse_9533">
            <a:extLst>
              <a:ext uri="{FF2B5EF4-FFF2-40B4-BE49-F238E27FC236}">
                <a16:creationId xmlns:a16="http://schemas.microsoft.com/office/drawing/2014/main" id="{0D811B0F-8524-4891-9757-121344BA9FEE}"/>
              </a:ext>
            </a:extLst>
          </p:cNvPr>
          <p:cNvSpPr>
            <a:spLocks noGrp="1"/>
          </p:cNvSpPr>
          <p:nvPr/>
        </p:nvSpPr>
        <p:spPr>
          <a:xfrm>
            <a:off x="4768694" y="3090734"/>
            <a:ext cx="42121" cy="42121"/>
          </a:xfrm>
          <a:prstGeom prst="ellipse">
            <a:avLst/>
          </a:prstGeom>
          <a:solidFill>
            <a:srgbClr val="25AC82">
              <a:alpha val="82000"/>
            </a:srgbClr>
          </a:solidFill>
          <a:ln w="2794">
            <a:solidFill>
              <a:srgbClr val="FFFFFF">
                <a:alpha val="82000"/>
              </a:srgbClr>
            </a:solidFill>
            <a:prstDash val="solid"/>
          </a:ln>
        </p:spPr>
      </p:sp>
      <p:sp>
        <p:nvSpPr>
          <p:cNvPr id="4020" name="LigandSeek2_vs_LigandSeek1_ellipse_9534">
            <a:extLst>
              <a:ext uri="{FF2B5EF4-FFF2-40B4-BE49-F238E27FC236}">
                <a16:creationId xmlns:a16="http://schemas.microsoft.com/office/drawing/2014/main" id="{4E17F709-0864-4AD3-AF12-683B8C7F518D}"/>
              </a:ext>
            </a:extLst>
          </p:cNvPr>
          <p:cNvSpPr>
            <a:spLocks noGrp="1"/>
          </p:cNvSpPr>
          <p:nvPr/>
        </p:nvSpPr>
        <p:spPr>
          <a:xfrm>
            <a:off x="3382379" y="4477049"/>
            <a:ext cx="42121" cy="42121"/>
          </a:xfrm>
          <a:prstGeom prst="ellipse">
            <a:avLst/>
          </a:prstGeom>
          <a:solidFill>
            <a:srgbClr val="2E6F8E">
              <a:alpha val="82000"/>
            </a:srgbClr>
          </a:solidFill>
          <a:ln w="2794">
            <a:solidFill>
              <a:srgbClr val="FFFFFF">
                <a:alpha val="82000"/>
              </a:srgbClr>
            </a:solidFill>
            <a:prstDash val="solid"/>
          </a:ln>
        </p:spPr>
      </p:sp>
      <p:sp>
        <p:nvSpPr>
          <p:cNvPr id="4021" name="LigandSeek2_vs_LigandSeek1_ellipse_9535">
            <a:extLst>
              <a:ext uri="{FF2B5EF4-FFF2-40B4-BE49-F238E27FC236}">
                <a16:creationId xmlns:a16="http://schemas.microsoft.com/office/drawing/2014/main" id="{1282E748-C617-48D0-BA17-5F668ABC0E19}"/>
              </a:ext>
            </a:extLst>
          </p:cNvPr>
          <p:cNvSpPr>
            <a:spLocks noGrp="1"/>
          </p:cNvSpPr>
          <p:nvPr/>
        </p:nvSpPr>
        <p:spPr>
          <a:xfrm>
            <a:off x="5230799" y="2628629"/>
            <a:ext cx="42121" cy="42121"/>
          </a:xfrm>
          <a:prstGeom prst="ellipse">
            <a:avLst/>
          </a:prstGeom>
          <a:solidFill>
            <a:srgbClr val="277E8E">
              <a:alpha val="82000"/>
            </a:srgbClr>
          </a:solidFill>
          <a:ln w="2794">
            <a:solidFill>
              <a:srgbClr val="FFFFFF">
                <a:alpha val="82000"/>
              </a:srgbClr>
            </a:solidFill>
            <a:prstDash val="solid"/>
          </a:ln>
        </p:spPr>
      </p:sp>
      <p:sp>
        <p:nvSpPr>
          <p:cNvPr id="4022" name="LigandSeek2_vs_LigandSeek1_ellipse_9536">
            <a:extLst>
              <a:ext uri="{FF2B5EF4-FFF2-40B4-BE49-F238E27FC236}">
                <a16:creationId xmlns:a16="http://schemas.microsoft.com/office/drawing/2014/main" id="{6FDC37BF-0D8C-4671-8065-D491EC61CCF0}"/>
              </a:ext>
            </a:extLst>
          </p:cNvPr>
          <p:cNvSpPr>
            <a:spLocks noGrp="1"/>
          </p:cNvSpPr>
          <p:nvPr/>
        </p:nvSpPr>
        <p:spPr>
          <a:xfrm>
            <a:off x="3382379" y="4477049"/>
            <a:ext cx="42121" cy="42121"/>
          </a:xfrm>
          <a:prstGeom prst="ellipse">
            <a:avLst/>
          </a:prstGeom>
          <a:solidFill>
            <a:srgbClr val="306A8E">
              <a:alpha val="82000"/>
            </a:srgbClr>
          </a:solidFill>
          <a:ln w="2794">
            <a:solidFill>
              <a:srgbClr val="FFFFFF">
                <a:alpha val="82000"/>
              </a:srgbClr>
            </a:solidFill>
            <a:prstDash val="solid"/>
          </a:ln>
        </p:spPr>
      </p:sp>
      <p:sp>
        <p:nvSpPr>
          <p:cNvPr id="4023" name="LigandSeek2_vs_LigandSeek1_ellipse_9537">
            <a:extLst>
              <a:ext uri="{FF2B5EF4-FFF2-40B4-BE49-F238E27FC236}">
                <a16:creationId xmlns:a16="http://schemas.microsoft.com/office/drawing/2014/main" id="{17FB6E10-5013-4B00-908B-41CCF25D0FA6}"/>
              </a:ext>
            </a:extLst>
          </p:cNvPr>
          <p:cNvSpPr>
            <a:spLocks noGrp="1"/>
          </p:cNvSpPr>
          <p:nvPr/>
        </p:nvSpPr>
        <p:spPr>
          <a:xfrm>
            <a:off x="3705853" y="4446242"/>
            <a:ext cx="42121" cy="42121"/>
          </a:xfrm>
          <a:prstGeom prst="ellipse">
            <a:avLst/>
          </a:prstGeom>
          <a:solidFill>
            <a:srgbClr val="472E7C">
              <a:alpha val="82000"/>
            </a:srgbClr>
          </a:solidFill>
          <a:ln w="2794">
            <a:solidFill>
              <a:srgbClr val="FFFFFF">
                <a:alpha val="82000"/>
              </a:srgbClr>
            </a:solidFill>
            <a:prstDash val="solid"/>
          </a:ln>
        </p:spPr>
      </p:sp>
      <p:sp>
        <p:nvSpPr>
          <p:cNvPr id="4024" name="LigandSeek2_vs_LigandSeek1_ellipse_9538">
            <a:extLst>
              <a:ext uri="{FF2B5EF4-FFF2-40B4-BE49-F238E27FC236}">
                <a16:creationId xmlns:a16="http://schemas.microsoft.com/office/drawing/2014/main" id="{C353CB22-E597-48C9-AD8C-BA3A0BF05DCC}"/>
              </a:ext>
            </a:extLst>
          </p:cNvPr>
          <p:cNvSpPr>
            <a:spLocks noGrp="1"/>
          </p:cNvSpPr>
          <p:nvPr/>
        </p:nvSpPr>
        <p:spPr>
          <a:xfrm>
            <a:off x="5230799" y="2628629"/>
            <a:ext cx="42121" cy="42121"/>
          </a:xfrm>
          <a:prstGeom prst="ellipse">
            <a:avLst/>
          </a:prstGeom>
          <a:solidFill>
            <a:srgbClr val="404588">
              <a:alpha val="82000"/>
            </a:srgbClr>
          </a:solidFill>
          <a:ln w="2794">
            <a:solidFill>
              <a:srgbClr val="FFFFFF">
                <a:alpha val="82000"/>
              </a:srgbClr>
            </a:solidFill>
            <a:prstDash val="solid"/>
          </a:ln>
        </p:spPr>
      </p:sp>
      <p:sp>
        <p:nvSpPr>
          <p:cNvPr id="4025" name="LigandSeek2_vs_LigandSeek1_ellipse_9539">
            <a:extLst>
              <a:ext uri="{FF2B5EF4-FFF2-40B4-BE49-F238E27FC236}">
                <a16:creationId xmlns:a16="http://schemas.microsoft.com/office/drawing/2014/main" id="{9F83738E-0BDD-4361-B9E6-029F5C0F6A8B}"/>
              </a:ext>
            </a:extLst>
          </p:cNvPr>
          <p:cNvSpPr>
            <a:spLocks noGrp="1"/>
          </p:cNvSpPr>
          <p:nvPr/>
        </p:nvSpPr>
        <p:spPr>
          <a:xfrm>
            <a:off x="5230799" y="2628629"/>
            <a:ext cx="42121" cy="42121"/>
          </a:xfrm>
          <a:prstGeom prst="ellipse">
            <a:avLst/>
          </a:prstGeom>
          <a:solidFill>
            <a:srgbClr val="2C728E">
              <a:alpha val="82000"/>
            </a:srgbClr>
          </a:solidFill>
          <a:ln w="2794">
            <a:solidFill>
              <a:srgbClr val="FFFFFF">
                <a:alpha val="82000"/>
              </a:srgbClr>
            </a:solidFill>
            <a:prstDash val="solid"/>
          </a:ln>
        </p:spPr>
      </p:sp>
      <p:sp>
        <p:nvSpPr>
          <p:cNvPr id="4026" name="LigandSeek2_vs_LigandSeek1_ellipse_9540">
            <a:extLst>
              <a:ext uri="{FF2B5EF4-FFF2-40B4-BE49-F238E27FC236}">
                <a16:creationId xmlns:a16="http://schemas.microsoft.com/office/drawing/2014/main" id="{7557DABE-4ADB-4238-B4B2-CD577495AD5E}"/>
              </a:ext>
            </a:extLst>
          </p:cNvPr>
          <p:cNvSpPr>
            <a:spLocks noGrp="1"/>
          </p:cNvSpPr>
          <p:nvPr/>
        </p:nvSpPr>
        <p:spPr>
          <a:xfrm>
            <a:off x="3779674" y="4466047"/>
            <a:ext cx="42121" cy="42121"/>
          </a:xfrm>
          <a:prstGeom prst="ellipse">
            <a:avLst/>
          </a:prstGeom>
          <a:solidFill>
            <a:srgbClr val="365D8D">
              <a:alpha val="82000"/>
            </a:srgbClr>
          </a:solidFill>
          <a:ln w="2794">
            <a:solidFill>
              <a:srgbClr val="FFFFFF">
                <a:alpha val="82000"/>
              </a:srgbClr>
            </a:solidFill>
            <a:prstDash val="solid"/>
          </a:ln>
        </p:spPr>
      </p:sp>
      <p:sp>
        <p:nvSpPr>
          <p:cNvPr id="4027" name="LigandSeek2_vs_LigandSeek1_ellipse_9541">
            <a:extLst>
              <a:ext uri="{FF2B5EF4-FFF2-40B4-BE49-F238E27FC236}">
                <a16:creationId xmlns:a16="http://schemas.microsoft.com/office/drawing/2014/main" id="{BCF8A477-6E8F-44A1-A35F-7FCD13F22FAF}"/>
              </a:ext>
            </a:extLst>
          </p:cNvPr>
          <p:cNvSpPr>
            <a:spLocks noGrp="1"/>
          </p:cNvSpPr>
          <p:nvPr/>
        </p:nvSpPr>
        <p:spPr>
          <a:xfrm>
            <a:off x="5230799" y="3860909"/>
            <a:ext cx="42121" cy="42121"/>
          </a:xfrm>
          <a:prstGeom prst="ellipse">
            <a:avLst/>
          </a:prstGeom>
          <a:solidFill>
            <a:srgbClr val="30698E">
              <a:alpha val="82000"/>
            </a:srgbClr>
          </a:solidFill>
          <a:ln w="2794">
            <a:solidFill>
              <a:srgbClr val="FFFFFF">
                <a:alpha val="82000"/>
              </a:srgbClr>
            </a:solidFill>
            <a:prstDash val="solid"/>
          </a:ln>
        </p:spPr>
      </p:sp>
      <p:sp>
        <p:nvSpPr>
          <p:cNvPr id="4028" name="LigandSeek2_vs_LigandSeek1_ellipse_9542">
            <a:extLst>
              <a:ext uri="{FF2B5EF4-FFF2-40B4-BE49-F238E27FC236}">
                <a16:creationId xmlns:a16="http://schemas.microsoft.com/office/drawing/2014/main" id="{4C14D76C-0276-4EBB-9851-561597801078}"/>
              </a:ext>
            </a:extLst>
          </p:cNvPr>
          <p:cNvSpPr>
            <a:spLocks noGrp="1"/>
          </p:cNvSpPr>
          <p:nvPr/>
        </p:nvSpPr>
        <p:spPr>
          <a:xfrm>
            <a:off x="5230799" y="2628629"/>
            <a:ext cx="42121" cy="42121"/>
          </a:xfrm>
          <a:prstGeom prst="ellipse">
            <a:avLst/>
          </a:prstGeom>
          <a:solidFill>
            <a:srgbClr val="3D4D8A">
              <a:alpha val="82000"/>
            </a:srgbClr>
          </a:solidFill>
          <a:ln w="2794">
            <a:solidFill>
              <a:srgbClr val="FFFFFF">
                <a:alpha val="82000"/>
              </a:srgbClr>
            </a:solidFill>
            <a:prstDash val="solid"/>
          </a:ln>
        </p:spPr>
      </p:sp>
      <p:sp>
        <p:nvSpPr>
          <p:cNvPr id="4029" name="LigandSeek2_vs_LigandSeek1_ellipse_9543">
            <a:extLst>
              <a:ext uri="{FF2B5EF4-FFF2-40B4-BE49-F238E27FC236}">
                <a16:creationId xmlns:a16="http://schemas.microsoft.com/office/drawing/2014/main" id="{6ED004FA-BF88-4FCC-AE72-DDCE393ADD64}"/>
              </a:ext>
            </a:extLst>
          </p:cNvPr>
          <p:cNvSpPr>
            <a:spLocks noGrp="1"/>
          </p:cNvSpPr>
          <p:nvPr/>
        </p:nvSpPr>
        <p:spPr>
          <a:xfrm>
            <a:off x="5230799" y="2628629"/>
            <a:ext cx="42121" cy="42121"/>
          </a:xfrm>
          <a:prstGeom prst="ellipse">
            <a:avLst/>
          </a:prstGeom>
          <a:solidFill>
            <a:srgbClr val="2F6B8E">
              <a:alpha val="82000"/>
            </a:srgbClr>
          </a:solidFill>
          <a:ln w="2794">
            <a:solidFill>
              <a:srgbClr val="FFFFFF">
                <a:alpha val="82000"/>
              </a:srgbClr>
            </a:solidFill>
            <a:prstDash val="solid"/>
          </a:ln>
        </p:spPr>
      </p:sp>
      <p:sp>
        <p:nvSpPr>
          <p:cNvPr id="4030" name="LigandSeek2_vs_LigandSeek1_ellipse_9544">
            <a:extLst>
              <a:ext uri="{FF2B5EF4-FFF2-40B4-BE49-F238E27FC236}">
                <a16:creationId xmlns:a16="http://schemas.microsoft.com/office/drawing/2014/main" id="{C9370B6E-37F8-47A4-8D3B-585C2B4AC77B}"/>
              </a:ext>
            </a:extLst>
          </p:cNvPr>
          <p:cNvSpPr>
            <a:spLocks noGrp="1"/>
          </p:cNvSpPr>
          <p:nvPr/>
        </p:nvSpPr>
        <p:spPr>
          <a:xfrm>
            <a:off x="5230799" y="2628629"/>
            <a:ext cx="42121" cy="42121"/>
          </a:xfrm>
          <a:prstGeom prst="ellipse">
            <a:avLst/>
          </a:prstGeom>
          <a:solidFill>
            <a:srgbClr val="355F8D">
              <a:alpha val="82000"/>
            </a:srgbClr>
          </a:solidFill>
          <a:ln w="2794">
            <a:solidFill>
              <a:srgbClr val="FFFFFF">
                <a:alpha val="82000"/>
              </a:srgbClr>
            </a:solidFill>
            <a:prstDash val="solid"/>
          </a:ln>
        </p:spPr>
      </p:sp>
      <p:sp>
        <p:nvSpPr>
          <p:cNvPr id="4031" name="LigandSeek2_vs_LigandSeek1_ellipse_9545">
            <a:extLst>
              <a:ext uri="{FF2B5EF4-FFF2-40B4-BE49-F238E27FC236}">
                <a16:creationId xmlns:a16="http://schemas.microsoft.com/office/drawing/2014/main" id="{C4B147D9-7CE3-4C72-B094-6E57F1F2FC87}"/>
              </a:ext>
            </a:extLst>
          </p:cNvPr>
          <p:cNvSpPr>
            <a:spLocks noGrp="1"/>
          </p:cNvSpPr>
          <p:nvPr/>
        </p:nvSpPr>
        <p:spPr>
          <a:xfrm>
            <a:off x="3382379" y="4477049"/>
            <a:ext cx="42121" cy="42121"/>
          </a:xfrm>
          <a:prstGeom prst="ellipse">
            <a:avLst/>
          </a:prstGeom>
          <a:solidFill>
            <a:srgbClr val="5EC962">
              <a:alpha val="82000"/>
            </a:srgbClr>
          </a:solidFill>
          <a:ln w="2794">
            <a:solidFill>
              <a:srgbClr val="FFFFFF">
                <a:alpha val="82000"/>
              </a:srgbClr>
            </a:solidFill>
            <a:prstDash val="solid"/>
          </a:ln>
        </p:spPr>
      </p:sp>
      <p:sp>
        <p:nvSpPr>
          <p:cNvPr id="4032" name="LigandSeek2_vs_LigandSeek1_ellipse_9546">
            <a:extLst>
              <a:ext uri="{FF2B5EF4-FFF2-40B4-BE49-F238E27FC236}">
                <a16:creationId xmlns:a16="http://schemas.microsoft.com/office/drawing/2014/main" id="{D1870821-5919-4009-825C-2C86E1772FC2}"/>
              </a:ext>
            </a:extLst>
          </p:cNvPr>
          <p:cNvSpPr>
            <a:spLocks noGrp="1"/>
          </p:cNvSpPr>
          <p:nvPr/>
        </p:nvSpPr>
        <p:spPr>
          <a:xfrm>
            <a:off x="5230799" y="2628629"/>
            <a:ext cx="42121" cy="42121"/>
          </a:xfrm>
          <a:prstGeom prst="ellipse">
            <a:avLst/>
          </a:prstGeom>
          <a:solidFill>
            <a:srgbClr val="33628D">
              <a:alpha val="82000"/>
            </a:srgbClr>
          </a:solidFill>
          <a:ln w="2794">
            <a:solidFill>
              <a:srgbClr val="FFFFFF">
                <a:alpha val="82000"/>
              </a:srgbClr>
            </a:solidFill>
            <a:prstDash val="solid"/>
          </a:ln>
        </p:spPr>
      </p:sp>
      <p:sp>
        <p:nvSpPr>
          <p:cNvPr id="4033" name="LigandSeek2_vs_LigandSeek1_ellipse_9547">
            <a:extLst>
              <a:ext uri="{FF2B5EF4-FFF2-40B4-BE49-F238E27FC236}">
                <a16:creationId xmlns:a16="http://schemas.microsoft.com/office/drawing/2014/main" id="{B94B3A60-AE9B-42C8-9E54-5AE6C336C2E2}"/>
              </a:ext>
            </a:extLst>
          </p:cNvPr>
          <p:cNvSpPr>
            <a:spLocks noGrp="1"/>
          </p:cNvSpPr>
          <p:nvPr/>
        </p:nvSpPr>
        <p:spPr>
          <a:xfrm>
            <a:off x="4069852" y="3965311"/>
            <a:ext cx="42121" cy="42121"/>
          </a:xfrm>
          <a:prstGeom prst="ellipse">
            <a:avLst/>
          </a:prstGeom>
          <a:solidFill>
            <a:srgbClr val="2F6B8E">
              <a:alpha val="82000"/>
            </a:srgbClr>
          </a:solidFill>
          <a:ln w="2794">
            <a:solidFill>
              <a:srgbClr val="FFFFFF">
                <a:alpha val="82000"/>
              </a:srgbClr>
            </a:solidFill>
            <a:prstDash val="solid"/>
          </a:ln>
        </p:spPr>
      </p:sp>
      <p:sp>
        <p:nvSpPr>
          <p:cNvPr id="4034" name="LigandSeek2_vs_LigandSeek1_ellipse_9548">
            <a:extLst>
              <a:ext uri="{FF2B5EF4-FFF2-40B4-BE49-F238E27FC236}">
                <a16:creationId xmlns:a16="http://schemas.microsoft.com/office/drawing/2014/main" id="{A0EC1BB9-28B2-4445-A9E9-5B1C840F5F25}"/>
              </a:ext>
            </a:extLst>
          </p:cNvPr>
          <p:cNvSpPr>
            <a:spLocks noGrp="1"/>
          </p:cNvSpPr>
          <p:nvPr/>
        </p:nvSpPr>
        <p:spPr>
          <a:xfrm>
            <a:off x="3485069" y="3838349"/>
            <a:ext cx="42121" cy="42121"/>
          </a:xfrm>
          <a:prstGeom prst="ellipse">
            <a:avLst/>
          </a:prstGeom>
          <a:solidFill>
            <a:srgbClr val="21908D">
              <a:alpha val="82000"/>
            </a:srgbClr>
          </a:solidFill>
          <a:ln w="2794">
            <a:solidFill>
              <a:srgbClr val="FFFFFF">
                <a:alpha val="82000"/>
              </a:srgbClr>
            </a:solidFill>
            <a:prstDash val="solid"/>
          </a:ln>
        </p:spPr>
      </p:sp>
      <p:sp>
        <p:nvSpPr>
          <p:cNvPr id="4035" name="LigandSeek2_vs_LigandSeek1_ellipse_9549">
            <a:extLst>
              <a:ext uri="{FF2B5EF4-FFF2-40B4-BE49-F238E27FC236}">
                <a16:creationId xmlns:a16="http://schemas.microsoft.com/office/drawing/2014/main" id="{55E7D5BD-F362-4675-8B47-28CD3C395AD4}"/>
              </a:ext>
            </a:extLst>
          </p:cNvPr>
          <p:cNvSpPr>
            <a:spLocks noGrp="1"/>
          </p:cNvSpPr>
          <p:nvPr/>
        </p:nvSpPr>
        <p:spPr>
          <a:xfrm>
            <a:off x="3493578" y="4347660"/>
            <a:ext cx="42121" cy="42121"/>
          </a:xfrm>
          <a:prstGeom prst="ellipse">
            <a:avLst/>
          </a:prstGeom>
          <a:solidFill>
            <a:srgbClr val="30698E">
              <a:alpha val="82000"/>
            </a:srgbClr>
          </a:solidFill>
          <a:ln w="2794">
            <a:solidFill>
              <a:srgbClr val="FFFFFF">
                <a:alpha val="82000"/>
              </a:srgbClr>
            </a:solidFill>
            <a:prstDash val="solid"/>
          </a:ln>
        </p:spPr>
      </p:sp>
      <p:sp>
        <p:nvSpPr>
          <p:cNvPr id="4036" name="LigandSeek2_vs_LigandSeek1_ellipse_9550">
            <a:extLst>
              <a:ext uri="{FF2B5EF4-FFF2-40B4-BE49-F238E27FC236}">
                <a16:creationId xmlns:a16="http://schemas.microsoft.com/office/drawing/2014/main" id="{89AB84CA-8A00-4A1B-80F6-5CAC4E4A2770}"/>
              </a:ext>
            </a:extLst>
          </p:cNvPr>
          <p:cNvSpPr>
            <a:spLocks noGrp="1"/>
          </p:cNvSpPr>
          <p:nvPr/>
        </p:nvSpPr>
        <p:spPr>
          <a:xfrm>
            <a:off x="3382379" y="4477049"/>
            <a:ext cx="42121" cy="42121"/>
          </a:xfrm>
          <a:prstGeom prst="ellipse">
            <a:avLst/>
          </a:prstGeom>
          <a:solidFill>
            <a:srgbClr val="482475">
              <a:alpha val="82000"/>
            </a:srgbClr>
          </a:solidFill>
          <a:ln w="2794">
            <a:solidFill>
              <a:srgbClr val="FFFFFF">
                <a:alpha val="82000"/>
              </a:srgbClr>
            </a:solidFill>
            <a:prstDash val="solid"/>
          </a:ln>
        </p:spPr>
      </p:sp>
      <p:sp>
        <p:nvSpPr>
          <p:cNvPr id="4037" name="LigandSeek2_vs_LigandSeek1_ellipse_9551">
            <a:extLst>
              <a:ext uri="{FF2B5EF4-FFF2-40B4-BE49-F238E27FC236}">
                <a16:creationId xmlns:a16="http://schemas.microsoft.com/office/drawing/2014/main" id="{CB40564B-68B3-4D17-AC60-042937C3A490}"/>
              </a:ext>
            </a:extLst>
          </p:cNvPr>
          <p:cNvSpPr>
            <a:spLocks noGrp="1"/>
          </p:cNvSpPr>
          <p:nvPr/>
        </p:nvSpPr>
        <p:spPr>
          <a:xfrm>
            <a:off x="3382379" y="4477049"/>
            <a:ext cx="42121" cy="42121"/>
          </a:xfrm>
          <a:prstGeom prst="ellipse">
            <a:avLst/>
          </a:prstGeom>
          <a:solidFill>
            <a:srgbClr val="2C718E">
              <a:alpha val="82000"/>
            </a:srgbClr>
          </a:solidFill>
          <a:ln w="2794">
            <a:solidFill>
              <a:srgbClr val="FFFFFF">
                <a:alpha val="82000"/>
              </a:srgbClr>
            </a:solidFill>
            <a:prstDash val="solid"/>
          </a:ln>
        </p:spPr>
      </p:sp>
      <p:sp>
        <p:nvSpPr>
          <p:cNvPr id="4038" name="LigandSeek2_vs_LigandSeek1_ellipse_9552">
            <a:extLst>
              <a:ext uri="{FF2B5EF4-FFF2-40B4-BE49-F238E27FC236}">
                <a16:creationId xmlns:a16="http://schemas.microsoft.com/office/drawing/2014/main" id="{D74B849F-678F-4271-B1AF-0BAB54E2B7D2}"/>
              </a:ext>
            </a:extLst>
          </p:cNvPr>
          <p:cNvSpPr>
            <a:spLocks noGrp="1"/>
          </p:cNvSpPr>
          <p:nvPr/>
        </p:nvSpPr>
        <p:spPr>
          <a:xfrm>
            <a:off x="5151532" y="2628629"/>
            <a:ext cx="42121" cy="42121"/>
          </a:xfrm>
          <a:prstGeom prst="ellipse">
            <a:avLst/>
          </a:prstGeom>
          <a:solidFill>
            <a:srgbClr val="1F948C">
              <a:alpha val="82000"/>
            </a:srgbClr>
          </a:solidFill>
          <a:ln w="2794">
            <a:solidFill>
              <a:srgbClr val="FFFFFF">
                <a:alpha val="82000"/>
              </a:srgbClr>
            </a:solidFill>
            <a:prstDash val="solid"/>
          </a:ln>
        </p:spPr>
      </p:sp>
      <p:sp>
        <p:nvSpPr>
          <p:cNvPr id="4039" name="LigandSeek2_vs_LigandSeek1_ellipse_9553">
            <a:extLst>
              <a:ext uri="{FF2B5EF4-FFF2-40B4-BE49-F238E27FC236}">
                <a16:creationId xmlns:a16="http://schemas.microsoft.com/office/drawing/2014/main" id="{C7DB4DE7-9220-4764-B3BE-3B0B2F78175C}"/>
              </a:ext>
            </a:extLst>
          </p:cNvPr>
          <p:cNvSpPr>
            <a:spLocks noGrp="1"/>
          </p:cNvSpPr>
          <p:nvPr/>
        </p:nvSpPr>
        <p:spPr>
          <a:xfrm>
            <a:off x="5230799" y="2628629"/>
            <a:ext cx="42121" cy="42121"/>
          </a:xfrm>
          <a:prstGeom prst="ellipse">
            <a:avLst/>
          </a:prstGeom>
          <a:solidFill>
            <a:srgbClr val="31688E">
              <a:alpha val="82000"/>
            </a:srgbClr>
          </a:solidFill>
          <a:ln w="2794">
            <a:solidFill>
              <a:srgbClr val="FFFFFF">
                <a:alpha val="82000"/>
              </a:srgbClr>
            </a:solidFill>
            <a:prstDash val="solid"/>
          </a:ln>
        </p:spPr>
      </p:sp>
      <p:sp>
        <p:nvSpPr>
          <p:cNvPr id="4040" name="LigandSeek2_vs_LigandSeek1_ellipse_9554">
            <a:extLst>
              <a:ext uri="{FF2B5EF4-FFF2-40B4-BE49-F238E27FC236}">
                <a16:creationId xmlns:a16="http://schemas.microsoft.com/office/drawing/2014/main" id="{2FA3C387-49D1-4AB4-8413-5103BB296951}"/>
              </a:ext>
            </a:extLst>
          </p:cNvPr>
          <p:cNvSpPr>
            <a:spLocks noGrp="1"/>
          </p:cNvSpPr>
          <p:nvPr/>
        </p:nvSpPr>
        <p:spPr>
          <a:xfrm>
            <a:off x="5230799" y="2628629"/>
            <a:ext cx="42121" cy="42121"/>
          </a:xfrm>
          <a:prstGeom prst="ellipse">
            <a:avLst/>
          </a:prstGeom>
          <a:solidFill>
            <a:srgbClr val="3C4F8A">
              <a:alpha val="82000"/>
            </a:srgbClr>
          </a:solidFill>
          <a:ln w="2794">
            <a:solidFill>
              <a:srgbClr val="FFFFFF">
                <a:alpha val="82000"/>
              </a:srgbClr>
            </a:solidFill>
            <a:prstDash val="solid"/>
          </a:ln>
        </p:spPr>
      </p:sp>
      <p:sp>
        <p:nvSpPr>
          <p:cNvPr id="4041" name="LigandSeek2_vs_LigandSeek1_ellipse_9555">
            <a:extLst>
              <a:ext uri="{FF2B5EF4-FFF2-40B4-BE49-F238E27FC236}">
                <a16:creationId xmlns:a16="http://schemas.microsoft.com/office/drawing/2014/main" id="{686306A1-4E18-4CA7-B23A-6073750E13E5}"/>
              </a:ext>
            </a:extLst>
          </p:cNvPr>
          <p:cNvSpPr>
            <a:spLocks noGrp="1"/>
          </p:cNvSpPr>
          <p:nvPr/>
        </p:nvSpPr>
        <p:spPr>
          <a:xfrm>
            <a:off x="5230799" y="4168979"/>
            <a:ext cx="42121" cy="42121"/>
          </a:xfrm>
          <a:prstGeom prst="ellipse">
            <a:avLst/>
          </a:prstGeom>
          <a:solidFill>
            <a:srgbClr val="2D708E">
              <a:alpha val="82000"/>
            </a:srgbClr>
          </a:solidFill>
          <a:ln w="2794">
            <a:solidFill>
              <a:srgbClr val="FFFFFF">
                <a:alpha val="82000"/>
              </a:srgbClr>
            </a:solidFill>
            <a:prstDash val="solid"/>
          </a:ln>
        </p:spPr>
      </p:sp>
      <p:sp>
        <p:nvSpPr>
          <p:cNvPr id="4042" name="LigandSeek2_vs_LigandSeek1_ellipse_9556">
            <a:extLst>
              <a:ext uri="{FF2B5EF4-FFF2-40B4-BE49-F238E27FC236}">
                <a16:creationId xmlns:a16="http://schemas.microsoft.com/office/drawing/2014/main" id="{61817111-02FC-4350-9942-E50F277AC69E}"/>
              </a:ext>
            </a:extLst>
          </p:cNvPr>
          <p:cNvSpPr>
            <a:spLocks noGrp="1"/>
          </p:cNvSpPr>
          <p:nvPr/>
        </p:nvSpPr>
        <p:spPr>
          <a:xfrm>
            <a:off x="3712699" y="4086827"/>
            <a:ext cx="42121" cy="42121"/>
          </a:xfrm>
          <a:prstGeom prst="ellipse">
            <a:avLst/>
          </a:prstGeom>
          <a:solidFill>
            <a:srgbClr val="23888E">
              <a:alpha val="82000"/>
            </a:srgbClr>
          </a:solidFill>
          <a:ln w="2794">
            <a:solidFill>
              <a:srgbClr val="FFFFFF">
                <a:alpha val="82000"/>
              </a:srgbClr>
            </a:solidFill>
            <a:prstDash val="solid"/>
          </a:ln>
        </p:spPr>
      </p:sp>
      <p:sp>
        <p:nvSpPr>
          <p:cNvPr id="4043" name="LigandSeek2_vs_LigandSeek1_ellipse_9557">
            <a:extLst>
              <a:ext uri="{FF2B5EF4-FFF2-40B4-BE49-F238E27FC236}">
                <a16:creationId xmlns:a16="http://schemas.microsoft.com/office/drawing/2014/main" id="{0AE73525-3E92-4888-8FEF-14650EA4A4E9}"/>
              </a:ext>
            </a:extLst>
          </p:cNvPr>
          <p:cNvSpPr>
            <a:spLocks noGrp="1"/>
          </p:cNvSpPr>
          <p:nvPr/>
        </p:nvSpPr>
        <p:spPr>
          <a:xfrm>
            <a:off x="5230799" y="3706874"/>
            <a:ext cx="42121" cy="42121"/>
          </a:xfrm>
          <a:prstGeom prst="ellipse">
            <a:avLst/>
          </a:prstGeom>
          <a:solidFill>
            <a:srgbClr val="375A8C">
              <a:alpha val="82000"/>
            </a:srgbClr>
          </a:solidFill>
          <a:ln w="2794">
            <a:solidFill>
              <a:srgbClr val="FFFFFF">
                <a:alpha val="82000"/>
              </a:srgbClr>
            </a:solidFill>
            <a:prstDash val="solid"/>
          </a:ln>
        </p:spPr>
      </p:sp>
      <p:sp>
        <p:nvSpPr>
          <p:cNvPr id="4044" name="LigandSeek2_vs_LigandSeek1_ellipse_9558">
            <a:extLst>
              <a:ext uri="{FF2B5EF4-FFF2-40B4-BE49-F238E27FC236}">
                <a16:creationId xmlns:a16="http://schemas.microsoft.com/office/drawing/2014/main" id="{F59B2E99-F619-42CD-8BF3-2584C316EBB0}"/>
              </a:ext>
            </a:extLst>
          </p:cNvPr>
          <p:cNvSpPr>
            <a:spLocks noGrp="1"/>
          </p:cNvSpPr>
          <p:nvPr/>
        </p:nvSpPr>
        <p:spPr>
          <a:xfrm>
            <a:off x="4614659" y="3244769"/>
            <a:ext cx="42121" cy="42121"/>
          </a:xfrm>
          <a:prstGeom prst="ellipse">
            <a:avLst/>
          </a:prstGeom>
          <a:solidFill>
            <a:srgbClr val="31688E">
              <a:alpha val="82000"/>
            </a:srgbClr>
          </a:solidFill>
          <a:ln w="2794">
            <a:solidFill>
              <a:srgbClr val="FFFFFF">
                <a:alpha val="82000"/>
              </a:srgbClr>
            </a:solidFill>
            <a:prstDash val="solid"/>
          </a:ln>
        </p:spPr>
      </p:sp>
      <p:sp>
        <p:nvSpPr>
          <p:cNvPr id="4045" name="LigandSeek2_vs_LigandSeek1_ellipse_9559">
            <a:extLst>
              <a:ext uri="{FF2B5EF4-FFF2-40B4-BE49-F238E27FC236}">
                <a16:creationId xmlns:a16="http://schemas.microsoft.com/office/drawing/2014/main" id="{D79FD766-722E-41CA-A6E6-4DFD7AA38066}"/>
              </a:ext>
            </a:extLst>
          </p:cNvPr>
          <p:cNvSpPr>
            <a:spLocks noGrp="1"/>
          </p:cNvSpPr>
          <p:nvPr/>
        </p:nvSpPr>
        <p:spPr>
          <a:xfrm>
            <a:off x="4861115" y="3367997"/>
            <a:ext cx="42121" cy="42121"/>
          </a:xfrm>
          <a:prstGeom prst="ellipse">
            <a:avLst/>
          </a:prstGeom>
          <a:solidFill>
            <a:srgbClr val="34608D">
              <a:alpha val="82000"/>
            </a:srgbClr>
          </a:solidFill>
          <a:ln w="2794">
            <a:solidFill>
              <a:srgbClr val="FFFFFF">
                <a:alpha val="82000"/>
              </a:srgbClr>
            </a:solidFill>
            <a:prstDash val="solid"/>
          </a:ln>
        </p:spPr>
      </p:sp>
      <p:sp>
        <p:nvSpPr>
          <p:cNvPr id="4046" name="LigandSeek2_vs_LigandSeek1_ellipse_9560">
            <a:extLst>
              <a:ext uri="{FF2B5EF4-FFF2-40B4-BE49-F238E27FC236}">
                <a16:creationId xmlns:a16="http://schemas.microsoft.com/office/drawing/2014/main" id="{B02C1C86-9D3F-4588-ACD6-C24881FC2EF9}"/>
              </a:ext>
            </a:extLst>
          </p:cNvPr>
          <p:cNvSpPr>
            <a:spLocks noGrp="1"/>
          </p:cNvSpPr>
          <p:nvPr/>
        </p:nvSpPr>
        <p:spPr>
          <a:xfrm>
            <a:off x="3382379" y="4477049"/>
            <a:ext cx="42121" cy="42121"/>
          </a:xfrm>
          <a:prstGeom prst="ellipse">
            <a:avLst/>
          </a:prstGeom>
          <a:solidFill>
            <a:srgbClr val="277F8E">
              <a:alpha val="82000"/>
            </a:srgbClr>
          </a:solidFill>
          <a:ln w="2794">
            <a:solidFill>
              <a:srgbClr val="FFFFFF">
                <a:alpha val="82000"/>
              </a:srgbClr>
            </a:solidFill>
            <a:prstDash val="solid"/>
          </a:ln>
        </p:spPr>
      </p:sp>
      <p:sp>
        <p:nvSpPr>
          <p:cNvPr id="4047" name="LigandSeek2_vs_LigandSeek1_ellipse_9561">
            <a:extLst>
              <a:ext uri="{FF2B5EF4-FFF2-40B4-BE49-F238E27FC236}">
                <a16:creationId xmlns:a16="http://schemas.microsoft.com/office/drawing/2014/main" id="{918D7013-2D94-4C5F-8F55-A504B1F411E7}"/>
              </a:ext>
            </a:extLst>
          </p:cNvPr>
          <p:cNvSpPr>
            <a:spLocks noGrp="1"/>
          </p:cNvSpPr>
          <p:nvPr/>
        </p:nvSpPr>
        <p:spPr>
          <a:xfrm>
            <a:off x="5230799" y="2628629"/>
            <a:ext cx="42121" cy="42121"/>
          </a:xfrm>
          <a:prstGeom prst="ellipse">
            <a:avLst/>
          </a:prstGeom>
          <a:solidFill>
            <a:srgbClr val="404588">
              <a:alpha val="82000"/>
            </a:srgbClr>
          </a:solidFill>
          <a:ln w="2794">
            <a:solidFill>
              <a:srgbClr val="FFFFFF">
                <a:alpha val="82000"/>
              </a:srgbClr>
            </a:solidFill>
            <a:prstDash val="solid"/>
          </a:ln>
        </p:spPr>
      </p:sp>
      <p:sp>
        <p:nvSpPr>
          <p:cNvPr id="4048" name="LigandSeek2_vs_LigandSeek1_ellipse_9562">
            <a:extLst>
              <a:ext uri="{FF2B5EF4-FFF2-40B4-BE49-F238E27FC236}">
                <a16:creationId xmlns:a16="http://schemas.microsoft.com/office/drawing/2014/main" id="{9E65A623-922D-4CB9-A8ED-81FE31D8FB96}"/>
              </a:ext>
            </a:extLst>
          </p:cNvPr>
          <p:cNvSpPr>
            <a:spLocks noGrp="1"/>
          </p:cNvSpPr>
          <p:nvPr/>
        </p:nvSpPr>
        <p:spPr>
          <a:xfrm>
            <a:off x="5186789" y="3379000"/>
            <a:ext cx="42121" cy="42121"/>
          </a:xfrm>
          <a:prstGeom prst="ellipse">
            <a:avLst/>
          </a:prstGeom>
          <a:solidFill>
            <a:srgbClr val="1FA188">
              <a:alpha val="82000"/>
            </a:srgbClr>
          </a:solidFill>
          <a:ln w="2794">
            <a:solidFill>
              <a:srgbClr val="FFFFFF">
                <a:alpha val="82000"/>
              </a:srgbClr>
            </a:solidFill>
            <a:prstDash val="solid"/>
          </a:ln>
        </p:spPr>
      </p:sp>
      <p:sp>
        <p:nvSpPr>
          <p:cNvPr id="4049" name="LigandSeek2_vs_LigandSeek1_ellipse_9563">
            <a:extLst>
              <a:ext uri="{FF2B5EF4-FFF2-40B4-BE49-F238E27FC236}">
                <a16:creationId xmlns:a16="http://schemas.microsoft.com/office/drawing/2014/main" id="{189F7A76-E32B-4AAF-B9D5-7FE0767C03EF}"/>
              </a:ext>
            </a:extLst>
          </p:cNvPr>
          <p:cNvSpPr>
            <a:spLocks noGrp="1"/>
          </p:cNvSpPr>
          <p:nvPr/>
        </p:nvSpPr>
        <p:spPr>
          <a:xfrm>
            <a:off x="5230799" y="2628629"/>
            <a:ext cx="42121" cy="42121"/>
          </a:xfrm>
          <a:prstGeom prst="ellipse">
            <a:avLst/>
          </a:prstGeom>
          <a:solidFill>
            <a:srgbClr val="31688E">
              <a:alpha val="82000"/>
            </a:srgbClr>
          </a:solidFill>
          <a:ln w="2794">
            <a:solidFill>
              <a:srgbClr val="FFFFFF">
                <a:alpha val="82000"/>
              </a:srgbClr>
            </a:solidFill>
            <a:prstDash val="solid"/>
          </a:ln>
        </p:spPr>
      </p:sp>
      <p:sp>
        <p:nvSpPr>
          <p:cNvPr id="4050" name="LigandSeek2_vs_LigandSeek1_ellipse_9564">
            <a:extLst>
              <a:ext uri="{FF2B5EF4-FFF2-40B4-BE49-F238E27FC236}">
                <a16:creationId xmlns:a16="http://schemas.microsoft.com/office/drawing/2014/main" id="{AD63592D-0090-4F4D-B560-22F125371786}"/>
              </a:ext>
            </a:extLst>
          </p:cNvPr>
          <p:cNvSpPr>
            <a:spLocks noGrp="1"/>
          </p:cNvSpPr>
          <p:nvPr/>
        </p:nvSpPr>
        <p:spPr>
          <a:xfrm>
            <a:off x="3646439" y="4014944"/>
            <a:ext cx="42121" cy="42121"/>
          </a:xfrm>
          <a:prstGeom prst="ellipse">
            <a:avLst/>
          </a:prstGeom>
          <a:solidFill>
            <a:srgbClr val="472F7D">
              <a:alpha val="82000"/>
            </a:srgbClr>
          </a:solidFill>
          <a:ln w="2794">
            <a:solidFill>
              <a:srgbClr val="FFFFFF">
                <a:alpha val="82000"/>
              </a:srgbClr>
            </a:solidFill>
            <a:prstDash val="solid"/>
          </a:ln>
        </p:spPr>
      </p:sp>
      <p:sp>
        <p:nvSpPr>
          <p:cNvPr id="4051" name="LigandSeek2_vs_LigandSeek1_ellipse_9565">
            <a:extLst>
              <a:ext uri="{FF2B5EF4-FFF2-40B4-BE49-F238E27FC236}">
                <a16:creationId xmlns:a16="http://schemas.microsoft.com/office/drawing/2014/main" id="{8D0C2417-25F1-4F2B-BF47-F7E4B1504E75}"/>
              </a:ext>
            </a:extLst>
          </p:cNvPr>
          <p:cNvSpPr>
            <a:spLocks noGrp="1"/>
          </p:cNvSpPr>
          <p:nvPr/>
        </p:nvSpPr>
        <p:spPr>
          <a:xfrm>
            <a:off x="3844484" y="3552839"/>
            <a:ext cx="42121" cy="42121"/>
          </a:xfrm>
          <a:prstGeom prst="ellipse">
            <a:avLst/>
          </a:prstGeom>
          <a:solidFill>
            <a:srgbClr val="39568C">
              <a:alpha val="82000"/>
            </a:srgbClr>
          </a:solidFill>
          <a:ln w="2794">
            <a:solidFill>
              <a:srgbClr val="FFFFFF">
                <a:alpha val="82000"/>
              </a:srgbClr>
            </a:solidFill>
            <a:prstDash val="solid"/>
          </a:ln>
        </p:spPr>
      </p:sp>
      <p:sp>
        <p:nvSpPr>
          <p:cNvPr id="4052" name="LigandSeek2_vs_LigandSeek1_ellipse_9566">
            <a:extLst>
              <a:ext uri="{FF2B5EF4-FFF2-40B4-BE49-F238E27FC236}">
                <a16:creationId xmlns:a16="http://schemas.microsoft.com/office/drawing/2014/main" id="{D7591524-FF47-4FF1-AEDF-9A30F665B319}"/>
              </a:ext>
            </a:extLst>
          </p:cNvPr>
          <p:cNvSpPr>
            <a:spLocks noGrp="1"/>
          </p:cNvSpPr>
          <p:nvPr/>
        </p:nvSpPr>
        <p:spPr>
          <a:xfrm>
            <a:off x="3382379" y="4345019"/>
            <a:ext cx="42121" cy="42121"/>
          </a:xfrm>
          <a:prstGeom prst="ellipse">
            <a:avLst/>
          </a:prstGeom>
          <a:solidFill>
            <a:srgbClr val="3A548C">
              <a:alpha val="82000"/>
            </a:srgbClr>
          </a:solidFill>
          <a:ln w="2794">
            <a:solidFill>
              <a:srgbClr val="FFFFFF">
                <a:alpha val="82000"/>
              </a:srgbClr>
            </a:solidFill>
            <a:prstDash val="solid"/>
          </a:ln>
        </p:spPr>
      </p:sp>
      <p:sp>
        <p:nvSpPr>
          <p:cNvPr id="4053" name="LigandSeek2_vs_LigandSeek1_path_9567">
            <a:extLst>
              <a:ext uri="{FF2B5EF4-FFF2-40B4-BE49-F238E27FC236}">
                <a16:creationId xmlns:a16="http://schemas.microsoft.com/office/drawing/2014/main" id="{BD2CF62E-0B5A-4333-B5E8-3F40E889707F}"/>
              </a:ext>
            </a:extLst>
          </p:cNvPr>
          <p:cNvSpPr>
            <a:spLocks noGrp="1"/>
          </p:cNvSpPr>
          <p:nvPr/>
        </p:nvSpPr>
        <p:spPr>
          <a:xfrm>
            <a:off x="3403440" y="2649690"/>
            <a:ext cx="191" cy="1848420"/>
          </a:xfrm>
          <a:custGeom>
            <a:avLst/>
            <a:gdLst/>
            <a:ahLst/>
            <a:cxnLst/>
            <a:rect l="0" t="0" r="0" b="0"/>
            <a:pathLst>
              <a:path w="191" h="1848420">
                <a:moveTo>
                  <a:pt x="0" y="1848420"/>
                </a:moveTo>
                <a:lnTo>
                  <a:pt x="0" y="0"/>
                </a:lnTo>
              </a:path>
            </a:pathLst>
          </a:custGeom>
          <a:noFill/>
          <a:ln w="8255">
            <a:solidFill>
              <a:srgbClr val="000000">
                <a:alpha val="100000"/>
              </a:srgbClr>
            </a:solidFill>
            <a:prstDash val="solid"/>
          </a:ln>
        </p:spPr>
      </p:sp>
      <p:sp>
        <p:nvSpPr>
          <p:cNvPr id="4054" name="LigandSeek2_vs_LigandSeek1_path_9568">
            <a:extLst>
              <a:ext uri="{FF2B5EF4-FFF2-40B4-BE49-F238E27FC236}">
                <a16:creationId xmlns:a16="http://schemas.microsoft.com/office/drawing/2014/main" id="{74EC28A4-51BF-45AC-A1E4-85F245508E26}"/>
              </a:ext>
            </a:extLst>
          </p:cNvPr>
          <p:cNvSpPr>
            <a:spLocks noGrp="1"/>
          </p:cNvSpPr>
          <p:nvPr/>
        </p:nvSpPr>
        <p:spPr>
          <a:xfrm>
            <a:off x="3403440" y="4498110"/>
            <a:ext cx="1848420" cy="191"/>
          </a:xfrm>
          <a:custGeom>
            <a:avLst/>
            <a:gdLst/>
            <a:ahLst/>
            <a:cxnLst/>
            <a:rect l="0" t="0" r="0" b="0"/>
            <a:pathLst>
              <a:path w="1848420" h="191">
                <a:moveTo>
                  <a:pt x="0" y="0"/>
                </a:moveTo>
                <a:lnTo>
                  <a:pt x="1848420" y="0"/>
                </a:lnTo>
              </a:path>
            </a:pathLst>
          </a:custGeom>
          <a:noFill/>
          <a:ln w="8255">
            <a:solidFill>
              <a:srgbClr val="000000">
                <a:alpha val="100000"/>
              </a:srgbClr>
            </a:solidFill>
            <a:prstDash val="solid"/>
          </a:ln>
        </p:spPr>
      </p:sp>
      <p:sp>
        <p:nvSpPr>
          <p:cNvPr id="4055" name="LigandSeek2_vs_LigandSeek1_text_9569">
            <a:extLst>
              <a:ext uri="{FF2B5EF4-FFF2-40B4-BE49-F238E27FC236}">
                <a16:creationId xmlns:a16="http://schemas.microsoft.com/office/drawing/2014/main" id="{F4D2C9F4-4501-4589-96D7-CDB8D04ED829}"/>
              </a:ext>
            </a:extLst>
          </p:cNvPr>
          <p:cNvSpPr>
            <a:spLocks noGrp="1"/>
          </p:cNvSpPr>
          <p:nvPr/>
        </p:nvSpPr>
        <p:spPr>
          <a:xfrm rot="0">
            <a:off x="3403440" y="2437469"/>
            <a:ext cx="1229789"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CA2: one-to-one PRAUC₀.₃</a:t>
            </a:r>
          </a:p>
        </p:txBody>
      </p:sp>
      <p:sp>
        <p:nvSpPr>
          <p:cNvPr id="4056" name="LigandSeek2_vs_LigandSeek1_text_9570">
            <a:extLst>
              <a:ext uri="{FF2B5EF4-FFF2-40B4-BE49-F238E27FC236}">
                <a16:creationId xmlns:a16="http://schemas.microsoft.com/office/drawing/2014/main" id="{BEE7ED85-46CE-4D08-B707-7FD148299951}"/>
              </a:ext>
            </a:extLst>
          </p:cNvPr>
          <p:cNvSpPr>
            <a:spLocks noGrp="1"/>
          </p:cNvSpPr>
          <p:nvPr/>
        </p:nvSpPr>
        <p:spPr>
          <a:xfrm rot="0">
            <a:off x="3136740" y="2412974"/>
            <a:ext cx="81369" cy="174625"/>
          </a:xfrm>
          <a:prstGeom prst="rect">
            <a:avLst/>
          </a:prstGeom>
          <a:noFill/>
          <a:ln w="0">
            <a:noFill/>
          </a:ln>
        </p:spPr>
        <p:txBody>
          <a:bodyPr wrap="none" lIns="0" tIns="0" rIns="0" bIns="0" anchor="ctr">
            <a:noAutofit/>
          </a:bodyPr>
          <a:lstStyle>
            <a:defPPr algn="l">
              <a:defRPr sz="1100" b="1">
                <a:solidFill>
                  <a:srgbClr val="000000"/>
                </a:solidFill>
                <a:latin typeface="Calibri"/>
                <a:ea typeface="Calibri"/>
                <a:cs typeface="Calibri"/>
              </a:defRPr>
            </a:defPPr>
          </a:lstStyle>
          <a:p>
            <a:pPr algn="l">
              <a:defRPr sz="1100" b="1">
                <a:solidFill>
                  <a:srgbClr val="000000"/>
                </a:solidFill>
                <a:latin typeface="Calibri"/>
                <a:ea typeface="Calibri"/>
                <a:cs typeface="Calibri"/>
              </a:defRPr>
            </a:pPr>
            <a:r>
              <a:rPr sz="1100" b="1">
                <a:solidFill>
                  <a:srgbClr val="000000"/>
                </a:solidFill>
                <a:latin typeface="Calibri"/>
                <a:ea typeface="Calibri"/>
                <a:cs typeface="Calibri"/>
              </a:rPr>
              <a:t>d</a:t>
            </a:r>
          </a:p>
        </p:txBody>
      </p:sp>
      <p:sp>
        <p:nvSpPr>
          <p:cNvPr id="4057" name="LigandSeek2_vs_LigandSeek1_path_9571">
            <a:extLst>
              <a:ext uri="{FF2B5EF4-FFF2-40B4-BE49-F238E27FC236}">
                <a16:creationId xmlns:a16="http://schemas.microsoft.com/office/drawing/2014/main" id="{BEE8F530-61DE-4227-90F1-0A4EC7F78007}"/>
              </a:ext>
            </a:extLst>
          </p:cNvPr>
          <p:cNvSpPr>
            <a:spLocks noGrp="1"/>
          </p:cNvSpPr>
          <p:nvPr/>
        </p:nvSpPr>
        <p:spPr>
          <a:xfrm>
            <a:off x="5334012" y="2649690"/>
            <a:ext cx="58680" cy="1848420"/>
          </a:xfrm>
          <a:custGeom>
            <a:avLst/>
            <a:gdLst/>
            <a:ahLst/>
            <a:cxnLst/>
            <a:rect l="0" t="0" r="0" b="0"/>
            <a:pathLst>
              <a:path w="58680" h="1848420">
                <a:moveTo>
                  <a:pt x="0" y="1848420"/>
                </a:moveTo>
                <a:lnTo>
                  <a:pt x="58680" y="1848420"/>
                </a:lnTo>
                <a:lnTo>
                  <a:pt x="58680" y="0"/>
                </a:lnTo>
                <a:lnTo>
                  <a:pt x="0" y="0"/>
                </a:lnTo>
                <a:lnTo>
                  <a:pt x="0" y="1848420"/>
                </a:lnTo>
                <a:close/>
              </a:path>
            </a:pathLst>
          </a:custGeom>
          <a:solidFill>
            <a:srgbClr val="FFFFFF">
              <a:alpha val="100000"/>
            </a:srgbClr>
          </a:solidFill>
          <a:ln w="0">
            <a:noFill/>
            <a:prstDash val="solid"/>
          </a:ln>
        </p:spPr>
      </p:sp>
      <p:sp>
        <p:nvSpPr>
          <p:cNvPr id="4058" name="LigandSeek2_vs_LigandSeek1_path_9572">
            <a:extLst>
              <a:ext uri="{FF2B5EF4-FFF2-40B4-BE49-F238E27FC236}">
                <a16:creationId xmlns:a16="http://schemas.microsoft.com/office/drawing/2014/main" id="{4B55B9AB-533A-4623-BC68-7C927C1FC772}"/>
              </a:ext>
            </a:extLst>
          </p:cNvPr>
          <p:cNvSpPr>
            <a:spLocks noGrp="1"/>
          </p:cNvSpPr>
          <p:nvPr/>
        </p:nvSpPr>
        <p:spPr>
          <a:xfrm>
            <a:off x="5334012" y="44908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DE725">
              <a:alpha val="100000"/>
            </a:srgbClr>
          </a:solidFill>
          <a:ln w="2540">
            <a:solidFill>
              <a:srgbClr val="FDE725">
                <a:alpha val="100000"/>
              </a:srgbClr>
            </a:solidFill>
            <a:prstDash val="solid"/>
          </a:ln>
        </p:spPr>
      </p:sp>
      <p:sp>
        <p:nvSpPr>
          <p:cNvPr id="4059" name="LigandSeek2_vs_LigandSeek1_path_9573">
            <a:extLst>
              <a:ext uri="{FF2B5EF4-FFF2-40B4-BE49-F238E27FC236}">
                <a16:creationId xmlns:a16="http://schemas.microsoft.com/office/drawing/2014/main" id="{34219663-53A3-431E-8AAE-A6EBEFF27F58}"/>
              </a:ext>
            </a:extLst>
          </p:cNvPr>
          <p:cNvSpPr>
            <a:spLocks noGrp="1"/>
          </p:cNvSpPr>
          <p:nvPr/>
        </p:nvSpPr>
        <p:spPr>
          <a:xfrm>
            <a:off x="5334012" y="448366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BE723">
              <a:alpha val="100000"/>
            </a:srgbClr>
          </a:solidFill>
          <a:ln w="2540">
            <a:solidFill>
              <a:srgbClr val="FBE723">
                <a:alpha val="100000"/>
              </a:srgbClr>
            </a:solidFill>
            <a:prstDash val="solid"/>
          </a:ln>
        </p:spPr>
      </p:sp>
      <p:sp>
        <p:nvSpPr>
          <p:cNvPr id="4060" name="LigandSeek2_vs_LigandSeek1_path_9574">
            <a:extLst>
              <a:ext uri="{FF2B5EF4-FFF2-40B4-BE49-F238E27FC236}">
                <a16:creationId xmlns:a16="http://schemas.microsoft.com/office/drawing/2014/main" id="{14D1BB12-447A-4A79-AECF-6BD5DCA97DAF}"/>
              </a:ext>
            </a:extLst>
          </p:cNvPr>
          <p:cNvSpPr>
            <a:spLocks noGrp="1"/>
          </p:cNvSpPr>
          <p:nvPr/>
        </p:nvSpPr>
        <p:spPr>
          <a:xfrm>
            <a:off x="5334012" y="447644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8E621">
              <a:alpha val="100000"/>
            </a:srgbClr>
          </a:solidFill>
          <a:ln w="2540">
            <a:solidFill>
              <a:srgbClr val="F8E621">
                <a:alpha val="100000"/>
              </a:srgbClr>
            </a:solidFill>
            <a:prstDash val="solid"/>
          </a:ln>
        </p:spPr>
      </p:sp>
      <p:sp>
        <p:nvSpPr>
          <p:cNvPr id="4061" name="LigandSeek2_vs_LigandSeek1_path_9575">
            <a:extLst>
              <a:ext uri="{FF2B5EF4-FFF2-40B4-BE49-F238E27FC236}">
                <a16:creationId xmlns:a16="http://schemas.microsoft.com/office/drawing/2014/main" id="{00F78B72-0F4E-4F98-9C74-10B0F3EF4681}"/>
              </a:ext>
            </a:extLst>
          </p:cNvPr>
          <p:cNvSpPr>
            <a:spLocks noGrp="1"/>
          </p:cNvSpPr>
          <p:nvPr/>
        </p:nvSpPr>
        <p:spPr>
          <a:xfrm>
            <a:off x="5334012" y="446922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6E620">
              <a:alpha val="100000"/>
            </a:srgbClr>
          </a:solidFill>
          <a:ln w="2540">
            <a:solidFill>
              <a:srgbClr val="F6E620">
                <a:alpha val="100000"/>
              </a:srgbClr>
            </a:solidFill>
            <a:prstDash val="solid"/>
          </a:ln>
        </p:spPr>
      </p:sp>
      <p:sp>
        <p:nvSpPr>
          <p:cNvPr id="4062" name="LigandSeek2_vs_LigandSeek1_path_9576">
            <a:extLst>
              <a:ext uri="{FF2B5EF4-FFF2-40B4-BE49-F238E27FC236}">
                <a16:creationId xmlns:a16="http://schemas.microsoft.com/office/drawing/2014/main" id="{8C00DFFB-C6A6-4539-B31F-1E405CAECA8C}"/>
              </a:ext>
            </a:extLst>
          </p:cNvPr>
          <p:cNvSpPr>
            <a:spLocks noGrp="1"/>
          </p:cNvSpPr>
          <p:nvPr/>
        </p:nvSpPr>
        <p:spPr>
          <a:xfrm>
            <a:off x="5334012" y="446200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4E61E">
              <a:alpha val="100000"/>
            </a:srgbClr>
          </a:solidFill>
          <a:ln w="2540">
            <a:solidFill>
              <a:srgbClr val="F4E61E">
                <a:alpha val="100000"/>
              </a:srgbClr>
            </a:solidFill>
            <a:prstDash val="solid"/>
          </a:ln>
        </p:spPr>
      </p:sp>
      <p:sp>
        <p:nvSpPr>
          <p:cNvPr id="4063" name="LigandSeek2_vs_LigandSeek1_path_9577">
            <a:extLst>
              <a:ext uri="{FF2B5EF4-FFF2-40B4-BE49-F238E27FC236}">
                <a16:creationId xmlns:a16="http://schemas.microsoft.com/office/drawing/2014/main" id="{E6898A14-0CB6-4E5C-846B-5698D1250624}"/>
              </a:ext>
            </a:extLst>
          </p:cNvPr>
          <p:cNvSpPr>
            <a:spLocks noGrp="1"/>
          </p:cNvSpPr>
          <p:nvPr/>
        </p:nvSpPr>
        <p:spPr>
          <a:xfrm>
            <a:off x="5334012" y="445478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F1E51D">
              <a:alpha val="100000"/>
            </a:srgbClr>
          </a:solidFill>
          <a:ln w="2540">
            <a:solidFill>
              <a:srgbClr val="F1E51D">
                <a:alpha val="100000"/>
              </a:srgbClr>
            </a:solidFill>
            <a:prstDash val="solid"/>
          </a:ln>
        </p:spPr>
      </p:sp>
      <p:sp>
        <p:nvSpPr>
          <p:cNvPr id="4064" name="LigandSeek2_vs_LigandSeek1_path_9578">
            <a:extLst>
              <a:ext uri="{FF2B5EF4-FFF2-40B4-BE49-F238E27FC236}">
                <a16:creationId xmlns:a16="http://schemas.microsoft.com/office/drawing/2014/main" id="{5CADF88B-3462-4475-8625-6FC19562F80B}"/>
              </a:ext>
            </a:extLst>
          </p:cNvPr>
          <p:cNvSpPr>
            <a:spLocks noGrp="1"/>
          </p:cNvSpPr>
          <p:nvPr/>
        </p:nvSpPr>
        <p:spPr>
          <a:xfrm>
            <a:off x="5334012" y="444756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FE51C">
              <a:alpha val="100000"/>
            </a:srgbClr>
          </a:solidFill>
          <a:ln w="2540">
            <a:solidFill>
              <a:srgbClr val="EFE51C">
                <a:alpha val="100000"/>
              </a:srgbClr>
            </a:solidFill>
            <a:prstDash val="solid"/>
          </a:ln>
        </p:spPr>
      </p:sp>
      <p:sp>
        <p:nvSpPr>
          <p:cNvPr id="4065" name="LigandSeek2_vs_LigandSeek1_path_9579">
            <a:extLst>
              <a:ext uri="{FF2B5EF4-FFF2-40B4-BE49-F238E27FC236}">
                <a16:creationId xmlns:a16="http://schemas.microsoft.com/office/drawing/2014/main" id="{A426D9F3-1D24-4353-B84B-5B83EE3385D6}"/>
              </a:ext>
            </a:extLst>
          </p:cNvPr>
          <p:cNvSpPr>
            <a:spLocks noGrp="1"/>
          </p:cNvSpPr>
          <p:nvPr/>
        </p:nvSpPr>
        <p:spPr>
          <a:xfrm>
            <a:off x="5334012" y="444034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CE51B">
              <a:alpha val="100000"/>
            </a:srgbClr>
          </a:solidFill>
          <a:ln w="2540">
            <a:solidFill>
              <a:srgbClr val="ECE51B">
                <a:alpha val="100000"/>
              </a:srgbClr>
            </a:solidFill>
            <a:prstDash val="solid"/>
          </a:ln>
        </p:spPr>
      </p:sp>
      <p:sp>
        <p:nvSpPr>
          <p:cNvPr id="4066" name="LigandSeek2_vs_LigandSeek1_path_9580">
            <a:extLst>
              <a:ext uri="{FF2B5EF4-FFF2-40B4-BE49-F238E27FC236}">
                <a16:creationId xmlns:a16="http://schemas.microsoft.com/office/drawing/2014/main" id="{A2C9E231-51FA-4201-902E-5B96A997050E}"/>
              </a:ext>
            </a:extLst>
          </p:cNvPr>
          <p:cNvSpPr>
            <a:spLocks noGrp="1"/>
          </p:cNvSpPr>
          <p:nvPr/>
        </p:nvSpPr>
        <p:spPr>
          <a:xfrm>
            <a:off x="5334012" y="443312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AE51A">
              <a:alpha val="100000"/>
            </a:srgbClr>
          </a:solidFill>
          <a:ln w="2540">
            <a:solidFill>
              <a:srgbClr val="EAE51A">
                <a:alpha val="100000"/>
              </a:srgbClr>
            </a:solidFill>
            <a:prstDash val="solid"/>
          </a:ln>
        </p:spPr>
      </p:sp>
      <p:sp>
        <p:nvSpPr>
          <p:cNvPr id="4067" name="LigandSeek2_vs_LigandSeek1_path_9581">
            <a:extLst>
              <a:ext uri="{FF2B5EF4-FFF2-40B4-BE49-F238E27FC236}">
                <a16:creationId xmlns:a16="http://schemas.microsoft.com/office/drawing/2014/main" id="{BE9CCC04-9189-468B-A0F9-1327E62D5215}"/>
              </a:ext>
            </a:extLst>
          </p:cNvPr>
          <p:cNvSpPr>
            <a:spLocks noGrp="1"/>
          </p:cNvSpPr>
          <p:nvPr/>
        </p:nvSpPr>
        <p:spPr>
          <a:xfrm>
            <a:off x="5334012" y="442590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7E419">
              <a:alpha val="100000"/>
            </a:srgbClr>
          </a:solidFill>
          <a:ln w="2540">
            <a:solidFill>
              <a:srgbClr val="E7E419">
                <a:alpha val="100000"/>
              </a:srgbClr>
            </a:solidFill>
            <a:prstDash val="solid"/>
          </a:ln>
        </p:spPr>
      </p:sp>
      <p:sp>
        <p:nvSpPr>
          <p:cNvPr id="4068" name="LigandSeek2_vs_LigandSeek1_path_9582">
            <a:extLst>
              <a:ext uri="{FF2B5EF4-FFF2-40B4-BE49-F238E27FC236}">
                <a16:creationId xmlns:a16="http://schemas.microsoft.com/office/drawing/2014/main" id="{4FE48CD6-27CB-4491-A34B-D222B4D9FC90}"/>
              </a:ext>
            </a:extLst>
          </p:cNvPr>
          <p:cNvSpPr>
            <a:spLocks noGrp="1"/>
          </p:cNvSpPr>
          <p:nvPr/>
        </p:nvSpPr>
        <p:spPr>
          <a:xfrm>
            <a:off x="5334012" y="441868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5E419">
              <a:alpha val="100000"/>
            </a:srgbClr>
          </a:solidFill>
          <a:ln w="2540">
            <a:solidFill>
              <a:srgbClr val="E5E419">
                <a:alpha val="100000"/>
              </a:srgbClr>
            </a:solidFill>
            <a:prstDash val="solid"/>
          </a:ln>
        </p:spPr>
      </p:sp>
      <p:sp>
        <p:nvSpPr>
          <p:cNvPr id="4069" name="LigandSeek2_vs_LigandSeek1_path_9583">
            <a:extLst>
              <a:ext uri="{FF2B5EF4-FFF2-40B4-BE49-F238E27FC236}">
                <a16:creationId xmlns:a16="http://schemas.microsoft.com/office/drawing/2014/main" id="{D34A3D1E-304E-4708-8201-12D364D5ECC8}"/>
              </a:ext>
            </a:extLst>
          </p:cNvPr>
          <p:cNvSpPr>
            <a:spLocks noGrp="1"/>
          </p:cNvSpPr>
          <p:nvPr/>
        </p:nvSpPr>
        <p:spPr>
          <a:xfrm>
            <a:off x="5334012" y="441146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E2E418">
              <a:alpha val="100000"/>
            </a:srgbClr>
          </a:solidFill>
          <a:ln w="2540">
            <a:solidFill>
              <a:srgbClr val="E2E418">
                <a:alpha val="100000"/>
              </a:srgbClr>
            </a:solidFill>
            <a:prstDash val="solid"/>
          </a:ln>
        </p:spPr>
      </p:sp>
      <p:sp>
        <p:nvSpPr>
          <p:cNvPr id="4070" name="LigandSeek2_vs_LigandSeek1_path_9584">
            <a:extLst>
              <a:ext uri="{FF2B5EF4-FFF2-40B4-BE49-F238E27FC236}">
                <a16:creationId xmlns:a16="http://schemas.microsoft.com/office/drawing/2014/main" id="{813AF5AB-4248-45E3-A906-C6D44EA89A38}"/>
              </a:ext>
            </a:extLst>
          </p:cNvPr>
          <p:cNvSpPr>
            <a:spLocks noGrp="1"/>
          </p:cNvSpPr>
          <p:nvPr/>
        </p:nvSpPr>
        <p:spPr>
          <a:xfrm>
            <a:off x="5334012" y="440424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FE318">
              <a:alpha val="100000"/>
            </a:srgbClr>
          </a:solidFill>
          <a:ln w="2540">
            <a:solidFill>
              <a:srgbClr val="DFE318">
                <a:alpha val="100000"/>
              </a:srgbClr>
            </a:solidFill>
            <a:prstDash val="solid"/>
          </a:ln>
        </p:spPr>
      </p:sp>
      <p:sp>
        <p:nvSpPr>
          <p:cNvPr id="4071" name="LigandSeek2_vs_LigandSeek1_path_9585">
            <a:extLst>
              <a:ext uri="{FF2B5EF4-FFF2-40B4-BE49-F238E27FC236}">
                <a16:creationId xmlns:a16="http://schemas.microsoft.com/office/drawing/2014/main" id="{8A2E6BBF-4DC8-46A3-81E2-6A72E1D10A05}"/>
              </a:ext>
            </a:extLst>
          </p:cNvPr>
          <p:cNvSpPr>
            <a:spLocks noGrp="1"/>
          </p:cNvSpPr>
          <p:nvPr/>
        </p:nvSpPr>
        <p:spPr>
          <a:xfrm>
            <a:off x="5334012" y="439702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DE318">
              <a:alpha val="100000"/>
            </a:srgbClr>
          </a:solidFill>
          <a:ln w="2540">
            <a:solidFill>
              <a:srgbClr val="DDE318">
                <a:alpha val="100000"/>
              </a:srgbClr>
            </a:solidFill>
            <a:prstDash val="solid"/>
          </a:ln>
        </p:spPr>
      </p:sp>
      <p:sp>
        <p:nvSpPr>
          <p:cNvPr id="4072" name="LigandSeek2_vs_LigandSeek1_path_9586">
            <a:extLst>
              <a:ext uri="{FF2B5EF4-FFF2-40B4-BE49-F238E27FC236}">
                <a16:creationId xmlns:a16="http://schemas.microsoft.com/office/drawing/2014/main" id="{2F129E39-358F-49BE-BC81-6CFBB888CCE6}"/>
              </a:ext>
            </a:extLst>
          </p:cNvPr>
          <p:cNvSpPr>
            <a:spLocks noGrp="1"/>
          </p:cNvSpPr>
          <p:nvPr/>
        </p:nvSpPr>
        <p:spPr>
          <a:xfrm>
            <a:off x="5334012" y="438980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AE319">
              <a:alpha val="100000"/>
            </a:srgbClr>
          </a:solidFill>
          <a:ln w="2540">
            <a:solidFill>
              <a:srgbClr val="DAE319">
                <a:alpha val="100000"/>
              </a:srgbClr>
            </a:solidFill>
            <a:prstDash val="solid"/>
          </a:ln>
        </p:spPr>
      </p:sp>
      <p:sp>
        <p:nvSpPr>
          <p:cNvPr id="4073" name="LigandSeek2_vs_LigandSeek1_path_9587">
            <a:extLst>
              <a:ext uri="{FF2B5EF4-FFF2-40B4-BE49-F238E27FC236}">
                <a16:creationId xmlns:a16="http://schemas.microsoft.com/office/drawing/2014/main" id="{B4E6D3EE-960F-4B35-A66E-368865819CE2}"/>
              </a:ext>
            </a:extLst>
          </p:cNvPr>
          <p:cNvSpPr>
            <a:spLocks noGrp="1"/>
          </p:cNvSpPr>
          <p:nvPr/>
        </p:nvSpPr>
        <p:spPr>
          <a:xfrm>
            <a:off x="5334012" y="438258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8E219">
              <a:alpha val="100000"/>
            </a:srgbClr>
          </a:solidFill>
          <a:ln w="2540">
            <a:solidFill>
              <a:srgbClr val="D8E219">
                <a:alpha val="100000"/>
              </a:srgbClr>
            </a:solidFill>
            <a:prstDash val="solid"/>
          </a:ln>
        </p:spPr>
      </p:sp>
      <p:sp>
        <p:nvSpPr>
          <p:cNvPr id="4074" name="LigandSeek2_vs_LigandSeek1_path_9588">
            <a:extLst>
              <a:ext uri="{FF2B5EF4-FFF2-40B4-BE49-F238E27FC236}">
                <a16:creationId xmlns:a16="http://schemas.microsoft.com/office/drawing/2014/main" id="{C9D7C7A5-B594-47FC-B6F8-D350D9E03ED9}"/>
              </a:ext>
            </a:extLst>
          </p:cNvPr>
          <p:cNvSpPr>
            <a:spLocks noGrp="1"/>
          </p:cNvSpPr>
          <p:nvPr/>
        </p:nvSpPr>
        <p:spPr>
          <a:xfrm>
            <a:off x="5334012" y="437536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5E21A">
              <a:alpha val="100000"/>
            </a:srgbClr>
          </a:solidFill>
          <a:ln w="2540">
            <a:solidFill>
              <a:srgbClr val="D5E21A">
                <a:alpha val="100000"/>
              </a:srgbClr>
            </a:solidFill>
            <a:prstDash val="solid"/>
          </a:ln>
        </p:spPr>
      </p:sp>
      <p:sp>
        <p:nvSpPr>
          <p:cNvPr id="4075" name="LigandSeek2_vs_LigandSeek1_path_9589">
            <a:extLst>
              <a:ext uri="{FF2B5EF4-FFF2-40B4-BE49-F238E27FC236}">
                <a16:creationId xmlns:a16="http://schemas.microsoft.com/office/drawing/2014/main" id="{F32839FB-05C7-43C3-B595-519C7C26ABE9}"/>
              </a:ext>
            </a:extLst>
          </p:cNvPr>
          <p:cNvSpPr>
            <a:spLocks noGrp="1"/>
          </p:cNvSpPr>
          <p:nvPr/>
        </p:nvSpPr>
        <p:spPr>
          <a:xfrm>
            <a:off x="5334012" y="436814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2E21B">
              <a:alpha val="100000"/>
            </a:srgbClr>
          </a:solidFill>
          <a:ln w="2540">
            <a:solidFill>
              <a:srgbClr val="D2E21B">
                <a:alpha val="100000"/>
              </a:srgbClr>
            </a:solidFill>
            <a:prstDash val="solid"/>
          </a:ln>
        </p:spPr>
      </p:sp>
      <p:sp>
        <p:nvSpPr>
          <p:cNvPr id="4076" name="LigandSeek2_vs_LigandSeek1_path_9590">
            <a:extLst>
              <a:ext uri="{FF2B5EF4-FFF2-40B4-BE49-F238E27FC236}">
                <a16:creationId xmlns:a16="http://schemas.microsoft.com/office/drawing/2014/main" id="{1409F4C5-0570-4DF0-9484-C5D702AF7C66}"/>
              </a:ext>
            </a:extLst>
          </p:cNvPr>
          <p:cNvSpPr>
            <a:spLocks noGrp="1"/>
          </p:cNvSpPr>
          <p:nvPr/>
        </p:nvSpPr>
        <p:spPr>
          <a:xfrm>
            <a:off x="5334012" y="436092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D0E11C">
              <a:alpha val="100000"/>
            </a:srgbClr>
          </a:solidFill>
          <a:ln w="2540">
            <a:solidFill>
              <a:srgbClr val="D0E11C">
                <a:alpha val="100000"/>
              </a:srgbClr>
            </a:solidFill>
            <a:prstDash val="solid"/>
          </a:ln>
        </p:spPr>
      </p:sp>
      <p:sp>
        <p:nvSpPr>
          <p:cNvPr id="4077" name="LigandSeek2_vs_LigandSeek1_path_9591">
            <a:extLst>
              <a:ext uri="{FF2B5EF4-FFF2-40B4-BE49-F238E27FC236}">
                <a16:creationId xmlns:a16="http://schemas.microsoft.com/office/drawing/2014/main" id="{74F275AF-F794-4D21-9528-4B5261C438EA}"/>
              </a:ext>
            </a:extLst>
          </p:cNvPr>
          <p:cNvSpPr>
            <a:spLocks noGrp="1"/>
          </p:cNvSpPr>
          <p:nvPr/>
        </p:nvSpPr>
        <p:spPr>
          <a:xfrm>
            <a:off x="5334012" y="435370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DE11D">
              <a:alpha val="100000"/>
            </a:srgbClr>
          </a:solidFill>
          <a:ln w="2540">
            <a:solidFill>
              <a:srgbClr val="CDE11D">
                <a:alpha val="100000"/>
              </a:srgbClr>
            </a:solidFill>
            <a:prstDash val="solid"/>
          </a:ln>
        </p:spPr>
      </p:sp>
      <p:sp>
        <p:nvSpPr>
          <p:cNvPr id="4078" name="LigandSeek2_vs_LigandSeek1_path_9592">
            <a:extLst>
              <a:ext uri="{FF2B5EF4-FFF2-40B4-BE49-F238E27FC236}">
                <a16:creationId xmlns:a16="http://schemas.microsoft.com/office/drawing/2014/main" id="{CC90DB30-51BE-4BAC-839B-B1B433268DD5}"/>
              </a:ext>
            </a:extLst>
          </p:cNvPr>
          <p:cNvSpPr>
            <a:spLocks noGrp="1"/>
          </p:cNvSpPr>
          <p:nvPr/>
        </p:nvSpPr>
        <p:spPr>
          <a:xfrm>
            <a:off x="5334012" y="434648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AE11F">
              <a:alpha val="100000"/>
            </a:srgbClr>
          </a:solidFill>
          <a:ln w="2540">
            <a:solidFill>
              <a:srgbClr val="CAE11F">
                <a:alpha val="100000"/>
              </a:srgbClr>
            </a:solidFill>
            <a:prstDash val="solid"/>
          </a:ln>
        </p:spPr>
      </p:sp>
      <p:sp>
        <p:nvSpPr>
          <p:cNvPr id="4079" name="LigandSeek2_vs_LigandSeek1_path_9593">
            <a:extLst>
              <a:ext uri="{FF2B5EF4-FFF2-40B4-BE49-F238E27FC236}">
                <a16:creationId xmlns:a16="http://schemas.microsoft.com/office/drawing/2014/main" id="{3564D26D-A231-44E5-B797-51EFAFEED281}"/>
              </a:ext>
            </a:extLst>
          </p:cNvPr>
          <p:cNvSpPr>
            <a:spLocks noGrp="1"/>
          </p:cNvSpPr>
          <p:nvPr/>
        </p:nvSpPr>
        <p:spPr>
          <a:xfrm>
            <a:off x="5334012" y="433926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8E020">
              <a:alpha val="100000"/>
            </a:srgbClr>
          </a:solidFill>
          <a:ln w="2540">
            <a:solidFill>
              <a:srgbClr val="C8E020">
                <a:alpha val="100000"/>
              </a:srgbClr>
            </a:solidFill>
            <a:prstDash val="solid"/>
          </a:ln>
        </p:spPr>
      </p:sp>
      <p:sp>
        <p:nvSpPr>
          <p:cNvPr id="4080" name="LigandSeek2_vs_LigandSeek1_path_9594">
            <a:extLst>
              <a:ext uri="{FF2B5EF4-FFF2-40B4-BE49-F238E27FC236}">
                <a16:creationId xmlns:a16="http://schemas.microsoft.com/office/drawing/2014/main" id="{EFAD9C70-2128-4933-B49B-43D1624E6222}"/>
              </a:ext>
            </a:extLst>
          </p:cNvPr>
          <p:cNvSpPr>
            <a:spLocks noGrp="1"/>
          </p:cNvSpPr>
          <p:nvPr/>
        </p:nvSpPr>
        <p:spPr>
          <a:xfrm>
            <a:off x="5334012" y="433204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5E021">
              <a:alpha val="100000"/>
            </a:srgbClr>
          </a:solidFill>
          <a:ln w="2540">
            <a:solidFill>
              <a:srgbClr val="C5E021">
                <a:alpha val="100000"/>
              </a:srgbClr>
            </a:solidFill>
            <a:prstDash val="solid"/>
          </a:ln>
        </p:spPr>
      </p:sp>
      <p:sp>
        <p:nvSpPr>
          <p:cNvPr id="4081" name="LigandSeek2_vs_LigandSeek1_path_9595">
            <a:extLst>
              <a:ext uri="{FF2B5EF4-FFF2-40B4-BE49-F238E27FC236}">
                <a16:creationId xmlns:a16="http://schemas.microsoft.com/office/drawing/2014/main" id="{7C03D37D-F2C7-4878-AB89-4F307743DDE5}"/>
              </a:ext>
            </a:extLst>
          </p:cNvPr>
          <p:cNvSpPr>
            <a:spLocks noGrp="1"/>
          </p:cNvSpPr>
          <p:nvPr/>
        </p:nvSpPr>
        <p:spPr>
          <a:xfrm>
            <a:off x="5334012" y="432482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2DF23">
              <a:alpha val="100000"/>
            </a:srgbClr>
          </a:solidFill>
          <a:ln w="2540">
            <a:solidFill>
              <a:srgbClr val="C2DF23">
                <a:alpha val="100000"/>
              </a:srgbClr>
            </a:solidFill>
            <a:prstDash val="solid"/>
          </a:ln>
        </p:spPr>
      </p:sp>
      <p:sp>
        <p:nvSpPr>
          <p:cNvPr id="4082" name="LigandSeek2_vs_LigandSeek1_path_9596">
            <a:extLst>
              <a:ext uri="{FF2B5EF4-FFF2-40B4-BE49-F238E27FC236}">
                <a16:creationId xmlns:a16="http://schemas.microsoft.com/office/drawing/2014/main" id="{8B50262F-7870-4E9F-AE1A-F8E78BF25524}"/>
              </a:ext>
            </a:extLst>
          </p:cNvPr>
          <p:cNvSpPr>
            <a:spLocks noGrp="1"/>
          </p:cNvSpPr>
          <p:nvPr/>
        </p:nvSpPr>
        <p:spPr>
          <a:xfrm>
            <a:off x="5334012" y="431760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C0DF25">
              <a:alpha val="100000"/>
            </a:srgbClr>
          </a:solidFill>
          <a:ln w="2540">
            <a:solidFill>
              <a:srgbClr val="C0DF25">
                <a:alpha val="100000"/>
              </a:srgbClr>
            </a:solidFill>
            <a:prstDash val="solid"/>
          </a:ln>
        </p:spPr>
      </p:sp>
      <p:sp>
        <p:nvSpPr>
          <p:cNvPr id="4083" name="LigandSeek2_vs_LigandSeek1_path_9597">
            <a:extLst>
              <a:ext uri="{FF2B5EF4-FFF2-40B4-BE49-F238E27FC236}">
                <a16:creationId xmlns:a16="http://schemas.microsoft.com/office/drawing/2014/main" id="{E557E53E-E53C-41B9-B90A-C152A9AC318D}"/>
              </a:ext>
            </a:extLst>
          </p:cNvPr>
          <p:cNvSpPr>
            <a:spLocks noGrp="1"/>
          </p:cNvSpPr>
          <p:nvPr/>
        </p:nvSpPr>
        <p:spPr>
          <a:xfrm>
            <a:off x="5334012" y="431038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DDF26">
              <a:alpha val="100000"/>
            </a:srgbClr>
          </a:solidFill>
          <a:ln w="2540">
            <a:solidFill>
              <a:srgbClr val="BDDF26">
                <a:alpha val="100000"/>
              </a:srgbClr>
            </a:solidFill>
            <a:prstDash val="solid"/>
          </a:ln>
        </p:spPr>
      </p:sp>
      <p:sp>
        <p:nvSpPr>
          <p:cNvPr id="4084" name="LigandSeek2_vs_LigandSeek1_path_9598">
            <a:extLst>
              <a:ext uri="{FF2B5EF4-FFF2-40B4-BE49-F238E27FC236}">
                <a16:creationId xmlns:a16="http://schemas.microsoft.com/office/drawing/2014/main" id="{111D4B9C-0466-4D07-88B8-9E0E893B5787}"/>
              </a:ext>
            </a:extLst>
          </p:cNvPr>
          <p:cNvSpPr>
            <a:spLocks noGrp="1"/>
          </p:cNvSpPr>
          <p:nvPr/>
        </p:nvSpPr>
        <p:spPr>
          <a:xfrm>
            <a:off x="5334012" y="430315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ADE28">
              <a:alpha val="100000"/>
            </a:srgbClr>
          </a:solidFill>
          <a:ln w="2540">
            <a:solidFill>
              <a:srgbClr val="BADE28">
                <a:alpha val="100000"/>
              </a:srgbClr>
            </a:solidFill>
            <a:prstDash val="solid"/>
          </a:ln>
        </p:spPr>
      </p:sp>
      <p:sp>
        <p:nvSpPr>
          <p:cNvPr id="4085" name="LigandSeek2_vs_LigandSeek1_path_9599">
            <a:extLst>
              <a:ext uri="{FF2B5EF4-FFF2-40B4-BE49-F238E27FC236}">
                <a16:creationId xmlns:a16="http://schemas.microsoft.com/office/drawing/2014/main" id="{D552A4FF-42E8-4B2F-983E-B0C717C3C1AF}"/>
              </a:ext>
            </a:extLst>
          </p:cNvPr>
          <p:cNvSpPr>
            <a:spLocks noGrp="1"/>
          </p:cNvSpPr>
          <p:nvPr/>
        </p:nvSpPr>
        <p:spPr>
          <a:xfrm>
            <a:off x="5334012" y="429593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8DE29">
              <a:alpha val="100000"/>
            </a:srgbClr>
          </a:solidFill>
          <a:ln w="2540">
            <a:solidFill>
              <a:srgbClr val="B8DE29">
                <a:alpha val="100000"/>
              </a:srgbClr>
            </a:solidFill>
            <a:prstDash val="solid"/>
          </a:ln>
        </p:spPr>
      </p:sp>
      <p:sp>
        <p:nvSpPr>
          <p:cNvPr id="4086" name="LigandSeek2_vs_LigandSeek1_path_9600">
            <a:extLst>
              <a:ext uri="{FF2B5EF4-FFF2-40B4-BE49-F238E27FC236}">
                <a16:creationId xmlns:a16="http://schemas.microsoft.com/office/drawing/2014/main" id="{CDD92DDD-4AE8-4964-AD07-3F85DF71DE9D}"/>
              </a:ext>
            </a:extLst>
          </p:cNvPr>
          <p:cNvSpPr>
            <a:spLocks noGrp="1"/>
          </p:cNvSpPr>
          <p:nvPr/>
        </p:nvSpPr>
        <p:spPr>
          <a:xfrm>
            <a:off x="5334012" y="428871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5DE2B">
              <a:alpha val="100000"/>
            </a:srgbClr>
          </a:solidFill>
          <a:ln w="2540">
            <a:solidFill>
              <a:srgbClr val="B5DE2B">
                <a:alpha val="100000"/>
              </a:srgbClr>
            </a:solidFill>
            <a:prstDash val="solid"/>
          </a:ln>
        </p:spPr>
      </p:sp>
      <p:sp>
        <p:nvSpPr>
          <p:cNvPr id="4087" name="LigandSeek2_vs_LigandSeek1_path_9601">
            <a:extLst>
              <a:ext uri="{FF2B5EF4-FFF2-40B4-BE49-F238E27FC236}">
                <a16:creationId xmlns:a16="http://schemas.microsoft.com/office/drawing/2014/main" id="{A1730542-A566-47F1-8CFF-F3AAD3EEF538}"/>
              </a:ext>
            </a:extLst>
          </p:cNvPr>
          <p:cNvSpPr>
            <a:spLocks noGrp="1"/>
          </p:cNvSpPr>
          <p:nvPr/>
        </p:nvSpPr>
        <p:spPr>
          <a:xfrm>
            <a:off x="5334012" y="428149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2DD2D">
              <a:alpha val="100000"/>
            </a:srgbClr>
          </a:solidFill>
          <a:ln w="2540">
            <a:solidFill>
              <a:srgbClr val="B2DD2D">
                <a:alpha val="100000"/>
              </a:srgbClr>
            </a:solidFill>
            <a:prstDash val="solid"/>
          </a:ln>
        </p:spPr>
      </p:sp>
      <p:sp>
        <p:nvSpPr>
          <p:cNvPr id="4088" name="LigandSeek2_vs_LigandSeek1_path_9602">
            <a:extLst>
              <a:ext uri="{FF2B5EF4-FFF2-40B4-BE49-F238E27FC236}">
                <a16:creationId xmlns:a16="http://schemas.microsoft.com/office/drawing/2014/main" id="{AEADB210-4E3A-44C3-BBE7-210AF396CEEA}"/>
              </a:ext>
            </a:extLst>
          </p:cNvPr>
          <p:cNvSpPr>
            <a:spLocks noGrp="1"/>
          </p:cNvSpPr>
          <p:nvPr/>
        </p:nvSpPr>
        <p:spPr>
          <a:xfrm>
            <a:off x="5334012" y="427427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B0DD2F">
              <a:alpha val="100000"/>
            </a:srgbClr>
          </a:solidFill>
          <a:ln w="2540">
            <a:solidFill>
              <a:srgbClr val="B0DD2F">
                <a:alpha val="100000"/>
              </a:srgbClr>
            </a:solidFill>
            <a:prstDash val="solid"/>
          </a:ln>
        </p:spPr>
      </p:sp>
      <p:sp>
        <p:nvSpPr>
          <p:cNvPr id="4089" name="LigandSeek2_vs_LigandSeek1_path_9603">
            <a:extLst>
              <a:ext uri="{FF2B5EF4-FFF2-40B4-BE49-F238E27FC236}">
                <a16:creationId xmlns:a16="http://schemas.microsoft.com/office/drawing/2014/main" id="{43A2EDF8-F272-4CF2-A77B-B0F740720E7B}"/>
              </a:ext>
            </a:extLst>
          </p:cNvPr>
          <p:cNvSpPr>
            <a:spLocks noGrp="1"/>
          </p:cNvSpPr>
          <p:nvPr/>
        </p:nvSpPr>
        <p:spPr>
          <a:xfrm>
            <a:off x="5334012" y="426705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DDC30">
              <a:alpha val="100000"/>
            </a:srgbClr>
          </a:solidFill>
          <a:ln w="2540">
            <a:solidFill>
              <a:srgbClr val="ADDC30">
                <a:alpha val="100000"/>
              </a:srgbClr>
            </a:solidFill>
            <a:prstDash val="solid"/>
          </a:ln>
        </p:spPr>
      </p:sp>
      <p:sp>
        <p:nvSpPr>
          <p:cNvPr id="4090" name="LigandSeek2_vs_LigandSeek1_path_9604">
            <a:extLst>
              <a:ext uri="{FF2B5EF4-FFF2-40B4-BE49-F238E27FC236}">
                <a16:creationId xmlns:a16="http://schemas.microsoft.com/office/drawing/2014/main" id="{A82A2C18-99F4-4F75-9B94-4481E4879BE1}"/>
              </a:ext>
            </a:extLst>
          </p:cNvPr>
          <p:cNvSpPr>
            <a:spLocks noGrp="1"/>
          </p:cNvSpPr>
          <p:nvPr/>
        </p:nvSpPr>
        <p:spPr>
          <a:xfrm>
            <a:off x="5334012" y="425983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ADC32">
              <a:alpha val="100000"/>
            </a:srgbClr>
          </a:solidFill>
          <a:ln w="2540">
            <a:solidFill>
              <a:srgbClr val="AADC32">
                <a:alpha val="100000"/>
              </a:srgbClr>
            </a:solidFill>
            <a:prstDash val="solid"/>
          </a:ln>
        </p:spPr>
      </p:sp>
      <p:sp>
        <p:nvSpPr>
          <p:cNvPr id="4091" name="LigandSeek2_vs_LigandSeek1_path_9605">
            <a:extLst>
              <a:ext uri="{FF2B5EF4-FFF2-40B4-BE49-F238E27FC236}">
                <a16:creationId xmlns:a16="http://schemas.microsoft.com/office/drawing/2014/main" id="{7FDC00EA-122D-42D3-83E7-7DC82C537661}"/>
              </a:ext>
            </a:extLst>
          </p:cNvPr>
          <p:cNvSpPr>
            <a:spLocks noGrp="1"/>
          </p:cNvSpPr>
          <p:nvPr/>
        </p:nvSpPr>
        <p:spPr>
          <a:xfrm>
            <a:off x="5334012" y="425261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8DB34">
              <a:alpha val="100000"/>
            </a:srgbClr>
          </a:solidFill>
          <a:ln w="2540">
            <a:solidFill>
              <a:srgbClr val="A8DB34">
                <a:alpha val="100000"/>
              </a:srgbClr>
            </a:solidFill>
            <a:prstDash val="solid"/>
          </a:ln>
        </p:spPr>
      </p:sp>
      <p:sp>
        <p:nvSpPr>
          <p:cNvPr id="4092" name="LigandSeek2_vs_LigandSeek1_path_9606">
            <a:extLst>
              <a:ext uri="{FF2B5EF4-FFF2-40B4-BE49-F238E27FC236}">
                <a16:creationId xmlns:a16="http://schemas.microsoft.com/office/drawing/2014/main" id="{86716953-4E7A-49FB-B1A1-C3646E686FBC}"/>
              </a:ext>
            </a:extLst>
          </p:cNvPr>
          <p:cNvSpPr>
            <a:spLocks noGrp="1"/>
          </p:cNvSpPr>
          <p:nvPr/>
        </p:nvSpPr>
        <p:spPr>
          <a:xfrm>
            <a:off x="5334012" y="424539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5DB36">
              <a:alpha val="100000"/>
            </a:srgbClr>
          </a:solidFill>
          <a:ln w="2540">
            <a:solidFill>
              <a:srgbClr val="A5DB36">
                <a:alpha val="100000"/>
              </a:srgbClr>
            </a:solidFill>
            <a:prstDash val="solid"/>
          </a:ln>
        </p:spPr>
      </p:sp>
      <p:sp>
        <p:nvSpPr>
          <p:cNvPr id="4093" name="LigandSeek2_vs_LigandSeek1_path_9607">
            <a:extLst>
              <a:ext uri="{FF2B5EF4-FFF2-40B4-BE49-F238E27FC236}">
                <a16:creationId xmlns:a16="http://schemas.microsoft.com/office/drawing/2014/main" id="{4E070907-9368-4B9B-BD1B-B11339C90374}"/>
              </a:ext>
            </a:extLst>
          </p:cNvPr>
          <p:cNvSpPr>
            <a:spLocks noGrp="1"/>
          </p:cNvSpPr>
          <p:nvPr/>
        </p:nvSpPr>
        <p:spPr>
          <a:xfrm>
            <a:off x="5334012" y="423817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2DA37">
              <a:alpha val="100000"/>
            </a:srgbClr>
          </a:solidFill>
          <a:ln w="2540">
            <a:solidFill>
              <a:srgbClr val="A2DA37">
                <a:alpha val="100000"/>
              </a:srgbClr>
            </a:solidFill>
            <a:prstDash val="solid"/>
          </a:ln>
        </p:spPr>
      </p:sp>
      <p:sp>
        <p:nvSpPr>
          <p:cNvPr id="4094" name="LigandSeek2_vs_LigandSeek1_path_9608">
            <a:extLst>
              <a:ext uri="{FF2B5EF4-FFF2-40B4-BE49-F238E27FC236}">
                <a16:creationId xmlns:a16="http://schemas.microsoft.com/office/drawing/2014/main" id="{BAE3B6AC-36D8-4CCC-A0B4-EBFC07BCDF28}"/>
              </a:ext>
            </a:extLst>
          </p:cNvPr>
          <p:cNvSpPr>
            <a:spLocks noGrp="1"/>
          </p:cNvSpPr>
          <p:nvPr/>
        </p:nvSpPr>
        <p:spPr>
          <a:xfrm>
            <a:off x="5334012" y="423095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A0DA39">
              <a:alpha val="100000"/>
            </a:srgbClr>
          </a:solidFill>
          <a:ln w="2540">
            <a:solidFill>
              <a:srgbClr val="A0DA39">
                <a:alpha val="100000"/>
              </a:srgbClr>
            </a:solidFill>
            <a:prstDash val="solid"/>
          </a:ln>
        </p:spPr>
      </p:sp>
      <p:sp>
        <p:nvSpPr>
          <p:cNvPr id="4095" name="LigandSeek2_vs_LigandSeek1_path_9609">
            <a:extLst>
              <a:ext uri="{FF2B5EF4-FFF2-40B4-BE49-F238E27FC236}">
                <a16:creationId xmlns:a16="http://schemas.microsoft.com/office/drawing/2014/main" id="{D8894EC8-692C-4A69-BA04-4373FCCC251E}"/>
              </a:ext>
            </a:extLst>
          </p:cNvPr>
          <p:cNvSpPr>
            <a:spLocks noGrp="1"/>
          </p:cNvSpPr>
          <p:nvPr/>
        </p:nvSpPr>
        <p:spPr>
          <a:xfrm>
            <a:off x="5334012" y="422373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DD93B">
              <a:alpha val="100000"/>
            </a:srgbClr>
          </a:solidFill>
          <a:ln w="2540">
            <a:solidFill>
              <a:srgbClr val="9DD93B">
                <a:alpha val="100000"/>
              </a:srgbClr>
            </a:solidFill>
            <a:prstDash val="solid"/>
          </a:ln>
        </p:spPr>
      </p:sp>
      <p:sp>
        <p:nvSpPr>
          <p:cNvPr id="4096" name="LigandSeek2_vs_LigandSeek1_path_9610">
            <a:extLst>
              <a:ext uri="{FF2B5EF4-FFF2-40B4-BE49-F238E27FC236}">
                <a16:creationId xmlns:a16="http://schemas.microsoft.com/office/drawing/2014/main" id="{C6DA3CE4-CC91-40E9-9B08-3B9E38FE8B41}"/>
              </a:ext>
            </a:extLst>
          </p:cNvPr>
          <p:cNvSpPr>
            <a:spLocks noGrp="1"/>
          </p:cNvSpPr>
          <p:nvPr/>
        </p:nvSpPr>
        <p:spPr>
          <a:xfrm>
            <a:off x="5334012" y="421651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BD93C">
              <a:alpha val="100000"/>
            </a:srgbClr>
          </a:solidFill>
          <a:ln w="2540">
            <a:solidFill>
              <a:srgbClr val="9BD93C">
                <a:alpha val="100000"/>
              </a:srgbClr>
            </a:solidFill>
            <a:prstDash val="solid"/>
          </a:ln>
        </p:spPr>
      </p:sp>
      <p:sp>
        <p:nvSpPr>
          <p:cNvPr id="4097" name="LigandSeek2_vs_LigandSeek1_path_9611">
            <a:extLst>
              <a:ext uri="{FF2B5EF4-FFF2-40B4-BE49-F238E27FC236}">
                <a16:creationId xmlns:a16="http://schemas.microsoft.com/office/drawing/2014/main" id="{20BFFED2-CAC2-46C8-9E46-80F2402C9EE4}"/>
              </a:ext>
            </a:extLst>
          </p:cNvPr>
          <p:cNvSpPr>
            <a:spLocks noGrp="1"/>
          </p:cNvSpPr>
          <p:nvPr/>
        </p:nvSpPr>
        <p:spPr>
          <a:xfrm>
            <a:off x="5334012" y="420929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8D83E">
              <a:alpha val="100000"/>
            </a:srgbClr>
          </a:solidFill>
          <a:ln w="2540">
            <a:solidFill>
              <a:srgbClr val="98D83E">
                <a:alpha val="100000"/>
              </a:srgbClr>
            </a:solidFill>
            <a:prstDash val="solid"/>
          </a:ln>
        </p:spPr>
      </p:sp>
      <p:sp>
        <p:nvSpPr>
          <p:cNvPr id="4098" name="LigandSeek2_vs_LigandSeek1_path_9612">
            <a:extLst>
              <a:ext uri="{FF2B5EF4-FFF2-40B4-BE49-F238E27FC236}">
                <a16:creationId xmlns:a16="http://schemas.microsoft.com/office/drawing/2014/main" id="{429BE743-D737-4DF1-891D-9FAC61D75E65}"/>
              </a:ext>
            </a:extLst>
          </p:cNvPr>
          <p:cNvSpPr>
            <a:spLocks noGrp="1"/>
          </p:cNvSpPr>
          <p:nvPr/>
        </p:nvSpPr>
        <p:spPr>
          <a:xfrm>
            <a:off x="5334012" y="420207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5D840">
              <a:alpha val="100000"/>
            </a:srgbClr>
          </a:solidFill>
          <a:ln w="2540">
            <a:solidFill>
              <a:srgbClr val="95D840">
                <a:alpha val="100000"/>
              </a:srgbClr>
            </a:solidFill>
            <a:prstDash val="solid"/>
          </a:ln>
        </p:spPr>
      </p:sp>
      <p:sp>
        <p:nvSpPr>
          <p:cNvPr id="4099" name="LigandSeek2_vs_LigandSeek1_path_9613">
            <a:extLst>
              <a:ext uri="{FF2B5EF4-FFF2-40B4-BE49-F238E27FC236}">
                <a16:creationId xmlns:a16="http://schemas.microsoft.com/office/drawing/2014/main" id="{6FC4C43C-C4BC-4591-9481-6EC5782BE29A}"/>
              </a:ext>
            </a:extLst>
          </p:cNvPr>
          <p:cNvSpPr>
            <a:spLocks noGrp="1"/>
          </p:cNvSpPr>
          <p:nvPr/>
        </p:nvSpPr>
        <p:spPr>
          <a:xfrm>
            <a:off x="5334012" y="419485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3D741">
              <a:alpha val="100000"/>
            </a:srgbClr>
          </a:solidFill>
          <a:ln w="2540">
            <a:solidFill>
              <a:srgbClr val="93D741">
                <a:alpha val="100000"/>
              </a:srgbClr>
            </a:solidFill>
            <a:prstDash val="solid"/>
          </a:ln>
        </p:spPr>
      </p:sp>
      <p:sp>
        <p:nvSpPr>
          <p:cNvPr id="4100" name="LigandSeek2_vs_LigandSeek1_path_9614">
            <a:extLst>
              <a:ext uri="{FF2B5EF4-FFF2-40B4-BE49-F238E27FC236}">
                <a16:creationId xmlns:a16="http://schemas.microsoft.com/office/drawing/2014/main" id="{C786780E-1266-4914-BA1A-A2B84AC349D8}"/>
              </a:ext>
            </a:extLst>
          </p:cNvPr>
          <p:cNvSpPr>
            <a:spLocks noGrp="1"/>
          </p:cNvSpPr>
          <p:nvPr/>
        </p:nvSpPr>
        <p:spPr>
          <a:xfrm>
            <a:off x="5334012" y="418763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90D743">
              <a:alpha val="100000"/>
            </a:srgbClr>
          </a:solidFill>
          <a:ln w="2540">
            <a:solidFill>
              <a:srgbClr val="90D743">
                <a:alpha val="100000"/>
              </a:srgbClr>
            </a:solidFill>
            <a:prstDash val="solid"/>
          </a:ln>
        </p:spPr>
      </p:sp>
      <p:sp>
        <p:nvSpPr>
          <p:cNvPr id="4101" name="LigandSeek2_vs_LigandSeek1_path_9615">
            <a:extLst>
              <a:ext uri="{FF2B5EF4-FFF2-40B4-BE49-F238E27FC236}">
                <a16:creationId xmlns:a16="http://schemas.microsoft.com/office/drawing/2014/main" id="{52BA0BD2-423C-4065-AE93-511A011E339A}"/>
              </a:ext>
            </a:extLst>
          </p:cNvPr>
          <p:cNvSpPr>
            <a:spLocks noGrp="1"/>
          </p:cNvSpPr>
          <p:nvPr/>
        </p:nvSpPr>
        <p:spPr>
          <a:xfrm>
            <a:off x="5334012" y="418041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ED645">
              <a:alpha val="100000"/>
            </a:srgbClr>
          </a:solidFill>
          <a:ln w="2540">
            <a:solidFill>
              <a:srgbClr val="8ED645">
                <a:alpha val="100000"/>
              </a:srgbClr>
            </a:solidFill>
            <a:prstDash val="solid"/>
          </a:ln>
        </p:spPr>
      </p:sp>
      <p:sp>
        <p:nvSpPr>
          <p:cNvPr id="4102" name="LigandSeek2_vs_LigandSeek1_path_9616">
            <a:extLst>
              <a:ext uri="{FF2B5EF4-FFF2-40B4-BE49-F238E27FC236}">
                <a16:creationId xmlns:a16="http://schemas.microsoft.com/office/drawing/2014/main" id="{2D2D76A3-706A-4FD2-B1C9-0F45542838F6}"/>
              </a:ext>
            </a:extLst>
          </p:cNvPr>
          <p:cNvSpPr>
            <a:spLocks noGrp="1"/>
          </p:cNvSpPr>
          <p:nvPr/>
        </p:nvSpPr>
        <p:spPr>
          <a:xfrm>
            <a:off x="5334012" y="417319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BD646">
              <a:alpha val="100000"/>
            </a:srgbClr>
          </a:solidFill>
          <a:ln w="2540">
            <a:solidFill>
              <a:srgbClr val="8BD646">
                <a:alpha val="100000"/>
              </a:srgbClr>
            </a:solidFill>
            <a:prstDash val="solid"/>
          </a:ln>
        </p:spPr>
      </p:sp>
      <p:sp>
        <p:nvSpPr>
          <p:cNvPr id="4103" name="LigandSeek2_vs_LigandSeek1_path_9617">
            <a:extLst>
              <a:ext uri="{FF2B5EF4-FFF2-40B4-BE49-F238E27FC236}">
                <a16:creationId xmlns:a16="http://schemas.microsoft.com/office/drawing/2014/main" id="{92D8B8AF-561B-4B86-9612-4A14BEFC970D}"/>
              </a:ext>
            </a:extLst>
          </p:cNvPr>
          <p:cNvSpPr>
            <a:spLocks noGrp="1"/>
          </p:cNvSpPr>
          <p:nvPr/>
        </p:nvSpPr>
        <p:spPr>
          <a:xfrm>
            <a:off x="5334012" y="416597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9D548">
              <a:alpha val="100000"/>
            </a:srgbClr>
          </a:solidFill>
          <a:ln w="2540">
            <a:solidFill>
              <a:srgbClr val="89D548">
                <a:alpha val="100000"/>
              </a:srgbClr>
            </a:solidFill>
            <a:prstDash val="solid"/>
          </a:ln>
        </p:spPr>
      </p:sp>
      <p:sp>
        <p:nvSpPr>
          <p:cNvPr id="4104" name="LigandSeek2_vs_LigandSeek1_path_9618">
            <a:extLst>
              <a:ext uri="{FF2B5EF4-FFF2-40B4-BE49-F238E27FC236}">
                <a16:creationId xmlns:a16="http://schemas.microsoft.com/office/drawing/2014/main" id="{8F3AC6F1-C43A-4AB5-9464-11A4C216ECB7}"/>
              </a:ext>
            </a:extLst>
          </p:cNvPr>
          <p:cNvSpPr>
            <a:spLocks noGrp="1"/>
          </p:cNvSpPr>
          <p:nvPr/>
        </p:nvSpPr>
        <p:spPr>
          <a:xfrm>
            <a:off x="5334012" y="415875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6D549">
              <a:alpha val="100000"/>
            </a:srgbClr>
          </a:solidFill>
          <a:ln w="2540">
            <a:solidFill>
              <a:srgbClr val="86D549">
                <a:alpha val="100000"/>
              </a:srgbClr>
            </a:solidFill>
            <a:prstDash val="solid"/>
          </a:ln>
        </p:spPr>
      </p:sp>
      <p:sp>
        <p:nvSpPr>
          <p:cNvPr id="4105" name="LigandSeek2_vs_LigandSeek1_path_9619">
            <a:extLst>
              <a:ext uri="{FF2B5EF4-FFF2-40B4-BE49-F238E27FC236}">
                <a16:creationId xmlns:a16="http://schemas.microsoft.com/office/drawing/2014/main" id="{D15B8FD1-733D-40CC-B165-9AF38F413453}"/>
              </a:ext>
            </a:extLst>
          </p:cNvPr>
          <p:cNvSpPr>
            <a:spLocks noGrp="1"/>
          </p:cNvSpPr>
          <p:nvPr/>
        </p:nvSpPr>
        <p:spPr>
          <a:xfrm>
            <a:off x="5334012" y="415153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4D44B">
              <a:alpha val="100000"/>
            </a:srgbClr>
          </a:solidFill>
          <a:ln w="2540">
            <a:solidFill>
              <a:srgbClr val="84D44B">
                <a:alpha val="100000"/>
              </a:srgbClr>
            </a:solidFill>
            <a:prstDash val="solid"/>
          </a:ln>
        </p:spPr>
      </p:sp>
      <p:sp>
        <p:nvSpPr>
          <p:cNvPr id="4106" name="LigandSeek2_vs_LigandSeek1_path_9620">
            <a:extLst>
              <a:ext uri="{FF2B5EF4-FFF2-40B4-BE49-F238E27FC236}">
                <a16:creationId xmlns:a16="http://schemas.microsoft.com/office/drawing/2014/main" id="{16B22FB8-D856-4B89-B876-686F8C686C7D}"/>
              </a:ext>
            </a:extLst>
          </p:cNvPr>
          <p:cNvSpPr>
            <a:spLocks noGrp="1"/>
          </p:cNvSpPr>
          <p:nvPr/>
        </p:nvSpPr>
        <p:spPr>
          <a:xfrm>
            <a:off x="5334012" y="414431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81D34D">
              <a:alpha val="100000"/>
            </a:srgbClr>
          </a:solidFill>
          <a:ln w="2540">
            <a:solidFill>
              <a:srgbClr val="81D34D">
                <a:alpha val="100000"/>
              </a:srgbClr>
            </a:solidFill>
            <a:prstDash val="solid"/>
          </a:ln>
        </p:spPr>
      </p:sp>
      <p:sp>
        <p:nvSpPr>
          <p:cNvPr id="4107" name="LigandSeek2_vs_LigandSeek1_path_9621">
            <a:extLst>
              <a:ext uri="{FF2B5EF4-FFF2-40B4-BE49-F238E27FC236}">
                <a16:creationId xmlns:a16="http://schemas.microsoft.com/office/drawing/2014/main" id="{3FF59E0E-8248-496A-9C33-3A6D16B5EE81}"/>
              </a:ext>
            </a:extLst>
          </p:cNvPr>
          <p:cNvSpPr>
            <a:spLocks noGrp="1"/>
          </p:cNvSpPr>
          <p:nvPr/>
        </p:nvSpPr>
        <p:spPr>
          <a:xfrm>
            <a:off x="5334012" y="41370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FD34E">
              <a:alpha val="100000"/>
            </a:srgbClr>
          </a:solidFill>
          <a:ln w="2540">
            <a:solidFill>
              <a:srgbClr val="7FD34E">
                <a:alpha val="100000"/>
              </a:srgbClr>
            </a:solidFill>
            <a:prstDash val="solid"/>
          </a:ln>
        </p:spPr>
      </p:sp>
      <p:sp>
        <p:nvSpPr>
          <p:cNvPr id="4108" name="LigandSeek2_vs_LigandSeek1_path_9622">
            <a:extLst>
              <a:ext uri="{FF2B5EF4-FFF2-40B4-BE49-F238E27FC236}">
                <a16:creationId xmlns:a16="http://schemas.microsoft.com/office/drawing/2014/main" id="{81EE9BC5-3320-4CF7-AE60-FA6189D1B30C}"/>
              </a:ext>
            </a:extLst>
          </p:cNvPr>
          <p:cNvSpPr>
            <a:spLocks noGrp="1"/>
          </p:cNvSpPr>
          <p:nvPr/>
        </p:nvSpPr>
        <p:spPr>
          <a:xfrm>
            <a:off x="5334012" y="412987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CD250">
              <a:alpha val="100000"/>
            </a:srgbClr>
          </a:solidFill>
          <a:ln w="2540">
            <a:solidFill>
              <a:srgbClr val="7CD250">
                <a:alpha val="100000"/>
              </a:srgbClr>
            </a:solidFill>
            <a:prstDash val="solid"/>
          </a:ln>
        </p:spPr>
      </p:sp>
      <p:sp>
        <p:nvSpPr>
          <p:cNvPr id="4109" name="LigandSeek2_vs_LigandSeek1_path_9623">
            <a:extLst>
              <a:ext uri="{FF2B5EF4-FFF2-40B4-BE49-F238E27FC236}">
                <a16:creationId xmlns:a16="http://schemas.microsoft.com/office/drawing/2014/main" id="{35D4238A-CDA5-456C-8914-0E0CD7A28C72}"/>
              </a:ext>
            </a:extLst>
          </p:cNvPr>
          <p:cNvSpPr>
            <a:spLocks noGrp="1"/>
          </p:cNvSpPr>
          <p:nvPr/>
        </p:nvSpPr>
        <p:spPr>
          <a:xfrm>
            <a:off x="5334012" y="412265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AD151">
              <a:alpha val="100000"/>
            </a:srgbClr>
          </a:solidFill>
          <a:ln w="2540">
            <a:solidFill>
              <a:srgbClr val="7AD151">
                <a:alpha val="100000"/>
              </a:srgbClr>
            </a:solidFill>
            <a:prstDash val="solid"/>
          </a:ln>
        </p:spPr>
      </p:sp>
      <p:sp>
        <p:nvSpPr>
          <p:cNvPr id="4110" name="LigandSeek2_vs_LigandSeek1_path_9624">
            <a:extLst>
              <a:ext uri="{FF2B5EF4-FFF2-40B4-BE49-F238E27FC236}">
                <a16:creationId xmlns:a16="http://schemas.microsoft.com/office/drawing/2014/main" id="{2A64412A-A9B0-4A19-B779-4FB9CE00AED9}"/>
              </a:ext>
            </a:extLst>
          </p:cNvPr>
          <p:cNvSpPr>
            <a:spLocks noGrp="1"/>
          </p:cNvSpPr>
          <p:nvPr/>
        </p:nvSpPr>
        <p:spPr>
          <a:xfrm>
            <a:off x="5334012" y="411542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7D153">
              <a:alpha val="100000"/>
            </a:srgbClr>
          </a:solidFill>
          <a:ln w="2540">
            <a:solidFill>
              <a:srgbClr val="77D153">
                <a:alpha val="100000"/>
              </a:srgbClr>
            </a:solidFill>
            <a:prstDash val="solid"/>
          </a:ln>
        </p:spPr>
      </p:sp>
      <p:sp>
        <p:nvSpPr>
          <p:cNvPr id="4111" name="LigandSeek2_vs_LigandSeek1_path_9625">
            <a:extLst>
              <a:ext uri="{FF2B5EF4-FFF2-40B4-BE49-F238E27FC236}">
                <a16:creationId xmlns:a16="http://schemas.microsoft.com/office/drawing/2014/main" id="{23B2B352-AB3D-4D23-84EB-58F93F60EF79}"/>
              </a:ext>
            </a:extLst>
          </p:cNvPr>
          <p:cNvSpPr>
            <a:spLocks noGrp="1"/>
          </p:cNvSpPr>
          <p:nvPr/>
        </p:nvSpPr>
        <p:spPr>
          <a:xfrm>
            <a:off x="5334012" y="410820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5D054">
              <a:alpha val="100000"/>
            </a:srgbClr>
          </a:solidFill>
          <a:ln w="2540">
            <a:solidFill>
              <a:srgbClr val="75D054">
                <a:alpha val="100000"/>
              </a:srgbClr>
            </a:solidFill>
            <a:prstDash val="solid"/>
          </a:ln>
        </p:spPr>
      </p:sp>
      <p:sp>
        <p:nvSpPr>
          <p:cNvPr id="4112" name="LigandSeek2_vs_LigandSeek1_path_9626">
            <a:extLst>
              <a:ext uri="{FF2B5EF4-FFF2-40B4-BE49-F238E27FC236}">
                <a16:creationId xmlns:a16="http://schemas.microsoft.com/office/drawing/2014/main" id="{5AD7D8E1-C5C7-4FDC-955C-0A3967BFD29C}"/>
              </a:ext>
            </a:extLst>
          </p:cNvPr>
          <p:cNvSpPr>
            <a:spLocks noGrp="1"/>
          </p:cNvSpPr>
          <p:nvPr/>
        </p:nvSpPr>
        <p:spPr>
          <a:xfrm>
            <a:off x="5334012" y="410098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3D056">
              <a:alpha val="100000"/>
            </a:srgbClr>
          </a:solidFill>
          <a:ln w="2540">
            <a:solidFill>
              <a:srgbClr val="73D056">
                <a:alpha val="100000"/>
              </a:srgbClr>
            </a:solidFill>
            <a:prstDash val="solid"/>
          </a:ln>
        </p:spPr>
      </p:sp>
      <p:sp>
        <p:nvSpPr>
          <p:cNvPr id="4113" name="LigandSeek2_vs_LigandSeek1_path_9627">
            <a:extLst>
              <a:ext uri="{FF2B5EF4-FFF2-40B4-BE49-F238E27FC236}">
                <a16:creationId xmlns:a16="http://schemas.microsoft.com/office/drawing/2014/main" id="{36284502-46CE-4771-9969-054DB10F1AE1}"/>
              </a:ext>
            </a:extLst>
          </p:cNvPr>
          <p:cNvSpPr>
            <a:spLocks noGrp="1"/>
          </p:cNvSpPr>
          <p:nvPr/>
        </p:nvSpPr>
        <p:spPr>
          <a:xfrm>
            <a:off x="5334012" y="409376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70CF57">
              <a:alpha val="100000"/>
            </a:srgbClr>
          </a:solidFill>
          <a:ln w="2540">
            <a:solidFill>
              <a:srgbClr val="70CF57">
                <a:alpha val="100000"/>
              </a:srgbClr>
            </a:solidFill>
            <a:prstDash val="solid"/>
          </a:ln>
        </p:spPr>
      </p:sp>
      <p:sp>
        <p:nvSpPr>
          <p:cNvPr id="4114" name="LigandSeek2_vs_LigandSeek1_path_9628">
            <a:extLst>
              <a:ext uri="{FF2B5EF4-FFF2-40B4-BE49-F238E27FC236}">
                <a16:creationId xmlns:a16="http://schemas.microsoft.com/office/drawing/2014/main" id="{9BC59F58-035E-4F35-94DA-B9C09EA2BC2C}"/>
              </a:ext>
            </a:extLst>
          </p:cNvPr>
          <p:cNvSpPr>
            <a:spLocks noGrp="1"/>
          </p:cNvSpPr>
          <p:nvPr/>
        </p:nvSpPr>
        <p:spPr>
          <a:xfrm>
            <a:off x="5334012" y="408654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ECE58">
              <a:alpha val="100000"/>
            </a:srgbClr>
          </a:solidFill>
          <a:ln w="2540">
            <a:solidFill>
              <a:srgbClr val="6ECE58">
                <a:alpha val="100000"/>
              </a:srgbClr>
            </a:solidFill>
            <a:prstDash val="solid"/>
          </a:ln>
        </p:spPr>
      </p:sp>
      <p:sp>
        <p:nvSpPr>
          <p:cNvPr id="4115" name="LigandSeek2_vs_LigandSeek1_path_9629">
            <a:extLst>
              <a:ext uri="{FF2B5EF4-FFF2-40B4-BE49-F238E27FC236}">
                <a16:creationId xmlns:a16="http://schemas.microsoft.com/office/drawing/2014/main" id="{A410A95A-8ADD-4F71-B2EC-F328ADFEF5F4}"/>
              </a:ext>
            </a:extLst>
          </p:cNvPr>
          <p:cNvSpPr>
            <a:spLocks noGrp="1"/>
          </p:cNvSpPr>
          <p:nvPr/>
        </p:nvSpPr>
        <p:spPr>
          <a:xfrm>
            <a:off x="5334012" y="407932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CCD5A">
              <a:alpha val="100000"/>
            </a:srgbClr>
          </a:solidFill>
          <a:ln w="2540">
            <a:solidFill>
              <a:srgbClr val="6CCD5A">
                <a:alpha val="100000"/>
              </a:srgbClr>
            </a:solidFill>
            <a:prstDash val="solid"/>
          </a:ln>
        </p:spPr>
      </p:sp>
      <p:sp>
        <p:nvSpPr>
          <p:cNvPr id="4116" name="LigandSeek2_vs_LigandSeek1_path_9630">
            <a:extLst>
              <a:ext uri="{FF2B5EF4-FFF2-40B4-BE49-F238E27FC236}">
                <a16:creationId xmlns:a16="http://schemas.microsoft.com/office/drawing/2014/main" id="{06BE216A-416F-4CE1-91C8-9E5970262D89}"/>
              </a:ext>
            </a:extLst>
          </p:cNvPr>
          <p:cNvSpPr>
            <a:spLocks noGrp="1"/>
          </p:cNvSpPr>
          <p:nvPr/>
        </p:nvSpPr>
        <p:spPr>
          <a:xfrm>
            <a:off x="5334012" y="407210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9CD5B">
              <a:alpha val="100000"/>
            </a:srgbClr>
          </a:solidFill>
          <a:ln w="2540">
            <a:solidFill>
              <a:srgbClr val="69CD5B">
                <a:alpha val="100000"/>
              </a:srgbClr>
            </a:solidFill>
            <a:prstDash val="solid"/>
          </a:ln>
        </p:spPr>
      </p:sp>
      <p:sp>
        <p:nvSpPr>
          <p:cNvPr id="4117" name="LigandSeek2_vs_LigandSeek1_path_9631">
            <a:extLst>
              <a:ext uri="{FF2B5EF4-FFF2-40B4-BE49-F238E27FC236}">
                <a16:creationId xmlns:a16="http://schemas.microsoft.com/office/drawing/2014/main" id="{E148F916-B570-4F74-8941-6B4893A9903C}"/>
              </a:ext>
            </a:extLst>
          </p:cNvPr>
          <p:cNvSpPr>
            <a:spLocks noGrp="1"/>
          </p:cNvSpPr>
          <p:nvPr/>
        </p:nvSpPr>
        <p:spPr>
          <a:xfrm>
            <a:off x="5334012" y="406488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7CC5C">
              <a:alpha val="100000"/>
            </a:srgbClr>
          </a:solidFill>
          <a:ln w="2540">
            <a:solidFill>
              <a:srgbClr val="67CC5C">
                <a:alpha val="100000"/>
              </a:srgbClr>
            </a:solidFill>
            <a:prstDash val="solid"/>
          </a:ln>
        </p:spPr>
      </p:sp>
      <p:sp>
        <p:nvSpPr>
          <p:cNvPr id="4118" name="LigandSeek2_vs_LigandSeek1_path_9632">
            <a:extLst>
              <a:ext uri="{FF2B5EF4-FFF2-40B4-BE49-F238E27FC236}">
                <a16:creationId xmlns:a16="http://schemas.microsoft.com/office/drawing/2014/main" id="{CB519F49-5625-4644-AD12-91C2B22C553E}"/>
              </a:ext>
            </a:extLst>
          </p:cNvPr>
          <p:cNvSpPr>
            <a:spLocks noGrp="1"/>
          </p:cNvSpPr>
          <p:nvPr/>
        </p:nvSpPr>
        <p:spPr>
          <a:xfrm>
            <a:off x="5334012" y="405766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5CB5E">
              <a:alpha val="100000"/>
            </a:srgbClr>
          </a:solidFill>
          <a:ln w="2540">
            <a:solidFill>
              <a:srgbClr val="65CB5E">
                <a:alpha val="100000"/>
              </a:srgbClr>
            </a:solidFill>
            <a:prstDash val="solid"/>
          </a:ln>
        </p:spPr>
      </p:sp>
      <p:sp>
        <p:nvSpPr>
          <p:cNvPr id="4119" name="LigandSeek2_vs_LigandSeek1_path_9633">
            <a:extLst>
              <a:ext uri="{FF2B5EF4-FFF2-40B4-BE49-F238E27FC236}">
                <a16:creationId xmlns:a16="http://schemas.microsoft.com/office/drawing/2014/main" id="{E4C57533-45AD-4745-BAFA-7F776A106796}"/>
              </a:ext>
            </a:extLst>
          </p:cNvPr>
          <p:cNvSpPr>
            <a:spLocks noGrp="1"/>
          </p:cNvSpPr>
          <p:nvPr/>
        </p:nvSpPr>
        <p:spPr>
          <a:xfrm>
            <a:off x="5334012" y="405044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3CB5F">
              <a:alpha val="100000"/>
            </a:srgbClr>
          </a:solidFill>
          <a:ln w="2540">
            <a:solidFill>
              <a:srgbClr val="63CB5F">
                <a:alpha val="100000"/>
              </a:srgbClr>
            </a:solidFill>
            <a:prstDash val="solid"/>
          </a:ln>
        </p:spPr>
      </p:sp>
      <p:sp>
        <p:nvSpPr>
          <p:cNvPr id="4120" name="LigandSeek2_vs_LigandSeek1_path_9634">
            <a:extLst>
              <a:ext uri="{FF2B5EF4-FFF2-40B4-BE49-F238E27FC236}">
                <a16:creationId xmlns:a16="http://schemas.microsoft.com/office/drawing/2014/main" id="{6D2BA3A9-AAB0-4123-8948-2DE9CA6F0879}"/>
              </a:ext>
            </a:extLst>
          </p:cNvPr>
          <p:cNvSpPr>
            <a:spLocks noGrp="1"/>
          </p:cNvSpPr>
          <p:nvPr/>
        </p:nvSpPr>
        <p:spPr>
          <a:xfrm>
            <a:off x="5334012" y="404322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60CA60">
              <a:alpha val="100000"/>
            </a:srgbClr>
          </a:solidFill>
          <a:ln w="2540">
            <a:solidFill>
              <a:srgbClr val="60CA60">
                <a:alpha val="100000"/>
              </a:srgbClr>
            </a:solidFill>
            <a:prstDash val="solid"/>
          </a:ln>
        </p:spPr>
      </p:sp>
      <p:sp>
        <p:nvSpPr>
          <p:cNvPr id="4121" name="LigandSeek2_vs_LigandSeek1_path_9635">
            <a:extLst>
              <a:ext uri="{FF2B5EF4-FFF2-40B4-BE49-F238E27FC236}">
                <a16:creationId xmlns:a16="http://schemas.microsoft.com/office/drawing/2014/main" id="{18262744-D948-4701-A0C2-327F1585AF13}"/>
              </a:ext>
            </a:extLst>
          </p:cNvPr>
          <p:cNvSpPr>
            <a:spLocks noGrp="1"/>
          </p:cNvSpPr>
          <p:nvPr/>
        </p:nvSpPr>
        <p:spPr>
          <a:xfrm>
            <a:off x="5334012" y="403600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EC962">
              <a:alpha val="100000"/>
            </a:srgbClr>
          </a:solidFill>
          <a:ln w="2540">
            <a:solidFill>
              <a:srgbClr val="5EC962">
                <a:alpha val="100000"/>
              </a:srgbClr>
            </a:solidFill>
            <a:prstDash val="solid"/>
          </a:ln>
        </p:spPr>
      </p:sp>
      <p:sp>
        <p:nvSpPr>
          <p:cNvPr id="4122" name="LigandSeek2_vs_LigandSeek1_path_9636">
            <a:extLst>
              <a:ext uri="{FF2B5EF4-FFF2-40B4-BE49-F238E27FC236}">
                <a16:creationId xmlns:a16="http://schemas.microsoft.com/office/drawing/2014/main" id="{C44474C1-F514-4628-859F-863E1EABB70E}"/>
              </a:ext>
            </a:extLst>
          </p:cNvPr>
          <p:cNvSpPr>
            <a:spLocks noGrp="1"/>
          </p:cNvSpPr>
          <p:nvPr/>
        </p:nvSpPr>
        <p:spPr>
          <a:xfrm>
            <a:off x="5334012" y="402878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CC863">
              <a:alpha val="100000"/>
            </a:srgbClr>
          </a:solidFill>
          <a:ln w="2540">
            <a:solidFill>
              <a:srgbClr val="5CC863">
                <a:alpha val="100000"/>
              </a:srgbClr>
            </a:solidFill>
            <a:prstDash val="solid"/>
          </a:ln>
        </p:spPr>
      </p:sp>
      <p:sp>
        <p:nvSpPr>
          <p:cNvPr id="4123" name="LigandSeek2_vs_LigandSeek1_path_9637">
            <a:extLst>
              <a:ext uri="{FF2B5EF4-FFF2-40B4-BE49-F238E27FC236}">
                <a16:creationId xmlns:a16="http://schemas.microsoft.com/office/drawing/2014/main" id="{BF79F19C-BBED-4E26-B237-15C9AB627865}"/>
              </a:ext>
            </a:extLst>
          </p:cNvPr>
          <p:cNvSpPr>
            <a:spLocks noGrp="1"/>
          </p:cNvSpPr>
          <p:nvPr/>
        </p:nvSpPr>
        <p:spPr>
          <a:xfrm>
            <a:off x="5334012" y="402156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AC864">
              <a:alpha val="100000"/>
            </a:srgbClr>
          </a:solidFill>
          <a:ln w="2540">
            <a:solidFill>
              <a:srgbClr val="5AC864">
                <a:alpha val="100000"/>
              </a:srgbClr>
            </a:solidFill>
            <a:prstDash val="solid"/>
          </a:ln>
        </p:spPr>
      </p:sp>
      <p:sp>
        <p:nvSpPr>
          <p:cNvPr id="4124" name="LigandSeek2_vs_LigandSeek1_path_9638">
            <a:extLst>
              <a:ext uri="{FF2B5EF4-FFF2-40B4-BE49-F238E27FC236}">
                <a16:creationId xmlns:a16="http://schemas.microsoft.com/office/drawing/2014/main" id="{50064412-5B3E-461F-BFDB-732422FF9CCF}"/>
              </a:ext>
            </a:extLst>
          </p:cNvPr>
          <p:cNvSpPr>
            <a:spLocks noGrp="1"/>
          </p:cNvSpPr>
          <p:nvPr/>
        </p:nvSpPr>
        <p:spPr>
          <a:xfrm>
            <a:off x="5334012" y="401434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8C765">
              <a:alpha val="100000"/>
            </a:srgbClr>
          </a:solidFill>
          <a:ln w="2540">
            <a:solidFill>
              <a:srgbClr val="58C765">
                <a:alpha val="100000"/>
              </a:srgbClr>
            </a:solidFill>
            <a:prstDash val="solid"/>
          </a:ln>
        </p:spPr>
      </p:sp>
      <p:sp>
        <p:nvSpPr>
          <p:cNvPr id="4125" name="LigandSeek2_vs_LigandSeek1_path_9639">
            <a:extLst>
              <a:ext uri="{FF2B5EF4-FFF2-40B4-BE49-F238E27FC236}">
                <a16:creationId xmlns:a16="http://schemas.microsoft.com/office/drawing/2014/main" id="{E2FFCCEF-7FE6-4DEB-B8B1-836C182553F8}"/>
              </a:ext>
            </a:extLst>
          </p:cNvPr>
          <p:cNvSpPr>
            <a:spLocks noGrp="1"/>
          </p:cNvSpPr>
          <p:nvPr/>
        </p:nvSpPr>
        <p:spPr>
          <a:xfrm>
            <a:off x="5334012" y="400712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6C667">
              <a:alpha val="100000"/>
            </a:srgbClr>
          </a:solidFill>
          <a:ln w="2540">
            <a:solidFill>
              <a:srgbClr val="56C667">
                <a:alpha val="100000"/>
              </a:srgbClr>
            </a:solidFill>
            <a:prstDash val="solid"/>
          </a:ln>
        </p:spPr>
      </p:sp>
      <p:sp>
        <p:nvSpPr>
          <p:cNvPr id="4126" name="LigandSeek2_vs_LigandSeek1_path_9640">
            <a:extLst>
              <a:ext uri="{FF2B5EF4-FFF2-40B4-BE49-F238E27FC236}">
                <a16:creationId xmlns:a16="http://schemas.microsoft.com/office/drawing/2014/main" id="{DF74CD30-3BB8-4D11-BA88-171AE4CB6359}"/>
              </a:ext>
            </a:extLst>
          </p:cNvPr>
          <p:cNvSpPr>
            <a:spLocks noGrp="1"/>
          </p:cNvSpPr>
          <p:nvPr/>
        </p:nvSpPr>
        <p:spPr>
          <a:xfrm>
            <a:off x="5334012" y="399990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4C568">
              <a:alpha val="100000"/>
            </a:srgbClr>
          </a:solidFill>
          <a:ln w="2540">
            <a:solidFill>
              <a:srgbClr val="54C568">
                <a:alpha val="100000"/>
              </a:srgbClr>
            </a:solidFill>
            <a:prstDash val="solid"/>
          </a:ln>
        </p:spPr>
      </p:sp>
      <p:sp>
        <p:nvSpPr>
          <p:cNvPr id="4127" name="LigandSeek2_vs_LigandSeek1_path_9641">
            <a:extLst>
              <a:ext uri="{FF2B5EF4-FFF2-40B4-BE49-F238E27FC236}">
                <a16:creationId xmlns:a16="http://schemas.microsoft.com/office/drawing/2014/main" id="{49869F65-6092-4270-83E2-52FF08923315}"/>
              </a:ext>
            </a:extLst>
          </p:cNvPr>
          <p:cNvSpPr>
            <a:spLocks noGrp="1"/>
          </p:cNvSpPr>
          <p:nvPr/>
        </p:nvSpPr>
        <p:spPr>
          <a:xfrm>
            <a:off x="5334012" y="399268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2C569">
              <a:alpha val="100000"/>
            </a:srgbClr>
          </a:solidFill>
          <a:ln w="2540">
            <a:solidFill>
              <a:srgbClr val="52C569">
                <a:alpha val="100000"/>
              </a:srgbClr>
            </a:solidFill>
            <a:prstDash val="solid"/>
          </a:ln>
        </p:spPr>
      </p:sp>
      <p:sp>
        <p:nvSpPr>
          <p:cNvPr id="4128" name="LigandSeek2_vs_LigandSeek1_path_9642">
            <a:extLst>
              <a:ext uri="{FF2B5EF4-FFF2-40B4-BE49-F238E27FC236}">
                <a16:creationId xmlns:a16="http://schemas.microsoft.com/office/drawing/2014/main" id="{0E5AE4E7-8E72-4090-9145-F223D3749F6C}"/>
              </a:ext>
            </a:extLst>
          </p:cNvPr>
          <p:cNvSpPr>
            <a:spLocks noGrp="1"/>
          </p:cNvSpPr>
          <p:nvPr/>
        </p:nvSpPr>
        <p:spPr>
          <a:xfrm>
            <a:off x="5334012" y="398546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50C46A">
              <a:alpha val="100000"/>
            </a:srgbClr>
          </a:solidFill>
          <a:ln w="2540">
            <a:solidFill>
              <a:srgbClr val="50C46A">
                <a:alpha val="100000"/>
              </a:srgbClr>
            </a:solidFill>
            <a:prstDash val="solid"/>
          </a:ln>
        </p:spPr>
      </p:sp>
      <p:sp>
        <p:nvSpPr>
          <p:cNvPr id="4129" name="LigandSeek2_vs_LigandSeek1_path_9643">
            <a:extLst>
              <a:ext uri="{FF2B5EF4-FFF2-40B4-BE49-F238E27FC236}">
                <a16:creationId xmlns:a16="http://schemas.microsoft.com/office/drawing/2014/main" id="{E8D74D2C-1656-4FFB-9D11-DEC249583574}"/>
              </a:ext>
            </a:extLst>
          </p:cNvPr>
          <p:cNvSpPr>
            <a:spLocks noGrp="1"/>
          </p:cNvSpPr>
          <p:nvPr/>
        </p:nvSpPr>
        <p:spPr>
          <a:xfrm>
            <a:off x="5334012" y="397824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EC36B">
              <a:alpha val="100000"/>
            </a:srgbClr>
          </a:solidFill>
          <a:ln w="2540">
            <a:solidFill>
              <a:srgbClr val="4EC36B">
                <a:alpha val="100000"/>
              </a:srgbClr>
            </a:solidFill>
            <a:prstDash val="solid"/>
          </a:ln>
        </p:spPr>
      </p:sp>
      <p:sp>
        <p:nvSpPr>
          <p:cNvPr id="4130" name="LigandSeek2_vs_LigandSeek1_path_9644">
            <a:extLst>
              <a:ext uri="{FF2B5EF4-FFF2-40B4-BE49-F238E27FC236}">
                <a16:creationId xmlns:a16="http://schemas.microsoft.com/office/drawing/2014/main" id="{F0DC7B2B-C402-4124-97EC-4A7B00D8AE76}"/>
              </a:ext>
            </a:extLst>
          </p:cNvPr>
          <p:cNvSpPr>
            <a:spLocks noGrp="1"/>
          </p:cNvSpPr>
          <p:nvPr/>
        </p:nvSpPr>
        <p:spPr>
          <a:xfrm>
            <a:off x="5334012" y="397102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CC26C">
              <a:alpha val="100000"/>
            </a:srgbClr>
          </a:solidFill>
          <a:ln w="2540">
            <a:solidFill>
              <a:srgbClr val="4CC26C">
                <a:alpha val="100000"/>
              </a:srgbClr>
            </a:solidFill>
            <a:prstDash val="solid"/>
          </a:ln>
        </p:spPr>
      </p:sp>
      <p:sp>
        <p:nvSpPr>
          <p:cNvPr id="4131" name="LigandSeek2_vs_LigandSeek1_path_9645">
            <a:extLst>
              <a:ext uri="{FF2B5EF4-FFF2-40B4-BE49-F238E27FC236}">
                <a16:creationId xmlns:a16="http://schemas.microsoft.com/office/drawing/2014/main" id="{AAFA0978-EDE0-4D83-94AF-383115DF31C8}"/>
              </a:ext>
            </a:extLst>
          </p:cNvPr>
          <p:cNvSpPr>
            <a:spLocks noGrp="1"/>
          </p:cNvSpPr>
          <p:nvPr/>
        </p:nvSpPr>
        <p:spPr>
          <a:xfrm>
            <a:off x="5334012" y="396380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AC16D">
              <a:alpha val="100000"/>
            </a:srgbClr>
          </a:solidFill>
          <a:ln w="2540">
            <a:solidFill>
              <a:srgbClr val="4AC16D">
                <a:alpha val="100000"/>
              </a:srgbClr>
            </a:solidFill>
            <a:prstDash val="solid"/>
          </a:ln>
        </p:spPr>
      </p:sp>
      <p:sp>
        <p:nvSpPr>
          <p:cNvPr id="4132" name="LigandSeek2_vs_LigandSeek1_path_9646">
            <a:extLst>
              <a:ext uri="{FF2B5EF4-FFF2-40B4-BE49-F238E27FC236}">
                <a16:creationId xmlns:a16="http://schemas.microsoft.com/office/drawing/2014/main" id="{16F4FA50-56BF-4946-8698-36787193A1EC}"/>
              </a:ext>
            </a:extLst>
          </p:cNvPr>
          <p:cNvSpPr>
            <a:spLocks noGrp="1"/>
          </p:cNvSpPr>
          <p:nvPr/>
        </p:nvSpPr>
        <p:spPr>
          <a:xfrm>
            <a:off x="5334012" y="395658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C16E">
              <a:alpha val="100000"/>
            </a:srgbClr>
          </a:solidFill>
          <a:ln w="2540">
            <a:solidFill>
              <a:srgbClr val="48C16E">
                <a:alpha val="100000"/>
              </a:srgbClr>
            </a:solidFill>
            <a:prstDash val="solid"/>
          </a:ln>
        </p:spPr>
      </p:sp>
      <p:sp>
        <p:nvSpPr>
          <p:cNvPr id="4133" name="LigandSeek2_vs_LigandSeek1_path_9647">
            <a:extLst>
              <a:ext uri="{FF2B5EF4-FFF2-40B4-BE49-F238E27FC236}">
                <a16:creationId xmlns:a16="http://schemas.microsoft.com/office/drawing/2014/main" id="{B36CBA05-D4BB-4079-9CEB-63C15D41DFD3}"/>
              </a:ext>
            </a:extLst>
          </p:cNvPr>
          <p:cNvSpPr>
            <a:spLocks noGrp="1"/>
          </p:cNvSpPr>
          <p:nvPr/>
        </p:nvSpPr>
        <p:spPr>
          <a:xfrm>
            <a:off x="5334012" y="394936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C06F">
              <a:alpha val="100000"/>
            </a:srgbClr>
          </a:solidFill>
          <a:ln w="2540">
            <a:solidFill>
              <a:srgbClr val="46C06F">
                <a:alpha val="100000"/>
              </a:srgbClr>
            </a:solidFill>
            <a:prstDash val="solid"/>
          </a:ln>
        </p:spPr>
      </p:sp>
      <p:sp>
        <p:nvSpPr>
          <p:cNvPr id="4134" name="LigandSeek2_vs_LigandSeek1_path_9648">
            <a:extLst>
              <a:ext uri="{FF2B5EF4-FFF2-40B4-BE49-F238E27FC236}">
                <a16:creationId xmlns:a16="http://schemas.microsoft.com/office/drawing/2014/main" id="{0342A62F-706C-4EC6-9EC2-F590DA9B660C}"/>
              </a:ext>
            </a:extLst>
          </p:cNvPr>
          <p:cNvSpPr>
            <a:spLocks noGrp="1"/>
          </p:cNvSpPr>
          <p:nvPr/>
        </p:nvSpPr>
        <p:spPr>
          <a:xfrm>
            <a:off x="5334012" y="394214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BF70">
              <a:alpha val="100000"/>
            </a:srgbClr>
          </a:solidFill>
          <a:ln w="2540">
            <a:solidFill>
              <a:srgbClr val="44BF70">
                <a:alpha val="100000"/>
              </a:srgbClr>
            </a:solidFill>
            <a:prstDash val="solid"/>
          </a:ln>
        </p:spPr>
      </p:sp>
      <p:sp>
        <p:nvSpPr>
          <p:cNvPr id="4135" name="LigandSeek2_vs_LigandSeek1_path_9649">
            <a:extLst>
              <a:ext uri="{FF2B5EF4-FFF2-40B4-BE49-F238E27FC236}">
                <a16:creationId xmlns:a16="http://schemas.microsoft.com/office/drawing/2014/main" id="{C47E05C0-7A8A-41BD-B49D-75EEE201CEB0}"/>
              </a:ext>
            </a:extLst>
          </p:cNvPr>
          <p:cNvSpPr>
            <a:spLocks noGrp="1"/>
          </p:cNvSpPr>
          <p:nvPr/>
        </p:nvSpPr>
        <p:spPr>
          <a:xfrm>
            <a:off x="5334012" y="393492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BE71">
              <a:alpha val="100000"/>
            </a:srgbClr>
          </a:solidFill>
          <a:ln w="2540">
            <a:solidFill>
              <a:srgbClr val="42BE71">
                <a:alpha val="100000"/>
              </a:srgbClr>
            </a:solidFill>
            <a:prstDash val="solid"/>
          </a:ln>
        </p:spPr>
      </p:sp>
      <p:sp>
        <p:nvSpPr>
          <p:cNvPr id="4136" name="LigandSeek2_vs_LigandSeek1_path_9650">
            <a:extLst>
              <a:ext uri="{FF2B5EF4-FFF2-40B4-BE49-F238E27FC236}">
                <a16:creationId xmlns:a16="http://schemas.microsoft.com/office/drawing/2014/main" id="{B1DA1079-A580-4B9A-8781-3138705C2CBB}"/>
              </a:ext>
            </a:extLst>
          </p:cNvPr>
          <p:cNvSpPr>
            <a:spLocks noGrp="1"/>
          </p:cNvSpPr>
          <p:nvPr/>
        </p:nvSpPr>
        <p:spPr>
          <a:xfrm>
            <a:off x="5334012" y="392769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0BD72">
              <a:alpha val="100000"/>
            </a:srgbClr>
          </a:solidFill>
          <a:ln w="2540">
            <a:solidFill>
              <a:srgbClr val="40BD72">
                <a:alpha val="100000"/>
              </a:srgbClr>
            </a:solidFill>
            <a:prstDash val="solid"/>
          </a:ln>
        </p:spPr>
      </p:sp>
      <p:sp>
        <p:nvSpPr>
          <p:cNvPr id="4137" name="LigandSeek2_vs_LigandSeek1_path_9651">
            <a:extLst>
              <a:ext uri="{FF2B5EF4-FFF2-40B4-BE49-F238E27FC236}">
                <a16:creationId xmlns:a16="http://schemas.microsoft.com/office/drawing/2014/main" id="{960C1967-3837-49A4-BC2B-D2E10F7B147E}"/>
              </a:ext>
            </a:extLst>
          </p:cNvPr>
          <p:cNvSpPr>
            <a:spLocks noGrp="1"/>
          </p:cNvSpPr>
          <p:nvPr/>
        </p:nvSpPr>
        <p:spPr>
          <a:xfrm>
            <a:off x="5334012" y="392047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FBC73">
              <a:alpha val="100000"/>
            </a:srgbClr>
          </a:solidFill>
          <a:ln w="2540">
            <a:solidFill>
              <a:srgbClr val="3FBC73">
                <a:alpha val="100000"/>
              </a:srgbClr>
            </a:solidFill>
            <a:prstDash val="solid"/>
          </a:ln>
        </p:spPr>
      </p:sp>
      <p:sp>
        <p:nvSpPr>
          <p:cNvPr id="4138" name="LigandSeek2_vs_LigandSeek1_path_9652">
            <a:extLst>
              <a:ext uri="{FF2B5EF4-FFF2-40B4-BE49-F238E27FC236}">
                <a16:creationId xmlns:a16="http://schemas.microsoft.com/office/drawing/2014/main" id="{AC9F7D6F-60E0-4A9D-8048-C72296C21EA9}"/>
              </a:ext>
            </a:extLst>
          </p:cNvPr>
          <p:cNvSpPr>
            <a:spLocks noGrp="1"/>
          </p:cNvSpPr>
          <p:nvPr/>
        </p:nvSpPr>
        <p:spPr>
          <a:xfrm>
            <a:off x="5334012" y="391325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DBC74">
              <a:alpha val="100000"/>
            </a:srgbClr>
          </a:solidFill>
          <a:ln w="2540">
            <a:solidFill>
              <a:srgbClr val="3DBC74">
                <a:alpha val="100000"/>
              </a:srgbClr>
            </a:solidFill>
            <a:prstDash val="solid"/>
          </a:ln>
        </p:spPr>
      </p:sp>
      <p:sp>
        <p:nvSpPr>
          <p:cNvPr id="4139" name="LigandSeek2_vs_LigandSeek1_path_9653">
            <a:extLst>
              <a:ext uri="{FF2B5EF4-FFF2-40B4-BE49-F238E27FC236}">
                <a16:creationId xmlns:a16="http://schemas.microsoft.com/office/drawing/2014/main" id="{1CE2DC2A-E164-4A86-8166-FC79A607A1CD}"/>
              </a:ext>
            </a:extLst>
          </p:cNvPr>
          <p:cNvSpPr>
            <a:spLocks noGrp="1"/>
          </p:cNvSpPr>
          <p:nvPr/>
        </p:nvSpPr>
        <p:spPr>
          <a:xfrm>
            <a:off x="5334012" y="390603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BBB75">
              <a:alpha val="100000"/>
            </a:srgbClr>
          </a:solidFill>
          <a:ln w="2540">
            <a:solidFill>
              <a:srgbClr val="3BBB75">
                <a:alpha val="100000"/>
              </a:srgbClr>
            </a:solidFill>
            <a:prstDash val="solid"/>
          </a:ln>
        </p:spPr>
      </p:sp>
      <p:sp>
        <p:nvSpPr>
          <p:cNvPr id="4140" name="LigandSeek2_vs_LigandSeek1_path_9654">
            <a:extLst>
              <a:ext uri="{FF2B5EF4-FFF2-40B4-BE49-F238E27FC236}">
                <a16:creationId xmlns:a16="http://schemas.microsoft.com/office/drawing/2014/main" id="{45A32190-4B2E-44ED-A15E-BA20CD20FEF0}"/>
              </a:ext>
            </a:extLst>
          </p:cNvPr>
          <p:cNvSpPr>
            <a:spLocks noGrp="1"/>
          </p:cNvSpPr>
          <p:nvPr/>
        </p:nvSpPr>
        <p:spPr>
          <a:xfrm>
            <a:off x="5334012" y="389881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ABA76">
              <a:alpha val="100000"/>
            </a:srgbClr>
          </a:solidFill>
          <a:ln w="2540">
            <a:solidFill>
              <a:srgbClr val="3ABA76">
                <a:alpha val="100000"/>
              </a:srgbClr>
            </a:solidFill>
            <a:prstDash val="solid"/>
          </a:ln>
        </p:spPr>
      </p:sp>
      <p:sp>
        <p:nvSpPr>
          <p:cNvPr id="4141" name="LigandSeek2_vs_LigandSeek1_path_9655">
            <a:extLst>
              <a:ext uri="{FF2B5EF4-FFF2-40B4-BE49-F238E27FC236}">
                <a16:creationId xmlns:a16="http://schemas.microsoft.com/office/drawing/2014/main" id="{1783D94C-3BDA-4C11-99A5-33FF4A18934C}"/>
              </a:ext>
            </a:extLst>
          </p:cNvPr>
          <p:cNvSpPr>
            <a:spLocks noGrp="1"/>
          </p:cNvSpPr>
          <p:nvPr/>
        </p:nvSpPr>
        <p:spPr>
          <a:xfrm>
            <a:off x="5334012" y="389159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8B977">
              <a:alpha val="100000"/>
            </a:srgbClr>
          </a:solidFill>
          <a:ln w="2540">
            <a:solidFill>
              <a:srgbClr val="38B977">
                <a:alpha val="100000"/>
              </a:srgbClr>
            </a:solidFill>
            <a:prstDash val="solid"/>
          </a:ln>
        </p:spPr>
      </p:sp>
      <p:sp>
        <p:nvSpPr>
          <p:cNvPr id="4142" name="LigandSeek2_vs_LigandSeek1_path_9656">
            <a:extLst>
              <a:ext uri="{FF2B5EF4-FFF2-40B4-BE49-F238E27FC236}">
                <a16:creationId xmlns:a16="http://schemas.microsoft.com/office/drawing/2014/main" id="{7B128B03-7657-4824-969F-047B3DA4130E}"/>
              </a:ext>
            </a:extLst>
          </p:cNvPr>
          <p:cNvSpPr>
            <a:spLocks noGrp="1"/>
          </p:cNvSpPr>
          <p:nvPr/>
        </p:nvSpPr>
        <p:spPr>
          <a:xfrm>
            <a:off x="5334012" y="388437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7B878">
              <a:alpha val="100000"/>
            </a:srgbClr>
          </a:solidFill>
          <a:ln w="2540">
            <a:solidFill>
              <a:srgbClr val="37B878">
                <a:alpha val="100000"/>
              </a:srgbClr>
            </a:solidFill>
            <a:prstDash val="solid"/>
          </a:ln>
        </p:spPr>
      </p:sp>
      <p:sp>
        <p:nvSpPr>
          <p:cNvPr id="4143" name="LigandSeek2_vs_LigandSeek1_path_9657">
            <a:extLst>
              <a:ext uri="{FF2B5EF4-FFF2-40B4-BE49-F238E27FC236}">
                <a16:creationId xmlns:a16="http://schemas.microsoft.com/office/drawing/2014/main" id="{8708F58C-BE04-478B-B35A-B20C754B5974}"/>
              </a:ext>
            </a:extLst>
          </p:cNvPr>
          <p:cNvSpPr>
            <a:spLocks noGrp="1"/>
          </p:cNvSpPr>
          <p:nvPr/>
        </p:nvSpPr>
        <p:spPr>
          <a:xfrm>
            <a:off x="5334012" y="387715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5B779">
              <a:alpha val="100000"/>
            </a:srgbClr>
          </a:solidFill>
          <a:ln w="2540">
            <a:solidFill>
              <a:srgbClr val="35B779">
                <a:alpha val="100000"/>
              </a:srgbClr>
            </a:solidFill>
            <a:prstDash val="solid"/>
          </a:ln>
        </p:spPr>
      </p:sp>
      <p:sp>
        <p:nvSpPr>
          <p:cNvPr id="4144" name="LigandSeek2_vs_LigandSeek1_path_9658">
            <a:extLst>
              <a:ext uri="{FF2B5EF4-FFF2-40B4-BE49-F238E27FC236}">
                <a16:creationId xmlns:a16="http://schemas.microsoft.com/office/drawing/2014/main" id="{36120118-3699-4AFE-BEF3-0589271C7027}"/>
              </a:ext>
            </a:extLst>
          </p:cNvPr>
          <p:cNvSpPr>
            <a:spLocks noGrp="1"/>
          </p:cNvSpPr>
          <p:nvPr/>
        </p:nvSpPr>
        <p:spPr>
          <a:xfrm>
            <a:off x="5334012" y="386993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4B679">
              <a:alpha val="100000"/>
            </a:srgbClr>
          </a:solidFill>
          <a:ln w="2540">
            <a:solidFill>
              <a:srgbClr val="34B679">
                <a:alpha val="100000"/>
              </a:srgbClr>
            </a:solidFill>
            <a:prstDash val="solid"/>
          </a:ln>
        </p:spPr>
      </p:sp>
      <p:sp>
        <p:nvSpPr>
          <p:cNvPr id="4145" name="LigandSeek2_vs_LigandSeek1_path_9659">
            <a:extLst>
              <a:ext uri="{FF2B5EF4-FFF2-40B4-BE49-F238E27FC236}">
                <a16:creationId xmlns:a16="http://schemas.microsoft.com/office/drawing/2014/main" id="{43F976BF-CD91-4E9B-8923-2E1406B92F2A}"/>
              </a:ext>
            </a:extLst>
          </p:cNvPr>
          <p:cNvSpPr>
            <a:spLocks noGrp="1"/>
          </p:cNvSpPr>
          <p:nvPr/>
        </p:nvSpPr>
        <p:spPr>
          <a:xfrm>
            <a:off x="5334012" y="386271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2B67A">
              <a:alpha val="100000"/>
            </a:srgbClr>
          </a:solidFill>
          <a:ln w="2540">
            <a:solidFill>
              <a:srgbClr val="32B67A">
                <a:alpha val="100000"/>
              </a:srgbClr>
            </a:solidFill>
            <a:prstDash val="solid"/>
          </a:ln>
        </p:spPr>
      </p:sp>
      <p:sp>
        <p:nvSpPr>
          <p:cNvPr id="4146" name="LigandSeek2_vs_LigandSeek1_path_9660">
            <a:extLst>
              <a:ext uri="{FF2B5EF4-FFF2-40B4-BE49-F238E27FC236}">
                <a16:creationId xmlns:a16="http://schemas.microsoft.com/office/drawing/2014/main" id="{34FF5801-373C-4CB3-B4DB-A808BD8E68A3}"/>
              </a:ext>
            </a:extLst>
          </p:cNvPr>
          <p:cNvSpPr>
            <a:spLocks noGrp="1"/>
          </p:cNvSpPr>
          <p:nvPr/>
        </p:nvSpPr>
        <p:spPr>
          <a:xfrm>
            <a:off x="5334012" y="385549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B57B">
              <a:alpha val="100000"/>
            </a:srgbClr>
          </a:solidFill>
          <a:ln w="2540">
            <a:solidFill>
              <a:srgbClr val="31B57B">
                <a:alpha val="100000"/>
              </a:srgbClr>
            </a:solidFill>
            <a:prstDash val="solid"/>
          </a:ln>
        </p:spPr>
      </p:sp>
      <p:sp>
        <p:nvSpPr>
          <p:cNvPr id="4147" name="LigandSeek2_vs_LigandSeek1_path_9661">
            <a:extLst>
              <a:ext uri="{FF2B5EF4-FFF2-40B4-BE49-F238E27FC236}">
                <a16:creationId xmlns:a16="http://schemas.microsoft.com/office/drawing/2014/main" id="{A95BAFB7-D3D9-4D8C-B4D3-5D59396F6F30}"/>
              </a:ext>
            </a:extLst>
          </p:cNvPr>
          <p:cNvSpPr>
            <a:spLocks noGrp="1"/>
          </p:cNvSpPr>
          <p:nvPr/>
        </p:nvSpPr>
        <p:spPr>
          <a:xfrm>
            <a:off x="5334012" y="384827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FB47C">
              <a:alpha val="100000"/>
            </a:srgbClr>
          </a:solidFill>
          <a:ln w="2540">
            <a:solidFill>
              <a:srgbClr val="2FB47C">
                <a:alpha val="100000"/>
              </a:srgbClr>
            </a:solidFill>
            <a:prstDash val="solid"/>
          </a:ln>
        </p:spPr>
      </p:sp>
      <p:sp>
        <p:nvSpPr>
          <p:cNvPr id="4148" name="LigandSeek2_vs_LigandSeek1_path_9662">
            <a:extLst>
              <a:ext uri="{FF2B5EF4-FFF2-40B4-BE49-F238E27FC236}">
                <a16:creationId xmlns:a16="http://schemas.microsoft.com/office/drawing/2014/main" id="{53BA2638-B1D8-425C-B236-930A0C0ED94C}"/>
              </a:ext>
            </a:extLst>
          </p:cNvPr>
          <p:cNvSpPr>
            <a:spLocks noGrp="1"/>
          </p:cNvSpPr>
          <p:nvPr/>
        </p:nvSpPr>
        <p:spPr>
          <a:xfrm>
            <a:off x="5334012" y="384105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B37C">
              <a:alpha val="100000"/>
            </a:srgbClr>
          </a:solidFill>
          <a:ln w="2540">
            <a:solidFill>
              <a:srgbClr val="2EB37C">
                <a:alpha val="100000"/>
              </a:srgbClr>
            </a:solidFill>
            <a:prstDash val="solid"/>
          </a:ln>
        </p:spPr>
      </p:sp>
      <p:sp>
        <p:nvSpPr>
          <p:cNvPr id="4149" name="LigandSeek2_vs_LigandSeek1_path_9663">
            <a:extLst>
              <a:ext uri="{FF2B5EF4-FFF2-40B4-BE49-F238E27FC236}">
                <a16:creationId xmlns:a16="http://schemas.microsoft.com/office/drawing/2014/main" id="{6A1000EE-2A16-48C2-890F-F198254AC1D3}"/>
              </a:ext>
            </a:extLst>
          </p:cNvPr>
          <p:cNvSpPr>
            <a:spLocks noGrp="1"/>
          </p:cNvSpPr>
          <p:nvPr/>
        </p:nvSpPr>
        <p:spPr>
          <a:xfrm>
            <a:off x="5334012" y="383383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DB27D">
              <a:alpha val="100000"/>
            </a:srgbClr>
          </a:solidFill>
          <a:ln w="2540">
            <a:solidFill>
              <a:srgbClr val="2DB27D">
                <a:alpha val="100000"/>
              </a:srgbClr>
            </a:solidFill>
            <a:prstDash val="solid"/>
          </a:ln>
        </p:spPr>
      </p:sp>
      <p:sp>
        <p:nvSpPr>
          <p:cNvPr id="4150" name="LigandSeek2_vs_LigandSeek1_path_9664">
            <a:extLst>
              <a:ext uri="{FF2B5EF4-FFF2-40B4-BE49-F238E27FC236}">
                <a16:creationId xmlns:a16="http://schemas.microsoft.com/office/drawing/2014/main" id="{DCB6659C-84A5-422A-A08D-18793CC5239C}"/>
              </a:ext>
            </a:extLst>
          </p:cNvPr>
          <p:cNvSpPr>
            <a:spLocks noGrp="1"/>
          </p:cNvSpPr>
          <p:nvPr/>
        </p:nvSpPr>
        <p:spPr>
          <a:xfrm>
            <a:off x="5334012" y="382661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B17E">
              <a:alpha val="100000"/>
            </a:srgbClr>
          </a:solidFill>
          <a:ln w="2540">
            <a:solidFill>
              <a:srgbClr val="2CB17E">
                <a:alpha val="100000"/>
              </a:srgbClr>
            </a:solidFill>
            <a:prstDash val="solid"/>
          </a:ln>
        </p:spPr>
      </p:sp>
      <p:sp>
        <p:nvSpPr>
          <p:cNvPr id="4151" name="LigandSeek2_vs_LigandSeek1_path_9665">
            <a:extLst>
              <a:ext uri="{FF2B5EF4-FFF2-40B4-BE49-F238E27FC236}">
                <a16:creationId xmlns:a16="http://schemas.microsoft.com/office/drawing/2014/main" id="{5B0C9207-6091-4D78-A69B-B7791C6E86B6}"/>
              </a:ext>
            </a:extLst>
          </p:cNvPr>
          <p:cNvSpPr>
            <a:spLocks noGrp="1"/>
          </p:cNvSpPr>
          <p:nvPr/>
        </p:nvSpPr>
        <p:spPr>
          <a:xfrm>
            <a:off x="5334012" y="381939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B07F">
              <a:alpha val="100000"/>
            </a:srgbClr>
          </a:solidFill>
          <a:ln w="2540">
            <a:solidFill>
              <a:srgbClr val="2AB07F">
                <a:alpha val="100000"/>
              </a:srgbClr>
            </a:solidFill>
            <a:prstDash val="solid"/>
          </a:ln>
        </p:spPr>
      </p:sp>
      <p:sp>
        <p:nvSpPr>
          <p:cNvPr id="4152" name="LigandSeek2_vs_LigandSeek1_path_9666">
            <a:extLst>
              <a:ext uri="{FF2B5EF4-FFF2-40B4-BE49-F238E27FC236}">
                <a16:creationId xmlns:a16="http://schemas.microsoft.com/office/drawing/2014/main" id="{C229DF89-4867-43AC-B753-0DA22E88E8EB}"/>
              </a:ext>
            </a:extLst>
          </p:cNvPr>
          <p:cNvSpPr>
            <a:spLocks noGrp="1"/>
          </p:cNvSpPr>
          <p:nvPr/>
        </p:nvSpPr>
        <p:spPr>
          <a:xfrm>
            <a:off x="5334012" y="381217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AF7F">
              <a:alpha val="100000"/>
            </a:srgbClr>
          </a:solidFill>
          <a:ln w="2540">
            <a:solidFill>
              <a:srgbClr val="29AF7F">
                <a:alpha val="100000"/>
              </a:srgbClr>
            </a:solidFill>
            <a:prstDash val="solid"/>
          </a:ln>
        </p:spPr>
      </p:sp>
      <p:sp>
        <p:nvSpPr>
          <p:cNvPr id="4153" name="LigandSeek2_vs_LigandSeek1_path_9667">
            <a:extLst>
              <a:ext uri="{FF2B5EF4-FFF2-40B4-BE49-F238E27FC236}">
                <a16:creationId xmlns:a16="http://schemas.microsoft.com/office/drawing/2014/main" id="{631DA53B-0C6F-4CA7-B2F0-ABF5E81A69AA}"/>
              </a:ext>
            </a:extLst>
          </p:cNvPr>
          <p:cNvSpPr>
            <a:spLocks noGrp="1"/>
          </p:cNvSpPr>
          <p:nvPr/>
        </p:nvSpPr>
        <p:spPr>
          <a:xfrm>
            <a:off x="5334012" y="380495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8AE80">
              <a:alpha val="100000"/>
            </a:srgbClr>
          </a:solidFill>
          <a:ln w="2540">
            <a:solidFill>
              <a:srgbClr val="28AE80">
                <a:alpha val="100000"/>
              </a:srgbClr>
            </a:solidFill>
            <a:prstDash val="solid"/>
          </a:ln>
        </p:spPr>
      </p:sp>
      <p:sp>
        <p:nvSpPr>
          <p:cNvPr id="4154" name="LigandSeek2_vs_LigandSeek1_path_9668">
            <a:extLst>
              <a:ext uri="{FF2B5EF4-FFF2-40B4-BE49-F238E27FC236}">
                <a16:creationId xmlns:a16="http://schemas.microsoft.com/office/drawing/2014/main" id="{B7596001-AA1F-4A1F-915F-13F19ADAB010}"/>
              </a:ext>
            </a:extLst>
          </p:cNvPr>
          <p:cNvSpPr>
            <a:spLocks noGrp="1"/>
          </p:cNvSpPr>
          <p:nvPr/>
        </p:nvSpPr>
        <p:spPr>
          <a:xfrm>
            <a:off x="5334012" y="379773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AD81">
              <a:alpha val="100000"/>
            </a:srgbClr>
          </a:solidFill>
          <a:ln w="2540">
            <a:solidFill>
              <a:srgbClr val="27AD81">
                <a:alpha val="100000"/>
              </a:srgbClr>
            </a:solidFill>
            <a:prstDash val="solid"/>
          </a:ln>
        </p:spPr>
      </p:sp>
      <p:sp>
        <p:nvSpPr>
          <p:cNvPr id="4155" name="LigandSeek2_vs_LigandSeek1_path_9669">
            <a:extLst>
              <a:ext uri="{FF2B5EF4-FFF2-40B4-BE49-F238E27FC236}">
                <a16:creationId xmlns:a16="http://schemas.microsoft.com/office/drawing/2014/main" id="{7F8322CD-285D-432E-A582-FAD3C500DBA3}"/>
              </a:ext>
            </a:extLst>
          </p:cNvPr>
          <p:cNvSpPr>
            <a:spLocks noGrp="1"/>
          </p:cNvSpPr>
          <p:nvPr/>
        </p:nvSpPr>
        <p:spPr>
          <a:xfrm>
            <a:off x="5334012" y="379051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AD81">
              <a:alpha val="100000"/>
            </a:srgbClr>
          </a:solidFill>
          <a:ln w="2540">
            <a:solidFill>
              <a:srgbClr val="26AD81">
                <a:alpha val="100000"/>
              </a:srgbClr>
            </a:solidFill>
            <a:prstDash val="solid"/>
          </a:ln>
        </p:spPr>
      </p:sp>
      <p:sp>
        <p:nvSpPr>
          <p:cNvPr id="4156" name="LigandSeek2_vs_LigandSeek1_path_9670">
            <a:extLst>
              <a:ext uri="{FF2B5EF4-FFF2-40B4-BE49-F238E27FC236}">
                <a16:creationId xmlns:a16="http://schemas.microsoft.com/office/drawing/2014/main" id="{1154B09C-BD51-40E3-AF93-6E034AC8DB15}"/>
              </a:ext>
            </a:extLst>
          </p:cNvPr>
          <p:cNvSpPr>
            <a:spLocks noGrp="1"/>
          </p:cNvSpPr>
          <p:nvPr/>
        </p:nvSpPr>
        <p:spPr>
          <a:xfrm>
            <a:off x="5334012" y="378329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AC82">
              <a:alpha val="100000"/>
            </a:srgbClr>
          </a:solidFill>
          <a:ln w="2540">
            <a:solidFill>
              <a:srgbClr val="25AC82">
                <a:alpha val="100000"/>
              </a:srgbClr>
            </a:solidFill>
            <a:prstDash val="solid"/>
          </a:ln>
        </p:spPr>
      </p:sp>
      <p:sp>
        <p:nvSpPr>
          <p:cNvPr id="4157" name="LigandSeek2_vs_LigandSeek1_path_9671">
            <a:extLst>
              <a:ext uri="{FF2B5EF4-FFF2-40B4-BE49-F238E27FC236}">
                <a16:creationId xmlns:a16="http://schemas.microsoft.com/office/drawing/2014/main" id="{8B20939E-75EB-422F-A2F4-0B30D90081AF}"/>
              </a:ext>
            </a:extLst>
          </p:cNvPr>
          <p:cNvSpPr>
            <a:spLocks noGrp="1"/>
          </p:cNvSpPr>
          <p:nvPr/>
        </p:nvSpPr>
        <p:spPr>
          <a:xfrm>
            <a:off x="5334012" y="377607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AB82">
              <a:alpha val="100000"/>
            </a:srgbClr>
          </a:solidFill>
          <a:ln w="2540">
            <a:solidFill>
              <a:srgbClr val="25AB82">
                <a:alpha val="100000"/>
              </a:srgbClr>
            </a:solidFill>
            <a:prstDash val="solid"/>
          </a:ln>
        </p:spPr>
      </p:sp>
      <p:sp>
        <p:nvSpPr>
          <p:cNvPr id="4158" name="LigandSeek2_vs_LigandSeek1_path_9672">
            <a:extLst>
              <a:ext uri="{FF2B5EF4-FFF2-40B4-BE49-F238E27FC236}">
                <a16:creationId xmlns:a16="http://schemas.microsoft.com/office/drawing/2014/main" id="{0611CDE8-66D0-4E22-9A3D-0D9E61E5BDDB}"/>
              </a:ext>
            </a:extLst>
          </p:cNvPr>
          <p:cNvSpPr>
            <a:spLocks noGrp="1"/>
          </p:cNvSpPr>
          <p:nvPr/>
        </p:nvSpPr>
        <p:spPr>
          <a:xfrm>
            <a:off x="5334012" y="376885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4AA83">
              <a:alpha val="100000"/>
            </a:srgbClr>
          </a:solidFill>
          <a:ln w="2540">
            <a:solidFill>
              <a:srgbClr val="24AA83">
                <a:alpha val="100000"/>
              </a:srgbClr>
            </a:solidFill>
            <a:prstDash val="solid"/>
          </a:ln>
        </p:spPr>
      </p:sp>
      <p:sp>
        <p:nvSpPr>
          <p:cNvPr id="4159" name="LigandSeek2_vs_LigandSeek1_path_9673">
            <a:extLst>
              <a:ext uri="{FF2B5EF4-FFF2-40B4-BE49-F238E27FC236}">
                <a16:creationId xmlns:a16="http://schemas.microsoft.com/office/drawing/2014/main" id="{476138D4-8429-485F-8E1D-DEC6F44A7D04}"/>
              </a:ext>
            </a:extLst>
          </p:cNvPr>
          <p:cNvSpPr>
            <a:spLocks noGrp="1"/>
          </p:cNvSpPr>
          <p:nvPr/>
        </p:nvSpPr>
        <p:spPr>
          <a:xfrm>
            <a:off x="5334012" y="376163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A983">
              <a:alpha val="100000"/>
            </a:srgbClr>
          </a:solidFill>
          <a:ln w="2540">
            <a:solidFill>
              <a:srgbClr val="23A983">
                <a:alpha val="100000"/>
              </a:srgbClr>
            </a:solidFill>
            <a:prstDash val="solid"/>
          </a:ln>
        </p:spPr>
      </p:sp>
      <p:sp>
        <p:nvSpPr>
          <p:cNvPr id="4160" name="LigandSeek2_vs_LigandSeek1_path_9674">
            <a:extLst>
              <a:ext uri="{FF2B5EF4-FFF2-40B4-BE49-F238E27FC236}">
                <a16:creationId xmlns:a16="http://schemas.microsoft.com/office/drawing/2014/main" id="{83E2D5B4-EE7C-4D34-99B4-9969F8C540F6}"/>
              </a:ext>
            </a:extLst>
          </p:cNvPr>
          <p:cNvSpPr>
            <a:spLocks noGrp="1"/>
          </p:cNvSpPr>
          <p:nvPr/>
        </p:nvSpPr>
        <p:spPr>
          <a:xfrm>
            <a:off x="5334012" y="375441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A884">
              <a:alpha val="100000"/>
            </a:srgbClr>
          </a:solidFill>
          <a:ln w="2540">
            <a:solidFill>
              <a:srgbClr val="22A884">
                <a:alpha val="100000"/>
              </a:srgbClr>
            </a:solidFill>
            <a:prstDash val="solid"/>
          </a:ln>
        </p:spPr>
      </p:sp>
      <p:sp>
        <p:nvSpPr>
          <p:cNvPr id="4161" name="LigandSeek2_vs_LigandSeek1_path_9675">
            <a:extLst>
              <a:ext uri="{FF2B5EF4-FFF2-40B4-BE49-F238E27FC236}">
                <a16:creationId xmlns:a16="http://schemas.microsoft.com/office/drawing/2014/main" id="{4C8E6D68-56F3-48D8-8F83-FC7C50FFE7CF}"/>
              </a:ext>
            </a:extLst>
          </p:cNvPr>
          <p:cNvSpPr>
            <a:spLocks noGrp="1"/>
          </p:cNvSpPr>
          <p:nvPr/>
        </p:nvSpPr>
        <p:spPr>
          <a:xfrm>
            <a:off x="5334012" y="374718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A785">
              <a:alpha val="100000"/>
            </a:srgbClr>
          </a:solidFill>
          <a:ln w="2540">
            <a:solidFill>
              <a:srgbClr val="22A785">
                <a:alpha val="100000"/>
              </a:srgbClr>
            </a:solidFill>
            <a:prstDash val="solid"/>
          </a:ln>
        </p:spPr>
      </p:sp>
      <p:sp>
        <p:nvSpPr>
          <p:cNvPr id="4162" name="LigandSeek2_vs_LigandSeek1_path_9676">
            <a:extLst>
              <a:ext uri="{FF2B5EF4-FFF2-40B4-BE49-F238E27FC236}">
                <a16:creationId xmlns:a16="http://schemas.microsoft.com/office/drawing/2014/main" id="{AA9C6743-6A4E-4862-9C04-2BE1D7EEDB22}"/>
              </a:ext>
            </a:extLst>
          </p:cNvPr>
          <p:cNvSpPr>
            <a:spLocks noGrp="1"/>
          </p:cNvSpPr>
          <p:nvPr/>
        </p:nvSpPr>
        <p:spPr>
          <a:xfrm>
            <a:off x="5334012" y="373996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A685">
              <a:alpha val="100000"/>
            </a:srgbClr>
          </a:solidFill>
          <a:ln w="2540">
            <a:solidFill>
              <a:srgbClr val="21A685">
                <a:alpha val="100000"/>
              </a:srgbClr>
            </a:solidFill>
            <a:prstDash val="solid"/>
          </a:ln>
        </p:spPr>
      </p:sp>
      <p:sp>
        <p:nvSpPr>
          <p:cNvPr id="4163" name="LigandSeek2_vs_LigandSeek1_path_9677">
            <a:extLst>
              <a:ext uri="{FF2B5EF4-FFF2-40B4-BE49-F238E27FC236}">
                <a16:creationId xmlns:a16="http://schemas.microsoft.com/office/drawing/2014/main" id="{E673B5EF-524F-4EFA-BA63-A0E12F210942}"/>
              </a:ext>
            </a:extLst>
          </p:cNvPr>
          <p:cNvSpPr>
            <a:spLocks noGrp="1"/>
          </p:cNvSpPr>
          <p:nvPr/>
        </p:nvSpPr>
        <p:spPr>
          <a:xfrm>
            <a:off x="5334012" y="373274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A585">
              <a:alpha val="100000"/>
            </a:srgbClr>
          </a:solidFill>
          <a:ln w="2540">
            <a:solidFill>
              <a:srgbClr val="21A585">
                <a:alpha val="100000"/>
              </a:srgbClr>
            </a:solidFill>
            <a:prstDash val="solid"/>
          </a:ln>
        </p:spPr>
      </p:sp>
      <p:sp>
        <p:nvSpPr>
          <p:cNvPr id="4164" name="LigandSeek2_vs_LigandSeek1_path_9678">
            <a:extLst>
              <a:ext uri="{FF2B5EF4-FFF2-40B4-BE49-F238E27FC236}">
                <a16:creationId xmlns:a16="http://schemas.microsoft.com/office/drawing/2014/main" id="{139283F4-BEA1-43D1-989B-D91D26AA1D6E}"/>
              </a:ext>
            </a:extLst>
          </p:cNvPr>
          <p:cNvSpPr>
            <a:spLocks noGrp="1"/>
          </p:cNvSpPr>
          <p:nvPr/>
        </p:nvSpPr>
        <p:spPr>
          <a:xfrm>
            <a:off x="5334012" y="372552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A486">
              <a:alpha val="100000"/>
            </a:srgbClr>
          </a:solidFill>
          <a:ln w="2540">
            <a:solidFill>
              <a:srgbClr val="20A486">
                <a:alpha val="100000"/>
              </a:srgbClr>
            </a:solidFill>
            <a:prstDash val="solid"/>
          </a:ln>
        </p:spPr>
      </p:sp>
      <p:sp>
        <p:nvSpPr>
          <p:cNvPr id="4165" name="LigandSeek2_vs_LigandSeek1_path_9679">
            <a:extLst>
              <a:ext uri="{FF2B5EF4-FFF2-40B4-BE49-F238E27FC236}">
                <a16:creationId xmlns:a16="http://schemas.microsoft.com/office/drawing/2014/main" id="{9FB7E124-B121-4A69-8CCE-C922B8C0F2B9}"/>
              </a:ext>
            </a:extLst>
          </p:cNvPr>
          <p:cNvSpPr>
            <a:spLocks noGrp="1"/>
          </p:cNvSpPr>
          <p:nvPr/>
        </p:nvSpPr>
        <p:spPr>
          <a:xfrm>
            <a:off x="5334012" y="371830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A386">
              <a:alpha val="100000"/>
            </a:srgbClr>
          </a:solidFill>
          <a:ln w="2540">
            <a:solidFill>
              <a:srgbClr val="20A386">
                <a:alpha val="100000"/>
              </a:srgbClr>
            </a:solidFill>
            <a:prstDash val="solid"/>
          </a:ln>
        </p:spPr>
      </p:sp>
      <p:sp>
        <p:nvSpPr>
          <p:cNvPr id="4166" name="LigandSeek2_vs_LigandSeek1_path_9680">
            <a:extLst>
              <a:ext uri="{FF2B5EF4-FFF2-40B4-BE49-F238E27FC236}">
                <a16:creationId xmlns:a16="http://schemas.microsoft.com/office/drawing/2014/main" id="{C8DAC90D-A91D-4647-9B42-7C87B6972D6C}"/>
              </a:ext>
            </a:extLst>
          </p:cNvPr>
          <p:cNvSpPr>
            <a:spLocks noGrp="1"/>
          </p:cNvSpPr>
          <p:nvPr/>
        </p:nvSpPr>
        <p:spPr>
          <a:xfrm>
            <a:off x="5334012" y="371108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287">
              <a:alpha val="100000"/>
            </a:srgbClr>
          </a:solidFill>
          <a:ln w="2540">
            <a:solidFill>
              <a:srgbClr val="1FA287">
                <a:alpha val="100000"/>
              </a:srgbClr>
            </a:solidFill>
            <a:prstDash val="solid"/>
          </a:ln>
        </p:spPr>
      </p:sp>
      <p:sp>
        <p:nvSpPr>
          <p:cNvPr id="4167" name="LigandSeek2_vs_LigandSeek1_path_9681">
            <a:extLst>
              <a:ext uri="{FF2B5EF4-FFF2-40B4-BE49-F238E27FC236}">
                <a16:creationId xmlns:a16="http://schemas.microsoft.com/office/drawing/2014/main" id="{72590025-F613-4628-ABB1-23827D0F747D}"/>
              </a:ext>
            </a:extLst>
          </p:cNvPr>
          <p:cNvSpPr>
            <a:spLocks noGrp="1"/>
          </p:cNvSpPr>
          <p:nvPr/>
        </p:nvSpPr>
        <p:spPr>
          <a:xfrm>
            <a:off x="5334012" y="370386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187">
              <a:alpha val="100000"/>
            </a:srgbClr>
          </a:solidFill>
          <a:ln w="2540">
            <a:solidFill>
              <a:srgbClr val="1FA187">
                <a:alpha val="100000"/>
              </a:srgbClr>
            </a:solidFill>
            <a:prstDash val="solid"/>
          </a:ln>
        </p:spPr>
      </p:sp>
      <p:sp>
        <p:nvSpPr>
          <p:cNvPr id="4168" name="LigandSeek2_vs_LigandSeek1_path_9682">
            <a:extLst>
              <a:ext uri="{FF2B5EF4-FFF2-40B4-BE49-F238E27FC236}">
                <a16:creationId xmlns:a16="http://schemas.microsoft.com/office/drawing/2014/main" id="{9CCC2B2F-FD05-4E53-B4E7-4E0A9904F738}"/>
              </a:ext>
            </a:extLst>
          </p:cNvPr>
          <p:cNvSpPr>
            <a:spLocks noGrp="1"/>
          </p:cNvSpPr>
          <p:nvPr/>
        </p:nvSpPr>
        <p:spPr>
          <a:xfrm>
            <a:off x="5334012" y="369664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188">
              <a:alpha val="100000"/>
            </a:srgbClr>
          </a:solidFill>
          <a:ln w="2540">
            <a:solidFill>
              <a:srgbClr val="1FA188">
                <a:alpha val="100000"/>
              </a:srgbClr>
            </a:solidFill>
            <a:prstDash val="solid"/>
          </a:ln>
        </p:spPr>
      </p:sp>
      <p:sp>
        <p:nvSpPr>
          <p:cNvPr id="4169" name="LigandSeek2_vs_LigandSeek1_path_9683">
            <a:extLst>
              <a:ext uri="{FF2B5EF4-FFF2-40B4-BE49-F238E27FC236}">
                <a16:creationId xmlns:a16="http://schemas.microsoft.com/office/drawing/2014/main" id="{EB8F5D35-4A13-4B63-9681-4C9A4F3565C5}"/>
              </a:ext>
            </a:extLst>
          </p:cNvPr>
          <p:cNvSpPr>
            <a:spLocks noGrp="1"/>
          </p:cNvSpPr>
          <p:nvPr/>
        </p:nvSpPr>
        <p:spPr>
          <a:xfrm>
            <a:off x="5334012" y="368942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A088">
              <a:alpha val="100000"/>
            </a:srgbClr>
          </a:solidFill>
          <a:ln w="2540">
            <a:solidFill>
              <a:srgbClr val="1FA088">
                <a:alpha val="100000"/>
              </a:srgbClr>
            </a:solidFill>
            <a:prstDash val="solid"/>
          </a:ln>
        </p:spPr>
      </p:sp>
      <p:sp>
        <p:nvSpPr>
          <p:cNvPr id="4170" name="LigandSeek2_vs_LigandSeek1_path_9684">
            <a:extLst>
              <a:ext uri="{FF2B5EF4-FFF2-40B4-BE49-F238E27FC236}">
                <a16:creationId xmlns:a16="http://schemas.microsoft.com/office/drawing/2014/main" id="{AC7F6F8E-3090-486C-A538-1E80BC049799}"/>
              </a:ext>
            </a:extLst>
          </p:cNvPr>
          <p:cNvSpPr>
            <a:spLocks noGrp="1"/>
          </p:cNvSpPr>
          <p:nvPr/>
        </p:nvSpPr>
        <p:spPr>
          <a:xfrm>
            <a:off x="5334012" y="368220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F88">
              <a:alpha val="100000"/>
            </a:srgbClr>
          </a:solidFill>
          <a:ln w="2540">
            <a:solidFill>
              <a:srgbClr val="1F9F88">
                <a:alpha val="100000"/>
              </a:srgbClr>
            </a:solidFill>
            <a:prstDash val="solid"/>
          </a:ln>
        </p:spPr>
      </p:sp>
      <p:sp>
        <p:nvSpPr>
          <p:cNvPr id="4171" name="LigandSeek2_vs_LigandSeek1_path_9685">
            <a:extLst>
              <a:ext uri="{FF2B5EF4-FFF2-40B4-BE49-F238E27FC236}">
                <a16:creationId xmlns:a16="http://schemas.microsoft.com/office/drawing/2014/main" id="{E7324665-43E8-4720-B8A3-E79A7C921650}"/>
              </a:ext>
            </a:extLst>
          </p:cNvPr>
          <p:cNvSpPr>
            <a:spLocks noGrp="1"/>
          </p:cNvSpPr>
          <p:nvPr/>
        </p:nvSpPr>
        <p:spPr>
          <a:xfrm>
            <a:off x="5334012" y="367498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E89">
              <a:alpha val="100000"/>
            </a:srgbClr>
          </a:solidFill>
          <a:ln w="2540">
            <a:solidFill>
              <a:srgbClr val="1F9E89">
                <a:alpha val="100000"/>
              </a:srgbClr>
            </a:solidFill>
            <a:prstDash val="solid"/>
          </a:ln>
        </p:spPr>
      </p:sp>
      <p:sp>
        <p:nvSpPr>
          <p:cNvPr id="4172" name="LigandSeek2_vs_LigandSeek1_path_9686">
            <a:extLst>
              <a:ext uri="{FF2B5EF4-FFF2-40B4-BE49-F238E27FC236}">
                <a16:creationId xmlns:a16="http://schemas.microsoft.com/office/drawing/2014/main" id="{F256C135-433D-4FDA-BB7E-ACE744D3D3E7}"/>
              </a:ext>
            </a:extLst>
          </p:cNvPr>
          <p:cNvSpPr>
            <a:spLocks noGrp="1"/>
          </p:cNvSpPr>
          <p:nvPr/>
        </p:nvSpPr>
        <p:spPr>
          <a:xfrm>
            <a:off x="5334012" y="366776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E9D89">
              <a:alpha val="100000"/>
            </a:srgbClr>
          </a:solidFill>
          <a:ln w="2540">
            <a:solidFill>
              <a:srgbClr val="1E9D89">
                <a:alpha val="100000"/>
              </a:srgbClr>
            </a:solidFill>
            <a:prstDash val="solid"/>
          </a:ln>
        </p:spPr>
      </p:sp>
      <p:sp>
        <p:nvSpPr>
          <p:cNvPr id="4173" name="LigandSeek2_vs_LigandSeek1_path_9687">
            <a:extLst>
              <a:ext uri="{FF2B5EF4-FFF2-40B4-BE49-F238E27FC236}">
                <a16:creationId xmlns:a16="http://schemas.microsoft.com/office/drawing/2014/main" id="{C4A7FA08-0A98-4220-AB52-41AB40D9181F}"/>
              </a:ext>
            </a:extLst>
          </p:cNvPr>
          <p:cNvSpPr>
            <a:spLocks noGrp="1"/>
          </p:cNvSpPr>
          <p:nvPr/>
        </p:nvSpPr>
        <p:spPr>
          <a:xfrm>
            <a:off x="5334012" y="366054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E9C89">
              <a:alpha val="100000"/>
            </a:srgbClr>
          </a:solidFill>
          <a:ln w="2540">
            <a:solidFill>
              <a:srgbClr val="1E9C89">
                <a:alpha val="100000"/>
              </a:srgbClr>
            </a:solidFill>
            <a:prstDash val="solid"/>
          </a:ln>
        </p:spPr>
      </p:sp>
      <p:sp>
        <p:nvSpPr>
          <p:cNvPr id="4174" name="LigandSeek2_vs_LigandSeek1_path_9688">
            <a:extLst>
              <a:ext uri="{FF2B5EF4-FFF2-40B4-BE49-F238E27FC236}">
                <a16:creationId xmlns:a16="http://schemas.microsoft.com/office/drawing/2014/main" id="{C30DF8D1-8CD5-4D85-83BE-73D0A1C54311}"/>
              </a:ext>
            </a:extLst>
          </p:cNvPr>
          <p:cNvSpPr>
            <a:spLocks noGrp="1"/>
          </p:cNvSpPr>
          <p:nvPr/>
        </p:nvSpPr>
        <p:spPr>
          <a:xfrm>
            <a:off x="5334012" y="365332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E9B8A">
              <a:alpha val="100000"/>
            </a:srgbClr>
          </a:solidFill>
          <a:ln w="2540">
            <a:solidFill>
              <a:srgbClr val="1E9B8A">
                <a:alpha val="100000"/>
              </a:srgbClr>
            </a:solidFill>
            <a:prstDash val="solid"/>
          </a:ln>
        </p:spPr>
      </p:sp>
      <p:sp>
        <p:nvSpPr>
          <p:cNvPr id="4175" name="LigandSeek2_vs_LigandSeek1_path_9689">
            <a:extLst>
              <a:ext uri="{FF2B5EF4-FFF2-40B4-BE49-F238E27FC236}">
                <a16:creationId xmlns:a16="http://schemas.microsoft.com/office/drawing/2014/main" id="{721A5CC3-9A2C-4EFF-AE1A-011E2D1131B0}"/>
              </a:ext>
            </a:extLst>
          </p:cNvPr>
          <p:cNvSpPr>
            <a:spLocks noGrp="1"/>
          </p:cNvSpPr>
          <p:nvPr/>
        </p:nvSpPr>
        <p:spPr>
          <a:xfrm>
            <a:off x="5334012" y="364610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A8A">
              <a:alpha val="100000"/>
            </a:srgbClr>
          </a:solidFill>
          <a:ln w="2540">
            <a:solidFill>
              <a:srgbClr val="1F9A8A">
                <a:alpha val="100000"/>
              </a:srgbClr>
            </a:solidFill>
            <a:prstDash val="solid"/>
          </a:ln>
        </p:spPr>
      </p:sp>
      <p:sp>
        <p:nvSpPr>
          <p:cNvPr id="4176" name="LigandSeek2_vs_LigandSeek1_path_9690">
            <a:extLst>
              <a:ext uri="{FF2B5EF4-FFF2-40B4-BE49-F238E27FC236}">
                <a16:creationId xmlns:a16="http://schemas.microsoft.com/office/drawing/2014/main" id="{B2233C8D-29B7-43EB-A663-2A7F2143E47B}"/>
              </a:ext>
            </a:extLst>
          </p:cNvPr>
          <p:cNvSpPr>
            <a:spLocks noGrp="1"/>
          </p:cNvSpPr>
          <p:nvPr/>
        </p:nvSpPr>
        <p:spPr>
          <a:xfrm>
            <a:off x="5334012" y="363888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98A">
              <a:alpha val="100000"/>
            </a:srgbClr>
          </a:solidFill>
          <a:ln w="2540">
            <a:solidFill>
              <a:srgbClr val="1F998A">
                <a:alpha val="100000"/>
              </a:srgbClr>
            </a:solidFill>
            <a:prstDash val="solid"/>
          </a:ln>
        </p:spPr>
      </p:sp>
      <p:sp>
        <p:nvSpPr>
          <p:cNvPr id="4177" name="LigandSeek2_vs_LigandSeek1_path_9691">
            <a:extLst>
              <a:ext uri="{FF2B5EF4-FFF2-40B4-BE49-F238E27FC236}">
                <a16:creationId xmlns:a16="http://schemas.microsoft.com/office/drawing/2014/main" id="{0E4E285B-B00B-4633-9AD9-4B89005ACD68}"/>
              </a:ext>
            </a:extLst>
          </p:cNvPr>
          <p:cNvSpPr>
            <a:spLocks noGrp="1"/>
          </p:cNvSpPr>
          <p:nvPr/>
        </p:nvSpPr>
        <p:spPr>
          <a:xfrm>
            <a:off x="5334012" y="363166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88B">
              <a:alpha val="100000"/>
            </a:srgbClr>
          </a:solidFill>
          <a:ln w="2540">
            <a:solidFill>
              <a:srgbClr val="1F988B">
                <a:alpha val="100000"/>
              </a:srgbClr>
            </a:solidFill>
            <a:prstDash val="solid"/>
          </a:ln>
        </p:spPr>
      </p:sp>
      <p:sp>
        <p:nvSpPr>
          <p:cNvPr id="4178" name="LigandSeek2_vs_LigandSeek1_path_9692">
            <a:extLst>
              <a:ext uri="{FF2B5EF4-FFF2-40B4-BE49-F238E27FC236}">
                <a16:creationId xmlns:a16="http://schemas.microsoft.com/office/drawing/2014/main" id="{0AF11E5D-DBA4-47F9-8E4B-B58EEE574ECA}"/>
              </a:ext>
            </a:extLst>
          </p:cNvPr>
          <p:cNvSpPr>
            <a:spLocks noGrp="1"/>
          </p:cNvSpPr>
          <p:nvPr/>
        </p:nvSpPr>
        <p:spPr>
          <a:xfrm>
            <a:off x="5334012" y="362444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78B">
              <a:alpha val="100000"/>
            </a:srgbClr>
          </a:solidFill>
          <a:ln w="2540">
            <a:solidFill>
              <a:srgbClr val="1F978B">
                <a:alpha val="100000"/>
              </a:srgbClr>
            </a:solidFill>
            <a:prstDash val="solid"/>
          </a:ln>
        </p:spPr>
      </p:sp>
      <p:sp>
        <p:nvSpPr>
          <p:cNvPr id="4179" name="LigandSeek2_vs_LigandSeek1_path_9693">
            <a:extLst>
              <a:ext uri="{FF2B5EF4-FFF2-40B4-BE49-F238E27FC236}">
                <a16:creationId xmlns:a16="http://schemas.microsoft.com/office/drawing/2014/main" id="{747B13FE-AEAC-43C2-8297-91CF4363DA56}"/>
              </a:ext>
            </a:extLst>
          </p:cNvPr>
          <p:cNvSpPr>
            <a:spLocks noGrp="1"/>
          </p:cNvSpPr>
          <p:nvPr/>
        </p:nvSpPr>
        <p:spPr>
          <a:xfrm>
            <a:off x="5334012" y="361722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68B">
              <a:alpha val="100000"/>
            </a:srgbClr>
          </a:solidFill>
          <a:ln w="2540">
            <a:solidFill>
              <a:srgbClr val="1F968B">
                <a:alpha val="100000"/>
              </a:srgbClr>
            </a:solidFill>
            <a:prstDash val="solid"/>
          </a:ln>
        </p:spPr>
      </p:sp>
      <p:sp>
        <p:nvSpPr>
          <p:cNvPr id="4180" name="LigandSeek2_vs_LigandSeek1_path_9694">
            <a:extLst>
              <a:ext uri="{FF2B5EF4-FFF2-40B4-BE49-F238E27FC236}">
                <a16:creationId xmlns:a16="http://schemas.microsoft.com/office/drawing/2014/main" id="{8459B68E-9C2A-4F8B-8B46-E4A357D1116A}"/>
              </a:ext>
            </a:extLst>
          </p:cNvPr>
          <p:cNvSpPr>
            <a:spLocks noGrp="1"/>
          </p:cNvSpPr>
          <p:nvPr/>
        </p:nvSpPr>
        <p:spPr>
          <a:xfrm>
            <a:off x="5334012" y="361000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58B">
              <a:alpha val="100000"/>
            </a:srgbClr>
          </a:solidFill>
          <a:ln w="2540">
            <a:solidFill>
              <a:srgbClr val="1F958B">
                <a:alpha val="100000"/>
              </a:srgbClr>
            </a:solidFill>
            <a:prstDash val="solid"/>
          </a:ln>
        </p:spPr>
      </p:sp>
      <p:sp>
        <p:nvSpPr>
          <p:cNvPr id="4181" name="LigandSeek2_vs_LigandSeek1_path_9695">
            <a:extLst>
              <a:ext uri="{FF2B5EF4-FFF2-40B4-BE49-F238E27FC236}">
                <a16:creationId xmlns:a16="http://schemas.microsoft.com/office/drawing/2014/main" id="{97B7B367-B1D8-4DB3-AB1F-9B8BF53B94D8}"/>
              </a:ext>
            </a:extLst>
          </p:cNvPr>
          <p:cNvSpPr>
            <a:spLocks noGrp="1"/>
          </p:cNvSpPr>
          <p:nvPr/>
        </p:nvSpPr>
        <p:spPr>
          <a:xfrm>
            <a:off x="5334012" y="360278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1F948C">
              <a:alpha val="100000"/>
            </a:srgbClr>
          </a:solidFill>
          <a:ln w="2540">
            <a:solidFill>
              <a:srgbClr val="1F948C">
                <a:alpha val="100000"/>
              </a:srgbClr>
            </a:solidFill>
            <a:prstDash val="solid"/>
          </a:ln>
        </p:spPr>
      </p:sp>
      <p:sp>
        <p:nvSpPr>
          <p:cNvPr id="4182" name="LigandSeek2_vs_LigandSeek1_path_9696">
            <a:extLst>
              <a:ext uri="{FF2B5EF4-FFF2-40B4-BE49-F238E27FC236}">
                <a16:creationId xmlns:a16="http://schemas.microsoft.com/office/drawing/2014/main" id="{55CC5A4C-C5ED-43B2-9D56-F9F51C501246}"/>
              </a:ext>
            </a:extLst>
          </p:cNvPr>
          <p:cNvSpPr>
            <a:spLocks noGrp="1"/>
          </p:cNvSpPr>
          <p:nvPr/>
        </p:nvSpPr>
        <p:spPr>
          <a:xfrm>
            <a:off x="5334012" y="359556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938C">
              <a:alpha val="100000"/>
            </a:srgbClr>
          </a:solidFill>
          <a:ln w="2540">
            <a:solidFill>
              <a:srgbClr val="20938C">
                <a:alpha val="100000"/>
              </a:srgbClr>
            </a:solidFill>
            <a:prstDash val="solid"/>
          </a:ln>
        </p:spPr>
      </p:sp>
      <p:sp>
        <p:nvSpPr>
          <p:cNvPr id="4183" name="LigandSeek2_vs_LigandSeek1_path_9697">
            <a:extLst>
              <a:ext uri="{FF2B5EF4-FFF2-40B4-BE49-F238E27FC236}">
                <a16:creationId xmlns:a16="http://schemas.microsoft.com/office/drawing/2014/main" id="{5F51CC9A-5C37-487A-B079-DAC9F356BEE6}"/>
              </a:ext>
            </a:extLst>
          </p:cNvPr>
          <p:cNvSpPr>
            <a:spLocks noGrp="1"/>
          </p:cNvSpPr>
          <p:nvPr/>
        </p:nvSpPr>
        <p:spPr>
          <a:xfrm>
            <a:off x="5334012" y="358834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928C">
              <a:alpha val="100000"/>
            </a:srgbClr>
          </a:solidFill>
          <a:ln w="2540">
            <a:solidFill>
              <a:srgbClr val="20928C">
                <a:alpha val="100000"/>
              </a:srgbClr>
            </a:solidFill>
            <a:prstDash val="solid"/>
          </a:ln>
        </p:spPr>
      </p:sp>
      <p:sp>
        <p:nvSpPr>
          <p:cNvPr id="4184" name="LigandSeek2_vs_LigandSeek1_path_9698">
            <a:extLst>
              <a:ext uri="{FF2B5EF4-FFF2-40B4-BE49-F238E27FC236}">
                <a16:creationId xmlns:a16="http://schemas.microsoft.com/office/drawing/2014/main" id="{7B8CD034-F367-4FB3-ABD3-35BF8EDAFAAA}"/>
              </a:ext>
            </a:extLst>
          </p:cNvPr>
          <p:cNvSpPr>
            <a:spLocks noGrp="1"/>
          </p:cNvSpPr>
          <p:nvPr/>
        </p:nvSpPr>
        <p:spPr>
          <a:xfrm>
            <a:off x="5334012" y="358112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0928C">
              <a:alpha val="100000"/>
            </a:srgbClr>
          </a:solidFill>
          <a:ln w="2540">
            <a:solidFill>
              <a:srgbClr val="20928C">
                <a:alpha val="100000"/>
              </a:srgbClr>
            </a:solidFill>
            <a:prstDash val="solid"/>
          </a:ln>
        </p:spPr>
      </p:sp>
      <p:sp>
        <p:nvSpPr>
          <p:cNvPr id="4185" name="LigandSeek2_vs_LigandSeek1_path_9699">
            <a:extLst>
              <a:ext uri="{FF2B5EF4-FFF2-40B4-BE49-F238E27FC236}">
                <a16:creationId xmlns:a16="http://schemas.microsoft.com/office/drawing/2014/main" id="{8C7967F5-EFE1-4732-B1CC-B97484A46E5F}"/>
              </a:ext>
            </a:extLst>
          </p:cNvPr>
          <p:cNvSpPr>
            <a:spLocks noGrp="1"/>
          </p:cNvSpPr>
          <p:nvPr/>
        </p:nvSpPr>
        <p:spPr>
          <a:xfrm>
            <a:off x="5334012" y="357390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918C">
              <a:alpha val="100000"/>
            </a:srgbClr>
          </a:solidFill>
          <a:ln w="2540">
            <a:solidFill>
              <a:srgbClr val="21918C">
                <a:alpha val="100000"/>
              </a:srgbClr>
            </a:solidFill>
            <a:prstDash val="solid"/>
          </a:ln>
        </p:spPr>
      </p:sp>
      <p:sp>
        <p:nvSpPr>
          <p:cNvPr id="4186" name="LigandSeek2_vs_LigandSeek1_path_9700">
            <a:extLst>
              <a:ext uri="{FF2B5EF4-FFF2-40B4-BE49-F238E27FC236}">
                <a16:creationId xmlns:a16="http://schemas.microsoft.com/office/drawing/2014/main" id="{4DC69134-E5C5-418C-819F-A2596FDBBCAC}"/>
              </a:ext>
            </a:extLst>
          </p:cNvPr>
          <p:cNvSpPr>
            <a:spLocks noGrp="1"/>
          </p:cNvSpPr>
          <p:nvPr/>
        </p:nvSpPr>
        <p:spPr>
          <a:xfrm>
            <a:off x="5334012" y="356668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908D">
              <a:alpha val="100000"/>
            </a:srgbClr>
          </a:solidFill>
          <a:ln w="2540">
            <a:solidFill>
              <a:srgbClr val="21908D">
                <a:alpha val="100000"/>
              </a:srgbClr>
            </a:solidFill>
            <a:prstDash val="solid"/>
          </a:ln>
        </p:spPr>
      </p:sp>
      <p:sp>
        <p:nvSpPr>
          <p:cNvPr id="4187" name="LigandSeek2_vs_LigandSeek1_path_9701">
            <a:extLst>
              <a:ext uri="{FF2B5EF4-FFF2-40B4-BE49-F238E27FC236}">
                <a16:creationId xmlns:a16="http://schemas.microsoft.com/office/drawing/2014/main" id="{5CD76DE3-F1D9-4BA5-8259-56A15ECE3C57}"/>
              </a:ext>
            </a:extLst>
          </p:cNvPr>
          <p:cNvSpPr>
            <a:spLocks noGrp="1"/>
          </p:cNvSpPr>
          <p:nvPr/>
        </p:nvSpPr>
        <p:spPr>
          <a:xfrm>
            <a:off x="5334012" y="355945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8F8D">
              <a:alpha val="100000"/>
            </a:srgbClr>
          </a:solidFill>
          <a:ln w="2540">
            <a:solidFill>
              <a:srgbClr val="218F8D">
                <a:alpha val="100000"/>
              </a:srgbClr>
            </a:solidFill>
            <a:prstDash val="solid"/>
          </a:ln>
        </p:spPr>
      </p:sp>
      <p:sp>
        <p:nvSpPr>
          <p:cNvPr id="4188" name="LigandSeek2_vs_LigandSeek1_path_9702">
            <a:extLst>
              <a:ext uri="{FF2B5EF4-FFF2-40B4-BE49-F238E27FC236}">
                <a16:creationId xmlns:a16="http://schemas.microsoft.com/office/drawing/2014/main" id="{9F6DC88C-6276-435B-9D0C-E9AA5B40145E}"/>
              </a:ext>
            </a:extLst>
          </p:cNvPr>
          <p:cNvSpPr>
            <a:spLocks noGrp="1"/>
          </p:cNvSpPr>
          <p:nvPr/>
        </p:nvSpPr>
        <p:spPr>
          <a:xfrm>
            <a:off x="5334012" y="355223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18E8D">
              <a:alpha val="100000"/>
            </a:srgbClr>
          </a:solidFill>
          <a:ln w="2540">
            <a:solidFill>
              <a:srgbClr val="218E8D">
                <a:alpha val="100000"/>
              </a:srgbClr>
            </a:solidFill>
            <a:prstDash val="solid"/>
          </a:ln>
        </p:spPr>
      </p:sp>
      <p:sp>
        <p:nvSpPr>
          <p:cNvPr id="4189" name="LigandSeek2_vs_LigandSeek1_path_9703">
            <a:extLst>
              <a:ext uri="{FF2B5EF4-FFF2-40B4-BE49-F238E27FC236}">
                <a16:creationId xmlns:a16="http://schemas.microsoft.com/office/drawing/2014/main" id="{07B5CE93-8900-4B30-8A6F-3A5B6A16274F}"/>
              </a:ext>
            </a:extLst>
          </p:cNvPr>
          <p:cNvSpPr>
            <a:spLocks noGrp="1"/>
          </p:cNvSpPr>
          <p:nvPr/>
        </p:nvSpPr>
        <p:spPr>
          <a:xfrm>
            <a:off x="5334012" y="354501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8D8D">
              <a:alpha val="100000"/>
            </a:srgbClr>
          </a:solidFill>
          <a:ln w="2540">
            <a:solidFill>
              <a:srgbClr val="228D8D">
                <a:alpha val="100000"/>
              </a:srgbClr>
            </a:solidFill>
            <a:prstDash val="solid"/>
          </a:ln>
        </p:spPr>
      </p:sp>
      <p:sp>
        <p:nvSpPr>
          <p:cNvPr id="4190" name="LigandSeek2_vs_LigandSeek1_path_9704">
            <a:extLst>
              <a:ext uri="{FF2B5EF4-FFF2-40B4-BE49-F238E27FC236}">
                <a16:creationId xmlns:a16="http://schemas.microsoft.com/office/drawing/2014/main" id="{42C669D8-A8B9-4C43-85A8-D5FCBF327E0B}"/>
              </a:ext>
            </a:extLst>
          </p:cNvPr>
          <p:cNvSpPr>
            <a:spLocks noGrp="1"/>
          </p:cNvSpPr>
          <p:nvPr/>
        </p:nvSpPr>
        <p:spPr>
          <a:xfrm>
            <a:off x="5334012" y="353779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8C8D">
              <a:alpha val="100000"/>
            </a:srgbClr>
          </a:solidFill>
          <a:ln w="2540">
            <a:solidFill>
              <a:srgbClr val="228C8D">
                <a:alpha val="100000"/>
              </a:srgbClr>
            </a:solidFill>
            <a:prstDash val="solid"/>
          </a:ln>
        </p:spPr>
      </p:sp>
      <p:sp>
        <p:nvSpPr>
          <p:cNvPr id="4191" name="LigandSeek2_vs_LigandSeek1_path_9705">
            <a:extLst>
              <a:ext uri="{FF2B5EF4-FFF2-40B4-BE49-F238E27FC236}">
                <a16:creationId xmlns:a16="http://schemas.microsoft.com/office/drawing/2014/main" id="{C7752885-E7B7-4E67-BF4F-857AFC71129C}"/>
              </a:ext>
            </a:extLst>
          </p:cNvPr>
          <p:cNvSpPr>
            <a:spLocks noGrp="1"/>
          </p:cNvSpPr>
          <p:nvPr/>
        </p:nvSpPr>
        <p:spPr>
          <a:xfrm>
            <a:off x="5334012" y="353057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28B8D">
              <a:alpha val="100000"/>
            </a:srgbClr>
          </a:solidFill>
          <a:ln w="2540">
            <a:solidFill>
              <a:srgbClr val="228B8D">
                <a:alpha val="100000"/>
              </a:srgbClr>
            </a:solidFill>
            <a:prstDash val="solid"/>
          </a:ln>
        </p:spPr>
      </p:sp>
      <p:sp>
        <p:nvSpPr>
          <p:cNvPr id="4192" name="LigandSeek2_vs_LigandSeek1_path_9706">
            <a:extLst>
              <a:ext uri="{FF2B5EF4-FFF2-40B4-BE49-F238E27FC236}">
                <a16:creationId xmlns:a16="http://schemas.microsoft.com/office/drawing/2014/main" id="{959A753E-FEEF-4E29-A3F4-ECDFE720FECC}"/>
              </a:ext>
            </a:extLst>
          </p:cNvPr>
          <p:cNvSpPr>
            <a:spLocks noGrp="1"/>
          </p:cNvSpPr>
          <p:nvPr/>
        </p:nvSpPr>
        <p:spPr>
          <a:xfrm>
            <a:off x="5334012" y="352335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8A8D">
              <a:alpha val="100000"/>
            </a:srgbClr>
          </a:solidFill>
          <a:ln w="2540">
            <a:solidFill>
              <a:srgbClr val="238A8D">
                <a:alpha val="100000"/>
              </a:srgbClr>
            </a:solidFill>
            <a:prstDash val="solid"/>
          </a:ln>
        </p:spPr>
      </p:sp>
      <p:sp>
        <p:nvSpPr>
          <p:cNvPr id="4193" name="LigandSeek2_vs_LigandSeek1_path_9707">
            <a:extLst>
              <a:ext uri="{FF2B5EF4-FFF2-40B4-BE49-F238E27FC236}">
                <a16:creationId xmlns:a16="http://schemas.microsoft.com/office/drawing/2014/main" id="{B6C73E73-6C98-4335-B1AB-5BE976207D42}"/>
              </a:ext>
            </a:extLst>
          </p:cNvPr>
          <p:cNvSpPr>
            <a:spLocks noGrp="1"/>
          </p:cNvSpPr>
          <p:nvPr/>
        </p:nvSpPr>
        <p:spPr>
          <a:xfrm>
            <a:off x="5334012" y="351613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898E">
              <a:alpha val="100000"/>
            </a:srgbClr>
          </a:solidFill>
          <a:ln w="2540">
            <a:solidFill>
              <a:srgbClr val="23898E">
                <a:alpha val="100000"/>
              </a:srgbClr>
            </a:solidFill>
            <a:prstDash val="solid"/>
          </a:ln>
        </p:spPr>
      </p:sp>
      <p:sp>
        <p:nvSpPr>
          <p:cNvPr id="4194" name="LigandSeek2_vs_LigandSeek1_path_9708">
            <a:extLst>
              <a:ext uri="{FF2B5EF4-FFF2-40B4-BE49-F238E27FC236}">
                <a16:creationId xmlns:a16="http://schemas.microsoft.com/office/drawing/2014/main" id="{A0A5ABCA-1BB4-4DF2-9B03-0C939B9CD77F}"/>
              </a:ext>
            </a:extLst>
          </p:cNvPr>
          <p:cNvSpPr>
            <a:spLocks noGrp="1"/>
          </p:cNvSpPr>
          <p:nvPr/>
        </p:nvSpPr>
        <p:spPr>
          <a:xfrm>
            <a:off x="5334012" y="350891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3888E">
              <a:alpha val="100000"/>
            </a:srgbClr>
          </a:solidFill>
          <a:ln w="2540">
            <a:solidFill>
              <a:srgbClr val="23888E">
                <a:alpha val="100000"/>
              </a:srgbClr>
            </a:solidFill>
            <a:prstDash val="solid"/>
          </a:ln>
        </p:spPr>
      </p:sp>
      <p:sp>
        <p:nvSpPr>
          <p:cNvPr id="4195" name="LigandSeek2_vs_LigandSeek1_path_9709">
            <a:extLst>
              <a:ext uri="{FF2B5EF4-FFF2-40B4-BE49-F238E27FC236}">
                <a16:creationId xmlns:a16="http://schemas.microsoft.com/office/drawing/2014/main" id="{C3E2FA61-4907-491C-A0ED-8CFB18AB05FB}"/>
              </a:ext>
            </a:extLst>
          </p:cNvPr>
          <p:cNvSpPr>
            <a:spLocks noGrp="1"/>
          </p:cNvSpPr>
          <p:nvPr/>
        </p:nvSpPr>
        <p:spPr>
          <a:xfrm>
            <a:off x="5334012" y="350169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4878E">
              <a:alpha val="100000"/>
            </a:srgbClr>
          </a:solidFill>
          <a:ln w="2540">
            <a:solidFill>
              <a:srgbClr val="24878E">
                <a:alpha val="100000"/>
              </a:srgbClr>
            </a:solidFill>
            <a:prstDash val="solid"/>
          </a:ln>
        </p:spPr>
      </p:sp>
      <p:sp>
        <p:nvSpPr>
          <p:cNvPr id="4196" name="LigandSeek2_vs_LigandSeek1_path_9710">
            <a:extLst>
              <a:ext uri="{FF2B5EF4-FFF2-40B4-BE49-F238E27FC236}">
                <a16:creationId xmlns:a16="http://schemas.microsoft.com/office/drawing/2014/main" id="{0ADA97B8-7D22-42AB-B109-0AA68DE0F33F}"/>
              </a:ext>
            </a:extLst>
          </p:cNvPr>
          <p:cNvSpPr>
            <a:spLocks noGrp="1"/>
          </p:cNvSpPr>
          <p:nvPr/>
        </p:nvSpPr>
        <p:spPr>
          <a:xfrm>
            <a:off x="5334012" y="349447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4868E">
              <a:alpha val="100000"/>
            </a:srgbClr>
          </a:solidFill>
          <a:ln w="2540">
            <a:solidFill>
              <a:srgbClr val="24868E">
                <a:alpha val="100000"/>
              </a:srgbClr>
            </a:solidFill>
            <a:prstDash val="solid"/>
          </a:ln>
        </p:spPr>
      </p:sp>
      <p:sp>
        <p:nvSpPr>
          <p:cNvPr id="4197" name="LigandSeek2_vs_LigandSeek1_path_9711">
            <a:extLst>
              <a:ext uri="{FF2B5EF4-FFF2-40B4-BE49-F238E27FC236}">
                <a16:creationId xmlns:a16="http://schemas.microsoft.com/office/drawing/2014/main" id="{0A144276-6FF0-4A3E-9C91-C2EBE7B76C34}"/>
              </a:ext>
            </a:extLst>
          </p:cNvPr>
          <p:cNvSpPr>
            <a:spLocks noGrp="1"/>
          </p:cNvSpPr>
          <p:nvPr/>
        </p:nvSpPr>
        <p:spPr>
          <a:xfrm>
            <a:off x="5334012" y="348725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858E">
              <a:alpha val="100000"/>
            </a:srgbClr>
          </a:solidFill>
          <a:ln w="2540">
            <a:solidFill>
              <a:srgbClr val="25858E">
                <a:alpha val="100000"/>
              </a:srgbClr>
            </a:solidFill>
            <a:prstDash val="solid"/>
          </a:ln>
        </p:spPr>
      </p:sp>
      <p:sp>
        <p:nvSpPr>
          <p:cNvPr id="4198" name="LigandSeek2_vs_LigandSeek1_path_9712">
            <a:extLst>
              <a:ext uri="{FF2B5EF4-FFF2-40B4-BE49-F238E27FC236}">
                <a16:creationId xmlns:a16="http://schemas.microsoft.com/office/drawing/2014/main" id="{D7EA3023-43A8-41E7-8DA5-0AF6D5EC16D0}"/>
              </a:ext>
            </a:extLst>
          </p:cNvPr>
          <p:cNvSpPr>
            <a:spLocks noGrp="1"/>
          </p:cNvSpPr>
          <p:nvPr/>
        </p:nvSpPr>
        <p:spPr>
          <a:xfrm>
            <a:off x="5334012" y="348003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848E">
              <a:alpha val="100000"/>
            </a:srgbClr>
          </a:solidFill>
          <a:ln w="2540">
            <a:solidFill>
              <a:srgbClr val="25848E">
                <a:alpha val="100000"/>
              </a:srgbClr>
            </a:solidFill>
            <a:prstDash val="solid"/>
          </a:ln>
        </p:spPr>
      </p:sp>
      <p:sp>
        <p:nvSpPr>
          <p:cNvPr id="4199" name="LigandSeek2_vs_LigandSeek1_path_9713">
            <a:extLst>
              <a:ext uri="{FF2B5EF4-FFF2-40B4-BE49-F238E27FC236}">
                <a16:creationId xmlns:a16="http://schemas.microsoft.com/office/drawing/2014/main" id="{08D0A9AF-45FF-41CC-925B-B4BDE56562BB}"/>
              </a:ext>
            </a:extLst>
          </p:cNvPr>
          <p:cNvSpPr>
            <a:spLocks noGrp="1"/>
          </p:cNvSpPr>
          <p:nvPr/>
        </p:nvSpPr>
        <p:spPr>
          <a:xfrm>
            <a:off x="5334012" y="347281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5838E">
              <a:alpha val="100000"/>
            </a:srgbClr>
          </a:solidFill>
          <a:ln w="2540">
            <a:solidFill>
              <a:srgbClr val="25838E">
                <a:alpha val="100000"/>
              </a:srgbClr>
            </a:solidFill>
            <a:prstDash val="solid"/>
          </a:ln>
        </p:spPr>
      </p:sp>
      <p:sp>
        <p:nvSpPr>
          <p:cNvPr id="4200" name="LigandSeek2_vs_LigandSeek1_path_9714">
            <a:extLst>
              <a:ext uri="{FF2B5EF4-FFF2-40B4-BE49-F238E27FC236}">
                <a16:creationId xmlns:a16="http://schemas.microsoft.com/office/drawing/2014/main" id="{A0751203-51F8-4972-8F4B-7E62EF35F5AC}"/>
              </a:ext>
            </a:extLst>
          </p:cNvPr>
          <p:cNvSpPr>
            <a:spLocks noGrp="1"/>
          </p:cNvSpPr>
          <p:nvPr/>
        </p:nvSpPr>
        <p:spPr>
          <a:xfrm>
            <a:off x="5334012" y="346559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828E">
              <a:alpha val="100000"/>
            </a:srgbClr>
          </a:solidFill>
          <a:ln w="2540">
            <a:solidFill>
              <a:srgbClr val="26828E">
                <a:alpha val="100000"/>
              </a:srgbClr>
            </a:solidFill>
            <a:prstDash val="solid"/>
          </a:ln>
        </p:spPr>
      </p:sp>
      <p:sp>
        <p:nvSpPr>
          <p:cNvPr id="4201" name="LigandSeek2_vs_LigandSeek1_path_9715">
            <a:extLst>
              <a:ext uri="{FF2B5EF4-FFF2-40B4-BE49-F238E27FC236}">
                <a16:creationId xmlns:a16="http://schemas.microsoft.com/office/drawing/2014/main" id="{55BE9784-FD88-4A12-AB74-FC8D897CCAB7}"/>
              </a:ext>
            </a:extLst>
          </p:cNvPr>
          <p:cNvSpPr>
            <a:spLocks noGrp="1"/>
          </p:cNvSpPr>
          <p:nvPr/>
        </p:nvSpPr>
        <p:spPr>
          <a:xfrm>
            <a:off x="5334012" y="345837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828E">
              <a:alpha val="100000"/>
            </a:srgbClr>
          </a:solidFill>
          <a:ln w="2540">
            <a:solidFill>
              <a:srgbClr val="26828E">
                <a:alpha val="100000"/>
              </a:srgbClr>
            </a:solidFill>
            <a:prstDash val="solid"/>
          </a:ln>
        </p:spPr>
      </p:sp>
      <p:sp>
        <p:nvSpPr>
          <p:cNvPr id="4202" name="LigandSeek2_vs_LigandSeek1_path_9716">
            <a:extLst>
              <a:ext uri="{FF2B5EF4-FFF2-40B4-BE49-F238E27FC236}">
                <a16:creationId xmlns:a16="http://schemas.microsoft.com/office/drawing/2014/main" id="{5CD9D71D-5535-4E8E-A31C-2FE86B380345}"/>
              </a:ext>
            </a:extLst>
          </p:cNvPr>
          <p:cNvSpPr>
            <a:spLocks noGrp="1"/>
          </p:cNvSpPr>
          <p:nvPr/>
        </p:nvSpPr>
        <p:spPr>
          <a:xfrm>
            <a:off x="5334012" y="345115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6818E">
              <a:alpha val="100000"/>
            </a:srgbClr>
          </a:solidFill>
          <a:ln w="2540">
            <a:solidFill>
              <a:srgbClr val="26818E">
                <a:alpha val="100000"/>
              </a:srgbClr>
            </a:solidFill>
            <a:prstDash val="solid"/>
          </a:ln>
        </p:spPr>
      </p:sp>
      <p:sp>
        <p:nvSpPr>
          <p:cNvPr id="4203" name="LigandSeek2_vs_LigandSeek1_path_9717">
            <a:extLst>
              <a:ext uri="{FF2B5EF4-FFF2-40B4-BE49-F238E27FC236}">
                <a16:creationId xmlns:a16="http://schemas.microsoft.com/office/drawing/2014/main" id="{DE99AD84-73C3-4D6D-A117-84C688C45177}"/>
              </a:ext>
            </a:extLst>
          </p:cNvPr>
          <p:cNvSpPr>
            <a:spLocks noGrp="1"/>
          </p:cNvSpPr>
          <p:nvPr/>
        </p:nvSpPr>
        <p:spPr>
          <a:xfrm>
            <a:off x="5334012" y="344393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808E">
              <a:alpha val="100000"/>
            </a:srgbClr>
          </a:solidFill>
          <a:ln w="2540">
            <a:solidFill>
              <a:srgbClr val="27808E">
                <a:alpha val="100000"/>
              </a:srgbClr>
            </a:solidFill>
            <a:prstDash val="solid"/>
          </a:ln>
        </p:spPr>
      </p:sp>
      <p:sp>
        <p:nvSpPr>
          <p:cNvPr id="4204" name="LigandSeek2_vs_LigandSeek1_path_9718">
            <a:extLst>
              <a:ext uri="{FF2B5EF4-FFF2-40B4-BE49-F238E27FC236}">
                <a16:creationId xmlns:a16="http://schemas.microsoft.com/office/drawing/2014/main" id="{A267E8A1-617F-4E38-8293-6D85704FE70E}"/>
              </a:ext>
            </a:extLst>
          </p:cNvPr>
          <p:cNvSpPr>
            <a:spLocks noGrp="1"/>
          </p:cNvSpPr>
          <p:nvPr/>
        </p:nvSpPr>
        <p:spPr>
          <a:xfrm>
            <a:off x="5334012" y="343671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7F8E">
              <a:alpha val="100000"/>
            </a:srgbClr>
          </a:solidFill>
          <a:ln w="2540">
            <a:solidFill>
              <a:srgbClr val="277F8E">
                <a:alpha val="100000"/>
              </a:srgbClr>
            </a:solidFill>
            <a:prstDash val="solid"/>
          </a:ln>
        </p:spPr>
      </p:sp>
      <p:sp>
        <p:nvSpPr>
          <p:cNvPr id="4205" name="LigandSeek2_vs_LigandSeek1_path_9719">
            <a:extLst>
              <a:ext uri="{FF2B5EF4-FFF2-40B4-BE49-F238E27FC236}">
                <a16:creationId xmlns:a16="http://schemas.microsoft.com/office/drawing/2014/main" id="{C7C5E227-DD57-4FA2-9C3F-939F8E1D014E}"/>
              </a:ext>
            </a:extLst>
          </p:cNvPr>
          <p:cNvSpPr>
            <a:spLocks noGrp="1"/>
          </p:cNvSpPr>
          <p:nvPr/>
        </p:nvSpPr>
        <p:spPr>
          <a:xfrm>
            <a:off x="5334012" y="342949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77E8E">
              <a:alpha val="100000"/>
            </a:srgbClr>
          </a:solidFill>
          <a:ln w="2540">
            <a:solidFill>
              <a:srgbClr val="277E8E">
                <a:alpha val="100000"/>
              </a:srgbClr>
            </a:solidFill>
            <a:prstDash val="solid"/>
          </a:ln>
        </p:spPr>
      </p:sp>
      <p:sp>
        <p:nvSpPr>
          <p:cNvPr id="4206" name="LigandSeek2_vs_LigandSeek1_path_9720">
            <a:extLst>
              <a:ext uri="{FF2B5EF4-FFF2-40B4-BE49-F238E27FC236}">
                <a16:creationId xmlns:a16="http://schemas.microsoft.com/office/drawing/2014/main" id="{A2CCFB4B-6A9B-4D1B-ABB4-E2C6C61D708A}"/>
              </a:ext>
            </a:extLst>
          </p:cNvPr>
          <p:cNvSpPr>
            <a:spLocks noGrp="1"/>
          </p:cNvSpPr>
          <p:nvPr/>
        </p:nvSpPr>
        <p:spPr>
          <a:xfrm>
            <a:off x="5334012" y="342227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87D8E">
              <a:alpha val="100000"/>
            </a:srgbClr>
          </a:solidFill>
          <a:ln w="2540">
            <a:solidFill>
              <a:srgbClr val="287D8E">
                <a:alpha val="100000"/>
              </a:srgbClr>
            </a:solidFill>
            <a:prstDash val="solid"/>
          </a:ln>
        </p:spPr>
      </p:sp>
      <p:sp>
        <p:nvSpPr>
          <p:cNvPr id="4207" name="LigandSeek2_vs_LigandSeek1_path_9721">
            <a:extLst>
              <a:ext uri="{FF2B5EF4-FFF2-40B4-BE49-F238E27FC236}">
                <a16:creationId xmlns:a16="http://schemas.microsoft.com/office/drawing/2014/main" id="{06198B73-C41F-4183-8967-E4EDEC027202}"/>
              </a:ext>
            </a:extLst>
          </p:cNvPr>
          <p:cNvSpPr>
            <a:spLocks noGrp="1"/>
          </p:cNvSpPr>
          <p:nvPr/>
        </p:nvSpPr>
        <p:spPr>
          <a:xfrm>
            <a:off x="5334012" y="341505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87C8E">
              <a:alpha val="100000"/>
            </a:srgbClr>
          </a:solidFill>
          <a:ln w="2540">
            <a:solidFill>
              <a:srgbClr val="287C8E">
                <a:alpha val="100000"/>
              </a:srgbClr>
            </a:solidFill>
            <a:prstDash val="solid"/>
          </a:ln>
        </p:spPr>
      </p:sp>
      <p:sp>
        <p:nvSpPr>
          <p:cNvPr id="4208" name="LigandSeek2_vs_LigandSeek1_path_9722">
            <a:extLst>
              <a:ext uri="{FF2B5EF4-FFF2-40B4-BE49-F238E27FC236}">
                <a16:creationId xmlns:a16="http://schemas.microsoft.com/office/drawing/2014/main" id="{3EA87BA8-0F6E-40F8-B4F2-A6167FE69094}"/>
              </a:ext>
            </a:extLst>
          </p:cNvPr>
          <p:cNvSpPr>
            <a:spLocks noGrp="1"/>
          </p:cNvSpPr>
          <p:nvPr/>
        </p:nvSpPr>
        <p:spPr>
          <a:xfrm>
            <a:off x="5334012" y="340783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7B8E">
              <a:alpha val="100000"/>
            </a:srgbClr>
          </a:solidFill>
          <a:ln w="2540">
            <a:solidFill>
              <a:srgbClr val="297B8E">
                <a:alpha val="100000"/>
              </a:srgbClr>
            </a:solidFill>
            <a:prstDash val="solid"/>
          </a:ln>
        </p:spPr>
      </p:sp>
      <p:sp>
        <p:nvSpPr>
          <p:cNvPr id="4209" name="LigandSeek2_vs_LigandSeek1_path_9723">
            <a:extLst>
              <a:ext uri="{FF2B5EF4-FFF2-40B4-BE49-F238E27FC236}">
                <a16:creationId xmlns:a16="http://schemas.microsoft.com/office/drawing/2014/main" id="{9F888F1C-BF45-4C95-8C07-BF42384CB8BE}"/>
              </a:ext>
            </a:extLst>
          </p:cNvPr>
          <p:cNvSpPr>
            <a:spLocks noGrp="1"/>
          </p:cNvSpPr>
          <p:nvPr/>
        </p:nvSpPr>
        <p:spPr>
          <a:xfrm>
            <a:off x="5334012" y="340061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7A8E">
              <a:alpha val="100000"/>
            </a:srgbClr>
          </a:solidFill>
          <a:ln w="2540">
            <a:solidFill>
              <a:srgbClr val="297A8E">
                <a:alpha val="100000"/>
              </a:srgbClr>
            </a:solidFill>
            <a:prstDash val="solid"/>
          </a:ln>
        </p:spPr>
      </p:sp>
      <p:sp>
        <p:nvSpPr>
          <p:cNvPr id="4210" name="LigandSeek2_vs_LigandSeek1_path_9724">
            <a:extLst>
              <a:ext uri="{FF2B5EF4-FFF2-40B4-BE49-F238E27FC236}">
                <a16:creationId xmlns:a16="http://schemas.microsoft.com/office/drawing/2014/main" id="{08743181-DDBD-4535-90FD-926A37D1C8A8}"/>
              </a:ext>
            </a:extLst>
          </p:cNvPr>
          <p:cNvSpPr>
            <a:spLocks noGrp="1"/>
          </p:cNvSpPr>
          <p:nvPr/>
        </p:nvSpPr>
        <p:spPr>
          <a:xfrm>
            <a:off x="5334012" y="33933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9798E">
              <a:alpha val="100000"/>
            </a:srgbClr>
          </a:solidFill>
          <a:ln w="2540">
            <a:solidFill>
              <a:srgbClr val="29798E">
                <a:alpha val="100000"/>
              </a:srgbClr>
            </a:solidFill>
            <a:prstDash val="solid"/>
          </a:ln>
        </p:spPr>
      </p:sp>
      <p:sp>
        <p:nvSpPr>
          <p:cNvPr id="4211" name="LigandSeek2_vs_LigandSeek1_path_9725">
            <a:extLst>
              <a:ext uri="{FF2B5EF4-FFF2-40B4-BE49-F238E27FC236}">
                <a16:creationId xmlns:a16="http://schemas.microsoft.com/office/drawing/2014/main" id="{7DDA739C-6D39-411B-9533-B5CB8BFEA1A9}"/>
              </a:ext>
            </a:extLst>
          </p:cNvPr>
          <p:cNvSpPr>
            <a:spLocks noGrp="1"/>
          </p:cNvSpPr>
          <p:nvPr/>
        </p:nvSpPr>
        <p:spPr>
          <a:xfrm>
            <a:off x="5334012" y="338617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788E">
              <a:alpha val="100000"/>
            </a:srgbClr>
          </a:solidFill>
          <a:ln w="2540">
            <a:solidFill>
              <a:srgbClr val="2A788E">
                <a:alpha val="100000"/>
              </a:srgbClr>
            </a:solidFill>
            <a:prstDash val="solid"/>
          </a:ln>
        </p:spPr>
      </p:sp>
      <p:sp>
        <p:nvSpPr>
          <p:cNvPr id="4212" name="LigandSeek2_vs_LigandSeek1_path_9726">
            <a:extLst>
              <a:ext uri="{FF2B5EF4-FFF2-40B4-BE49-F238E27FC236}">
                <a16:creationId xmlns:a16="http://schemas.microsoft.com/office/drawing/2014/main" id="{07DDB6CF-47A4-4A67-9F42-FB5F53E07859}"/>
              </a:ext>
            </a:extLst>
          </p:cNvPr>
          <p:cNvSpPr>
            <a:spLocks noGrp="1"/>
          </p:cNvSpPr>
          <p:nvPr/>
        </p:nvSpPr>
        <p:spPr>
          <a:xfrm>
            <a:off x="5334012" y="337894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778E">
              <a:alpha val="100000"/>
            </a:srgbClr>
          </a:solidFill>
          <a:ln w="2540">
            <a:solidFill>
              <a:srgbClr val="2A778E">
                <a:alpha val="100000"/>
              </a:srgbClr>
            </a:solidFill>
            <a:prstDash val="solid"/>
          </a:ln>
        </p:spPr>
      </p:sp>
      <p:sp>
        <p:nvSpPr>
          <p:cNvPr id="4213" name="LigandSeek2_vs_LigandSeek1_path_9727">
            <a:extLst>
              <a:ext uri="{FF2B5EF4-FFF2-40B4-BE49-F238E27FC236}">
                <a16:creationId xmlns:a16="http://schemas.microsoft.com/office/drawing/2014/main" id="{371AEFEA-F9BB-4E34-8BDB-DFED4007C0A3}"/>
              </a:ext>
            </a:extLst>
          </p:cNvPr>
          <p:cNvSpPr>
            <a:spLocks noGrp="1"/>
          </p:cNvSpPr>
          <p:nvPr/>
        </p:nvSpPr>
        <p:spPr>
          <a:xfrm>
            <a:off x="5334012" y="337172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A768E">
              <a:alpha val="100000"/>
            </a:srgbClr>
          </a:solidFill>
          <a:ln w="2540">
            <a:solidFill>
              <a:srgbClr val="2A768E">
                <a:alpha val="100000"/>
              </a:srgbClr>
            </a:solidFill>
            <a:prstDash val="solid"/>
          </a:ln>
        </p:spPr>
      </p:sp>
      <p:sp>
        <p:nvSpPr>
          <p:cNvPr id="4214" name="LigandSeek2_vs_LigandSeek1_path_9728">
            <a:extLst>
              <a:ext uri="{FF2B5EF4-FFF2-40B4-BE49-F238E27FC236}">
                <a16:creationId xmlns:a16="http://schemas.microsoft.com/office/drawing/2014/main" id="{CFAFB93D-8B9E-4D4F-B1F1-3C6A79730DBF}"/>
              </a:ext>
            </a:extLst>
          </p:cNvPr>
          <p:cNvSpPr>
            <a:spLocks noGrp="1"/>
          </p:cNvSpPr>
          <p:nvPr/>
        </p:nvSpPr>
        <p:spPr>
          <a:xfrm>
            <a:off x="5334012" y="336450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B758E">
              <a:alpha val="100000"/>
            </a:srgbClr>
          </a:solidFill>
          <a:ln w="2540">
            <a:solidFill>
              <a:srgbClr val="2B758E">
                <a:alpha val="100000"/>
              </a:srgbClr>
            </a:solidFill>
            <a:prstDash val="solid"/>
          </a:ln>
        </p:spPr>
      </p:sp>
      <p:sp>
        <p:nvSpPr>
          <p:cNvPr id="4215" name="LigandSeek2_vs_LigandSeek1_path_9729">
            <a:extLst>
              <a:ext uri="{FF2B5EF4-FFF2-40B4-BE49-F238E27FC236}">
                <a16:creationId xmlns:a16="http://schemas.microsoft.com/office/drawing/2014/main" id="{20B27A51-E62D-4712-A91E-679AE9AAAF70}"/>
              </a:ext>
            </a:extLst>
          </p:cNvPr>
          <p:cNvSpPr>
            <a:spLocks noGrp="1"/>
          </p:cNvSpPr>
          <p:nvPr/>
        </p:nvSpPr>
        <p:spPr>
          <a:xfrm>
            <a:off x="5334012" y="335728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B748E">
              <a:alpha val="100000"/>
            </a:srgbClr>
          </a:solidFill>
          <a:ln w="2540">
            <a:solidFill>
              <a:srgbClr val="2B748E">
                <a:alpha val="100000"/>
              </a:srgbClr>
            </a:solidFill>
            <a:prstDash val="solid"/>
          </a:ln>
        </p:spPr>
      </p:sp>
      <p:sp>
        <p:nvSpPr>
          <p:cNvPr id="4216" name="LigandSeek2_vs_LigandSeek1_path_9730">
            <a:extLst>
              <a:ext uri="{FF2B5EF4-FFF2-40B4-BE49-F238E27FC236}">
                <a16:creationId xmlns:a16="http://schemas.microsoft.com/office/drawing/2014/main" id="{7AF5E243-CB48-4AB1-A697-BE028CC8FE9C}"/>
              </a:ext>
            </a:extLst>
          </p:cNvPr>
          <p:cNvSpPr>
            <a:spLocks noGrp="1"/>
          </p:cNvSpPr>
          <p:nvPr/>
        </p:nvSpPr>
        <p:spPr>
          <a:xfrm>
            <a:off x="5334012" y="335006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738E">
              <a:alpha val="100000"/>
            </a:srgbClr>
          </a:solidFill>
          <a:ln w="2540">
            <a:solidFill>
              <a:srgbClr val="2C738E">
                <a:alpha val="100000"/>
              </a:srgbClr>
            </a:solidFill>
            <a:prstDash val="solid"/>
          </a:ln>
        </p:spPr>
      </p:sp>
      <p:sp>
        <p:nvSpPr>
          <p:cNvPr id="4217" name="LigandSeek2_vs_LigandSeek1_path_9731">
            <a:extLst>
              <a:ext uri="{FF2B5EF4-FFF2-40B4-BE49-F238E27FC236}">
                <a16:creationId xmlns:a16="http://schemas.microsoft.com/office/drawing/2014/main" id="{94742629-E9B6-42ED-AFD2-9A78547204FC}"/>
              </a:ext>
            </a:extLst>
          </p:cNvPr>
          <p:cNvSpPr>
            <a:spLocks noGrp="1"/>
          </p:cNvSpPr>
          <p:nvPr/>
        </p:nvSpPr>
        <p:spPr>
          <a:xfrm>
            <a:off x="5334012" y="334284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728E">
              <a:alpha val="100000"/>
            </a:srgbClr>
          </a:solidFill>
          <a:ln w="2540">
            <a:solidFill>
              <a:srgbClr val="2C728E">
                <a:alpha val="100000"/>
              </a:srgbClr>
            </a:solidFill>
            <a:prstDash val="solid"/>
          </a:ln>
        </p:spPr>
      </p:sp>
      <p:sp>
        <p:nvSpPr>
          <p:cNvPr id="4218" name="LigandSeek2_vs_LigandSeek1_path_9732">
            <a:extLst>
              <a:ext uri="{FF2B5EF4-FFF2-40B4-BE49-F238E27FC236}">
                <a16:creationId xmlns:a16="http://schemas.microsoft.com/office/drawing/2014/main" id="{4B6B08B6-84D4-43DC-A454-D5C71256AB87}"/>
              </a:ext>
            </a:extLst>
          </p:cNvPr>
          <p:cNvSpPr>
            <a:spLocks noGrp="1"/>
          </p:cNvSpPr>
          <p:nvPr/>
        </p:nvSpPr>
        <p:spPr>
          <a:xfrm>
            <a:off x="5334012" y="333562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C718E">
              <a:alpha val="100000"/>
            </a:srgbClr>
          </a:solidFill>
          <a:ln w="2540">
            <a:solidFill>
              <a:srgbClr val="2C718E">
                <a:alpha val="100000"/>
              </a:srgbClr>
            </a:solidFill>
            <a:prstDash val="solid"/>
          </a:ln>
        </p:spPr>
      </p:sp>
      <p:sp>
        <p:nvSpPr>
          <p:cNvPr id="4219" name="LigandSeek2_vs_LigandSeek1_path_9733">
            <a:extLst>
              <a:ext uri="{FF2B5EF4-FFF2-40B4-BE49-F238E27FC236}">
                <a16:creationId xmlns:a16="http://schemas.microsoft.com/office/drawing/2014/main" id="{88A7B192-DFA9-4C68-9701-4C10B1DEFB25}"/>
              </a:ext>
            </a:extLst>
          </p:cNvPr>
          <p:cNvSpPr>
            <a:spLocks noGrp="1"/>
          </p:cNvSpPr>
          <p:nvPr/>
        </p:nvSpPr>
        <p:spPr>
          <a:xfrm>
            <a:off x="5334012" y="332840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D718E">
              <a:alpha val="100000"/>
            </a:srgbClr>
          </a:solidFill>
          <a:ln w="2540">
            <a:solidFill>
              <a:srgbClr val="2D718E">
                <a:alpha val="100000"/>
              </a:srgbClr>
            </a:solidFill>
            <a:prstDash val="solid"/>
          </a:ln>
        </p:spPr>
      </p:sp>
      <p:sp>
        <p:nvSpPr>
          <p:cNvPr id="4220" name="LigandSeek2_vs_LigandSeek1_path_9734">
            <a:extLst>
              <a:ext uri="{FF2B5EF4-FFF2-40B4-BE49-F238E27FC236}">
                <a16:creationId xmlns:a16="http://schemas.microsoft.com/office/drawing/2014/main" id="{7FC79A5D-C922-4137-A76F-B25B4FAB1E1F}"/>
              </a:ext>
            </a:extLst>
          </p:cNvPr>
          <p:cNvSpPr>
            <a:spLocks noGrp="1"/>
          </p:cNvSpPr>
          <p:nvPr/>
        </p:nvSpPr>
        <p:spPr>
          <a:xfrm>
            <a:off x="5334012" y="332118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D708E">
              <a:alpha val="100000"/>
            </a:srgbClr>
          </a:solidFill>
          <a:ln w="2540">
            <a:solidFill>
              <a:srgbClr val="2D708E">
                <a:alpha val="100000"/>
              </a:srgbClr>
            </a:solidFill>
            <a:prstDash val="solid"/>
          </a:ln>
        </p:spPr>
      </p:sp>
      <p:sp>
        <p:nvSpPr>
          <p:cNvPr id="4221" name="LigandSeek2_vs_LigandSeek1_path_9735">
            <a:extLst>
              <a:ext uri="{FF2B5EF4-FFF2-40B4-BE49-F238E27FC236}">
                <a16:creationId xmlns:a16="http://schemas.microsoft.com/office/drawing/2014/main" id="{EEF7378E-8298-4749-AAC1-2005FEE693FE}"/>
              </a:ext>
            </a:extLst>
          </p:cNvPr>
          <p:cNvSpPr>
            <a:spLocks noGrp="1"/>
          </p:cNvSpPr>
          <p:nvPr/>
        </p:nvSpPr>
        <p:spPr>
          <a:xfrm>
            <a:off x="5334012" y="331396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6F8E">
              <a:alpha val="100000"/>
            </a:srgbClr>
          </a:solidFill>
          <a:ln w="2540">
            <a:solidFill>
              <a:srgbClr val="2E6F8E">
                <a:alpha val="100000"/>
              </a:srgbClr>
            </a:solidFill>
            <a:prstDash val="solid"/>
          </a:ln>
        </p:spPr>
      </p:sp>
      <p:sp>
        <p:nvSpPr>
          <p:cNvPr id="4222" name="LigandSeek2_vs_LigandSeek1_path_9736">
            <a:extLst>
              <a:ext uri="{FF2B5EF4-FFF2-40B4-BE49-F238E27FC236}">
                <a16:creationId xmlns:a16="http://schemas.microsoft.com/office/drawing/2014/main" id="{E4F18780-03E6-4AE0-B11F-437A8D2AD797}"/>
              </a:ext>
            </a:extLst>
          </p:cNvPr>
          <p:cNvSpPr>
            <a:spLocks noGrp="1"/>
          </p:cNvSpPr>
          <p:nvPr/>
        </p:nvSpPr>
        <p:spPr>
          <a:xfrm>
            <a:off x="5334012" y="330674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6E8E">
              <a:alpha val="100000"/>
            </a:srgbClr>
          </a:solidFill>
          <a:ln w="2540">
            <a:solidFill>
              <a:srgbClr val="2E6E8E">
                <a:alpha val="100000"/>
              </a:srgbClr>
            </a:solidFill>
            <a:prstDash val="solid"/>
          </a:ln>
        </p:spPr>
      </p:sp>
      <p:sp>
        <p:nvSpPr>
          <p:cNvPr id="4223" name="LigandSeek2_vs_LigandSeek1_path_9737">
            <a:extLst>
              <a:ext uri="{FF2B5EF4-FFF2-40B4-BE49-F238E27FC236}">
                <a16:creationId xmlns:a16="http://schemas.microsoft.com/office/drawing/2014/main" id="{8891102F-65C1-4A25-8640-D4225B0C712F}"/>
              </a:ext>
            </a:extLst>
          </p:cNvPr>
          <p:cNvSpPr>
            <a:spLocks noGrp="1"/>
          </p:cNvSpPr>
          <p:nvPr/>
        </p:nvSpPr>
        <p:spPr>
          <a:xfrm>
            <a:off x="5334012" y="329952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E6D8E">
              <a:alpha val="100000"/>
            </a:srgbClr>
          </a:solidFill>
          <a:ln w="2540">
            <a:solidFill>
              <a:srgbClr val="2E6D8E">
                <a:alpha val="100000"/>
              </a:srgbClr>
            </a:solidFill>
            <a:prstDash val="solid"/>
          </a:ln>
        </p:spPr>
      </p:sp>
      <p:sp>
        <p:nvSpPr>
          <p:cNvPr id="4224" name="LigandSeek2_vs_LigandSeek1_path_9738">
            <a:extLst>
              <a:ext uri="{FF2B5EF4-FFF2-40B4-BE49-F238E27FC236}">
                <a16:creationId xmlns:a16="http://schemas.microsoft.com/office/drawing/2014/main" id="{C6546041-8630-4B95-8B84-0952C32DDF31}"/>
              </a:ext>
            </a:extLst>
          </p:cNvPr>
          <p:cNvSpPr>
            <a:spLocks noGrp="1"/>
          </p:cNvSpPr>
          <p:nvPr/>
        </p:nvSpPr>
        <p:spPr>
          <a:xfrm>
            <a:off x="5334012" y="329230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F6C8E">
              <a:alpha val="100000"/>
            </a:srgbClr>
          </a:solidFill>
          <a:ln w="2540">
            <a:solidFill>
              <a:srgbClr val="2F6C8E">
                <a:alpha val="100000"/>
              </a:srgbClr>
            </a:solidFill>
            <a:prstDash val="solid"/>
          </a:ln>
        </p:spPr>
      </p:sp>
      <p:sp>
        <p:nvSpPr>
          <p:cNvPr id="4225" name="LigandSeek2_vs_LigandSeek1_path_9739">
            <a:extLst>
              <a:ext uri="{FF2B5EF4-FFF2-40B4-BE49-F238E27FC236}">
                <a16:creationId xmlns:a16="http://schemas.microsoft.com/office/drawing/2014/main" id="{324C1BD6-508B-4E75-B3BA-3B528FB31795}"/>
              </a:ext>
            </a:extLst>
          </p:cNvPr>
          <p:cNvSpPr>
            <a:spLocks noGrp="1"/>
          </p:cNvSpPr>
          <p:nvPr/>
        </p:nvSpPr>
        <p:spPr>
          <a:xfrm>
            <a:off x="5334012" y="328508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2F6B8E">
              <a:alpha val="100000"/>
            </a:srgbClr>
          </a:solidFill>
          <a:ln w="2540">
            <a:solidFill>
              <a:srgbClr val="2F6B8E">
                <a:alpha val="100000"/>
              </a:srgbClr>
            </a:solidFill>
            <a:prstDash val="solid"/>
          </a:ln>
        </p:spPr>
      </p:sp>
      <p:sp>
        <p:nvSpPr>
          <p:cNvPr id="4226" name="LigandSeek2_vs_LigandSeek1_path_9740">
            <a:extLst>
              <a:ext uri="{FF2B5EF4-FFF2-40B4-BE49-F238E27FC236}">
                <a16:creationId xmlns:a16="http://schemas.microsoft.com/office/drawing/2014/main" id="{D642C461-DB47-49D1-96A2-8973F2B5B4BD}"/>
              </a:ext>
            </a:extLst>
          </p:cNvPr>
          <p:cNvSpPr>
            <a:spLocks noGrp="1"/>
          </p:cNvSpPr>
          <p:nvPr/>
        </p:nvSpPr>
        <p:spPr>
          <a:xfrm>
            <a:off x="5334012" y="327786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06A8E">
              <a:alpha val="100000"/>
            </a:srgbClr>
          </a:solidFill>
          <a:ln w="2540">
            <a:solidFill>
              <a:srgbClr val="306A8E">
                <a:alpha val="100000"/>
              </a:srgbClr>
            </a:solidFill>
            <a:prstDash val="solid"/>
          </a:ln>
        </p:spPr>
      </p:sp>
      <p:sp>
        <p:nvSpPr>
          <p:cNvPr id="4227" name="LigandSeek2_vs_LigandSeek1_path_9741">
            <a:extLst>
              <a:ext uri="{FF2B5EF4-FFF2-40B4-BE49-F238E27FC236}">
                <a16:creationId xmlns:a16="http://schemas.microsoft.com/office/drawing/2014/main" id="{3DB16674-1C3D-4CBD-B800-603825D9C41F}"/>
              </a:ext>
            </a:extLst>
          </p:cNvPr>
          <p:cNvSpPr>
            <a:spLocks noGrp="1"/>
          </p:cNvSpPr>
          <p:nvPr/>
        </p:nvSpPr>
        <p:spPr>
          <a:xfrm>
            <a:off x="5334012" y="327064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0698E">
              <a:alpha val="100000"/>
            </a:srgbClr>
          </a:solidFill>
          <a:ln w="2540">
            <a:solidFill>
              <a:srgbClr val="30698E">
                <a:alpha val="100000"/>
              </a:srgbClr>
            </a:solidFill>
            <a:prstDash val="solid"/>
          </a:ln>
        </p:spPr>
      </p:sp>
      <p:sp>
        <p:nvSpPr>
          <p:cNvPr id="4228" name="LigandSeek2_vs_LigandSeek1_path_9742">
            <a:extLst>
              <a:ext uri="{FF2B5EF4-FFF2-40B4-BE49-F238E27FC236}">
                <a16:creationId xmlns:a16="http://schemas.microsoft.com/office/drawing/2014/main" id="{5D7F56FE-D0FE-4669-8FEE-4CED6C958DED}"/>
              </a:ext>
            </a:extLst>
          </p:cNvPr>
          <p:cNvSpPr>
            <a:spLocks noGrp="1"/>
          </p:cNvSpPr>
          <p:nvPr/>
        </p:nvSpPr>
        <p:spPr>
          <a:xfrm>
            <a:off x="5334012" y="326342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688E">
              <a:alpha val="100000"/>
            </a:srgbClr>
          </a:solidFill>
          <a:ln w="2540">
            <a:solidFill>
              <a:srgbClr val="31688E">
                <a:alpha val="100000"/>
              </a:srgbClr>
            </a:solidFill>
            <a:prstDash val="solid"/>
          </a:ln>
        </p:spPr>
      </p:sp>
      <p:sp>
        <p:nvSpPr>
          <p:cNvPr id="4229" name="LigandSeek2_vs_LigandSeek1_path_9743">
            <a:extLst>
              <a:ext uri="{FF2B5EF4-FFF2-40B4-BE49-F238E27FC236}">
                <a16:creationId xmlns:a16="http://schemas.microsoft.com/office/drawing/2014/main" id="{FC2F48EE-F960-4CA8-9226-AC2FDED9D25A}"/>
              </a:ext>
            </a:extLst>
          </p:cNvPr>
          <p:cNvSpPr>
            <a:spLocks noGrp="1"/>
          </p:cNvSpPr>
          <p:nvPr/>
        </p:nvSpPr>
        <p:spPr>
          <a:xfrm>
            <a:off x="5334012" y="325620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678E">
              <a:alpha val="100000"/>
            </a:srgbClr>
          </a:solidFill>
          <a:ln w="2540">
            <a:solidFill>
              <a:srgbClr val="31678E">
                <a:alpha val="100000"/>
              </a:srgbClr>
            </a:solidFill>
            <a:prstDash val="solid"/>
          </a:ln>
        </p:spPr>
      </p:sp>
      <p:sp>
        <p:nvSpPr>
          <p:cNvPr id="4230" name="LigandSeek2_vs_LigandSeek1_path_9744">
            <a:extLst>
              <a:ext uri="{FF2B5EF4-FFF2-40B4-BE49-F238E27FC236}">
                <a16:creationId xmlns:a16="http://schemas.microsoft.com/office/drawing/2014/main" id="{7C72E53E-0953-47DA-A2E5-51D9897D5F02}"/>
              </a:ext>
            </a:extLst>
          </p:cNvPr>
          <p:cNvSpPr>
            <a:spLocks noGrp="1"/>
          </p:cNvSpPr>
          <p:nvPr/>
        </p:nvSpPr>
        <p:spPr>
          <a:xfrm>
            <a:off x="5334012" y="324898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1668E">
              <a:alpha val="100000"/>
            </a:srgbClr>
          </a:solidFill>
          <a:ln w="2540">
            <a:solidFill>
              <a:srgbClr val="31668E">
                <a:alpha val="100000"/>
              </a:srgbClr>
            </a:solidFill>
            <a:prstDash val="solid"/>
          </a:ln>
        </p:spPr>
      </p:sp>
      <p:sp>
        <p:nvSpPr>
          <p:cNvPr id="4231" name="LigandSeek2_vs_LigandSeek1_path_9745">
            <a:extLst>
              <a:ext uri="{FF2B5EF4-FFF2-40B4-BE49-F238E27FC236}">
                <a16:creationId xmlns:a16="http://schemas.microsoft.com/office/drawing/2014/main" id="{E800F30D-58BD-456E-BCD7-3534BC9D2F42}"/>
              </a:ext>
            </a:extLst>
          </p:cNvPr>
          <p:cNvSpPr>
            <a:spLocks noGrp="1"/>
          </p:cNvSpPr>
          <p:nvPr/>
        </p:nvSpPr>
        <p:spPr>
          <a:xfrm>
            <a:off x="5334012" y="324176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2658E">
              <a:alpha val="100000"/>
            </a:srgbClr>
          </a:solidFill>
          <a:ln w="2540">
            <a:solidFill>
              <a:srgbClr val="32658E">
                <a:alpha val="100000"/>
              </a:srgbClr>
            </a:solidFill>
            <a:prstDash val="solid"/>
          </a:ln>
        </p:spPr>
      </p:sp>
      <p:sp>
        <p:nvSpPr>
          <p:cNvPr id="4232" name="LigandSeek2_vs_LigandSeek1_path_9746">
            <a:extLst>
              <a:ext uri="{FF2B5EF4-FFF2-40B4-BE49-F238E27FC236}">
                <a16:creationId xmlns:a16="http://schemas.microsoft.com/office/drawing/2014/main" id="{84DE2319-FA09-434E-9E00-EE85B3B72273}"/>
              </a:ext>
            </a:extLst>
          </p:cNvPr>
          <p:cNvSpPr>
            <a:spLocks noGrp="1"/>
          </p:cNvSpPr>
          <p:nvPr/>
        </p:nvSpPr>
        <p:spPr>
          <a:xfrm>
            <a:off x="5334012" y="323454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2648E">
              <a:alpha val="100000"/>
            </a:srgbClr>
          </a:solidFill>
          <a:ln w="2540">
            <a:solidFill>
              <a:srgbClr val="32648E">
                <a:alpha val="100000"/>
              </a:srgbClr>
            </a:solidFill>
            <a:prstDash val="solid"/>
          </a:ln>
        </p:spPr>
      </p:sp>
      <p:sp>
        <p:nvSpPr>
          <p:cNvPr id="4233" name="LigandSeek2_vs_LigandSeek1_path_9747">
            <a:extLst>
              <a:ext uri="{FF2B5EF4-FFF2-40B4-BE49-F238E27FC236}">
                <a16:creationId xmlns:a16="http://schemas.microsoft.com/office/drawing/2014/main" id="{BE3DFD29-A5D8-46A0-A1E9-967906789708}"/>
              </a:ext>
            </a:extLst>
          </p:cNvPr>
          <p:cNvSpPr>
            <a:spLocks noGrp="1"/>
          </p:cNvSpPr>
          <p:nvPr/>
        </p:nvSpPr>
        <p:spPr>
          <a:xfrm>
            <a:off x="5334012" y="322732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3638D">
              <a:alpha val="100000"/>
            </a:srgbClr>
          </a:solidFill>
          <a:ln w="2540">
            <a:solidFill>
              <a:srgbClr val="33638D">
                <a:alpha val="100000"/>
              </a:srgbClr>
            </a:solidFill>
            <a:prstDash val="solid"/>
          </a:ln>
        </p:spPr>
      </p:sp>
      <p:sp>
        <p:nvSpPr>
          <p:cNvPr id="4234" name="LigandSeek2_vs_LigandSeek1_path_9748">
            <a:extLst>
              <a:ext uri="{FF2B5EF4-FFF2-40B4-BE49-F238E27FC236}">
                <a16:creationId xmlns:a16="http://schemas.microsoft.com/office/drawing/2014/main" id="{23130239-70C5-45B4-B670-381BB0629856}"/>
              </a:ext>
            </a:extLst>
          </p:cNvPr>
          <p:cNvSpPr>
            <a:spLocks noGrp="1"/>
          </p:cNvSpPr>
          <p:nvPr/>
        </p:nvSpPr>
        <p:spPr>
          <a:xfrm>
            <a:off x="5334012" y="322010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3628D">
              <a:alpha val="100000"/>
            </a:srgbClr>
          </a:solidFill>
          <a:ln w="2540">
            <a:solidFill>
              <a:srgbClr val="33628D">
                <a:alpha val="100000"/>
              </a:srgbClr>
            </a:solidFill>
            <a:prstDash val="solid"/>
          </a:ln>
        </p:spPr>
      </p:sp>
      <p:sp>
        <p:nvSpPr>
          <p:cNvPr id="4235" name="LigandSeek2_vs_LigandSeek1_path_9749">
            <a:extLst>
              <a:ext uri="{FF2B5EF4-FFF2-40B4-BE49-F238E27FC236}">
                <a16:creationId xmlns:a16="http://schemas.microsoft.com/office/drawing/2014/main" id="{21313808-956A-41DF-99D3-7D28E71FD4F5}"/>
              </a:ext>
            </a:extLst>
          </p:cNvPr>
          <p:cNvSpPr>
            <a:spLocks noGrp="1"/>
          </p:cNvSpPr>
          <p:nvPr/>
        </p:nvSpPr>
        <p:spPr>
          <a:xfrm>
            <a:off x="5334012" y="321288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4618D">
              <a:alpha val="100000"/>
            </a:srgbClr>
          </a:solidFill>
          <a:ln w="2540">
            <a:solidFill>
              <a:srgbClr val="34618D">
                <a:alpha val="100000"/>
              </a:srgbClr>
            </a:solidFill>
            <a:prstDash val="solid"/>
          </a:ln>
        </p:spPr>
      </p:sp>
      <p:sp>
        <p:nvSpPr>
          <p:cNvPr id="4236" name="LigandSeek2_vs_LigandSeek1_path_9750">
            <a:extLst>
              <a:ext uri="{FF2B5EF4-FFF2-40B4-BE49-F238E27FC236}">
                <a16:creationId xmlns:a16="http://schemas.microsoft.com/office/drawing/2014/main" id="{6A697C01-35A2-4390-A7A3-1FD1487913E1}"/>
              </a:ext>
            </a:extLst>
          </p:cNvPr>
          <p:cNvSpPr>
            <a:spLocks noGrp="1"/>
          </p:cNvSpPr>
          <p:nvPr/>
        </p:nvSpPr>
        <p:spPr>
          <a:xfrm>
            <a:off x="5334012" y="320566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4608D">
              <a:alpha val="100000"/>
            </a:srgbClr>
          </a:solidFill>
          <a:ln w="2540">
            <a:solidFill>
              <a:srgbClr val="34608D">
                <a:alpha val="100000"/>
              </a:srgbClr>
            </a:solidFill>
            <a:prstDash val="solid"/>
          </a:ln>
        </p:spPr>
      </p:sp>
      <p:sp>
        <p:nvSpPr>
          <p:cNvPr id="4237" name="LigandSeek2_vs_LigandSeek1_path_9751">
            <a:extLst>
              <a:ext uri="{FF2B5EF4-FFF2-40B4-BE49-F238E27FC236}">
                <a16:creationId xmlns:a16="http://schemas.microsoft.com/office/drawing/2014/main" id="{DE32F68A-9047-463B-9F68-4A3E03247BF2}"/>
              </a:ext>
            </a:extLst>
          </p:cNvPr>
          <p:cNvSpPr>
            <a:spLocks noGrp="1"/>
          </p:cNvSpPr>
          <p:nvPr/>
        </p:nvSpPr>
        <p:spPr>
          <a:xfrm>
            <a:off x="5334012" y="319844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55F8D">
              <a:alpha val="100000"/>
            </a:srgbClr>
          </a:solidFill>
          <a:ln w="2540">
            <a:solidFill>
              <a:srgbClr val="355F8D">
                <a:alpha val="100000"/>
              </a:srgbClr>
            </a:solidFill>
            <a:prstDash val="solid"/>
          </a:ln>
        </p:spPr>
      </p:sp>
      <p:sp>
        <p:nvSpPr>
          <p:cNvPr id="4238" name="LigandSeek2_vs_LigandSeek1_path_9752">
            <a:extLst>
              <a:ext uri="{FF2B5EF4-FFF2-40B4-BE49-F238E27FC236}">
                <a16:creationId xmlns:a16="http://schemas.microsoft.com/office/drawing/2014/main" id="{99EC2BE3-F735-4960-8A91-458BF5680823}"/>
              </a:ext>
            </a:extLst>
          </p:cNvPr>
          <p:cNvSpPr>
            <a:spLocks noGrp="1"/>
          </p:cNvSpPr>
          <p:nvPr/>
        </p:nvSpPr>
        <p:spPr>
          <a:xfrm>
            <a:off x="5334012" y="319121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55E8D">
              <a:alpha val="100000"/>
            </a:srgbClr>
          </a:solidFill>
          <a:ln w="2540">
            <a:solidFill>
              <a:srgbClr val="355E8D">
                <a:alpha val="100000"/>
              </a:srgbClr>
            </a:solidFill>
            <a:prstDash val="solid"/>
          </a:ln>
        </p:spPr>
      </p:sp>
      <p:sp>
        <p:nvSpPr>
          <p:cNvPr id="4239" name="LigandSeek2_vs_LigandSeek1_path_9753">
            <a:extLst>
              <a:ext uri="{FF2B5EF4-FFF2-40B4-BE49-F238E27FC236}">
                <a16:creationId xmlns:a16="http://schemas.microsoft.com/office/drawing/2014/main" id="{BC7A09D4-EFD7-4B85-B61D-FD906DE38AB7}"/>
              </a:ext>
            </a:extLst>
          </p:cNvPr>
          <p:cNvSpPr>
            <a:spLocks noGrp="1"/>
          </p:cNvSpPr>
          <p:nvPr/>
        </p:nvSpPr>
        <p:spPr>
          <a:xfrm>
            <a:off x="5334012" y="318399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65D8D">
              <a:alpha val="100000"/>
            </a:srgbClr>
          </a:solidFill>
          <a:ln w="2540">
            <a:solidFill>
              <a:srgbClr val="365D8D">
                <a:alpha val="100000"/>
              </a:srgbClr>
            </a:solidFill>
            <a:prstDash val="solid"/>
          </a:ln>
        </p:spPr>
      </p:sp>
      <p:sp>
        <p:nvSpPr>
          <p:cNvPr id="4240" name="LigandSeek2_vs_LigandSeek1_path_9754">
            <a:extLst>
              <a:ext uri="{FF2B5EF4-FFF2-40B4-BE49-F238E27FC236}">
                <a16:creationId xmlns:a16="http://schemas.microsoft.com/office/drawing/2014/main" id="{2E7B27BE-DDD9-44D3-B45D-DC60C9415AB0}"/>
              </a:ext>
            </a:extLst>
          </p:cNvPr>
          <p:cNvSpPr>
            <a:spLocks noGrp="1"/>
          </p:cNvSpPr>
          <p:nvPr/>
        </p:nvSpPr>
        <p:spPr>
          <a:xfrm>
            <a:off x="5334012" y="317677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65C8D">
              <a:alpha val="100000"/>
            </a:srgbClr>
          </a:solidFill>
          <a:ln w="2540">
            <a:solidFill>
              <a:srgbClr val="365C8D">
                <a:alpha val="100000"/>
              </a:srgbClr>
            </a:solidFill>
            <a:prstDash val="solid"/>
          </a:ln>
        </p:spPr>
      </p:sp>
      <p:sp>
        <p:nvSpPr>
          <p:cNvPr id="4241" name="LigandSeek2_vs_LigandSeek1_path_9755">
            <a:extLst>
              <a:ext uri="{FF2B5EF4-FFF2-40B4-BE49-F238E27FC236}">
                <a16:creationId xmlns:a16="http://schemas.microsoft.com/office/drawing/2014/main" id="{3D9DDCD5-B17E-441B-8C94-59D05CC7D6A6}"/>
              </a:ext>
            </a:extLst>
          </p:cNvPr>
          <p:cNvSpPr>
            <a:spLocks noGrp="1"/>
          </p:cNvSpPr>
          <p:nvPr/>
        </p:nvSpPr>
        <p:spPr>
          <a:xfrm>
            <a:off x="5334012" y="316955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75B8D">
              <a:alpha val="100000"/>
            </a:srgbClr>
          </a:solidFill>
          <a:ln w="2540">
            <a:solidFill>
              <a:srgbClr val="375B8D">
                <a:alpha val="100000"/>
              </a:srgbClr>
            </a:solidFill>
            <a:prstDash val="solid"/>
          </a:ln>
        </p:spPr>
      </p:sp>
      <p:sp>
        <p:nvSpPr>
          <p:cNvPr id="4242" name="LigandSeek2_vs_LigandSeek1_path_9756">
            <a:extLst>
              <a:ext uri="{FF2B5EF4-FFF2-40B4-BE49-F238E27FC236}">
                <a16:creationId xmlns:a16="http://schemas.microsoft.com/office/drawing/2014/main" id="{4C571E9A-946C-4ACA-8462-BAA30D14B4D0}"/>
              </a:ext>
            </a:extLst>
          </p:cNvPr>
          <p:cNvSpPr>
            <a:spLocks noGrp="1"/>
          </p:cNvSpPr>
          <p:nvPr/>
        </p:nvSpPr>
        <p:spPr>
          <a:xfrm>
            <a:off x="5334012" y="316233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75A8C">
              <a:alpha val="100000"/>
            </a:srgbClr>
          </a:solidFill>
          <a:ln w="2540">
            <a:solidFill>
              <a:srgbClr val="375A8C">
                <a:alpha val="100000"/>
              </a:srgbClr>
            </a:solidFill>
            <a:prstDash val="solid"/>
          </a:ln>
        </p:spPr>
      </p:sp>
      <p:sp>
        <p:nvSpPr>
          <p:cNvPr id="4243" name="LigandSeek2_vs_LigandSeek1_path_9757">
            <a:extLst>
              <a:ext uri="{FF2B5EF4-FFF2-40B4-BE49-F238E27FC236}">
                <a16:creationId xmlns:a16="http://schemas.microsoft.com/office/drawing/2014/main" id="{01B324F2-0F31-45F1-89CE-3751E1A84CC7}"/>
              </a:ext>
            </a:extLst>
          </p:cNvPr>
          <p:cNvSpPr>
            <a:spLocks noGrp="1"/>
          </p:cNvSpPr>
          <p:nvPr/>
        </p:nvSpPr>
        <p:spPr>
          <a:xfrm>
            <a:off x="5334012" y="315511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8598C">
              <a:alpha val="100000"/>
            </a:srgbClr>
          </a:solidFill>
          <a:ln w="2540">
            <a:solidFill>
              <a:srgbClr val="38598C">
                <a:alpha val="100000"/>
              </a:srgbClr>
            </a:solidFill>
            <a:prstDash val="solid"/>
          </a:ln>
        </p:spPr>
      </p:sp>
      <p:sp>
        <p:nvSpPr>
          <p:cNvPr id="4244" name="LigandSeek2_vs_LigandSeek1_path_9758">
            <a:extLst>
              <a:ext uri="{FF2B5EF4-FFF2-40B4-BE49-F238E27FC236}">
                <a16:creationId xmlns:a16="http://schemas.microsoft.com/office/drawing/2014/main" id="{6F98A448-9FEA-4AFE-B5D8-5DFBB75E426B}"/>
              </a:ext>
            </a:extLst>
          </p:cNvPr>
          <p:cNvSpPr>
            <a:spLocks noGrp="1"/>
          </p:cNvSpPr>
          <p:nvPr/>
        </p:nvSpPr>
        <p:spPr>
          <a:xfrm>
            <a:off x="5334012" y="314789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8588C">
              <a:alpha val="100000"/>
            </a:srgbClr>
          </a:solidFill>
          <a:ln w="2540">
            <a:solidFill>
              <a:srgbClr val="38588C">
                <a:alpha val="100000"/>
              </a:srgbClr>
            </a:solidFill>
            <a:prstDash val="solid"/>
          </a:ln>
        </p:spPr>
      </p:sp>
      <p:sp>
        <p:nvSpPr>
          <p:cNvPr id="4245" name="LigandSeek2_vs_LigandSeek1_path_9759">
            <a:extLst>
              <a:ext uri="{FF2B5EF4-FFF2-40B4-BE49-F238E27FC236}">
                <a16:creationId xmlns:a16="http://schemas.microsoft.com/office/drawing/2014/main" id="{C5EF7B68-6374-48C9-830B-E6E1DFBB2C78}"/>
              </a:ext>
            </a:extLst>
          </p:cNvPr>
          <p:cNvSpPr>
            <a:spLocks noGrp="1"/>
          </p:cNvSpPr>
          <p:nvPr/>
        </p:nvSpPr>
        <p:spPr>
          <a:xfrm>
            <a:off x="5334012" y="314067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9568C">
              <a:alpha val="100000"/>
            </a:srgbClr>
          </a:solidFill>
          <a:ln w="2540">
            <a:solidFill>
              <a:srgbClr val="39568C">
                <a:alpha val="100000"/>
              </a:srgbClr>
            </a:solidFill>
            <a:prstDash val="solid"/>
          </a:ln>
        </p:spPr>
      </p:sp>
      <p:sp>
        <p:nvSpPr>
          <p:cNvPr id="4246" name="LigandSeek2_vs_LigandSeek1_path_9760">
            <a:extLst>
              <a:ext uri="{FF2B5EF4-FFF2-40B4-BE49-F238E27FC236}">
                <a16:creationId xmlns:a16="http://schemas.microsoft.com/office/drawing/2014/main" id="{3E0B7E22-9BA3-4AA8-95E2-E9B333B2B63B}"/>
              </a:ext>
            </a:extLst>
          </p:cNvPr>
          <p:cNvSpPr>
            <a:spLocks noGrp="1"/>
          </p:cNvSpPr>
          <p:nvPr/>
        </p:nvSpPr>
        <p:spPr>
          <a:xfrm>
            <a:off x="5334012" y="313345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9558C">
              <a:alpha val="100000"/>
            </a:srgbClr>
          </a:solidFill>
          <a:ln w="2540">
            <a:solidFill>
              <a:srgbClr val="39558C">
                <a:alpha val="100000"/>
              </a:srgbClr>
            </a:solidFill>
            <a:prstDash val="solid"/>
          </a:ln>
        </p:spPr>
      </p:sp>
      <p:sp>
        <p:nvSpPr>
          <p:cNvPr id="4247" name="LigandSeek2_vs_LigandSeek1_path_9761">
            <a:extLst>
              <a:ext uri="{FF2B5EF4-FFF2-40B4-BE49-F238E27FC236}">
                <a16:creationId xmlns:a16="http://schemas.microsoft.com/office/drawing/2014/main" id="{E24A2C53-A6CA-4321-B9AC-3C2D725ADFCE}"/>
              </a:ext>
            </a:extLst>
          </p:cNvPr>
          <p:cNvSpPr>
            <a:spLocks noGrp="1"/>
          </p:cNvSpPr>
          <p:nvPr/>
        </p:nvSpPr>
        <p:spPr>
          <a:xfrm>
            <a:off x="5334012" y="312623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A548C">
              <a:alpha val="100000"/>
            </a:srgbClr>
          </a:solidFill>
          <a:ln w="2540">
            <a:solidFill>
              <a:srgbClr val="3A548C">
                <a:alpha val="100000"/>
              </a:srgbClr>
            </a:solidFill>
            <a:prstDash val="solid"/>
          </a:ln>
        </p:spPr>
      </p:sp>
      <p:sp>
        <p:nvSpPr>
          <p:cNvPr id="4248" name="LigandSeek2_vs_LigandSeek1_path_9762">
            <a:extLst>
              <a:ext uri="{FF2B5EF4-FFF2-40B4-BE49-F238E27FC236}">
                <a16:creationId xmlns:a16="http://schemas.microsoft.com/office/drawing/2014/main" id="{BABA6DF0-FC18-41BE-98C0-6502D3D2064A}"/>
              </a:ext>
            </a:extLst>
          </p:cNvPr>
          <p:cNvSpPr>
            <a:spLocks noGrp="1"/>
          </p:cNvSpPr>
          <p:nvPr/>
        </p:nvSpPr>
        <p:spPr>
          <a:xfrm>
            <a:off x="5334012" y="311901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A538B">
              <a:alpha val="100000"/>
            </a:srgbClr>
          </a:solidFill>
          <a:ln w="2540">
            <a:solidFill>
              <a:srgbClr val="3A538B">
                <a:alpha val="100000"/>
              </a:srgbClr>
            </a:solidFill>
            <a:prstDash val="solid"/>
          </a:ln>
        </p:spPr>
      </p:sp>
      <p:sp>
        <p:nvSpPr>
          <p:cNvPr id="4249" name="LigandSeek2_vs_LigandSeek1_path_9763">
            <a:extLst>
              <a:ext uri="{FF2B5EF4-FFF2-40B4-BE49-F238E27FC236}">
                <a16:creationId xmlns:a16="http://schemas.microsoft.com/office/drawing/2014/main" id="{8C27BC0D-C72E-4DFC-AEE1-9C7A93F8099E}"/>
              </a:ext>
            </a:extLst>
          </p:cNvPr>
          <p:cNvSpPr>
            <a:spLocks noGrp="1"/>
          </p:cNvSpPr>
          <p:nvPr/>
        </p:nvSpPr>
        <p:spPr>
          <a:xfrm>
            <a:off x="5334012" y="311179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B528B">
              <a:alpha val="100000"/>
            </a:srgbClr>
          </a:solidFill>
          <a:ln w="2540">
            <a:solidFill>
              <a:srgbClr val="3B528B">
                <a:alpha val="100000"/>
              </a:srgbClr>
            </a:solidFill>
            <a:prstDash val="solid"/>
          </a:ln>
        </p:spPr>
      </p:sp>
      <p:sp>
        <p:nvSpPr>
          <p:cNvPr id="4250" name="LigandSeek2_vs_LigandSeek1_path_9764">
            <a:extLst>
              <a:ext uri="{FF2B5EF4-FFF2-40B4-BE49-F238E27FC236}">
                <a16:creationId xmlns:a16="http://schemas.microsoft.com/office/drawing/2014/main" id="{8D698100-C113-4BD9-9D1C-9B5103626465}"/>
              </a:ext>
            </a:extLst>
          </p:cNvPr>
          <p:cNvSpPr>
            <a:spLocks noGrp="1"/>
          </p:cNvSpPr>
          <p:nvPr/>
        </p:nvSpPr>
        <p:spPr>
          <a:xfrm>
            <a:off x="5334012" y="310457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B518B">
              <a:alpha val="100000"/>
            </a:srgbClr>
          </a:solidFill>
          <a:ln w="2540">
            <a:solidFill>
              <a:srgbClr val="3B518B">
                <a:alpha val="100000"/>
              </a:srgbClr>
            </a:solidFill>
            <a:prstDash val="solid"/>
          </a:ln>
        </p:spPr>
      </p:sp>
      <p:sp>
        <p:nvSpPr>
          <p:cNvPr id="4251" name="LigandSeek2_vs_LigandSeek1_path_9765">
            <a:extLst>
              <a:ext uri="{FF2B5EF4-FFF2-40B4-BE49-F238E27FC236}">
                <a16:creationId xmlns:a16="http://schemas.microsoft.com/office/drawing/2014/main" id="{628AEB52-43EB-4626-A32B-146DE1B05174}"/>
              </a:ext>
            </a:extLst>
          </p:cNvPr>
          <p:cNvSpPr>
            <a:spLocks noGrp="1"/>
          </p:cNvSpPr>
          <p:nvPr/>
        </p:nvSpPr>
        <p:spPr>
          <a:xfrm>
            <a:off x="5334012" y="309735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C508B">
              <a:alpha val="100000"/>
            </a:srgbClr>
          </a:solidFill>
          <a:ln w="2540">
            <a:solidFill>
              <a:srgbClr val="3C508B">
                <a:alpha val="100000"/>
              </a:srgbClr>
            </a:solidFill>
            <a:prstDash val="solid"/>
          </a:ln>
        </p:spPr>
      </p:sp>
      <p:sp>
        <p:nvSpPr>
          <p:cNvPr id="4252" name="LigandSeek2_vs_LigandSeek1_path_9766">
            <a:extLst>
              <a:ext uri="{FF2B5EF4-FFF2-40B4-BE49-F238E27FC236}">
                <a16:creationId xmlns:a16="http://schemas.microsoft.com/office/drawing/2014/main" id="{45652C3F-43F4-43B9-88B0-C9E38145CDF7}"/>
              </a:ext>
            </a:extLst>
          </p:cNvPr>
          <p:cNvSpPr>
            <a:spLocks noGrp="1"/>
          </p:cNvSpPr>
          <p:nvPr/>
        </p:nvSpPr>
        <p:spPr>
          <a:xfrm>
            <a:off x="5334012" y="309013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C4F8A">
              <a:alpha val="100000"/>
            </a:srgbClr>
          </a:solidFill>
          <a:ln w="2540">
            <a:solidFill>
              <a:srgbClr val="3C4F8A">
                <a:alpha val="100000"/>
              </a:srgbClr>
            </a:solidFill>
            <a:prstDash val="solid"/>
          </a:ln>
        </p:spPr>
      </p:sp>
      <p:sp>
        <p:nvSpPr>
          <p:cNvPr id="4253" name="LigandSeek2_vs_LigandSeek1_path_9767">
            <a:extLst>
              <a:ext uri="{FF2B5EF4-FFF2-40B4-BE49-F238E27FC236}">
                <a16:creationId xmlns:a16="http://schemas.microsoft.com/office/drawing/2014/main" id="{8CFBBF2D-BF39-482E-9C43-B14FA744D5F6}"/>
              </a:ext>
            </a:extLst>
          </p:cNvPr>
          <p:cNvSpPr>
            <a:spLocks noGrp="1"/>
          </p:cNvSpPr>
          <p:nvPr/>
        </p:nvSpPr>
        <p:spPr>
          <a:xfrm>
            <a:off x="5334012" y="308291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D4E8A">
              <a:alpha val="100000"/>
            </a:srgbClr>
          </a:solidFill>
          <a:ln w="2540">
            <a:solidFill>
              <a:srgbClr val="3D4E8A">
                <a:alpha val="100000"/>
              </a:srgbClr>
            </a:solidFill>
            <a:prstDash val="solid"/>
          </a:ln>
        </p:spPr>
      </p:sp>
      <p:sp>
        <p:nvSpPr>
          <p:cNvPr id="4254" name="LigandSeek2_vs_LigandSeek1_path_9768">
            <a:extLst>
              <a:ext uri="{FF2B5EF4-FFF2-40B4-BE49-F238E27FC236}">
                <a16:creationId xmlns:a16="http://schemas.microsoft.com/office/drawing/2014/main" id="{F1EDBFDA-D79C-4036-BDD4-7207740EA09F}"/>
              </a:ext>
            </a:extLst>
          </p:cNvPr>
          <p:cNvSpPr>
            <a:spLocks noGrp="1"/>
          </p:cNvSpPr>
          <p:nvPr/>
        </p:nvSpPr>
        <p:spPr>
          <a:xfrm>
            <a:off x="5334012" y="307569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D4D8A">
              <a:alpha val="100000"/>
            </a:srgbClr>
          </a:solidFill>
          <a:ln w="2540">
            <a:solidFill>
              <a:srgbClr val="3D4D8A">
                <a:alpha val="100000"/>
              </a:srgbClr>
            </a:solidFill>
            <a:prstDash val="solid"/>
          </a:ln>
        </p:spPr>
      </p:sp>
      <p:sp>
        <p:nvSpPr>
          <p:cNvPr id="4255" name="LigandSeek2_vs_LigandSeek1_path_9769">
            <a:extLst>
              <a:ext uri="{FF2B5EF4-FFF2-40B4-BE49-F238E27FC236}">
                <a16:creationId xmlns:a16="http://schemas.microsoft.com/office/drawing/2014/main" id="{7C06F830-EDEE-4E8D-9BB6-C75513669563}"/>
              </a:ext>
            </a:extLst>
          </p:cNvPr>
          <p:cNvSpPr>
            <a:spLocks noGrp="1"/>
          </p:cNvSpPr>
          <p:nvPr/>
        </p:nvSpPr>
        <p:spPr>
          <a:xfrm>
            <a:off x="5334012" y="306847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E4C8A">
              <a:alpha val="100000"/>
            </a:srgbClr>
          </a:solidFill>
          <a:ln w="2540">
            <a:solidFill>
              <a:srgbClr val="3E4C8A">
                <a:alpha val="100000"/>
              </a:srgbClr>
            </a:solidFill>
            <a:prstDash val="solid"/>
          </a:ln>
        </p:spPr>
      </p:sp>
      <p:sp>
        <p:nvSpPr>
          <p:cNvPr id="4256" name="LigandSeek2_vs_LigandSeek1_path_9770">
            <a:extLst>
              <a:ext uri="{FF2B5EF4-FFF2-40B4-BE49-F238E27FC236}">
                <a16:creationId xmlns:a16="http://schemas.microsoft.com/office/drawing/2014/main" id="{7039CA20-9D41-4616-AEA3-4979BFF5B360}"/>
              </a:ext>
            </a:extLst>
          </p:cNvPr>
          <p:cNvSpPr>
            <a:spLocks noGrp="1"/>
          </p:cNvSpPr>
          <p:nvPr/>
        </p:nvSpPr>
        <p:spPr>
          <a:xfrm>
            <a:off x="5334012" y="306125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E4A89">
              <a:alpha val="100000"/>
            </a:srgbClr>
          </a:solidFill>
          <a:ln w="2540">
            <a:solidFill>
              <a:srgbClr val="3E4A89">
                <a:alpha val="100000"/>
              </a:srgbClr>
            </a:solidFill>
            <a:prstDash val="solid"/>
          </a:ln>
        </p:spPr>
      </p:sp>
      <p:sp>
        <p:nvSpPr>
          <p:cNvPr id="4257" name="LigandSeek2_vs_LigandSeek1_path_9771">
            <a:extLst>
              <a:ext uri="{FF2B5EF4-FFF2-40B4-BE49-F238E27FC236}">
                <a16:creationId xmlns:a16="http://schemas.microsoft.com/office/drawing/2014/main" id="{A2A0370C-5191-4AE4-9473-A855230647BA}"/>
              </a:ext>
            </a:extLst>
          </p:cNvPr>
          <p:cNvSpPr>
            <a:spLocks noGrp="1"/>
          </p:cNvSpPr>
          <p:nvPr/>
        </p:nvSpPr>
        <p:spPr>
          <a:xfrm>
            <a:off x="5334012" y="305403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E4989">
              <a:alpha val="100000"/>
            </a:srgbClr>
          </a:solidFill>
          <a:ln w="2540">
            <a:solidFill>
              <a:srgbClr val="3E4989">
                <a:alpha val="100000"/>
              </a:srgbClr>
            </a:solidFill>
            <a:prstDash val="solid"/>
          </a:ln>
        </p:spPr>
      </p:sp>
      <p:sp>
        <p:nvSpPr>
          <p:cNvPr id="4258" name="LigandSeek2_vs_LigandSeek1_path_9772">
            <a:extLst>
              <a:ext uri="{FF2B5EF4-FFF2-40B4-BE49-F238E27FC236}">
                <a16:creationId xmlns:a16="http://schemas.microsoft.com/office/drawing/2014/main" id="{555AB9D7-7C41-4A08-928B-09C1E20E1DA9}"/>
              </a:ext>
            </a:extLst>
          </p:cNvPr>
          <p:cNvSpPr>
            <a:spLocks noGrp="1"/>
          </p:cNvSpPr>
          <p:nvPr/>
        </p:nvSpPr>
        <p:spPr>
          <a:xfrm>
            <a:off x="5334012" y="304681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F4889">
              <a:alpha val="100000"/>
            </a:srgbClr>
          </a:solidFill>
          <a:ln w="2540">
            <a:solidFill>
              <a:srgbClr val="3F4889">
                <a:alpha val="100000"/>
              </a:srgbClr>
            </a:solidFill>
            <a:prstDash val="solid"/>
          </a:ln>
        </p:spPr>
      </p:sp>
      <p:sp>
        <p:nvSpPr>
          <p:cNvPr id="4259" name="LigandSeek2_vs_LigandSeek1_path_9773">
            <a:extLst>
              <a:ext uri="{FF2B5EF4-FFF2-40B4-BE49-F238E27FC236}">
                <a16:creationId xmlns:a16="http://schemas.microsoft.com/office/drawing/2014/main" id="{AAA5CC44-E14C-4626-A64B-966B9B621971}"/>
              </a:ext>
            </a:extLst>
          </p:cNvPr>
          <p:cNvSpPr>
            <a:spLocks noGrp="1"/>
          </p:cNvSpPr>
          <p:nvPr/>
        </p:nvSpPr>
        <p:spPr>
          <a:xfrm>
            <a:off x="5334012" y="303959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3F4788">
              <a:alpha val="100000"/>
            </a:srgbClr>
          </a:solidFill>
          <a:ln w="2540">
            <a:solidFill>
              <a:srgbClr val="3F4788">
                <a:alpha val="100000"/>
              </a:srgbClr>
            </a:solidFill>
            <a:prstDash val="solid"/>
          </a:ln>
        </p:spPr>
      </p:sp>
      <p:sp>
        <p:nvSpPr>
          <p:cNvPr id="4260" name="LigandSeek2_vs_LigandSeek1_path_9774">
            <a:extLst>
              <a:ext uri="{FF2B5EF4-FFF2-40B4-BE49-F238E27FC236}">
                <a16:creationId xmlns:a16="http://schemas.microsoft.com/office/drawing/2014/main" id="{DEBFC35D-E232-42D9-9BBA-C0916FCD2589}"/>
              </a:ext>
            </a:extLst>
          </p:cNvPr>
          <p:cNvSpPr>
            <a:spLocks noGrp="1"/>
          </p:cNvSpPr>
          <p:nvPr/>
        </p:nvSpPr>
        <p:spPr>
          <a:xfrm>
            <a:off x="5334012" y="303237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04688">
              <a:alpha val="100000"/>
            </a:srgbClr>
          </a:solidFill>
          <a:ln w="2540">
            <a:solidFill>
              <a:srgbClr val="404688">
                <a:alpha val="100000"/>
              </a:srgbClr>
            </a:solidFill>
            <a:prstDash val="solid"/>
          </a:ln>
        </p:spPr>
      </p:sp>
      <p:sp>
        <p:nvSpPr>
          <p:cNvPr id="4261" name="LigandSeek2_vs_LigandSeek1_path_9775">
            <a:extLst>
              <a:ext uri="{FF2B5EF4-FFF2-40B4-BE49-F238E27FC236}">
                <a16:creationId xmlns:a16="http://schemas.microsoft.com/office/drawing/2014/main" id="{BB0B6390-AB5F-48C2-8F40-8C7F87A7FC6C}"/>
              </a:ext>
            </a:extLst>
          </p:cNvPr>
          <p:cNvSpPr>
            <a:spLocks noGrp="1"/>
          </p:cNvSpPr>
          <p:nvPr/>
        </p:nvSpPr>
        <p:spPr>
          <a:xfrm>
            <a:off x="5334012" y="302515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04588">
              <a:alpha val="100000"/>
            </a:srgbClr>
          </a:solidFill>
          <a:ln w="2540">
            <a:solidFill>
              <a:srgbClr val="404588">
                <a:alpha val="100000"/>
              </a:srgbClr>
            </a:solidFill>
            <a:prstDash val="solid"/>
          </a:ln>
        </p:spPr>
      </p:sp>
      <p:sp>
        <p:nvSpPr>
          <p:cNvPr id="4262" name="LigandSeek2_vs_LigandSeek1_path_9776">
            <a:extLst>
              <a:ext uri="{FF2B5EF4-FFF2-40B4-BE49-F238E27FC236}">
                <a16:creationId xmlns:a16="http://schemas.microsoft.com/office/drawing/2014/main" id="{BE537B5F-040A-4DB0-9833-6BF624BC4250}"/>
              </a:ext>
            </a:extLst>
          </p:cNvPr>
          <p:cNvSpPr>
            <a:spLocks noGrp="1"/>
          </p:cNvSpPr>
          <p:nvPr/>
        </p:nvSpPr>
        <p:spPr>
          <a:xfrm>
            <a:off x="5334012" y="301793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14487">
              <a:alpha val="100000"/>
            </a:srgbClr>
          </a:solidFill>
          <a:ln w="2540">
            <a:solidFill>
              <a:srgbClr val="414487">
                <a:alpha val="100000"/>
              </a:srgbClr>
            </a:solidFill>
            <a:prstDash val="solid"/>
          </a:ln>
        </p:spPr>
      </p:sp>
      <p:sp>
        <p:nvSpPr>
          <p:cNvPr id="4263" name="LigandSeek2_vs_LigandSeek1_path_9777">
            <a:extLst>
              <a:ext uri="{FF2B5EF4-FFF2-40B4-BE49-F238E27FC236}">
                <a16:creationId xmlns:a16="http://schemas.microsoft.com/office/drawing/2014/main" id="{B2D42A50-BC35-4D3D-A3F0-97DF7972FCBF}"/>
              </a:ext>
            </a:extLst>
          </p:cNvPr>
          <p:cNvSpPr>
            <a:spLocks noGrp="1"/>
          </p:cNvSpPr>
          <p:nvPr/>
        </p:nvSpPr>
        <p:spPr>
          <a:xfrm>
            <a:off x="5334012" y="301071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14287">
              <a:alpha val="100000"/>
            </a:srgbClr>
          </a:solidFill>
          <a:ln w="2540">
            <a:solidFill>
              <a:srgbClr val="414287">
                <a:alpha val="100000"/>
              </a:srgbClr>
            </a:solidFill>
            <a:prstDash val="solid"/>
          </a:ln>
        </p:spPr>
      </p:sp>
      <p:sp>
        <p:nvSpPr>
          <p:cNvPr id="4264" name="LigandSeek2_vs_LigandSeek1_path_9778">
            <a:extLst>
              <a:ext uri="{FF2B5EF4-FFF2-40B4-BE49-F238E27FC236}">
                <a16:creationId xmlns:a16="http://schemas.microsoft.com/office/drawing/2014/main" id="{B0FCBA9B-91A7-465B-889D-9831D102FCB0}"/>
              </a:ext>
            </a:extLst>
          </p:cNvPr>
          <p:cNvSpPr>
            <a:spLocks noGrp="1"/>
          </p:cNvSpPr>
          <p:nvPr/>
        </p:nvSpPr>
        <p:spPr>
          <a:xfrm>
            <a:off x="5334012" y="300348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4186">
              <a:alpha val="100000"/>
            </a:srgbClr>
          </a:solidFill>
          <a:ln w="2540">
            <a:solidFill>
              <a:srgbClr val="424186">
                <a:alpha val="100000"/>
              </a:srgbClr>
            </a:solidFill>
            <a:prstDash val="solid"/>
          </a:ln>
        </p:spPr>
      </p:sp>
      <p:sp>
        <p:nvSpPr>
          <p:cNvPr id="4265" name="LigandSeek2_vs_LigandSeek1_path_9779">
            <a:extLst>
              <a:ext uri="{FF2B5EF4-FFF2-40B4-BE49-F238E27FC236}">
                <a16:creationId xmlns:a16="http://schemas.microsoft.com/office/drawing/2014/main" id="{CDCA72A7-5440-4E81-891D-9D202548FD67}"/>
              </a:ext>
            </a:extLst>
          </p:cNvPr>
          <p:cNvSpPr>
            <a:spLocks noGrp="1"/>
          </p:cNvSpPr>
          <p:nvPr/>
        </p:nvSpPr>
        <p:spPr>
          <a:xfrm>
            <a:off x="5334012" y="299626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4086">
              <a:alpha val="100000"/>
            </a:srgbClr>
          </a:solidFill>
          <a:ln w="2540">
            <a:solidFill>
              <a:srgbClr val="424086">
                <a:alpha val="100000"/>
              </a:srgbClr>
            </a:solidFill>
            <a:prstDash val="solid"/>
          </a:ln>
        </p:spPr>
      </p:sp>
      <p:sp>
        <p:nvSpPr>
          <p:cNvPr id="4266" name="LigandSeek2_vs_LigandSeek1_path_9780">
            <a:extLst>
              <a:ext uri="{FF2B5EF4-FFF2-40B4-BE49-F238E27FC236}">
                <a16:creationId xmlns:a16="http://schemas.microsoft.com/office/drawing/2014/main" id="{97401DA7-7682-41C9-B504-C769A64A9CB8}"/>
              </a:ext>
            </a:extLst>
          </p:cNvPr>
          <p:cNvSpPr>
            <a:spLocks noGrp="1"/>
          </p:cNvSpPr>
          <p:nvPr/>
        </p:nvSpPr>
        <p:spPr>
          <a:xfrm>
            <a:off x="5334012" y="298904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23F85">
              <a:alpha val="100000"/>
            </a:srgbClr>
          </a:solidFill>
          <a:ln w="2540">
            <a:solidFill>
              <a:srgbClr val="423F85">
                <a:alpha val="100000"/>
              </a:srgbClr>
            </a:solidFill>
            <a:prstDash val="solid"/>
          </a:ln>
        </p:spPr>
      </p:sp>
      <p:sp>
        <p:nvSpPr>
          <p:cNvPr id="4267" name="LigandSeek2_vs_LigandSeek1_path_9781">
            <a:extLst>
              <a:ext uri="{FF2B5EF4-FFF2-40B4-BE49-F238E27FC236}">
                <a16:creationId xmlns:a16="http://schemas.microsoft.com/office/drawing/2014/main" id="{71B48D83-3D76-448C-B78F-840CD4F691E2}"/>
              </a:ext>
            </a:extLst>
          </p:cNvPr>
          <p:cNvSpPr>
            <a:spLocks noGrp="1"/>
          </p:cNvSpPr>
          <p:nvPr/>
        </p:nvSpPr>
        <p:spPr>
          <a:xfrm>
            <a:off x="5334012" y="298182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33E85">
              <a:alpha val="100000"/>
            </a:srgbClr>
          </a:solidFill>
          <a:ln w="2540">
            <a:solidFill>
              <a:srgbClr val="433E85">
                <a:alpha val="100000"/>
              </a:srgbClr>
            </a:solidFill>
            <a:prstDash val="solid"/>
          </a:ln>
        </p:spPr>
      </p:sp>
      <p:sp>
        <p:nvSpPr>
          <p:cNvPr id="4268" name="LigandSeek2_vs_LigandSeek1_path_9782">
            <a:extLst>
              <a:ext uri="{FF2B5EF4-FFF2-40B4-BE49-F238E27FC236}">
                <a16:creationId xmlns:a16="http://schemas.microsoft.com/office/drawing/2014/main" id="{B12FD1BC-9831-4EEC-840A-E28CFB68789D}"/>
              </a:ext>
            </a:extLst>
          </p:cNvPr>
          <p:cNvSpPr>
            <a:spLocks noGrp="1"/>
          </p:cNvSpPr>
          <p:nvPr/>
        </p:nvSpPr>
        <p:spPr>
          <a:xfrm>
            <a:off x="5334012" y="297460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33D84">
              <a:alpha val="100000"/>
            </a:srgbClr>
          </a:solidFill>
          <a:ln w="2540">
            <a:solidFill>
              <a:srgbClr val="433D84">
                <a:alpha val="100000"/>
              </a:srgbClr>
            </a:solidFill>
            <a:prstDash val="solid"/>
          </a:ln>
        </p:spPr>
      </p:sp>
      <p:sp>
        <p:nvSpPr>
          <p:cNvPr id="4269" name="LigandSeek2_vs_LigandSeek1_path_9783">
            <a:extLst>
              <a:ext uri="{FF2B5EF4-FFF2-40B4-BE49-F238E27FC236}">
                <a16:creationId xmlns:a16="http://schemas.microsoft.com/office/drawing/2014/main" id="{AC047BFB-CF46-46EA-ADB3-BCECB6B64807}"/>
              </a:ext>
            </a:extLst>
          </p:cNvPr>
          <p:cNvSpPr>
            <a:spLocks noGrp="1"/>
          </p:cNvSpPr>
          <p:nvPr/>
        </p:nvSpPr>
        <p:spPr>
          <a:xfrm>
            <a:off x="5334012" y="296738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3B84">
              <a:alpha val="100000"/>
            </a:srgbClr>
          </a:solidFill>
          <a:ln w="2540">
            <a:solidFill>
              <a:srgbClr val="443B84">
                <a:alpha val="100000"/>
              </a:srgbClr>
            </a:solidFill>
            <a:prstDash val="solid"/>
          </a:ln>
        </p:spPr>
      </p:sp>
      <p:sp>
        <p:nvSpPr>
          <p:cNvPr id="4270" name="LigandSeek2_vs_LigandSeek1_path_9784">
            <a:extLst>
              <a:ext uri="{FF2B5EF4-FFF2-40B4-BE49-F238E27FC236}">
                <a16:creationId xmlns:a16="http://schemas.microsoft.com/office/drawing/2014/main" id="{BD2EAA72-A0F1-4148-A1F3-4781A6ECEC8C}"/>
              </a:ext>
            </a:extLst>
          </p:cNvPr>
          <p:cNvSpPr>
            <a:spLocks noGrp="1"/>
          </p:cNvSpPr>
          <p:nvPr/>
        </p:nvSpPr>
        <p:spPr>
          <a:xfrm>
            <a:off x="5334012" y="296016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3A83">
              <a:alpha val="100000"/>
            </a:srgbClr>
          </a:solidFill>
          <a:ln w="2540">
            <a:solidFill>
              <a:srgbClr val="443A83">
                <a:alpha val="100000"/>
              </a:srgbClr>
            </a:solidFill>
            <a:prstDash val="solid"/>
          </a:ln>
        </p:spPr>
      </p:sp>
      <p:sp>
        <p:nvSpPr>
          <p:cNvPr id="4271" name="LigandSeek2_vs_LigandSeek1_path_9785">
            <a:extLst>
              <a:ext uri="{FF2B5EF4-FFF2-40B4-BE49-F238E27FC236}">
                <a16:creationId xmlns:a16="http://schemas.microsoft.com/office/drawing/2014/main" id="{BA186220-FBDA-4441-8039-8EB1ECF33614}"/>
              </a:ext>
            </a:extLst>
          </p:cNvPr>
          <p:cNvSpPr>
            <a:spLocks noGrp="1"/>
          </p:cNvSpPr>
          <p:nvPr/>
        </p:nvSpPr>
        <p:spPr>
          <a:xfrm>
            <a:off x="5334012" y="295294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3983">
              <a:alpha val="100000"/>
            </a:srgbClr>
          </a:solidFill>
          <a:ln w="2540">
            <a:solidFill>
              <a:srgbClr val="443983">
                <a:alpha val="100000"/>
              </a:srgbClr>
            </a:solidFill>
            <a:prstDash val="solid"/>
          </a:ln>
        </p:spPr>
      </p:sp>
      <p:sp>
        <p:nvSpPr>
          <p:cNvPr id="4272" name="LigandSeek2_vs_LigandSeek1_path_9786">
            <a:extLst>
              <a:ext uri="{FF2B5EF4-FFF2-40B4-BE49-F238E27FC236}">
                <a16:creationId xmlns:a16="http://schemas.microsoft.com/office/drawing/2014/main" id="{C0864B1B-2D90-4832-9825-1F6CE7DBB5AD}"/>
              </a:ext>
            </a:extLst>
          </p:cNvPr>
          <p:cNvSpPr>
            <a:spLocks noGrp="1"/>
          </p:cNvSpPr>
          <p:nvPr/>
        </p:nvSpPr>
        <p:spPr>
          <a:xfrm>
            <a:off x="5334012" y="294572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3882">
              <a:alpha val="100000"/>
            </a:srgbClr>
          </a:solidFill>
          <a:ln w="2540">
            <a:solidFill>
              <a:srgbClr val="453882">
                <a:alpha val="100000"/>
              </a:srgbClr>
            </a:solidFill>
            <a:prstDash val="solid"/>
          </a:ln>
        </p:spPr>
      </p:sp>
      <p:sp>
        <p:nvSpPr>
          <p:cNvPr id="4273" name="LigandSeek2_vs_LigandSeek1_path_9787">
            <a:extLst>
              <a:ext uri="{FF2B5EF4-FFF2-40B4-BE49-F238E27FC236}">
                <a16:creationId xmlns:a16="http://schemas.microsoft.com/office/drawing/2014/main" id="{C15306E2-98B1-4B98-9876-9448BFDB4DE2}"/>
              </a:ext>
            </a:extLst>
          </p:cNvPr>
          <p:cNvSpPr>
            <a:spLocks noGrp="1"/>
          </p:cNvSpPr>
          <p:nvPr/>
        </p:nvSpPr>
        <p:spPr>
          <a:xfrm>
            <a:off x="5334012" y="293850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3781">
              <a:alpha val="100000"/>
            </a:srgbClr>
          </a:solidFill>
          <a:ln w="2540">
            <a:solidFill>
              <a:srgbClr val="453781">
                <a:alpha val="100000"/>
              </a:srgbClr>
            </a:solidFill>
            <a:prstDash val="solid"/>
          </a:ln>
        </p:spPr>
      </p:sp>
      <p:sp>
        <p:nvSpPr>
          <p:cNvPr id="4274" name="LigandSeek2_vs_LigandSeek1_path_9788">
            <a:extLst>
              <a:ext uri="{FF2B5EF4-FFF2-40B4-BE49-F238E27FC236}">
                <a16:creationId xmlns:a16="http://schemas.microsoft.com/office/drawing/2014/main" id="{8D68B013-47C8-4342-8DFE-CA6DC6B26BFB}"/>
              </a:ext>
            </a:extLst>
          </p:cNvPr>
          <p:cNvSpPr>
            <a:spLocks noGrp="1"/>
          </p:cNvSpPr>
          <p:nvPr/>
        </p:nvSpPr>
        <p:spPr>
          <a:xfrm>
            <a:off x="5334012" y="293128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3581">
              <a:alpha val="100000"/>
            </a:srgbClr>
          </a:solidFill>
          <a:ln w="2540">
            <a:solidFill>
              <a:srgbClr val="453581">
                <a:alpha val="100000"/>
              </a:srgbClr>
            </a:solidFill>
            <a:prstDash val="solid"/>
          </a:ln>
        </p:spPr>
      </p:sp>
      <p:sp>
        <p:nvSpPr>
          <p:cNvPr id="4275" name="LigandSeek2_vs_LigandSeek1_path_9789">
            <a:extLst>
              <a:ext uri="{FF2B5EF4-FFF2-40B4-BE49-F238E27FC236}">
                <a16:creationId xmlns:a16="http://schemas.microsoft.com/office/drawing/2014/main" id="{09493540-341F-476A-8F2F-59105EFDA4ED}"/>
              </a:ext>
            </a:extLst>
          </p:cNvPr>
          <p:cNvSpPr>
            <a:spLocks noGrp="1"/>
          </p:cNvSpPr>
          <p:nvPr/>
        </p:nvSpPr>
        <p:spPr>
          <a:xfrm>
            <a:off x="5334012" y="292406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480">
              <a:alpha val="100000"/>
            </a:srgbClr>
          </a:solidFill>
          <a:ln w="2540">
            <a:solidFill>
              <a:srgbClr val="463480">
                <a:alpha val="100000"/>
              </a:srgbClr>
            </a:solidFill>
            <a:prstDash val="solid"/>
          </a:ln>
        </p:spPr>
      </p:sp>
      <p:sp>
        <p:nvSpPr>
          <p:cNvPr id="4276" name="LigandSeek2_vs_LigandSeek1_path_9790">
            <a:extLst>
              <a:ext uri="{FF2B5EF4-FFF2-40B4-BE49-F238E27FC236}">
                <a16:creationId xmlns:a16="http://schemas.microsoft.com/office/drawing/2014/main" id="{F337AD22-04B8-4298-B3F7-91A9A80DE804}"/>
              </a:ext>
            </a:extLst>
          </p:cNvPr>
          <p:cNvSpPr>
            <a:spLocks noGrp="1"/>
          </p:cNvSpPr>
          <p:nvPr/>
        </p:nvSpPr>
        <p:spPr>
          <a:xfrm>
            <a:off x="5334012" y="291684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37F">
              <a:alpha val="100000"/>
            </a:srgbClr>
          </a:solidFill>
          <a:ln w="2540">
            <a:solidFill>
              <a:srgbClr val="46337F">
                <a:alpha val="100000"/>
              </a:srgbClr>
            </a:solidFill>
            <a:prstDash val="solid"/>
          </a:ln>
        </p:spPr>
      </p:sp>
      <p:sp>
        <p:nvSpPr>
          <p:cNvPr id="4277" name="LigandSeek2_vs_LigandSeek1_path_9791">
            <a:extLst>
              <a:ext uri="{FF2B5EF4-FFF2-40B4-BE49-F238E27FC236}">
                <a16:creationId xmlns:a16="http://schemas.microsoft.com/office/drawing/2014/main" id="{1A9EF5AA-D369-489E-B309-66A5C5D488C6}"/>
              </a:ext>
            </a:extLst>
          </p:cNvPr>
          <p:cNvSpPr>
            <a:spLocks noGrp="1"/>
          </p:cNvSpPr>
          <p:nvPr/>
        </p:nvSpPr>
        <p:spPr>
          <a:xfrm>
            <a:off x="5334012" y="290962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27E">
              <a:alpha val="100000"/>
            </a:srgbClr>
          </a:solidFill>
          <a:ln w="2540">
            <a:solidFill>
              <a:srgbClr val="46327E">
                <a:alpha val="100000"/>
              </a:srgbClr>
            </a:solidFill>
            <a:prstDash val="solid"/>
          </a:ln>
        </p:spPr>
      </p:sp>
      <p:sp>
        <p:nvSpPr>
          <p:cNvPr id="4278" name="LigandSeek2_vs_LigandSeek1_path_9792">
            <a:extLst>
              <a:ext uri="{FF2B5EF4-FFF2-40B4-BE49-F238E27FC236}">
                <a16:creationId xmlns:a16="http://schemas.microsoft.com/office/drawing/2014/main" id="{B0455DE5-3C68-4D7E-BDC8-03FE64E6C846}"/>
              </a:ext>
            </a:extLst>
          </p:cNvPr>
          <p:cNvSpPr>
            <a:spLocks noGrp="1"/>
          </p:cNvSpPr>
          <p:nvPr/>
        </p:nvSpPr>
        <p:spPr>
          <a:xfrm>
            <a:off x="5334012" y="290240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307E">
              <a:alpha val="100000"/>
            </a:srgbClr>
          </a:solidFill>
          <a:ln w="2540">
            <a:solidFill>
              <a:srgbClr val="46307E">
                <a:alpha val="100000"/>
              </a:srgbClr>
            </a:solidFill>
            <a:prstDash val="solid"/>
          </a:ln>
        </p:spPr>
      </p:sp>
      <p:sp>
        <p:nvSpPr>
          <p:cNvPr id="4279" name="LigandSeek2_vs_LigandSeek1_path_9793">
            <a:extLst>
              <a:ext uri="{FF2B5EF4-FFF2-40B4-BE49-F238E27FC236}">
                <a16:creationId xmlns:a16="http://schemas.microsoft.com/office/drawing/2014/main" id="{C8B542C0-A6CE-4215-BC74-DBE72374687D}"/>
              </a:ext>
            </a:extLst>
          </p:cNvPr>
          <p:cNvSpPr>
            <a:spLocks noGrp="1"/>
          </p:cNvSpPr>
          <p:nvPr/>
        </p:nvSpPr>
        <p:spPr>
          <a:xfrm>
            <a:off x="5334012" y="289518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F7D">
              <a:alpha val="100000"/>
            </a:srgbClr>
          </a:solidFill>
          <a:ln w="2540">
            <a:solidFill>
              <a:srgbClr val="472F7D">
                <a:alpha val="100000"/>
              </a:srgbClr>
            </a:solidFill>
            <a:prstDash val="solid"/>
          </a:ln>
        </p:spPr>
      </p:sp>
      <p:sp>
        <p:nvSpPr>
          <p:cNvPr id="4280" name="LigandSeek2_vs_LigandSeek1_path_9794">
            <a:extLst>
              <a:ext uri="{FF2B5EF4-FFF2-40B4-BE49-F238E27FC236}">
                <a16:creationId xmlns:a16="http://schemas.microsoft.com/office/drawing/2014/main" id="{6833B56B-F4E5-4E83-875B-60C82B06C850}"/>
              </a:ext>
            </a:extLst>
          </p:cNvPr>
          <p:cNvSpPr>
            <a:spLocks noGrp="1"/>
          </p:cNvSpPr>
          <p:nvPr/>
        </p:nvSpPr>
        <p:spPr>
          <a:xfrm>
            <a:off x="5334012" y="288796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E7C">
              <a:alpha val="100000"/>
            </a:srgbClr>
          </a:solidFill>
          <a:ln w="2540">
            <a:solidFill>
              <a:srgbClr val="472E7C">
                <a:alpha val="100000"/>
              </a:srgbClr>
            </a:solidFill>
            <a:prstDash val="solid"/>
          </a:ln>
        </p:spPr>
      </p:sp>
      <p:sp>
        <p:nvSpPr>
          <p:cNvPr id="4281" name="LigandSeek2_vs_LigandSeek1_path_9795">
            <a:extLst>
              <a:ext uri="{FF2B5EF4-FFF2-40B4-BE49-F238E27FC236}">
                <a16:creationId xmlns:a16="http://schemas.microsoft.com/office/drawing/2014/main" id="{18382402-A768-40DB-AE2C-ED200F2AEB1E}"/>
              </a:ext>
            </a:extLst>
          </p:cNvPr>
          <p:cNvSpPr>
            <a:spLocks noGrp="1"/>
          </p:cNvSpPr>
          <p:nvPr/>
        </p:nvSpPr>
        <p:spPr>
          <a:xfrm>
            <a:off x="5334012" y="288074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D7B">
              <a:alpha val="100000"/>
            </a:srgbClr>
          </a:solidFill>
          <a:ln w="2540">
            <a:solidFill>
              <a:srgbClr val="472D7B">
                <a:alpha val="100000"/>
              </a:srgbClr>
            </a:solidFill>
            <a:prstDash val="solid"/>
          </a:ln>
        </p:spPr>
      </p:sp>
      <p:sp>
        <p:nvSpPr>
          <p:cNvPr id="4282" name="LigandSeek2_vs_LigandSeek1_path_9796">
            <a:extLst>
              <a:ext uri="{FF2B5EF4-FFF2-40B4-BE49-F238E27FC236}">
                <a16:creationId xmlns:a16="http://schemas.microsoft.com/office/drawing/2014/main" id="{A7CCA3A8-741E-4D29-9514-44CDC60B765E}"/>
              </a:ext>
            </a:extLst>
          </p:cNvPr>
          <p:cNvSpPr>
            <a:spLocks noGrp="1"/>
          </p:cNvSpPr>
          <p:nvPr/>
        </p:nvSpPr>
        <p:spPr>
          <a:xfrm>
            <a:off x="5334012" y="287352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C7A">
              <a:alpha val="100000"/>
            </a:srgbClr>
          </a:solidFill>
          <a:ln w="2540">
            <a:solidFill>
              <a:srgbClr val="472C7A">
                <a:alpha val="100000"/>
              </a:srgbClr>
            </a:solidFill>
            <a:prstDash val="solid"/>
          </a:ln>
        </p:spPr>
      </p:sp>
      <p:sp>
        <p:nvSpPr>
          <p:cNvPr id="4283" name="LigandSeek2_vs_LigandSeek1_path_9797">
            <a:extLst>
              <a:ext uri="{FF2B5EF4-FFF2-40B4-BE49-F238E27FC236}">
                <a16:creationId xmlns:a16="http://schemas.microsoft.com/office/drawing/2014/main" id="{E4BD04AF-9362-45F1-AAD3-5D32C54B5FB2}"/>
              </a:ext>
            </a:extLst>
          </p:cNvPr>
          <p:cNvSpPr>
            <a:spLocks noGrp="1"/>
          </p:cNvSpPr>
          <p:nvPr/>
        </p:nvSpPr>
        <p:spPr>
          <a:xfrm>
            <a:off x="5334012" y="286630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2A7A">
              <a:alpha val="100000"/>
            </a:srgbClr>
          </a:solidFill>
          <a:ln w="2540">
            <a:solidFill>
              <a:srgbClr val="472A7A">
                <a:alpha val="100000"/>
              </a:srgbClr>
            </a:solidFill>
            <a:prstDash val="solid"/>
          </a:ln>
        </p:spPr>
      </p:sp>
      <p:sp>
        <p:nvSpPr>
          <p:cNvPr id="4284" name="LigandSeek2_vs_LigandSeek1_path_9798">
            <a:extLst>
              <a:ext uri="{FF2B5EF4-FFF2-40B4-BE49-F238E27FC236}">
                <a16:creationId xmlns:a16="http://schemas.microsoft.com/office/drawing/2014/main" id="{6762EF44-7B42-45C6-8850-3F4D130C4CFE}"/>
              </a:ext>
            </a:extLst>
          </p:cNvPr>
          <p:cNvSpPr>
            <a:spLocks noGrp="1"/>
          </p:cNvSpPr>
          <p:nvPr/>
        </p:nvSpPr>
        <p:spPr>
          <a:xfrm>
            <a:off x="5334012" y="285908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979">
              <a:alpha val="100000"/>
            </a:srgbClr>
          </a:solidFill>
          <a:ln w="2540">
            <a:solidFill>
              <a:srgbClr val="482979">
                <a:alpha val="100000"/>
              </a:srgbClr>
            </a:solidFill>
            <a:prstDash val="solid"/>
          </a:ln>
        </p:spPr>
      </p:sp>
      <p:sp>
        <p:nvSpPr>
          <p:cNvPr id="4285" name="LigandSeek2_vs_LigandSeek1_path_9799">
            <a:extLst>
              <a:ext uri="{FF2B5EF4-FFF2-40B4-BE49-F238E27FC236}">
                <a16:creationId xmlns:a16="http://schemas.microsoft.com/office/drawing/2014/main" id="{B837AB0F-D751-45D0-950A-B90DACD19678}"/>
              </a:ext>
            </a:extLst>
          </p:cNvPr>
          <p:cNvSpPr>
            <a:spLocks noGrp="1"/>
          </p:cNvSpPr>
          <p:nvPr/>
        </p:nvSpPr>
        <p:spPr>
          <a:xfrm>
            <a:off x="5334012" y="285186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878">
              <a:alpha val="100000"/>
            </a:srgbClr>
          </a:solidFill>
          <a:ln w="2540">
            <a:solidFill>
              <a:srgbClr val="482878">
                <a:alpha val="100000"/>
              </a:srgbClr>
            </a:solidFill>
            <a:prstDash val="solid"/>
          </a:ln>
        </p:spPr>
      </p:sp>
      <p:sp>
        <p:nvSpPr>
          <p:cNvPr id="4286" name="LigandSeek2_vs_LigandSeek1_path_9800">
            <a:extLst>
              <a:ext uri="{FF2B5EF4-FFF2-40B4-BE49-F238E27FC236}">
                <a16:creationId xmlns:a16="http://schemas.microsoft.com/office/drawing/2014/main" id="{36F1D75D-770D-4A45-B213-0269EE9C79E1}"/>
              </a:ext>
            </a:extLst>
          </p:cNvPr>
          <p:cNvSpPr>
            <a:spLocks noGrp="1"/>
          </p:cNvSpPr>
          <p:nvPr/>
        </p:nvSpPr>
        <p:spPr>
          <a:xfrm>
            <a:off x="5334012" y="284464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677">
              <a:alpha val="100000"/>
            </a:srgbClr>
          </a:solidFill>
          <a:ln w="2540">
            <a:solidFill>
              <a:srgbClr val="482677">
                <a:alpha val="100000"/>
              </a:srgbClr>
            </a:solidFill>
            <a:prstDash val="solid"/>
          </a:ln>
        </p:spPr>
      </p:sp>
      <p:sp>
        <p:nvSpPr>
          <p:cNvPr id="4287" name="LigandSeek2_vs_LigandSeek1_path_9801">
            <a:extLst>
              <a:ext uri="{FF2B5EF4-FFF2-40B4-BE49-F238E27FC236}">
                <a16:creationId xmlns:a16="http://schemas.microsoft.com/office/drawing/2014/main" id="{F6D5C57F-EC27-4CA8-8771-E25395195A1C}"/>
              </a:ext>
            </a:extLst>
          </p:cNvPr>
          <p:cNvSpPr>
            <a:spLocks noGrp="1"/>
          </p:cNvSpPr>
          <p:nvPr/>
        </p:nvSpPr>
        <p:spPr>
          <a:xfrm>
            <a:off x="5334012" y="283742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576">
              <a:alpha val="100000"/>
            </a:srgbClr>
          </a:solidFill>
          <a:ln w="2540">
            <a:solidFill>
              <a:srgbClr val="482576">
                <a:alpha val="100000"/>
              </a:srgbClr>
            </a:solidFill>
            <a:prstDash val="solid"/>
          </a:ln>
        </p:spPr>
      </p:sp>
      <p:sp>
        <p:nvSpPr>
          <p:cNvPr id="4288" name="LigandSeek2_vs_LigandSeek1_path_9802">
            <a:extLst>
              <a:ext uri="{FF2B5EF4-FFF2-40B4-BE49-F238E27FC236}">
                <a16:creationId xmlns:a16="http://schemas.microsoft.com/office/drawing/2014/main" id="{23971FB1-6523-49C4-895C-9F563F055D22}"/>
              </a:ext>
            </a:extLst>
          </p:cNvPr>
          <p:cNvSpPr>
            <a:spLocks noGrp="1"/>
          </p:cNvSpPr>
          <p:nvPr/>
        </p:nvSpPr>
        <p:spPr>
          <a:xfrm>
            <a:off x="5334012" y="283020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475">
              <a:alpha val="100000"/>
            </a:srgbClr>
          </a:solidFill>
          <a:ln w="2540">
            <a:solidFill>
              <a:srgbClr val="482475">
                <a:alpha val="100000"/>
              </a:srgbClr>
            </a:solidFill>
            <a:prstDash val="solid"/>
          </a:ln>
        </p:spPr>
      </p:sp>
      <p:sp>
        <p:nvSpPr>
          <p:cNvPr id="4289" name="LigandSeek2_vs_LigandSeek1_path_9803">
            <a:extLst>
              <a:ext uri="{FF2B5EF4-FFF2-40B4-BE49-F238E27FC236}">
                <a16:creationId xmlns:a16="http://schemas.microsoft.com/office/drawing/2014/main" id="{74B9786D-C2A6-48E1-8C20-E4BDBF05CBD3}"/>
              </a:ext>
            </a:extLst>
          </p:cNvPr>
          <p:cNvSpPr>
            <a:spLocks noGrp="1"/>
          </p:cNvSpPr>
          <p:nvPr/>
        </p:nvSpPr>
        <p:spPr>
          <a:xfrm>
            <a:off x="5334012" y="282297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374">
              <a:alpha val="100000"/>
            </a:srgbClr>
          </a:solidFill>
          <a:ln w="2540">
            <a:solidFill>
              <a:srgbClr val="482374">
                <a:alpha val="100000"/>
              </a:srgbClr>
            </a:solidFill>
            <a:prstDash val="solid"/>
          </a:ln>
        </p:spPr>
      </p:sp>
      <p:sp>
        <p:nvSpPr>
          <p:cNvPr id="4290" name="LigandSeek2_vs_LigandSeek1_path_9804">
            <a:extLst>
              <a:ext uri="{FF2B5EF4-FFF2-40B4-BE49-F238E27FC236}">
                <a16:creationId xmlns:a16="http://schemas.microsoft.com/office/drawing/2014/main" id="{286336CB-6699-409D-AD47-CA312DD206F3}"/>
              </a:ext>
            </a:extLst>
          </p:cNvPr>
          <p:cNvSpPr>
            <a:spLocks noGrp="1"/>
          </p:cNvSpPr>
          <p:nvPr/>
        </p:nvSpPr>
        <p:spPr>
          <a:xfrm>
            <a:off x="5334012" y="281575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173">
              <a:alpha val="100000"/>
            </a:srgbClr>
          </a:solidFill>
          <a:ln w="2540">
            <a:solidFill>
              <a:srgbClr val="482173">
                <a:alpha val="100000"/>
              </a:srgbClr>
            </a:solidFill>
            <a:prstDash val="solid"/>
          </a:ln>
        </p:spPr>
      </p:sp>
      <p:sp>
        <p:nvSpPr>
          <p:cNvPr id="4291" name="LigandSeek2_vs_LigandSeek1_path_9805">
            <a:extLst>
              <a:ext uri="{FF2B5EF4-FFF2-40B4-BE49-F238E27FC236}">
                <a16:creationId xmlns:a16="http://schemas.microsoft.com/office/drawing/2014/main" id="{EC1EB717-DFC6-425E-B18E-BB9EE389BD14}"/>
              </a:ext>
            </a:extLst>
          </p:cNvPr>
          <p:cNvSpPr>
            <a:spLocks noGrp="1"/>
          </p:cNvSpPr>
          <p:nvPr/>
        </p:nvSpPr>
        <p:spPr>
          <a:xfrm>
            <a:off x="5334012" y="2808539"/>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2071">
              <a:alpha val="100000"/>
            </a:srgbClr>
          </a:solidFill>
          <a:ln w="2540">
            <a:solidFill>
              <a:srgbClr val="482071">
                <a:alpha val="100000"/>
              </a:srgbClr>
            </a:solidFill>
            <a:prstDash val="solid"/>
          </a:ln>
        </p:spPr>
      </p:sp>
      <p:sp>
        <p:nvSpPr>
          <p:cNvPr id="4292" name="LigandSeek2_vs_LigandSeek1_path_9806">
            <a:extLst>
              <a:ext uri="{FF2B5EF4-FFF2-40B4-BE49-F238E27FC236}">
                <a16:creationId xmlns:a16="http://schemas.microsoft.com/office/drawing/2014/main" id="{E3705E8D-229E-4F16-A260-0843FFE7FE2B}"/>
              </a:ext>
            </a:extLst>
          </p:cNvPr>
          <p:cNvSpPr>
            <a:spLocks noGrp="1"/>
          </p:cNvSpPr>
          <p:nvPr/>
        </p:nvSpPr>
        <p:spPr>
          <a:xfrm>
            <a:off x="5334012" y="280131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F70">
              <a:alpha val="100000"/>
            </a:srgbClr>
          </a:solidFill>
          <a:ln w="2540">
            <a:solidFill>
              <a:srgbClr val="481F70">
                <a:alpha val="100000"/>
              </a:srgbClr>
            </a:solidFill>
            <a:prstDash val="solid"/>
          </a:ln>
        </p:spPr>
      </p:sp>
      <p:sp>
        <p:nvSpPr>
          <p:cNvPr id="4293" name="LigandSeek2_vs_LigandSeek1_path_9807">
            <a:extLst>
              <a:ext uri="{FF2B5EF4-FFF2-40B4-BE49-F238E27FC236}">
                <a16:creationId xmlns:a16="http://schemas.microsoft.com/office/drawing/2014/main" id="{E3D5EC7E-B4D9-44FB-80A5-502E297DD8B1}"/>
              </a:ext>
            </a:extLst>
          </p:cNvPr>
          <p:cNvSpPr>
            <a:spLocks noGrp="1"/>
          </p:cNvSpPr>
          <p:nvPr/>
        </p:nvSpPr>
        <p:spPr>
          <a:xfrm>
            <a:off x="5334012" y="2794098"/>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D6F">
              <a:alpha val="100000"/>
            </a:srgbClr>
          </a:solidFill>
          <a:ln w="2540">
            <a:solidFill>
              <a:srgbClr val="481D6F">
                <a:alpha val="100000"/>
              </a:srgbClr>
            </a:solidFill>
            <a:prstDash val="solid"/>
          </a:ln>
        </p:spPr>
      </p:sp>
      <p:sp>
        <p:nvSpPr>
          <p:cNvPr id="4294" name="LigandSeek2_vs_LigandSeek1_path_9808">
            <a:extLst>
              <a:ext uri="{FF2B5EF4-FFF2-40B4-BE49-F238E27FC236}">
                <a16:creationId xmlns:a16="http://schemas.microsoft.com/office/drawing/2014/main" id="{7ABA191A-B8DB-4919-B237-74C614D0A3FB}"/>
              </a:ext>
            </a:extLst>
          </p:cNvPr>
          <p:cNvSpPr>
            <a:spLocks noGrp="1"/>
          </p:cNvSpPr>
          <p:nvPr/>
        </p:nvSpPr>
        <p:spPr>
          <a:xfrm>
            <a:off x="5334012" y="278687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C6E">
              <a:alpha val="100000"/>
            </a:srgbClr>
          </a:solidFill>
          <a:ln w="2540">
            <a:solidFill>
              <a:srgbClr val="481C6E">
                <a:alpha val="100000"/>
              </a:srgbClr>
            </a:solidFill>
            <a:prstDash val="solid"/>
          </a:ln>
        </p:spPr>
      </p:sp>
      <p:sp>
        <p:nvSpPr>
          <p:cNvPr id="4295" name="LigandSeek2_vs_LigandSeek1_path_9809">
            <a:extLst>
              <a:ext uri="{FF2B5EF4-FFF2-40B4-BE49-F238E27FC236}">
                <a16:creationId xmlns:a16="http://schemas.microsoft.com/office/drawing/2014/main" id="{D5A015F9-7CBE-44A5-B971-4A59A3177C77}"/>
              </a:ext>
            </a:extLst>
          </p:cNvPr>
          <p:cNvSpPr>
            <a:spLocks noGrp="1"/>
          </p:cNvSpPr>
          <p:nvPr/>
        </p:nvSpPr>
        <p:spPr>
          <a:xfrm>
            <a:off x="5334012" y="277965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B6D">
              <a:alpha val="100000"/>
            </a:srgbClr>
          </a:solidFill>
          <a:ln w="2540">
            <a:solidFill>
              <a:srgbClr val="481B6D">
                <a:alpha val="100000"/>
              </a:srgbClr>
            </a:solidFill>
            <a:prstDash val="solid"/>
          </a:ln>
        </p:spPr>
      </p:sp>
      <p:sp>
        <p:nvSpPr>
          <p:cNvPr id="4296" name="LigandSeek2_vs_LigandSeek1_path_9810">
            <a:extLst>
              <a:ext uri="{FF2B5EF4-FFF2-40B4-BE49-F238E27FC236}">
                <a16:creationId xmlns:a16="http://schemas.microsoft.com/office/drawing/2014/main" id="{9077E81C-B358-402F-9A50-8D6A942760AA}"/>
              </a:ext>
            </a:extLst>
          </p:cNvPr>
          <p:cNvSpPr>
            <a:spLocks noGrp="1"/>
          </p:cNvSpPr>
          <p:nvPr/>
        </p:nvSpPr>
        <p:spPr>
          <a:xfrm>
            <a:off x="5334012" y="2772437"/>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A6C">
              <a:alpha val="100000"/>
            </a:srgbClr>
          </a:solidFill>
          <a:ln w="2540">
            <a:solidFill>
              <a:srgbClr val="481A6C">
                <a:alpha val="100000"/>
              </a:srgbClr>
            </a:solidFill>
            <a:prstDash val="solid"/>
          </a:ln>
        </p:spPr>
      </p:sp>
      <p:sp>
        <p:nvSpPr>
          <p:cNvPr id="4297" name="LigandSeek2_vs_LigandSeek1_path_9811">
            <a:extLst>
              <a:ext uri="{FF2B5EF4-FFF2-40B4-BE49-F238E27FC236}">
                <a16:creationId xmlns:a16="http://schemas.microsoft.com/office/drawing/2014/main" id="{745EB560-ECFE-47BD-83B3-B2C610DFA000}"/>
              </a:ext>
            </a:extLst>
          </p:cNvPr>
          <p:cNvSpPr>
            <a:spLocks noGrp="1"/>
          </p:cNvSpPr>
          <p:nvPr/>
        </p:nvSpPr>
        <p:spPr>
          <a:xfrm>
            <a:off x="5334012" y="276521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86A">
              <a:alpha val="100000"/>
            </a:srgbClr>
          </a:solidFill>
          <a:ln w="2540">
            <a:solidFill>
              <a:srgbClr val="48186A">
                <a:alpha val="100000"/>
              </a:srgbClr>
            </a:solidFill>
            <a:prstDash val="solid"/>
          </a:ln>
        </p:spPr>
      </p:sp>
      <p:sp>
        <p:nvSpPr>
          <p:cNvPr id="4298" name="LigandSeek2_vs_LigandSeek1_path_9812">
            <a:extLst>
              <a:ext uri="{FF2B5EF4-FFF2-40B4-BE49-F238E27FC236}">
                <a16:creationId xmlns:a16="http://schemas.microsoft.com/office/drawing/2014/main" id="{A97AF678-A857-4A61-B364-8F1ACF01A6D3}"/>
              </a:ext>
            </a:extLst>
          </p:cNvPr>
          <p:cNvSpPr>
            <a:spLocks noGrp="1"/>
          </p:cNvSpPr>
          <p:nvPr/>
        </p:nvSpPr>
        <p:spPr>
          <a:xfrm>
            <a:off x="5334012" y="2757996"/>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769">
              <a:alpha val="100000"/>
            </a:srgbClr>
          </a:solidFill>
          <a:ln w="2540">
            <a:solidFill>
              <a:srgbClr val="481769">
                <a:alpha val="100000"/>
              </a:srgbClr>
            </a:solidFill>
            <a:prstDash val="solid"/>
          </a:ln>
        </p:spPr>
      </p:sp>
      <p:sp>
        <p:nvSpPr>
          <p:cNvPr id="4299" name="LigandSeek2_vs_LigandSeek1_path_9813">
            <a:extLst>
              <a:ext uri="{FF2B5EF4-FFF2-40B4-BE49-F238E27FC236}">
                <a16:creationId xmlns:a16="http://schemas.microsoft.com/office/drawing/2014/main" id="{BFF6E0FA-2AD9-4886-9C01-BCFB64967BCA}"/>
              </a:ext>
            </a:extLst>
          </p:cNvPr>
          <p:cNvSpPr>
            <a:spLocks noGrp="1"/>
          </p:cNvSpPr>
          <p:nvPr/>
        </p:nvSpPr>
        <p:spPr>
          <a:xfrm>
            <a:off x="5334012" y="275077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668">
              <a:alpha val="100000"/>
            </a:srgbClr>
          </a:solidFill>
          <a:ln w="2540">
            <a:solidFill>
              <a:srgbClr val="481668">
                <a:alpha val="100000"/>
              </a:srgbClr>
            </a:solidFill>
            <a:prstDash val="solid"/>
          </a:ln>
        </p:spPr>
      </p:sp>
      <p:sp>
        <p:nvSpPr>
          <p:cNvPr id="4300" name="LigandSeek2_vs_LigandSeek1_path_9814">
            <a:extLst>
              <a:ext uri="{FF2B5EF4-FFF2-40B4-BE49-F238E27FC236}">
                <a16:creationId xmlns:a16="http://schemas.microsoft.com/office/drawing/2014/main" id="{F8B817F7-325C-4B1E-9F49-D7069E9E3F10}"/>
              </a:ext>
            </a:extLst>
          </p:cNvPr>
          <p:cNvSpPr>
            <a:spLocks noGrp="1"/>
          </p:cNvSpPr>
          <p:nvPr/>
        </p:nvSpPr>
        <p:spPr>
          <a:xfrm>
            <a:off x="5334012" y="274355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81467">
              <a:alpha val="100000"/>
            </a:srgbClr>
          </a:solidFill>
          <a:ln w="2540">
            <a:solidFill>
              <a:srgbClr val="481467">
                <a:alpha val="100000"/>
              </a:srgbClr>
            </a:solidFill>
            <a:prstDash val="solid"/>
          </a:ln>
        </p:spPr>
      </p:sp>
      <p:sp>
        <p:nvSpPr>
          <p:cNvPr id="4301" name="LigandSeek2_vs_LigandSeek1_path_9815">
            <a:extLst>
              <a:ext uri="{FF2B5EF4-FFF2-40B4-BE49-F238E27FC236}">
                <a16:creationId xmlns:a16="http://schemas.microsoft.com/office/drawing/2014/main" id="{81720D32-FF18-4517-A0EA-E628D1C6A9A1}"/>
              </a:ext>
            </a:extLst>
          </p:cNvPr>
          <p:cNvSpPr>
            <a:spLocks noGrp="1"/>
          </p:cNvSpPr>
          <p:nvPr/>
        </p:nvSpPr>
        <p:spPr>
          <a:xfrm>
            <a:off x="5334012" y="2736335"/>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1365">
              <a:alpha val="100000"/>
            </a:srgbClr>
          </a:solidFill>
          <a:ln w="2540">
            <a:solidFill>
              <a:srgbClr val="471365">
                <a:alpha val="100000"/>
              </a:srgbClr>
            </a:solidFill>
            <a:prstDash val="solid"/>
          </a:ln>
        </p:spPr>
      </p:sp>
      <p:sp>
        <p:nvSpPr>
          <p:cNvPr id="4302" name="LigandSeek2_vs_LigandSeek1_path_9816">
            <a:extLst>
              <a:ext uri="{FF2B5EF4-FFF2-40B4-BE49-F238E27FC236}">
                <a16:creationId xmlns:a16="http://schemas.microsoft.com/office/drawing/2014/main" id="{589006FB-453C-4EE1-AAA3-8650AEACD5CC}"/>
              </a:ext>
            </a:extLst>
          </p:cNvPr>
          <p:cNvSpPr>
            <a:spLocks noGrp="1"/>
          </p:cNvSpPr>
          <p:nvPr/>
        </p:nvSpPr>
        <p:spPr>
          <a:xfrm>
            <a:off x="5334012" y="272911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1164">
              <a:alpha val="100000"/>
            </a:srgbClr>
          </a:solidFill>
          <a:ln w="2540">
            <a:solidFill>
              <a:srgbClr val="471164">
                <a:alpha val="100000"/>
              </a:srgbClr>
            </a:solidFill>
            <a:prstDash val="solid"/>
          </a:ln>
        </p:spPr>
      </p:sp>
      <p:sp>
        <p:nvSpPr>
          <p:cNvPr id="4303" name="LigandSeek2_vs_LigandSeek1_path_9817">
            <a:extLst>
              <a:ext uri="{FF2B5EF4-FFF2-40B4-BE49-F238E27FC236}">
                <a16:creationId xmlns:a16="http://schemas.microsoft.com/office/drawing/2014/main" id="{21BAB8B0-3EAE-45EE-B9C8-CB3A8EBD5D01}"/>
              </a:ext>
            </a:extLst>
          </p:cNvPr>
          <p:cNvSpPr>
            <a:spLocks noGrp="1"/>
          </p:cNvSpPr>
          <p:nvPr/>
        </p:nvSpPr>
        <p:spPr>
          <a:xfrm>
            <a:off x="5334012" y="272189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1063">
              <a:alpha val="100000"/>
            </a:srgbClr>
          </a:solidFill>
          <a:ln w="2540">
            <a:solidFill>
              <a:srgbClr val="471063">
                <a:alpha val="100000"/>
              </a:srgbClr>
            </a:solidFill>
            <a:prstDash val="solid"/>
          </a:ln>
        </p:spPr>
      </p:sp>
      <p:sp>
        <p:nvSpPr>
          <p:cNvPr id="4304" name="LigandSeek2_vs_LigandSeek1_path_9818">
            <a:extLst>
              <a:ext uri="{FF2B5EF4-FFF2-40B4-BE49-F238E27FC236}">
                <a16:creationId xmlns:a16="http://schemas.microsoft.com/office/drawing/2014/main" id="{DD4C7B24-2F49-42D6-AAFA-40D6F942FBE7}"/>
              </a:ext>
            </a:extLst>
          </p:cNvPr>
          <p:cNvSpPr>
            <a:spLocks noGrp="1"/>
          </p:cNvSpPr>
          <p:nvPr/>
        </p:nvSpPr>
        <p:spPr>
          <a:xfrm>
            <a:off x="5334012" y="2714674"/>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0E61">
              <a:alpha val="100000"/>
            </a:srgbClr>
          </a:solidFill>
          <a:ln w="2540">
            <a:solidFill>
              <a:srgbClr val="470E61">
                <a:alpha val="100000"/>
              </a:srgbClr>
            </a:solidFill>
            <a:prstDash val="solid"/>
          </a:ln>
        </p:spPr>
      </p:sp>
      <p:sp>
        <p:nvSpPr>
          <p:cNvPr id="4305" name="LigandSeek2_vs_LigandSeek1_path_9819">
            <a:extLst>
              <a:ext uri="{FF2B5EF4-FFF2-40B4-BE49-F238E27FC236}">
                <a16:creationId xmlns:a16="http://schemas.microsoft.com/office/drawing/2014/main" id="{A47E5BC9-4DB6-4D58-90AA-6993F376D5C7}"/>
              </a:ext>
            </a:extLst>
          </p:cNvPr>
          <p:cNvSpPr>
            <a:spLocks noGrp="1"/>
          </p:cNvSpPr>
          <p:nvPr/>
        </p:nvSpPr>
        <p:spPr>
          <a:xfrm>
            <a:off x="5334012" y="270745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70D60">
              <a:alpha val="100000"/>
            </a:srgbClr>
          </a:solidFill>
          <a:ln w="2540">
            <a:solidFill>
              <a:srgbClr val="470D60">
                <a:alpha val="100000"/>
              </a:srgbClr>
            </a:solidFill>
            <a:prstDash val="solid"/>
          </a:ln>
        </p:spPr>
      </p:sp>
      <p:sp>
        <p:nvSpPr>
          <p:cNvPr id="4306" name="LigandSeek2_vs_LigandSeek1_path_9820">
            <a:extLst>
              <a:ext uri="{FF2B5EF4-FFF2-40B4-BE49-F238E27FC236}">
                <a16:creationId xmlns:a16="http://schemas.microsoft.com/office/drawing/2014/main" id="{6CFA700C-3F97-48BA-8CF2-C0C7856499D2}"/>
              </a:ext>
            </a:extLst>
          </p:cNvPr>
          <p:cNvSpPr>
            <a:spLocks noGrp="1"/>
          </p:cNvSpPr>
          <p:nvPr/>
        </p:nvSpPr>
        <p:spPr>
          <a:xfrm>
            <a:off x="5334012" y="2700233"/>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B5E">
              <a:alpha val="100000"/>
            </a:srgbClr>
          </a:solidFill>
          <a:ln w="2540">
            <a:solidFill>
              <a:srgbClr val="460B5E">
                <a:alpha val="100000"/>
              </a:srgbClr>
            </a:solidFill>
            <a:prstDash val="solid"/>
          </a:ln>
        </p:spPr>
      </p:sp>
      <p:sp>
        <p:nvSpPr>
          <p:cNvPr id="4307" name="LigandSeek2_vs_LigandSeek1_path_9821">
            <a:extLst>
              <a:ext uri="{FF2B5EF4-FFF2-40B4-BE49-F238E27FC236}">
                <a16:creationId xmlns:a16="http://schemas.microsoft.com/office/drawing/2014/main" id="{5273D91E-AB64-404A-9D17-599C4B778A1C}"/>
              </a:ext>
            </a:extLst>
          </p:cNvPr>
          <p:cNvSpPr>
            <a:spLocks noGrp="1"/>
          </p:cNvSpPr>
          <p:nvPr/>
        </p:nvSpPr>
        <p:spPr>
          <a:xfrm>
            <a:off x="5334012" y="269301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A5D">
              <a:alpha val="100000"/>
            </a:srgbClr>
          </a:solidFill>
          <a:ln w="2540">
            <a:solidFill>
              <a:srgbClr val="460A5D">
                <a:alpha val="100000"/>
              </a:srgbClr>
            </a:solidFill>
            <a:prstDash val="solid"/>
          </a:ln>
        </p:spPr>
      </p:sp>
      <p:sp>
        <p:nvSpPr>
          <p:cNvPr id="4308" name="LigandSeek2_vs_LigandSeek1_path_9822">
            <a:extLst>
              <a:ext uri="{FF2B5EF4-FFF2-40B4-BE49-F238E27FC236}">
                <a16:creationId xmlns:a16="http://schemas.microsoft.com/office/drawing/2014/main" id="{A21A90C5-1ADD-45BA-B7B6-AF7FB7175BE3}"/>
              </a:ext>
            </a:extLst>
          </p:cNvPr>
          <p:cNvSpPr>
            <a:spLocks noGrp="1"/>
          </p:cNvSpPr>
          <p:nvPr/>
        </p:nvSpPr>
        <p:spPr>
          <a:xfrm>
            <a:off x="5334012" y="268579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85C">
              <a:alpha val="100000"/>
            </a:srgbClr>
          </a:solidFill>
          <a:ln w="2540">
            <a:solidFill>
              <a:srgbClr val="46085C">
                <a:alpha val="100000"/>
              </a:srgbClr>
            </a:solidFill>
            <a:prstDash val="solid"/>
          </a:ln>
        </p:spPr>
      </p:sp>
      <p:sp>
        <p:nvSpPr>
          <p:cNvPr id="4309" name="LigandSeek2_vs_LigandSeek1_path_9823">
            <a:extLst>
              <a:ext uri="{FF2B5EF4-FFF2-40B4-BE49-F238E27FC236}">
                <a16:creationId xmlns:a16="http://schemas.microsoft.com/office/drawing/2014/main" id="{56C12B96-E558-47C4-9D6C-15999CA8BAEC}"/>
              </a:ext>
            </a:extLst>
          </p:cNvPr>
          <p:cNvSpPr>
            <a:spLocks noGrp="1"/>
          </p:cNvSpPr>
          <p:nvPr/>
        </p:nvSpPr>
        <p:spPr>
          <a:xfrm>
            <a:off x="5334012" y="2678572"/>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6075A">
              <a:alpha val="100000"/>
            </a:srgbClr>
          </a:solidFill>
          <a:ln w="2540">
            <a:solidFill>
              <a:srgbClr val="46075A">
                <a:alpha val="100000"/>
              </a:srgbClr>
            </a:solidFill>
            <a:prstDash val="solid"/>
          </a:ln>
        </p:spPr>
      </p:sp>
      <p:sp>
        <p:nvSpPr>
          <p:cNvPr id="4310" name="LigandSeek2_vs_LigandSeek1_path_9824">
            <a:extLst>
              <a:ext uri="{FF2B5EF4-FFF2-40B4-BE49-F238E27FC236}">
                <a16:creationId xmlns:a16="http://schemas.microsoft.com/office/drawing/2014/main" id="{59401C9B-4B68-48BC-9C46-05DC69B4389F}"/>
              </a:ext>
            </a:extLst>
          </p:cNvPr>
          <p:cNvSpPr>
            <a:spLocks noGrp="1"/>
          </p:cNvSpPr>
          <p:nvPr/>
        </p:nvSpPr>
        <p:spPr>
          <a:xfrm>
            <a:off x="5334012" y="267135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0559">
              <a:alpha val="100000"/>
            </a:srgbClr>
          </a:solidFill>
          <a:ln w="2540">
            <a:solidFill>
              <a:srgbClr val="450559">
                <a:alpha val="100000"/>
              </a:srgbClr>
            </a:solidFill>
            <a:prstDash val="solid"/>
          </a:ln>
        </p:spPr>
      </p:sp>
      <p:sp>
        <p:nvSpPr>
          <p:cNvPr id="4311" name="LigandSeek2_vs_LigandSeek1_path_9825">
            <a:extLst>
              <a:ext uri="{FF2B5EF4-FFF2-40B4-BE49-F238E27FC236}">
                <a16:creationId xmlns:a16="http://schemas.microsoft.com/office/drawing/2014/main" id="{FBFBB2ED-0EB8-449C-96DE-76C7AB80218E}"/>
              </a:ext>
            </a:extLst>
          </p:cNvPr>
          <p:cNvSpPr>
            <a:spLocks noGrp="1"/>
          </p:cNvSpPr>
          <p:nvPr/>
        </p:nvSpPr>
        <p:spPr>
          <a:xfrm>
            <a:off x="5334012" y="2664131"/>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50457">
              <a:alpha val="100000"/>
            </a:srgbClr>
          </a:solidFill>
          <a:ln w="2540">
            <a:solidFill>
              <a:srgbClr val="450457">
                <a:alpha val="100000"/>
              </a:srgbClr>
            </a:solidFill>
            <a:prstDash val="solid"/>
          </a:ln>
        </p:spPr>
      </p:sp>
      <p:sp>
        <p:nvSpPr>
          <p:cNvPr id="4312" name="LigandSeek2_vs_LigandSeek1_path_9826">
            <a:extLst>
              <a:ext uri="{FF2B5EF4-FFF2-40B4-BE49-F238E27FC236}">
                <a16:creationId xmlns:a16="http://schemas.microsoft.com/office/drawing/2014/main" id="{AD687670-2481-490B-B28F-1477158F2850}"/>
              </a:ext>
            </a:extLst>
          </p:cNvPr>
          <p:cNvSpPr>
            <a:spLocks noGrp="1"/>
          </p:cNvSpPr>
          <p:nvPr/>
        </p:nvSpPr>
        <p:spPr>
          <a:xfrm>
            <a:off x="5334012" y="265691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0256">
              <a:alpha val="100000"/>
            </a:srgbClr>
          </a:solidFill>
          <a:ln w="2540">
            <a:solidFill>
              <a:srgbClr val="440256">
                <a:alpha val="100000"/>
              </a:srgbClr>
            </a:solidFill>
            <a:prstDash val="solid"/>
          </a:ln>
        </p:spPr>
      </p:sp>
      <p:sp>
        <p:nvSpPr>
          <p:cNvPr id="4313" name="LigandSeek2_vs_LigandSeek1_path_9827">
            <a:extLst>
              <a:ext uri="{FF2B5EF4-FFF2-40B4-BE49-F238E27FC236}">
                <a16:creationId xmlns:a16="http://schemas.microsoft.com/office/drawing/2014/main" id="{90520592-EBF3-4E47-9186-4E525C672F57}"/>
              </a:ext>
            </a:extLst>
          </p:cNvPr>
          <p:cNvSpPr>
            <a:spLocks noGrp="1"/>
          </p:cNvSpPr>
          <p:nvPr/>
        </p:nvSpPr>
        <p:spPr>
          <a:xfrm>
            <a:off x="5334012" y="2649690"/>
            <a:ext cx="58680" cy="7220"/>
          </a:xfrm>
          <a:custGeom>
            <a:avLst/>
            <a:gdLst/>
            <a:ahLst/>
            <a:cxnLst/>
            <a:rect l="0" t="0" r="0" b="0"/>
            <a:pathLst>
              <a:path w="58680" h="7220">
                <a:moveTo>
                  <a:pt x="0" y="7220"/>
                </a:moveTo>
                <a:lnTo>
                  <a:pt x="58680" y="7220"/>
                </a:lnTo>
                <a:lnTo>
                  <a:pt x="58680" y="0"/>
                </a:lnTo>
                <a:lnTo>
                  <a:pt x="0" y="0"/>
                </a:lnTo>
                <a:lnTo>
                  <a:pt x="0" y="7220"/>
                </a:lnTo>
                <a:close/>
              </a:path>
            </a:pathLst>
          </a:custGeom>
          <a:solidFill>
            <a:srgbClr val="440154">
              <a:alpha val="100000"/>
            </a:srgbClr>
          </a:solidFill>
          <a:ln w="2540">
            <a:solidFill>
              <a:srgbClr val="440154">
                <a:alpha val="100000"/>
              </a:srgbClr>
            </a:solidFill>
            <a:prstDash val="solid"/>
          </a:ln>
        </p:spPr>
      </p:sp>
      <p:sp>
        <p:nvSpPr>
          <p:cNvPr id="4314" name="LigandSeek2_vs_LigandSeek1_path_9828">
            <a:extLst>
              <a:ext uri="{FF2B5EF4-FFF2-40B4-BE49-F238E27FC236}">
                <a16:creationId xmlns:a16="http://schemas.microsoft.com/office/drawing/2014/main" id="{C3126B6E-5792-4A3A-94D3-475A5D2D114F}"/>
              </a:ext>
            </a:extLst>
          </p:cNvPr>
          <p:cNvSpPr>
            <a:spLocks noGrp="1"/>
          </p:cNvSpPr>
          <p:nvPr/>
        </p:nvSpPr>
        <p:spPr>
          <a:xfrm>
            <a:off x="5392692" y="449811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4315" name="LigandSeek2_vs_LigandSeek1_text_9829">
            <a:extLst>
              <a:ext uri="{FF2B5EF4-FFF2-40B4-BE49-F238E27FC236}">
                <a16:creationId xmlns:a16="http://schemas.microsoft.com/office/drawing/2014/main" id="{C9D651D2-E4F1-41F8-BCC5-FC80465E83D0}"/>
              </a:ext>
            </a:extLst>
          </p:cNvPr>
          <p:cNvSpPr>
            <a:spLocks noGrp="1"/>
          </p:cNvSpPr>
          <p:nvPr/>
        </p:nvSpPr>
        <p:spPr>
          <a:xfrm rot="0">
            <a:off x="5437142" y="445239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a:t>
            </a:r>
          </a:p>
        </p:txBody>
      </p:sp>
      <p:sp>
        <p:nvSpPr>
          <p:cNvPr id="4316" name="LigandSeek2_vs_LigandSeek1_path_9830">
            <a:extLst>
              <a:ext uri="{FF2B5EF4-FFF2-40B4-BE49-F238E27FC236}">
                <a16:creationId xmlns:a16="http://schemas.microsoft.com/office/drawing/2014/main" id="{5651DDC2-9FB5-4714-8A67-46C14C1A7544}"/>
              </a:ext>
            </a:extLst>
          </p:cNvPr>
          <p:cNvSpPr>
            <a:spLocks noGrp="1"/>
          </p:cNvSpPr>
          <p:nvPr/>
        </p:nvSpPr>
        <p:spPr>
          <a:xfrm>
            <a:off x="5392692" y="388197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4317" name="LigandSeek2_vs_LigandSeek1_text_9831">
            <a:extLst>
              <a:ext uri="{FF2B5EF4-FFF2-40B4-BE49-F238E27FC236}">
                <a16:creationId xmlns:a16="http://schemas.microsoft.com/office/drawing/2014/main" id="{95254777-8001-4C1C-84B5-2E283BADC772}"/>
              </a:ext>
            </a:extLst>
          </p:cNvPr>
          <p:cNvSpPr>
            <a:spLocks noGrp="1"/>
          </p:cNvSpPr>
          <p:nvPr/>
        </p:nvSpPr>
        <p:spPr>
          <a:xfrm rot="0">
            <a:off x="5437142" y="383625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2.0</a:t>
            </a:r>
          </a:p>
        </p:txBody>
      </p:sp>
      <p:sp>
        <p:nvSpPr>
          <p:cNvPr id="4318" name="LigandSeek2_vs_LigandSeek1_path_9832">
            <a:extLst>
              <a:ext uri="{FF2B5EF4-FFF2-40B4-BE49-F238E27FC236}">
                <a16:creationId xmlns:a16="http://schemas.microsoft.com/office/drawing/2014/main" id="{92FF6F85-5D07-4994-A6BE-4A42DBE8A28E}"/>
              </a:ext>
            </a:extLst>
          </p:cNvPr>
          <p:cNvSpPr>
            <a:spLocks noGrp="1"/>
          </p:cNvSpPr>
          <p:nvPr/>
        </p:nvSpPr>
        <p:spPr>
          <a:xfrm>
            <a:off x="5392692" y="326583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4319" name="LigandSeek2_vs_LigandSeek1_text_9833">
            <a:extLst>
              <a:ext uri="{FF2B5EF4-FFF2-40B4-BE49-F238E27FC236}">
                <a16:creationId xmlns:a16="http://schemas.microsoft.com/office/drawing/2014/main" id="{9F0CB946-6589-4C16-8E11-020590A3A730}"/>
              </a:ext>
            </a:extLst>
          </p:cNvPr>
          <p:cNvSpPr>
            <a:spLocks noGrp="1"/>
          </p:cNvSpPr>
          <p:nvPr/>
        </p:nvSpPr>
        <p:spPr>
          <a:xfrm rot="0">
            <a:off x="5437142" y="322011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3.0</a:t>
            </a:r>
          </a:p>
        </p:txBody>
      </p:sp>
      <p:sp>
        <p:nvSpPr>
          <p:cNvPr id="4320" name="LigandSeek2_vs_LigandSeek1_path_9834">
            <a:extLst>
              <a:ext uri="{FF2B5EF4-FFF2-40B4-BE49-F238E27FC236}">
                <a16:creationId xmlns:a16="http://schemas.microsoft.com/office/drawing/2014/main" id="{27B2BE8C-A13B-4563-A541-76FE25035EFC}"/>
              </a:ext>
            </a:extLst>
          </p:cNvPr>
          <p:cNvSpPr>
            <a:spLocks noGrp="1"/>
          </p:cNvSpPr>
          <p:nvPr/>
        </p:nvSpPr>
        <p:spPr>
          <a:xfrm>
            <a:off x="5392692" y="2649690"/>
            <a:ext cx="25400" cy="191"/>
          </a:xfrm>
          <a:custGeom>
            <a:avLst/>
            <a:gdLst/>
            <a:ahLst/>
            <a:cxnLst/>
            <a:rect l="0" t="0" r="0" b="0"/>
            <a:pathLst>
              <a:path w="25400" h="191">
                <a:moveTo>
                  <a:pt x="0" y="0"/>
                </a:moveTo>
                <a:lnTo>
                  <a:pt x="25400" y="0"/>
                </a:lnTo>
              </a:path>
            </a:pathLst>
          </a:custGeom>
          <a:solidFill>
            <a:srgbClr val="000000">
              <a:alpha val="100000"/>
            </a:srgbClr>
          </a:solidFill>
          <a:ln w="6985">
            <a:solidFill>
              <a:srgbClr val="000000">
                <a:alpha val="100000"/>
              </a:srgbClr>
            </a:solidFill>
            <a:prstDash val="solid"/>
          </a:ln>
        </p:spPr>
      </p:sp>
      <p:sp>
        <p:nvSpPr>
          <p:cNvPr id="4321" name="LigandSeek2_vs_LigandSeek1_text_9835">
            <a:extLst>
              <a:ext uri="{FF2B5EF4-FFF2-40B4-BE49-F238E27FC236}">
                <a16:creationId xmlns:a16="http://schemas.microsoft.com/office/drawing/2014/main" id="{4A02E9FB-B1A2-4C07-AA07-3618BC7D33BF}"/>
              </a:ext>
            </a:extLst>
          </p:cNvPr>
          <p:cNvSpPr>
            <a:spLocks noGrp="1"/>
          </p:cNvSpPr>
          <p:nvPr/>
        </p:nvSpPr>
        <p:spPr>
          <a:xfrm rot="0">
            <a:off x="5437142" y="2603978"/>
            <a:ext cx="134976"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4.0</a:t>
            </a:r>
          </a:p>
        </p:txBody>
      </p:sp>
      <p:sp>
        <p:nvSpPr>
          <p:cNvPr id="4322" name="LigandSeek2_vs_LigandSeek1_text_9836">
            <a:extLst>
              <a:ext uri="{FF2B5EF4-FFF2-40B4-BE49-F238E27FC236}">
                <a16:creationId xmlns:a16="http://schemas.microsoft.com/office/drawing/2014/main" id="{54712040-4E9C-4E0A-8D29-E7AEF42CB297}"/>
              </a:ext>
            </a:extLst>
          </p:cNvPr>
          <p:cNvSpPr>
            <a:spLocks noGrp="1"/>
          </p:cNvSpPr>
          <p:nvPr/>
        </p:nvSpPr>
        <p:spPr>
          <a:xfrm rot="-5400000">
            <a:off x="5367810" y="3510400"/>
            <a:ext cx="589737"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Resolution (Å)</a:t>
            </a:r>
          </a:p>
        </p:txBody>
      </p:sp>
      <p:sp>
        <p:nvSpPr>
          <p:cNvPr id="4323" name="LigandSeek2_vs_LigandSeek1_path_9837">
            <a:extLst>
              <a:ext uri="{FF2B5EF4-FFF2-40B4-BE49-F238E27FC236}">
                <a16:creationId xmlns:a16="http://schemas.microsoft.com/office/drawing/2014/main" id="{1777DF37-2B02-41C9-BC60-B212DAC71F38}"/>
              </a:ext>
            </a:extLst>
          </p:cNvPr>
          <p:cNvSpPr>
            <a:spLocks noGrp="1"/>
          </p:cNvSpPr>
          <p:nvPr/>
        </p:nvSpPr>
        <p:spPr>
          <a:xfrm>
            <a:off x="586800" y="5218920"/>
            <a:ext cx="1848420" cy="1210680"/>
          </a:xfrm>
          <a:custGeom>
            <a:avLst/>
            <a:gdLst/>
            <a:ahLst/>
            <a:cxnLst/>
            <a:rect l="0" t="0" r="0" b="0"/>
            <a:pathLst>
              <a:path w="1848420" h="1210680">
                <a:moveTo>
                  <a:pt x="0" y="1210680"/>
                </a:moveTo>
                <a:lnTo>
                  <a:pt x="1848420" y="1210680"/>
                </a:lnTo>
                <a:lnTo>
                  <a:pt x="1848420" y="0"/>
                </a:lnTo>
                <a:lnTo>
                  <a:pt x="0" y="0"/>
                </a:lnTo>
                <a:lnTo>
                  <a:pt x="0" y="1210680"/>
                </a:lnTo>
                <a:close/>
              </a:path>
            </a:pathLst>
          </a:custGeom>
          <a:solidFill>
            <a:srgbClr val="FFFFFF">
              <a:alpha val="100000"/>
            </a:srgbClr>
          </a:solidFill>
          <a:ln w="0">
            <a:noFill/>
            <a:prstDash val="solid"/>
          </a:ln>
        </p:spPr>
      </p:sp>
      <p:sp>
        <p:nvSpPr>
          <p:cNvPr id="4324" name="LigandSeek2_vs_LigandSeek1_text_9838">
            <a:extLst>
              <a:ext uri="{FF2B5EF4-FFF2-40B4-BE49-F238E27FC236}">
                <a16:creationId xmlns:a16="http://schemas.microsoft.com/office/drawing/2014/main" id="{829A394E-491C-4E48-9A91-ECF2ED774E40}"/>
              </a:ext>
            </a:extLst>
          </p:cNvPr>
          <p:cNvSpPr>
            <a:spLocks noGrp="1"/>
          </p:cNvSpPr>
          <p:nvPr/>
        </p:nvSpPr>
        <p:spPr>
          <a:xfrm rot="0">
            <a:off x="785836" y="6481940"/>
            <a:ext cx="381254"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Precision</a:t>
            </a:r>
          </a:p>
        </p:txBody>
      </p:sp>
      <p:sp>
        <p:nvSpPr>
          <p:cNvPr id="4325" name="LigandSeek2_vs_LigandSeek1_text_9839">
            <a:extLst>
              <a:ext uri="{FF2B5EF4-FFF2-40B4-BE49-F238E27FC236}">
                <a16:creationId xmlns:a16="http://schemas.microsoft.com/office/drawing/2014/main" id="{95E55D30-AC2E-4C5C-BF14-BFECFB82A202}"/>
              </a:ext>
            </a:extLst>
          </p:cNvPr>
          <p:cNvSpPr>
            <a:spLocks noGrp="1"/>
          </p:cNvSpPr>
          <p:nvPr/>
        </p:nvSpPr>
        <p:spPr>
          <a:xfrm rot="0">
            <a:off x="1926660" y="6481940"/>
            <a:ext cx="250495"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Recall</a:t>
            </a:r>
          </a:p>
        </p:txBody>
      </p:sp>
      <p:sp>
        <p:nvSpPr>
          <p:cNvPr id="4326" name="LigandSeek2_vs_LigandSeek1_path_9840">
            <a:extLst>
              <a:ext uri="{FF2B5EF4-FFF2-40B4-BE49-F238E27FC236}">
                <a16:creationId xmlns:a16="http://schemas.microsoft.com/office/drawing/2014/main" id="{B110DF14-E4F7-49A4-997C-E70622D87C61}"/>
              </a:ext>
            </a:extLst>
          </p:cNvPr>
          <p:cNvSpPr>
            <a:spLocks noGrp="1"/>
          </p:cNvSpPr>
          <p:nvPr/>
        </p:nvSpPr>
        <p:spPr>
          <a:xfrm>
            <a:off x="586800" y="6401046"/>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4327" name="LigandSeek2_vs_LigandSeek1_path_9841">
            <a:extLst>
              <a:ext uri="{FF2B5EF4-FFF2-40B4-BE49-F238E27FC236}">
                <a16:creationId xmlns:a16="http://schemas.microsoft.com/office/drawing/2014/main" id="{A7662869-4A55-4C67-8104-5038B364DF1D}"/>
              </a:ext>
            </a:extLst>
          </p:cNvPr>
          <p:cNvSpPr>
            <a:spLocks noGrp="1"/>
          </p:cNvSpPr>
          <p:nvPr/>
        </p:nvSpPr>
        <p:spPr>
          <a:xfrm>
            <a:off x="557590" y="6401046"/>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4328" name="LigandSeek2_vs_LigandSeek1_text_9842">
            <a:extLst>
              <a:ext uri="{FF2B5EF4-FFF2-40B4-BE49-F238E27FC236}">
                <a16:creationId xmlns:a16="http://schemas.microsoft.com/office/drawing/2014/main" id="{E8614A9C-B26D-4883-86C3-13021E5F096A}"/>
              </a:ext>
            </a:extLst>
          </p:cNvPr>
          <p:cNvSpPr>
            <a:spLocks noGrp="1"/>
          </p:cNvSpPr>
          <p:nvPr/>
        </p:nvSpPr>
        <p:spPr>
          <a:xfrm rot="0">
            <a:off x="281492" y="6355334"/>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4329" name="LigandSeek2_vs_LigandSeek1_path_9843">
            <a:extLst>
              <a:ext uri="{FF2B5EF4-FFF2-40B4-BE49-F238E27FC236}">
                <a16:creationId xmlns:a16="http://schemas.microsoft.com/office/drawing/2014/main" id="{E5CB84C3-2D27-43B5-9399-936A2C5EDA21}"/>
              </a:ext>
            </a:extLst>
          </p:cNvPr>
          <p:cNvSpPr>
            <a:spLocks noGrp="1"/>
          </p:cNvSpPr>
          <p:nvPr/>
        </p:nvSpPr>
        <p:spPr>
          <a:xfrm>
            <a:off x="586800" y="5829971"/>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4330" name="LigandSeek2_vs_LigandSeek1_path_9844">
            <a:extLst>
              <a:ext uri="{FF2B5EF4-FFF2-40B4-BE49-F238E27FC236}">
                <a16:creationId xmlns:a16="http://schemas.microsoft.com/office/drawing/2014/main" id="{94D5ADD8-530D-4D6A-B0CE-25C2B0CE2EF9}"/>
              </a:ext>
            </a:extLst>
          </p:cNvPr>
          <p:cNvSpPr>
            <a:spLocks noGrp="1"/>
          </p:cNvSpPr>
          <p:nvPr/>
        </p:nvSpPr>
        <p:spPr>
          <a:xfrm>
            <a:off x="557590" y="5829971"/>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4331" name="LigandSeek2_vs_LigandSeek1_text_9845">
            <a:extLst>
              <a:ext uri="{FF2B5EF4-FFF2-40B4-BE49-F238E27FC236}">
                <a16:creationId xmlns:a16="http://schemas.microsoft.com/office/drawing/2014/main" id="{3F88DA21-2981-4E1B-A8B0-7F903840E1EA}"/>
              </a:ext>
            </a:extLst>
          </p:cNvPr>
          <p:cNvSpPr>
            <a:spLocks noGrp="1"/>
          </p:cNvSpPr>
          <p:nvPr/>
        </p:nvSpPr>
        <p:spPr>
          <a:xfrm rot="0">
            <a:off x="281492" y="5784259"/>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4332" name="LigandSeek2_vs_LigandSeek1_path_9846">
            <a:extLst>
              <a:ext uri="{FF2B5EF4-FFF2-40B4-BE49-F238E27FC236}">
                <a16:creationId xmlns:a16="http://schemas.microsoft.com/office/drawing/2014/main" id="{3121F60C-ACCC-4601-A2A3-C40F3EAB467D}"/>
              </a:ext>
            </a:extLst>
          </p:cNvPr>
          <p:cNvSpPr>
            <a:spLocks noGrp="1"/>
          </p:cNvSpPr>
          <p:nvPr/>
        </p:nvSpPr>
        <p:spPr>
          <a:xfrm>
            <a:off x="586800" y="5258895"/>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4333" name="LigandSeek2_vs_LigandSeek1_path_9847">
            <a:extLst>
              <a:ext uri="{FF2B5EF4-FFF2-40B4-BE49-F238E27FC236}">
                <a16:creationId xmlns:a16="http://schemas.microsoft.com/office/drawing/2014/main" id="{90DA8B7B-316D-4DB9-8C7C-0B572B61DC66}"/>
              </a:ext>
            </a:extLst>
          </p:cNvPr>
          <p:cNvSpPr>
            <a:spLocks noGrp="1"/>
          </p:cNvSpPr>
          <p:nvPr/>
        </p:nvSpPr>
        <p:spPr>
          <a:xfrm>
            <a:off x="557590" y="5258895"/>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4334" name="LigandSeek2_vs_LigandSeek1_text_9848">
            <a:extLst>
              <a:ext uri="{FF2B5EF4-FFF2-40B4-BE49-F238E27FC236}">
                <a16:creationId xmlns:a16="http://schemas.microsoft.com/office/drawing/2014/main" id="{A764BB56-02F0-45AB-A9C5-E15E31C29F7F}"/>
              </a:ext>
            </a:extLst>
          </p:cNvPr>
          <p:cNvSpPr>
            <a:spLocks noGrp="1"/>
          </p:cNvSpPr>
          <p:nvPr/>
        </p:nvSpPr>
        <p:spPr>
          <a:xfrm rot="0">
            <a:off x="281492" y="5213183"/>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4335" name="LigandSeek2_vs_LigandSeek1_text_9849">
            <a:extLst>
              <a:ext uri="{FF2B5EF4-FFF2-40B4-BE49-F238E27FC236}">
                <a16:creationId xmlns:a16="http://schemas.microsoft.com/office/drawing/2014/main" id="{C99C67D4-F2FC-44BE-A0AC-D12A0A98DFC9}"/>
              </a:ext>
            </a:extLst>
          </p:cNvPr>
          <p:cNvSpPr>
            <a:spLocks noGrp="1"/>
          </p:cNvSpPr>
          <p:nvPr/>
        </p:nvSpPr>
        <p:spPr>
          <a:xfrm rot="-5400000">
            <a:off x="62578" y="5752823"/>
            <a:ext cx="264211"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Score</a:t>
            </a:r>
          </a:p>
        </p:txBody>
      </p:sp>
      <p:sp>
        <p:nvSpPr>
          <p:cNvPr id="4336" name="LigandSeek2_vs_LigandSeek1_path_9850">
            <a:extLst>
              <a:ext uri="{FF2B5EF4-FFF2-40B4-BE49-F238E27FC236}">
                <a16:creationId xmlns:a16="http://schemas.microsoft.com/office/drawing/2014/main" id="{1F8809E5-9588-48AA-B9F9-C01DF2C2BDF5}"/>
              </a:ext>
            </a:extLst>
          </p:cNvPr>
          <p:cNvSpPr>
            <a:spLocks noGrp="1"/>
          </p:cNvSpPr>
          <p:nvPr/>
        </p:nvSpPr>
        <p:spPr>
          <a:xfrm>
            <a:off x="670819" y="5258895"/>
            <a:ext cx="268861" cy="1142151"/>
          </a:xfrm>
          <a:custGeom>
            <a:avLst/>
            <a:gdLst/>
            <a:ahLst/>
            <a:cxnLst/>
            <a:rect l="0" t="0" r="0" b="0"/>
            <a:pathLst>
              <a:path w="268861" h="1142151">
                <a:moveTo>
                  <a:pt x="191355" y="1142151"/>
                </a:moveTo>
                <a:lnTo>
                  <a:pt x="77506" y="1142151"/>
                </a:lnTo>
                <a:lnTo>
                  <a:pt x="78167" y="1135013"/>
                </a:lnTo>
                <a:lnTo>
                  <a:pt x="80102" y="1127874"/>
                </a:lnTo>
                <a:lnTo>
                  <a:pt x="83176" y="1120736"/>
                </a:lnTo>
                <a:lnTo>
                  <a:pt x="87183" y="1113597"/>
                </a:lnTo>
                <a:lnTo>
                  <a:pt x="91866" y="1106459"/>
                </a:lnTo>
                <a:lnTo>
                  <a:pt x="96946" y="1099320"/>
                </a:lnTo>
                <a:lnTo>
                  <a:pt x="102149" y="1092182"/>
                </a:lnTo>
                <a:lnTo>
                  <a:pt x="107226" y="1085043"/>
                </a:lnTo>
                <a:lnTo>
                  <a:pt x="111978" y="1077905"/>
                </a:lnTo>
                <a:lnTo>
                  <a:pt x="116258" y="1070767"/>
                </a:lnTo>
                <a:lnTo>
                  <a:pt x="119979" y="1063628"/>
                </a:lnTo>
                <a:lnTo>
                  <a:pt x="123106" y="1056490"/>
                </a:lnTo>
                <a:lnTo>
                  <a:pt x="125651" y="1049351"/>
                </a:lnTo>
                <a:lnTo>
                  <a:pt x="127657" y="1042213"/>
                </a:lnTo>
                <a:lnTo>
                  <a:pt x="129188" y="1035074"/>
                </a:lnTo>
                <a:lnTo>
                  <a:pt x="130320" y="1027936"/>
                </a:lnTo>
                <a:lnTo>
                  <a:pt x="131127" y="1020797"/>
                </a:lnTo>
                <a:lnTo>
                  <a:pt x="131678" y="1013659"/>
                </a:lnTo>
                <a:lnTo>
                  <a:pt x="132033" y="1006521"/>
                </a:lnTo>
                <a:lnTo>
                  <a:pt x="132239" y="999382"/>
                </a:lnTo>
                <a:lnTo>
                  <a:pt x="132333" y="992244"/>
                </a:lnTo>
                <a:lnTo>
                  <a:pt x="132344" y="985105"/>
                </a:lnTo>
                <a:lnTo>
                  <a:pt x="132288" y="977967"/>
                </a:lnTo>
                <a:lnTo>
                  <a:pt x="132180" y="970828"/>
                </a:lnTo>
                <a:lnTo>
                  <a:pt x="132026" y="963690"/>
                </a:lnTo>
                <a:lnTo>
                  <a:pt x="131831" y="956551"/>
                </a:lnTo>
                <a:lnTo>
                  <a:pt x="131597" y="949413"/>
                </a:lnTo>
                <a:lnTo>
                  <a:pt x="131326" y="942275"/>
                </a:lnTo>
                <a:lnTo>
                  <a:pt x="131018" y="935136"/>
                </a:lnTo>
                <a:lnTo>
                  <a:pt x="130677" y="927998"/>
                </a:lnTo>
                <a:lnTo>
                  <a:pt x="130304" y="920859"/>
                </a:lnTo>
                <a:lnTo>
                  <a:pt x="129906" y="913721"/>
                </a:lnTo>
                <a:lnTo>
                  <a:pt x="129489" y="906582"/>
                </a:lnTo>
                <a:lnTo>
                  <a:pt x="129061" y="899444"/>
                </a:lnTo>
                <a:lnTo>
                  <a:pt x="128632" y="892305"/>
                </a:lnTo>
                <a:lnTo>
                  <a:pt x="128211" y="885167"/>
                </a:lnTo>
                <a:lnTo>
                  <a:pt x="127805" y="878029"/>
                </a:lnTo>
                <a:lnTo>
                  <a:pt x="127420" y="870890"/>
                </a:lnTo>
                <a:lnTo>
                  <a:pt x="127055" y="863752"/>
                </a:lnTo>
                <a:lnTo>
                  <a:pt x="126705" y="856613"/>
                </a:lnTo>
                <a:lnTo>
                  <a:pt x="126361" y="849475"/>
                </a:lnTo>
                <a:lnTo>
                  <a:pt x="126009" y="842336"/>
                </a:lnTo>
                <a:lnTo>
                  <a:pt x="125636" y="835198"/>
                </a:lnTo>
                <a:lnTo>
                  <a:pt x="125226" y="828059"/>
                </a:lnTo>
                <a:lnTo>
                  <a:pt x="124772" y="820921"/>
                </a:lnTo>
                <a:lnTo>
                  <a:pt x="124270" y="813783"/>
                </a:lnTo>
                <a:lnTo>
                  <a:pt x="123726" y="806644"/>
                </a:lnTo>
                <a:lnTo>
                  <a:pt x="123156" y="799506"/>
                </a:lnTo>
                <a:lnTo>
                  <a:pt x="122583" y="792367"/>
                </a:lnTo>
                <a:lnTo>
                  <a:pt x="122039" y="785229"/>
                </a:lnTo>
                <a:lnTo>
                  <a:pt x="121557" y="778090"/>
                </a:lnTo>
                <a:lnTo>
                  <a:pt x="121173" y="770952"/>
                </a:lnTo>
                <a:lnTo>
                  <a:pt x="120914" y="763813"/>
                </a:lnTo>
                <a:lnTo>
                  <a:pt x="120802" y="756675"/>
                </a:lnTo>
                <a:lnTo>
                  <a:pt x="120849" y="749537"/>
                </a:lnTo>
                <a:lnTo>
                  <a:pt x="121054" y="742398"/>
                </a:lnTo>
                <a:lnTo>
                  <a:pt x="121405" y="735260"/>
                </a:lnTo>
                <a:lnTo>
                  <a:pt x="121881" y="728121"/>
                </a:lnTo>
                <a:lnTo>
                  <a:pt x="122450" y="720983"/>
                </a:lnTo>
                <a:lnTo>
                  <a:pt x="123079" y="713844"/>
                </a:lnTo>
                <a:lnTo>
                  <a:pt x="123728" y="706706"/>
                </a:lnTo>
                <a:lnTo>
                  <a:pt x="124359" y="699567"/>
                </a:lnTo>
                <a:lnTo>
                  <a:pt x="124933" y="692429"/>
                </a:lnTo>
                <a:lnTo>
                  <a:pt x="125413" y="685291"/>
                </a:lnTo>
                <a:lnTo>
                  <a:pt x="125765" y="678152"/>
                </a:lnTo>
                <a:lnTo>
                  <a:pt x="125956" y="671014"/>
                </a:lnTo>
                <a:lnTo>
                  <a:pt x="125960" y="663875"/>
                </a:lnTo>
                <a:lnTo>
                  <a:pt x="125756" y="656737"/>
                </a:lnTo>
                <a:lnTo>
                  <a:pt x="125331" y="649598"/>
                </a:lnTo>
                <a:lnTo>
                  <a:pt x="124682" y="642460"/>
                </a:lnTo>
                <a:lnTo>
                  <a:pt x="123822" y="635321"/>
                </a:lnTo>
                <a:lnTo>
                  <a:pt x="122778" y="628183"/>
                </a:lnTo>
                <a:lnTo>
                  <a:pt x="121596" y="621045"/>
                </a:lnTo>
                <a:lnTo>
                  <a:pt x="120335" y="613906"/>
                </a:lnTo>
                <a:lnTo>
                  <a:pt x="119068" y="606768"/>
                </a:lnTo>
                <a:lnTo>
                  <a:pt x="117875" y="599629"/>
                </a:lnTo>
                <a:lnTo>
                  <a:pt x="116837" y="592491"/>
                </a:lnTo>
                <a:lnTo>
                  <a:pt x="116025" y="585352"/>
                </a:lnTo>
                <a:lnTo>
                  <a:pt x="115495" y="578214"/>
                </a:lnTo>
                <a:lnTo>
                  <a:pt x="115282" y="571075"/>
                </a:lnTo>
                <a:lnTo>
                  <a:pt x="115393" y="563937"/>
                </a:lnTo>
                <a:lnTo>
                  <a:pt x="115809" y="556799"/>
                </a:lnTo>
                <a:lnTo>
                  <a:pt x="116486" y="549660"/>
                </a:lnTo>
                <a:lnTo>
                  <a:pt x="117363" y="542522"/>
                </a:lnTo>
                <a:lnTo>
                  <a:pt x="118365" y="535383"/>
                </a:lnTo>
                <a:lnTo>
                  <a:pt x="119414" y="528245"/>
                </a:lnTo>
                <a:lnTo>
                  <a:pt x="120440" y="521106"/>
                </a:lnTo>
                <a:lnTo>
                  <a:pt x="121379" y="513968"/>
                </a:lnTo>
                <a:lnTo>
                  <a:pt x="122184" y="506829"/>
                </a:lnTo>
                <a:lnTo>
                  <a:pt x="122824" y="499691"/>
                </a:lnTo>
                <a:lnTo>
                  <a:pt x="123283" y="492553"/>
                </a:lnTo>
                <a:lnTo>
                  <a:pt x="123557" y="485414"/>
                </a:lnTo>
                <a:lnTo>
                  <a:pt x="123651" y="478276"/>
                </a:lnTo>
                <a:lnTo>
                  <a:pt x="123573" y="471137"/>
                </a:lnTo>
                <a:lnTo>
                  <a:pt x="123337" y="463999"/>
                </a:lnTo>
                <a:lnTo>
                  <a:pt x="122954" y="456860"/>
                </a:lnTo>
                <a:lnTo>
                  <a:pt x="122439" y="449722"/>
                </a:lnTo>
                <a:lnTo>
                  <a:pt x="121807" y="442583"/>
                </a:lnTo>
                <a:lnTo>
                  <a:pt x="121080" y="435445"/>
                </a:lnTo>
                <a:lnTo>
                  <a:pt x="120284" y="428307"/>
                </a:lnTo>
                <a:lnTo>
                  <a:pt x="119453" y="421168"/>
                </a:lnTo>
                <a:lnTo>
                  <a:pt x="118630" y="414030"/>
                </a:lnTo>
                <a:lnTo>
                  <a:pt x="117861" y="406891"/>
                </a:lnTo>
                <a:lnTo>
                  <a:pt x="117196" y="399753"/>
                </a:lnTo>
                <a:lnTo>
                  <a:pt x="116679" y="392614"/>
                </a:lnTo>
                <a:lnTo>
                  <a:pt x="116350" y="385476"/>
                </a:lnTo>
                <a:lnTo>
                  <a:pt x="116235" y="378337"/>
                </a:lnTo>
                <a:lnTo>
                  <a:pt x="116343" y="371199"/>
                </a:lnTo>
                <a:lnTo>
                  <a:pt x="116668" y="364061"/>
                </a:lnTo>
                <a:lnTo>
                  <a:pt x="117187" y="356922"/>
                </a:lnTo>
                <a:lnTo>
                  <a:pt x="117863" y="349784"/>
                </a:lnTo>
                <a:lnTo>
                  <a:pt x="118650" y="342645"/>
                </a:lnTo>
                <a:lnTo>
                  <a:pt x="119497" y="335507"/>
                </a:lnTo>
                <a:lnTo>
                  <a:pt x="120358" y="328368"/>
                </a:lnTo>
                <a:lnTo>
                  <a:pt x="121190" y="321230"/>
                </a:lnTo>
                <a:lnTo>
                  <a:pt x="121960" y="314092"/>
                </a:lnTo>
                <a:lnTo>
                  <a:pt x="122647" y="306953"/>
                </a:lnTo>
                <a:lnTo>
                  <a:pt x="123241" y="299815"/>
                </a:lnTo>
                <a:lnTo>
                  <a:pt x="123744" y="292676"/>
                </a:lnTo>
                <a:lnTo>
                  <a:pt x="124163" y="285538"/>
                </a:lnTo>
                <a:lnTo>
                  <a:pt x="124512" y="278399"/>
                </a:lnTo>
                <a:lnTo>
                  <a:pt x="124804" y="271261"/>
                </a:lnTo>
                <a:lnTo>
                  <a:pt x="125052" y="264122"/>
                </a:lnTo>
                <a:lnTo>
                  <a:pt x="125266" y="256984"/>
                </a:lnTo>
                <a:lnTo>
                  <a:pt x="125451" y="249846"/>
                </a:lnTo>
                <a:lnTo>
                  <a:pt x="125608" y="242707"/>
                </a:lnTo>
                <a:lnTo>
                  <a:pt x="125736" y="235569"/>
                </a:lnTo>
                <a:lnTo>
                  <a:pt x="125832" y="228430"/>
                </a:lnTo>
                <a:lnTo>
                  <a:pt x="125892" y="221292"/>
                </a:lnTo>
                <a:lnTo>
                  <a:pt x="125916" y="214153"/>
                </a:lnTo>
                <a:lnTo>
                  <a:pt x="125907" y="207015"/>
                </a:lnTo>
                <a:lnTo>
                  <a:pt x="125868" y="199876"/>
                </a:lnTo>
                <a:lnTo>
                  <a:pt x="125810" y="192738"/>
                </a:lnTo>
                <a:lnTo>
                  <a:pt x="125741" y="185600"/>
                </a:lnTo>
                <a:lnTo>
                  <a:pt x="125672" y="178461"/>
                </a:lnTo>
                <a:lnTo>
                  <a:pt x="125605" y="171323"/>
                </a:lnTo>
                <a:lnTo>
                  <a:pt x="125537" y="164184"/>
                </a:lnTo>
                <a:lnTo>
                  <a:pt x="125452" y="157046"/>
                </a:lnTo>
                <a:lnTo>
                  <a:pt x="125317" y="149907"/>
                </a:lnTo>
                <a:lnTo>
                  <a:pt x="125079" y="142769"/>
                </a:lnTo>
                <a:lnTo>
                  <a:pt x="124658" y="135630"/>
                </a:lnTo>
                <a:lnTo>
                  <a:pt x="123950" y="128492"/>
                </a:lnTo>
                <a:lnTo>
                  <a:pt x="122822" y="121354"/>
                </a:lnTo>
                <a:lnTo>
                  <a:pt x="121117" y="114215"/>
                </a:lnTo>
                <a:lnTo>
                  <a:pt x="118658" y="107077"/>
                </a:lnTo>
                <a:lnTo>
                  <a:pt x="115257" y="99938"/>
                </a:lnTo>
                <a:lnTo>
                  <a:pt x="110737" y="92800"/>
                </a:lnTo>
                <a:lnTo>
                  <a:pt x="104945" y="85661"/>
                </a:lnTo>
                <a:lnTo>
                  <a:pt x="97782" y="78523"/>
                </a:lnTo>
                <a:lnTo>
                  <a:pt x="89230" y="71384"/>
                </a:lnTo>
                <a:lnTo>
                  <a:pt x="79375" y="64246"/>
                </a:lnTo>
                <a:lnTo>
                  <a:pt x="68426" y="57108"/>
                </a:lnTo>
                <a:lnTo>
                  <a:pt x="56724" y="49969"/>
                </a:lnTo>
                <a:lnTo>
                  <a:pt x="44739" y="42831"/>
                </a:lnTo>
                <a:lnTo>
                  <a:pt x="33039" y="35692"/>
                </a:lnTo>
                <a:lnTo>
                  <a:pt x="22259" y="28554"/>
                </a:lnTo>
                <a:lnTo>
                  <a:pt x="13039" y="21415"/>
                </a:lnTo>
                <a:lnTo>
                  <a:pt x="5967" y="14277"/>
                </a:lnTo>
                <a:lnTo>
                  <a:pt x="1519" y="7138"/>
                </a:lnTo>
                <a:lnTo>
                  <a:pt x="0" y="0"/>
                </a:lnTo>
                <a:lnTo>
                  <a:pt x="268861" y="0"/>
                </a:lnTo>
                <a:lnTo>
                  <a:pt x="268861" y="0"/>
                </a:lnTo>
                <a:lnTo>
                  <a:pt x="267343" y="7138"/>
                </a:lnTo>
                <a:lnTo>
                  <a:pt x="262894" y="14277"/>
                </a:lnTo>
                <a:lnTo>
                  <a:pt x="255822" y="21415"/>
                </a:lnTo>
                <a:lnTo>
                  <a:pt x="246602" y="28554"/>
                </a:lnTo>
                <a:lnTo>
                  <a:pt x="235822" y="35692"/>
                </a:lnTo>
                <a:lnTo>
                  <a:pt x="224122" y="42831"/>
                </a:lnTo>
                <a:lnTo>
                  <a:pt x="212137" y="49969"/>
                </a:lnTo>
                <a:lnTo>
                  <a:pt x="200436" y="57108"/>
                </a:lnTo>
                <a:lnTo>
                  <a:pt x="189486" y="64246"/>
                </a:lnTo>
                <a:lnTo>
                  <a:pt x="179631" y="71384"/>
                </a:lnTo>
                <a:lnTo>
                  <a:pt x="171079" y="78523"/>
                </a:lnTo>
                <a:lnTo>
                  <a:pt x="163916" y="85661"/>
                </a:lnTo>
                <a:lnTo>
                  <a:pt x="158124" y="92800"/>
                </a:lnTo>
                <a:lnTo>
                  <a:pt x="153604" y="99938"/>
                </a:lnTo>
                <a:lnTo>
                  <a:pt x="150203" y="107077"/>
                </a:lnTo>
                <a:lnTo>
                  <a:pt x="147744" y="114215"/>
                </a:lnTo>
                <a:lnTo>
                  <a:pt x="146039" y="121354"/>
                </a:lnTo>
                <a:lnTo>
                  <a:pt x="144911" y="128492"/>
                </a:lnTo>
                <a:lnTo>
                  <a:pt x="144203" y="135630"/>
                </a:lnTo>
                <a:lnTo>
                  <a:pt x="143782" y="142769"/>
                </a:lnTo>
                <a:lnTo>
                  <a:pt x="143544" y="149907"/>
                </a:lnTo>
                <a:lnTo>
                  <a:pt x="143409" y="157046"/>
                </a:lnTo>
                <a:lnTo>
                  <a:pt x="143324" y="164184"/>
                </a:lnTo>
                <a:lnTo>
                  <a:pt x="143256" y="171323"/>
                </a:lnTo>
                <a:lnTo>
                  <a:pt x="143189" y="178461"/>
                </a:lnTo>
                <a:lnTo>
                  <a:pt x="143120" y="185600"/>
                </a:lnTo>
                <a:lnTo>
                  <a:pt x="143051" y="192738"/>
                </a:lnTo>
                <a:lnTo>
                  <a:pt x="142993" y="199876"/>
                </a:lnTo>
                <a:lnTo>
                  <a:pt x="142954" y="207015"/>
                </a:lnTo>
                <a:lnTo>
                  <a:pt x="142945" y="214153"/>
                </a:lnTo>
                <a:lnTo>
                  <a:pt x="142969" y="221292"/>
                </a:lnTo>
                <a:lnTo>
                  <a:pt x="143029" y="228430"/>
                </a:lnTo>
                <a:lnTo>
                  <a:pt x="143125" y="235569"/>
                </a:lnTo>
                <a:lnTo>
                  <a:pt x="143253" y="242707"/>
                </a:lnTo>
                <a:lnTo>
                  <a:pt x="143410" y="249846"/>
                </a:lnTo>
                <a:lnTo>
                  <a:pt x="143595" y="256984"/>
                </a:lnTo>
                <a:lnTo>
                  <a:pt x="143809" y="264122"/>
                </a:lnTo>
                <a:lnTo>
                  <a:pt x="144057" y="271261"/>
                </a:lnTo>
                <a:lnTo>
                  <a:pt x="144349" y="278399"/>
                </a:lnTo>
                <a:lnTo>
                  <a:pt x="144698" y="285538"/>
                </a:lnTo>
                <a:lnTo>
                  <a:pt x="145117" y="292676"/>
                </a:lnTo>
                <a:lnTo>
                  <a:pt x="145620" y="299815"/>
                </a:lnTo>
                <a:lnTo>
                  <a:pt x="146214" y="306953"/>
                </a:lnTo>
                <a:lnTo>
                  <a:pt x="146901" y="314092"/>
                </a:lnTo>
                <a:lnTo>
                  <a:pt x="147671" y="321230"/>
                </a:lnTo>
                <a:lnTo>
                  <a:pt x="148503" y="328368"/>
                </a:lnTo>
                <a:lnTo>
                  <a:pt x="149364" y="335507"/>
                </a:lnTo>
                <a:lnTo>
                  <a:pt x="150212" y="342645"/>
                </a:lnTo>
                <a:lnTo>
                  <a:pt x="150998" y="349784"/>
                </a:lnTo>
                <a:lnTo>
                  <a:pt x="151674" y="356922"/>
                </a:lnTo>
                <a:lnTo>
                  <a:pt x="152193" y="364061"/>
                </a:lnTo>
                <a:lnTo>
                  <a:pt x="152518" y="371199"/>
                </a:lnTo>
                <a:lnTo>
                  <a:pt x="152626" y="378337"/>
                </a:lnTo>
                <a:lnTo>
                  <a:pt x="152511" y="385476"/>
                </a:lnTo>
                <a:lnTo>
                  <a:pt x="152182" y="392614"/>
                </a:lnTo>
                <a:lnTo>
                  <a:pt x="151666" y="399753"/>
                </a:lnTo>
                <a:lnTo>
                  <a:pt x="151000" y="406891"/>
                </a:lnTo>
                <a:lnTo>
                  <a:pt x="150231" y="414030"/>
                </a:lnTo>
                <a:lnTo>
                  <a:pt x="149408" y="421168"/>
                </a:lnTo>
                <a:lnTo>
                  <a:pt x="148577" y="428307"/>
                </a:lnTo>
                <a:lnTo>
                  <a:pt x="147781" y="435445"/>
                </a:lnTo>
                <a:lnTo>
                  <a:pt x="147054" y="442583"/>
                </a:lnTo>
                <a:lnTo>
                  <a:pt x="146422" y="449722"/>
                </a:lnTo>
                <a:lnTo>
                  <a:pt x="145907" y="456860"/>
                </a:lnTo>
                <a:lnTo>
                  <a:pt x="145524" y="463999"/>
                </a:lnTo>
                <a:lnTo>
                  <a:pt x="145288" y="471137"/>
                </a:lnTo>
                <a:lnTo>
                  <a:pt x="145210" y="478276"/>
                </a:lnTo>
                <a:lnTo>
                  <a:pt x="145304" y="485414"/>
                </a:lnTo>
                <a:lnTo>
                  <a:pt x="145578" y="492553"/>
                </a:lnTo>
                <a:lnTo>
                  <a:pt x="146037" y="499691"/>
                </a:lnTo>
                <a:lnTo>
                  <a:pt x="146677" y="506829"/>
                </a:lnTo>
                <a:lnTo>
                  <a:pt x="147482" y="513968"/>
                </a:lnTo>
                <a:lnTo>
                  <a:pt x="148421" y="521106"/>
                </a:lnTo>
                <a:lnTo>
                  <a:pt x="149447" y="528245"/>
                </a:lnTo>
                <a:lnTo>
                  <a:pt x="150496" y="535383"/>
                </a:lnTo>
                <a:lnTo>
                  <a:pt x="151498" y="542522"/>
                </a:lnTo>
                <a:lnTo>
                  <a:pt x="152375" y="549660"/>
                </a:lnTo>
                <a:lnTo>
                  <a:pt x="153052" y="556799"/>
                </a:lnTo>
                <a:lnTo>
                  <a:pt x="153468" y="563937"/>
                </a:lnTo>
                <a:lnTo>
                  <a:pt x="153579" y="571075"/>
                </a:lnTo>
                <a:lnTo>
                  <a:pt x="153366" y="578214"/>
                </a:lnTo>
                <a:lnTo>
                  <a:pt x="152836" y="585352"/>
                </a:lnTo>
                <a:lnTo>
                  <a:pt x="152024" y="592491"/>
                </a:lnTo>
                <a:lnTo>
                  <a:pt x="150986" y="599629"/>
                </a:lnTo>
                <a:lnTo>
                  <a:pt x="149793" y="606768"/>
                </a:lnTo>
                <a:lnTo>
                  <a:pt x="148526" y="613906"/>
                </a:lnTo>
                <a:lnTo>
                  <a:pt x="147265" y="621045"/>
                </a:lnTo>
                <a:lnTo>
                  <a:pt x="146083" y="628183"/>
                </a:lnTo>
                <a:lnTo>
                  <a:pt x="145039" y="635321"/>
                </a:lnTo>
                <a:lnTo>
                  <a:pt x="144179" y="642460"/>
                </a:lnTo>
                <a:lnTo>
                  <a:pt x="143530" y="649598"/>
                </a:lnTo>
                <a:lnTo>
                  <a:pt x="143105" y="656737"/>
                </a:lnTo>
                <a:lnTo>
                  <a:pt x="142901" y="663875"/>
                </a:lnTo>
                <a:lnTo>
                  <a:pt x="142905" y="671014"/>
                </a:lnTo>
                <a:lnTo>
                  <a:pt x="143096" y="678152"/>
                </a:lnTo>
                <a:lnTo>
                  <a:pt x="143448" y="685291"/>
                </a:lnTo>
                <a:lnTo>
                  <a:pt x="143928" y="692429"/>
                </a:lnTo>
                <a:lnTo>
                  <a:pt x="144502" y="699567"/>
                </a:lnTo>
                <a:lnTo>
                  <a:pt x="145133" y="706706"/>
                </a:lnTo>
                <a:lnTo>
                  <a:pt x="145782" y="713844"/>
                </a:lnTo>
                <a:lnTo>
                  <a:pt x="146411" y="720983"/>
                </a:lnTo>
                <a:lnTo>
                  <a:pt x="146981" y="728121"/>
                </a:lnTo>
                <a:lnTo>
                  <a:pt x="147456" y="735260"/>
                </a:lnTo>
                <a:lnTo>
                  <a:pt x="147807" y="742398"/>
                </a:lnTo>
                <a:lnTo>
                  <a:pt x="148012" y="749537"/>
                </a:lnTo>
                <a:lnTo>
                  <a:pt x="148059" y="756675"/>
                </a:lnTo>
                <a:lnTo>
                  <a:pt x="147948" y="763813"/>
                </a:lnTo>
                <a:lnTo>
                  <a:pt x="147689" y="770952"/>
                </a:lnTo>
                <a:lnTo>
                  <a:pt x="147304" y="778090"/>
                </a:lnTo>
                <a:lnTo>
                  <a:pt x="146822" y="785229"/>
                </a:lnTo>
                <a:lnTo>
                  <a:pt x="146278" y="792367"/>
                </a:lnTo>
                <a:lnTo>
                  <a:pt x="145705" y="799506"/>
                </a:lnTo>
                <a:lnTo>
                  <a:pt x="145135" y="806644"/>
                </a:lnTo>
                <a:lnTo>
                  <a:pt x="144591" y="813783"/>
                </a:lnTo>
                <a:lnTo>
                  <a:pt x="144089" y="820921"/>
                </a:lnTo>
                <a:lnTo>
                  <a:pt x="143635" y="828059"/>
                </a:lnTo>
                <a:lnTo>
                  <a:pt x="143226" y="835198"/>
                </a:lnTo>
                <a:lnTo>
                  <a:pt x="142852" y="842336"/>
                </a:lnTo>
                <a:lnTo>
                  <a:pt x="142500" y="849475"/>
                </a:lnTo>
                <a:lnTo>
                  <a:pt x="142156" y="856613"/>
                </a:lnTo>
                <a:lnTo>
                  <a:pt x="141806" y="863752"/>
                </a:lnTo>
                <a:lnTo>
                  <a:pt x="141441" y="870890"/>
                </a:lnTo>
                <a:lnTo>
                  <a:pt x="141056" y="878029"/>
                </a:lnTo>
                <a:lnTo>
                  <a:pt x="140650" y="885167"/>
                </a:lnTo>
                <a:lnTo>
                  <a:pt x="140229" y="892305"/>
                </a:lnTo>
                <a:lnTo>
                  <a:pt x="139800" y="899444"/>
                </a:lnTo>
                <a:lnTo>
                  <a:pt x="139372" y="906582"/>
                </a:lnTo>
                <a:lnTo>
                  <a:pt x="138955" y="913721"/>
                </a:lnTo>
                <a:lnTo>
                  <a:pt x="138557" y="920859"/>
                </a:lnTo>
                <a:lnTo>
                  <a:pt x="138184" y="927998"/>
                </a:lnTo>
                <a:lnTo>
                  <a:pt x="137843" y="935136"/>
                </a:lnTo>
                <a:lnTo>
                  <a:pt x="137536" y="942275"/>
                </a:lnTo>
                <a:lnTo>
                  <a:pt x="137264" y="949413"/>
                </a:lnTo>
                <a:lnTo>
                  <a:pt x="137030" y="956551"/>
                </a:lnTo>
                <a:lnTo>
                  <a:pt x="136835" y="963690"/>
                </a:lnTo>
                <a:lnTo>
                  <a:pt x="136681" y="970828"/>
                </a:lnTo>
                <a:lnTo>
                  <a:pt x="136573" y="977967"/>
                </a:lnTo>
                <a:lnTo>
                  <a:pt x="136517" y="985105"/>
                </a:lnTo>
                <a:lnTo>
                  <a:pt x="136528" y="992244"/>
                </a:lnTo>
                <a:lnTo>
                  <a:pt x="136622" y="999382"/>
                </a:lnTo>
                <a:lnTo>
                  <a:pt x="136828" y="1006521"/>
                </a:lnTo>
                <a:lnTo>
                  <a:pt x="137183" y="1013659"/>
                </a:lnTo>
                <a:lnTo>
                  <a:pt x="137734" y="1020797"/>
                </a:lnTo>
                <a:lnTo>
                  <a:pt x="138541" y="1027936"/>
                </a:lnTo>
                <a:lnTo>
                  <a:pt x="139673" y="1035074"/>
                </a:lnTo>
                <a:lnTo>
                  <a:pt x="141204" y="1042213"/>
                </a:lnTo>
                <a:lnTo>
                  <a:pt x="143210" y="1049351"/>
                </a:lnTo>
                <a:lnTo>
                  <a:pt x="145755" y="1056490"/>
                </a:lnTo>
                <a:lnTo>
                  <a:pt x="148882" y="1063628"/>
                </a:lnTo>
                <a:lnTo>
                  <a:pt x="152603" y="1070767"/>
                </a:lnTo>
                <a:lnTo>
                  <a:pt x="156883" y="1077905"/>
                </a:lnTo>
                <a:lnTo>
                  <a:pt x="161635" y="1085043"/>
                </a:lnTo>
                <a:lnTo>
                  <a:pt x="166713" y="1092182"/>
                </a:lnTo>
                <a:lnTo>
                  <a:pt x="171915" y="1099320"/>
                </a:lnTo>
                <a:lnTo>
                  <a:pt x="176995" y="1106459"/>
                </a:lnTo>
                <a:lnTo>
                  <a:pt x="181678" y="1113597"/>
                </a:lnTo>
                <a:lnTo>
                  <a:pt x="185685" y="1120736"/>
                </a:lnTo>
                <a:lnTo>
                  <a:pt x="188760" y="1127874"/>
                </a:lnTo>
                <a:lnTo>
                  <a:pt x="190694" y="1135013"/>
                </a:lnTo>
                <a:lnTo>
                  <a:pt x="191355" y="1142151"/>
                </a:lnTo>
                <a:lnTo>
                  <a:pt x="191355" y="1142151"/>
                </a:lnTo>
                <a:close/>
              </a:path>
            </a:pathLst>
          </a:custGeom>
          <a:solidFill>
            <a:srgbClr val="566AB4">
              <a:alpha val="16000"/>
            </a:srgbClr>
          </a:solidFill>
          <a:ln w="8255">
            <a:solidFill>
              <a:srgbClr val="566AB4">
                <a:alpha val="16000"/>
              </a:srgbClr>
            </a:solidFill>
            <a:prstDash val="solid"/>
          </a:ln>
        </p:spPr>
      </p:sp>
      <p:sp>
        <p:nvSpPr>
          <p:cNvPr id="4337" name="LigandSeek2_vs_LigandSeek1_path_9851">
            <a:extLst>
              <a:ext uri="{FF2B5EF4-FFF2-40B4-BE49-F238E27FC236}">
                <a16:creationId xmlns:a16="http://schemas.microsoft.com/office/drawing/2014/main" id="{B4AA3718-865C-4600-B20F-B0C83EDE5160}"/>
              </a:ext>
            </a:extLst>
          </p:cNvPr>
          <p:cNvSpPr>
            <a:spLocks noGrp="1"/>
          </p:cNvSpPr>
          <p:nvPr/>
        </p:nvSpPr>
        <p:spPr>
          <a:xfrm>
            <a:off x="1006895" y="5258895"/>
            <a:ext cx="268861" cy="1142151"/>
          </a:xfrm>
          <a:custGeom>
            <a:avLst/>
            <a:gdLst/>
            <a:ahLst/>
            <a:cxnLst/>
            <a:rect l="0" t="0" r="0" b="0"/>
            <a:pathLst>
              <a:path w="268861" h="1142151">
                <a:moveTo>
                  <a:pt x="268861" y="1142151"/>
                </a:moveTo>
                <a:lnTo>
                  <a:pt x="0" y="1142151"/>
                </a:lnTo>
                <a:lnTo>
                  <a:pt x="1485" y="1135013"/>
                </a:lnTo>
                <a:lnTo>
                  <a:pt x="5835" y="1127874"/>
                </a:lnTo>
                <a:lnTo>
                  <a:pt x="12750" y="1120736"/>
                </a:lnTo>
                <a:lnTo>
                  <a:pt x="21768" y="1113597"/>
                </a:lnTo>
                <a:lnTo>
                  <a:pt x="32316" y="1106459"/>
                </a:lnTo>
                <a:lnTo>
                  <a:pt x="43768" y="1099320"/>
                </a:lnTo>
                <a:lnTo>
                  <a:pt x="55509" y="1092182"/>
                </a:lnTo>
                <a:lnTo>
                  <a:pt x="66986" y="1085043"/>
                </a:lnTo>
                <a:lnTo>
                  <a:pt x="77745" y="1077905"/>
                </a:lnTo>
                <a:lnTo>
                  <a:pt x="87459" y="1070767"/>
                </a:lnTo>
                <a:lnTo>
                  <a:pt x="95927" y="1063628"/>
                </a:lnTo>
                <a:lnTo>
                  <a:pt x="103073" y="1056490"/>
                </a:lnTo>
                <a:lnTo>
                  <a:pt x="108921" y="1049351"/>
                </a:lnTo>
                <a:lnTo>
                  <a:pt x="113571" y="1042213"/>
                </a:lnTo>
                <a:lnTo>
                  <a:pt x="117174" y="1035074"/>
                </a:lnTo>
                <a:lnTo>
                  <a:pt x="119903" y="1027936"/>
                </a:lnTo>
                <a:lnTo>
                  <a:pt x="121935" y="1020797"/>
                </a:lnTo>
                <a:lnTo>
                  <a:pt x="123433" y="1013659"/>
                </a:lnTo>
                <a:lnTo>
                  <a:pt x="124537" y="1006521"/>
                </a:lnTo>
                <a:lnTo>
                  <a:pt x="125361" y="999382"/>
                </a:lnTo>
                <a:lnTo>
                  <a:pt x="125990" y="992244"/>
                </a:lnTo>
                <a:lnTo>
                  <a:pt x="126482" y="985105"/>
                </a:lnTo>
                <a:lnTo>
                  <a:pt x="126875" y="977967"/>
                </a:lnTo>
                <a:lnTo>
                  <a:pt x="127190" y="970828"/>
                </a:lnTo>
                <a:lnTo>
                  <a:pt x="127435" y="963690"/>
                </a:lnTo>
                <a:lnTo>
                  <a:pt x="127612" y="956551"/>
                </a:lnTo>
                <a:lnTo>
                  <a:pt x="127718" y="949413"/>
                </a:lnTo>
                <a:lnTo>
                  <a:pt x="127751" y="942275"/>
                </a:lnTo>
                <a:lnTo>
                  <a:pt x="127711" y="935136"/>
                </a:lnTo>
                <a:lnTo>
                  <a:pt x="127599" y="927998"/>
                </a:lnTo>
                <a:lnTo>
                  <a:pt x="127422" y="920859"/>
                </a:lnTo>
                <a:lnTo>
                  <a:pt x="127188" y="913721"/>
                </a:lnTo>
                <a:lnTo>
                  <a:pt x="126912" y="906582"/>
                </a:lnTo>
                <a:lnTo>
                  <a:pt x="126608" y="899444"/>
                </a:lnTo>
                <a:lnTo>
                  <a:pt x="126294" y="892305"/>
                </a:lnTo>
                <a:lnTo>
                  <a:pt x="125986" y="885167"/>
                </a:lnTo>
                <a:lnTo>
                  <a:pt x="125698" y="878029"/>
                </a:lnTo>
                <a:lnTo>
                  <a:pt x="125440" y="870890"/>
                </a:lnTo>
                <a:lnTo>
                  <a:pt x="125215" y="863752"/>
                </a:lnTo>
                <a:lnTo>
                  <a:pt x="125018" y="856613"/>
                </a:lnTo>
                <a:lnTo>
                  <a:pt x="124839" y="849475"/>
                </a:lnTo>
                <a:lnTo>
                  <a:pt x="124656" y="842336"/>
                </a:lnTo>
                <a:lnTo>
                  <a:pt x="124443" y="835198"/>
                </a:lnTo>
                <a:lnTo>
                  <a:pt x="124170" y="828059"/>
                </a:lnTo>
                <a:lnTo>
                  <a:pt x="123807" y="820921"/>
                </a:lnTo>
                <a:lnTo>
                  <a:pt x="123327" y="813783"/>
                </a:lnTo>
                <a:lnTo>
                  <a:pt x="122710" y="806644"/>
                </a:lnTo>
                <a:lnTo>
                  <a:pt x="121943" y="799506"/>
                </a:lnTo>
                <a:lnTo>
                  <a:pt x="121029" y="792367"/>
                </a:lnTo>
                <a:lnTo>
                  <a:pt x="119977" y="785229"/>
                </a:lnTo>
                <a:lnTo>
                  <a:pt x="118811" y="778090"/>
                </a:lnTo>
                <a:lnTo>
                  <a:pt x="117558" y="770952"/>
                </a:lnTo>
                <a:lnTo>
                  <a:pt x="116255" y="763813"/>
                </a:lnTo>
                <a:lnTo>
                  <a:pt x="114940" y="756675"/>
                </a:lnTo>
                <a:lnTo>
                  <a:pt x="113649" y="749537"/>
                </a:lnTo>
                <a:lnTo>
                  <a:pt x="112421" y="742398"/>
                </a:lnTo>
                <a:lnTo>
                  <a:pt x="111288" y="735260"/>
                </a:lnTo>
                <a:lnTo>
                  <a:pt x="110281" y="728121"/>
                </a:lnTo>
                <a:lnTo>
                  <a:pt x="109426" y="720983"/>
                </a:lnTo>
                <a:lnTo>
                  <a:pt x="108743" y="713844"/>
                </a:lnTo>
                <a:lnTo>
                  <a:pt x="108246" y="706706"/>
                </a:lnTo>
                <a:lnTo>
                  <a:pt x="107942" y="699567"/>
                </a:lnTo>
                <a:lnTo>
                  <a:pt x="107826" y="692429"/>
                </a:lnTo>
                <a:lnTo>
                  <a:pt x="107883" y="685291"/>
                </a:lnTo>
                <a:lnTo>
                  <a:pt x="108086" y="678152"/>
                </a:lnTo>
                <a:lnTo>
                  <a:pt x="108393" y="671014"/>
                </a:lnTo>
                <a:lnTo>
                  <a:pt x="108756" y="663875"/>
                </a:lnTo>
                <a:lnTo>
                  <a:pt x="109118" y="656737"/>
                </a:lnTo>
                <a:lnTo>
                  <a:pt x="109423" y="649598"/>
                </a:lnTo>
                <a:lnTo>
                  <a:pt x="109624" y="642460"/>
                </a:lnTo>
                <a:lnTo>
                  <a:pt x="109685" y="635321"/>
                </a:lnTo>
                <a:lnTo>
                  <a:pt x="109589" y="628183"/>
                </a:lnTo>
                <a:lnTo>
                  <a:pt x="109347" y="621045"/>
                </a:lnTo>
                <a:lnTo>
                  <a:pt x="108989" y="613906"/>
                </a:lnTo>
                <a:lnTo>
                  <a:pt x="108570" y="606768"/>
                </a:lnTo>
                <a:lnTo>
                  <a:pt x="108162" y="599629"/>
                </a:lnTo>
                <a:lnTo>
                  <a:pt x="107843" y="592491"/>
                </a:lnTo>
                <a:lnTo>
                  <a:pt x="107688" y="585352"/>
                </a:lnTo>
                <a:lnTo>
                  <a:pt x="107762" y="578214"/>
                </a:lnTo>
                <a:lnTo>
                  <a:pt x="108107" y="571075"/>
                </a:lnTo>
                <a:lnTo>
                  <a:pt x="108738" y="563937"/>
                </a:lnTo>
                <a:lnTo>
                  <a:pt x="109641" y="556799"/>
                </a:lnTo>
                <a:lnTo>
                  <a:pt x="110778" y="549660"/>
                </a:lnTo>
                <a:lnTo>
                  <a:pt x="112088" y="542522"/>
                </a:lnTo>
                <a:lnTo>
                  <a:pt x="113497" y="535383"/>
                </a:lnTo>
                <a:lnTo>
                  <a:pt x="114929" y="528245"/>
                </a:lnTo>
                <a:lnTo>
                  <a:pt x="116312" y="521106"/>
                </a:lnTo>
                <a:lnTo>
                  <a:pt x="117587" y="513968"/>
                </a:lnTo>
                <a:lnTo>
                  <a:pt x="118706" y="506829"/>
                </a:lnTo>
                <a:lnTo>
                  <a:pt x="119637" y="499691"/>
                </a:lnTo>
                <a:lnTo>
                  <a:pt x="120362" y="492553"/>
                </a:lnTo>
                <a:lnTo>
                  <a:pt x="120866" y="485414"/>
                </a:lnTo>
                <a:lnTo>
                  <a:pt x="121143" y="478276"/>
                </a:lnTo>
                <a:lnTo>
                  <a:pt x="121184" y="471137"/>
                </a:lnTo>
                <a:lnTo>
                  <a:pt x="120980" y="463999"/>
                </a:lnTo>
                <a:lnTo>
                  <a:pt x="120525" y="456860"/>
                </a:lnTo>
                <a:lnTo>
                  <a:pt x="119811" y="449722"/>
                </a:lnTo>
                <a:lnTo>
                  <a:pt x="118844" y="442583"/>
                </a:lnTo>
                <a:lnTo>
                  <a:pt x="117639" y="435445"/>
                </a:lnTo>
                <a:lnTo>
                  <a:pt x="116231" y="428307"/>
                </a:lnTo>
                <a:lnTo>
                  <a:pt x="114673" y="421168"/>
                </a:lnTo>
                <a:lnTo>
                  <a:pt x="113036" y="414030"/>
                </a:lnTo>
                <a:lnTo>
                  <a:pt x="111405" y="406891"/>
                </a:lnTo>
                <a:lnTo>
                  <a:pt x="109874" y="399753"/>
                </a:lnTo>
                <a:lnTo>
                  <a:pt x="108531" y="392614"/>
                </a:lnTo>
                <a:lnTo>
                  <a:pt x="107456" y="385476"/>
                </a:lnTo>
                <a:lnTo>
                  <a:pt x="106708" y="378337"/>
                </a:lnTo>
                <a:lnTo>
                  <a:pt x="106318" y="371199"/>
                </a:lnTo>
                <a:lnTo>
                  <a:pt x="106294" y="364061"/>
                </a:lnTo>
                <a:lnTo>
                  <a:pt x="106613" y="356922"/>
                </a:lnTo>
                <a:lnTo>
                  <a:pt x="107233" y="349784"/>
                </a:lnTo>
                <a:lnTo>
                  <a:pt x="108096" y="342645"/>
                </a:lnTo>
                <a:lnTo>
                  <a:pt x="109139" y="335507"/>
                </a:lnTo>
                <a:lnTo>
                  <a:pt x="110301" y="328368"/>
                </a:lnTo>
                <a:lnTo>
                  <a:pt x="111527" y="321230"/>
                </a:lnTo>
                <a:lnTo>
                  <a:pt x="112777" y="314092"/>
                </a:lnTo>
                <a:lnTo>
                  <a:pt x="114021" y="306953"/>
                </a:lnTo>
                <a:lnTo>
                  <a:pt x="115239" y="299815"/>
                </a:lnTo>
                <a:lnTo>
                  <a:pt x="116422" y="292676"/>
                </a:lnTo>
                <a:lnTo>
                  <a:pt x="117560" y="285538"/>
                </a:lnTo>
                <a:lnTo>
                  <a:pt x="118643" y="278399"/>
                </a:lnTo>
                <a:lnTo>
                  <a:pt x="119658" y="271261"/>
                </a:lnTo>
                <a:lnTo>
                  <a:pt x="120587" y="264122"/>
                </a:lnTo>
                <a:lnTo>
                  <a:pt x="121406" y="256984"/>
                </a:lnTo>
                <a:lnTo>
                  <a:pt x="122093" y="249846"/>
                </a:lnTo>
                <a:lnTo>
                  <a:pt x="122626" y="242707"/>
                </a:lnTo>
                <a:lnTo>
                  <a:pt x="122992" y="235569"/>
                </a:lnTo>
                <a:lnTo>
                  <a:pt x="123188" y="228430"/>
                </a:lnTo>
                <a:lnTo>
                  <a:pt x="123222" y="221292"/>
                </a:lnTo>
                <a:lnTo>
                  <a:pt x="123121" y="214153"/>
                </a:lnTo>
                <a:lnTo>
                  <a:pt x="122921" y="207015"/>
                </a:lnTo>
                <a:lnTo>
                  <a:pt x="122671" y="199876"/>
                </a:lnTo>
                <a:lnTo>
                  <a:pt x="122423" y="192738"/>
                </a:lnTo>
                <a:lnTo>
                  <a:pt x="122229" y="185600"/>
                </a:lnTo>
                <a:lnTo>
                  <a:pt x="122136" y="178461"/>
                </a:lnTo>
                <a:lnTo>
                  <a:pt x="122176" y="171323"/>
                </a:lnTo>
                <a:lnTo>
                  <a:pt x="122364" y="164184"/>
                </a:lnTo>
                <a:lnTo>
                  <a:pt x="122688" y="157046"/>
                </a:lnTo>
                <a:lnTo>
                  <a:pt x="123115" y="149907"/>
                </a:lnTo>
                <a:lnTo>
                  <a:pt x="123581" y="142769"/>
                </a:lnTo>
                <a:lnTo>
                  <a:pt x="123995" y="135630"/>
                </a:lnTo>
                <a:lnTo>
                  <a:pt x="124241" y="128492"/>
                </a:lnTo>
                <a:lnTo>
                  <a:pt x="124179" y="121354"/>
                </a:lnTo>
                <a:lnTo>
                  <a:pt x="123651" y="114215"/>
                </a:lnTo>
                <a:lnTo>
                  <a:pt x="122487" y="107077"/>
                </a:lnTo>
                <a:lnTo>
                  <a:pt x="120516" y="99938"/>
                </a:lnTo>
                <a:lnTo>
                  <a:pt x="117578" y="92800"/>
                </a:lnTo>
                <a:lnTo>
                  <a:pt x="113540" y="85661"/>
                </a:lnTo>
                <a:lnTo>
                  <a:pt x="108319" y="78523"/>
                </a:lnTo>
                <a:lnTo>
                  <a:pt x="101898" y="71384"/>
                </a:lnTo>
                <a:lnTo>
                  <a:pt x="94348" y="64246"/>
                </a:lnTo>
                <a:lnTo>
                  <a:pt x="85843" y="57108"/>
                </a:lnTo>
                <a:lnTo>
                  <a:pt x="76664" y="49969"/>
                </a:lnTo>
                <a:lnTo>
                  <a:pt x="67196" y="42831"/>
                </a:lnTo>
                <a:lnTo>
                  <a:pt x="57906" y="35692"/>
                </a:lnTo>
                <a:lnTo>
                  <a:pt x="49315" y="28554"/>
                </a:lnTo>
                <a:lnTo>
                  <a:pt x="41947" y="21415"/>
                </a:lnTo>
                <a:lnTo>
                  <a:pt x="36286" y="14277"/>
                </a:lnTo>
                <a:lnTo>
                  <a:pt x="32721" y="7138"/>
                </a:lnTo>
                <a:lnTo>
                  <a:pt x="31503" y="0"/>
                </a:lnTo>
                <a:lnTo>
                  <a:pt x="237358" y="0"/>
                </a:lnTo>
                <a:lnTo>
                  <a:pt x="237358" y="0"/>
                </a:lnTo>
                <a:lnTo>
                  <a:pt x="236140" y="7138"/>
                </a:lnTo>
                <a:lnTo>
                  <a:pt x="232575" y="14277"/>
                </a:lnTo>
                <a:lnTo>
                  <a:pt x="226914" y="21415"/>
                </a:lnTo>
                <a:lnTo>
                  <a:pt x="219546" y="28554"/>
                </a:lnTo>
                <a:lnTo>
                  <a:pt x="210955" y="35692"/>
                </a:lnTo>
                <a:lnTo>
                  <a:pt x="201665" y="42831"/>
                </a:lnTo>
                <a:lnTo>
                  <a:pt x="192197" y="49969"/>
                </a:lnTo>
                <a:lnTo>
                  <a:pt x="183018" y="57108"/>
                </a:lnTo>
                <a:lnTo>
                  <a:pt x="174513" y="64246"/>
                </a:lnTo>
                <a:lnTo>
                  <a:pt x="166963" y="71384"/>
                </a:lnTo>
                <a:lnTo>
                  <a:pt x="160542" y="78523"/>
                </a:lnTo>
                <a:lnTo>
                  <a:pt x="155321" y="85661"/>
                </a:lnTo>
                <a:lnTo>
                  <a:pt x="151283" y="92800"/>
                </a:lnTo>
                <a:lnTo>
                  <a:pt x="148345" y="99938"/>
                </a:lnTo>
                <a:lnTo>
                  <a:pt x="146374" y="107077"/>
                </a:lnTo>
                <a:lnTo>
                  <a:pt x="145210" y="114215"/>
                </a:lnTo>
                <a:lnTo>
                  <a:pt x="144682" y="121354"/>
                </a:lnTo>
                <a:lnTo>
                  <a:pt x="144620" y="128492"/>
                </a:lnTo>
                <a:lnTo>
                  <a:pt x="144866" y="135630"/>
                </a:lnTo>
                <a:lnTo>
                  <a:pt x="145280" y="142769"/>
                </a:lnTo>
                <a:lnTo>
                  <a:pt x="145746" y="149907"/>
                </a:lnTo>
                <a:lnTo>
                  <a:pt x="146173" y="157046"/>
                </a:lnTo>
                <a:lnTo>
                  <a:pt x="146498" y="164184"/>
                </a:lnTo>
                <a:lnTo>
                  <a:pt x="146685" y="171323"/>
                </a:lnTo>
                <a:lnTo>
                  <a:pt x="146725" y="178461"/>
                </a:lnTo>
                <a:lnTo>
                  <a:pt x="146632" y="185600"/>
                </a:lnTo>
                <a:lnTo>
                  <a:pt x="146439" y="192738"/>
                </a:lnTo>
                <a:lnTo>
                  <a:pt x="146190" y="199876"/>
                </a:lnTo>
                <a:lnTo>
                  <a:pt x="145940" y="207015"/>
                </a:lnTo>
                <a:lnTo>
                  <a:pt x="145740" y="214153"/>
                </a:lnTo>
                <a:lnTo>
                  <a:pt x="145639" y="221292"/>
                </a:lnTo>
                <a:lnTo>
                  <a:pt x="145673" y="228430"/>
                </a:lnTo>
                <a:lnTo>
                  <a:pt x="145869" y="235569"/>
                </a:lnTo>
                <a:lnTo>
                  <a:pt x="146235" y="242707"/>
                </a:lnTo>
                <a:lnTo>
                  <a:pt x="146768" y="249846"/>
                </a:lnTo>
                <a:lnTo>
                  <a:pt x="147455" y="256984"/>
                </a:lnTo>
                <a:lnTo>
                  <a:pt x="148275" y="264122"/>
                </a:lnTo>
                <a:lnTo>
                  <a:pt x="149203" y="271261"/>
                </a:lnTo>
                <a:lnTo>
                  <a:pt x="150218" y="278399"/>
                </a:lnTo>
                <a:lnTo>
                  <a:pt x="151301" y="285538"/>
                </a:lnTo>
                <a:lnTo>
                  <a:pt x="152439" y="292676"/>
                </a:lnTo>
                <a:lnTo>
                  <a:pt x="153622" y="299815"/>
                </a:lnTo>
                <a:lnTo>
                  <a:pt x="154840" y="306953"/>
                </a:lnTo>
                <a:lnTo>
                  <a:pt x="156084" y="314092"/>
                </a:lnTo>
                <a:lnTo>
                  <a:pt x="157334" y="321230"/>
                </a:lnTo>
                <a:lnTo>
                  <a:pt x="158560" y="328368"/>
                </a:lnTo>
                <a:lnTo>
                  <a:pt x="159722" y="335507"/>
                </a:lnTo>
                <a:lnTo>
                  <a:pt x="160765" y="342645"/>
                </a:lnTo>
                <a:lnTo>
                  <a:pt x="161628" y="349784"/>
                </a:lnTo>
                <a:lnTo>
                  <a:pt x="162248" y="356922"/>
                </a:lnTo>
                <a:lnTo>
                  <a:pt x="162567" y="364061"/>
                </a:lnTo>
                <a:lnTo>
                  <a:pt x="162543" y="371199"/>
                </a:lnTo>
                <a:lnTo>
                  <a:pt x="162153" y="378337"/>
                </a:lnTo>
                <a:lnTo>
                  <a:pt x="161405" y="385476"/>
                </a:lnTo>
                <a:lnTo>
                  <a:pt x="160330" y="392614"/>
                </a:lnTo>
                <a:lnTo>
                  <a:pt x="158987" y="399753"/>
                </a:lnTo>
                <a:lnTo>
                  <a:pt x="157456" y="406891"/>
                </a:lnTo>
                <a:lnTo>
                  <a:pt x="155825" y="414030"/>
                </a:lnTo>
                <a:lnTo>
                  <a:pt x="154188" y="421168"/>
                </a:lnTo>
                <a:lnTo>
                  <a:pt x="152630" y="428307"/>
                </a:lnTo>
                <a:lnTo>
                  <a:pt x="151222" y="435445"/>
                </a:lnTo>
                <a:lnTo>
                  <a:pt x="150017" y="442583"/>
                </a:lnTo>
                <a:lnTo>
                  <a:pt x="149050" y="449722"/>
                </a:lnTo>
                <a:lnTo>
                  <a:pt x="148337" y="456860"/>
                </a:lnTo>
                <a:lnTo>
                  <a:pt x="147881" y="463999"/>
                </a:lnTo>
                <a:lnTo>
                  <a:pt x="147677" y="471137"/>
                </a:lnTo>
                <a:lnTo>
                  <a:pt x="147718" y="478276"/>
                </a:lnTo>
                <a:lnTo>
                  <a:pt x="147995" y="485414"/>
                </a:lnTo>
                <a:lnTo>
                  <a:pt x="148500" y="492553"/>
                </a:lnTo>
                <a:lnTo>
                  <a:pt x="149224" y="499691"/>
                </a:lnTo>
                <a:lnTo>
                  <a:pt x="150155" y="506829"/>
                </a:lnTo>
                <a:lnTo>
                  <a:pt x="151274" y="513968"/>
                </a:lnTo>
                <a:lnTo>
                  <a:pt x="152549" y="521106"/>
                </a:lnTo>
                <a:lnTo>
                  <a:pt x="153932" y="528245"/>
                </a:lnTo>
                <a:lnTo>
                  <a:pt x="155365" y="535383"/>
                </a:lnTo>
                <a:lnTo>
                  <a:pt x="156773" y="542522"/>
                </a:lnTo>
                <a:lnTo>
                  <a:pt x="158083" y="549660"/>
                </a:lnTo>
                <a:lnTo>
                  <a:pt x="159220" y="556799"/>
                </a:lnTo>
                <a:lnTo>
                  <a:pt x="160123" y="563937"/>
                </a:lnTo>
                <a:lnTo>
                  <a:pt x="160754" y="571075"/>
                </a:lnTo>
                <a:lnTo>
                  <a:pt x="161099" y="578214"/>
                </a:lnTo>
                <a:lnTo>
                  <a:pt x="161173" y="585352"/>
                </a:lnTo>
                <a:lnTo>
                  <a:pt x="161018" y="592491"/>
                </a:lnTo>
                <a:lnTo>
                  <a:pt x="160699" y="599629"/>
                </a:lnTo>
                <a:lnTo>
                  <a:pt x="160291" y="606768"/>
                </a:lnTo>
                <a:lnTo>
                  <a:pt x="159872" y="613906"/>
                </a:lnTo>
                <a:lnTo>
                  <a:pt x="159514" y="621045"/>
                </a:lnTo>
                <a:lnTo>
                  <a:pt x="159272" y="628183"/>
                </a:lnTo>
                <a:lnTo>
                  <a:pt x="159176" y="635321"/>
                </a:lnTo>
                <a:lnTo>
                  <a:pt x="159237" y="642460"/>
                </a:lnTo>
                <a:lnTo>
                  <a:pt x="159438" y="649598"/>
                </a:lnTo>
                <a:lnTo>
                  <a:pt x="159743" y="656737"/>
                </a:lnTo>
                <a:lnTo>
                  <a:pt x="160105" y="663875"/>
                </a:lnTo>
                <a:lnTo>
                  <a:pt x="160468" y="671014"/>
                </a:lnTo>
                <a:lnTo>
                  <a:pt x="160775" y="678152"/>
                </a:lnTo>
                <a:lnTo>
                  <a:pt x="160978" y="685291"/>
                </a:lnTo>
                <a:lnTo>
                  <a:pt x="161035" y="692429"/>
                </a:lnTo>
                <a:lnTo>
                  <a:pt x="160920" y="699567"/>
                </a:lnTo>
                <a:lnTo>
                  <a:pt x="160615" y="706706"/>
                </a:lnTo>
                <a:lnTo>
                  <a:pt x="160118" y="713844"/>
                </a:lnTo>
                <a:lnTo>
                  <a:pt x="159435" y="720983"/>
                </a:lnTo>
                <a:lnTo>
                  <a:pt x="158580" y="728121"/>
                </a:lnTo>
                <a:lnTo>
                  <a:pt x="157573" y="735260"/>
                </a:lnTo>
                <a:lnTo>
                  <a:pt x="156440" y="742398"/>
                </a:lnTo>
                <a:lnTo>
                  <a:pt x="155212" y="749537"/>
                </a:lnTo>
                <a:lnTo>
                  <a:pt x="153921" y="756675"/>
                </a:lnTo>
                <a:lnTo>
                  <a:pt x="152606" y="763813"/>
                </a:lnTo>
                <a:lnTo>
                  <a:pt x="151303" y="770952"/>
                </a:lnTo>
                <a:lnTo>
                  <a:pt x="150050" y="778090"/>
                </a:lnTo>
                <a:lnTo>
                  <a:pt x="148884" y="785229"/>
                </a:lnTo>
                <a:lnTo>
                  <a:pt x="147832" y="792367"/>
                </a:lnTo>
                <a:lnTo>
                  <a:pt x="146918" y="799506"/>
                </a:lnTo>
                <a:lnTo>
                  <a:pt x="146152" y="806644"/>
                </a:lnTo>
                <a:lnTo>
                  <a:pt x="145534" y="813783"/>
                </a:lnTo>
                <a:lnTo>
                  <a:pt x="145054" y="820921"/>
                </a:lnTo>
                <a:lnTo>
                  <a:pt x="144691" y="828059"/>
                </a:lnTo>
                <a:lnTo>
                  <a:pt x="144418" y="835198"/>
                </a:lnTo>
                <a:lnTo>
                  <a:pt x="144205" y="842336"/>
                </a:lnTo>
                <a:lnTo>
                  <a:pt x="144022" y="849475"/>
                </a:lnTo>
                <a:lnTo>
                  <a:pt x="143843" y="856613"/>
                </a:lnTo>
                <a:lnTo>
                  <a:pt x="143647" y="863752"/>
                </a:lnTo>
                <a:lnTo>
                  <a:pt x="143421" y="870890"/>
                </a:lnTo>
                <a:lnTo>
                  <a:pt x="143163" y="878029"/>
                </a:lnTo>
                <a:lnTo>
                  <a:pt x="142875" y="885167"/>
                </a:lnTo>
                <a:lnTo>
                  <a:pt x="142567" y="892305"/>
                </a:lnTo>
                <a:lnTo>
                  <a:pt x="142253" y="899444"/>
                </a:lnTo>
                <a:lnTo>
                  <a:pt x="141949" y="906582"/>
                </a:lnTo>
                <a:lnTo>
                  <a:pt x="141673" y="913721"/>
                </a:lnTo>
                <a:lnTo>
                  <a:pt x="141440" y="920859"/>
                </a:lnTo>
                <a:lnTo>
                  <a:pt x="141262" y="927998"/>
                </a:lnTo>
                <a:lnTo>
                  <a:pt x="141150" y="935136"/>
                </a:lnTo>
                <a:lnTo>
                  <a:pt x="141110" y="942275"/>
                </a:lnTo>
                <a:lnTo>
                  <a:pt x="141143" y="949413"/>
                </a:lnTo>
                <a:lnTo>
                  <a:pt x="141249" y="956551"/>
                </a:lnTo>
                <a:lnTo>
                  <a:pt x="141426" y="963690"/>
                </a:lnTo>
                <a:lnTo>
                  <a:pt x="141671" y="970828"/>
                </a:lnTo>
                <a:lnTo>
                  <a:pt x="141986" y="977967"/>
                </a:lnTo>
                <a:lnTo>
                  <a:pt x="142379" y="985105"/>
                </a:lnTo>
                <a:lnTo>
                  <a:pt x="142872" y="992244"/>
                </a:lnTo>
                <a:lnTo>
                  <a:pt x="143500" y="999382"/>
                </a:lnTo>
                <a:lnTo>
                  <a:pt x="144324" y="1006521"/>
                </a:lnTo>
                <a:lnTo>
                  <a:pt x="145428" y="1013659"/>
                </a:lnTo>
                <a:lnTo>
                  <a:pt x="146926" y="1020797"/>
                </a:lnTo>
                <a:lnTo>
                  <a:pt x="148958" y="1027936"/>
                </a:lnTo>
                <a:lnTo>
                  <a:pt x="151687" y="1035074"/>
                </a:lnTo>
                <a:lnTo>
                  <a:pt x="155290" y="1042213"/>
                </a:lnTo>
                <a:lnTo>
                  <a:pt x="159940" y="1049351"/>
                </a:lnTo>
                <a:lnTo>
                  <a:pt x="165788" y="1056490"/>
                </a:lnTo>
                <a:lnTo>
                  <a:pt x="172934" y="1063628"/>
                </a:lnTo>
                <a:lnTo>
                  <a:pt x="181402" y="1070767"/>
                </a:lnTo>
                <a:lnTo>
                  <a:pt x="191116" y="1077905"/>
                </a:lnTo>
                <a:lnTo>
                  <a:pt x="201875" y="1085043"/>
                </a:lnTo>
                <a:lnTo>
                  <a:pt x="213352" y="1092182"/>
                </a:lnTo>
                <a:lnTo>
                  <a:pt x="225093" y="1099320"/>
                </a:lnTo>
                <a:lnTo>
                  <a:pt x="236546" y="1106459"/>
                </a:lnTo>
                <a:lnTo>
                  <a:pt x="247093" y="1113597"/>
                </a:lnTo>
                <a:lnTo>
                  <a:pt x="256111" y="1120736"/>
                </a:lnTo>
                <a:lnTo>
                  <a:pt x="263026" y="1127874"/>
                </a:lnTo>
                <a:lnTo>
                  <a:pt x="267376" y="1135013"/>
                </a:lnTo>
                <a:lnTo>
                  <a:pt x="268861" y="1142151"/>
                </a:lnTo>
                <a:lnTo>
                  <a:pt x="268861" y="1142151"/>
                </a:lnTo>
                <a:close/>
              </a:path>
            </a:pathLst>
          </a:custGeom>
          <a:solidFill>
            <a:srgbClr val="B08A60">
              <a:alpha val="16000"/>
            </a:srgbClr>
          </a:solidFill>
          <a:ln w="8255">
            <a:solidFill>
              <a:srgbClr val="B08A60">
                <a:alpha val="16000"/>
              </a:srgbClr>
            </a:solidFill>
            <a:prstDash val="solid"/>
          </a:ln>
        </p:spPr>
      </p:sp>
      <p:sp>
        <p:nvSpPr>
          <p:cNvPr id="4338" name="LigandSeek2_vs_LigandSeek1_path_9852">
            <a:extLst>
              <a:ext uri="{FF2B5EF4-FFF2-40B4-BE49-F238E27FC236}">
                <a16:creationId xmlns:a16="http://schemas.microsoft.com/office/drawing/2014/main" id="{999A9B3B-8124-4FA6-ACE7-85770C752612}"/>
              </a:ext>
            </a:extLst>
          </p:cNvPr>
          <p:cNvSpPr>
            <a:spLocks noGrp="1"/>
          </p:cNvSpPr>
          <p:nvPr/>
        </p:nvSpPr>
        <p:spPr>
          <a:xfrm>
            <a:off x="1746263" y="5258895"/>
            <a:ext cx="268861" cy="1142151"/>
          </a:xfrm>
          <a:custGeom>
            <a:avLst/>
            <a:gdLst/>
            <a:ahLst/>
            <a:cxnLst/>
            <a:rect l="0" t="0" r="0" b="0"/>
            <a:pathLst>
              <a:path w="268861" h="1142151">
                <a:moveTo>
                  <a:pt x="203345" y="1142151"/>
                </a:moveTo>
                <a:lnTo>
                  <a:pt x="65516" y="1142151"/>
                </a:lnTo>
                <a:lnTo>
                  <a:pt x="66284" y="1135013"/>
                </a:lnTo>
                <a:lnTo>
                  <a:pt x="68532" y="1127874"/>
                </a:lnTo>
                <a:lnTo>
                  <a:pt x="72103" y="1120736"/>
                </a:lnTo>
                <a:lnTo>
                  <a:pt x="76755" y="1113597"/>
                </a:lnTo>
                <a:lnTo>
                  <a:pt x="82187" y="1106459"/>
                </a:lnTo>
                <a:lnTo>
                  <a:pt x="88073" y="1099320"/>
                </a:lnTo>
                <a:lnTo>
                  <a:pt x="94091" y="1092182"/>
                </a:lnTo>
                <a:lnTo>
                  <a:pt x="99953" y="1085043"/>
                </a:lnTo>
                <a:lnTo>
                  <a:pt x="105424" y="1077905"/>
                </a:lnTo>
                <a:lnTo>
                  <a:pt x="110336" y="1070767"/>
                </a:lnTo>
                <a:lnTo>
                  <a:pt x="114588" y="1063628"/>
                </a:lnTo>
                <a:lnTo>
                  <a:pt x="118140" y="1056490"/>
                </a:lnTo>
                <a:lnTo>
                  <a:pt x="121009" y="1049351"/>
                </a:lnTo>
                <a:lnTo>
                  <a:pt x="123248" y="1042213"/>
                </a:lnTo>
                <a:lnTo>
                  <a:pt x="124936" y="1035074"/>
                </a:lnTo>
                <a:lnTo>
                  <a:pt x="126163" y="1027936"/>
                </a:lnTo>
                <a:lnTo>
                  <a:pt x="127021" y="1020797"/>
                </a:lnTo>
                <a:lnTo>
                  <a:pt x="127598" y="1013659"/>
                </a:lnTo>
                <a:lnTo>
                  <a:pt x="127967" y="1006521"/>
                </a:lnTo>
                <a:lnTo>
                  <a:pt x="128191" y="999382"/>
                </a:lnTo>
                <a:lnTo>
                  <a:pt x="128319" y="992244"/>
                </a:lnTo>
                <a:lnTo>
                  <a:pt x="128387" y="985105"/>
                </a:lnTo>
                <a:lnTo>
                  <a:pt x="128420" y="977967"/>
                </a:lnTo>
                <a:lnTo>
                  <a:pt x="128434" y="970828"/>
                </a:lnTo>
                <a:lnTo>
                  <a:pt x="128435" y="963690"/>
                </a:lnTo>
                <a:lnTo>
                  <a:pt x="128424" y="956551"/>
                </a:lnTo>
                <a:lnTo>
                  <a:pt x="128394" y="949413"/>
                </a:lnTo>
                <a:lnTo>
                  <a:pt x="128336" y="942275"/>
                </a:lnTo>
                <a:lnTo>
                  <a:pt x="128239" y="935136"/>
                </a:lnTo>
                <a:lnTo>
                  <a:pt x="128091" y="927998"/>
                </a:lnTo>
                <a:lnTo>
                  <a:pt x="127880" y="920859"/>
                </a:lnTo>
                <a:lnTo>
                  <a:pt x="127601" y="913721"/>
                </a:lnTo>
                <a:lnTo>
                  <a:pt x="127250" y="906582"/>
                </a:lnTo>
                <a:lnTo>
                  <a:pt x="126833" y="899444"/>
                </a:lnTo>
                <a:lnTo>
                  <a:pt x="126359" y="892305"/>
                </a:lnTo>
                <a:lnTo>
                  <a:pt x="125842" y="885167"/>
                </a:lnTo>
                <a:lnTo>
                  <a:pt x="125302" y="878029"/>
                </a:lnTo>
                <a:lnTo>
                  <a:pt x="124757" y="870890"/>
                </a:lnTo>
                <a:lnTo>
                  <a:pt x="124227" y="863752"/>
                </a:lnTo>
                <a:lnTo>
                  <a:pt x="123729" y="856613"/>
                </a:lnTo>
                <a:lnTo>
                  <a:pt x="123276" y="849475"/>
                </a:lnTo>
                <a:lnTo>
                  <a:pt x="122877" y="842336"/>
                </a:lnTo>
                <a:lnTo>
                  <a:pt x="122537" y="835198"/>
                </a:lnTo>
                <a:lnTo>
                  <a:pt x="122258" y="828059"/>
                </a:lnTo>
                <a:lnTo>
                  <a:pt x="122038" y="820921"/>
                </a:lnTo>
                <a:lnTo>
                  <a:pt x="121880" y="813783"/>
                </a:lnTo>
                <a:lnTo>
                  <a:pt x="121783" y="806644"/>
                </a:lnTo>
                <a:lnTo>
                  <a:pt x="121753" y="799506"/>
                </a:lnTo>
                <a:lnTo>
                  <a:pt x="121794" y="792367"/>
                </a:lnTo>
                <a:lnTo>
                  <a:pt x="121914" y="785229"/>
                </a:lnTo>
                <a:lnTo>
                  <a:pt x="122119" y="778090"/>
                </a:lnTo>
                <a:lnTo>
                  <a:pt x="122413" y="770952"/>
                </a:lnTo>
                <a:lnTo>
                  <a:pt x="122796" y="763813"/>
                </a:lnTo>
                <a:lnTo>
                  <a:pt x="123262" y="756675"/>
                </a:lnTo>
                <a:lnTo>
                  <a:pt x="123799" y="749537"/>
                </a:lnTo>
                <a:lnTo>
                  <a:pt x="124389" y="742398"/>
                </a:lnTo>
                <a:lnTo>
                  <a:pt x="125009" y="735260"/>
                </a:lnTo>
                <a:lnTo>
                  <a:pt x="125633" y="728121"/>
                </a:lnTo>
                <a:lnTo>
                  <a:pt x="126234" y="720983"/>
                </a:lnTo>
                <a:lnTo>
                  <a:pt x="126784" y="713844"/>
                </a:lnTo>
                <a:lnTo>
                  <a:pt x="127254" y="706706"/>
                </a:lnTo>
                <a:lnTo>
                  <a:pt x="127619" y="699567"/>
                </a:lnTo>
                <a:lnTo>
                  <a:pt x="127851" y="692429"/>
                </a:lnTo>
                <a:lnTo>
                  <a:pt x="127923" y="685291"/>
                </a:lnTo>
                <a:lnTo>
                  <a:pt x="127809" y="678152"/>
                </a:lnTo>
                <a:lnTo>
                  <a:pt x="127480" y="671014"/>
                </a:lnTo>
                <a:lnTo>
                  <a:pt x="126910" y="663875"/>
                </a:lnTo>
                <a:lnTo>
                  <a:pt x="126078" y="656737"/>
                </a:lnTo>
                <a:lnTo>
                  <a:pt x="124968" y="649598"/>
                </a:lnTo>
                <a:lnTo>
                  <a:pt x="123581" y="642460"/>
                </a:lnTo>
                <a:lnTo>
                  <a:pt x="121933" y="635321"/>
                </a:lnTo>
                <a:lnTo>
                  <a:pt x="120061" y="628183"/>
                </a:lnTo>
                <a:lnTo>
                  <a:pt x="118027" y="621045"/>
                </a:lnTo>
                <a:lnTo>
                  <a:pt x="115914" y="613906"/>
                </a:lnTo>
                <a:lnTo>
                  <a:pt x="113826" y="606768"/>
                </a:lnTo>
                <a:lnTo>
                  <a:pt x="111873" y="599629"/>
                </a:lnTo>
                <a:lnTo>
                  <a:pt x="110172" y="592491"/>
                </a:lnTo>
                <a:lnTo>
                  <a:pt x="108827" y="585352"/>
                </a:lnTo>
                <a:lnTo>
                  <a:pt x="107919" y="578214"/>
                </a:lnTo>
                <a:lnTo>
                  <a:pt x="107502" y="571075"/>
                </a:lnTo>
                <a:lnTo>
                  <a:pt x="107591" y="563937"/>
                </a:lnTo>
                <a:lnTo>
                  <a:pt x="108162" y="556799"/>
                </a:lnTo>
                <a:lnTo>
                  <a:pt x="109156" y="549660"/>
                </a:lnTo>
                <a:lnTo>
                  <a:pt x="110486" y="542522"/>
                </a:lnTo>
                <a:lnTo>
                  <a:pt x="112042" y="535383"/>
                </a:lnTo>
                <a:lnTo>
                  <a:pt x="113708" y="528245"/>
                </a:lnTo>
                <a:lnTo>
                  <a:pt x="115369" y="521106"/>
                </a:lnTo>
                <a:lnTo>
                  <a:pt x="116922" y="513968"/>
                </a:lnTo>
                <a:lnTo>
                  <a:pt x="118281" y="506829"/>
                </a:lnTo>
                <a:lnTo>
                  <a:pt x="119384" y="499691"/>
                </a:lnTo>
                <a:lnTo>
                  <a:pt x="120189" y="492553"/>
                </a:lnTo>
                <a:lnTo>
                  <a:pt x="120677" y="485414"/>
                </a:lnTo>
                <a:lnTo>
                  <a:pt x="120847" y="478276"/>
                </a:lnTo>
                <a:lnTo>
                  <a:pt x="120711" y="471137"/>
                </a:lnTo>
                <a:lnTo>
                  <a:pt x="120294" y="463999"/>
                </a:lnTo>
                <a:lnTo>
                  <a:pt x="119631" y="456860"/>
                </a:lnTo>
                <a:lnTo>
                  <a:pt x="118762" y="449722"/>
                </a:lnTo>
                <a:lnTo>
                  <a:pt x="117737" y="442583"/>
                </a:lnTo>
                <a:lnTo>
                  <a:pt x="116609" y="435445"/>
                </a:lnTo>
                <a:lnTo>
                  <a:pt x="115440" y="428307"/>
                </a:lnTo>
                <a:lnTo>
                  <a:pt x="114295" y="421168"/>
                </a:lnTo>
                <a:lnTo>
                  <a:pt x="113239" y="414030"/>
                </a:lnTo>
                <a:lnTo>
                  <a:pt x="112336" y="406891"/>
                </a:lnTo>
                <a:lnTo>
                  <a:pt x="111645" y="399753"/>
                </a:lnTo>
                <a:lnTo>
                  <a:pt x="111211" y="392614"/>
                </a:lnTo>
                <a:lnTo>
                  <a:pt x="111065" y="385476"/>
                </a:lnTo>
                <a:lnTo>
                  <a:pt x="111216" y="378337"/>
                </a:lnTo>
                <a:lnTo>
                  <a:pt x="111654" y="371199"/>
                </a:lnTo>
                <a:lnTo>
                  <a:pt x="112351" y="364061"/>
                </a:lnTo>
                <a:lnTo>
                  <a:pt x="113261" y="356922"/>
                </a:lnTo>
                <a:lnTo>
                  <a:pt x="114327" y="349784"/>
                </a:lnTo>
                <a:lnTo>
                  <a:pt x="115488" y="342645"/>
                </a:lnTo>
                <a:lnTo>
                  <a:pt x="116686" y="335507"/>
                </a:lnTo>
                <a:lnTo>
                  <a:pt x="117867" y="328368"/>
                </a:lnTo>
                <a:lnTo>
                  <a:pt x="118992" y="321230"/>
                </a:lnTo>
                <a:lnTo>
                  <a:pt x="120031" y="314092"/>
                </a:lnTo>
                <a:lnTo>
                  <a:pt x="120969" y="306953"/>
                </a:lnTo>
                <a:lnTo>
                  <a:pt x="121800" y="299815"/>
                </a:lnTo>
                <a:lnTo>
                  <a:pt x="122528" y="292676"/>
                </a:lnTo>
                <a:lnTo>
                  <a:pt x="123159" y="285538"/>
                </a:lnTo>
                <a:lnTo>
                  <a:pt x="123700" y="278399"/>
                </a:lnTo>
                <a:lnTo>
                  <a:pt x="124161" y="271261"/>
                </a:lnTo>
                <a:lnTo>
                  <a:pt x="124546" y="264122"/>
                </a:lnTo>
                <a:lnTo>
                  <a:pt x="124858" y="256984"/>
                </a:lnTo>
                <a:lnTo>
                  <a:pt x="125100" y="249846"/>
                </a:lnTo>
                <a:lnTo>
                  <a:pt x="125274" y="242707"/>
                </a:lnTo>
                <a:lnTo>
                  <a:pt x="125386" y="235569"/>
                </a:lnTo>
                <a:lnTo>
                  <a:pt x="125441" y="228430"/>
                </a:lnTo>
                <a:lnTo>
                  <a:pt x="125453" y="221292"/>
                </a:lnTo>
                <a:lnTo>
                  <a:pt x="125435" y="214153"/>
                </a:lnTo>
                <a:lnTo>
                  <a:pt x="125405" y="207015"/>
                </a:lnTo>
                <a:lnTo>
                  <a:pt x="125381" y="199876"/>
                </a:lnTo>
                <a:lnTo>
                  <a:pt x="125380" y="192738"/>
                </a:lnTo>
                <a:lnTo>
                  <a:pt x="125413" y="185600"/>
                </a:lnTo>
                <a:lnTo>
                  <a:pt x="125486" y="178461"/>
                </a:lnTo>
                <a:lnTo>
                  <a:pt x="125596" y="171323"/>
                </a:lnTo>
                <a:lnTo>
                  <a:pt x="125727" y="164184"/>
                </a:lnTo>
                <a:lnTo>
                  <a:pt x="125851" y="157046"/>
                </a:lnTo>
                <a:lnTo>
                  <a:pt x="125921" y="149907"/>
                </a:lnTo>
                <a:lnTo>
                  <a:pt x="125873" y="142769"/>
                </a:lnTo>
                <a:lnTo>
                  <a:pt x="125621" y="135630"/>
                </a:lnTo>
                <a:lnTo>
                  <a:pt x="125054" y="128492"/>
                </a:lnTo>
                <a:lnTo>
                  <a:pt x="124039" y="121354"/>
                </a:lnTo>
                <a:lnTo>
                  <a:pt x="122420" y="114215"/>
                </a:lnTo>
                <a:lnTo>
                  <a:pt x="120020" y="107077"/>
                </a:lnTo>
                <a:lnTo>
                  <a:pt x="116656" y="99938"/>
                </a:lnTo>
                <a:lnTo>
                  <a:pt x="112150" y="92800"/>
                </a:lnTo>
                <a:lnTo>
                  <a:pt x="106350" y="85661"/>
                </a:lnTo>
                <a:lnTo>
                  <a:pt x="99154" y="78523"/>
                </a:lnTo>
                <a:lnTo>
                  <a:pt x="90541" y="71384"/>
                </a:lnTo>
                <a:lnTo>
                  <a:pt x="80595" y="64246"/>
                </a:lnTo>
                <a:lnTo>
                  <a:pt x="69524" y="57108"/>
                </a:lnTo>
                <a:lnTo>
                  <a:pt x="57673" y="49969"/>
                </a:lnTo>
                <a:lnTo>
                  <a:pt x="45515" y="42831"/>
                </a:lnTo>
                <a:lnTo>
                  <a:pt x="33631" y="35692"/>
                </a:lnTo>
                <a:lnTo>
                  <a:pt x="22669" y="28554"/>
                </a:lnTo>
                <a:lnTo>
                  <a:pt x="13284" y="21415"/>
                </a:lnTo>
                <a:lnTo>
                  <a:pt x="6082" y="14277"/>
                </a:lnTo>
                <a:lnTo>
                  <a:pt x="1548" y="7138"/>
                </a:lnTo>
                <a:lnTo>
                  <a:pt x="0" y="0"/>
                </a:lnTo>
                <a:lnTo>
                  <a:pt x="268861" y="0"/>
                </a:lnTo>
                <a:lnTo>
                  <a:pt x="268861" y="0"/>
                </a:lnTo>
                <a:lnTo>
                  <a:pt x="267313" y="7138"/>
                </a:lnTo>
                <a:lnTo>
                  <a:pt x="262780" y="14277"/>
                </a:lnTo>
                <a:lnTo>
                  <a:pt x="255577" y="21415"/>
                </a:lnTo>
                <a:lnTo>
                  <a:pt x="246192" y="28554"/>
                </a:lnTo>
                <a:lnTo>
                  <a:pt x="235230" y="35692"/>
                </a:lnTo>
                <a:lnTo>
                  <a:pt x="223346" y="42831"/>
                </a:lnTo>
                <a:lnTo>
                  <a:pt x="211189" y="49969"/>
                </a:lnTo>
                <a:lnTo>
                  <a:pt x="199337" y="57108"/>
                </a:lnTo>
                <a:lnTo>
                  <a:pt x="188266" y="64246"/>
                </a:lnTo>
                <a:lnTo>
                  <a:pt x="178320" y="71384"/>
                </a:lnTo>
                <a:lnTo>
                  <a:pt x="169707" y="78523"/>
                </a:lnTo>
                <a:lnTo>
                  <a:pt x="162512" y="85661"/>
                </a:lnTo>
                <a:lnTo>
                  <a:pt x="156711" y="92800"/>
                </a:lnTo>
                <a:lnTo>
                  <a:pt x="152205" y="99938"/>
                </a:lnTo>
                <a:lnTo>
                  <a:pt x="148841" y="107077"/>
                </a:lnTo>
                <a:lnTo>
                  <a:pt x="146442" y="114215"/>
                </a:lnTo>
                <a:lnTo>
                  <a:pt x="144822" y="121354"/>
                </a:lnTo>
                <a:lnTo>
                  <a:pt x="143807" y="128492"/>
                </a:lnTo>
                <a:lnTo>
                  <a:pt x="143240" y="135630"/>
                </a:lnTo>
                <a:lnTo>
                  <a:pt x="142988" y="142769"/>
                </a:lnTo>
                <a:lnTo>
                  <a:pt x="142940" y="149907"/>
                </a:lnTo>
                <a:lnTo>
                  <a:pt x="143010" y="157046"/>
                </a:lnTo>
                <a:lnTo>
                  <a:pt x="143134" y="164184"/>
                </a:lnTo>
                <a:lnTo>
                  <a:pt x="143265" y="171323"/>
                </a:lnTo>
                <a:lnTo>
                  <a:pt x="143375" y="178461"/>
                </a:lnTo>
                <a:lnTo>
                  <a:pt x="143449" y="185600"/>
                </a:lnTo>
                <a:lnTo>
                  <a:pt x="143481" y="192738"/>
                </a:lnTo>
                <a:lnTo>
                  <a:pt x="143480" y="199876"/>
                </a:lnTo>
                <a:lnTo>
                  <a:pt x="143456" y="207015"/>
                </a:lnTo>
                <a:lnTo>
                  <a:pt x="143426" y="214153"/>
                </a:lnTo>
                <a:lnTo>
                  <a:pt x="143408" y="221292"/>
                </a:lnTo>
                <a:lnTo>
                  <a:pt x="143420" y="228430"/>
                </a:lnTo>
                <a:lnTo>
                  <a:pt x="143476" y="235569"/>
                </a:lnTo>
                <a:lnTo>
                  <a:pt x="143587" y="242707"/>
                </a:lnTo>
                <a:lnTo>
                  <a:pt x="143761" y="249846"/>
                </a:lnTo>
                <a:lnTo>
                  <a:pt x="144003" y="256984"/>
                </a:lnTo>
                <a:lnTo>
                  <a:pt x="144315" y="264122"/>
                </a:lnTo>
                <a:lnTo>
                  <a:pt x="144700" y="271261"/>
                </a:lnTo>
                <a:lnTo>
                  <a:pt x="145161" y="278399"/>
                </a:lnTo>
                <a:lnTo>
                  <a:pt x="145703" y="285538"/>
                </a:lnTo>
                <a:lnTo>
                  <a:pt x="146333" y="292676"/>
                </a:lnTo>
                <a:lnTo>
                  <a:pt x="147061" y="299815"/>
                </a:lnTo>
                <a:lnTo>
                  <a:pt x="147892" y="306953"/>
                </a:lnTo>
                <a:lnTo>
                  <a:pt x="148830" y="314092"/>
                </a:lnTo>
                <a:lnTo>
                  <a:pt x="149869" y="321230"/>
                </a:lnTo>
                <a:lnTo>
                  <a:pt x="150994" y="328368"/>
                </a:lnTo>
                <a:lnTo>
                  <a:pt x="152175" y="335507"/>
                </a:lnTo>
                <a:lnTo>
                  <a:pt x="153373" y="342645"/>
                </a:lnTo>
                <a:lnTo>
                  <a:pt x="154534" y="349784"/>
                </a:lnTo>
                <a:lnTo>
                  <a:pt x="155600" y="356922"/>
                </a:lnTo>
                <a:lnTo>
                  <a:pt x="156510" y="364061"/>
                </a:lnTo>
                <a:lnTo>
                  <a:pt x="157207" y="371199"/>
                </a:lnTo>
                <a:lnTo>
                  <a:pt x="157645" y="378337"/>
                </a:lnTo>
                <a:lnTo>
                  <a:pt x="157796" y="385476"/>
                </a:lnTo>
                <a:lnTo>
                  <a:pt x="157650" y="392614"/>
                </a:lnTo>
                <a:lnTo>
                  <a:pt x="157216" y="399753"/>
                </a:lnTo>
                <a:lnTo>
                  <a:pt x="156525" y="406891"/>
                </a:lnTo>
                <a:lnTo>
                  <a:pt x="155623" y="414030"/>
                </a:lnTo>
                <a:lnTo>
                  <a:pt x="154566" y="421168"/>
                </a:lnTo>
                <a:lnTo>
                  <a:pt x="153421" y="428307"/>
                </a:lnTo>
                <a:lnTo>
                  <a:pt x="152252" y="435445"/>
                </a:lnTo>
                <a:lnTo>
                  <a:pt x="151124" y="442583"/>
                </a:lnTo>
                <a:lnTo>
                  <a:pt x="150099" y="449722"/>
                </a:lnTo>
                <a:lnTo>
                  <a:pt x="149231" y="456860"/>
                </a:lnTo>
                <a:lnTo>
                  <a:pt x="148567" y="463999"/>
                </a:lnTo>
                <a:lnTo>
                  <a:pt x="148150" y="471137"/>
                </a:lnTo>
                <a:lnTo>
                  <a:pt x="148014" y="478276"/>
                </a:lnTo>
                <a:lnTo>
                  <a:pt x="148184" y="485414"/>
                </a:lnTo>
                <a:lnTo>
                  <a:pt x="148672" y="492553"/>
                </a:lnTo>
                <a:lnTo>
                  <a:pt x="149477" y="499691"/>
                </a:lnTo>
                <a:lnTo>
                  <a:pt x="150580" y="506829"/>
                </a:lnTo>
                <a:lnTo>
                  <a:pt x="151939" y="513968"/>
                </a:lnTo>
                <a:lnTo>
                  <a:pt x="153492" y="521106"/>
                </a:lnTo>
                <a:lnTo>
                  <a:pt x="155153" y="528245"/>
                </a:lnTo>
                <a:lnTo>
                  <a:pt x="156819" y="535383"/>
                </a:lnTo>
                <a:lnTo>
                  <a:pt x="158375" y="542522"/>
                </a:lnTo>
                <a:lnTo>
                  <a:pt x="159705" y="549660"/>
                </a:lnTo>
                <a:lnTo>
                  <a:pt x="160699" y="556799"/>
                </a:lnTo>
                <a:lnTo>
                  <a:pt x="161270" y="563937"/>
                </a:lnTo>
                <a:lnTo>
                  <a:pt x="161359" y="571075"/>
                </a:lnTo>
                <a:lnTo>
                  <a:pt x="160942" y="578214"/>
                </a:lnTo>
                <a:lnTo>
                  <a:pt x="160034" y="585352"/>
                </a:lnTo>
                <a:lnTo>
                  <a:pt x="158689" y="592491"/>
                </a:lnTo>
                <a:lnTo>
                  <a:pt x="156988" y="599629"/>
                </a:lnTo>
                <a:lnTo>
                  <a:pt x="155036" y="606768"/>
                </a:lnTo>
                <a:lnTo>
                  <a:pt x="152947" y="613906"/>
                </a:lnTo>
                <a:lnTo>
                  <a:pt x="150834" y="621045"/>
                </a:lnTo>
                <a:lnTo>
                  <a:pt x="148800" y="628183"/>
                </a:lnTo>
                <a:lnTo>
                  <a:pt x="146928" y="635321"/>
                </a:lnTo>
                <a:lnTo>
                  <a:pt x="145280" y="642460"/>
                </a:lnTo>
                <a:lnTo>
                  <a:pt x="143893" y="649598"/>
                </a:lnTo>
                <a:lnTo>
                  <a:pt x="142783" y="656737"/>
                </a:lnTo>
                <a:lnTo>
                  <a:pt x="141951" y="663875"/>
                </a:lnTo>
                <a:lnTo>
                  <a:pt x="141381" y="671014"/>
                </a:lnTo>
                <a:lnTo>
                  <a:pt x="141052" y="678152"/>
                </a:lnTo>
                <a:lnTo>
                  <a:pt x="140938" y="685291"/>
                </a:lnTo>
                <a:lnTo>
                  <a:pt x="141010" y="692429"/>
                </a:lnTo>
                <a:lnTo>
                  <a:pt x="141242" y="699567"/>
                </a:lnTo>
                <a:lnTo>
                  <a:pt x="141607" y="706706"/>
                </a:lnTo>
                <a:lnTo>
                  <a:pt x="142077" y="713844"/>
                </a:lnTo>
                <a:lnTo>
                  <a:pt x="142627" y="720983"/>
                </a:lnTo>
                <a:lnTo>
                  <a:pt x="143228" y="728121"/>
                </a:lnTo>
                <a:lnTo>
                  <a:pt x="143852" y="735260"/>
                </a:lnTo>
                <a:lnTo>
                  <a:pt x="144472" y="742398"/>
                </a:lnTo>
                <a:lnTo>
                  <a:pt x="145062" y="749537"/>
                </a:lnTo>
                <a:lnTo>
                  <a:pt x="145599" y="756675"/>
                </a:lnTo>
                <a:lnTo>
                  <a:pt x="146065" y="763813"/>
                </a:lnTo>
                <a:lnTo>
                  <a:pt x="146448" y="770952"/>
                </a:lnTo>
                <a:lnTo>
                  <a:pt x="146742" y="778090"/>
                </a:lnTo>
                <a:lnTo>
                  <a:pt x="146947" y="785229"/>
                </a:lnTo>
                <a:lnTo>
                  <a:pt x="147067" y="792367"/>
                </a:lnTo>
                <a:lnTo>
                  <a:pt x="147108" y="799506"/>
                </a:lnTo>
                <a:lnTo>
                  <a:pt x="147078" y="806644"/>
                </a:lnTo>
                <a:lnTo>
                  <a:pt x="146981" y="813783"/>
                </a:lnTo>
                <a:lnTo>
                  <a:pt x="146823" y="820921"/>
                </a:lnTo>
                <a:lnTo>
                  <a:pt x="146603" y="828059"/>
                </a:lnTo>
                <a:lnTo>
                  <a:pt x="146324" y="835198"/>
                </a:lnTo>
                <a:lnTo>
                  <a:pt x="145984" y="842336"/>
                </a:lnTo>
                <a:lnTo>
                  <a:pt x="145585" y="849475"/>
                </a:lnTo>
                <a:lnTo>
                  <a:pt x="145132" y="856613"/>
                </a:lnTo>
                <a:lnTo>
                  <a:pt x="144634" y="863752"/>
                </a:lnTo>
                <a:lnTo>
                  <a:pt x="144104" y="870890"/>
                </a:lnTo>
                <a:lnTo>
                  <a:pt x="143559" y="878029"/>
                </a:lnTo>
                <a:lnTo>
                  <a:pt x="143019" y="885167"/>
                </a:lnTo>
                <a:lnTo>
                  <a:pt x="142502" y="892305"/>
                </a:lnTo>
                <a:lnTo>
                  <a:pt x="142028" y="899444"/>
                </a:lnTo>
                <a:lnTo>
                  <a:pt x="141611" y="906582"/>
                </a:lnTo>
                <a:lnTo>
                  <a:pt x="141261" y="913721"/>
                </a:lnTo>
                <a:lnTo>
                  <a:pt x="140981" y="920859"/>
                </a:lnTo>
                <a:lnTo>
                  <a:pt x="140770" y="927998"/>
                </a:lnTo>
                <a:lnTo>
                  <a:pt x="140622" y="935136"/>
                </a:lnTo>
                <a:lnTo>
                  <a:pt x="140525" y="942275"/>
                </a:lnTo>
                <a:lnTo>
                  <a:pt x="140467" y="949413"/>
                </a:lnTo>
                <a:lnTo>
                  <a:pt x="140437" y="956551"/>
                </a:lnTo>
                <a:lnTo>
                  <a:pt x="140426" y="963690"/>
                </a:lnTo>
                <a:lnTo>
                  <a:pt x="140427" y="970828"/>
                </a:lnTo>
                <a:lnTo>
                  <a:pt x="140441" y="977967"/>
                </a:lnTo>
                <a:lnTo>
                  <a:pt x="140475" y="985105"/>
                </a:lnTo>
                <a:lnTo>
                  <a:pt x="140543" y="992244"/>
                </a:lnTo>
                <a:lnTo>
                  <a:pt x="140670" y="999382"/>
                </a:lnTo>
                <a:lnTo>
                  <a:pt x="140894" y="1006521"/>
                </a:lnTo>
                <a:lnTo>
                  <a:pt x="141263" y="1013659"/>
                </a:lnTo>
                <a:lnTo>
                  <a:pt x="141840" y="1020797"/>
                </a:lnTo>
                <a:lnTo>
                  <a:pt x="142698" y="1027936"/>
                </a:lnTo>
                <a:lnTo>
                  <a:pt x="143925" y="1035074"/>
                </a:lnTo>
                <a:lnTo>
                  <a:pt x="145613" y="1042213"/>
                </a:lnTo>
                <a:lnTo>
                  <a:pt x="147852" y="1049351"/>
                </a:lnTo>
                <a:lnTo>
                  <a:pt x="150721" y="1056490"/>
                </a:lnTo>
                <a:lnTo>
                  <a:pt x="154273" y="1063628"/>
                </a:lnTo>
                <a:lnTo>
                  <a:pt x="158525" y="1070767"/>
                </a:lnTo>
                <a:lnTo>
                  <a:pt x="163437" y="1077905"/>
                </a:lnTo>
                <a:lnTo>
                  <a:pt x="168908" y="1085043"/>
                </a:lnTo>
                <a:lnTo>
                  <a:pt x="174771" y="1092182"/>
                </a:lnTo>
                <a:lnTo>
                  <a:pt x="180789" y="1099320"/>
                </a:lnTo>
                <a:lnTo>
                  <a:pt x="186674" y="1106459"/>
                </a:lnTo>
                <a:lnTo>
                  <a:pt x="192106" y="1113597"/>
                </a:lnTo>
                <a:lnTo>
                  <a:pt x="196758" y="1120736"/>
                </a:lnTo>
                <a:lnTo>
                  <a:pt x="200329" y="1127874"/>
                </a:lnTo>
                <a:lnTo>
                  <a:pt x="202577" y="1135013"/>
                </a:lnTo>
                <a:lnTo>
                  <a:pt x="203345" y="1142151"/>
                </a:lnTo>
                <a:lnTo>
                  <a:pt x="203345" y="1142151"/>
                </a:lnTo>
                <a:close/>
              </a:path>
            </a:pathLst>
          </a:custGeom>
          <a:solidFill>
            <a:srgbClr val="566AB4">
              <a:alpha val="16000"/>
            </a:srgbClr>
          </a:solidFill>
          <a:ln w="8255">
            <a:solidFill>
              <a:srgbClr val="566AB4">
                <a:alpha val="16000"/>
              </a:srgbClr>
            </a:solidFill>
            <a:prstDash val="solid"/>
          </a:ln>
        </p:spPr>
      </p:sp>
      <p:sp>
        <p:nvSpPr>
          <p:cNvPr id="4339" name="LigandSeek2_vs_LigandSeek1_path_9853">
            <a:extLst>
              <a:ext uri="{FF2B5EF4-FFF2-40B4-BE49-F238E27FC236}">
                <a16:creationId xmlns:a16="http://schemas.microsoft.com/office/drawing/2014/main" id="{2C5CA13C-32AF-4FF1-866C-50BAC0750B76}"/>
              </a:ext>
            </a:extLst>
          </p:cNvPr>
          <p:cNvSpPr>
            <a:spLocks noGrp="1"/>
          </p:cNvSpPr>
          <p:nvPr/>
        </p:nvSpPr>
        <p:spPr>
          <a:xfrm>
            <a:off x="2082340" y="5258895"/>
            <a:ext cx="268861" cy="1142151"/>
          </a:xfrm>
          <a:custGeom>
            <a:avLst/>
            <a:gdLst/>
            <a:ahLst/>
            <a:cxnLst/>
            <a:rect l="0" t="0" r="0" b="0"/>
            <a:pathLst>
              <a:path w="268861" h="1142151">
                <a:moveTo>
                  <a:pt x="252557" y="1142151"/>
                </a:moveTo>
                <a:lnTo>
                  <a:pt x="16304" y="1142151"/>
                </a:lnTo>
                <a:lnTo>
                  <a:pt x="17618" y="1135013"/>
                </a:lnTo>
                <a:lnTo>
                  <a:pt x="21466" y="1127874"/>
                </a:lnTo>
                <a:lnTo>
                  <a:pt x="27582" y="1120736"/>
                </a:lnTo>
                <a:lnTo>
                  <a:pt x="35557" y="1113597"/>
                </a:lnTo>
                <a:lnTo>
                  <a:pt x="44880" y="1106459"/>
                </a:lnTo>
                <a:lnTo>
                  <a:pt x="54998" y="1099320"/>
                </a:lnTo>
                <a:lnTo>
                  <a:pt x="65362" y="1092182"/>
                </a:lnTo>
                <a:lnTo>
                  <a:pt x="75478" y="1085043"/>
                </a:lnTo>
                <a:lnTo>
                  <a:pt x="84937" y="1077905"/>
                </a:lnTo>
                <a:lnTo>
                  <a:pt x="93441" y="1070767"/>
                </a:lnTo>
                <a:lnTo>
                  <a:pt x="100801" y="1063628"/>
                </a:lnTo>
                <a:lnTo>
                  <a:pt x="106937" y="1056490"/>
                </a:lnTo>
                <a:lnTo>
                  <a:pt x="111857" y="1049351"/>
                </a:lnTo>
                <a:lnTo>
                  <a:pt x="115638" y="1042213"/>
                </a:lnTo>
                <a:lnTo>
                  <a:pt x="118407" y="1035074"/>
                </a:lnTo>
                <a:lnTo>
                  <a:pt x="120314" y="1027936"/>
                </a:lnTo>
                <a:lnTo>
                  <a:pt x="121522" y="1020797"/>
                </a:lnTo>
                <a:lnTo>
                  <a:pt x="122191" y="1013659"/>
                </a:lnTo>
                <a:lnTo>
                  <a:pt x="122467" y="1006521"/>
                </a:lnTo>
                <a:lnTo>
                  <a:pt x="122482" y="999382"/>
                </a:lnTo>
                <a:lnTo>
                  <a:pt x="122344" y="992244"/>
                </a:lnTo>
                <a:lnTo>
                  <a:pt x="122140" y="985105"/>
                </a:lnTo>
                <a:lnTo>
                  <a:pt x="121933" y="977967"/>
                </a:lnTo>
                <a:lnTo>
                  <a:pt x="121765" y="970828"/>
                </a:lnTo>
                <a:lnTo>
                  <a:pt x="121656" y="963690"/>
                </a:lnTo>
                <a:lnTo>
                  <a:pt x="121606" y="956551"/>
                </a:lnTo>
                <a:lnTo>
                  <a:pt x="121601" y="949413"/>
                </a:lnTo>
                <a:lnTo>
                  <a:pt x="121617" y="942275"/>
                </a:lnTo>
                <a:lnTo>
                  <a:pt x="121621" y="935136"/>
                </a:lnTo>
                <a:lnTo>
                  <a:pt x="121579" y="927998"/>
                </a:lnTo>
                <a:lnTo>
                  <a:pt x="121464" y="920859"/>
                </a:lnTo>
                <a:lnTo>
                  <a:pt x="121253" y="913721"/>
                </a:lnTo>
                <a:lnTo>
                  <a:pt x="120935" y="906582"/>
                </a:lnTo>
                <a:lnTo>
                  <a:pt x="120512" y="899444"/>
                </a:lnTo>
                <a:lnTo>
                  <a:pt x="119996" y="892305"/>
                </a:lnTo>
                <a:lnTo>
                  <a:pt x="119409" y="885167"/>
                </a:lnTo>
                <a:lnTo>
                  <a:pt x="118778" y="878029"/>
                </a:lnTo>
                <a:lnTo>
                  <a:pt x="118132" y="870890"/>
                </a:lnTo>
                <a:lnTo>
                  <a:pt x="117501" y="863752"/>
                </a:lnTo>
                <a:lnTo>
                  <a:pt x="116906" y="856613"/>
                </a:lnTo>
                <a:lnTo>
                  <a:pt x="116364" y="849475"/>
                </a:lnTo>
                <a:lnTo>
                  <a:pt x="115883" y="842336"/>
                </a:lnTo>
                <a:lnTo>
                  <a:pt x="115468" y="835198"/>
                </a:lnTo>
                <a:lnTo>
                  <a:pt x="115114" y="828059"/>
                </a:lnTo>
                <a:lnTo>
                  <a:pt x="114822" y="820921"/>
                </a:lnTo>
                <a:lnTo>
                  <a:pt x="114589" y="813783"/>
                </a:lnTo>
                <a:lnTo>
                  <a:pt x="114419" y="806644"/>
                </a:lnTo>
                <a:lnTo>
                  <a:pt x="114323" y="799506"/>
                </a:lnTo>
                <a:lnTo>
                  <a:pt x="114315" y="792367"/>
                </a:lnTo>
                <a:lnTo>
                  <a:pt x="114412" y="785229"/>
                </a:lnTo>
                <a:lnTo>
                  <a:pt x="114633" y="778090"/>
                </a:lnTo>
                <a:lnTo>
                  <a:pt x="114991" y="770952"/>
                </a:lnTo>
                <a:lnTo>
                  <a:pt x="115492" y="763813"/>
                </a:lnTo>
                <a:lnTo>
                  <a:pt x="116131" y="756675"/>
                </a:lnTo>
                <a:lnTo>
                  <a:pt x="116891" y="749537"/>
                </a:lnTo>
                <a:lnTo>
                  <a:pt x="117742" y="742398"/>
                </a:lnTo>
                <a:lnTo>
                  <a:pt x="118644" y="735260"/>
                </a:lnTo>
                <a:lnTo>
                  <a:pt x="119550" y="728121"/>
                </a:lnTo>
                <a:lnTo>
                  <a:pt x="120410" y="720983"/>
                </a:lnTo>
                <a:lnTo>
                  <a:pt x="121175" y="713844"/>
                </a:lnTo>
                <a:lnTo>
                  <a:pt x="121800" y="706706"/>
                </a:lnTo>
                <a:lnTo>
                  <a:pt x="122243" y="699567"/>
                </a:lnTo>
                <a:lnTo>
                  <a:pt x="122472" y="692429"/>
                </a:lnTo>
                <a:lnTo>
                  <a:pt x="122459" y="685291"/>
                </a:lnTo>
                <a:lnTo>
                  <a:pt x="122179" y="678152"/>
                </a:lnTo>
                <a:lnTo>
                  <a:pt x="121612" y="671014"/>
                </a:lnTo>
                <a:lnTo>
                  <a:pt x="120741" y="663875"/>
                </a:lnTo>
                <a:lnTo>
                  <a:pt x="119553" y="656737"/>
                </a:lnTo>
                <a:lnTo>
                  <a:pt x="118045" y="649598"/>
                </a:lnTo>
                <a:lnTo>
                  <a:pt x="116225" y="642460"/>
                </a:lnTo>
                <a:lnTo>
                  <a:pt x="114120" y="635321"/>
                </a:lnTo>
                <a:lnTo>
                  <a:pt x="111782" y="628183"/>
                </a:lnTo>
                <a:lnTo>
                  <a:pt x="109288" y="621045"/>
                </a:lnTo>
                <a:lnTo>
                  <a:pt x="106742" y="613906"/>
                </a:lnTo>
                <a:lnTo>
                  <a:pt x="104272" y="606768"/>
                </a:lnTo>
                <a:lnTo>
                  <a:pt x="102020" y="599629"/>
                </a:lnTo>
                <a:lnTo>
                  <a:pt x="100131" y="592491"/>
                </a:lnTo>
                <a:lnTo>
                  <a:pt x="98737" y="585352"/>
                </a:lnTo>
                <a:lnTo>
                  <a:pt x="97946" y="578214"/>
                </a:lnTo>
                <a:lnTo>
                  <a:pt x="97824" y="571075"/>
                </a:lnTo>
                <a:lnTo>
                  <a:pt x="98391" y="563937"/>
                </a:lnTo>
                <a:lnTo>
                  <a:pt x="99615" y="556799"/>
                </a:lnTo>
                <a:lnTo>
                  <a:pt x="101414" y="549660"/>
                </a:lnTo>
                <a:lnTo>
                  <a:pt x="103669" y="542522"/>
                </a:lnTo>
                <a:lnTo>
                  <a:pt x="106232" y="535383"/>
                </a:lnTo>
                <a:lnTo>
                  <a:pt x="108943" y="528245"/>
                </a:lnTo>
                <a:lnTo>
                  <a:pt x="111648" y="521106"/>
                </a:lnTo>
                <a:lnTo>
                  <a:pt x="114207" y="513968"/>
                </a:lnTo>
                <a:lnTo>
                  <a:pt x="116510" y="506829"/>
                </a:lnTo>
                <a:lnTo>
                  <a:pt x="118476" y="499691"/>
                </a:lnTo>
                <a:lnTo>
                  <a:pt x="120058" y="492553"/>
                </a:lnTo>
                <a:lnTo>
                  <a:pt x="121238" y="485414"/>
                </a:lnTo>
                <a:lnTo>
                  <a:pt x="122023" y="478276"/>
                </a:lnTo>
                <a:lnTo>
                  <a:pt x="122435" y="471137"/>
                </a:lnTo>
                <a:lnTo>
                  <a:pt x="122513" y="463999"/>
                </a:lnTo>
                <a:lnTo>
                  <a:pt x="122301" y="456860"/>
                </a:lnTo>
                <a:lnTo>
                  <a:pt x="121849" y="449722"/>
                </a:lnTo>
                <a:lnTo>
                  <a:pt x="121208" y="442583"/>
                </a:lnTo>
                <a:lnTo>
                  <a:pt x="120436" y="435445"/>
                </a:lnTo>
                <a:lnTo>
                  <a:pt x="119589" y="428307"/>
                </a:lnTo>
                <a:lnTo>
                  <a:pt x="118728" y="421168"/>
                </a:lnTo>
                <a:lnTo>
                  <a:pt x="117912" y="414030"/>
                </a:lnTo>
                <a:lnTo>
                  <a:pt x="117201" y="406891"/>
                </a:lnTo>
                <a:lnTo>
                  <a:pt x="116645" y="399753"/>
                </a:lnTo>
                <a:lnTo>
                  <a:pt x="116287" y="392614"/>
                </a:lnTo>
                <a:lnTo>
                  <a:pt x="116153" y="385476"/>
                </a:lnTo>
                <a:lnTo>
                  <a:pt x="116256" y="378337"/>
                </a:lnTo>
                <a:lnTo>
                  <a:pt x="116589" y="371199"/>
                </a:lnTo>
                <a:lnTo>
                  <a:pt x="117127" y="364061"/>
                </a:lnTo>
                <a:lnTo>
                  <a:pt x="117833" y="356922"/>
                </a:lnTo>
                <a:lnTo>
                  <a:pt x="118659" y="349784"/>
                </a:lnTo>
                <a:lnTo>
                  <a:pt x="119550" y="342645"/>
                </a:lnTo>
                <a:lnTo>
                  <a:pt x="120455" y="335507"/>
                </a:lnTo>
                <a:lnTo>
                  <a:pt x="121323" y="328368"/>
                </a:lnTo>
                <a:lnTo>
                  <a:pt x="122115" y="321230"/>
                </a:lnTo>
                <a:lnTo>
                  <a:pt x="122803" y="314092"/>
                </a:lnTo>
                <a:lnTo>
                  <a:pt x="123368" y="306953"/>
                </a:lnTo>
                <a:lnTo>
                  <a:pt x="123804" y="299815"/>
                </a:lnTo>
                <a:lnTo>
                  <a:pt x="124112" y="292676"/>
                </a:lnTo>
                <a:lnTo>
                  <a:pt x="124303" y="285538"/>
                </a:lnTo>
                <a:lnTo>
                  <a:pt x="124393" y="278399"/>
                </a:lnTo>
                <a:lnTo>
                  <a:pt x="124402" y="271261"/>
                </a:lnTo>
                <a:lnTo>
                  <a:pt x="124349" y="264122"/>
                </a:lnTo>
                <a:lnTo>
                  <a:pt x="124258" y="256984"/>
                </a:lnTo>
                <a:lnTo>
                  <a:pt x="124148" y="249846"/>
                </a:lnTo>
                <a:lnTo>
                  <a:pt x="124037" y="242707"/>
                </a:lnTo>
                <a:lnTo>
                  <a:pt x="123943" y="235569"/>
                </a:lnTo>
                <a:lnTo>
                  <a:pt x="123878" y="228430"/>
                </a:lnTo>
                <a:lnTo>
                  <a:pt x="123852" y="221292"/>
                </a:lnTo>
                <a:lnTo>
                  <a:pt x="123871" y="214153"/>
                </a:lnTo>
                <a:lnTo>
                  <a:pt x="123939" y="207015"/>
                </a:lnTo>
                <a:lnTo>
                  <a:pt x="124056" y="199876"/>
                </a:lnTo>
                <a:lnTo>
                  <a:pt x="124218" y="192738"/>
                </a:lnTo>
                <a:lnTo>
                  <a:pt x="124420" y="185600"/>
                </a:lnTo>
                <a:lnTo>
                  <a:pt x="124652" y="178461"/>
                </a:lnTo>
                <a:lnTo>
                  <a:pt x="124901" y="171323"/>
                </a:lnTo>
                <a:lnTo>
                  <a:pt x="125146" y="164184"/>
                </a:lnTo>
                <a:lnTo>
                  <a:pt x="125356" y="157046"/>
                </a:lnTo>
                <a:lnTo>
                  <a:pt x="125488" y="149907"/>
                </a:lnTo>
                <a:lnTo>
                  <a:pt x="125483" y="142769"/>
                </a:lnTo>
                <a:lnTo>
                  <a:pt x="125259" y="135630"/>
                </a:lnTo>
                <a:lnTo>
                  <a:pt x="124713" y="128492"/>
                </a:lnTo>
                <a:lnTo>
                  <a:pt x="123715" y="121354"/>
                </a:lnTo>
                <a:lnTo>
                  <a:pt x="122109" y="114215"/>
                </a:lnTo>
                <a:lnTo>
                  <a:pt x="119723" y="107077"/>
                </a:lnTo>
                <a:lnTo>
                  <a:pt x="116370" y="99938"/>
                </a:lnTo>
                <a:lnTo>
                  <a:pt x="111874" y="92800"/>
                </a:lnTo>
                <a:lnTo>
                  <a:pt x="106081" y="85661"/>
                </a:lnTo>
                <a:lnTo>
                  <a:pt x="98892" y="78523"/>
                </a:lnTo>
                <a:lnTo>
                  <a:pt x="90286" y="71384"/>
                </a:lnTo>
                <a:lnTo>
                  <a:pt x="80350" y="64246"/>
                </a:lnTo>
                <a:lnTo>
                  <a:pt x="69295" y="57108"/>
                </a:lnTo>
                <a:lnTo>
                  <a:pt x="57466" y="49969"/>
                </a:lnTo>
                <a:lnTo>
                  <a:pt x="45339" y="42831"/>
                </a:lnTo>
                <a:lnTo>
                  <a:pt x="33492" y="35692"/>
                </a:lnTo>
                <a:lnTo>
                  <a:pt x="22569" y="28554"/>
                </a:lnTo>
                <a:lnTo>
                  <a:pt x="13223" y="21415"/>
                </a:lnTo>
                <a:lnTo>
                  <a:pt x="6053" y="14277"/>
                </a:lnTo>
                <a:lnTo>
                  <a:pt x="1540" y="7138"/>
                </a:lnTo>
                <a:lnTo>
                  <a:pt x="0" y="0"/>
                </a:lnTo>
                <a:lnTo>
                  <a:pt x="268861" y="0"/>
                </a:lnTo>
                <a:lnTo>
                  <a:pt x="268861" y="0"/>
                </a:lnTo>
                <a:lnTo>
                  <a:pt x="267321" y="7138"/>
                </a:lnTo>
                <a:lnTo>
                  <a:pt x="262809" y="14277"/>
                </a:lnTo>
                <a:lnTo>
                  <a:pt x="255638" y="21415"/>
                </a:lnTo>
                <a:lnTo>
                  <a:pt x="246292" y="28554"/>
                </a:lnTo>
                <a:lnTo>
                  <a:pt x="235369" y="35692"/>
                </a:lnTo>
                <a:lnTo>
                  <a:pt x="223522" y="42831"/>
                </a:lnTo>
                <a:lnTo>
                  <a:pt x="211395" y="49969"/>
                </a:lnTo>
                <a:lnTo>
                  <a:pt x="199566" y="57108"/>
                </a:lnTo>
                <a:lnTo>
                  <a:pt x="188511" y="64246"/>
                </a:lnTo>
                <a:lnTo>
                  <a:pt x="178575" y="71384"/>
                </a:lnTo>
                <a:lnTo>
                  <a:pt x="169969" y="78523"/>
                </a:lnTo>
                <a:lnTo>
                  <a:pt x="162780" y="85661"/>
                </a:lnTo>
                <a:lnTo>
                  <a:pt x="156987" y="92800"/>
                </a:lnTo>
                <a:lnTo>
                  <a:pt x="152491" y="99938"/>
                </a:lnTo>
                <a:lnTo>
                  <a:pt x="149139" y="107077"/>
                </a:lnTo>
                <a:lnTo>
                  <a:pt x="146752" y="114215"/>
                </a:lnTo>
                <a:lnTo>
                  <a:pt x="145146" y="121354"/>
                </a:lnTo>
                <a:lnTo>
                  <a:pt x="144148" y="128492"/>
                </a:lnTo>
                <a:lnTo>
                  <a:pt x="143602" y="135630"/>
                </a:lnTo>
                <a:lnTo>
                  <a:pt x="143378" y="142769"/>
                </a:lnTo>
                <a:lnTo>
                  <a:pt x="143373" y="149907"/>
                </a:lnTo>
                <a:lnTo>
                  <a:pt x="143505" y="157046"/>
                </a:lnTo>
                <a:lnTo>
                  <a:pt x="143715" y="164184"/>
                </a:lnTo>
                <a:lnTo>
                  <a:pt x="143960" y="171323"/>
                </a:lnTo>
                <a:lnTo>
                  <a:pt x="144209" y="178461"/>
                </a:lnTo>
                <a:lnTo>
                  <a:pt x="144441" y="185600"/>
                </a:lnTo>
                <a:lnTo>
                  <a:pt x="144643" y="192738"/>
                </a:lnTo>
                <a:lnTo>
                  <a:pt x="144806" y="199876"/>
                </a:lnTo>
                <a:lnTo>
                  <a:pt x="144922" y="207015"/>
                </a:lnTo>
                <a:lnTo>
                  <a:pt x="144990" y="214153"/>
                </a:lnTo>
                <a:lnTo>
                  <a:pt x="145009" y="221292"/>
                </a:lnTo>
                <a:lnTo>
                  <a:pt x="144983" y="228430"/>
                </a:lnTo>
                <a:lnTo>
                  <a:pt x="144918" y="235569"/>
                </a:lnTo>
                <a:lnTo>
                  <a:pt x="144824" y="242707"/>
                </a:lnTo>
                <a:lnTo>
                  <a:pt x="144714" y="249846"/>
                </a:lnTo>
                <a:lnTo>
                  <a:pt x="144603" y="256984"/>
                </a:lnTo>
                <a:lnTo>
                  <a:pt x="144512" y="264122"/>
                </a:lnTo>
                <a:lnTo>
                  <a:pt x="144459" y="271261"/>
                </a:lnTo>
                <a:lnTo>
                  <a:pt x="144468" y="278399"/>
                </a:lnTo>
                <a:lnTo>
                  <a:pt x="144558" y="285538"/>
                </a:lnTo>
                <a:lnTo>
                  <a:pt x="144749" y="292676"/>
                </a:lnTo>
                <a:lnTo>
                  <a:pt x="145058" y="299815"/>
                </a:lnTo>
                <a:lnTo>
                  <a:pt x="145493" y="306953"/>
                </a:lnTo>
                <a:lnTo>
                  <a:pt x="146058" y="314092"/>
                </a:lnTo>
                <a:lnTo>
                  <a:pt x="146746" y="321230"/>
                </a:lnTo>
                <a:lnTo>
                  <a:pt x="147538" y="328368"/>
                </a:lnTo>
                <a:lnTo>
                  <a:pt x="148407" y="335507"/>
                </a:lnTo>
                <a:lnTo>
                  <a:pt x="149311" y="342645"/>
                </a:lnTo>
                <a:lnTo>
                  <a:pt x="150202" y="349784"/>
                </a:lnTo>
                <a:lnTo>
                  <a:pt x="151028" y="356922"/>
                </a:lnTo>
                <a:lnTo>
                  <a:pt x="151734" y="364061"/>
                </a:lnTo>
                <a:lnTo>
                  <a:pt x="152272" y="371199"/>
                </a:lnTo>
                <a:lnTo>
                  <a:pt x="152605" y="378337"/>
                </a:lnTo>
                <a:lnTo>
                  <a:pt x="152708" y="385476"/>
                </a:lnTo>
                <a:lnTo>
                  <a:pt x="152575" y="392614"/>
                </a:lnTo>
                <a:lnTo>
                  <a:pt x="152216" y="399753"/>
                </a:lnTo>
                <a:lnTo>
                  <a:pt x="151660" y="406891"/>
                </a:lnTo>
                <a:lnTo>
                  <a:pt x="150949" y="414030"/>
                </a:lnTo>
                <a:lnTo>
                  <a:pt x="150133" y="421168"/>
                </a:lnTo>
                <a:lnTo>
                  <a:pt x="149272" y="428307"/>
                </a:lnTo>
                <a:lnTo>
                  <a:pt x="148425" y="435445"/>
                </a:lnTo>
                <a:lnTo>
                  <a:pt x="147653" y="442583"/>
                </a:lnTo>
                <a:lnTo>
                  <a:pt x="147012" y="449722"/>
                </a:lnTo>
                <a:lnTo>
                  <a:pt x="146560" y="456860"/>
                </a:lnTo>
                <a:lnTo>
                  <a:pt x="146348" y="463999"/>
                </a:lnTo>
                <a:lnTo>
                  <a:pt x="146426" y="471137"/>
                </a:lnTo>
                <a:lnTo>
                  <a:pt x="146839" y="478276"/>
                </a:lnTo>
                <a:lnTo>
                  <a:pt x="147623" y="485414"/>
                </a:lnTo>
                <a:lnTo>
                  <a:pt x="148803" y="492553"/>
                </a:lnTo>
                <a:lnTo>
                  <a:pt x="150385" y="499691"/>
                </a:lnTo>
                <a:lnTo>
                  <a:pt x="152351" y="506829"/>
                </a:lnTo>
                <a:lnTo>
                  <a:pt x="154654" y="513968"/>
                </a:lnTo>
                <a:lnTo>
                  <a:pt x="157214" y="521106"/>
                </a:lnTo>
                <a:lnTo>
                  <a:pt x="159918" y="528245"/>
                </a:lnTo>
                <a:lnTo>
                  <a:pt x="162629" y="535383"/>
                </a:lnTo>
                <a:lnTo>
                  <a:pt x="165192" y="542522"/>
                </a:lnTo>
                <a:lnTo>
                  <a:pt x="167447" y="549660"/>
                </a:lnTo>
                <a:lnTo>
                  <a:pt x="169246" y="556799"/>
                </a:lnTo>
                <a:lnTo>
                  <a:pt x="170470" y="563937"/>
                </a:lnTo>
                <a:lnTo>
                  <a:pt x="171037" y="571075"/>
                </a:lnTo>
                <a:lnTo>
                  <a:pt x="170915" y="578214"/>
                </a:lnTo>
                <a:lnTo>
                  <a:pt x="170124" y="585352"/>
                </a:lnTo>
                <a:lnTo>
                  <a:pt x="168730" y="592491"/>
                </a:lnTo>
                <a:lnTo>
                  <a:pt x="166841" y="599629"/>
                </a:lnTo>
                <a:lnTo>
                  <a:pt x="164589" y="606768"/>
                </a:lnTo>
                <a:lnTo>
                  <a:pt x="162119" y="613906"/>
                </a:lnTo>
                <a:lnTo>
                  <a:pt x="159573" y="621045"/>
                </a:lnTo>
                <a:lnTo>
                  <a:pt x="157079" y="628183"/>
                </a:lnTo>
                <a:lnTo>
                  <a:pt x="154741" y="635321"/>
                </a:lnTo>
                <a:lnTo>
                  <a:pt x="152636" y="642460"/>
                </a:lnTo>
                <a:lnTo>
                  <a:pt x="150816" y="649598"/>
                </a:lnTo>
                <a:lnTo>
                  <a:pt x="149308" y="656737"/>
                </a:lnTo>
                <a:lnTo>
                  <a:pt x="148120" y="663875"/>
                </a:lnTo>
                <a:lnTo>
                  <a:pt x="147249" y="671014"/>
                </a:lnTo>
                <a:lnTo>
                  <a:pt x="146682" y="678152"/>
                </a:lnTo>
                <a:lnTo>
                  <a:pt x="146402" y="685291"/>
                </a:lnTo>
                <a:lnTo>
                  <a:pt x="146389" y="692429"/>
                </a:lnTo>
                <a:lnTo>
                  <a:pt x="146618" y="699567"/>
                </a:lnTo>
                <a:lnTo>
                  <a:pt x="147062" y="706706"/>
                </a:lnTo>
                <a:lnTo>
                  <a:pt x="147686" y="713844"/>
                </a:lnTo>
                <a:lnTo>
                  <a:pt x="148451" y="720983"/>
                </a:lnTo>
                <a:lnTo>
                  <a:pt x="149311" y="728121"/>
                </a:lnTo>
                <a:lnTo>
                  <a:pt x="150217" y="735260"/>
                </a:lnTo>
                <a:lnTo>
                  <a:pt x="151119" y="742398"/>
                </a:lnTo>
                <a:lnTo>
                  <a:pt x="151970" y="749537"/>
                </a:lnTo>
                <a:lnTo>
                  <a:pt x="152730" y="756675"/>
                </a:lnTo>
                <a:lnTo>
                  <a:pt x="153369" y="763813"/>
                </a:lnTo>
                <a:lnTo>
                  <a:pt x="153870" y="770952"/>
                </a:lnTo>
                <a:lnTo>
                  <a:pt x="154228" y="778090"/>
                </a:lnTo>
                <a:lnTo>
                  <a:pt x="154449" y="785229"/>
                </a:lnTo>
                <a:lnTo>
                  <a:pt x="154546" y="792367"/>
                </a:lnTo>
                <a:lnTo>
                  <a:pt x="154538" y="799506"/>
                </a:lnTo>
                <a:lnTo>
                  <a:pt x="154442" y="806644"/>
                </a:lnTo>
                <a:lnTo>
                  <a:pt x="154272" y="813783"/>
                </a:lnTo>
                <a:lnTo>
                  <a:pt x="154039" y="820921"/>
                </a:lnTo>
                <a:lnTo>
                  <a:pt x="153747" y="828059"/>
                </a:lnTo>
                <a:lnTo>
                  <a:pt x="153394" y="835198"/>
                </a:lnTo>
                <a:lnTo>
                  <a:pt x="152978" y="842336"/>
                </a:lnTo>
                <a:lnTo>
                  <a:pt x="152497" y="849475"/>
                </a:lnTo>
                <a:lnTo>
                  <a:pt x="151955" y="856613"/>
                </a:lnTo>
                <a:lnTo>
                  <a:pt x="151360" y="863752"/>
                </a:lnTo>
                <a:lnTo>
                  <a:pt x="150729" y="870890"/>
                </a:lnTo>
                <a:lnTo>
                  <a:pt x="150083" y="878029"/>
                </a:lnTo>
                <a:lnTo>
                  <a:pt x="149452" y="885167"/>
                </a:lnTo>
                <a:lnTo>
                  <a:pt x="148865" y="892305"/>
                </a:lnTo>
                <a:lnTo>
                  <a:pt x="148349" y="899444"/>
                </a:lnTo>
                <a:lnTo>
                  <a:pt x="147926" y="906582"/>
                </a:lnTo>
                <a:lnTo>
                  <a:pt x="147608" y="913721"/>
                </a:lnTo>
                <a:lnTo>
                  <a:pt x="147397" y="920859"/>
                </a:lnTo>
                <a:lnTo>
                  <a:pt x="147282" y="927998"/>
                </a:lnTo>
                <a:lnTo>
                  <a:pt x="147240" y="935136"/>
                </a:lnTo>
                <a:lnTo>
                  <a:pt x="147244" y="942275"/>
                </a:lnTo>
                <a:lnTo>
                  <a:pt x="147260" y="949413"/>
                </a:lnTo>
                <a:lnTo>
                  <a:pt x="147255" y="956551"/>
                </a:lnTo>
                <a:lnTo>
                  <a:pt x="147206" y="963690"/>
                </a:lnTo>
                <a:lnTo>
                  <a:pt x="147096" y="970828"/>
                </a:lnTo>
                <a:lnTo>
                  <a:pt x="146928" y="977967"/>
                </a:lnTo>
                <a:lnTo>
                  <a:pt x="146721" y="985105"/>
                </a:lnTo>
                <a:lnTo>
                  <a:pt x="146517" y="992244"/>
                </a:lnTo>
                <a:lnTo>
                  <a:pt x="146379" y="999382"/>
                </a:lnTo>
                <a:lnTo>
                  <a:pt x="146394" y="1006521"/>
                </a:lnTo>
                <a:lnTo>
                  <a:pt x="146670" y="1013659"/>
                </a:lnTo>
                <a:lnTo>
                  <a:pt x="147339" y="1020797"/>
                </a:lnTo>
                <a:lnTo>
                  <a:pt x="148547" y="1027936"/>
                </a:lnTo>
                <a:lnTo>
                  <a:pt x="150454" y="1035074"/>
                </a:lnTo>
                <a:lnTo>
                  <a:pt x="153223" y="1042213"/>
                </a:lnTo>
                <a:lnTo>
                  <a:pt x="157005" y="1049351"/>
                </a:lnTo>
                <a:lnTo>
                  <a:pt x="161924" y="1056490"/>
                </a:lnTo>
                <a:lnTo>
                  <a:pt x="168060" y="1063628"/>
                </a:lnTo>
                <a:lnTo>
                  <a:pt x="175421" y="1070767"/>
                </a:lnTo>
                <a:lnTo>
                  <a:pt x="183924" y="1077905"/>
                </a:lnTo>
                <a:lnTo>
                  <a:pt x="193383" y="1085043"/>
                </a:lnTo>
                <a:lnTo>
                  <a:pt x="203499" y="1092182"/>
                </a:lnTo>
                <a:lnTo>
                  <a:pt x="213863" y="1099320"/>
                </a:lnTo>
                <a:lnTo>
                  <a:pt x="223981" y="1106459"/>
                </a:lnTo>
                <a:lnTo>
                  <a:pt x="233304" y="1113597"/>
                </a:lnTo>
                <a:lnTo>
                  <a:pt x="241279" y="1120736"/>
                </a:lnTo>
                <a:lnTo>
                  <a:pt x="247395" y="1127874"/>
                </a:lnTo>
                <a:lnTo>
                  <a:pt x="251243" y="1135013"/>
                </a:lnTo>
                <a:lnTo>
                  <a:pt x="252557" y="1142151"/>
                </a:lnTo>
                <a:lnTo>
                  <a:pt x="252557" y="1142151"/>
                </a:lnTo>
                <a:close/>
              </a:path>
            </a:pathLst>
          </a:custGeom>
          <a:solidFill>
            <a:srgbClr val="B08A60">
              <a:alpha val="16000"/>
            </a:srgbClr>
          </a:solidFill>
          <a:ln w="8255">
            <a:solidFill>
              <a:srgbClr val="B08A60">
                <a:alpha val="16000"/>
              </a:srgbClr>
            </a:solidFill>
            <a:prstDash val="solid"/>
          </a:ln>
        </p:spPr>
      </p:sp>
      <p:sp>
        <p:nvSpPr>
          <p:cNvPr id="4340" name="LigandSeek2_vs_LigandSeek1_ellipse_9854">
            <a:extLst>
              <a:ext uri="{FF2B5EF4-FFF2-40B4-BE49-F238E27FC236}">
                <a16:creationId xmlns:a16="http://schemas.microsoft.com/office/drawing/2014/main" id="{C5EC4F4D-C4C4-4EEC-91A3-7770F8D7BEE4}"/>
              </a:ext>
            </a:extLst>
          </p:cNvPr>
          <p:cNvSpPr>
            <a:spLocks noGrp="1"/>
          </p:cNvSpPr>
          <p:nvPr/>
        </p:nvSpPr>
        <p:spPr>
          <a:xfrm>
            <a:off x="864774" y="5246195"/>
            <a:ext cx="25400" cy="25400"/>
          </a:xfrm>
          <a:prstGeom prst="ellipse">
            <a:avLst/>
          </a:prstGeom>
          <a:solidFill>
            <a:srgbClr val="566AB4">
              <a:alpha val="43000"/>
            </a:srgbClr>
          </a:solidFill>
          <a:ln w="0">
            <a:noFill/>
            <a:prstDash val="solid"/>
          </a:ln>
        </p:spPr>
      </p:sp>
      <p:sp>
        <p:nvSpPr>
          <p:cNvPr id="4341" name="LigandSeek2_vs_LigandSeek1_ellipse_9855">
            <a:extLst>
              <a:ext uri="{FF2B5EF4-FFF2-40B4-BE49-F238E27FC236}">
                <a16:creationId xmlns:a16="http://schemas.microsoft.com/office/drawing/2014/main" id="{86330F5D-0858-4AF9-B28E-65513523843C}"/>
              </a:ext>
            </a:extLst>
          </p:cNvPr>
          <p:cNvSpPr>
            <a:spLocks noGrp="1"/>
          </p:cNvSpPr>
          <p:nvPr/>
        </p:nvSpPr>
        <p:spPr>
          <a:xfrm>
            <a:off x="821295" y="5409360"/>
            <a:ext cx="25400" cy="25400"/>
          </a:xfrm>
          <a:prstGeom prst="ellipse">
            <a:avLst/>
          </a:prstGeom>
          <a:solidFill>
            <a:srgbClr val="566AB4">
              <a:alpha val="43000"/>
            </a:srgbClr>
          </a:solidFill>
          <a:ln w="0">
            <a:noFill/>
            <a:prstDash val="solid"/>
          </a:ln>
        </p:spPr>
      </p:sp>
      <p:sp>
        <p:nvSpPr>
          <p:cNvPr id="4342" name="LigandSeek2_vs_LigandSeek1_ellipse_9856">
            <a:extLst>
              <a:ext uri="{FF2B5EF4-FFF2-40B4-BE49-F238E27FC236}">
                <a16:creationId xmlns:a16="http://schemas.microsoft.com/office/drawing/2014/main" id="{2B146102-2D51-456B-8E51-22B95244267A}"/>
              </a:ext>
            </a:extLst>
          </p:cNvPr>
          <p:cNvSpPr>
            <a:spLocks noGrp="1"/>
          </p:cNvSpPr>
          <p:nvPr/>
        </p:nvSpPr>
        <p:spPr>
          <a:xfrm>
            <a:off x="718020" y="5246195"/>
            <a:ext cx="25400" cy="25400"/>
          </a:xfrm>
          <a:prstGeom prst="ellipse">
            <a:avLst/>
          </a:prstGeom>
          <a:solidFill>
            <a:srgbClr val="566AB4">
              <a:alpha val="43000"/>
            </a:srgbClr>
          </a:solidFill>
          <a:ln w="0">
            <a:noFill/>
            <a:prstDash val="solid"/>
          </a:ln>
        </p:spPr>
      </p:sp>
      <p:sp>
        <p:nvSpPr>
          <p:cNvPr id="4343" name="LigandSeek2_vs_LigandSeek1_ellipse_9857">
            <a:extLst>
              <a:ext uri="{FF2B5EF4-FFF2-40B4-BE49-F238E27FC236}">
                <a16:creationId xmlns:a16="http://schemas.microsoft.com/office/drawing/2014/main" id="{B40ABD2A-5D91-44CA-9372-35F9340F423D}"/>
              </a:ext>
            </a:extLst>
          </p:cNvPr>
          <p:cNvSpPr>
            <a:spLocks noGrp="1"/>
          </p:cNvSpPr>
          <p:nvPr/>
        </p:nvSpPr>
        <p:spPr>
          <a:xfrm>
            <a:off x="764401" y="6274131"/>
            <a:ext cx="25400" cy="25400"/>
          </a:xfrm>
          <a:prstGeom prst="ellipse">
            <a:avLst/>
          </a:prstGeom>
          <a:solidFill>
            <a:srgbClr val="566AB4">
              <a:alpha val="43000"/>
            </a:srgbClr>
          </a:solidFill>
          <a:ln w="0">
            <a:noFill/>
            <a:prstDash val="solid"/>
          </a:ln>
        </p:spPr>
      </p:sp>
      <p:sp>
        <p:nvSpPr>
          <p:cNvPr id="4344" name="LigandSeek2_vs_LigandSeek1_ellipse_9858">
            <a:extLst>
              <a:ext uri="{FF2B5EF4-FFF2-40B4-BE49-F238E27FC236}">
                <a16:creationId xmlns:a16="http://schemas.microsoft.com/office/drawing/2014/main" id="{06207B9B-6EC5-4BB6-8F04-F0F02E1A7917}"/>
              </a:ext>
            </a:extLst>
          </p:cNvPr>
          <p:cNvSpPr>
            <a:spLocks noGrp="1"/>
          </p:cNvSpPr>
          <p:nvPr/>
        </p:nvSpPr>
        <p:spPr>
          <a:xfrm>
            <a:off x="754057" y="5490942"/>
            <a:ext cx="25400" cy="25400"/>
          </a:xfrm>
          <a:prstGeom prst="ellipse">
            <a:avLst/>
          </a:prstGeom>
          <a:solidFill>
            <a:srgbClr val="566AB4">
              <a:alpha val="43000"/>
            </a:srgbClr>
          </a:solidFill>
          <a:ln w="0">
            <a:noFill/>
            <a:prstDash val="solid"/>
          </a:ln>
        </p:spPr>
      </p:sp>
      <p:sp>
        <p:nvSpPr>
          <p:cNvPr id="4345" name="LigandSeek2_vs_LigandSeek1_ellipse_9859">
            <a:extLst>
              <a:ext uri="{FF2B5EF4-FFF2-40B4-BE49-F238E27FC236}">
                <a16:creationId xmlns:a16="http://schemas.microsoft.com/office/drawing/2014/main" id="{6E6F8A14-EBD5-4031-BD98-123AC1E87FC8}"/>
              </a:ext>
            </a:extLst>
          </p:cNvPr>
          <p:cNvSpPr>
            <a:spLocks noGrp="1"/>
          </p:cNvSpPr>
          <p:nvPr/>
        </p:nvSpPr>
        <p:spPr>
          <a:xfrm>
            <a:off x="744765" y="5817271"/>
            <a:ext cx="25400" cy="25400"/>
          </a:xfrm>
          <a:prstGeom prst="ellipse">
            <a:avLst/>
          </a:prstGeom>
          <a:solidFill>
            <a:srgbClr val="566AB4">
              <a:alpha val="43000"/>
            </a:srgbClr>
          </a:solidFill>
          <a:ln w="0">
            <a:noFill/>
            <a:prstDash val="solid"/>
          </a:ln>
        </p:spPr>
      </p:sp>
      <p:sp>
        <p:nvSpPr>
          <p:cNvPr id="4346" name="LigandSeek2_vs_LigandSeek1_ellipse_9860">
            <a:extLst>
              <a:ext uri="{FF2B5EF4-FFF2-40B4-BE49-F238E27FC236}">
                <a16:creationId xmlns:a16="http://schemas.microsoft.com/office/drawing/2014/main" id="{B6573F7A-D93A-467D-BBEE-D8355EDDA7F1}"/>
              </a:ext>
            </a:extLst>
          </p:cNvPr>
          <p:cNvSpPr>
            <a:spLocks noGrp="1"/>
          </p:cNvSpPr>
          <p:nvPr/>
        </p:nvSpPr>
        <p:spPr>
          <a:xfrm>
            <a:off x="805541" y="5246195"/>
            <a:ext cx="25400" cy="25400"/>
          </a:xfrm>
          <a:prstGeom prst="ellipse">
            <a:avLst/>
          </a:prstGeom>
          <a:solidFill>
            <a:srgbClr val="566AB4">
              <a:alpha val="43000"/>
            </a:srgbClr>
          </a:solidFill>
          <a:ln w="0">
            <a:noFill/>
            <a:prstDash val="solid"/>
          </a:ln>
        </p:spPr>
      </p:sp>
      <p:sp>
        <p:nvSpPr>
          <p:cNvPr id="4347" name="LigandSeek2_vs_LigandSeek1_ellipse_9861">
            <a:extLst>
              <a:ext uri="{FF2B5EF4-FFF2-40B4-BE49-F238E27FC236}">
                <a16:creationId xmlns:a16="http://schemas.microsoft.com/office/drawing/2014/main" id="{271862C0-0A0E-4458-9F93-7FCF115C644D}"/>
              </a:ext>
            </a:extLst>
          </p:cNvPr>
          <p:cNvSpPr>
            <a:spLocks noGrp="1"/>
          </p:cNvSpPr>
          <p:nvPr/>
        </p:nvSpPr>
        <p:spPr>
          <a:xfrm>
            <a:off x="757267" y="5246195"/>
            <a:ext cx="25400" cy="25400"/>
          </a:xfrm>
          <a:prstGeom prst="ellipse">
            <a:avLst/>
          </a:prstGeom>
          <a:solidFill>
            <a:srgbClr val="566AB4">
              <a:alpha val="43000"/>
            </a:srgbClr>
          </a:solidFill>
          <a:ln w="0">
            <a:noFill/>
            <a:prstDash val="solid"/>
          </a:ln>
        </p:spPr>
      </p:sp>
      <p:sp>
        <p:nvSpPr>
          <p:cNvPr id="4348" name="LigandSeek2_vs_LigandSeek1_ellipse_9862">
            <a:extLst>
              <a:ext uri="{FF2B5EF4-FFF2-40B4-BE49-F238E27FC236}">
                <a16:creationId xmlns:a16="http://schemas.microsoft.com/office/drawing/2014/main" id="{1C7456B6-B127-4A34-A5E4-0ED087768FF2}"/>
              </a:ext>
            </a:extLst>
          </p:cNvPr>
          <p:cNvSpPr>
            <a:spLocks noGrp="1"/>
          </p:cNvSpPr>
          <p:nvPr/>
        </p:nvSpPr>
        <p:spPr>
          <a:xfrm>
            <a:off x="848938" y="5246195"/>
            <a:ext cx="25400" cy="25400"/>
          </a:xfrm>
          <a:prstGeom prst="ellipse">
            <a:avLst/>
          </a:prstGeom>
          <a:solidFill>
            <a:srgbClr val="566AB4">
              <a:alpha val="43000"/>
            </a:srgbClr>
          </a:solidFill>
          <a:ln w="0">
            <a:noFill/>
            <a:prstDash val="solid"/>
          </a:ln>
        </p:spPr>
      </p:sp>
      <p:sp>
        <p:nvSpPr>
          <p:cNvPr id="4349" name="LigandSeek2_vs_LigandSeek1_ellipse_9863">
            <a:extLst>
              <a:ext uri="{FF2B5EF4-FFF2-40B4-BE49-F238E27FC236}">
                <a16:creationId xmlns:a16="http://schemas.microsoft.com/office/drawing/2014/main" id="{47E2B6AA-BD68-4291-A783-7899EAFF3358}"/>
              </a:ext>
            </a:extLst>
          </p:cNvPr>
          <p:cNvSpPr>
            <a:spLocks noGrp="1"/>
          </p:cNvSpPr>
          <p:nvPr/>
        </p:nvSpPr>
        <p:spPr>
          <a:xfrm>
            <a:off x="784424" y="5246195"/>
            <a:ext cx="25400" cy="25400"/>
          </a:xfrm>
          <a:prstGeom prst="ellipse">
            <a:avLst/>
          </a:prstGeom>
          <a:solidFill>
            <a:srgbClr val="566AB4">
              <a:alpha val="43000"/>
            </a:srgbClr>
          </a:solidFill>
          <a:ln w="0">
            <a:noFill/>
            <a:prstDash val="solid"/>
          </a:ln>
        </p:spPr>
      </p:sp>
      <p:sp>
        <p:nvSpPr>
          <p:cNvPr id="4350" name="LigandSeek2_vs_LigandSeek1_ellipse_9864">
            <a:extLst>
              <a:ext uri="{FF2B5EF4-FFF2-40B4-BE49-F238E27FC236}">
                <a16:creationId xmlns:a16="http://schemas.microsoft.com/office/drawing/2014/main" id="{1C299E5E-6892-44B9-A5A7-6E158415125D}"/>
              </a:ext>
            </a:extLst>
          </p:cNvPr>
          <p:cNvSpPr>
            <a:spLocks noGrp="1"/>
          </p:cNvSpPr>
          <p:nvPr/>
        </p:nvSpPr>
        <p:spPr>
          <a:xfrm>
            <a:off x="756976" y="5726230"/>
            <a:ext cx="25400" cy="25400"/>
          </a:xfrm>
          <a:prstGeom prst="ellipse">
            <a:avLst/>
          </a:prstGeom>
          <a:solidFill>
            <a:srgbClr val="566AB4">
              <a:alpha val="43000"/>
            </a:srgbClr>
          </a:solidFill>
          <a:ln w="0">
            <a:noFill/>
            <a:prstDash val="solid"/>
          </a:ln>
        </p:spPr>
      </p:sp>
      <p:sp>
        <p:nvSpPr>
          <p:cNvPr id="4351" name="LigandSeek2_vs_LigandSeek1_ellipse_9865">
            <a:extLst>
              <a:ext uri="{FF2B5EF4-FFF2-40B4-BE49-F238E27FC236}">
                <a16:creationId xmlns:a16="http://schemas.microsoft.com/office/drawing/2014/main" id="{D0DC8A38-0681-406F-B727-03AB9D617070}"/>
              </a:ext>
            </a:extLst>
          </p:cNvPr>
          <p:cNvSpPr>
            <a:spLocks noGrp="1"/>
          </p:cNvSpPr>
          <p:nvPr/>
        </p:nvSpPr>
        <p:spPr>
          <a:xfrm>
            <a:off x="853886" y="5817271"/>
            <a:ext cx="25400" cy="25400"/>
          </a:xfrm>
          <a:prstGeom prst="ellipse">
            <a:avLst/>
          </a:prstGeom>
          <a:solidFill>
            <a:srgbClr val="566AB4">
              <a:alpha val="43000"/>
            </a:srgbClr>
          </a:solidFill>
          <a:ln w="0">
            <a:noFill/>
            <a:prstDash val="solid"/>
          </a:ln>
        </p:spPr>
      </p:sp>
      <p:sp>
        <p:nvSpPr>
          <p:cNvPr id="4352" name="LigandSeek2_vs_LigandSeek1_ellipse_9866">
            <a:extLst>
              <a:ext uri="{FF2B5EF4-FFF2-40B4-BE49-F238E27FC236}">
                <a16:creationId xmlns:a16="http://schemas.microsoft.com/office/drawing/2014/main" id="{DF19F98A-BD26-4D16-B27C-ACA6D1B956DE}"/>
              </a:ext>
            </a:extLst>
          </p:cNvPr>
          <p:cNvSpPr>
            <a:spLocks noGrp="1"/>
          </p:cNvSpPr>
          <p:nvPr/>
        </p:nvSpPr>
        <p:spPr>
          <a:xfrm>
            <a:off x="841143" y="5912450"/>
            <a:ext cx="25400" cy="25400"/>
          </a:xfrm>
          <a:prstGeom prst="ellipse">
            <a:avLst/>
          </a:prstGeom>
          <a:solidFill>
            <a:srgbClr val="566AB4">
              <a:alpha val="43000"/>
            </a:srgbClr>
          </a:solidFill>
          <a:ln w="0">
            <a:noFill/>
            <a:prstDash val="solid"/>
          </a:ln>
        </p:spPr>
      </p:sp>
      <p:sp>
        <p:nvSpPr>
          <p:cNvPr id="4353" name="LigandSeek2_vs_LigandSeek1_ellipse_9867">
            <a:extLst>
              <a:ext uri="{FF2B5EF4-FFF2-40B4-BE49-F238E27FC236}">
                <a16:creationId xmlns:a16="http://schemas.microsoft.com/office/drawing/2014/main" id="{5CB8E7C0-9CB3-4DD8-AAD2-AFC48667D05E}"/>
              </a:ext>
            </a:extLst>
          </p:cNvPr>
          <p:cNvSpPr>
            <a:spLocks noGrp="1"/>
          </p:cNvSpPr>
          <p:nvPr/>
        </p:nvSpPr>
        <p:spPr>
          <a:xfrm>
            <a:off x="862658" y="5246195"/>
            <a:ext cx="25400" cy="25400"/>
          </a:xfrm>
          <a:prstGeom prst="ellipse">
            <a:avLst/>
          </a:prstGeom>
          <a:solidFill>
            <a:srgbClr val="566AB4">
              <a:alpha val="43000"/>
            </a:srgbClr>
          </a:solidFill>
          <a:ln w="0">
            <a:noFill/>
            <a:prstDash val="solid"/>
          </a:ln>
        </p:spPr>
      </p:sp>
      <p:sp>
        <p:nvSpPr>
          <p:cNvPr id="4354" name="LigandSeek2_vs_LigandSeek1_ellipse_9868">
            <a:extLst>
              <a:ext uri="{FF2B5EF4-FFF2-40B4-BE49-F238E27FC236}">
                <a16:creationId xmlns:a16="http://schemas.microsoft.com/office/drawing/2014/main" id="{8A965F29-FA87-4D48-9FAB-13173ED103C2}"/>
              </a:ext>
            </a:extLst>
          </p:cNvPr>
          <p:cNvSpPr>
            <a:spLocks noGrp="1"/>
          </p:cNvSpPr>
          <p:nvPr/>
        </p:nvSpPr>
        <p:spPr>
          <a:xfrm>
            <a:off x="773423" y="5246195"/>
            <a:ext cx="25400" cy="25400"/>
          </a:xfrm>
          <a:prstGeom prst="ellipse">
            <a:avLst/>
          </a:prstGeom>
          <a:solidFill>
            <a:srgbClr val="566AB4">
              <a:alpha val="43000"/>
            </a:srgbClr>
          </a:solidFill>
          <a:ln w="0">
            <a:noFill/>
            <a:prstDash val="solid"/>
          </a:ln>
        </p:spPr>
      </p:sp>
      <p:sp>
        <p:nvSpPr>
          <p:cNvPr id="4355" name="LigandSeek2_vs_LigandSeek1_ellipse_9869">
            <a:extLst>
              <a:ext uri="{FF2B5EF4-FFF2-40B4-BE49-F238E27FC236}">
                <a16:creationId xmlns:a16="http://schemas.microsoft.com/office/drawing/2014/main" id="{4F7D53FD-BBCE-48AB-A767-DCD7055C83DE}"/>
              </a:ext>
            </a:extLst>
          </p:cNvPr>
          <p:cNvSpPr>
            <a:spLocks noGrp="1"/>
          </p:cNvSpPr>
          <p:nvPr/>
        </p:nvSpPr>
        <p:spPr>
          <a:xfrm>
            <a:off x="823515" y="5246195"/>
            <a:ext cx="25400" cy="25400"/>
          </a:xfrm>
          <a:prstGeom prst="ellipse">
            <a:avLst/>
          </a:prstGeom>
          <a:solidFill>
            <a:srgbClr val="566AB4">
              <a:alpha val="43000"/>
            </a:srgbClr>
          </a:solidFill>
          <a:ln w="0">
            <a:noFill/>
            <a:prstDash val="solid"/>
          </a:ln>
        </p:spPr>
      </p:sp>
      <p:sp>
        <p:nvSpPr>
          <p:cNvPr id="4356" name="LigandSeek2_vs_LigandSeek1_ellipse_9870">
            <a:extLst>
              <a:ext uri="{FF2B5EF4-FFF2-40B4-BE49-F238E27FC236}">
                <a16:creationId xmlns:a16="http://schemas.microsoft.com/office/drawing/2014/main" id="{1AA22088-C249-4A07-A46E-016616D53618}"/>
              </a:ext>
            </a:extLst>
          </p:cNvPr>
          <p:cNvSpPr>
            <a:spLocks noGrp="1"/>
          </p:cNvSpPr>
          <p:nvPr/>
        </p:nvSpPr>
        <p:spPr>
          <a:xfrm>
            <a:off x="757646" y="5246195"/>
            <a:ext cx="25400" cy="25400"/>
          </a:xfrm>
          <a:prstGeom prst="ellipse">
            <a:avLst/>
          </a:prstGeom>
          <a:solidFill>
            <a:srgbClr val="566AB4">
              <a:alpha val="43000"/>
            </a:srgbClr>
          </a:solidFill>
          <a:ln w="0">
            <a:noFill/>
            <a:prstDash val="solid"/>
          </a:ln>
        </p:spPr>
      </p:sp>
      <p:sp>
        <p:nvSpPr>
          <p:cNvPr id="4357" name="LigandSeek2_vs_LigandSeek1_ellipse_9871">
            <a:extLst>
              <a:ext uri="{FF2B5EF4-FFF2-40B4-BE49-F238E27FC236}">
                <a16:creationId xmlns:a16="http://schemas.microsoft.com/office/drawing/2014/main" id="{2DC73D64-DE7C-473B-995C-8E56435681CA}"/>
              </a:ext>
            </a:extLst>
          </p:cNvPr>
          <p:cNvSpPr>
            <a:spLocks noGrp="1"/>
          </p:cNvSpPr>
          <p:nvPr/>
        </p:nvSpPr>
        <p:spPr>
          <a:xfrm>
            <a:off x="872905" y="5817271"/>
            <a:ext cx="25400" cy="25400"/>
          </a:xfrm>
          <a:prstGeom prst="ellipse">
            <a:avLst/>
          </a:prstGeom>
          <a:solidFill>
            <a:srgbClr val="566AB4">
              <a:alpha val="43000"/>
            </a:srgbClr>
          </a:solidFill>
          <a:ln w="0">
            <a:noFill/>
            <a:prstDash val="solid"/>
          </a:ln>
        </p:spPr>
      </p:sp>
      <p:sp>
        <p:nvSpPr>
          <p:cNvPr id="4358" name="LigandSeek2_vs_LigandSeek1_ellipse_9872">
            <a:extLst>
              <a:ext uri="{FF2B5EF4-FFF2-40B4-BE49-F238E27FC236}">
                <a16:creationId xmlns:a16="http://schemas.microsoft.com/office/drawing/2014/main" id="{4D398B62-8637-4D81-BB61-84A559B56442}"/>
              </a:ext>
            </a:extLst>
          </p:cNvPr>
          <p:cNvSpPr>
            <a:spLocks noGrp="1"/>
          </p:cNvSpPr>
          <p:nvPr/>
        </p:nvSpPr>
        <p:spPr>
          <a:xfrm>
            <a:off x="829944" y="5603117"/>
            <a:ext cx="25400" cy="25400"/>
          </a:xfrm>
          <a:prstGeom prst="ellipse">
            <a:avLst/>
          </a:prstGeom>
          <a:solidFill>
            <a:srgbClr val="566AB4">
              <a:alpha val="43000"/>
            </a:srgbClr>
          </a:solidFill>
          <a:ln w="0">
            <a:noFill/>
            <a:prstDash val="solid"/>
          </a:ln>
        </p:spPr>
      </p:sp>
      <p:sp>
        <p:nvSpPr>
          <p:cNvPr id="4359" name="LigandSeek2_vs_LigandSeek1_ellipse_9873">
            <a:extLst>
              <a:ext uri="{FF2B5EF4-FFF2-40B4-BE49-F238E27FC236}">
                <a16:creationId xmlns:a16="http://schemas.microsoft.com/office/drawing/2014/main" id="{8B0203D1-8540-4984-A9C9-26F7BA3A374D}"/>
              </a:ext>
            </a:extLst>
          </p:cNvPr>
          <p:cNvSpPr>
            <a:spLocks noGrp="1"/>
          </p:cNvSpPr>
          <p:nvPr/>
        </p:nvSpPr>
        <p:spPr>
          <a:xfrm>
            <a:off x="872822" y="5246195"/>
            <a:ext cx="25400" cy="25400"/>
          </a:xfrm>
          <a:prstGeom prst="ellipse">
            <a:avLst/>
          </a:prstGeom>
          <a:solidFill>
            <a:srgbClr val="566AB4">
              <a:alpha val="43000"/>
            </a:srgbClr>
          </a:solidFill>
          <a:ln w="0">
            <a:noFill/>
            <a:prstDash val="solid"/>
          </a:ln>
        </p:spPr>
      </p:sp>
      <p:sp>
        <p:nvSpPr>
          <p:cNvPr id="4360" name="LigandSeek2_vs_LigandSeek1_ellipse_9874">
            <a:extLst>
              <a:ext uri="{FF2B5EF4-FFF2-40B4-BE49-F238E27FC236}">
                <a16:creationId xmlns:a16="http://schemas.microsoft.com/office/drawing/2014/main" id="{B328FB3A-4F4C-4AA3-8AEC-65C9F764FCAD}"/>
              </a:ext>
            </a:extLst>
          </p:cNvPr>
          <p:cNvSpPr>
            <a:spLocks noGrp="1"/>
          </p:cNvSpPr>
          <p:nvPr/>
        </p:nvSpPr>
        <p:spPr>
          <a:xfrm>
            <a:off x="732141" y="5246195"/>
            <a:ext cx="25400" cy="25400"/>
          </a:xfrm>
          <a:prstGeom prst="ellipse">
            <a:avLst/>
          </a:prstGeom>
          <a:solidFill>
            <a:srgbClr val="566AB4">
              <a:alpha val="43000"/>
            </a:srgbClr>
          </a:solidFill>
          <a:ln w="0">
            <a:noFill/>
            <a:prstDash val="solid"/>
          </a:ln>
        </p:spPr>
      </p:sp>
      <p:sp>
        <p:nvSpPr>
          <p:cNvPr id="4361" name="LigandSeek2_vs_LigandSeek1_ellipse_9875">
            <a:extLst>
              <a:ext uri="{FF2B5EF4-FFF2-40B4-BE49-F238E27FC236}">
                <a16:creationId xmlns:a16="http://schemas.microsoft.com/office/drawing/2014/main" id="{F66289AC-7C89-418A-A044-9CB58B43B35F}"/>
              </a:ext>
            </a:extLst>
          </p:cNvPr>
          <p:cNvSpPr>
            <a:spLocks noGrp="1"/>
          </p:cNvSpPr>
          <p:nvPr/>
        </p:nvSpPr>
        <p:spPr>
          <a:xfrm>
            <a:off x="747388" y="6102808"/>
            <a:ext cx="25400" cy="25400"/>
          </a:xfrm>
          <a:prstGeom prst="ellipse">
            <a:avLst/>
          </a:prstGeom>
          <a:solidFill>
            <a:srgbClr val="566AB4">
              <a:alpha val="43000"/>
            </a:srgbClr>
          </a:solidFill>
          <a:ln w="0">
            <a:noFill/>
            <a:prstDash val="solid"/>
          </a:ln>
        </p:spPr>
      </p:sp>
      <p:sp>
        <p:nvSpPr>
          <p:cNvPr id="4362" name="LigandSeek2_vs_LigandSeek1_ellipse_9876">
            <a:extLst>
              <a:ext uri="{FF2B5EF4-FFF2-40B4-BE49-F238E27FC236}">
                <a16:creationId xmlns:a16="http://schemas.microsoft.com/office/drawing/2014/main" id="{5EAB4186-65F5-4C31-BFD5-B251ACDD9368}"/>
              </a:ext>
            </a:extLst>
          </p:cNvPr>
          <p:cNvSpPr>
            <a:spLocks noGrp="1"/>
          </p:cNvSpPr>
          <p:nvPr/>
        </p:nvSpPr>
        <p:spPr>
          <a:xfrm>
            <a:off x="822747" y="5246195"/>
            <a:ext cx="25400" cy="25400"/>
          </a:xfrm>
          <a:prstGeom prst="ellipse">
            <a:avLst/>
          </a:prstGeom>
          <a:solidFill>
            <a:srgbClr val="566AB4">
              <a:alpha val="43000"/>
            </a:srgbClr>
          </a:solidFill>
          <a:ln w="0">
            <a:noFill/>
            <a:prstDash val="solid"/>
          </a:ln>
        </p:spPr>
      </p:sp>
      <p:sp>
        <p:nvSpPr>
          <p:cNvPr id="4363" name="LigandSeek2_vs_LigandSeek1_ellipse_9877">
            <a:extLst>
              <a:ext uri="{FF2B5EF4-FFF2-40B4-BE49-F238E27FC236}">
                <a16:creationId xmlns:a16="http://schemas.microsoft.com/office/drawing/2014/main" id="{C8C8AE9B-C347-4746-9FCC-C226733CF284}"/>
              </a:ext>
            </a:extLst>
          </p:cNvPr>
          <p:cNvSpPr>
            <a:spLocks noGrp="1"/>
          </p:cNvSpPr>
          <p:nvPr/>
        </p:nvSpPr>
        <p:spPr>
          <a:xfrm>
            <a:off x="769094" y="5246195"/>
            <a:ext cx="25400" cy="25400"/>
          </a:xfrm>
          <a:prstGeom prst="ellipse">
            <a:avLst/>
          </a:prstGeom>
          <a:solidFill>
            <a:srgbClr val="566AB4">
              <a:alpha val="43000"/>
            </a:srgbClr>
          </a:solidFill>
          <a:ln w="0">
            <a:noFill/>
            <a:prstDash val="solid"/>
          </a:ln>
        </p:spPr>
      </p:sp>
      <p:sp>
        <p:nvSpPr>
          <p:cNvPr id="4364" name="LigandSeek2_vs_LigandSeek1_ellipse_9878">
            <a:extLst>
              <a:ext uri="{FF2B5EF4-FFF2-40B4-BE49-F238E27FC236}">
                <a16:creationId xmlns:a16="http://schemas.microsoft.com/office/drawing/2014/main" id="{44DC5FC8-E5E6-47EE-A556-E23E03E848FE}"/>
              </a:ext>
            </a:extLst>
          </p:cNvPr>
          <p:cNvSpPr>
            <a:spLocks noGrp="1"/>
          </p:cNvSpPr>
          <p:nvPr/>
        </p:nvSpPr>
        <p:spPr>
          <a:xfrm>
            <a:off x="836867" y="5817271"/>
            <a:ext cx="25400" cy="25400"/>
          </a:xfrm>
          <a:prstGeom prst="ellipse">
            <a:avLst/>
          </a:prstGeom>
          <a:solidFill>
            <a:srgbClr val="566AB4">
              <a:alpha val="43000"/>
            </a:srgbClr>
          </a:solidFill>
          <a:ln w="0">
            <a:noFill/>
            <a:prstDash val="solid"/>
          </a:ln>
        </p:spPr>
      </p:sp>
      <p:sp>
        <p:nvSpPr>
          <p:cNvPr id="4365" name="LigandSeek2_vs_LigandSeek1_ellipse_9879">
            <a:extLst>
              <a:ext uri="{FF2B5EF4-FFF2-40B4-BE49-F238E27FC236}">
                <a16:creationId xmlns:a16="http://schemas.microsoft.com/office/drawing/2014/main" id="{4BE0ED29-770F-4E59-94FC-3A9C7A924674}"/>
              </a:ext>
            </a:extLst>
          </p:cNvPr>
          <p:cNvSpPr>
            <a:spLocks noGrp="1"/>
          </p:cNvSpPr>
          <p:nvPr/>
        </p:nvSpPr>
        <p:spPr>
          <a:xfrm>
            <a:off x="718311" y="6388346"/>
            <a:ext cx="25400" cy="25400"/>
          </a:xfrm>
          <a:prstGeom prst="ellipse">
            <a:avLst/>
          </a:prstGeom>
          <a:solidFill>
            <a:srgbClr val="566AB4">
              <a:alpha val="43000"/>
            </a:srgbClr>
          </a:solidFill>
          <a:ln w="0">
            <a:noFill/>
            <a:prstDash val="solid"/>
          </a:ln>
        </p:spPr>
      </p:sp>
      <p:sp>
        <p:nvSpPr>
          <p:cNvPr id="4366" name="LigandSeek2_vs_LigandSeek1_ellipse_9880">
            <a:extLst>
              <a:ext uri="{FF2B5EF4-FFF2-40B4-BE49-F238E27FC236}">
                <a16:creationId xmlns:a16="http://schemas.microsoft.com/office/drawing/2014/main" id="{AA57484C-8F85-4938-8C5F-FD52B425EB43}"/>
              </a:ext>
            </a:extLst>
          </p:cNvPr>
          <p:cNvSpPr>
            <a:spLocks noGrp="1"/>
          </p:cNvSpPr>
          <p:nvPr/>
        </p:nvSpPr>
        <p:spPr>
          <a:xfrm>
            <a:off x="734107" y="5960040"/>
            <a:ext cx="25400" cy="25400"/>
          </a:xfrm>
          <a:prstGeom prst="ellipse">
            <a:avLst/>
          </a:prstGeom>
          <a:solidFill>
            <a:srgbClr val="566AB4">
              <a:alpha val="43000"/>
            </a:srgbClr>
          </a:solidFill>
          <a:ln w="0">
            <a:noFill/>
            <a:prstDash val="solid"/>
          </a:ln>
        </p:spPr>
      </p:sp>
      <p:sp>
        <p:nvSpPr>
          <p:cNvPr id="4367" name="LigandSeek2_vs_LigandSeek1_ellipse_9881">
            <a:extLst>
              <a:ext uri="{FF2B5EF4-FFF2-40B4-BE49-F238E27FC236}">
                <a16:creationId xmlns:a16="http://schemas.microsoft.com/office/drawing/2014/main" id="{DDFD1C15-C3F5-4AA6-AB77-E20EBE35EA25}"/>
              </a:ext>
            </a:extLst>
          </p:cNvPr>
          <p:cNvSpPr>
            <a:spLocks noGrp="1"/>
          </p:cNvSpPr>
          <p:nvPr/>
        </p:nvSpPr>
        <p:spPr>
          <a:xfrm>
            <a:off x="768251" y="5703056"/>
            <a:ext cx="25400" cy="25400"/>
          </a:xfrm>
          <a:prstGeom prst="ellipse">
            <a:avLst/>
          </a:prstGeom>
          <a:solidFill>
            <a:srgbClr val="566AB4">
              <a:alpha val="43000"/>
            </a:srgbClr>
          </a:solidFill>
          <a:ln w="0">
            <a:noFill/>
            <a:prstDash val="solid"/>
          </a:ln>
        </p:spPr>
      </p:sp>
      <p:sp>
        <p:nvSpPr>
          <p:cNvPr id="4368" name="LigandSeek2_vs_LigandSeek1_ellipse_9882">
            <a:extLst>
              <a:ext uri="{FF2B5EF4-FFF2-40B4-BE49-F238E27FC236}">
                <a16:creationId xmlns:a16="http://schemas.microsoft.com/office/drawing/2014/main" id="{38FC02FF-A4DF-459E-A345-FA7E7E78D907}"/>
              </a:ext>
            </a:extLst>
          </p:cNvPr>
          <p:cNvSpPr>
            <a:spLocks noGrp="1"/>
          </p:cNvSpPr>
          <p:nvPr/>
        </p:nvSpPr>
        <p:spPr>
          <a:xfrm>
            <a:off x="732753" y="5246195"/>
            <a:ext cx="25400" cy="25400"/>
          </a:xfrm>
          <a:prstGeom prst="ellipse">
            <a:avLst/>
          </a:prstGeom>
          <a:solidFill>
            <a:srgbClr val="566AB4">
              <a:alpha val="43000"/>
            </a:srgbClr>
          </a:solidFill>
          <a:ln w="0">
            <a:noFill/>
            <a:prstDash val="solid"/>
          </a:ln>
        </p:spPr>
      </p:sp>
      <p:sp>
        <p:nvSpPr>
          <p:cNvPr id="4369" name="LigandSeek2_vs_LigandSeek1_ellipse_9883">
            <a:extLst>
              <a:ext uri="{FF2B5EF4-FFF2-40B4-BE49-F238E27FC236}">
                <a16:creationId xmlns:a16="http://schemas.microsoft.com/office/drawing/2014/main" id="{880F00D0-487A-4F5E-8AB1-90FD4EAE311A}"/>
              </a:ext>
            </a:extLst>
          </p:cNvPr>
          <p:cNvSpPr>
            <a:spLocks noGrp="1"/>
          </p:cNvSpPr>
          <p:nvPr/>
        </p:nvSpPr>
        <p:spPr>
          <a:xfrm>
            <a:off x="865097" y="5246195"/>
            <a:ext cx="25400" cy="25400"/>
          </a:xfrm>
          <a:prstGeom prst="ellipse">
            <a:avLst/>
          </a:prstGeom>
          <a:solidFill>
            <a:srgbClr val="566AB4">
              <a:alpha val="43000"/>
            </a:srgbClr>
          </a:solidFill>
          <a:ln w="0">
            <a:noFill/>
            <a:prstDash val="solid"/>
          </a:ln>
        </p:spPr>
      </p:sp>
      <p:sp>
        <p:nvSpPr>
          <p:cNvPr id="4370" name="LigandSeek2_vs_LigandSeek1_ellipse_9884">
            <a:extLst>
              <a:ext uri="{FF2B5EF4-FFF2-40B4-BE49-F238E27FC236}">
                <a16:creationId xmlns:a16="http://schemas.microsoft.com/office/drawing/2014/main" id="{606BF963-6D5D-4B7A-91EE-1629CEB4FC4A}"/>
              </a:ext>
            </a:extLst>
          </p:cNvPr>
          <p:cNvSpPr>
            <a:spLocks noGrp="1"/>
          </p:cNvSpPr>
          <p:nvPr/>
        </p:nvSpPr>
        <p:spPr>
          <a:xfrm>
            <a:off x="859389" y="6388346"/>
            <a:ext cx="25400" cy="25400"/>
          </a:xfrm>
          <a:prstGeom prst="ellipse">
            <a:avLst/>
          </a:prstGeom>
          <a:solidFill>
            <a:srgbClr val="566AB4">
              <a:alpha val="43000"/>
            </a:srgbClr>
          </a:solidFill>
          <a:ln w="0">
            <a:noFill/>
            <a:prstDash val="solid"/>
          </a:ln>
        </p:spPr>
      </p:sp>
      <p:sp>
        <p:nvSpPr>
          <p:cNvPr id="4371" name="LigandSeek2_vs_LigandSeek1_ellipse_9885">
            <a:extLst>
              <a:ext uri="{FF2B5EF4-FFF2-40B4-BE49-F238E27FC236}">
                <a16:creationId xmlns:a16="http://schemas.microsoft.com/office/drawing/2014/main" id="{703EA1F7-EA72-4DF1-AD4B-4E85A2172419}"/>
              </a:ext>
            </a:extLst>
          </p:cNvPr>
          <p:cNvSpPr>
            <a:spLocks noGrp="1"/>
          </p:cNvSpPr>
          <p:nvPr/>
        </p:nvSpPr>
        <p:spPr>
          <a:xfrm>
            <a:off x="822988" y="5735689"/>
            <a:ext cx="25400" cy="25400"/>
          </a:xfrm>
          <a:prstGeom prst="ellipse">
            <a:avLst/>
          </a:prstGeom>
          <a:solidFill>
            <a:srgbClr val="566AB4">
              <a:alpha val="43000"/>
            </a:srgbClr>
          </a:solidFill>
          <a:ln w="0">
            <a:noFill/>
            <a:prstDash val="solid"/>
          </a:ln>
        </p:spPr>
      </p:sp>
      <p:sp>
        <p:nvSpPr>
          <p:cNvPr id="4372" name="LigandSeek2_vs_LigandSeek1_ellipse_9886">
            <a:extLst>
              <a:ext uri="{FF2B5EF4-FFF2-40B4-BE49-F238E27FC236}">
                <a16:creationId xmlns:a16="http://schemas.microsoft.com/office/drawing/2014/main" id="{EAB83AAF-D657-474B-864E-4A818769965D}"/>
              </a:ext>
            </a:extLst>
          </p:cNvPr>
          <p:cNvSpPr>
            <a:spLocks noGrp="1"/>
          </p:cNvSpPr>
          <p:nvPr/>
        </p:nvSpPr>
        <p:spPr>
          <a:xfrm>
            <a:off x="832774" y="6388346"/>
            <a:ext cx="25400" cy="25400"/>
          </a:xfrm>
          <a:prstGeom prst="ellipse">
            <a:avLst/>
          </a:prstGeom>
          <a:solidFill>
            <a:srgbClr val="566AB4">
              <a:alpha val="43000"/>
            </a:srgbClr>
          </a:solidFill>
          <a:ln w="0">
            <a:noFill/>
            <a:prstDash val="solid"/>
          </a:ln>
        </p:spPr>
      </p:sp>
      <p:sp>
        <p:nvSpPr>
          <p:cNvPr id="4373" name="LigandSeek2_vs_LigandSeek1_ellipse_9887">
            <a:extLst>
              <a:ext uri="{FF2B5EF4-FFF2-40B4-BE49-F238E27FC236}">
                <a16:creationId xmlns:a16="http://schemas.microsoft.com/office/drawing/2014/main" id="{86463D03-B2D3-4CD3-AE0F-5776296AAAA7}"/>
              </a:ext>
            </a:extLst>
          </p:cNvPr>
          <p:cNvSpPr>
            <a:spLocks noGrp="1"/>
          </p:cNvSpPr>
          <p:nvPr/>
        </p:nvSpPr>
        <p:spPr>
          <a:xfrm>
            <a:off x="800614" y="6197988"/>
            <a:ext cx="25400" cy="25400"/>
          </a:xfrm>
          <a:prstGeom prst="ellipse">
            <a:avLst/>
          </a:prstGeom>
          <a:solidFill>
            <a:srgbClr val="566AB4">
              <a:alpha val="43000"/>
            </a:srgbClr>
          </a:solidFill>
          <a:ln w="0">
            <a:noFill/>
            <a:prstDash val="solid"/>
          </a:ln>
        </p:spPr>
      </p:sp>
      <p:sp>
        <p:nvSpPr>
          <p:cNvPr id="4374" name="LigandSeek2_vs_LigandSeek1_ellipse_9888">
            <a:extLst>
              <a:ext uri="{FF2B5EF4-FFF2-40B4-BE49-F238E27FC236}">
                <a16:creationId xmlns:a16="http://schemas.microsoft.com/office/drawing/2014/main" id="{878E32F2-B76C-4B16-8306-2941DCD16C1D}"/>
              </a:ext>
            </a:extLst>
          </p:cNvPr>
          <p:cNvSpPr>
            <a:spLocks noGrp="1"/>
          </p:cNvSpPr>
          <p:nvPr/>
        </p:nvSpPr>
        <p:spPr>
          <a:xfrm>
            <a:off x="753103" y="5246195"/>
            <a:ext cx="25400" cy="25400"/>
          </a:xfrm>
          <a:prstGeom prst="ellipse">
            <a:avLst/>
          </a:prstGeom>
          <a:solidFill>
            <a:srgbClr val="566AB4">
              <a:alpha val="43000"/>
            </a:srgbClr>
          </a:solidFill>
          <a:ln w="0">
            <a:noFill/>
            <a:prstDash val="solid"/>
          </a:ln>
        </p:spPr>
      </p:sp>
      <p:sp>
        <p:nvSpPr>
          <p:cNvPr id="4375" name="LigandSeek2_vs_LigandSeek1_ellipse_9889">
            <a:extLst>
              <a:ext uri="{FF2B5EF4-FFF2-40B4-BE49-F238E27FC236}">
                <a16:creationId xmlns:a16="http://schemas.microsoft.com/office/drawing/2014/main" id="{679B73C3-4DAD-4964-B4F9-D988A2CF775B}"/>
              </a:ext>
            </a:extLst>
          </p:cNvPr>
          <p:cNvSpPr>
            <a:spLocks noGrp="1"/>
          </p:cNvSpPr>
          <p:nvPr/>
        </p:nvSpPr>
        <p:spPr>
          <a:xfrm>
            <a:off x="728341" y="6388346"/>
            <a:ext cx="25400" cy="25400"/>
          </a:xfrm>
          <a:prstGeom prst="ellipse">
            <a:avLst/>
          </a:prstGeom>
          <a:solidFill>
            <a:srgbClr val="566AB4">
              <a:alpha val="43000"/>
            </a:srgbClr>
          </a:solidFill>
          <a:ln w="0">
            <a:noFill/>
            <a:prstDash val="solid"/>
          </a:ln>
        </p:spPr>
      </p:sp>
      <p:sp>
        <p:nvSpPr>
          <p:cNvPr id="4376" name="LigandSeek2_vs_LigandSeek1_ellipse_9890">
            <a:extLst>
              <a:ext uri="{FF2B5EF4-FFF2-40B4-BE49-F238E27FC236}">
                <a16:creationId xmlns:a16="http://schemas.microsoft.com/office/drawing/2014/main" id="{D77842F2-5F36-4CF9-AC79-E3EBA7ADDAD4}"/>
              </a:ext>
            </a:extLst>
          </p:cNvPr>
          <p:cNvSpPr>
            <a:spLocks noGrp="1"/>
          </p:cNvSpPr>
          <p:nvPr/>
        </p:nvSpPr>
        <p:spPr>
          <a:xfrm>
            <a:off x="870895" y="6388346"/>
            <a:ext cx="25400" cy="25400"/>
          </a:xfrm>
          <a:prstGeom prst="ellipse">
            <a:avLst/>
          </a:prstGeom>
          <a:solidFill>
            <a:srgbClr val="566AB4">
              <a:alpha val="43000"/>
            </a:srgbClr>
          </a:solidFill>
          <a:ln w="0">
            <a:noFill/>
            <a:prstDash val="solid"/>
          </a:ln>
        </p:spPr>
      </p:sp>
      <p:sp>
        <p:nvSpPr>
          <p:cNvPr id="4377" name="LigandSeek2_vs_LigandSeek1_ellipse_9891">
            <a:extLst>
              <a:ext uri="{FF2B5EF4-FFF2-40B4-BE49-F238E27FC236}">
                <a16:creationId xmlns:a16="http://schemas.microsoft.com/office/drawing/2014/main" id="{CA406B49-4BBA-4591-911E-5028921EBA1A}"/>
              </a:ext>
            </a:extLst>
          </p:cNvPr>
          <p:cNvSpPr>
            <a:spLocks noGrp="1"/>
          </p:cNvSpPr>
          <p:nvPr/>
        </p:nvSpPr>
        <p:spPr>
          <a:xfrm>
            <a:off x="750886" y="5817271"/>
            <a:ext cx="25400" cy="25400"/>
          </a:xfrm>
          <a:prstGeom prst="ellipse">
            <a:avLst/>
          </a:prstGeom>
          <a:solidFill>
            <a:srgbClr val="566AB4">
              <a:alpha val="43000"/>
            </a:srgbClr>
          </a:solidFill>
          <a:ln w="0">
            <a:noFill/>
            <a:prstDash val="solid"/>
          </a:ln>
        </p:spPr>
      </p:sp>
      <p:sp>
        <p:nvSpPr>
          <p:cNvPr id="4378" name="LigandSeek2_vs_LigandSeek1_ellipse_9892">
            <a:extLst>
              <a:ext uri="{FF2B5EF4-FFF2-40B4-BE49-F238E27FC236}">
                <a16:creationId xmlns:a16="http://schemas.microsoft.com/office/drawing/2014/main" id="{88F530F8-4A0B-440F-B27D-4FBF9DEE34A6}"/>
              </a:ext>
            </a:extLst>
          </p:cNvPr>
          <p:cNvSpPr>
            <a:spLocks noGrp="1"/>
          </p:cNvSpPr>
          <p:nvPr/>
        </p:nvSpPr>
        <p:spPr>
          <a:xfrm>
            <a:off x="842732" y="5246195"/>
            <a:ext cx="25400" cy="25400"/>
          </a:xfrm>
          <a:prstGeom prst="ellipse">
            <a:avLst/>
          </a:prstGeom>
          <a:solidFill>
            <a:srgbClr val="566AB4">
              <a:alpha val="43000"/>
            </a:srgbClr>
          </a:solidFill>
          <a:ln w="0">
            <a:noFill/>
            <a:prstDash val="solid"/>
          </a:ln>
        </p:spPr>
      </p:sp>
      <p:sp>
        <p:nvSpPr>
          <p:cNvPr id="4379" name="LigandSeek2_vs_LigandSeek1_ellipse_9893">
            <a:extLst>
              <a:ext uri="{FF2B5EF4-FFF2-40B4-BE49-F238E27FC236}">
                <a16:creationId xmlns:a16="http://schemas.microsoft.com/office/drawing/2014/main" id="{BFE237B3-8D4D-42E9-A58A-B857EDC8A28A}"/>
              </a:ext>
            </a:extLst>
          </p:cNvPr>
          <p:cNvSpPr>
            <a:spLocks noGrp="1"/>
          </p:cNvSpPr>
          <p:nvPr/>
        </p:nvSpPr>
        <p:spPr>
          <a:xfrm>
            <a:off x="744232" y="5246195"/>
            <a:ext cx="25400" cy="25400"/>
          </a:xfrm>
          <a:prstGeom prst="ellipse">
            <a:avLst/>
          </a:prstGeom>
          <a:solidFill>
            <a:srgbClr val="566AB4">
              <a:alpha val="43000"/>
            </a:srgbClr>
          </a:solidFill>
          <a:ln w="0">
            <a:noFill/>
            <a:prstDash val="solid"/>
          </a:ln>
        </p:spPr>
      </p:sp>
      <p:sp>
        <p:nvSpPr>
          <p:cNvPr id="4380" name="LigandSeek2_vs_LigandSeek1_ellipse_9894">
            <a:extLst>
              <a:ext uri="{FF2B5EF4-FFF2-40B4-BE49-F238E27FC236}">
                <a16:creationId xmlns:a16="http://schemas.microsoft.com/office/drawing/2014/main" id="{9B079EDB-CC07-4DC5-B915-FCB6CE0EA93A}"/>
              </a:ext>
            </a:extLst>
          </p:cNvPr>
          <p:cNvSpPr>
            <a:spLocks noGrp="1"/>
          </p:cNvSpPr>
          <p:nvPr/>
        </p:nvSpPr>
        <p:spPr>
          <a:xfrm>
            <a:off x="860189" y="6388346"/>
            <a:ext cx="25400" cy="25400"/>
          </a:xfrm>
          <a:prstGeom prst="ellipse">
            <a:avLst/>
          </a:prstGeom>
          <a:solidFill>
            <a:srgbClr val="566AB4">
              <a:alpha val="43000"/>
            </a:srgbClr>
          </a:solidFill>
          <a:ln w="0">
            <a:noFill/>
            <a:prstDash val="solid"/>
          </a:ln>
        </p:spPr>
      </p:sp>
      <p:sp>
        <p:nvSpPr>
          <p:cNvPr id="4381" name="LigandSeek2_vs_LigandSeek1_ellipse_9895">
            <a:extLst>
              <a:ext uri="{FF2B5EF4-FFF2-40B4-BE49-F238E27FC236}">
                <a16:creationId xmlns:a16="http://schemas.microsoft.com/office/drawing/2014/main" id="{0B26C2C6-5A3F-4237-9C6B-D6B0AFA6AAA5}"/>
              </a:ext>
            </a:extLst>
          </p:cNvPr>
          <p:cNvSpPr>
            <a:spLocks noGrp="1"/>
          </p:cNvSpPr>
          <p:nvPr/>
        </p:nvSpPr>
        <p:spPr>
          <a:xfrm>
            <a:off x="832348" y="5246195"/>
            <a:ext cx="25400" cy="25400"/>
          </a:xfrm>
          <a:prstGeom prst="ellipse">
            <a:avLst/>
          </a:prstGeom>
          <a:solidFill>
            <a:srgbClr val="566AB4">
              <a:alpha val="43000"/>
            </a:srgbClr>
          </a:solidFill>
          <a:ln w="0">
            <a:noFill/>
            <a:prstDash val="solid"/>
          </a:ln>
        </p:spPr>
      </p:sp>
      <p:sp>
        <p:nvSpPr>
          <p:cNvPr id="4382" name="LigandSeek2_vs_LigandSeek1_ellipse_9896">
            <a:extLst>
              <a:ext uri="{FF2B5EF4-FFF2-40B4-BE49-F238E27FC236}">
                <a16:creationId xmlns:a16="http://schemas.microsoft.com/office/drawing/2014/main" id="{74DCF0ED-5D07-4153-A93A-CF1687A892FE}"/>
              </a:ext>
            </a:extLst>
          </p:cNvPr>
          <p:cNvSpPr>
            <a:spLocks noGrp="1"/>
          </p:cNvSpPr>
          <p:nvPr/>
        </p:nvSpPr>
        <p:spPr>
          <a:xfrm>
            <a:off x="840232" y="5817271"/>
            <a:ext cx="25400" cy="25400"/>
          </a:xfrm>
          <a:prstGeom prst="ellipse">
            <a:avLst/>
          </a:prstGeom>
          <a:solidFill>
            <a:srgbClr val="566AB4">
              <a:alpha val="43000"/>
            </a:srgbClr>
          </a:solidFill>
          <a:ln w="0">
            <a:noFill/>
            <a:prstDash val="solid"/>
          </a:ln>
        </p:spPr>
      </p:sp>
      <p:sp>
        <p:nvSpPr>
          <p:cNvPr id="4383" name="LigandSeek2_vs_LigandSeek1_ellipse_9897">
            <a:extLst>
              <a:ext uri="{FF2B5EF4-FFF2-40B4-BE49-F238E27FC236}">
                <a16:creationId xmlns:a16="http://schemas.microsoft.com/office/drawing/2014/main" id="{B81F2205-4895-49EF-8C7B-183428783BD9}"/>
              </a:ext>
            </a:extLst>
          </p:cNvPr>
          <p:cNvSpPr>
            <a:spLocks noGrp="1"/>
          </p:cNvSpPr>
          <p:nvPr/>
        </p:nvSpPr>
        <p:spPr>
          <a:xfrm>
            <a:off x="815133" y="5582122"/>
            <a:ext cx="25400" cy="25400"/>
          </a:xfrm>
          <a:prstGeom prst="ellipse">
            <a:avLst/>
          </a:prstGeom>
          <a:solidFill>
            <a:srgbClr val="566AB4">
              <a:alpha val="43000"/>
            </a:srgbClr>
          </a:solidFill>
          <a:ln w="0">
            <a:noFill/>
            <a:prstDash val="solid"/>
          </a:ln>
        </p:spPr>
      </p:sp>
      <p:sp>
        <p:nvSpPr>
          <p:cNvPr id="4384" name="LigandSeek2_vs_LigandSeek1_ellipse_9898">
            <a:extLst>
              <a:ext uri="{FF2B5EF4-FFF2-40B4-BE49-F238E27FC236}">
                <a16:creationId xmlns:a16="http://schemas.microsoft.com/office/drawing/2014/main" id="{C7EAF2F2-4A63-4E48-8560-F81BC41CC206}"/>
              </a:ext>
            </a:extLst>
          </p:cNvPr>
          <p:cNvSpPr>
            <a:spLocks noGrp="1"/>
          </p:cNvSpPr>
          <p:nvPr/>
        </p:nvSpPr>
        <p:spPr>
          <a:xfrm>
            <a:off x="758571" y="5246195"/>
            <a:ext cx="25400" cy="25400"/>
          </a:xfrm>
          <a:prstGeom prst="ellipse">
            <a:avLst/>
          </a:prstGeom>
          <a:solidFill>
            <a:srgbClr val="566AB4">
              <a:alpha val="43000"/>
            </a:srgbClr>
          </a:solidFill>
          <a:ln w="0">
            <a:noFill/>
            <a:prstDash val="solid"/>
          </a:ln>
        </p:spPr>
      </p:sp>
      <p:sp>
        <p:nvSpPr>
          <p:cNvPr id="4385" name="LigandSeek2_vs_LigandSeek1_ellipse_9899">
            <a:extLst>
              <a:ext uri="{FF2B5EF4-FFF2-40B4-BE49-F238E27FC236}">
                <a16:creationId xmlns:a16="http://schemas.microsoft.com/office/drawing/2014/main" id="{234237B0-4851-48A5-AAC4-F6945F09BD8E}"/>
              </a:ext>
            </a:extLst>
          </p:cNvPr>
          <p:cNvSpPr>
            <a:spLocks noGrp="1"/>
          </p:cNvSpPr>
          <p:nvPr/>
        </p:nvSpPr>
        <p:spPr>
          <a:xfrm>
            <a:off x="776954" y="5703056"/>
            <a:ext cx="25400" cy="25400"/>
          </a:xfrm>
          <a:prstGeom prst="ellipse">
            <a:avLst/>
          </a:prstGeom>
          <a:solidFill>
            <a:srgbClr val="566AB4">
              <a:alpha val="43000"/>
            </a:srgbClr>
          </a:solidFill>
          <a:ln w="0">
            <a:noFill/>
            <a:prstDash val="solid"/>
          </a:ln>
        </p:spPr>
      </p:sp>
      <p:sp>
        <p:nvSpPr>
          <p:cNvPr id="4386" name="LigandSeek2_vs_LigandSeek1_ellipse_9900">
            <a:extLst>
              <a:ext uri="{FF2B5EF4-FFF2-40B4-BE49-F238E27FC236}">
                <a16:creationId xmlns:a16="http://schemas.microsoft.com/office/drawing/2014/main" id="{FAD189B9-74A3-4C65-A148-86726504A9B9}"/>
              </a:ext>
            </a:extLst>
          </p:cNvPr>
          <p:cNvSpPr>
            <a:spLocks noGrp="1"/>
          </p:cNvSpPr>
          <p:nvPr/>
        </p:nvSpPr>
        <p:spPr>
          <a:xfrm>
            <a:off x="811779" y="6007629"/>
            <a:ext cx="25400" cy="25400"/>
          </a:xfrm>
          <a:prstGeom prst="ellipse">
            <a:avLst/>
          </a:prstGeom>
          <a:solidFill>
            <a:srgbClr val="566AB4">
              <a:alpha val="43000"/>
            </a:srgbClr>
          </a:solidFill>
          <a:ln w="0">
            <a:noFill/>
            <a:prstDash val="solid"/>
          </a:ln>
        </p:spPr>
      </p:sp>
      <p:sp>
        <p:nvSpPr>
          <p:cNvPr id="4387" name="LigandSeek2_vs_LigandSeek1_ellipse_9901">
            <a:extLst>
              <a:ext uri="{FF2B5EF4-FFF2-40B4-BE49-F238E27FC236}">
                <a16:creationId xmlns:a16="http://schemas.microsoft.com/office/drawing/2014/main" id="{75AF18F4-4C7A-47F4-B14A-5D63E3ECDE17}"/>
              </a:ext>
            </a:extLst>
          </p:cNvPr>
          <p:cNvSpPr>
            <a:spLocks noGrp="1"/>
          </p:cNvSpPr>
          <p:nvPr/>
        </p:nvSpPr>
        <p:spPr>
          <a:xfrm>
            <a:off x="762302" y="6102808"/>
            <a:ext cx="25400" cy="25400"/>
          </a:xfrm>
          <a:prstGeom prst="ellipse">
            <a:avLst/>
          </a:prstGeom>
          <a:solidFill>
            <a:srgbClr val="566AB4">
              <a:alpha val="43000"/>
            </a:srgbClr>
          </a:solidFill>
          <a:ln w="0">
            <a:noFill/>
            <a:prstDash val="solid"/>
          </a:ln>
        </p:spPr>
      </p:sp>
      <p:sp>
        <p:nvSpPr>
          <p:cNvPr id="4388" name="LigandSeek2_vs_LigandSeek1_ellipse_9902">
            <a:extLst>
              <a:ext uri="{FF2B5EF4-FFF2-40B4-BE49-F238E27FC236}">
                <a16:creationId xmlns:a16="http://schemas.microsoft.com/office/drawing/2014/main" id="{FB5DCD65-FE79-49CD-8CCF-72249BEF23D9}"/>
              </a:ext>
            </a:extLst>
          </p:cNvPr>
          <p:cNvSpPr>
            <a:spLocks noGrp="1"/>
          </p:cNvSpPr>
          <p:nvPr/>
        </p:nvSpPr>
        <p:spPr>
          <a:xfrm>
            <a:off x="854212" y="6007629"/>
            <a:ext cx="25400" cy="25400"/>
          </a:xfrm>
          <a:prstGeom prst="ellipse">
            <a:avLst/>
          </a:prstGeom>
          <a:solidFill>
            <a:srgbClr val="566AB4">
              <a:alpha val="43000"/>
            </a:srgbClr>
          </a:solidFill>
          <a:ln w="0">
            <a:noFill/>
            <a:prstDash val="solid"/>
          </a:ln>
        </p:spPr>
      </p:sp>
      <p:sp>
        <p:nvSpPr>
          <p:cNvPr id="4389" name="LigandSeek2_vs_LigandSeek1_ellipse_9903">
            <a:extLst>
              <a:ext uri="{FF2B5EF4-FFF2-40B4-BE49-F238E27FC236}">
                <a16:creationId xmlns:a16="http://schemas.microsoft.com/office/drawing/2014/main" id="{64D36A25-59C1-4A31-B987-0F1FF6EAA51E}"/>
              </a:ext>
            </a:extLst>
          </p:cNvPr>
          <p:cNvSpPr>
            <a:spLocks noGrp="1"/>
          </p:cNvSpPr>
          <p:nvPr/>
        </p:nvSpPr>
        <p:spPr>
          <a:xfrm>
            <a:off x="787780" y="5246195"/>
            <a:ext cx="25400" cy="25400"/>
          </a:xfrm>
          <a:prstGeom prst="ellipse">
            <a:avLst/>
          </a:prstGeom>
          <a:solidFill>
            <a:srgbClr val="566AB4">
              <a:alpha val="43000"/>
            </a:srgbClr>
          </a:solidFill>
          <a:ln w="0">
            <a:noFill/>
            <a:prstDash val="solid"/>
          </a:ln>
        </p:spPr>
      </p:sp>
      <p:sp>
        <p:nvSpPr>
          <p:cNvPr id="4390" name="LigandSeek2_vs_LigandSeek1_ellipse_9904">
            <a:extLst>
              <a:ext uri="{FF2B5EF4-FFF2-40B4-BE49-F238E27FC236}">
                <a16:creationId xmlns:a16="http://schemas.microsoft.com/office/drawing/2014/main" id="{92C3EF35-10E5-42F5-B265-CA9461BBE1D0}"/>
              </a:ext>
            </a:extLst>
          </p:cNvPr>
          <p:cNvSpPr>
            <a:spLocks noGrp="1"/>
          </p:cNvSpPr>
          <p:nvPr/>
        </p:nvSpPr>
        <p:spPr>
          <a:xfrm>
            <a:off x="802554" y="5436554"/>
            <a:ext cx="25400" cy="25400"/>
          </a:xfrm>
          <a:prstGeom prst="ellipse">
            <a:avLst/>
          </a:prstGeom>
          <a:solidFill>
            <a:srgbClr val="566AB4">
              <a:alpha val="43000"/>
            </a:srgbClr>
          </a:solidFill>
          <a:ln w="0">
            <a:noFill/>
            <a:prstDash val="solid"/>
          </a:ln>
        </p:spPr>
      </p:sp>
      <p:sp>
        <p:nvSpPr>
          <p:cNvPr id="4391" name="LigandSeek2_vs_LigandSeek1_ellipse_9905">
            <a:extLst>
              <a:ext uri="{FF2B5EF4-FFF2-40B4-BE49-F238E27FC236}">
                <a16:creationId xmlns:a16="http://schemas.microsoft.com/office/drawing/2014/main" id="{BADF474A-EA11-4B06-8AE9-A51802C32B8B}"/>
              </a:ext>
            </a:extLst>
          </p:cNvPr>
          <p:cNvSpPr>
            <a:spLocks noGrp="1"/>
          </p:cNvSpPr>
          <p:nvPr/>
        </p:nvSpPr>
        <p:spPr>
          <a:xfrm>
            <a:off x="713685" y="6388346"/>
            <a:ext cx="25400" cy="25400"/>
          </a:xfrm>
          <a:prstGeom prst="ellipse">
            <a:avLst/>
          </a:prstGeom>
          <a:solidFill>
            <a:srgbClr val="566AB4">
              <a:alpha val="43000"/>
            </a:srgbClr>
          </a:solidFill>
          <a:ln w="0">
            <a:noFill/>
            <a:prstDash val="solid"/>
          </a:ln>
        </p:spPr>
      </p:sp>
      <p:sp>
        <p:nvSpPr>
          <p:cNvPr id="4392" name="LigandSeek2_vs_LigandSeek1_ellipse_9906">
            <a:extLst>
              <a:ext uri="{FF2B5EF4-FFF2-40B4-BE49-F238E27FC236}">
                <a16:creationId xmlns:a16="http://schemas.microsoft.com/office/drawing/2014/main" id="{7A4D92C0-33F5-4CD9-8FD8-A9652284C2BA}"/>
              </a:ext>
            </a:extLst>
          </p:cNvPr>
          <p:cNvSpPr>
            <a:spLocks noGrp="1"/>
          </p:cNvSpPr>
          <p:nvPr/>
        </p:nvSpPr>
        <p:spPr>
          <a:xfrm>
            <a:off x="765099" y="5643465"/>
            <a:ext cx="25400" cy="25400"/>
          </a:xfrm>
          <a:prstGeom prst="ellipse">
            <a:avLst/>
          </a:prstGeom>
          <a:solidFill>
            <a:srgbClr val="566AB4">
              <a:alpha val="43000"/>
            </a:srgbClr>
          </a:solidFill>
          <a:ln w="0">
            <a:noFill/>
            <a:prstDash val="solid"/>
          </a:ln>
        </p:spPr>
      </p:sp>
      <p:sp>
        <p:nvSpPr>
          <p:cNvPr id="4393" name="LigandSeek2_vs_LigandSeek1_ellipse_9907">
            <a:extLst>
              <a:ext uri="{FF2B5EF4-FFF2-40B4-BE49-F238E27FC236}">
                <a16:creationId xmlns:a16="http://schemas.microsoft.com/office/drawing/2014/main" id="{F434DC56-85ED-43A0-BB00-69EE37029395}"/>
              </a:ext>
            </a:extLst>
          </p:cNvPr>
          <p:cNvSpPr>
            <a:spLocks noGrp="1"/>
          </p:cNvSpPr>
          <p:nvPr/>
        </p:nvSpPr>
        <p:spPr>
          <a:xfrm>
            <a:off x="776935" y="5376314"/>
            <a:ext cx="25400" cy="25400"/>
          </a:xfrm>
          <a:prstGeom prst="ellipse">
            <a:avLst/>
          </a:prstGeom>
          <a:solidFill>
            <a:srgbClr val="566AB4">
              <a:alpha val="43000"/>
            </a:srgbClr>
          </a:solidFill>
          <a:ln w="0">
            <a:noFill/>
            <a:prstDash val="solid"/>
          </a:ln>
        </p:spPr>
      </p:sp>
      <p:sp>
        <p:nvSpPr>
          <p:cNvPr id="4394" name="LigandSeek2_vs_LigandSeek1_ellipse_9908">
            <a:extLst>
              <a:ext uri="{FF2B5EF4-FFF2-40B4-BE49-F238E27FC236}">
                <a16:creationId xmlns:a16="http://schemas.microsoft.com/office/drawing/2014/main" id="{656A1BD9-F09E-4564-A5D3-A15DE3747D7A}"/>
              </a:ext>
            </a:extLst>
          </p:cNvPr>
          <p:cNvSpPr>
            <a:spLocks noGrp="1"/>
          </p:cNvSpPr>
          <p:nvPr/>
        </p:nvSpPr>
        <p:spPr>
          <a:xfrm>
            <a:off x="744862" y="5246195"/>
            <a:ext cx="25400" cy="25400"/>
          </a:xfrm>
          <a:prstGeom prst="ellipse">
            <a:avLst/>
          </a:prstGeom>
          <a:solidFill>
            <a:srgbClr val="566AB4">
              <a:alpha val="43000"/>
            </a:srgbClr>
          </a:solidFill>
          <a:ln w="0">
            <a:noFill/>
            <a:prstDash val="solid"/>
          </a:ln>
        </p:spPr>
      </p:sp>
      <p:sp>
        <p:nvSpPr>
          <p:cNvPr id="4395" name="LigandSeek2_vs_LigandSeek1_ellipse_9909">
            <a:extLst>
              <a:ext uri="{FF2B5EF4-FFF2-40B4-BE49-F238E27FC236}">
                <a16:creationId xmlns:a16="http://schemas.microsoft.com/office/drawing/2014/main" id="{17224DD4-12B4-44E0-82CD-761795DF3910}"/>
              </a:ext>
            </a:extLst>
          </p:cNvPr>
          <p:cNvSpPr>
            <a:spLocks noGrp="1"/>
          </p:cNvSpPr>
          <p:nvPr/>
        </p:nvSpPr>
        <p:spPr>
          <a:xfrm>
            <a:off x="737420" y="5626912"/>
            <a:ext cx="25400" cy="25400"/>
          </a:xfrm>
          <a:prstGeom prst="ellipse">
            <a:avLst/>
          </a:prstGeom>
          <a:solidFill>
            <a:srgbClr val="566AB4">
              <a:alpha val="43000"/>
            </a:srgbClr>
          </a:solidFill>
          <a:ln w="0">
            <a:noFill/>
            <a:prstDash val="solid"/>
          </a:ln>
        </p:spPr>
      </p:sp>
      <p:sp>
        <p:nvSpPr>
          <p:cNvPr id="4396" name="LigandSeek2_vs_LigandSeek1_ellipse_9910">
            <a:extLst>
              <a:ext uri="{FF2B5EF4-FFF2-40B4-BE49-F238E27FC236}">
                <a16:creationId xmlns:a16="http://schemas.microsoft.com/office/drawing/2014/main" id="{2F5D11EE-5ADB-459A-9131-C0902CAC3161}"/>
              </a:ext>
            </a:extLst>
          </p:cNvPr>
          <p:cNvSpPr>
            <a:spLocks noGrp="1"/>
          </p:cNvSpPr>
          <p:nvPr/>
        </p:nvSpPr>
        <p:spPr>
          <a:xfrm>
            <a:off x="869130" y="5246195"/>
            <a:ext cx="25400" cy="25400"/>
          </a:xfrm>
          <a:prstGeom prst="ellipse">
            <a:avLst/>
          </a:prstGeom>
          <a:solidFill>
            <a:srgbClr val="566AB4">
              <a:alpha val="43000"/>
            </a:srgbClr>
          </a:solidFill>
          <a:ln w="0">
            <a:noFill/>
            <a:prstDash val="solid"/>
          </a:ln>
        </p:spPr>
      </p:sp>
      <p:sp>
        <p:nvSpPr>
          <p:cNvPr id="4397" name="LigandSeek2_vs_LigandSeek1_ellipse_9911">
            <a:extLst>
              <a:ext uri="{FF2B5EF4-FFF2-40B4-BE49-F238E27FC236}">
                <a16:creationId xmlns:a16="http://schemas.microsoft.com/office/drawing/2014/main" id="{0C7E8F33-0578-49C3-8079-81B54958DD60}"/>
              </a:ext>
            </a:extLst>
          </p:cNvPr>
          <p:cNvSpPr>
            <a:spLocks noGrp="1"/>
          </p:cNvSpPr>
          <p:nvPr/>
        </p:nvSpPr>
        <p:spPr>
          <a:xfrm>
            <a:off x="724678" y="5246195"/>
            <a:ext cx="25400" cy="25400"/>
          </a:xfrm>
          <a:prstGeom prst="ellipse">
            <a:avLst/>
          </a:prstGeom>
          <a:solidFill>
            <a:srgbClr val="566AB4">
              <a:alpha val="43000"/>
            </a:srgbClr>
          </a:solidFill>
          <a:ln w="0">
            <a:noFill/>
            <a:prstDash val="solid"/>
          </a:ln>
        </p:spPr>
      </p:sp>
      <p:sp>
        <p:nvSpPr>
          <p:cNvPr id="4398" name="LigandSeek2_vs_LigandSeek1_ellipse_9912">
            <a:extLst>
              <a:ext uri="{FF2B5EF4-FFF2-40B4-BE49-F238E27FC236}">
                <a16:creationId xmlns:a16="http://schemas.microsoft.com/office/drawing/2014/main" id="{655F4C1D-358F-4133-9426-8629CA8D2122}"/>
              </a:ext>
            </a:extLst>
          </p:cNvPr>
          <p:cNvSpPr>
            <a:spLocks noGrp="1"/>
          </p:cNvSpPr>
          <p:nvPr/>
        </p:nvSpPr>
        <p:spPr>
          <a:xfrm>
            <a:off x="726402" y="5500007"/>
            <a:ext cx="25400" cy="25400"/>
          </a:xfrm>
          <a:prstGeom prst="ellipse">
            <a:avLst/>
          </a:prstGeom>
          <a:solidFill>
            <a:srgbClr val="566AB4">
              <a:alpha val="43000"/>
            </a:srgbClr>
          </a:solidFill>
          <a:ln w="0">
            <a:noFill/>
            <a:prstDash val="solid"/>
          </a:ln>
        </p:spPr>
      </p:sp>
      <p:sp>
        <p:nvSpPr>
          <p:cNvPr id="4399" name="LigandSeek2_vs_LigandSeek1_ellipse_9913">
            <a:extLst>
              <a:ext uri="{FF2B5EF4-FFF2-40B4-BE49-F238E27FC236}">
                <a16:creationId xmlns:a16="http://schemas.microsoft.com/office/drawing/2014/main" id="{F11ECE20-7D6C-4626-B3DD-066414C01479}"/>
              </a:ext>
            </a:extLst>
          </p:cNvPr>
          <p:cNvSpPr>
            <a:spLocks noGrp="1"/>
          </p:cNvSpPr>
          <p:nvPr/>
        </p:nvSpPr>
        <p:spPr>
          <a:xfrm>
            <a:off x="836127" y="5246195"/>
            <a:ext cx="25400" cy="25400"/>
          </a:xfrm>
          <a:prstGeom prst="ellipse">
            <a:avLst/>
          </a:prstGeom>
          <a:solidFill>
            <a:srgbClr val="566AB4">
              <a:alpha val="43000"/>
            </a:srgbClr>
          </a:solidFill>
          <a:ln w="0">
            <a:noFill/>
            <a:prstDash val="solid"/>
          </a:ln>
        </p:spPr>
      </p:sp>
      <p:sp>
        <p:nvSpPr>
          <p:cNvPr id="4400" name="LigandSeek2_vs_LigandSeek1_ellipse_9914">
            <a:extLst>
              <a:ext uri="{FF2B5EF4-FFF2-40B4-BE49-F238E27FC236}">
                <a16:creationId xmlns:a16="http://schemas.microsoft.com/office/drawing/2014/main" id="{EE081DC5-A1B8-4399-BBD5-DC3825D420A5}"/>
              </a:ext>
            </a:extLst>
          </p:cNvPr>
          <p:cNvSpPr>
            <a:spLocks noGrp="1"/>
          </p:cNvSpPr>
          <p:nvPr/>
        </p:nvSpPr>
        <p:spPr>
          <a:xfrm>
            <a:off x="724297" y="5626912"/>
            <a:ext cx="25400" cy="25400"/>
          </a:xfrm>
          <a:prstGeom prst="ellipse">
            <a:avLst/>
          </a:prstGeom>
          <a:solidFill>
            <a:srgbClr val="566AB4">
              <a:alpha val="43000"/>
            </a:srgbClr>
          </a:solidFill>
          <a:ln w="0">
            <a:noFill/>
            <a:prstDash val="solid"/>
          </a:ln>
        </p:spPr>
      </p:sp>
      <p:sp>
        <p:nvSpPr>
          <p:cNvPr id="4401" name="LigandSeek2_vs_LigandSeek1_ellipse_9915">
            <a:extLst>
              <a:ext uri="{FF2B5EF4-FFF2-40B4-BE49-F238E27FC236}">
                <a16:creationId xmlns:a16="http://schemas.microsoft.com/office/drawing/2014/main" id="{E026E652-FCC4-49AE-AA94-087787FD6C80}"/>
              </a:ext>
            </a:extLst>
          </p:cNvPr>
          <p:cNvSpPr>
            <a:spLocks noGrp="1"/>
          </p:cNvSpPr>
          <p:nvPr/>
        </p:nvSpPr>
        <p:spPr>
          <a:xfrm>
            <a:off x="822753" y="5246195"/>
            <a:ext cx="25400" cy="25400"/>
          </a:xfrm>
          <a:prstGeom prst="ellipse">
            <a:avLst/>
          </a:prstGeom>
          <a:solidFill>
            <a:srgbClr val="566AB4">
              <a:alpha val="43000"/>
            </a:srgbClr>
          </a:solidFill>
          <a:ln w="0">
            <a:noFill/>
            <a:prstDash val="solid"/>
          </a:ln>
        </p:spPr>
      </p:sp>
      <p:sp>
        <p:nvSpPr>
          <p:cNvPr id="4402" name="LigandSeek2_vs_LigandSeek1_ellipse_9916">
            <a:extLst>
              <a:ext uri="{FF2B5EF4-FFF2-40B4-BE49-F238E27FC236}">
                <a16:creationId xmlns:a16="http://schemas.microsoft.com/office/drawing/2014/main" id="{12C4EC58-9F98-4145-8BAB-4B9A237295A4}"/>
              </a:ext>
            </a:extLst>
          </p:cNvPr>
          <p:cNvSpPr>
            <a:spLocks noGrp="1"/>
          </p:cNvSpPr>
          <p:nvPr/>
        </p:nvSpPr>
        <p:spPr>
          <a:xfrm>
            <a:off x="717788" y="5246195"/>
            <a:ext cx="25400" cy="25400"/>
          </a:xfrm>
          <a:prstGeom prst="ellipse">
            <a:avLst/>
          </a:prstGeom>
          <a:solidFill>
            <a:srgbClr val="566AB4">
              <a:alpha val="43000"/>
            </a:srgbClr>
          </a:solidFill>
          <a:ln w="0">
            <a:noFill/>
            <a:prstDash val="solid"/>
          </a:ln>
        </p:spPr>
      </p:sp>
      <p:sp>
        <p:nvSpPr>
          <p:cNvPr id="4403" name="LigandSeek2_vs_LigandSeek1_ellipse_9917">
            <a:extLst>
              <a:ext uri="{FF2B5EF4-FFF2-40B4-BE49-F238E27FC236}">
                <a16:creationId xmlns:a16="http://schemas.microsoft.com/office/drawing/2014/main" id="{7EDB98B4-FD04-4C0F-A9D4-D250BB4F67DF}"/>
              </a:ext>
            </a:extLst>
          </p:cNvPr>
          <p:cNvSpPr>
            <a:spLocks noGrp="1"/>
          </p:cNvSpPr>
          <p:nvPr/>
        </p:nvSpPr>
        <p:spPr>
          <a:xfrm>
            <a:off x="814169" y="5246195"/>
            <a:ext cx="25400" cy="25400"/>
          </a:xfrm>
          <a:prstGeom prst="ellipse">
            <a:avLst/>
          </a:prstGeom>
          <a:solidFill>
            <a:srgbClr val="566AB4">
              <a:alpha val="43000"/>
            </a:srgbClr>
          </a:solidFill>
          <a:ln w="0">
            <a:noFill/>
            <a:prstDash val="solid"/>
          </a:ln>
        </p:spPr>
      </p:sp>
      <p:sp>
        <p:nvSpPr>
          <p:cNvPr id="4404" name="LigandSeek2_vs_LigandSeek1_ellipse_9918">
            <a:extLst>
              <a:ext uri="{FF2B5EF4-FFF2-40B4-BE49-F238E27FC236}">
                <a16:creationId xmlns:a16="http://schemas.microsoft.com/office/drawing/2014/main" id="{2CFB5F68-DF93-4213-8151-806F9CB579E8}"/>
              </a:ext>
            </a:extLst>
          </p:cNvPr>
          <p:cNvSpPr>
            <a:spLocks noGrp="1"/>
          </p:cNvSpPr>
          <p:nvPr/>
        </p:nvSpPr>
        <p:spPr>
          <a:xfrm>
            <a:off x="807034" y="6388346"/>
            <a:ext cx="25400" cy="25400"/>
          </a:xfrm>
          <a:prstGeom prst="ellipse">
            <a:avLst/>
          </a:prstGeom>
          <a:solidFill>
            <a:srgbClr val="566AB4">
              <a:alpha val="43000"/>
            </a:srgbClr>
          </a:solidFill>
          <a:ln w="0">
            <a:noFill/>
            <a:prstDash val="solid"/>
          </a:ln>
        </p:spPr>
      </p:sp>
      <p:sp>
        <p:nvSpPr>
          <p:cNvPr id="4405" name="LigandSeek2_vs_LigandSeek1_ellipse_9919">
            <a:extLst>
              <a:ext uri="{FF2B5EF4-FFF2-40B4-BE49-F238E27FC236}">
                <a16:creationId xmlns:a16="http://schemas.microsoft.com/office/drawing/2014/main" id="{10803502-6D72-4255-A8A4-46CEA5232BEC}"/>
              </a:ext>
            </a:extLst>
          </p:cNvPr>
          <p:cNvSpPr>
            <a:spLocks noGrp="1"/>
          </p:cNvSpPr>
          <p:nvPr/>
        </p:nvSpPr>
        <p:spPr>
          <a:xfrm>
            <a:off x="840663" y="5912450"/>
            <a:ext cx="25400" cy="25400"/>
          </a:xfrm>
          <a:prstGeom prst="ellipse">
            <a:avLst/>
          </a:prstGeom>
          <a:solidFill>
            <a:srgbClr val="566AB4">
              <a:alpha val="43000"/>
            </a:srgbClr>
          </a:solidFill>
          <a:ln w="0">
            <a:noFill/>
            <a:prstDash val="solid"/>
          </a:ln>
        </p:spPr>
      </p:sp>
      <p:sp>
        <p:nvSpPr>
          <p:cNvPr id="4406" name="LigandSeek2_vs_LigandSeek1_ellipse_9920">
            <a:extLst>
              <a:ext uri="{FF2B5EF4-FFF2-40B4-BE49-F238E27FC236}">
                <a16:creationId xmlns:a16="http://schemas.microsoft.com/office/drawing/2014/main" id="{3494EC47-CF23-4CBF-87D7-896AB40E94F0}"/>
              </a:ext>
            </a:extLst>
          </p:cNvPr>
          <p:cNvSpPr>
            <a:spLocks noGrp="1"/>
          </p:cNvSpPr>
          <p:nvPr/>
        </p:nvSpPr>
        <p:spPr>
          <a:xfrm>
            <a:off x="791181" y="6031424"/>
            <a:ext cx="25400" cy="25400"/>
          </a:xfrm>
          <a:prstGeom prst="ellipse">
            <a:avLst/>
          </a:prstGeom>
          <a:solidFill>
            <a:srgbClr val="566AB4">
              <a:alpha val="43000"/>
            </a:srgbClr>
          </a:solidFill>
          <a:ln w="0">
            <a:noFill/>
            <a:prstDash val="solid"/>
          </a:ln>
        </p:spPr>
      </p:sp>
      <p:sp>
        <p:nvSpPr>
          <p:cNvPr id="4407" name="LigandSeek2_vs_LigandSeek1_ellipse_9921">
            <a:extLst>
              <a:ext uri="{FF2B5EF4-FFF2-40B4-BE49-F238E27FC236}">
                <a16:creationId xmlns:a16="http://schemas.microsoft.com/office/drawing/2014/main" id="{74101DF2-C267-4BDE-93BF-421EED30F53F}"/>
              </a:ext>
            </a:extLst>
          </p:cNvPr>
          <p:cNvSpPr>
            <a:spLocks noGrp="1"/>
          </p:cNvSpPr>
          <p:nvPr/>
        </p:nvSpPr>
        <p:spPr>
          <a:xfrm>
            <a:off x="738627" y="6388346"/>
            <a:ext cx="25400" cy="25400"/>
          </a:xfrm>
          <a:prstGeom prst="ellipse">
            <a:avLst/>
          </a:prstGeom>
          <a:solidFill>
            <a:srgbClr val="566AB4">
              <a:alpha val="43000"/>
            </a:srgbClr>
          </a:solidFill>
          <a:ln w="0">
            <a:noFill/>
            <a:prstDash val="solid"/>
          </a:ln>
        </p:spPr>
      </p:sp>
      <p:sp>
        <p:nvSpPr>
          <p:cNvPr id="4408" name="LigandSeek2_vs_LigandSeek1_ellipse_9922">
            <a:extLst>
              <a:ext uri="{FF2B5EF4-FFF2-40B4-BE49-F238E27FC236}">
                <a16:creationId xmlns:a16="http://schemas.microsoft.com/office/drawing/2014/main" id="{4149C7F8-DC65-40C9-93AB-0E8D5B609E9D}"/>
              </a:ext>
            </a:extLst>
          </p:cNvPr>
          <p:cNvSpPr>
            <a:spLocks noGrp="1"/>
          </p:cNvSpPr>
          <p:nvPr/>
        </p:nvSpPr>
        <p:spPr>
          <a:xfrm>
            <a:off x="861390" y="5246195"/>
            <a:ext cx="25400" cy="25400"/>
          </a:xfrm>
          <a:prstGeom prst="ellipse">
            <a:avLst/>
          </a:prstGeom>
          <a:solidFill>
            <a:srgbClr val="566AB4">
              <a:alpha val="43000"/>
            </a:srgbClr>
          </a:solidFill>
          <a:ln w="0">
            <a:noFill/>
            <a:prstDash val="solid"/>
          </a:ln>
        </p:spPr>
      </p:sp>
      <p:sp>
        <p:nvSpPr>
          <p:cNvPr id="4409" name="LigandSeek2_vs_LigandSeek1_ellipse_9923">
            <a:extLst>
              <a:ext uri="{FF2B5EF4-FFF2-40B4-BE49-F238E27FC236}">
                <a16:creationId xmlns:a16="http://schemas.microsoft.com/office/drawing/2014/main" id="{79A5B99F-C700-425D-A7DF-1384A573A8F7}"/>
              </a:ext>
            </a:extLst>
          </p:cNvPr>
          <p:cNvSpPr>
            <a:spLocks noGrp="1"/>
          </p:cNvSpPr>
          <p:nvPr/>
        </p:nvSpPr>
        <p:spPr>
          <a:xfrm>
            <a:off x="721269" y="6116406"/>
            <a:ext cx="25400" cy="25400"/>
          </a:xfrm>
          <a:prstGeom prst="ellipse">
            <a:avLst/>
          </a:prstGeom>
          <a:solidFill>
            <a:srgbClr val="566AB4">
              <a:alpha val="43000"/>
            </a:srgbClr>
          </a:solidFill>
          <a:ln w="0">
            <a:noFill/>
            <a:prstDash val="solid"/>
          </a:ln>
        </p:spPr>
      </p:sp>
      <p:sp>
        <p:nvSpPr>
          <p:cNvPr id="4410" name="LigandSeek2_vs_LigandSeek1_ellipse_9924">
            <a:extLst>
              <a:ext uri="{FF2B5EF4-FFF2-40B4-BE49-F238E27FC236}">
                <a16:creationId xmlns:a16="http://schemas.microsoft.com/office/drawing/2014/main" id="{AC778F7D-A9DE-481D-8EAB-60C86B6864CD}"/>
              </a:ext>
            </a:extLst>
          </p:cNvPr>
          <p:cNvSpPr>
            <a:spLocks noGrp="1"/>
          </p:cNvSpPr>
          <p:nvPr/>
        </p:nvSpPr>
        <p:spPr>
          <a:xfrm>
            <a:off x="840922" y="5246195"/>
            <a:ext cx="25400" cy="25400"/>
          </a:xfrm>
          <a:prstGeom prst="ellipse">
            <a:avLst/>
          </a:prstGeom>
          <a:solidFill>
            <a:srgbClr val="566AB4">
              <a:alpha val="43000"/>
            </a:srgbClr>
          </a:solidFill>
          <a:ln w="0">
            <a:noFill/>
            <a:prstDash val="solid"/>
          </a:ln>
        </p:spPr>
      </p:sp>
      <p:sp>
        <p:nvSpPr>
          <p:cNvPr id="4411" name="LigandSeek2_vs_LigandSeek1_ellipse_9925">
            <a:extLst>
              <a:ext uri="{FF2B5EF4-FFF2-40B4-BE49-F238E27FC236}">
                <a16:creationId xmlns:a16="http://schemas.microsoft.com/office/drawing/2014/main" id="{33D3156A-1CA5-4931-9E82-E8ECD1F8BD3E}"/>
              </a:ext>
            </a:extLst>
          </p:cNvPr>
          <p:cNvSpPr>
            <a:spLocks noGrp="1"/>
          </p:cNvSpPr>
          <p:nvPr/>
        </p:nvSpPr>
        <p:spPr>
          <a:xfrm>
            <a:off x="716016" y="5531733"/>
            <a:ext cx="25400" cy="25400"/>
          </a:xfrm>
          <a:prstGeom prst="ellipse">
            <a:avLst/>
          </a:prstGeom>
          <a:solidFill>
            <a:srgbClr val="566AB4">
              <a:alpha val="43000"/>
            </a:srgbClr>
          </a:solidFill>
          <a:ln w="0">
            <a:noFill/>
            <a:prstDash val="solid"/>
          </a:ln>
        </p:spPr>
      </p:sp>
      <p:sp>
        <p:nvSpPr>
          <p:cNvPr id="4412" name="LigandSeek2_vs_LigandSeek1_ellipse_9926">
            <a:extLst>
              <a:ext uri="{FF2B5EF4-FFF2-40B4-BE49-F238E27FC236}">
                <a16:creationId xmlns:a16="http://schemas.microsoft.com/office/drawing/2014/main" id="{6E0D7FD8-A2F2-491A-831D-72250E1482F9}"/>
              </a:ext>
            </a:extLst>
          </p:cNvPr>
          <p:cNvSpPr>
            <a:spLocks noGrp="1"/>
          </p:cNvSpPr>
          <p:nvPr/>
        </p:nvSpPr>
        <p:spPr>
          <a:xfrm>
            <a:off x="806073" y="5817271"/>
            <a:ext cx="25400" cy="25400"/>
          </a:xfrm>
          <a:prstGeom prst="ellipse">
            <a:avLst/>
          </a:prstGeom>
          <a:solidFill>
            <a:srgbClr val="566AB4">
              <a:alpha val="43000"/>
            </a:srgbClr>
          </a:solidFill>
          <a:ln w="0">
            <a:noFill/>
            <a:prstDash val="solid"/>
          </a:ln>
        </p:spPr>
      </p:sp>
      <p:sp>
        <p:nvSpPr>
          <p:cNvPr id="4413" name="LigandSeek2_vs_LigandSeek1_ellipse_9927">
            <a:extLst>
              <a:ext uri="{FF2B5EF4-FFF2-40B4-BE49-F238E27FC236}">
                <a16:creationId xmlns:a16="http://schemas.microsoft.com/office/drawing/2014/main" id="{944FB053-4C25-4248-A31B-2371A5D8042E}"/>
              </a:ext>
            </a:extLst>
          </p:cNvPr>
          <p:cNvSpPr>
            <a:spLocks noGrp="1"/>
          </p:cNvSpPr>
          <p:nvPr/>
        </p:nvSpPr>
        <p:spPr>
          <a:xfrm>
            <a:off x="719899" y="5246195"/>
            <a:ext cx="25400" cy="25400"/>
          </a:xfrm>
          <a:prstGeom prst="ellipse">
            <a:avLst/>
          </a:prstGeom>
          <a:solidFill>
            <a:srgbClr val="566AB4">
              <a:alpha val="43000"/>
            </a:srgbClr>
          </a:solidFill>
          <a:ln w="0">
            <a:noFill/>
            <a:prstDash val="solid"/>
          </a:ln>
        </p:spPr>
      </p:sp>
      <p:sp>
        <p:nvSpPr>
          <p:cNvPr id="4414" name="LigandSeek2_vs_LigandSeek1_ellipse_9928">
            <a:extLst>
              <a:ext uri="{FF2B5EF4-FFF2-40B4-BE49-F238E27FC236}">
                <a16:creationId xmlns:a16="http://schemas.microsoft.com/office/drawing/2014/main" id="{FA550C66-9CFC-4372-981E-FDFEC13EF06E}"/>
              </a:ext>
            </a:extLst>
          </p:cNvPr>
          <p:cNvSpPr>
            <a:spLocks noGrp="1"/>
          </p:cNvSpPr>
          <p:nvPr/>
        </p:nvSpPr>
        <p:spPr>
          <a:xfrm>
            <a:off x="841494" y="5960040"/>
            <a:ext cx="25400" cy="25400"/>
          </a:xfrm>
          <a:prstGeom prst="ellipse">
            <a:avLst/>
          </a:prstGeom>
          <a:solidFill>
            <a:srgbClr val="566AB4">
              <a:alpha val="43000"/>
            </a:srgbClr>
          </a:solidFill>
          <a:ln w="0">
            <a:noFill/>
            <a:prstDash val="solid"/>
          </a:ln>
        </p:spPr>
      </p:sp>
      <p:sp>
        <p:nvSpPr>
          <p:cNvPr id="4415" name="LigandSeek2_vs_LigandSeek1_ellipse_9929">
            <a:extLst>
              <a:ext uri="{FF2B5EF4-FFF2-40B4-BE49-F238E27FC236}">
                <a16:creationId xmlns:a16="http://schemas.microsoft.com/office/drawing/2014/main" id="{FB9F09B8-AF9F-458F-9551-86DADB74FD90}"/>
              </a:ext>
            </a:extLst>
          </p:cNvPr>
          <p:cNvSpPr>
            <a:spLocks noGrp="1"/>
          </p:cNvSpPr>
          <p:nvPr/>
        </p:nvSpPr>
        <p:spPr>
          <a:xfrm>
            <a:off x="849875" y="5980435"/>
            <a:ext cx="25400" cy="25400"/>
          </a:xfrm>
          <a:prstGeom prst="ellipse">
            <a:avLst/>
          </a:prstGeom>
          <a:solidFill>
            <a:srgbClr val="566AB4">
              <a:alpha val="43000"/>
            </a:srgbClr>
          </a:solidFill>
          <a:ln w="0">
            <a:noFill/>
            <a:prstDash val="solid"/>
          </a:ln>
        </p:spPr>
      </p:sp>
      <p:sp>
        <p:nvSpPr>
          <p:cNvPr id="4416" name="LigandSeek2_vs_LigandSeek1_ellipse_9930">
            <a:extLst>
              <a:ext uri="{FF2B5EF4-FFF2-40B4-BE49-F238E27FC236}">
                <a16:creationId xmlns:a16="http://schemas.microsoft.com/office/drawing/2014/main" id="{857D5161-B755-4B87-B3AE-6559A1A7A577}"/>
              </a:ext>
            </a:extLst>
          </p:cNvPr>
          <p:cNvSpPr>
            <a:spLocks noGrp="1"/>
          </p:cNvSpPr>
          <p:nvPr/>
        </p:nvSpPr>
        <p:spPr>
          <a:xfrm>
            <a:off x="816517" y="6388346"/>
            <a:ext cx="25400" cy="25400"/>
          </a:xfrm>
          <a:prstGeom prst="ellipse">
            <a:avLst/>
          </a:prstGeom>
          <a:solidFill>
            <a:srgbClr val="566AB4">
              <a:alpha val="43000"/>
            </a:srgbClr>
          </a:solidFill>
          <a:ln w="0">
            <a:noFill/>
            <a:prstDash val="solid"/>
          </a:ln>
        </p:spPr>
      </p:sp>
      <p:sp>
        <p:nvSpPr>
          <p:cNvPr id="4417" name="LigandSeek2_vs_LigandSeek1_ellipse_9931">
            <a:extLst>
              <a:ext uri="{FF2B5EF4-FFF2-40B4-BE49-F238E27FC236}">
                <a16:creationId xmlns:a16="http://schemas.microsoft.com/office/drawing/2014/main" id="{88A69F95-706D-4015-97DD-D8E3E54451AA}"/>
              </a:ext>
            </a:extLst>
          </p:cNvPr>
          <p:cNvSpPr>
            <a:spLocks noGrp="1"/>
          </p:cNvSpPr>
          <p:nvPr/>
        </p:nvSpPr>
        <p:spPr>
          <a:xfrm>
            <a:off x="754539" y="5817271"/>
            <a:ext cx="25400" cy="25400"/>
          </a:xfrm>
          <a:prstGeom prst="ellipse">
            <a:avLst/>
          </a:prstGeom>
          <a:solidFill>
            <a:srgbClr val="566AB4">
              <a:alpha val="43000"/>
            </a:srgbClr>
          </a:solidFill>
          <a:ln w="0">
            <a:noFill/>
            <a:prstDash val="solid"/>
          </a:ln>
        </p:spPr>
      </p:sp>
      <p:sp>
        <p:nvSpPr>
          <p:cNvPr id="4418" name="LigandSeek2_vs_LigandSeek1_ellipse_9932">
            <a:extLst>
              <a:ext uri="{FF2B5EF4-FFF2-40B4-BE49-F238E27FC236}">
                <a16:creationId xmlns:a16="http://schemas.microsoft.com/office/drawing/2014/main" id="{56A31488-4319-428A-B85D-366FBC4EFD97}"/>
              </a:ext>
            </a:extLst>
          </p:cNvPr>
          <p:cNvSpPr>
            <a:spLocks noGrp="1"/>
          </p:cNvSpPr>
          <p:nvPr/>
        </p:nvSpPr>
        <p:spPr>
          <a:xfrm>
            <a:off x="868026" y="5246195"/>
            <a:ext cx="25400" cy="25400"/>
          </a:xfrm>
          <a:prstGeom prst="ellipse">
            <a:avLst/>
          </a:prstGeom>
          <a:solidFill>
            <a:srgbClr val="566AB4">
              <a:alpha val="43000"/>
            </a:srgbClr>
          </a:solidFill>
          <a:ln w="0">
            <a:noFill/>
            <a:prstDash val="solid"/>
          </a:ln>
        </p:spPr>
      </p:sp>
      <p:sp>
        <p:nvSpPr>
          <p:cNvPr id="4419" name="LigandSeek2_vs_LigandSeek1_ellipse_9933">
            <a:extLst>
              <a:ext uri="{FF2B5EF4-FFF2-40B4-BE49-F238E27FC236}">
                <a16:creationId xmlns:a16="http://schemas.microsoft.com/office/drawing/2014/main" id="{338DD3E7-9D6E-447A-8520-BDA7D9844171}"/>
              </a:ext>
            </a:extLst>
          </p:cNvPr>
          <p:cNvSpPr>
            <a:spLocks noGrp="1"/>
          </p:cNvSpPr>
          <p:nvPr/>
        </p:nvSpPr>
        <p:spPr>
          <a:xfrm>
            <a:off x="836353" y="5322339"/>
            <a:ext cx="25400" cy="25400"/>
          </a:xfrm>
          <a:prstGeom prst="ellipse">
            <a:avLst/>
          </a:prstGeom>
          <a:solidFill>
            <a:srgbClr val="566AB4">
              <a:alpha val="43000"/>
            </a:srgbClr>
          </a:solidFill>
          <a:ln w="0">
            <a:noFill/>
            <a:prstDash val="solid"/>
          </a:ln>
        </p:spPr>
      </p:sp>
      <p:sp>
        <p:nvSpPr>
          <p:cNvPr id="4420" name="LigandSeek2_vs_LigandSeek1_ellipse_9934">
            <a:extLst>
              <a:ext uri="{FF2B5EF4-FFF2-40B4-BE49-F238E27FC236}">
                <a16:creationId xmlns:a16="http://schemas.microsoft.com/office/drawing/2014/main" id="{AAE15CE9-1A9B-4C55-B72D-0EDC637AAF3C}"/>
              </a:ext>
            </a:extLst>
          </p:cNvPr>
          <p:cNvSpPr>
            <a:spLocks noGrp="1"/>
          </p:cNvSpPr>
          <p:nvPr/>
        </p:nvSpPr>
        <p:spPr>
          <a:xfrm>
            <a:off x="790782" y="5246195"/>
            <a:ext cx="25400" cy="25400"/>
          </a:xfrm>
          <a:prstGeom prst="ellipse">
            <a:avLst/>
          </a:prstGeom>
          <a:solidFill>
            <a:srgbClr val="566AB4">
              <a:alpha val="43000"/>
            </a:srgbClr>
          </a:solidFill>
          <a:ln w="0">
            <a:noFill/>
            <a:prstDash val="solid"/>
          </a:ln>
        </p:spPr>
      </p:sp>
      <p:sp>
        <p:nvSpPr>
          <p:cNvPr id="4421" name="LigandSeek2_vs_LigandSeek1_ellipse_9935">
            <a:extLst>
              <a:ext uri="{FF2B5EF4-FFF2-40B4-BE49-F238E27FC236}">
                <a16:creationId xmlns:a16="http://schemas.microsoft.com/office/drawing/2014/main" id="{BBB6944A-0066-4BAB-9BFA-049D0260B115}"/>
              </a:ext>
            </a:extLst>
          </p:cNvPr>
          <p:cNvSpPr>
            <a:spLocks noGrp="1"/>
          </p:cNvSpPr>
          <p:nvPr/>
        </p:nvSpPr>
        <p:spPr>
          <a:xfrm>
            <a:off x="867956" y="6388346"/>
            <a:ext cx="25400" cy="25400"/>
          </a:xfrm>
          <a:prstGeom prst="ellipse">
            <a:avLst/>
          </a:prstGeom>
          <a:solidFill>
            <a:srgbClr val="566AB4">
              <a:alpha val="43000"/>
            </a:srgbClr>
          </a:solidFill>
          <a:ln w="0">
            <a:noFill/>
            <a:prstDash val="solid"/>
          </a:ln>
        </p:spPr>
      </p:sp>
      <p:sp>
        <p:nvSpPr>
          <p:cNvPr id="4422" name="LigandSeek2_vs_LigandSeek1_ellipse_9936">
            <a:extLst>
              <a:ext uri="{FF2B5EF4-FFF2-40B4-BE49-F238E27FC236}">
                <a16:creationId xmlns:a16="http://schemas.microsoft.com/office/drawing/2014/main" id="{D793469C-5C6D-426D-B702-9C8FFA657404}"/>
              </a:ext>
            </a:extLst>
          </p:cNvPr>
          <p:cNvSpPr>
            <a:spLocks noGrp="1"/>
          </p:cNvSpPr>
          <p:nvPr/>
        </p:nvSpPr>
        <p:spPr>
          <a:xfrm>
            <a:off x="802437" y="5246195"/>
            <a:ext cx="25400" cy="25400"/>
          </a:xfrm>
          <a:prstGeom prst="ellipse">
            <a:avLst/>
          </a:prstGeom>
          <a:solidFill>
            <a:srgbClr val="566AB4">
              <a:alpha val="43000"/>
            </a:srgbClr>
          </a:solidFill>
          <a:ln w="0">
            <a:noFill/>
            <a:prstDash val="solid"/>
          </a:ln>
        </p:spPr>
      </p:sp>
      <p:sp>
        <p:nvSpPr>
          <p:cNvPr id="4423" name="LigandSeek2_vs_LigandSeek1_ellipse_9937">
            <a:extLst>
              <a:ext uri="{FF2B5EF4-FFF2-40B4-BE49-F238E27FC236}">
                <a16:creationId xmlns:a16="http://schemas.microsoft.com/office/drawing/2014/main" id="{69852C53-188C-4774-A25D-4D11614E6A03}"/>
              </a:ext>
            </a:extLst>
          </p:cNvPr>
          <p:cNvSpPr>
            <a:spLocks noGrp="1"/>
          </p:cNvSpPr>
          <p:nvPr/>
        </p:nvSpPr>
        <p:spPr>
          <a:xfrm>
            <a:off x="774554" y="5246195"/>
            <a:ext cx="25400" cy="25400"/>
          </a:xfrm>
          <a:prstGeom prst="ellipse">
            <a:avLst/>
          </a:prstGeom>
          <a:solidFill>
            <a:srgbClr val="566AB4">
              <a:alpha val="43000"/>
            </a:srgbClr>
          </a:solidFill>
          <a:ln w="0">
            <a:noFill/>
            <a:prstDash val="solid"/>
          </a:ln>
        </p:spPr>
      </p:sp>
      <p:sp>
        <p:nvSpPr>
          <p:cNvPr id="4424" name="LigandSeek2_vs_LigandSeek1_ellipse_9938">
            <a:extLst>
              <a:ext uri="{FF2B5EF4-FFF2-40B4-BE49-F238E27FC236}">
                <a16:creationId xmlns:a16="http://schemas.microsoft.com/office/drawing/2014/main" id="{ABCEC223-86CD-4D89-BDFB-47000D43B3E4}"/>
              </a:ext>
            </a:extLst>
          </p:cNvPr>
          <p:cNvSpPr>
            <a:spLocks noGrp="1"/>
          </p:cNvSpPr>
          <p:nvPr/>
        </p:nvSpPr>
        <p:spPr>
          <a:xfrm>
            <a:off x="806931" y="5246195"/>
            <a:ext cx="25400" cy="25400"/>
          </a:xfrm>
          <a:prstGeom prst="ellipse">
            <a:avLst/>
          </a:prstGeom>
          <a:solidFill>
            <a:srgbClr val="566AB4">
              <a:alpha val="43000"/>
            </a:srgbClr>
          </a:solidFill>
          <a:ln w="0">
            <a:noFill/>
            <a:prstDash val="solid"/>
          </a:ln>
        </p:spPr>
      </p:sp>
      <p:sp>
        <p:nvSpPr>
          <p:cNvPr id="4425" name="LigandSeek2_vs_LigandSeek1_ellipse_9939">
            <a:extLst>
              <a:ext uri="{FF2B5EF4-FFF2-40B4-BE49-F238E27FC236}">
                <a16:creationId xmlns:a16="http://schemas.microsoft.com/office/drawing/2014/main" id="{A5065931-F719-4F48-9E84-B0F7F4D4429C}"/>
              </a:ext>
            </a:extLst>
          </p:cNvPr>
          <p:cNvSpPr>
            <a:spLocks noGrp="1"/>
          </p:cNvSpPr>
          <p:nvPr/>
        </p:nvSpPr>
        <p:spPr>
          <a:xfrm>
            <a:off x="732195" y="5246195"/>
            <a:ext cx="25400" cy="25400"/>
          </a:xfrm>
          <a:prstGeom prst="ellipse">
            <a:avLst/>
          </a:prstGeom>
          <a:solidFill>
            <a:srgbClr val="566AB4">
              <a:alpha val="43000"/>
            </a:srgbClr>
          </a:solidFill>
          <a:ln w="0">
            <a:noFill/>
            <a:prstDash val="solid"/>
          </a:ln>
        </p:spPr>
      </p:sp>
      <p:sp>
        <p:nvSpPr>
          <p:cNvPr id="4426" name="LigandSeek2_vs_LigandSeek1_ellipse_9940">
            <a:extLst>
              <a:ext uri="{FF2B5EF4-FFF2-40B4-BE49-F238E27FC236}">
                <a16:creationId xmlns:a16="http://schemas.microsoft.com/office/drawing/2014/main" id="{7427D378-64A8-4822-AD6F-5B178B9069C0}"/>
              </a:ext>
            </a:extLst>
          </p:cNvPr>
          <p:cNvSpPr>
            <a:spLocks noGrp="1"/>
          </p:cNvSpPr>
          <p:nvPr/>
        </p:nvSpPr>
        <p:spPr>
          <a:xfrm>
            <a:off x="752972" y="5817271"/>
            <a:ext cx="25400" cy="25400"/>
          </a:xfrm>
          <a:prstGeom prst="ellipse">
            <a:avLst/>
          </a:prstGeom>
          <a:solidFill>
            <a:srgbClr val="566AB4">
              <a:alpha val="43000"/>
            </a:srgbClr>
          </a:solidFill>
          <a:ln w="0">
            <a:noFill/>
            <a:prstDash val="solid"/>
          </a:ln>
        </p:spPr>
      </p:sp>
      <p:sp>
        <p:nvSpPr>
          <p:cNvPr id="4427" name="LigandSeek2_vs_LigandSeek1_ellipse_9941">
            <a:extLst>
              <a:ext uri="{FF2B5EF4-FFF2-40B4-BE49-F238E27FC236}">
                <a16:creationId xmlns:a16="http://schemas.microsoft.com/office/drawing/2014/main" id="{0B56F547-8FD3-48DB-A79A-91FFBA1A090C}"/>
              </a:ext>
            </a:extLst>
          </p:cNvPr>
          <p:cNvSpPr>
            <a:spLocks noGrp="1"/>
          </p:cNvSpPr>
          <p:nvPr/>
        </p:nvSpPr>
        <p:spPr>
          <a:xfrm>
            <a:off x="868128" y="5246195"/>
            <a:ext cx="25400" cy="25400"/>
          </a:xfrm>
          <a:prstGeom prst="ellipse">
            <a:avLst/>
          </a:prstGeom>
          <a:solidFill>
            <a:srgbClr val="566AB4">
              <a:alpha val="43000"/>
            </a:srgbClr>
          </a:solidFill>
          <a:ln w="0">
            <a:noFill/>
            <a:prstDash val="solid"/>
          </a:ln>
        </p:spPr>
      </p:sp>
      <p:sp>
        <p:nvSpPr>
          <p:cNvPr id="4428" name="LigandSeek2_vs_LigandSeek1_ellipse_9942">
            <a:extLst>
              <a:ext uri="{FF2B5EF4-FFF2-40B4-BE49-F238E27FC236}">
                <a16:creationId xmlns:a16="http://schemas.microsoft.com/office/drawing/2014/main" id="{C20ED492-C79B-4FC4-B5B5-A2790F310ADC}"/>
              </a:ext>
            </a:extLst>
          </p:cNvPr>
          <p:cNvSpPr>
            <a:spLocks noGrp="1"/>
          </p:cNvSpPr>
          <p:nvPr/>
        </p:nvSpPr>
        <p:spPr>
          <a:xfrm>
            <a:off x="751012" y="6159916"/>
            <a:ext cx="25400" cy="25400"/>
          </a:xfrm>
          <a:prstGeom prst="ellipse">
            <a:avLst/>
          </a:prstGeom>
          <a:solidFill>
            <a:srgbClr val="566AB4">
              <a:alpha val="43000"/>
            </a:srgbClr>
          </a:solidFill>
          <a:ln w="0">
            <a:noFill/>
            <a:prstDash val="solid"/>
          </a:ln>
        </p:spPr>
      </p:sp>
      <p:sp>
        <p:nvSpPr>
          <p:cNvPr id="4429" name="LigandSeek2_vs_LigandSeek1_ellipse_9943">
            <a:extLst>
              <a:ext uri="{FF2B5EF4-FFF2-40B4-BE49-F238E27FC236}">
                <a16:creationId xmlns:a16="http://schemas.microsoft.com/office/drawing/2014/main" id="{85D0D3A3-E988-4E02-B804-EE875DB40D23}"/>
              </a:ext>
            </a:extLst>
          </p:cNvPr>
          <p:cNvSpPr>
            <a:spLocks noGrp="1"/>
          </p:cNvSpPr>
          <p:nvPr/>
        </p:nvSpPr>
        <p:spPr>
          <a:xfrm>
            <a:off x="795487" y="5288497"/>
            <a:ext cx="25400" cy="25400"/>
          </a:xfrm>
          <a:prstGeom prst="ellipse">
            <a:avLst/>
          </a:prstGeom>
          <a:solidFill>
            <a:srgbClr val="566AB4">
              <a:alpha val="43000"/>
            </a:srgbClr>
          </a:solidFill>
          <a:ln w="0">
            <a:noFill/>
            <a:prstDash val="solid"/>
          </a:ln>
        </p:spPr>
      </p:sp>
      <p:sp>
        <p:nvSpPr>
          <p:cNvPr id="4430" name="LigandSeek2_vs_LigandSeek1_ellipse_9944">
            <a:extLst>
              <a:ext uri="{FF2B5EF4-FFF2-40B4-BE49-F238E27FC236}">
                <a16:creationId xmlns:a16="http://schemas.microsoft.com/office/drawing/2014/main" id="{64C32DDD-C805-4532-9EA9-CABFA0254634}"/>
              </a:ext>
            </a:extLst>
          </p:cNvPr>
          <p:cNvSpPr>
            <a:spLocks noGrp="1"/>
          </p:cNvSpPr>
          <p:nvPr/>
        </p:nvSpPr>
        <p:spPr>
          <a:xfrm>
            <a:off x="830844" y="5703056"/>
            <a:ext cx="25400" cy="25400"/>
          </a:xfrm>
          <a:prstGeom prst="ellipse">
            <a:avLst/>
          </a:prstGeom>
          <a:solidFill>
            <a:srgbClr val="566AB4">
              <a:alpha val="43000"/>
            </a:srgbClr>
          </a:solidFill>
          <a:ln w="0">
            <a:noFill/>
            <a:prstDash val="solid"/>
          </a:ln>
        </p:spPr>
      </p:sp>
      <p:sp>
        <p:nvSpPr>
          <p:cNvPr id="4431" name="LigandSeek2_vs_LigandSeek1_ellipse_9945">
            <a:extLst>
              <a:ext uri="{FF2B5EF4-FFF2-40B4-BE49-F238E27FC236}">
                <a16:creationId xmlns:a16="http://schemas.microsoft.com/office/drawing/2014/main" id="{9D79E0F2-8661-42CC-9B41-058A5AAA877E}"/>
              </a:ext>
            </a:extLst>
          </p:cNvPr>
          <p:cNvSpPr>
            <a:spLocks noGrp="1"/>
          </p:cNvSpPr>
          <p:nvPr/>
        </p:nvSpPr>
        <p:spPr>
          <a:xfrm>
            <a:off x="776785" y="5246195"/>
            <a:ext cx="25400" cy="25400"/>
          </a:xfrm>
          <a:prstGeom prst="ellipse">
            <a:avLst/>
          </a:prstGeom>
          <a:solidFill>
            <a:srgbClr val="566AB4">
              <a:alpha val="43000"/>
            </a:srgbClr>
          </a:solidFill>
          <a:ln w="0">
            <a:noFill/>
            <a:prstDash val="solid"/>
          </a:ln>
        </p:spPr>
      </p:sp>
      <p:sp>
        <p:nvSpPr>
          <p:cNvPr id="4432" name="LigandSeek2_vs_LigandSeek1_ellipse_9946">
            <a:extLst>
              <a:ext uri="{FF2B5EF4-FFF2-40B4-BE49-F238E27FC236}">
                <a16:creationId xmlns:a16="http://schemas.microsoft.com/office/drawing/2014/main" id="{029049C5-58FA-43F9-8ACB-4610B556D2F5}"/>
              </a:ext>
            </a:extLst>
          </p:cNvPr>
          <p:cNvSpPr>
            <a:spLocks noGrp="1"/>
          </p:cNvSpPr>
          <p:nvPr/>
        </p:nvSpPr>
        <p:spPr>
          <a:xfrm>
            <a:off x="799155" y="5246195"/>
            <a:ext cx="25400" cy="25400"/>
          </a:xfrm>
          <a:prstGeom prst="ellipse">
            <a:avLst/>
          </a:prstGeom>
          <a:solidFill>
            <a:srgbClr val="566AB4">
              <a:alpha val="43000"/>
            </a:srgbClr>
          </a:solidFill>
          <a:ln w="0">
            <a:noFill/>
            <a:prstDash val="solid"/>
          </a:ln>
        </p:spPr>
      </p:sp>
      <p:sp>
        <p:nvSpPr>
          <p:cNvPr id="4433" name="LigandSeek2_vs_LigandSeek1_ellipse_9947">
            <a:extLst>
              <a:ext uri="{FF2B5EF4-FFF2-40B4-BE49-F238E27FC236}">
                <a16:creationId xmlns:a16="http://schemas.microsoft.com/office/drawing/2014/main" id="{02D31385-B818-4882-95B6-29D97C1DDC2A}"/>
              </a:ext>
            </a:extLst>
          </p:cNvPr>
          <p:cNvSpPr>
            <a:spLocks noGrp="1"/>
          </p:cNvSpPr>
          <p:nvPr/>
        </p:nvSpPr>
        <p:spPr>
          <a:xfrm>
            <a:off x="813525" y="5246195"/>
            <a:ext cx="25400" cy="25400"/>
          </a:xfrm>
          <a:prstGeom prst="ellipse">
            <a:avLst/>
          </a:prstGeom>
          <a:solidFill>
            <a:srgbClr val="566AB4">
              <a:alpha val="43000"/>
            </a:srgbClr>
          </a:solidFill>
          <a:ln w="0">
            <a:noFill/>
            <a:prstDash val="solid"/>
          </a:ln>
        </p:spPr>
      </p:sp>
      <p:sp>
        <p:nvSpPr>
          <p:cNvPr id="4434" name="LigandSeek2_vs_LigandSeek1_ellipse_9948">
            <a:extLst>
              <a:ext uri="{FF2B5EF4-FFF2-40B4-BE49-F238E27FC236}">
                <a16:creationId xmlns:a16="http://schemas.microsoft.com/office/drawing/2014/main" id="{6848C1D6-F2AC-4EDA-A994-D2B05E581015}"/>
              </a:ext>
            </a:extLst>
          </p:cNvPr>
          <p:cNvSpPr>
            <a:spLocks noGrp="1"/>
          </p:cNvSpPr>
          <p:nvPr/>
        </p:nvSpPr>
        <p:spPr>
          <a:xfrm>
            <a:off x="831035" y="6388346"/>
            <a:ext cx="25400" cy="25400"/>
          </a:xfrm>
          <a:prstGeom prst="ellipse">
            <a:avLst/>
          </a:prstGeom>
          <a:solidFill>
            <a:srgbClr val="566AB4">
              <a:alpha val="43000"/>
            </a:srgbClr>
          </a:solidFill>
          <a:ln w="0">
            <a:noFill/>
            <a:prstDash val="solid"/>
          </a:ln>
        </p:spPr>
      </p:sp>
      <p:sp>
        <p:nvSpPr>
          <p:cNvPr id="4435" name="LigandSeek2_vs_LigandSeek1_ellipse_9949">
            <a:extLst>
              <a:ext uri="{FF2B5EF4-FFF2-40B4-BE49-F238E27FC236}">
                <a16:creationId xmlns:a16="http://schemas.microsoft.com/office/drawing/2014/main" id="{5577CE3A-2C0C-435A-ACB7-317C19FF877B}"/>
              </a:ext>
            </a:extLst>
          </p:cNvPr>
          <p:cNvSpPr>
            <a:spLocks noGrp="1"/>
          </p:cNvSpPr>
          <p:nvPr/>
        </p:nvSpPr>
        <p:spPr>
          <a:xfrm>
            <a:off x="861893" y="6007629"/>
            <a:ext cx="25400" cy="25400"/>
          </a:xfrm>
          <a:prstGeom prst="ellipse">
            <a:avLst/>
          </a:prstGeom>
          <a:solidFill>
            <a:srgbClr val="566AB4">
              <a:alpha val="43000"/>
            </a:srgbClr>
          </a:solidFill>
          <a:ln w="0">
            <a:noFill/>
            <a:prstDash val="solid"/>
          </a:ln>
        </p:spPr>
      </p:sp>
      <p:sp>
        <p:nvSpPr>
          <p:cNvPr id="4436" name="LigandSeek2_vs_LigandSeek1_ellipse_9950">
            <a:extLst>
              <a:ext uri="{FF2B5EF4-FFF2-40B4-BE49-F238E27FC236}">
                <a16:creationId xmlns:a16="http://schemas.microsoft.com/office/drawing/2014/main" id="{60876351-307D-472E-9F2D-27A59CA0BA76}"/>
              </a:ext>
            </a:extLst>
          </p:cNvPr>
          <p:cNvSpPr>
            <a:spLocks noGrp="1"/>
          </p:cNvSpPr>
          <p:nvPr/>
        </p:nvSpPr>
        <p:spPr>
          <a:xfrm>
            <a:off x="828412" y="6007629"/>
            <a:ext cx="25400" cy="25400"/>
          </a:xfrm>
          <a:prstGeom prst="ellipse">
            <a:avLst/>
          </a:prstGeom>
          <a:solidFill>
            <a:srgbClr val="566AB4">
              <a:alpha val="43000"/>
            </a:srgbClr>
          </a:solidFill>
          <a:ln w="0">
            <a:noFill/>
            <a:prstDash val="solid"/>
          </a:ln>
        </p:spPr>
      </p:sp>
      <p:sp>
        <p:nvSpPr>
          <p:cNvPr id="4437" name="LigandSeek2_vs_LigandSeek1_ellipse_9951">
            <a:extLst>
              <a:ext uri="{FF2B5EF4-FFF2-40B4-BE49-F238E27FC236}">
                <a16:creationId xmlns:a16="http://schemas.microsoft.com/office/drawing/2014/main" id="{7BACE4CF-6ADD-439F-8B2D-B487F3F18205}"/>
              </a:ext>
            </a:extLst>
          </p:cNvPr>
          <p:cNvSpPr>
            <a:spLocks noGrp="1"/>
          </p:cNvSpPr>
          <p:nvPr/>
        </p:nvSpPr>
        <p:spPr>
          <a:xfrm>
            <a:off x="773514" y="5246195"/>
            <a:ext cx="25400" cy="25400"/>
          </a:xfrm>
          <a:prstGeom prst="ellipse">
            <a:avLst/>
          </a:prstGeom>
          <a:solidFill>
            <a:srgbClr val="566AB4">
              <a:alpha val="43000"/>
            </a:srgbClr>
          </a:solidFill>
          <a:ln w="0">
            <a:noFill/>
            <a:prstDash val="solid"/>
          </a:ln>
        </p:spPr>
      </p:sp>
      <p:sp>
        <p:nvSpPr>
          <p:cNvPr id="4438" name="LigandSeek2_vs_LigandSeek1_ellipse_9952">
            <a:extLst>
              <a:ext uri="{FF2B5EF4-FFF2-40B4-BE49-F238E27FC236}">
                <a16:creationId xmlns:a16="http://schemas.microsoft.com/office/drawing/2014/main" id="{84829DAB-15E3-44E1-8329-87C4BA1C8685}"/>
              </a:ext>
            </a:extLst>
          </p:cNvPr>
          <p:cNvSpPr>
            <a:spLocks noGrp="1"/>
          </p:cNvSpPr>
          <p:nvPr/>
        </p:nvSpPr>
        <p:spPr>
          <a:xfrm>
            <a:off x="790215" y="6388346"/>
            <a:ext cx="25400" cy="25400"/>
          </a:xfrm>
          <a:prstGeom prst="ellipse">
            <a:avLst/>
          </a:prstGeom>
          <a:solidFill>
            <a:srgbClr val="566AB4">
              <a:alpha val="43000"/>
            </a:srgbClr>
          </a:solidFill>
          <a:ln w="0">
            <a:noFill/>
            <a:prstDash val="solid"/>
          </a:ln>
        </p:spPr>
      </p:sp>
      <p:sp>
        <p:nvSpPr>
          <p:cNvPr id="4439" name="LigandSeek2_vs_LigandSeek1_ellipse_9953">
            <a:extLst>
              <a:ext uri="{FF2B5EF4-FFF2-40B4-BE49-F238E27FC236}">
                <a16:creationId xmlns:a16="http://schemas.microsoft.com/office/drawing/2014/main" id="{B5DBC84F-25CF-422F-A7C2-E27522E2CB58}"/>
              </a:ext>
            </a:extLst>
          </p:cNvPr>
          <p:cNvSpPr>
            <a:spLocks noGrp="1"/>
          </p:cNvSpPr>
          <p:nvPr/>
        </p:nvSpPr>
        <p:spPr>
          <a:xfrm>
            <a:off x="850364" y="5402961"/>
            <a:ext cx="25400" cy="25400"/>
          </a:xfrm>
          <a:prstGeom prst="ellipse">
            <a:avLst/>
          </a:prstGeom>
          <a:solidFill>
            <a:srgbClr val="566AB4">
              <a:alpha val="43000"/>
            </a:srgbClr>
          </a:solidFill>
          <a:ln w="0">
            <a:noFill/>
            <a:prstDash val="solid"/>
          </a:ln>
        </p:spPr>
      </p:sp>
      <p:sp>
        <p:nvSpPr>
          <p:cNvPr id="4440" name="LigandSeek2_vs_LigandSeek1_ellipse_9954">
            <a:extLst>
              <a:ext uri="{FF2B5EF4-FFF2-40B4-BE49-F238E27FC236}">
                <a16:creationId xmlns:a16="http://schemas.microsoft.com/office/drawing/2014/main" id="{C13591CF-C523-4BEF-A1DA-F3D50AB653A0}"/>
              </a:ext>
            </a:extLst>
          </p:cNvPr>
          <p:cNvSpPr>
            <a:spLocks noGrp="1"/>
          </p:cNvSpPr>
          <p:nvPr/>
        </p:nvSpPr>
        <p:spPr>
          <a:xfrm>
            <a:off x="733323" y="5246195"/>
            <a:ext cx="25400" cy="25400"/>
          </a:xfrm>
          <a:prstGeom prst="ellipse">
            <a:avLst/>
          </a:prstGeom>
          <a:solidFill>
            <a:srgbClr val="566AB4">
              <a:alpha val="43000"/>
            </a:srgbClr>
          </a:solidFill>
          <a:ln w="0">
            <a:noFill/>
            <a:prstDash val="solid"/>
          </a:ln>
        </p:spPr>
      </p:sp>
      <p:sp>
        <p:nvSpPr>
          <p:cNvPr id="4441" name="LigandSeek2_vs_LigandSeek1_ellipse_9955">
            <a:extLst>
              <a:ext uri="{FF2B5EF4-FFF2-40B4-BE49-F238E27FC236}">
                <a16:creationId xmlns:a16="http://schemas.microsoft.com/office/drawing/2014/main" id="{92C35244-E045-4D35-BC18-22378ABA75F4}"/>
              </a:ext>
            </a:extLst>
          </p:cNvPr>
          <p:cNvSpPr>
            <a:spLocks noGrp="1"/>
          </p:cNvSpPr>
          <p:nvPr/>
        </p:nvSpPr>
        <p:spPr>
          <a:xfrm>
            <a:off x="862680" y="5931486"/>
            <a:ext cx="25400" cy="25400"/>
          </a:xfrm>
          <a:prstGeom prst="ellipse">
            <a:avLst/>
          </a:prstGeom>
          <a:solidFill>
            <a:srgbClr val="566AB4">
              <a:alpha val="43000"/>
            </a:srgbClr>
          </a:solidFill>
          <a:ln w="0">
            <a:noFill/>
            <a:prstDash val="solid"/>
          </a:ln>
        </p:spPr>
      </p:sp>
      <p:sp>
        <p:nvSpPr>
          <p:cNvPr id="4442" name="LigandSeek2_vs_LigandSeek1_ellipse_9956">
            <a:extLst>
              <a:ext uri="{FF2B5EF4-FFF2-40B4-BE49-F238E27FC236}">
                <a16:creationId xmlns:a16="http://schemas.microsoft.com/office/drawing/2014/main" id="{185B5D92-2217-42B0-B37A-D9024B918E25}"/>
              </a:ext>
            </a:extLst>
          </p:cNvPr>
          <p:cNvSpPr>
            <a:spLocks noGrp="1"/>
          </p:cNvSpPr>
          <p:nvPr/>
        </p:nvSpPr>
        <p:spPr>
          <a:xfrm>
            <a:off x="779983" y="6388346"/>
            <a:ext cx="25400" cy="25400"/>
          </a:xfrm>
          <a:prstGeom prst="ellipse">
            <a:avLst/>
          </a:prstGeom>
          <a:solidFill>
            <a:srgbClr val="566AB4">
              <a:alpha val="43000"/>
            </a:srgbClr>
          </a:solidFill>
          <a:ln w="0">
            <a:noFill/>
            <a:prstDash val="solid"/>
          </a:ln>
        </p:spPr>
      </p:sp>
      <p:sp>
        <p:nvSpPr>
          <p:cNvPr id="4443" name="LigandSeek2_vs_LigandSeek1_ellipse_9957">
            <a:extLst>
              <a:ext uri="{FF2B5EF4-FFF2-40B4-BE49-F238E27FC236}">
                <a16:creationId xmlns:a16="http://schemas.microsoft.com/office/drawing/2014/main" id="{86BA0FD2-288A-49EC-804E-3B4FA742283E}"/>
              </a:ext>
            </a:extLst>
          </p:cNvPr>
          <p:cNvSpPr>
            <a:spLocks noGrp="1"/>
          </p:cNvSpPr>
          <p:nvPr/>
        </p:nvSpPr>
        <p:spPr>
          <a:xfrm>
            <a:off x="858213" y="6388346"/>
            <a:ext cx="25400" cy="25400"/>
          </a:xfrm>
          <a:prstGeom prst="ellipse">
            <a:avLst/>
          </a:prstGeom>
          <a:solidFill>
            <a:srgbClr val="566AB4">
              <a:alpha val="43000"/>
            </a:srgbClr>
          </a:solidFill>
          <a:ln w="0">
            <a:noFill/>
            <a:prstDash val="solid"/>
          </a:ln>
        </p:spPr>
      </p:sp>
      <p:sp>
        <p:nvSpPr>
          <p:cNvPr id="4444" name="LigandSeek2_vs_LigandSeek1_ellipse_9958">
            <a:extLst>
              <a:ext uri="{FF2B5EF4-FFF2-40B4-BE49-F238E27FC236}">
                <a16:creationId xmlns:a16="http://schemas.microsoft.com/office/drawing/2014/main" id="{D53962EC-96C1-45A7-B9A9-7BD839BBFAC5}"/>
              </a:ext>
            </a:extLst>
          </p:cNvPr>
          <p:cNvSpPr>
            <a:spLocks noGrp="1"/>
          </p:cNvSpPr>
          <p:nvPr/>
        </p:nvSpPr>
        <p:spPr>
          <a:xfrm>
            <a:off x="752362" y="5398482"/>
            <a:ext cx="25400" cy="25400"/>
          </a:xfrm>
          <a:prstGeom prst="ellipse">
            <a:avLst/>
          </a:prstGeom>
          <a:solidFill>
            <a:srgbClr val="566AB4">
              <a:alpha val="43000"/>
            </a:srgbClr>
          </a:solidFill>
          <a:ln w="0">
            <a:noFill/>
            <a:prstDash val="solid"/>
          </a:ln>
        </p:spPr>
      </p:sp>
      <p:sp>
        <p:nvSpPr>
          <p:cNvPr id="4445" name="LigandSeek2_vs_LigandSeek1_ellipse_9959">
            <a:extLst>
              <a:ext uri="{FF2B5EF4-FFF2-40B4-BE49-F238E27FC236}">
                <a16:creationId xmlns:a16="http://schemas.microsoft.com/office/drawing/2014/main" id="{019F29C3-1874-403B-8227-8AD746840334}"/>
              </a:ext>
            </a:extLst>
          </p:cNvPr>
          <p:cNvSpPr>
            <a:spLocks noGrp="1"/>
          </p:cNvSpPr>
          <p:nvPr/>
        </p:nvSpPr>
        <p:spPr>
          <a:xfrm>
            <a:off x="805339" y="5626912"/>
            <a:ext cx="25400" cy="25400"/>
          </a:xfrm>
          <a:prstGeom prst="ellipse">
            <a:avLst/>
          </a:prstGeom>
          <a:solidFill>
            <a:srgbClr val="566AB4">
              <a:alpha val="43000"/>
            </a:srgbClr>
          </a:solidFill>
          <a:ln w="0">
            <a:noFill/>
            <a:prstDash val="solid"/>
          </a:ln>
        </p:spPr>
      </p:sp>
      <p:sp>
        <p:nvSpPr>
          <p:cNvPr id="4446" name="LigandSeek2_vs_LigandSeek1_ellipse_9960">
            <a:extLst>
              <a:ext uri="{FF2B5EF4-FFF2-40B4-BE49-F238E27FC236}">
                <a16:creationId xmlns:a16="http://schemas.microsoft.com/office/drawing/2014/main" id="{511BB6D0-0529-4EEF-9427-BAA5AE60EC47}"/>
              </a:ext>
            </a:extLst>
          </p:cNvPr>
          <p:cNvSpPr>
            <a:spLocks noGrp="1"/>
          </p:cNvSpPr>
          <p:nvPr/>
        </p:nvSpPr>
        <p:spPr>
          <a:xfrm>
            <a:off x="790340" y="5246195"/>
            <a:ext cx="25400" cy="25400"/>
          </a:xfrm>
          <a:prstGeom prst="ellipse">
            <a:avLst/>
          </a:prstGeom>
          <a:solidFill>
            <a:srgbClr val="566AB4">
              <a:alpha val="43000"/>
            </a:srgbClr>
          </a:solidFill>
          <a:ln w="0">
            <a:noFill/>
            <a:prstDash val="solid"/>
          </a:ln>
        </p:spPr>
      </p:sp>
      <p:sp>
        <p:nvSpPr>
          <p:cNvPr id="4447" name="LigandSeek2_vs_LigandSeek1_ellipse_9961">
            <a:extLst>
              <a:ext uri="{FF2B5EF4-FFF2-40B4-BE49-F238E27FC236}">
                <a16:creationId xmlns:a16="http://schemas.microsoft.com/office/drawing/2014/main" id="{07A5F450-E779-4B1D-A10C-E6AB109F3D6F}"/>
              </a:ext>
            </a:extLst>
          </p:cNvPr>
          <p:cNvSpPr>
            <a:spLocks noGrp="1"/>
          </p:cNvSpPr>
          <p:nvPr/>
        </p:nvSpPr>
        <p:spPr>
          <a:xfrm>
            <a:off x="767719" y="5649307"/>
            <a:ext cx="25400" cy="25400"/>
          </a:xfrm>
          <a:prstGeom prst="ellipse">
            <a:avLst/>
          </a:prstGeom>
          <a:solidFill>
            <a:srgbClr val="566AB4">
              <a:alpha val="43000"/>
            </a:srgbClr>
          </a:solidFill>
          <a:ln w="0">
            <a:noFill/>
            <a:prstDash val="solid"/>
          </a:ln>
        </p:spPr>
      </p:sp>
      <p:sp>
        <p:nvSpPr>
          <p:cNvPr id="4448" name="LigandSeek2_vs_LigandSeek1_ellipse_9962">
            <a:extLst>
              <a:ext uri="{FF2B5EF4-FFF2-40B4-BE49-F238E27FC236}">
                <a16:creationId xmlns:a16="http://schemas.microsoft.com/office/drawing/2014/main" id="{D8EB7E21-1958-4F46-ABE9-D5DFA04C4F27}"/>
              </a:ext>
            </a:extLst>
          </p:cNvPr>
          <p:cNvSpPr>
            <a:spLocks noGrp="1"/>
          </p:cNvSpPr>
          <p:nvPr/>
        </p:nvSpPr>
        <p:spPr>
          <a:xfrm>
            <a:off x="757770" y="6102808"/>
            <a:ext cx="25400" cy="25400"/>
          </a:xfrm>
          <a:prstGeom prst="ellipse">
            <a:avLst/>
          </a:prstGeom>
          <a:solidFill>
            <a:srgbClr val="566AB4">
              <a:alpha val="43000"/>
            </a:srgbClr>
          </a:solidFill>
          <a:ln w="0">
            <a:noFill/>
            <a:prstDash val="solid"/>
          </a:ln>
        </p:spPr>
      </p:sp>
      <p:sp>
        <p:nvSpPr>
          <p:cNvPr id="4449" name="LigandSeek2_vs_LigandSeek1_ellipse_9963">
            <a:extLst>
              <a:ext uri="{FF2B5EF4-FFF2-40B4-BE49-F238E27FC236}">
                <a16:creationId xmlns:a16="http://schemas.microsoft.com/office/drawing/2014/main" id="{00936B78-2823-4685-95D3-53744D22FD32}"/>
              </a:ext>
            </a:extLst>
          </p:cNvPr>
          <p:cNvSpPr>
            <a:spLocks noGrp="1"/>
          </p:cNvSpPr>
          <p:nvPr/>
        </p:nvSpPr>
        <p:spPr>
          <a:xfrm>
            <a:off x="791358" y="5626912"/>
            <a:ext cx="25400" cy="25400"/>
          </a:xfrm>
          <a:prstGeom prst="ellipse">
            <a:avLst/>
          </a:prstGeom>
          <a:solidFill>
            <a:srgbClr val="566AB4">
              <a:alpha val="43000"/>
            </a:srgbClr>
          </a:solidFill>
          <a:ln w="0">
            <a:noFill/>
            <a:prstDash val="solid"/>
          </a:ln>
        </p:spPr>
      </p:sp>
      <p:sp>
        <p:nvSpPr>
          <p:cNvPr id="4450" name="LigandSeek2_vs_LigandSeek1_ellipse_9964">
            <a:extLst>
              <a:ext uri="{FF2B5EF4-FFF2-40B4-BE49-F238E27FC236}">
                <a16:creationId xmlns:a16="http://schemas.microsoft.com/office/drawing/2014/main" id="{A381245D-3E08-4CA4-8D33-44CE854C04FF}"/>
              </a:ext>
            </a:extLst>
          </p:cNvPr>
          <p:cNvSpPr>
            <a:spLocks noGrp="1"/>
          </p:cNvSpPr>
          <p:nvPr/>
        </p:nvSpPr>
        <p:spPr>
          <a:xfrm>
            <a:off x="713958" y="5817271"/>
            <a:ext cx="25400" cy="25400"/>
          </a:xfrm>
          <a:prstGeom prst="ellipse">
            <a:avLst/>
          </a:prstGeom>
          <a:solidFill>
            <a:srgbClr val="566AB4">
              <a:alpha val="43000"/>
            </a:srgbClr>
          </a:solidFill>
          <a:ln w="0">
            <a:noFill/>
            <a:prstDash val="solid"/>
          </a:ln>
        </p:spPr>
      </p:sp>
      <p:sp>
        <p:nvSpPr>
          <p:cNvPr id="4451" name="LigandSeek2_vs_LigandSeek1_ellipse_9965">
            <a:extLst>
              <a:ext uri="{FF2B5EF4-FFF2-40B4-BE49-F238E27FC236}">
                <a16:creationId xmlns:a16="http://schemas.microsoft.com/office/drawing/2014/main" id="{22BE9727-B9AB-47DA-B173-DB28B73972B7}"/>
              </a:ext>
            </a:extLst>
          </p:cNvPr>
          <p:cNvSpPr>
            <a:spLocks noGrp="1"/>
          </p:cNvSpPr>
          <p:nvPr/>
        </p:nvSpPr>
        <p:spPr>
          <a:xfrm>
            <a:off x="822125" y="5817271"/>
            <a:ext cx="25400" cy="25400"/>
          </a:xfrm>
          <a:prstGeom prst="ellipse">
            <a:avLst/>
          </a:prstGeom>
          <a:solidFill>
            <a:srgbClr val="566AB4">
              <a:alpha val="43000"/>
            </a:srgbClr>
          </a:solidFill>
          <a:ln w="0">
            <a:noFill/>
            <a:prstDash val="solid"/>
          </a:ln>
        </p:spPr>
      </p:sp>
      <p:sp>
        <p:nvSpPr>
          <p:cNvPr id="4452" name="LigandSeek2_vs_LigandSeek1_ellipse_9966">
            <a:extLst>
              <a:ext uri="{FF2B5EF4-FFF2-40B4-BE49-F238E27FC236}">
                <a16:creationId xmlns:a16="http://schemas.microsoft.com/office/drawing/2014/main" id="{D0E83C58-9E8F-4E39-8676-C95371E6F049}"/>
              </a:ext>
            </a:extLst>
          </p:cNvPr>
          <p:cNvSpPr>
            <a:spLocks noGrp="1"/>
          </p:cNvSpPr>
          <p:nvPr/>
        </p:nvSpPr>
        <p:spPr>
          <a:xfrm>
            <a:off x="829962" y="5373101"/>
            <a:ext cx="25400" cy="25400"/>
          </a:xfrm>
          <a:prstGeom prst="ellipse">
            <a:avLst/>
          </a:prstGeom>
          <a:solidFill>
            <a:srgbClr val="566AB4">
              <a:alpha val="43000"/>
            </a:srgbClr>
          </a:solidFill>
          <a:ln w="0">
            <a:noFill/>
            <a:prstDash val="solid"/>
          </a:ln>
        </p:spPr>
      </p:sp>
      <p:sp>
        <p:nvSpPr>
          <p:cNvPr id="4453" name="LigandSeek2_vs_LigandSeek1_ellipse_9967">
            <a:extLst>
              <a:ext uri="{FF2B5EF4-FFF2-40B4-BE49-F238E27FC236}">
                <a16:creationId xmlns:a16="http://schemas.microsoft.com/office/drawing/2014/main" id="{3D7267FC-AB71-4212-A9D3-E06AF977B1D4}"/>
              </a:ext>
            </a:extLst>
          </p:cNvPr>
          <p:cNvSpPr>
            <a:spLocks noGrp="1"/>
          </p:cNvSpPr>
          <p:nvPr/>
        </p:nvSpPr>
        <p:spPr>
          <a:xfrm>
            <a:off x="814372" y="5246195"/>
            <a:ext cx="25400" cy="25400"/>
          </a:xfrm>
          <a:prstGeom prst="ellipse">
            <a:avLst/>
          </a:prstGeom>
          <a:solidFill>
            <a:srgbClr val="566AB4">
              <a:alpha val="43000"/>
            </a:srgbClr>
          </a:solidFill>
          <a:ln w="0">
            <a:noFill/>
            <a:prstDash val="solid"/>
          </a:ln>
        </p:spPr>
      </p:sp>
      <p:sp>
        <p:nvSpPr>
          <p:cNvPr id="4454" name="LigandSeek2_vs_LigandSeek1_ellipse_9968">
            <a:extLst>
              <a:ext uri="{FF2B5EF4-FFF2-40B4-BE49-F238E27FC236}">
                <a16:creationId xmlns:a16="http://schemas.microsoft.com/office/drawing/2014/main" id="{E63E344A-1CF0-447B-A827-99F4BFF2CB2F}"/>
              </a:ext>
            </a:extLst>
          </p:cNvPr>
          <p:cNvSpPr>
            <a:spLocks noGrp="1"/>
          </p:cNvSpPr>
          <p:nvPr/>
        </p:nvSpPr>
        <p:spPr>
          <a:xfrm>
            <a:off x="868823" y="5626912"/>
            <a:ext cx="25400" cy="25400"/>
          </a:xfrm>
          <a:prstGeom prst="ellipse">
            <a:avLst/>
          </a:prstGeom>
          <a:solidFill>
            <a:srgbClr val="566AB4">
              <a:alpha val="43000"/>
            </a:srgbClr>
          </a:solidFill>
          <a:ln w="0">
            <a:noFill/>
            <a:prstDash val="solid"/>
          </a:ln>
        </p:spPr>
      </p:sp>
      <p:sp>
        <p:nvSpPr>
          <p:cNvPr id="4455" name="LigandSeek2_vs_LigandSeek1_ellipse_9969">
            <a:extLst>
              <a:ext uri="{FF2B5EF4-FFF2-40B4-BE49-F238E27FC236}">
                <a16:creationId xmlns:a16="http://schemas.microsoft.com/office/drawing/2014/main" id="{C3981470-A513-45B2-AAC5-D4C2E5CAA935}"/>
              </a:ext>
            </a:extLst>
          </p:cNvPr>
          <p:cNvSpPr>
            <a:spLocks noGrp="1"/>
          </p:cNvSpPr>
          <p:nvPr/>
        </p:nvSpPr>
        <p:spPr>
          <a:xfrm>
            <a:off x="764188" y="5246195"/>
            <a:ext cx="25400" cy="25400"/>
          </a:xfrm>
          <a:prstGeom prst="ellipse">
            <a:avLst/>
          </a:prstGeom>
          <a:solidFill>
            <a:srgbClr val="566AB4">
              <a:alpha val="43000"/>
            </a:srgbClr>
          </a:solidFill>
          <a:ln w="0">
            <a:noFill/>
            <a:prstDash val="solid"/>
          </a:ln>
        </p:spPr>
      </p:sp>
      <p:sp>
        <p:nvSpPr>
          <p:cNvPr id="4456" name="LigandSeek2_vs_LigandSeek1_ellipse_9970">
            <a:extLst>
              <a:ext uri="{FF2B5EF4-FFF2-40B4-BE49-F238E27FC236}">
                <a16:creationId xmlns:a16="http://schemas.microsoft.com/office/drawing/2014/main" id="{E90E49AE-5D68-40F6-BB2A-19D57BC8C6A9}"/>
              </a:ext>
            </a:extLst>
          </p:cNvPr>
          <p:cNvSpPr>
            <a:spLocks noGrp="1"/>
          </p:cNvSpPr>
          <p:nvPr/>
        </p:nvSpPr>
        <p:spPr>
          <a:xfrm>
            <a:off x="802112" y="5626912"/>
            <a:ext cx="25400" cy="25400"/>
          </a:xfrm>
          <a:prstGeom prst="ellipse">
            <a:avLst/>
          </a:prstGeom>
          <a:solidFill>
            <a:srgbClr val="566AB4">
              <a:alpha val="43000"/>
            </a:srgbClr>
          </a:solidFill>
          <a:ln w="0">
            <a:noFill/>
            <a:prstDash val="solid"/>
          </a:ln>
        </p:spPr>
      </p:sp>
      <p:sp>
        <p:nvSpPr>
          <p:cNvPr id="4457" name="LigandSeek2_vs_LigandSeek1_ellipse_9971">
            <a:extLst>
              <a:ext uri="{FF2B5EF4-FFF2-40B4-BE49-F238E27FC236}">
                <a16:creationId xmlns:a16="http://schemas.microsoft.com/office/drawing/2014/main" id="{FF5A2FC2-9EE4-428F-B36B-323CE017AE0E}"/>
              </a:ext>
            </a:extLst>
          </p:cNvPr>
          <p:cNvSpPr>
            <a:spLocks noGrp="1"/>
          </p:cNvSpPr>
          <p:nvPr/>
        </p:nvSpPr>
        <p:spPr>
          <a:xfrm>
            <a:off x="789107" y="5246195"/>
            <a:ext cx="25400" cy="25400"/>
          </a:xfrm>
          <a:prstGeom prst="ellipse">
            <a:avLst/>
          </a:prstGeom>
          <a:solidFill>
            <a:srgbClr val="566AB4">
              <a:alpha val="43000"/>
            </a:srgbClr>
          </a:solidFill>
          <a:ln w="0">
            <a:noFill/>
            <a:prstDash val="solid"/>
          </a:ln>
        </p:spPr>
      </p:sp>
      <p:sp>
        <p:nvSpPr>
          <p:cNvPr id="4458" name="LigandSeek2_vs_LigandSeek1_ellipse_9972">
            <a:extLst>
              <a:ext uri="{FF2B5EF4-FFF2-40B4-BE49-F238E27FC236}">
                <a16:creationId xmlns:a16="http://schemas.microsoft.com/office/drawing/2014/main" id="{BB769CAD-8788-4AAF-A6CD-724A3D078C2C}"/>
              </a:ext>
            </a:extLst>
          </p:cNvPr>
          <p:cNvSpPr>
            <a:spLocks noGrp="1"/>
          </p:cNvSpPr>
          <p:nvPr/>
        </p:nvSpPr>
        <p:spPr>
          <a:xfrm>
            <a:off x="762331" y="6388346"/>
            <a:ext cx="25400" cy="25400"/>
          </a:xfrm>
          <a:prstGeom prst="ellipse">
            <a:avLst/>
          </a:prstGeom>
          <a:solidFill>
            <a:srgbClr val="566AB4">
              <a:alpha val="43000"/>
            </a:srgbClr>
          </a:solidFill>
          <a:ln w="0">
            <a:noFill/>
            <a:prstDash val="solid"/>
          </a:ln>
        </p:spPr>
      </p:sp>
      <p:sp>
        <p:nvSpPr>
          <p:cNvPr id="4459" name="LigandSeek2_vs_LigandSeek1_ellipse_9973">
            <a:extLst>
              <a:ext uri="{FF2B5EF4-FFF2-40B4-BE49-F238E27FC236}">
                <a16:creationId xmlns:a16="http://schemas.microsoft.com/office/drawing/2014/main" id="{676DD8A7-B484-4FF3-8C73-69DA46E9C28D}"/>
              </a:ext>
            </a:extLst>
          </p:cNvPr>
          <p:cNvSpPr>
            <a:spLocks noGrp="1"/>
          </p:cNvSpPr>
          <p:nvPr/>
        </p:nvSpPr>
        <p:spPr>
          <a:xfrm>
            <a:off x="814161" y="5246195"/>
            <a:ext cx="25400" cy="25400"/>
          </a:xfrm>
          <a:prstGeom prst="ellipse">
            <a:avLst/>
          </a:prstGeom>
          <a:solidFill>
            <a:srgbClr val="566AB4">
              <a:alpha val="43000"/>
            </a:srgbClr>
          </a:solidFill>
          <a:ln w="0">
            <a:noFill/>
            <a:prstDash val="solid"/>
          </a:ln>
        </p:spPr>
      </p:sp>
      <p:sp>
        <p:nvSpPr>
          <p:cNvPr id="4460" name="LigandSeek2_vs_LigandSeek1_ellipse_9974">
            <a:extLst>
              <a:ext uri="{FF2B5EF4-FFF2-40B4-BE49-F238E27FC236}">
                <a16:creationId xmlns:a16="http://schemas.microsoft.com/office/drawing/2014/main" id="{D638E460-0510-4199-9A18-DDF30B136DC5}"/>
              </a:ext>
            </a:extLst>
          </p:cNvPr>
          <p:cNvSpPr>
            <a:spLocks noGrp="1"/>
          </p:cNvSpPr>
          <p:nvPr/>
        </p:nvSpPr>
        <p:spPr>
          <a:xfrm>
            <a:off x="715253" y="6388346"/>
            <a:ext cx="25400" cy="25400"/>
          </a:xfrm>
          <a:prstGeom prst="ellipse">
            <a:avLst/>
          </a:prstGeom>
          <a:solidFill>
            <a:srgbClr val="566AB4">
              <a:alpha val="43000"/>
            </a:srgbClr>
          </a:solidFill>
          <a:ln w="0">
            <a:noFill/>
            <a:prstDash val="solid"/>
          </a:ln>
        </p:spPr>
      </p:sp>
      <p:sp>
        <p:nvSpPr>
          <p:cNvPr id="4461" name="LigandSeek2_vs_LigandSeek1_ellipse_9975">
            <a:extLst>
              <a:ext uri="{FF2B5EF4-FFF2-40B4-BE49-F238E27FC236}">
                <a16:creationId xmlns:a16="http://schemas.microsoft.com/office/drawing/2014/main" id="{D2970590-7C1D-4FC5-8305-A1EA3DD31A64}"/>
              </a:ext>
            </a:extLst>
          </p:cNvPr>
          <p:cNvSpPr>
            <a:spLocks noGrp="1"/>
          </p:cNvSpPr>
          <p:nvPr/>
        </p:nvSpPr>
        <p:spPr>
          <a:xfrm>
            <a:off x="738661" y="5512388"/>
            <a:ext cx="25400" cy="25400"/>
          </a:xfrm>
          <a:prstGeom prst="ellipse">
            <a:avLst/>
          </a:prstGeom>
          <a:solidFill>
            <a:srgbClr val="566AB4">
              <a:alpha val="43000"/>
            </a:srgbClr>
          </a:solidFill>
          <a:ln w="0">
            <a:noFill/>
            <a:prstDash val="solid"/>
          </a:ln>
        </p:spPr>
      </p:sp>
      <p:sp>
        <p:nvSpPr>
          <p:cNvPr id="4462" name="LigandSeek2_vs_LigandSeek1_ellipse_9976">
            <a:extLst>
              <a:ext uri="{FF2B5EF4-FFF2-40B4-BE49-F238E27FC236}">
                <a16:creationId xmlns:a16="http://schemas.microsoft.com/office/drawing/2014/main" id="{1CBEF0BF-7548-4C32-9161-EC349EC7EA51}"/>
              </a:ext>
            </a:extLst>
          </p:cNvPr>
          <p:cNvSpPr>
            <a:spLocks noGrp="1"/>
          </p:cNvSpPr>
          <p:nvPr/>
        </p:nvSpPr>
        <p:spPr>
          <a:xfrm>
            <a:off x="712955" y="5626912"/>
            <a:ext cx="25400" cy="25400"/>
          </a:xfrm>
          <a:prstGeom prst="ellipse">
            <a:avLst/>
          </a:prstGeom>
          <a:solidFill>
            <a:srgbClr val="566AB4">
              <a:alpha val="43000"/>
            </a:srgbClr>
          </a:solidFill>
          <a:ln w="0">
            <a:noFill/>
            <a:prstDash val="solid"/>
          </a:ln>
        </p:spPr>
      </p:sp>
      <p:sp>
        <p:nvSpPr>
          <p:cNvPr id="4463" name="LigandSeek2_vs_LigandSeek1_ellipse_9977">
            <a:extLst>
              <a:ext uri="{FF2B5EF4-FFF2-40B4-BE49-F238E27FC236}">
                <a16:creationId xmlns:a16="http://schemas.microsoft.com/office/drawing/2014/main" id="{EF508F44-B207-4839-BBF1-DE95C78AC745}"/>
              </a:ext>
            </a:extLst>
          </p:cNvPr>
          <p:cNvSpPr>
            <a:spLocks noGrp="1"/>
          </p:cNvSpPr>
          <p:nvPr/>
        </p:nvSpPr>
        <p:spPr>
          <a:xfrm>
            <a:off x="738728" y="5703056"/>
            <a:ext cx="25400" cy="25400"/>
          </a:xfrm>
          <a:prstGeom prst="ellipse">
            <a:avLst/>
          </a:prstGeom>
          <a:solidFill>
            <a:srgbClr val="566AB4">
              <a:alpha val="43000"/>
            </a:srgbClr>
          </a:solidFill>
          <a:ln w="0">
            <a:noFill/>
            <a:prstDash val="solid"/>
          </a:ln>
        </p:spPr>
      </p:sp>
      <p:sp>
        <p:nvSpPr>
          <p:cNvPr id="4464" name="LigandSeek2_vs_LigandSeek1_ellipse_9978">
            <a:extLst>
              <a:ext uri="{FF2B5EF4-FFF2-40B4-BE49-F238E27FC236}">
                <a16:creationId xmlns:a16="http://schemas.microsoft.com/office/drawing/2014/main" id="{4C80EE72-316B-414D-93F2-4152930A1B55}"/>
              </a:ext>
            </a:extLst>
          </p:cNvPr>
          <p:cNvSpPr>
            <a:spLocks noGrp="1"/>
          </p:cNvSpPr>
          <p:nvPr/>
        </p:nvSpPr>
        <p:spPr>
          <a:xfrm>
            <a:off x="801929" y="5246195"/>
            <a:ext cx="25400" cy="25400"/>
          </a:xfrm>
          <a:prstGeom prst="ellipse">
            <a:avLst/>
          </a:prstGeom>
          <a:solidFill>
            <a:srgbClr val="566AB4">
              <a:alpha val="43000"/>
            </a:srgbClr>
          </a:solidFill>
          <a:ln w="0">
            <a:noFill/>
            <a:prstDash val="solid"/>
          </a:ln>
        </p:spPr>
      </p:sp>
      <p:sp>
        <p:nvSpPr>
          <p:cNvPr id="4465" name="LigandSeek2_vs_LigandSeek1_ellipse_9979">
            <a:extLst>
              <a:ext uri="{FF2B5EF4-FFF2-40B4-BE49-F238E27FC236}">
                <a16:creationId xmlns:a16="http://schemas.microsoft.com/office/drawing/2014/main" id="{31ECA789-5A27-41D8-AC6B-C23EA51206DF}"/>
              </a:ext>
            </a:extLst>
          </p:cNvPr>
          <p:cNvSpPr>
            <a:spLocks noGrp="1"/>
          </p:cNvSpPr>
          <p:nvPr/>
        </p:nvSpPr>
        <p:spPr>
          <a:xfrm>
            <a:off x="856533" y="5246195"/>
            <a:ext cx="25400" cy="25400"/>
          </a:xfrm>
          <a:prstGeom prst="ellipse">
            <a:avLst/>
          </a:prstGeom>
          <a:solidFill>
            <a:srgbClr val="566AB4">
              <a:alpha val="43000"/>
            </a:srgbClr>
          </a:solidFill>
          <a:ln w="0">
            <a:noFill/>
            <a:prstDash val="solid"/>
          </a:ln>
        </p:spPr>
      </p:sp>
      <p:sp>
        <p:nvSpPr>
          <p:cNvPr id="4466" name="LigandSeek2_vs_LigandSeek1_ellipse_9980">
            <a:extLst>
              <a:ext uri="{FF2B5EF4-FFF2-40B4-BE49-F238E27FC236}">
                <a16:creationId xmlns:a16="http://schemas.microsoft.com/office/drawing/2014/main" id="{D3E39B04-645A-4973-8E81-E3E51B4FA4BE}"/>
              </a:ext>
            </a:extLst>
          </p:cNvPr>
          <p:cNvSpPr>
            <a:spLocks noGrp="1"/>
          </p:cNvSpPr>
          <p:nvPr/>
        </p:nvSpPr>
        <p:spPr>
          <a:xfrm>
            <a:off x="715774" y="5626912"/>
            <a:ext cx="25400" cy="25400"/>
          </a:xfrm>
          <a:prstGeom prst="ellipse">
            <a:avLst/>
          </a:prstGeom>
          <a:solidFill>
            <a:srgbClr val="566AB4">
              <a:alpha val="43000"/>
            </a:srgbClr>
          </a:solidFill>
          <a:ln w="0">
            <a:noFill/>
            <a:prstDash val="solid"/>
          </a:ln>
        </p:spPr>
      </p:sp>
      <p:sp>
        <p:nvSpPr>
          <p:cNvPr id="4467" name="LigandSeek2_vs_LigandSeek1_ellipse_9981">
            <a:extLst>
              <a:ext uri="{FF2B5EF4-FFF2-40B4-BE49-F238E27FC236}">
                <a16:creationId xmlns:a16="http://schemas.microsoft.com/office/drawing/2014/main" id="{3782E3E2-50CC-4020-A466-61DCAA937FE2}"/>
              </a:ext>
            </a:extLst>
          </p:cNvPr>
          <p:cNvSpPr>
            <a:spLocks noGrp="1"/>
          </p:cNvSpPr>
          <p:nvPr/>
        </p:nvSpPr>
        <p:spPr>
          <a:xfrm>
            <a:off x="810217" y="6388346"/>
            <a:ext cx="25400" cy="25400"/>
          </a:xfrm>
          <a:prstGeom prst="ellipse">
            <a:avLst/>
          </a:prstGeom>
          <a:solidFill>
            <a:srgbClr val="566AB4">
              <a:alpha val="43000"/>
            </a:srgbClr>
          </a:solidFill>
          <a:ln w="0">
            <a:noFill/>
            <a:prstDash val="solid"/>
          </a:ln>
        </p:spPr>
      </p:sp>
      <p:sp>
        <p:nvSpPr>
          <p:cNvPr id="4468" name="LigandSeek2_vs_LigandSeek1_ellipse_9982">
            <a:extLst>
              <a:ext uri="{FF2B5EF4-FFF2-40B4-BE49-F238E27FC236}">
                <a16:creationId xmlns:a16="http://schemas.microsoft.com/office/drawing/2014/main" id="{D1ECB4AE-0C00-4A35-A43C-6048A249F446}"/>
              </a:ext>
            </a:extLst>
          </p:cNvPr>
          <p:cNvSpPr>
            <a:spLocks noGrp="1"/>
          </p:cNvSpPr>
          <p:nvPr/>
        </p:nvSpPr>
        <p:spPr>
          <a:xfrm>
            <a:off x="737355" y="5817271"/>
            <a:ext cx="25400" cy="25400"/>
          </a:xfrm>
          <a:prstGeom prst="ellipse">
            <a:avLst/>
          </a:prstGeom>
          <a:solidFill>
            <a:srgbClr val="566AB4">
              <a:alpha val="43000"/>
            </a:srgbClr>
          </a:solidFill>
          <a:ln w="0">
            <a:noFill/>
            <a:prstDash val="solid"/>
          </a:ln>
        </p:spPr>
      </p:sp>
      <p:sp>
        <p:nvSpPr>
          <p:cNvPr id="4469" name="LigandSeek2_vs_LigandSeek1_ellipse_9983">
            <a:extLst>
              <a:ext uri="{FF2B5EF4-FFF2-40B4-BE49-F238E27FC236}">
                <a16:creationId xmlns:a16="http://schemas.microsoft.com/office/drawing/2014/main" id="{F2F6AC75-0CBB-484D-AFDF-945CC59F87FB}"/>
              </a:ext>
            </a:extLst>
          </p:cNvPr>
          <p:cNvSpPr>
            <a:spLocks noGrp="1"/>
          </p:cNvSpPr>
          <p:nvPr/>
        </p:nvSpPr>
        <p:spPr>
          <a:xfrm>
            <a:off x="867216" y="5246195"/>
            <a:ext cx="25400" cy="25400"/>
          </a:xfrm>
          <a:prstGeom prst="ellipse">
            <a:avLst/>
          </a:prstGeom>
          <a:solidFill>
            <a:srgbClr val="566AB4">
              <a:alpha val="43000"/>
            </a:srgbClr>
          </a:solidFill>
          <a:ln w="0">
            <a:noFill/>
            <a:prstDash val="solid"/>
          </a:ln>
        </p:spPr>
      </p:sp>
      <p:sp>
        <p:nvSpPr>
          <p:cNvPr id="4470" name="LigandSeek2_vs_LigandSeek1_ellipse_9984">
            <a:extLst>
              <a:ext uri="{FF2B5EF4-FFF2-40B4-BE49-F238E27FC236}">
                <a16:creationId xmlns:a16="http://schemas.microsoft.com/office/drawing/2014/main" id="{1DC64CED-1127-4F6D-B94E-F4ECF8B0F275}"/>
              </a:ext>
            </a:extLst>
          </p:cNvPr>
          <p:cNvSpPr>
            <a:spLocks noGrp="1"/>
          </p:cNvSpPr>
          <p:nvPr/>
        </p:nvSpPr>
        <p:spPr>
          <a:xfrm>
            <a:off x="771710" y="6388346"/>
            <a:ext cx="25400" cy="25400"/>
          </a:xfrm>
          <a:prstGeom prst="ellipse">
            <a:avLst/>
          </a:prstGeom>
          <a:solidFill>
            <a:srgbClr val="566AB4">
              <a:alpha val="43000"/>
            </a:srgbClr>
          </a:solidFill>
          <a:ln w="0">
            <a:noFill/>
            <a:prstDash val="solid"/>
          </a:ln>
        </p:spPr>
      </p:sp>
      <p:sp>
        <p:nvSpPr>
          <p:cNvPr id="4471" name="LigandSeek2_vs_LigandSeek1_ellipse_9985">
            <a:extLst>
              <a:ext uri="{FF2B5EF4-FFF2-40B4-BE49-F238E27FC236}">
                <a16:creationId xmlns:a16="http://schemas.microsoft.com/office/drawing/2014/main" id="{3CF628B9-63EE-4412-B0BD-39BC4F1103A5}"/>
              </a:ext>
            </a:extLst>
          </p:cNvPr>
          <p:cNvSpPr>
            <a:spLocks noGrp="1"/>
          </p:cNvSpPr>
          <p:nvPr/>
        </p:nvSpPr>
        <p:spPr>
          <a:xfrm>
            <a:off x="759471" y="6007629"/>
            <a:ext cx="25400" cy="25400"/>
          </a:xfrm>
          <a:prstGeom prst="ellipse">
            <a:avLst/>
          </a:prstGeom>
          <a:solidFill>
            <a:srgbClr val="566AB4">
              <a:alpha val="43000"/>
            </a:srgbClr>
          </a:solidFill>
          <a:ln w="0">
            <a:noFill/>
            <a:prstDash val="solid"/>
          </a:ln>
        </p:spPr>
      </p:sp>
      <p:sp>
        <p:nvSpPr>
          <p:cNvPr id="4472" name="LigandSeek2_vs_LigandSeek1_ellipse_9986">
            <a:extLst>
              <a:ext uri="{FF2B5EF4-FFF2-40B4-BE49-F238E27FC236}">
                <a16:creationId xmlns:a16="http://schemas.microsoft.com/office/drawing/2014/main" id="{34F66AAC-8611-4146-823C-EA8BD51C31D5}"/>
              </a:ext>
            </a:extLst>
          </p:cNvPr>
          <p:cNvSpPr>
            <a:spLocks noGrp="1"/>
          </p:cNvSpPr>
          <p:nvPr/>
        </p:nvSpPr>
        <p:spPr>
          <a:xfrm>
            <a:off x="722375" y="5246195"/>
            <a:ext cx="25400" cy="25400"/>
          </a:xfrm>
          <a:prstGeom prst="ellipse">
            <a:avLst/>
          </a:prstGeom>
          <a:solidFill>
            <a:srgbClr val="566AB4">
              <a:alpha val="43000"/>
            </a:srgbClr>
          </a:solidFill>
          <a:ln w="0">
            <a:noFill/>
            <a:prstDash val="solid"/>
          </a:ln>
        </p:spPr>
      </p:sp>
      <p:sp>
        <p:nvSpPr>
          <p:cNvPr id="4473" name="LigandSeek2_vs_LigandSeek1_ellipse_9987">
            <a:extLst>
              <a:ext uri="{FF2B5EF4-FFF2-40B4-BE49-F238E27FC236}">
                <a16:creationId xmlns:a16="http://schemas.microsoft.com/office/drawing/2014/main" id="{7166F725-3AD2-4090-8D90-F4DCF9B60B0F}"/>
              </a:ext>
            </a:extLst>
          </p:cNvPr>
          <p:cNvSpPr>
            <a:spLocks noGrp="1"/>
          </p:cNvSpPr>
          <p:nvPr/>
        </p:nvSpPr>
        <p:spPr>
          <a:xfrm>
            <a:off x="859724" y="5246195"/>
            <a:ext cx="25400" cy="25400"/>
          </a:xfrm>
          <a:prstGeom prst="ellipse">
            <a:avLst/>
          </a:prstGeom>
          <a:solidFill>
            <a:srgbClr val="566AB4">
              <a:alpha val="43000"/>
            </a:srgbClr>
          </a:solidFill>
          <a:ln w="0">
            <a:noFill/>
            <a:prstDash val="solid"/>
          </a:ln>
        </p:spPr>
      </p:sp>
      <p:sp>
        <p:nvSpPr>
          <p:cNvPr id="4474" name="LigandSeek2_vs_LigandSeek1_ellipse_9988">
            <a:extLst>
              <a:ext uri="{FF2B5EF4-FFF2-40B4-BE49-F238E27FC236}">
                <a16:creationId xmlns:a16="http://schemas.microsoft.com/office/drawing/2014/main" id="{26161579-17EF-4CD8-AAFB-8BBB02E11B9C}"/>
              </a:ext>
            </a:extLst>
          </p:cNvPr>
          <p:cNvSpPr>
            <a:spLocks noGrp="1"/>
          </p:cNvSpPr>
          <p:nvPr/>
        </p:nvSpPr>
        <p:spPr>
          <a:xfrm>
            <a:off x="791512" y="5557691"/>
            <a:ext cx="25400" cy="25400"/>
          </a:xfrm>
          <a:prstGeom prst="ellipse">
            <a:avLst/>
          </a:prstGeom>
          <a:solidFill>
            <a:srgbClr val="566AB4">
              <a:alpha val="43000"/>
            </a:srgbClr>
          </a:solidFill>
          <a:ln w="0">
            <a:noFill/>
            <a:prstDash val="solid"/>
          </a:ln>
        </p:spPr>
      </p:sp>
      <p:sp>
        <p:nvSpPr>
          <p:cNvPr id="4475" name="LigandSeek2_vs_LigandSeek1_ellipse_9989">
            <a:extLst>
              <a:ext uri="{FF2B5EF4-FFF2-40B4-BE49-F238E27FC236}">
                <a16:creationId xmlns:a16="http://schemas.microsoft.com/office/drawing/2014/main" id="{69299F6F-698F-46D6-956E-CBC981F8973B}"/>
              </a:ext>
            </a:extLst>
          </p:cNvPr>
          <p:cNvSpPr>
            <a:spLocks noGrp="1"/>
          </p:cNvSpPr>
          <p:nvPr/>
        </p:nvSpPr>
        <p:spPr>
          <a:xfrm>
            <a:off x="758796" y="5817271"/>
            <a:ext cx="25400" cy="25400"/>
          </a:xfrm>
          <a:prstGeom prst="ellipse">
            <a:avLst/>
          </a:prstGeom>
          <a:solidFill>
            <a:srgbClr val="566AB4">
              <a:alpha val="43000"/>
            </a:srgbClr>
          </a:solidFill>
          <a:ln w="0">
            <a:noFill/>
            <a:prstDash val="solid"/>
          </a:ln>
        </p:spPr>
      </p:sp>
      <p:sp>
        <p:nvSpPr>
          <p:cNvPr id="4476" name="LigandSeek2_vs_LigandSeek1_ellipse_9990">
            <a:extLst>
              <a:ext uri="{FF2B5EF4-FFF2-40B4-BE49-F238E27FC236}">
                <a16:creationId xmlns:a16="http://schemas.microsoft.com/office/drawing/2014/main" id="{7216D5B0-AD02-4CB8-8384-2A2E29BF8C00}"/>
              </a:ext>
            </a:extLst>
          </p:cNvPr>
          <p:cNvSpPr>
            <a:spLocks noGrp="1"/>
          </p:cNvSpPr>
          <p:nvPr/>
        </p:nvSpPr>
        <p:spPr>
          <a:xfrm>
            <a:off x="824177" y="5474625"/>
            <a:ext cx="25400" cy="25400"/>
          </a:xfrm>
          <a:prstGeom prst="ellipse">
            <a:avLst/>
          </a:prstGeom>
          <a:solidFill>
            <a:srgbClr val="566AB4">
              <a:alpha val="43000"/>
            </a:srgbClr>
          </a:solidFill>
          <a:ln w="0">
            <a:noFill/>
            <a:prstDash val="solid"/>
          </a:ln>
        </p:spPr>
      </p:sp>
      <p:sp>
        <p:nvSpPr>
          <p:cNvPr id="4477" name="LigandSeek2_vs_LigandSeek1_ellipse_9991">
            <a:extLst>
              <a:ext uri="{FF2B5EF4-FFF2-40B4-BE49-F238E27FC236}">
                <a16:creationId xmlns:a16="http://schemas.microsoft.com/office/drawing/2014/main" id="{F313C1EC-E942-46E2-BD78-3CCD147009B8}"/>
              </a:ext>
            </a:extLst>
          </p:cNvPr>
          <p:cNvSpPr>
            <a:spLocks noGrp="1"/>
          </p:cNvSpPr>
          <p:nvPr/>
        </p:nvSpPr>
        <p:spPr>
          <a:xfrm>
            <a:off x="735299" y="5246195"/>
            <a:ext cx="25400" cy="25400"/>
          </a:xfrm>
          <a:prstGeom prst="ellipse">
            <a:avLst/>
          </a:prstGeom>
          <a:solidFill>
            <a:srgbClr val="566AB4">
              <a:alpha val="43000"/>
            </a:srgbClr>
          </a:solidFill>
          <a:ln w="0">
            <a:noFill/>
            <a:prstDash val="solid"/>
          </a:ln>
        </p:spPr>
      </p:sp>
      <p:sp>
        <p:nvSpPr>
          <p:cNvPr id="4478" name="LigandSeek2_vs_LigandSeek1_ellipse_9992">
            <a:extLst>
              <a:ext uri="{FF2B5EF4-FFF2-40B4-BE49-F238E27FC236}">
                <a16:creationId xmlns:a16="http://schemas.microsoft.com/office/drawing/2014/main" id="{97888788-5D51-4F64-B42B-502EEF911E1F}"/>
              </a:ext>
            </a:extLst>
          </p:cNvPr>
          <p:cNvSpPr>
            <a:spLocks noGrp="1"/>
          </p:cNvSpPr>
          <p:nvPr/>
        </p:nvSpPr>
        <p:spPr>
          <a:xfrm>
            <a:off x="805127" y="6388346"/>
            <a:ext cx="25400" cy="25400"/>
          </a:xfrm>
          <a:prstGeom prst="ellipse">
            <a:avLst/>
          </a:prstGeom>
          <a:solidFill>
            <a:srgbClr val="566AB4">
              <a:alpha val="43000"/>
            </a:srgbClr>
          </a:solidFill>
          <a:ln w="0">
            <a:noFill/>
            <a:prstDash val="solid"/>
          </a:ln>
        </p:spPr>
      </p:sp>
      <p:sp>
        <p:nvSpPr>
          <p:cNvPr id="4479" name="LigandSeek2_vs_LigandSeek1_ellipse_9993">
            <a:extLst>
              <a:ext uri="{FF2B5EF4-FFF2-40B4-BE49-F238E27FC236}">
                <a16:creationId xmlns:a16="http://schemas.microsoft.com/office/drawing/2014/main" id="{B08616D2-E6E6-41F8-AEFD-77F3595B8AEC}"/>
              </a:ext>
            </a:extLst>
          </p:cNvPr>
          <p:cNvSpPr>
            <a:spLocks noGrp="1"/>
          </p:cNvSpPr>
          <p:nvPr/>
        </p:nvSpPr>
        <p:spPr>
          <a:xfrm>
            <a:off x="801951" y="5817271"/>
            <a:ext cx="25400" cy="25400"/>
          </a:xfrm>
          <a:prstGeom prst="ellipse">
            <a:avLst/>
          </a:prstGeom>
          <a:solidFill>
            <a:srgbClr val="566AB4">
              <a:alpha val="43000"/>
            </a:srgbClr>
          </a:solidFill>
          <a:ln w="0">
            <a:noFill/>
            <a:prstDash val="solid"/>
          </a:ln>
        </p:spPr>
      </p:sp>
      <p:sp>
        <p:nvSpPr>
          <p:cNvPr id="4480" name="LigandSeek2_vs_LigandSeek1_ellipse_9994">
            <a:extLst>
              <a:ext uri="{FF2B5EF4-FFF2-40B4-BE49-F238E27FC236}">
                <a16:creationId xmlns:a16="http://schemas.microsoft.com/office/drawing/2014/main" id="{57B130AE-9015-4313-B20A-390955C083AD}"/>
              </a:ext>
            </a:extLst>
          </p:cNvPr>
          <p:cNvSpPr>
            <a:spLocks noGrp="1"/>
          </p:cNvSpPr>
          <p:nvPr/>
        </p:nvSpPr>
        <p:spPr>
          <a:xfrm>
            <a:off x="796015" y="5246195"/>
            <a:ext cx="25400" cy="25400"/>
          </a:xfrm>
          <a:prstGeom prst="ellipse">
            <a:avLst/>
          </a:prstGeom>
          <a:solidFill>
            <a:srgbClr val="566AB4">
              <a:alpha val="43000"/>
            </a:srgbClr>
          </a:solidFill>
          <a:ln w="0">
            <a:noFill/>
            <a:prstDash val="solid"/>
          </a:ln>
        </p:spPr>
      </p:sp>
      <p:sp>
        <p:nvSpPr>
          <p:cNvPr id="4481" name="LigandSeek2_vs_LigandSeek1_ellipse_9995">
            <a:extLst>
              <a:ext uri="{FF2B5EF4-FFF2-40B4-BE49-F238E27FC236}">
                <a16:creationId xmlns:a16="http://schemas.microsoft.com/office/drawing/2014/main" id="{080A61BB-0EC8-4825-AEEF-CE437CA77160}"/>
              </a:ext>
            </a:extLst>
          </p:cNvPr>
          <p:cNvSpPr>
            <a:spLocks noGrp="1"/>
          </p:cNvSpPr>
          <p:nvPr/>
        </p:nvSpPr>
        <p:spPr>
          <a:xfrm>
            <a:off x="784772" y="6388346"/>
            <a:ext cx="25400" cy="25400"/>
          </a:xfrm>
          <a:prstGeom prst="ellipse">
            <a:avLst/>
          </a:prstGeom>
          <a:solidFill>
            <a:srgbClr val="566AB4">
              <a:alpha val="43000"/>
            </a:srgbClr>
          </a:solidFill>
          <a:ln w="0">
            <a:noFill/>
            <a:prstDash val="solid"/>
          </a:ln>
        </p:spPr>
      </p:sp>
      <p:sp>
        <p:nvSpPr>
          <p:cNvPr id="4482" name="LigandSeek2_vs_LigandSeek1_ellipse_9996">
            <a:extLst>
              <a:ext uri="{FF2B5EF4-FFF2-40B4-BE49-F238E27FC236}">
                <a16:creationId xmlns:a16="http://schemas.microsoft.com/office/drawing/2014/main" id="{221077B8-7873-458C-8394-F05FF6834D36}"/>
              </a:ext>
            </a:extLst>
          </p:cNvPr>
          <p:cNvSpPr>
            <a:spLocks noGrp="1"/>
          </p:cNvSpPr>
          <p:nvPr/>
        </p:nvSpPr>
        <p:spPr>
          <a:xfrm>
            <a:off x="799357" y="5588841"/>
            <a:ext cx="25400" cy="25400"/>
          </a:xfrm>
          <a:prstGeom prst="ellipse">
            <a:avLst/>
          </a:prstGeom>
          <a:solidFill>
            <a:srgbClr val="566AB4">
              <a:alpha val="43000"/>
            </a:srgbClr>
          </a:solidFill>
          <a:ln w="0">
            <a:noFill/>
            <a:prstDash val="solid"/>
          </a:ln>
        </p:spPr>
      </p:sp>
      <p:sp>
        <p:nvSpPr>
          <p:cNvPr id="4483" name="LigandSeek2_vs_LigandSeek1_ellipse_9997">
            <a:extLst>
              <a:ext uri="{FF2B5EF4-FFF2-40B4-BE49-F238E27FC236}">
                <a16:creationId xmlns:a16="http://schemas.microsoft.com/office/drawing/2014/main" id="{6861FD34-3812-4E92-9A5C-E5FA560A03A5}"/>
              </a:ext>
            </a:extLst>
          </p:cNvPr>
          <p:cNvSpPr>
            <a:spLocks noGrp="1"/>
          </p:cNvSpPr>
          <p:nvPr/>
        </p:nvSpPr>
        <p:spPr>
          <a:xfrm>
            <a:off x="826701" y="6388346"/>
            <a:ext cx="25400" cy="25400"/>
          </a:xfrm>
          <a:prstGeom prst="ellipse">
            <a:avLst/>
          </a:prstGeom>
          <a:solidFill>
            <a:srgbClr val="566AB4">
              <a:alpha val="43000"/>
            </a:srgbClr>
          </a:solidFill>
          <a:ln w="0">
            <a:noFill/>
            <a:prstDash val="solid"/>
          </a:ln>
        </p:spPr>
      </p:sp>
      <p:sp>
        <p:nvSpPr>
          <p:cNvPr id="4484" name="LigandSeek2_vs_LigandSeek1_ellipse_9998">
            <a:extLst>
              <a:ext uri="{FF2B5EF4-FFF2-40B4-BE49-F238E27FC236}">
                <a16:creationId xmlns:a16="http://schemas.microsoft.com/office/drawing/2014/main" id="{9452E177-F7FC-4B91-8B81-498B90655921}"/>
              </a:ext>
            </a:extLst>
          </p:cNvPr>
          <p:cNvSpPr>
            <a:spLocks noGrp="1"/>
          </p:cNvSpPr>
          <p:nvPr/>
        </p:nvSpPr>
        <p:spPr>
          <a:xfrm>
            <a:off x="811310" y="6388346"/>
            <a:ext cx="25400" cy="25400"/>
          </a:xfrm>
          <a:prstGeom prst="ellipse">
            <a:avLst/>
          </a:prstGeom>
          <a:solidFill>
            <a:srgbClr val="566AB4">
              <a:alpha val="43000"/>
            </a:srgbClr>
          </a:solidFill>
          <a:ln w="0">
            <a:noFill/>
            <a:prstDash val="solid"/>
          </a:ln>
        </p:spPr>
      </p:sp>
      <p:sp>
        <p:nvSpPr>
          <p:cNvPr id="4485" name="LigandSeek2_vs_LigandSeek1_ellipse_9999">
            <a:extLst>
              <a:ext uri="{FF2B5EF4-FFF2-40B4-BE49-F238E27FC236}">
                <a16:creationId xmlns:a16="http://schemas.microsoft.com/office/drawing/2014/main" id="{CCE42FE8-7559-4C3A-B05A-2992460DBCA2}"/>
              </a:ext>
            </a:extLst>
          </p:cNvPr>
          <p:cNvSpPr>
            <a:spLocks noGrp="1"/>
          </p:cNvSpPr>
          <p:nvPr/>
        </p:nvSpPr>
        <p:spPr>
          <a:xfrm>
            <a:off x="767339" y="6388346"/>
            <a:ext cx="25400" cy="25400"/>
          </a:xfrm>
          <a:prstGeom prst="ellipse">
            <a:avLst/>
          </a:prstGeom>
          <a:solidFill>
            <a:srgbClr val="566AB4">
              <a:alpha val="43000"/>
            </a:srgbClr>
          </a:solidFill>
          <a:ln w="0">
            <a:noFill/>
            <a:prstDash val="solid"/>
          </a:ln>
        </p:spPr>
      </p:sp>
      <p:sp>
        <p:nvSpPr>
          <p:cNvPr id="4486" name="LigandSeek2_vs_LigandSeek1_ellipse_10000">
            <a:extLst>
              <a:ext uri="{FF2B5EF4-FFF2-40B4-BE49-F238E27FC236}">
                <a16:creationId xmlns:a16="http://schemas.microsoft.com/office/drawing/2014/main" id="{D73F1372-5660-4090-95EC-A4C01E56EC5D}"/>
              </a:ext>
            </a:extLst>
          </p:cNvPr>
          <p:cNvSpPr>
            <a:spLocks noGrp="1"/>
          </p:cNvSpPr>
          <p:nvPr/>
        </p:nvSpPr>
        <p:spPr>
          <a:xfrm>
            <a:off x="866850" y="5742783"/>
            <a:ext cx="25400" cy="25400"/>
          </a:xfrm>
          <a:prstGeom prst="ellipse">
            <a:avLst/>
          </a:prstGeom>
          <a:solidFill>
            <a:srgbClr val="566AB4">
              <a:alpha val="43000"/>
            </a:srgbClr>
          </a:solidFill>
          <a:ln w="0">
            <a:noFill/>
            <a:prstDash val="solid"/>
          </a:ln>
        </p:spPr>
      </p:sp>
      <p:sp>
        <p:nvSpPr>
          <p:cNvPr id="4487" name="LigandSeek2_vs_LigandSeek1_ellipse_10001">
            <a:extLst>
              <a:ext uri="{FF2B5EF4-FFF2-40B4-BE49-F238E27FC236}">
                <a16:creationId xmlns:a16="http://schemas.microsoft.com/office/drawing/2014/main" id="{84C47876-8ED2-40E1-8EB9-E49DD594BEC0}"/>
              </a:ext>
            </a:extLst>
          </p:cNvPr>
          <p:cNvSpPr>
            <a:spLocks noGrp="1"/>
          </p:cNvSpPr>
          <p:nvPr/>
        </p:nvSpPr>
        <p:spPr>
          <a:xfrm>
            <a:off x="825683" y="6388346"/>
            <a:ext cx="25400" cy="25400"/>
          </a:xfrm>
          <a:prstGeom prst="ellipse">
            <a:avLst/>
          </a:prstGeom>
          <a:solidFill>
            <a:srgbClr val="566AB4">
              <a:alpha val="43000"/>
            </a:srgbClr>
          </a:solidFill>
          <a:ln w="0">
            <a:noFill/>
            <a:prstDash val="solid"/>
          </a:ln>
        </p:spPr>
      </p:sp>
      <p:sp>
        <p:nvSpPr>
          <p:cNvPr id="4488" name="LigandSeek2_vs_LigandSeek1_ellipse_10002">
            <a:extLst>
              <a:ext uri="{FF2B5EF4-FFF2-40B4-BE49-F238E27FC236}">
                <a16:creationId xmlns:a16="http://schemas.microsoft.com/office/drawing/2014/main" id="{B3C140EC-51B3-4692-BCE6-3BDF0452146B}"/>
              </a:ext>
            </a:extLst>
          </p:cNvPr>
          <p:cNvSpPr>
            <a:spLocks noGrp="1"/>
          </p:cNvSpPr>
          <p:nvPr/>
        </p:nvSpPr>
        <p:spPr>
          <a:xfrm>
            <a:off x="739828" y="5246195"/>
            <a:ext cx="25400" cy="25400"/>
          </a:xfrm>
          <a:prstGeom prst="ellipse">
            <a:avLst/>
          </a:prstGeom>
          <a:solidFill>
            <a:srgbClr val="566AB4">
              <a:alpha val="43000"/>
            </a:srgbClr>
          </a:solidFill>
          <a:ln w="0">
            <a:noFill/>
            <a:prstDash val="solid"/>
          </a:ln>
        </p:spPr>
      </p:sp>
      <p:sp>
        <p:nvSpPr>
          <p:cNvPr id="4489" name="LigandSeek2_vs_LigandSeek1_ellipse_10003">
            <a:extLst>
              <a:ext uri="{FF2B5EF4-FFF2-40B4-BE49-F238E27FC236}">
                <a16:creationId xmlns:a16="http://schemas.microsoft.com/office/drawing/2014/main" id="{4D9410FE-FDF4-4F83-94DD-4409F696FF35}"/>
              </a:ext>
            </a:extLst>
          </p:cNvPr>
          <p:cNvSpPr>
            <a:spLocks noGrp="1"/>
          </p:cNvSpPr>
          <p:nvPr/>
        </p:nvSpPr>
        <p:spPr>
          <a:xfrm>
            <a:off x="730091" y="5322339"/>
            <a:ext cx="25400" cy="25400"/>
          </a:xfrm>
          <a:prstGeom prst="ellipse">
            <a:avLst/>
          </a:prstGeom>
          <a:solidFill>
            <a:srgbClr val="566AB4">
              <a:alpha val="43000"/>
            </a:srgbClr>
          </a:solidFill>
          <a:ln w="0">
            <a:noFill/>
            <a:prstDash val="solid"/>
          </a:ln>
        </p:spPr>
      </p:sp>
      <p:sp>
        <p:nvSpPr>
          <p:cNvPr id="4490" name="LigandSeek2_vs_LigandSeek1_ellipse_10004">
            <a:extLst>
              <a:ext uri="{FF2B5EF4-FFF2-40B4-BE49-F238E27FC236}">
                <a16:creationId xmlns:a16="http://schemas.microsoft.com/office/drawing/2014/main" id="{EACD800D-F793-4F61-ADBC-FF4CFB426A7C}"/>
              </a:ext>
            </a:extLst>
          </p:cNvPr>
          <p:cNvSpPr>
            <a:spLocks noGrp="1"/>
          </p:cNvSpPr>
          <p:nvPr/>
        </p:nvSpPr>
        <p:spPr>
          <a:xfrm>
            <a:off x="828287" y="5626912"/>
            <a:ext cx="25400" cy="25400"/>
          </a:xfrm>
          <a:prstGeom prst="ellipse">
            <a:avLst/>
          </a:prstGeom>
          <a:solidFill>
            <a:srgbClr val="566AB4">
              <a:alpha val="43000"/>
            </a:srgbClr>
          </a:solidFill>
          <a:ln w="0">
            <a:noFill/>
            <a:prstDash val="solid"/>
          </a:ln>
        </p:spPr>
      </p:sp>
      <p:sp>
        <p:nvSpPr>
          <p:cNvPr id="4491" name="LigandSeek2_vs_LigandSeek1_ellipse_10005">
            <a:extLst>
              <a:ext uri="{FF2B5EF4-FFF2-40B4-BE49-F238E27FC236}">
                <a16:creationId xmlns:a16="http://schemas.microsoft.com/office/drawing/2014/main" id="{A7BAA294-B258-4F2F-9E7E-B8B96CCB5D27}"/>
              </a:ext>
            </a:extLst>
          </p:cNvPr>
          <p:cNvSpPr>
            <a:spLocks noGrp="1"/>
          </p:cNvSpPr>
          <p:nvPr/>
        </p:nvSpPr>
        <p:spPr>
          <a:xfrm>
            <a:off x="862681" y="5246195"/>
            <a:ext cx="25400" cy="25400"/>
          </a:xfrm>
          <a:prstGeom prst="ellipse">
            <a:avLst/>
          </a:prstGeom>
          <a:solidFill>
            <a:srgbClr val="566AB4">
              <a:alpha val="43000"/>
            </a:srgbClr>
          </a:solidFill>
          <a:ln w="0">
            <a:noFill/>
            <a:prstDash val="solid"/>
          </a:ln>
        </p:spPr>
      </p:sp>
      <p:sp>
        <p:nvSpPr>
          <p:cNvPr id="4492" name="LigandSeek2_vs_LigandSeek1_ellipse_10006">
            <a:extLst>
              <a:ext uri="{FF2B5EF4-FFF2-40B4-BE49-F238E27FC236}">
                <a16:creationId xmlns:a16="http://schemas.microsoft.com/office/drawing/2014/main" id="{6FFF9B00-5B5D-4041-AB66-227E6A5A2CC3}"/>
              </a:ext>
            </a:extLst>
          </p:cNvPr>
          <p:cNvSpPr>
            <a:spLocks noGrp="1"/>
          </p:cNvSpPr>
          <p:nvPr/>
        </p:nvSpPr>
        <p:spPr>
          <a:xfrm>
            <a:off x="849639" y="5246195"/>
            <a:ext cx="25400" cy="25400"/>
          </a:xfrm>
          <a:prstGeom prst="ellipse">
            <a:avLst/>
          </a:prstGeom>
          <a:solidFill>
            <a:srgbClr val="566AB4">
              <a:alpha val="43000"/>
            </a:srgbClr>
          </a:solidFill>
          <a:ln w="0">
            <a:noFill/>
            <a:prstDash val="solid"/>
          </a:ln>
        </p:spPr>
      </p:sp>
      <p:sp>
        <p:nvSpPr>
          <p:cNvPr id="4493" name="LigandSeek2_vs_LigandSeek1_ellipse_10007">
            <a:extLst>
              <a:ext uri="{FF2B5EF4-FFF2-40B4-BE49-F238E27FC236}">
                <a16:creationId xmlns:a16="http://schemas.microsoft.com/office/drawing/2014/main" id="{2650B538-E80C-43E1-8C95-21142D8A64FD}"/>
              </a:ext>
            </a:extLst>
          </p:cNvPr>
          <p:cNvSpPr>
            <a:spLocks noGrp="1"/>
          </p:cNvSpPr>
          <p:nvPr/>
        </p:nvSpPr>
        <p:spPr>
          <a:xfrm>
            <a:off x="836846" y="5855342"/>
            <a:ext cx="25400" cy="25400"/>
          </a:xfrm>
          <a:prstGeom prst="ellipse">
            <a:avLst/>
          </a:prstGeom>
          <a:solidFill>
            <a:srgbClr val="566AB4">
              <a:alpha val="43000"/>
            </a:srgbClr>
          </a:solidFill>
          <a:ln w="0">
            <a:noFill/>
            <a:prstDash val="solid"/>
          </a:ln>
        </p:spPr>
      </p:sp>
      <p:sp>
        <p:nvSpPr>
          <p:cNvPr id="4494" name="LigandSeek2_vs_LigandSeek1_ellipse_10008">
            <a:extLst>
              <a:ext uri="{FF2B5EF4-FFF2-40B4-BE49-F238E27FC236}">
                <a16:creationId xmlns:a16="http://schemas.microsoft.com/office/drawing/2014/main" id="{E3187077-865C-43E0-BE6E-65E00D1E6B0D}"/>
              </a:ext>
            </a:extLst>
          </p:cNvPr>
          <p:cNvSpPr>
            <a:spLocks noGrp="1"/>
          </p:cNvSpPr>
          <p:nvPr/>
        </p:nvSpPr>
        <p:spPr>
          <a:xfrm>
            <a:off x="820270" y="5246195"/>
            <a:ext cx="25400" cy="25400"/>
          </a:xfrm>
          <a:prstGeom prst="ellipse">
            <a:avLst/>
          </a:prstGeom>
          <a:solidFill>
            <a:srgbClr val="566AB4">
              <a:alpha val="43000"/>
            </a:srgbClr>
          </a:solidFill>
          <a:ln w="0">
            <a:noFill/>
            <a:prstDash val="solid"/>
          </a:ln>
        </p:spPr>
      </p:sp>
      <p:sp>
        <p:nvSpPr>
          <p:cNvPr id="4495" name="LigandSeek2_vs_LigandSeek1_ellipse_10009">
            <a:extLst>
              <a:ext uri="{FF2B5EF4-FFF2-40B4-BE49-F238E27FC236}">
                <a16:creationId xmlns:a16="http://schemas.microsoft.com/office/drawing/2014/main" id="{ED4BE51D-7655-4328-8BB1-92C0045DE517}"/>
              </a:ext>
            </a:extLst>
          </p:cNvPr>
          <p:cNvSpPr>
            <a:spLocks noGrp="1"/>
          </p:cNvSpPr>
          <p:nvPr/>
        </p:nvSpPr>
        <p:spPr>
          <a:xfrm>
            <a:off x="809734" y="6007629"/>
            <a:ext cx="25400" cy="25400"/>
          </a:xfrm>
          <a:prstGeom prst="ellipse">
            <a:avLst/>
          </a:prstGeom>
          <a:solidFill>
            <a:srgbClr val="566AB4">
              <a:alpha val="43000"/>
            </a:srgbClr>
          </a:solidFill>
          <a:ln w="0">
            <a:noFill/>
            <a:prstDash val="solid"/>
          </a:ln>
        </p:spPr>
      </p:sp>
      <p:sp>
        <p:nvSpPr>
          <p:cNvPr id="4496" name="LigandSeek2_vs_LigandSeek1_ellipse_10010">
            <a:extLst>
              <a:ext uri="{FF2B5EF4-FFF2-40B4-BE49-F238E27FC236}">
                <a16:creationId xmlns:a16="http://schemas.microsoft.com/office/drawing/2014/main" id="{CEAAABAF-310B-47CA-ABC8-4AA92A28537B}"/>
              </a:ext>
            </a:extLst>
          </p:cNvPr>
          <p:cNvSpPr>
            <a:spLocks noGrp="1"/>
          </p:cNvSpPr>
          <p:nvPr/>
        </p:nvSpPr>
        <p:spPr>
          <a:xfrm>
            <a:off x="823949" y="5817271"/>
            <a:ext cx="25400" cy="25400"/>
          </a:xfrm>
          <a:prstGeom prst="ellipse">
            <a:avLst/>
          </a:prstGeom>
          <a:solidFill>
            <a:srgbClr val="566AB4">
              <a:alpha val="43000"/>
            </a:srgbClr>
          </a:solidFill>
          <a:ln w="0">
            <a:noFill/>
            <a:prstDash val="solid"/>
          </a:ln>
        </p:spPr>
      </p:sp>
      <p:sp>
        <p:nvSpPr>
          <p:cNvPr id="4497" name="LigandSeek2_vs_LigandSeek1_ellipse_10011">
            <a:extLst>
              <a:ext uri="{FF2B5EF4-FFF2-40B4-BE49-F238E27FC236}">
                <a16:creationId xmlns:a16="http://schemas.microsoft.com/office/drawing/2014/main" id="{141FFE7A-EF65-42C9-81AA-7DC7368C4811}"/>
              </a:ext>
            </a:extLst>
          </p:cNvPr>
          <p:cNvSpPr>
            <a:spLocks noGrp="1"/>
          </p:cNvSpPr>
          <p:nvPr/>
        </p:nvSpPr>
        <p:spPr>
          <a:xfrm>
            <a:off x="775623" y="5246195"/>
            <a:ext cx="25400" cy="25400"/>
          </a:xfrm>
          <a:prstGeom prst="ellipse">
            <a:avLst/>
          </a:prstGeom>
          <a:solidFill>
            <a:srgbClr val="566AB4">
              <a:alpha val="43000"/>
            </a:srgbClr>
          </a:solidFill>
          <a:ln w="0">
            <a:noFill/>
            <a:prstDash val="solid"/>
          </a:ln>
        </p:spPr>
      </p:sp>
      <p:sp>
        <p:nvSpPr>
          <p:cNvPr id="4498" name="LigandSeek2_vs_LigandSeek1_ellipse_10012">
            <a:extLst>
              <a:ext uri="{FF2B5EF4-FFF2-40B4-BE49-F238E27FC236}">
                <a16:creationId xmlns:a16="http://schemas.microsoft.com/office/drawing/2014/main" id="{85C27DA3-D094-427F-9770-68008DB1F724}"/>
              </a:ext>
            </a:extLst>
          </p:cNvPr>
          <p:cNvSpPr>
            <a:spLocks noGrp="1"/>
          </p:cNvSpPr>
          <p:nvPr/>
        </p:nvSpPr>
        <p:spPr>
          <a:xfrm>
            <a:off x="769166" y="6007629"/>
            <a:ext cx="25400" cy="25400"/>
          </a:xfrm>
          <a:prstGeom prst="ellipse">
            <a:avLst/>
          </a:prstGeom>
          <a:solidFill>
            <a:srgbClr val="566AB4">
              <a:alpha val="43000"/>
            </a:srgbClr>
          </a:solidFill>
          <a:ln w="0">
            <a:noFill/>
            <a:prstDash val="solid"/>
          </a:ln>
        </p:spPr>
      </p:sp>
      <p:sp>
        <p:nvSpPr>
          <p:cNvPr id="4499" name="LigandSeek2_vs_LigandSeek1_ellipse_10013">
            <a:extLst>
              <a:ext uri="{FF2B5EF4-FFF2-40B4-BE49-F238E27FC236}">
                <a16:creationId xmlns:a16="http://schemas.microsoft.com/office/drawing/2014/main" id="{74C6FAA6-92B6-4DD9-B80F-AD28BAF64FC3}"/>
              </a:ext>
            </a:extLst>
          </p:cNvPr>
          <p:cNvSpPr>
            <a:spLocks noGrp="1"/>
          </p:cNvSpPr>
          <p:nvPr/>
        </p:nvSpPr>
        <p:spPr>
          <a:xfrm>
            <a:off x="785697" y="5246195"/>
            <a:ext cx="25400" cy="25400"/>
          </a:xfrm>
          <a:prstGeom prst="ellipse">
            <a:avLst/>
          </a:prstGeom>
          <a:solidFill>
            <a:srgbClr val="566AB4">
              <a:alpha val="43000"/>
            </a:srgbClr>
          </a:solidFill>
          <a:ln w="0">
            <a:noFill/>
            <a:prstDash val="solid"/>
          </a:ln>
        </p:spPr>
      </p:sp>
      <p:sp>
        <p:nvSpPr>
          <p:cNvPr id="4500" name="LigandSeek2_vs_LigandSeek1_ellipse_10014">
            <a:extLst>
              <a:ext uri="{FF2B5EF4-FFF2-40B4-BE49-F238E27FC236}">
                <a16:creationId xmlns:a16="http://schemas.microsoft.com/office/drawing/2014/main" id="{4CD0ECC4-5AAD-4CE3-87A6-D7D4F40415DA}"/>
              </a:ext>
            </a:extLst>
          </p:cNvPr>
          <p:cNvSpPr>
            <a:spLocks noGrp="1"/>
          </p:cNvSpPr>
          <p:nvPr/>
        </p:nvSpPr>
        <p:spPr>
          <a:xfrm>
            <a:off x="744995" y="6062017"/>
            <a:ext cx="25400" cy="25400"/>
          </a:xfrm>
          <a:prstGeom prst="ellipse">
            <a:avLst/>
          </a:prstGeom>
          <a:solidFill>
            <a:srgbClr val="566AB4">
              <a:alpha val="43000"/>
            </a:srgbClr>
          </a:solidFill>
          <a:ln w="0">
            <a:noFill/>
            <a:prstDash val="solid"/>
          </a:ln>
        </p:spPr>
      </p:sp>
      <p:sp>
        <p:nvSpPr>
          <p:cNvPr id="4501" name="LigandSeek2_vs_LigandSeek1_ellipse_10015">
            <a:extLst>
              <a:ext uri="{FF2B5EF4-FFF2-40B4-BE49-F238E27FC236}">
                <a16:creationId xmlns:a16="http://schemas.microsoft.com/office/drawing/2014/main" id="{2A14A836-2F90-488B-8E63-27B6879D5D19}"/>
              </a:ext>
            </a:extLst>
          </p:cNvPr>
          <p:cNvSpPr>
            <a:spLocks noGrp="1"/>
          </p:cNvSpPr>
          <p:nvPr/>
        </p:nvSpPr>
        <p:spPr>
          <a:xfrm>
            <a:off x="744574" y="5436554"/>
            <a:ext cx="25400" cy="25400"/>
          </a:xfrm>
          <a:prstGeom prst="ellipse">
            <a:avLst/>
          </a:prstGeom>
          <a:solidFill>
            <a:srgbClr val="566AB4">
              <a:alpha val="43000"/>
            </a:srgbClr>
          </a:solidFill>
          <a:ln w="0">
            <a:noFill/>
            <a:prstDash val="solid"/>
          </a:ln>
        </p:spPr>
      </p:sp>
      <p:sp>
        <p:nvSpPr>
          <p:cNvPr id="4502" name="LigandSeek2_vs_LigandSeek1_ellipse_10016">
            <a:extLst>
              <a:ext uri="{FF2B5EF4-FFF2-40B4-BE49-F238E27FC236}">
                <a16:creationId xmlns:a16="http://schemas.microsoft.com/office/drawing/2014/main" id="{1906E22D-0973-4CDA-9BC0-CEBDAEB6FC72}"/>
              </a:ext>
            </a:extLst>
          </p:cNvPr>
          <p:cNvSpPr>
            <a:spLocks noGrp="1"/>
          </p:cNvSpPr>
          <p:nvPr/>
        </p:nvSpPr>
        <p:spPr>
          <a:xfrm>
            <a:off x="791868" y="5626912"/>
            <a:ext cx="25400" cy="25400"/>
          </a:xfrm>
          <a:prstGeom prst="ellipse">
            <a:avLst/>
          </a:prstGeom>
          <a:solidFill>
            <a:srgbClr val="566AB4">
              <a:alpha val="43000"/>
            </a:srgbClr>
          </a:solidFill>
          <a:ln w="0">
            <a:noFill/>
            <a:prstDash val="solid"/>
          </a:ln>
        </p:spPr>
      </p:sp>
      <p:sp>
        <p:nvSpPr>
          <p:cNvPr id="4503" name="LigandSeek2_vs_LigandSeek1_ellipse_10017">
            <a:extLst>
              <a:ext uri="{FF2B5EF4-FFF2-40B4-BE49-F238E27FC236}">
                <a16:creationId xmlns:a16="http://schemas.microsoft.com/office/drawing/2014/main" id="{78C93347-DE53-4534-A5A8-F08D250C67EC}"/>
              </a:ext>
            </a:extLst>
          </p:cNvPr>
          <p:cNvSpPr>
            <a:spLocks noGrp="1"/>
          </p:cNvSpPr>
          <p:nvPr/>
        </p:nvSpPr>
        <p:spPr>
          <a:xfrm>
            <a:off x="812652" y="5246195"/>
            <a:ext cx="25400" cy="25400"/>
          </a:xfrm>
          <a:prstGeom prst="ellipse">
            <a:avLst/>
          </a:prstGeom>
          <a:solidFill>
            <a:srgbClr val="566AB4">
              <a:alpha val="43000"/>
            </a:srgbClr>
          </a:solidFill>
          <a:ln w="0">
            <a:noFill/>
            <a:prstDash val="solid"/>
          </a:ln>
        </p:spPr>
      </p:sp>
      <p:sp>
        <p:nvSpPr>
          <p:cNvPr id="4504" name="LigandSeek2_vs_LigandSeek1_ellipse_10018">
            <a:extLst>
              <a:ext uri="{FF2B5EF4-FFF2-40B4-BE49-F238E27FC236}">
                <a16:creationId xmlns:a16="http://schemas.microsoft.com/office/drawing/2014/main" id="{7C2EBEF6-A669-4BA5-AFA0-87806AF970DF}"/>
              </a:ext>
            </a:extLst>
          </p:cNvPr>
          <p:cNvSpPr>
            <a:spLocks noGrp="1"/>
          </p:cNvSpPr>
          <p:nvPr/>
        </p:nvSpPr>
        <p:spPr>
          <a:xfrm>
            <a:off x="802658" y="6007629"/>
            <a:ext cx="25400" cy="25400"/>
          </a:xfrm>
          <a:prstGeom prst="ellipse">
            <a:avLst/>
          </a:prstGeom>
          <a:solidFill>
            <a:srgbClr val="566AB4">
              <a:alpha val="43000"/>
            </a:srgbClr>
          </a:solidFill>
          <a:ln w="0">
            <a:noFill/>
            <a:prstDash val="solid"/>
          </a:ln>
        </p:spPr>
      </p:sp>
      <p:sp>
        <p:nvSpPr>
          <p:cNvPr id="4505" name="LigandSeek2_vs_LigandSeek1_ellipse_10019">
            <a:extLst>
              <a:ext uri="{FF2B5EF4-FFF2-40B4-BE49-F238E27FC236}">
                <a16:creationId xmlns:a16="http://schemas.microsoft.com/office/drawing/2014/main" id="{FC146460-5871-4942-8D65-BF7929724587}"/>
              </a:ext>
            </a:extLst>
          </p:cNvPr>
          <p:cNvSpPr>
            <a:spLocks noGrp="1"/>
          </p:cNvSpPr>
          <p:nvPr/>
        </p:nvSpPr>
        <p:spPr>
          <a:xfrm>
            <a:off x="833964" y="5531733"/>
            <a:ext cx="25400" cy="25400"/>
          </a:xfrm>
          <a:prstGeom prst="ellipse">
            <a:avLst/>
          </a:prstGeom>
          <a:solidFill>
            <a:srgbClr val="566AB4">
              <a:alpha val="43000"/>
            </a:srgbClr>
          </a:solidFill>
          <a:ln w="0">
            <a:noFill/>
            <a:prstDash val="solid"/>
          </a:ln>
        </p:spPr>
      </p:sp>
      <p:sp>
        <p:nvSpPr>
          <p:cNvPr id="4506" name="LigandSeek2_vs_LigandSeek1_ellipse_10020">
            <a:extLst>
              <a:ext uri="{FF2B5EF4-FFF2-40B4-BE49-F238E27FC236}">
                <a16:creationId xmlns:a16="http://schemas.microsoft.com/office/drawing/2014/main" id="{C4981F6E-9464-4E67-950D-1BE57EDE505D}"/>
              </a:ext>
            </a:extLst>
          </p:cNvPr>
          <p:cNvSpPr>
            <a:spLocks noGrp="1"/>
          </p:cNvSpPr>
          <p:nvPr/>
        </p:nvSpPr>
        <p:spPr>
          <a:xfrm>
            <a:off x="738847" y="5985234"/>
            <a:ext cx="25400" cy="25400"/>
          </a:xfrm>
          <a:prstGeom prst="ellipse">
            <a:avLst/>
          </a:prstGeom>
          <a:solidFill>
            <a:srgbClr val="566AB4">
              <a:alpha val="43000"/>
            </a:srgbClr>
          </a:solidFill>
          <a:ln w="0">
            <a:noFill/>
            <a:prstDash val="solid"/>
          </a:ln>
        </p:spPr>
      </p:sp>
      <p:sp>
        <p:nvSpPr>
          <p:cNvPr id="4507" name="LigandSeek2_vs_LigandSeek1_ellipse_10021">
            <a:extLst>
              <a:ext uri="{FF2B5EF4-FFF2-40B4-BE49-F238E27FC236}">
                <a16:creationId xmlns:a16="http://schemas.microsoft.com/office/drawing/2014/main" id="{3161391D-1119-414D-9C4B-4AC339D4F841}"/>
              </a:ext>
            </a:extLst>
          </p:cNvPr>
          <p:cNvSpPr>
            <a:spLocks noGrp="1"/>
          </p:cNvSpPr>
          <p:nvPr/>
        </p:nvSpPr>
        <p:spPr>
          <a:xfrm>
            <a:off x="744875" y="5246195"/>
            <a:ext cx="25400" cy="25400"/>
          </a:xfrm>
          <a:prstGeom prst="ellipse">
            <a:avLst/>
          </a:prstGeom>
          <a:solidFill>
            <a:srgbClr val="566AB4">
              <a:alpha val="43000"/>
            </a:srgbClr>
          </a:solidFill>
          <a:ln w="0">
            <a:noFill/>
            <a:prstDash val="solid"/>
          </a:ln>
        </p:spPr>
      </p:sp>
      <p:sp>
        <p:nvSpPr>
          <p:cNvPr id="4508" name="LigandSeek2_vs_LigandSeek1_ellipse_10022">
            <a:extLst>
              <a:ext uri="{FF2B5EF4-FFF2-40B4-BE49-F238E27FC236}">
                <a16:creationId xmlns:a16="http://schemas.microsoft.com/office/drawing/2014/main" id="{86CAFD89-0B3C-4CA0-96D4-307434E73972}"/>
              </a:ext>
            </a:extLst>
          </p:cNvPr>
          <p:cNvSpPr>
            <a:spLocks noGrp="1"/>
          </p:cNvSpPr>
          <p:nvPr/>
        </p:nvSpPr>
        <p:spPr>
          <a:xfrm>
            <a:off x="713079" y="5518136"/>
            <a:ext cx="25400" cy="25400"/>
          </a:xfrm>
          <a:prstGeom prst="ellipse">
            <a:avLst/>
          </a:prstGeom>
          <a:solidFill>
            <a:srgbClr val="566AB4">
              <a:alpha val="43000"/>
            </a:srgbClr>
          </a:solidFill>
          <a:ln w="0">
            <a:noFill/>
            <a:prstDash val="solid"/>
          </a:ln>
        </p:spPr>
      </p:sp>
      <p:sp>
        <p:nvSpPr>
          <p:cNvPr id="4509" name="LigandSeek2_vs_LigandSeek1_ellipse_10023">
            <a:extLst>
              <a:ext uri="{FF2B5EF4-FFF2-40B4-BE49-F238E27FC236}">
                <a16:creationId xmlns:a16="http://schemas.microsoft.com/office/drawing/2014/main" id="{9606C19E-63CB-4004-8F0E-3663F8C17649}"/>
              </a:ext>
            </a:extLst>
          </p:cNvPr>
          <p:cNvSpPr>
            <a:spLocks noGrp="1"/>
          </p:cNvSpPr>
          <p:nvPr/>
        </p:nvSpPr>
        <p:spPr>
          <a:xfrm>
            <a:off x="805309" y="5626912"/>
            <a:ext cx="25400" cy="25400"/>
          </a:xfrm>
          <a:prstGeom prst="ellipse">
            <a:avLst/>
          </a:prstGeom>
          <a:solidFill>
            <a:srgbClr val="566AB4">
              <a:alpha val="43000"/>
            </a:srgbClr>
          </a:solidFill>
          <a:ln w="0">
            <a:noFill/>
            <a:prstDash val="solid"/>
          </a:ln>
        </p:spPr>
      </p:sp>
      <p:sp>
        <p:nvSpPr>
          <p:cNvPr id="4510" name="LigandSeek2_vs_LigandSeek1_ellipse_10024">
            <a:extLst>
              <a:ext uri="{FF2B5EF4-FFF2-40B4-BE49-F238E27FC236}">
                <a16:creationId xmlns:a16="http://schemas.microsoft.com/office/drawing/2014/main" id="{BC784DDF-F734-41CA-8E33-F3B20B46039A}"/>
              </a:ext>
            </a:extLst>
          </p:cNvPr>
          <p:cNvSpPr>
            <a:spLocks noGrp="1"/>
          </p:cNvSpPr>
          <p:nvPr/>
        </p:nvSpPr>
        <p:spPr>
          <a:xfrm>
            <a:off x="731246" y="5817271"/>
            <a:ext cx="25400" cy="25400"/>
          </a:xfrm>
          <a:prstGeom prst="ellipse">
            <a:avLst/>
          </a:prstGeom>
          <a:solidFill>
            <a:srgbClr val="566AB4">
              <a:alpha val="43000"/>
            </a:srgbClr>
          </a:solidFill>
          <a:ln w="0">
            <a:noFill/>
            <a:prstDash val="solid"/>
          </a:ln>
        </p:spPr>
      </p:sp>
      <p:sp>
        <p:nvSpPr>
          <p:cNvPr id="4511" name="LigandSeek2_vs_LigandSeek1_ellipse_10025">
            <a:extLst>
              <a:ext uri="{FF2B5EF4-FFF2-40B4-BE49-F238E27FC236}">
                <a16:creationId xmlns:a16="http://schemas.microsoft.com/office/drawing/2014/main" id="{A753D367-0213-4AB2-A84F-3B5E72A57EAE}"/>
              </a:ext>
            </a:extLst>
          </p:cNvPr>
          <p:cNvSpPr>
            <a:spLocks noGrp="1"/>
          </p:cNvSpPr>
          <p:nvPr/>
        </p:nvSpPr>
        <p:spPr>
          <a:xfrm>
            <a:off x="846029" y="5246195"/>
            <a:ext cx="25400" cy="25400"/>
          </a:xfrm>
          <a:prstGeom prst="ellipse">
            <a:avLst/>
          </a:prstGeom>
          <a:solidFill>
            <a:srgbClr val="566AB4">
              <a:alpha val="43000"/>
            </a:srgbClr>
          </a:solidFill>
          <a:ln w="0">
            <a:noFill/>
            <a:prstDash val="solid"/>
          </a:ln>
        </p:spPr>
      </p:sp>
      <p:sp>
        <p:nvSpPr>
          <p:cNvPr id="4512" name="LigandSeek2_vs_LigandSeek1_ellipse_10026">
            <a:extLst>
              <a:ext uri="{FF2B5EF4-FFF2-40B4-BE49-F238E27FC236}">
                <a16:creationId xmlns:a16="http://schemas.microsoft.com/office/drawing/2014/main" id="{341F9658-5BF3-4657-8439-AB3C9B1A2FCD}"/>
              </a:ext>
            </a:extLst>
          </p:cNvPr>
          <p:cNvSpPr>
            <a:spLocks noGrp="1"/>
          </p:cNvSpPr>
          <p:nvPr/>
        </p:nvSpPr>
        <p:spPr>
          <a:xfrm>
            <a:off x="763441" y="5817271"/>
            <a:ext cx="25400" cy="25400"/>
          </a:xfrm>
          <a:prstGeom prst="ellipse">
            <a:avLst/>
          </a:prstGeom>
          <a:solidFill>
            <a:srgbClr val="566AB4">
              <a:alpha val="43000"/>
            </a:srgbClr>
          </a:solidFill>
          <a:ln w="0">
            <a:noFill/>
            <a:prstDash val="solid"/>
          </a:ln>
        </p:spPr>
      </p:sp>
      <p:sp>
        <p:nvSpPr>
          <p:cNvPr id="4513" name="LigandSeek2_vs_LigandSeek1_ellipse_10027">
            <a:extLst>
              <a:ext uri="{FF2B5EF4-FFF2-40B4-BE49-F238E27FC236}">
                <a16:creationId xmlns:a16="http://schemas.microsoft.com/office/drawing/2014/main" id="{BB45B25C-F162-4637-947F-386C535AEB7A}"/>
              </a:ext>
            </a:extLst>
          </p:cNvPr>
          <p:cNvSpPr>
            <a:spLocks noGrp="1"/>
          </p:cNvSpPr>
          <p:nvPr/>
        </p:nvSpPr>
        <p:spPr>
          <a:xfrm>
            <a:off x="779594" y="5409360"/>
            <a:ext cx="25400" cy="25400"/>
          </a:xfrm>
          <a:prstGeom prst="ellipse">
            <a:avLst/>
          </a:prstGeom>
          <a:solidFill>
            <a:srgbClr val="566AB4">
              <a:alpha val="43000"/>
            </a:srgbClr>
          </a:solidFill>
          <a:ln w="0">
            <a:noFill/>
            <a:prstDash val="solid"/>
          </a:ln>
        </p:spPr>
      </p:sp>
      <p:sp>
        <p:nvSpPr>
          <p:cNvPr id="4514" name="LigandSeek2_vs_LigandSeek1_ellipse_10028">
            <a:extLst>
              <a:ext uri="{FF2B5EF4-FFF2-40B4-BE49-F238E27FC236}">
                <a16:creationId xmlns:a16="http://schemas.microsoft.com/office/drawing/2014/main" id="{16F09971-3FCC-40CB-BFC3-DD533BE59873}"/>
              </a:ext>
            </a:extLst>
          </p:cNvPr>
          <p:cNvSpPr>
            <a:spLocks noGrp="1"/>
          </p:cNvSpPr>
          <p:nvPr/>
        </p:nvSpPr>
        <p:spPr>
          <a:xfrm>
            <a:off x="730869" y="6102808"/>
            <a:ext cx="25400" cy="25400"/>
          </a:xfrm>
          <a:prstGeom prst="ellipse">
            <a:avLst/>
          </a:prstGeom>
          <a:solidFill>
            <a:srgbClr val="566AB4">
              <a:alpha val="43000"/>
            </a:srgbClr>
          </a:solidFill>
          <a:ln w="0">
            <a:noFill/>
            <a:prstDash val="solid"/>
          </a:ln>
        </p:spPr>
      </p:sp>
      <p:sp>
        <p:nvSpPr>
          <p:cNvPr id="4515" name="LigandSeek2_vs_LigandSeek1_ellipse_10029">
            <a:extLst>
              <a:ext uri="{FF2B5EF4-FFF2-40B4-BE49-F238E27FC236}">
                <a16:creationId xmlns:a16="http://schemas.microsoft.com/office/drawing/2014/main" id="{FFAE3437-048C-4E02-8D74-A623B9E430C8}"/>
              </a:ext>
            </a:extLst>
          </p:cNvPr>
          <p:cNvSpPr>
            <a:spLocks noGrp="1"/>
          </p:cNvSpPr>
          <p:nvPr/>
        </p:nvSpPr>
        <p:spPr>
          <a:xfrm>
            <a:off x="771717" y="6388346"/>
            <a:ext cx="25400" cy="25400"/>
          </a:xfrm>
          <a:prstGeom prst="ellipse">
            <a:avLst/>
          </a:prstGeom>
          <a:solidFill>
            <a:srgbClr val="566AB4">
              <a:alpha val="43000"/>
            </a:srgbClr>
          </a:solidFill>
          <a:ln w="0">
            <a:noFill/>
            <a:prstDash val="solid"/>
          </a:ln>
        </p:spPr>
      </p:sp>
      <p:sp>
        <p:nvSpPr>
          <p:cNvPr id="4516" name="LigandSeek2_vs_LigandSeek1_ellipse_10030">
            <a:extLst>
              <a:ext uri="{FF2B5EF4-FFF2-40B4-BE49-F238E27FC236}">
                <a16:creationId xmlns:a16="http://schemas.microsoft.com/office/drawing/2014/main" id="{FD3B0B9A-954E-409D-B0DD-8D4E551805C5}"/>
              </a:ext>
            </a:extLst>
          </p:cNvPr>
          <p:cNvSpPr>
            <a:spLocks noGrp="1"/>
          </p:cNvSpPr>
          <p:nvPr/>
        </p:nvSpPr>
        <p:spPr>
          <a:xfrm>
            <a:off x="838890" y="5603117"/>
            <a:ext cx="25400" cy="25400"/>
          </a:xfrm>
          <a:prstGeom prst="ellipse">
            <a:avLst/>
          </a:prstGeom>
          <a:solidFill>
            <a:srgbClr val="566AB4">
              <a:alpha val="43000"/>
            </a:srgbClr>
          </a:solidFill>
          <a:ln w="0">
            <a:noFill/>
            <a:prstDash val="solid"/>
          </a:ln>
        </p:spPr>
      </p:sp>
      <p:sp>
        <p:nvSpPr>
          <p:cNvPr id="4517" name="LigandSeek2_vs_LigandSeek1_ellipse_10031">
            <a:extLst>
              <a:ext uri="{FF2B5EF4-FFF2-40B4-BE49-F238E27FC236}">
                <a16:creationId xmlns:a16="http://schemas.microsoft.com/office/drawing/2014/main" id="{565BD089-8336-481F-B102-95FE9383BA6F}"/>
              </a:ext>
            </a:extLst>
          </p:cNvPr>
          <p:cNvSpPr>
            <a:spLocks noGrp="1"/>
          </p:cNvSpPr>
          <p:nvPr/>
        </p:nvSpPr>
        <p:spPr>
          <a:xfrm>
            <a:off x="823837" y="6388346"/>
            <a:ext cx="25400" cy="25400"/>
          </a:xfrm>
          <a:prstGeom prst="ellipse">
            <a:avLst/>
          </a:prstGeom>
          <a:solidFill>
            <a:srgbClr val="566AB4">
              <a:alpha val="43000"/>
            </a:srgbClr>
          </a:solidFill>
          <a:ln w="0">
            <a:noFill/>
            <a:prstDash val="solid"/>
          </a:ln>
        </p:spPr>
      </p:sp>
      <p:sp>
        <p:nvSpPr>
          <p:cNvPr id="4518" name="LigandSeek2_vs_LigandSeek1_ellipse_10032">
            <a:extLst>
              <a:ext uri="{FF2B5EF4-FFF2-40B4-BE49-F238E27FC236}">
                <a16:creationId xmlns:a16="http://schemas.microsoft.com/office/drawing/2014/main" id="{C1506711-304F-4573-80CE-B80443473DEA}"/>
              </a:ext>
            </a:extLst>
          </p:cNvPr>
          <p:cNvSpPr>
            <a:spLocks noGrp="1"/>
          </p:cNvSpPr>
          <p:nvPr/>
        </p:nvSpPr>
        <p:spPr>
          <a:xfrm>
            <a:off x="742477" y="6388346"/>
            <a:ext cx="25400" cy="25400"/>
          </a:xfrm>
          <a:prstGeom prst="ellipse">
            <a:avLst/>
          </a:prstGeom>
          <a:solidFill>
            <a:srgbClr val="566AB4">
              <a:alpha val="43000"/>
            </a:srgbClr>
          </a:solidFill>
          <a:ln w="0">
            <a:noFill/>
            <a:prstDash val="solid"/>
          </a:ln>
        </p:spPr>
      </p:sp>
      <p:sp>
        <p:nvSpPr>
          <p:cNvPr id="4519" name="LigandSeek2_vs_LigandSeek1_ellipse_10033">
            <a:extLst>
              <a:ext uri="{FF2B5EF4-FFF2-40B4-BE49-F238E27FC236}">
                <a16:creationId xmlns:a16="http://schemas.microsoft.com/office/drawing/2014/main" id="{160AF782-AE1D-4FC1-A697-934A217074A7}"/>
              </a:ext>
            </a:extLst>
          </p:cNvPr>
          <p:cNvSpPr>
            <a:spLocks noGrp="1"/>
          </p:cNvSpPr>
          <p:nvPr/>
        </p:nvSpPr>
        <p:spPr>
          <a:xfrm>
            <a:off x="1131387" y="5246195"/>
            <a:ext cx="25400" cy="25400"/>
          </a:xfrm>
          <a:prstGeom prst="ellipse">
            <a:avLst/>
          </a:prstGeom>
          <a:solidFill>
            <a:srgbClr val="B08A60">
              <a:alpha val="43000"/>
            </a:srgbClr>
          </a:solidFill>
          <a:ln w="0">
            <a:noFill/>
            <a:prstDash val="solid"/>
          </a:ln>
        </p:spPr>
      </p:sp>
      <p:sp>
        <p:nvSpPr>
          <p:cNvPr id="4520" name="LigandSeek2_vs_LigandSeek1_ellipse_10034">
            <a:extLst>
              <a:ext uri="{FF2B5EF4-FFF2-40B4-BE49-F238E27FC236}">
                <a16:creationId xmlns:a16="http://schemas.microsoft.com/office/drawing/2014/main" id="{6D6F37D2-EF9E-4CC8-B7B2-F0E4D5CBF507}"/>
              </a:ext>
            </a:extLst>
          </p:cNvPr>
          <p:cNvSpPr>
            <a:spLocks noGrp="1"/>
          </p:cNvSpPr>
          <p:nvPr/>
        </p:nvSpPr>
        <p:spPr>
          <a:xfrm>
            <a:off x="1142931" y="6388346"/>
            <a:ext cx="25400" cy="25400"/>
          </a:xfrm>
          <a:prstGeom prst="ellipse">
            <a:avLst/>
          </a:prstGeom>
          <a:solidFill>
            <a:srgbClr val="B08A60">
              <a:alpha val="43000"/>
            </a:srgbClr>
          </a:solidFill>
          <a:ln w="0">
            <a:noFill/>
            <a:prstDash val="solid"/>
          </a:ln>
        </p:spPr>
      </p:sp>
      <p:sp>
        <p:nvSpPr>
          <p:cNvPr id="4521" name="LigandSeek2_vs_LigandSeek1_ellipse_10035">
            <a:extLst>
              <a:ext uri="{FF2B5EF4-FFF2-40B4-BE49-F238E27FC236}">
                <a16:creationId xmlns:a16="http://schemas.microsoft.com/office/drawing/2014/main" id="{82031B9E-41A9-42CB-9366-B7C853B1C0A4}"/>
              </a:ext>
            </a:extLst>
          </p:cNvPr>
          <p:cNvSpPr>
            <a:spLocks noGrp="1"/>
          </p:cNvSpPr>
          <p:nvPr/>
        </p:nvSpPr>
        <p:spPr>
          <a:xfrm>
            <a:off x="1109731" y="5246195"/>
            <a:ext cx="25400" cy="25400"/>
          </a:xfrm>
          <a:prstGeom prst="ellipse">
            <a:avLst/>
          </a:prstGeom>
          <a:solidFill>
            <a:srgbClr val="B08A60">
              <a:alpha val="43000"/>
            </a:srgbClr>
          </a:solidFill>
          <a:ln w="0">
            <a:noFill/>
            <a:prstDash val="solid"/>
          </a:ln>
        </p:spPr>
      </p:sp>
      <p:sp>
        <p:nvSpPr>
          <p:cNvPr id="4522" name="LigandSeek2_vs_LigandSeek1_ellipse_10036">
            <a:extLst>
              <a:ext uri="{FF2B5EF4-FFF2-40B4-BE49-F238E27FC236}">
                <a16:creationId xmlns:a16="http://schemas.microsoft.com/office/drawing/2014/main" id="{8B5ED5F4-EC05-433B-A077-DEA66896C2AA}"/>
              </a:ext>
            </a:extLst>
          </p:cNvPr>
          <p:cNvSpPr>
            <a:spLocks noGrp="1"/>
          </p:cNvSpPr>
          <p:nvPr/>
        </p:nvSpPr>
        <p:spPr>
          <a:xfrm>
            <a:off x="1107919" y="6388346"/>
            <a:ext cx="25400" cy="25400"/>
          </a:xfrm>
          <a:prstGeom prst="ellipse">
            <a:avLst/>
          </a:prstGeom>
          <a:solidFill>
            <a:srgbClr val="B08A60">
              <a:alpha val="43000"/>
            </a:srgbClr>
          </a:solidFill>
          <a:ln w="0">
            <a:noFill/>
            <a:prstDash val="solid"/>
          </a:ln>
        </p:spPr>
      </p:sp>
      <p:sp>
        <p:nvSpPr>
          <p:cNvPr id="4523" name="LigandSeek2_vs_LigandSeek1_ellipse_10037">
            <a:extLst>
              <a:ext uri="{FF2B5EF4-FFF2-40B4-BE49-F238E27FC236}">
                <a16:creationId xmlns:a16="http://schemas.microsoft.com/office/drawing/2014/main" id="{90B43593-5296-43F5-9C63-3C0F86B9015A}"/>
              </a:ext>
            </a:extLst>
          </p:cNvPr>
          <p:cNvSpPr>
            <a:spLocks noGrp="1"/>
          </p:cNvSpPr>
          <p:nvPr/>
        </p:nvSpPr>
        <p:spPr>
          <a:xfrm>
            <a:off x="1108772" y="5421911"/>
            <a:ext cx="25400" cy="25400"/>
          </a:xfrm>
          <a:prstGeom prst="ellipse">
            <a:avLst/>
          </a:prstGeom>
          <a:solidFill>
            <a:srgbClr val="B08A60">
              <a:alpha val="43000"/>
            </a:srgbClr>
          </a:solidFill>
          <a:ln w="0">
            <a:noFill/>
            <a:prstDash val="solid"/>
          </a:ln>
        </p:spPr>
      </p:sp>
      <p:sp>
        <p:nvSpPr>
          <p:cNvPr id="4524" name="LigandSeek2_vs_LigandSeek1_ellipse_10038">
            <a:extLst>
              <a:ext uri="{FF2B5EF4-FFF2-40B4-BE49-F238E27FC236}">
                <a16:creationId xmlns:a16="http://schemas.microsoft.com/office/drawing/2014/main" id="{B6916EC3-ED68-44D3-B424-258B2E01E243}"/>
              </a:ext>
            </a:extLst>
          </p:cNvPr>
          <p:cNvSpPr>
            <a:spLocks noGrp="1"/>
          </p:cNvSpPr>
          <p:nvPr/>
        </p:nvSpPr>
        <p:spPr>
          <a:xfrm>
            <a:off x="1170349" y="6388346"/>
            <a:ext cx="25400" cy="25400"/>
          </a:xfrm>
          <a:prstGeom prst="ellipse">
            <a:avLst/>
          </a:prstGeom>
          <a:solidFill>
            <a:srgbClr val="B08A60">
              <a:alpha val="43000"/>
            </a:srgbClr>
          </a:solidFill>
          <a:ln w="0">
            <a:noFill/>
            <a:prstDash val="solid"/>
          </a:ln>
        </p:spPr>
      </p:sp>
      <p:sp>
        <p:nvSpPr>
          <p:cNvPr id="4525" name="LigandSeek2_vs_LigandSeek1_ellipse_10039">
            <a:extLst>
              <a:ext uri="{FF2B5EF4-FFF2-40B4-BE49-F238E27FC236}">
                <a16:creationId xmlns:a16="http://schemas.microsoft.com/office/drawing/2014/main" id="{B3D26F32-36B5-480B-9B0F-8B8B797EB808}"/>
              </a:ext>
            </a:extLst>
          </p:cNvPr>
          <p:cNvSpPr>
            <a:spLocks noGrp="1"/>
          </p:cNvSpPr>
          <p:nvPr/>
        </p:nvSpPr>
        <p:spPr>
          <a:xfrm>
            <a:off x="1124071" y="5246195"/>
            <a:ext cx="25400" cy="25400"/>
          </a:xfrm>
          <a:prstGeom prst="ellipse">
            <a:avLst/>
          </a:prstGeom>
          <a:solidFill>
            <a:srgbClr val="B08A60">
              <a:alpha val="43000"/>
            </a:srgbClr>
          </a:solidFill>
          <a:ln w="0">
            <a:noFill/>
            <a:prstDash val="solid"/>
          </a:ln>
        </p:spPr>
      </p:sp>
      <p:sp>
        <p:nvSpPr>
          <p:cNvPr id="4526" name="LigandSeek2_vs_LigandSeek1_ellipse_10040">
            <a:extLst>
              <a:ext uri="{FF2B5EF4-FFF2-40B4-BE49-F238E27FC236}">
                <a16:creationId xmlns:a16="http://schemas.microsoft.com/office/drawing/2014/main" id="{0EB8341B-48A7-4575-9C89-D5B9CF587308}"/>
              </a:ext>
            </a:extLst>
          </p:cNvPr>
          <p:cNvSpPr>
            <a:spLocks noGrp="1"/>
          </p:cNvSpPr>
          <p:nvPr/>
        </p:nvSpPr>
        <p:spPr>
          <a:xfrm>
            <a:off x="1137848" y="5246195"/>
            <a:ext cx="25400" cy="25400"/>
          </a:xfrm>
          <a:prstGeom prst="ellipse">
            <a:avLst/>
          </a:prstGeom>
          <a:solidFill>
            <a:srgbClr val="B08A60">
              <a:alpha val="43000"/>
            </a:srgbClr>
          </a:solidFill>
          <a:ln w="0">
            <a:noFill/>
            <a:prstDash val="solid"/>
          </a:ln>
        </p:spPr>
      </p:sp>
      <p:sp>
        <p:nvSpPr>
          <p:cNvPr id="4527" name="LigandSeek2_vs_LigandSeek1_ellipse_10041">
            <a:extLst>
              <a:ext uri="{FF2B5EF4-FFF2-40B4-BE49-F238E27FC236}">
                <a16:creationId xmlns:a16="http://schemas.microsoft.com/office/drawing/2014/main" id="{EEC43EB9-CAAA-47FE-911D-4EA397121BFD}"/>
              </a:ext>
            </a:extLst>
          </p:cNvPr>
          <p:cNvSpPr>
            <a:spLocks noGrp="1"/>
          </p:cNvSpPr>
          <p:nvPr/>
        </p:nvSpPr>
        <p:spPr>
          <a:xfrm>
            <a:off x="1058486" y="5735689"/>
            <a:ext cx="25400" cy="25400"/>
          </a:xfrm>
          <a:prstGeom prst="ellipse">
            <a:avLst/>
          </a:prstGeom>
          <a:solidFill>
            <a:srgbClr val="B08A60">
              <a:alpha val="43000"/>
            </a:srgbClr>
          </a:solidFill>
          <a:ln w="0">
            <a:noFill/>
            <a:prstDash val="solid"/>
          </a:ln>
        </p:spPr>
      </p:sp>
      <p:sp>
        <p:nvSpPr>
          <p:cNvPr id="4528" name="LigandSeek2_vs_LigandSeek1_ellipse_10042">
            <a:extLst>
              <a:ext uri="{FF2B5EF4-FFF2-40B4-BE49-F238E27FC236}">
                <a16:creationId xmlns:a16="http://schemas.microsoft.com/office/drawing/2014/main" id="{913D7F0E-8336-45A4-86A6-746BB3345FF0}"/>
              </a:ext>
            </a:extLst>
          </p:cNvPr>
          <p:cNvSpPr>
            <a:spLocks noGrp="1"/>
          </p:cNvSpPr>
          <p:nvPr/>
        </p:nvSpPr>
        <p:spPr>
          <a:xfrm>
            <a:off x="1201014" y="5246195"/>
            <a:ext cx="25400" cy="25400"/>
          </a:xfrm>
          <a:prstGeom prst="ellipse">
            <a:avLst/>
          </a:prstGeom>
          <a:solidFill>
            <a:srgbClr val="B08A60">
              <a:alpha val="43000"/>
            </a:srgbClr>
          </a:solidFill>
          <a:ln w="0">
            <a:noFill/>
            <a:prstDash val="solid"/>
          </a:ln>
        </p:spPr>
      </p:sp>
      <p:sp>
        <p:nvSpPr>
          <p:cNvPr id="4529" name="LigandSeek2_vs_LigandSeek1_ellipse_10043">
            <a:extLst>
              <a:ext uri="{FF2B5EF4-FFF2-40B4-BE49-F238E27FC236}">
                <a16:creationId xmlns:a16="http://schemas.microsoft.com/office/drawing/2014/main" id="{58E4EBA6-0323-416F-80EF-E0BE46C99E4A}"/>
              </a:ext>
            </a:extLst>
          </p:cNvPr>
          <p:cNvSpPr>
            <a:spLocks noGrp="1"/>
          </p:cNvSpPr>
          <p:nvPr/>
        </p:nvSpPr>
        <p:spPr>
          <a:xfrm>
            <a:off x="1180627" y="5394252"/>
            <a:ext cx="25400" cy="25400"/>
          </a:xfrm>
          <a:prstGeom prst="ellipse">
            <a:avLst/>
          </a:prstGeom>
          <a:solidFill>
            <a:srgbClr val="B08A60">
              <a:alpha val="43000"/>
            </a:srgbClr>
          </a:solidFill>
          <a:ln w="0">
            <a:noFill/>
            <a:prstDash val="solid"/>
          </a:ln>
        </p:spPr>
      </p:sp>
      <p:sp>
        <p:nvSpPr>
          <p:cNvPr id="4530" name="LigandSeek2_vs_LigandSeek1_ellipse_10044">
            <a:extLst>
              <a:ext uri="{FF2B5EF4-FFF2-40B4-BE49-F238E27FC236}">
                <a16:creationId xmlns:a16="http://schemas.microsoft.com/office/drawing/2014/main" id="{D0E9A6FF-14D7-418C-88C1-8915F3AD33EA}"/>
              </a:ext>
            </a:extLst>
          </p:cNvPr>
          <p:cNvSpPr>
            <a:spLocks noGrp="1"/>
          </p:cNvSpPr>
          <p:nvPr/>
        </p:nvSpPr>
        <p:spPr>
          <a:xfrm>
            <a:off x="1075614" y="5861200"/>
            <a:ext cx="25400" cy="25400"/>
          </a:xfrm>
          <a:prstGeom prst="ellipse">
            <a:avLst/>
          </a:prstGeom>
          <a:solidFill>
            <a:srgbClr val="B08A60">
              <a:alpha val="43000"/>
            </a:srgbClr>
          </a:solidFill>
          <a:ln w="0">
            <a:noFill/>
            <a:prstDash val="solid"/>
          </a:ln>
        </p:spPr>
      </p:sp>
      <p:sp>
        <p:nvSpPr>
          <p:cNvPr id="4531" name="LigandSeek2_vs_LigandSeek1_ellipse_10045">
            <a:extLst>
              <a:ext uri="{FF2B5EF4-FFF2-40B4-BE49-F238E27FC236}">
                <a16:creationId xmlns:a16="http://schemas.microsoft.com/office/drawing/2014/main" id="{9E7F88C8-393C-42DC-979A-CB0180407F41}"/>
              </a:ext>
            </a:extLst>
          </p:cNvPr>
          <p:cNvSpPr>
            <a:spLocks noGrp="1"/>
          </p:cNvSpPr>
          <p:nvPr/>
        </p:nvSpPr>
        <p:spPr>
          <a:xfrm>
            <a:off x="1112110" y="5980435"/>
            <a:ext cx="25400" cy="25400"/>
          </a:xfrm>
          <a:prstGeom prst="ellipse">
            <a:avLst/>
          </a:prstGeom>
          <a:solidFill>
            <a:srgbClr val="B08A60">
              <a:alpha val="43000"/>
            </a:srgbClr>
          </a:solidFill>
          <a:ln w="0">
            <a:noFill/>
            <a:prstDash val="solid"/>
          </a:ln>
        </p:spPr>
      </p:sp>
      <p:sp>
        <p:nvSpPr>
          <p:cNvPr id="4532" name="LigandSeek2_vs_LigandSeek1_ellipse_10046">
            <a:extLst>
              <a:ext uri="{FF2B5EF4-FFF2-40B4-BE49-F238E27FC236}">
                <a16:creationId xmlns:a16="http://schemas.microsoft.com/office/drawing/2014/main" id="{AD4C8496-AD57-45E8-8562-A703D64E4B16}"/>
              </a:ext>
            </a:extLst>
          </p:cNvPr>
          <p:cNvSpPr>
            <a:spLocks noGrp="1"/>
          </p:cNvSpPr>
          <p:nvPr/>
        </p:nvSpPr>
        <p:spPr>
          <a:xfrm>
            <a:off x="1206437" y="5626912"/>
            <a:ext cx="25400" cy="25400"/>
          </a:xfrm>
          <a:prstGeom prst="ellipse">
            <a:avLst/>
          </a:prstGeom>
          <a:solidFill>
            <a:srgbClr val="B08A60">
              <a:alpha val="43000"/>
            </a:srgbClr>
          </a:solidFill>
          <a:ln w="0">
            <a:noFill/>
            <a:prstDash val="solid"/>
          </a:ln>
        </p:spPr>
      </p:sp>
      <p:sp>
        <p:nvSpPr>
          <p:cNvPr id="4533" name="LigandSeek2_vs_LigandSeek1_ellipse_10047">
            <a:extLst>
              <a:ext uri="{FF2B5EF4-FFF2-40B4-BE49-F238E27FC236}">
                <a16:creationId xmlns:a16="http://schemas.microsoft.com/office/drawing/2014/main" id="{D9376F1F-32B1-4889-8B9C-28E1A36C95C4}"/>
              </a:ext>
            </a:extLst>
          </p:cNvPr>
          <p:cNvSpPr>
            <a:spLocks noGrp="1"/>
          </p:cNvSpPr>
          <p:nvPr/>
        </p:nvSpPr>
        <p:spPr>
          <a:xfrm>
            <a:off x="1053857" y="5931486"/>
            <a:ext cx="25400" cy="25400"/>
          </a:xfrm>
          <a:prstGeom prst="ellipse">
            <a:avLst/>
          </a:prstGeom>
          <a:solidFill>
            <a:srgbClr val="B08A60">
              <a:alpha val="43000"/>
            </a:srgbClr>
          </a:solidFill>
          <a:ln w="0">
            <a:noFill/>
            <a:prstDash val="solid"/>
          </a:ln>
        </p:spPr>
      </p:sp>
      <p:sp>
        <p:nvSpPr>
          <p:cNvPr id="4534" name="LigandSeek2_vs_LigandSeek1_ellipse_10048">
            <a:extLst>
              <a:ext uri="{FF2B5EF4-FFF2-40B4-BE49-F238E27FC236}">
                <a16:creationId xmlns:a16="http://schemas.microsoft.com/office/drawing/2014/main" id="{0201CD09-CB91-43C2-A120-79D531265DB4}"/>
              </a:ext>
            </a:extLst>
          </p:cNvPr>
          <p:cNvSpPr>
            <a:spLocks noGrp="1"/>
          </p:cNvSpPr>
          <p:nvPr/>
        </p:nvSpPr>
        <p:spPr>
          <a:xfrm>
            <a:off x="1130109" y="5931486"/>
            <a:ext cx="25400" cy="25400"/>
          </a:xfrm>
          <a:prstGeom prst="ellipse">
            <a:avLst/>
          </a:prstGeom>
          <a:solidFill>
            <a:srgbClr val="B08A60">
              <a:alpha val="43000"/>
            </a:srgbClr>
          </a:solidFill>
          <a:ln w="0">
            <a:noFill/>
            <a:prstDash val="solid"/>
          </a:ln>
        </p:spPr>
      </p:sp>
      <p:sp>
        <p:nvSpPr>
          <p:cNvPr id="4535" name="LigandSeek2_vs_LigandSeek1_ellipse_10049">
            <a:extLst>
              <a:ext uri="{FF2B5EF4-FFF2-40B4-BE49-F238E27FC236}">
                <a16:creationId xmlns:a16="http://schemas.microsoft.com/office/drawing/2014/main" id="{6EF5D065-3BA6-42CB-8728-DB5642269928}"/>
              </a:ext>
            </a:extLst>
          </p:cNvPr>
          <p:cNvSpPr>
            <a:spLocks noGrp="1"/>
          </p:cNvSpPr>
          <p:nvPr/>
        </p:nvSpPr>
        <p:spPr>
          <a:xfrm>
            <a:off x="1138053" y="6388346"/>
            <a:ext cx="25400" cy="25400"/>
          </a:xfrm>
          <a:prstGeom prst="ellipse">
            <a:avLst/>
          </a:prstGeom>
          <a:solidFill>
            <a:srgbClr val="B08A60">
              <a:alpha val="43000"/>
            </a:srgbClr>
          </a:solidFill>
          <a:ln w="0">
            <a:noFill/>
            <a:prstDash val="solid"/>
          </a:ln>
        </p:spPr>
      </p:sp>
      <p:sp>
        <p:nvSpPr>
          <p:cNvPr id="4536" name="LigandSeek2_vs_LigandSeek1_ellipse_10050">
            <a:extLst>
              <a:ext uri="{FF2B5EF4-FFF2-40B4-BE49-F238E27FC236}">
                <a16:creationId xmlns:a16="http://schemas.microsoft.com/office/drawing/2014/main" id="{D17E7E6B-CBE9-4AFF-9C82-D982D94D0A20}"/>
              </a:ext>
            </a:extLst>
          </p:cNvPr>
          <p:cNvSpPr>
            <a:spLocks noGrp="1"/>
          </p:cNvSpPr>
          <p:nvPr/>
        </p:nvSpPr>
        <p:spPr>
          <a:xfrm>
            <a:off x="1128004" y="5817271"/>
            <a:ext cx="25400" cy="25400"/>
          </a:xfrm>
          <a:prstGeom prst="ellipse">
            <a:avLst/>
          </a:prstGeom>
          <a:solidFill>
            <a:srgbClr val="B08A60">
              <a:alpha val="43000"/>
            </a:srgbClr>
          </a:solidFill>
          <a:ln w="0">
            <a:noFill/>
            <a:prstDash val="solid"/>
          </a:ln>
        </p:spPr>
      </p:sp>
      <p:sp>
        <p:nvSpPr>
          <p:cNvPr id="4537" name="LigandSeek2_vs_LigandSeek1_ellipse_10051">
            <a:extLst>
              <a:ext uri="{FF2B5EF4-FFF2-40B4-BE49-F238E27FC236}">
                <a16:creationId xmlns:a16="http://schemas.microsoft.com/office/drawing/2014/main" id="{E9EA9908-3048-475D-82FD-FF032C63DA82}"/>
              </a:ext>
            </a:extLst>
          </p:cNvPr>
          <p:cNvSpPr>
            <a:spLocks noGrp="1"/>
          </p:cNvSpPr>
          <p:nvPr/>
        </p:nvSpPr>
        <p:spPr>
          <a:xfrm>
            <a:off x="1207380" y="5817271"/>
            <a:ext cx="25400" cy="25400"/>
          </a:xfrm>
          <a:prstGeom prst="ellipse">
            <a:avLst/>
          </a:prstGeom>
          <a:solidFill>
            <a:srgbClr val="B08A60">
              <a:alpha val="43000"/>
            </a:srgbClr>
          </a:solidFill>
          <a:ln w="0">
            <a:noFill/>
            <a:prstDash val="solid"/>
          </a:ln>
        </p:spPr>
      </p:sp>
      <p:sp>
        <p:nvSpPr>
          <p:cNvPr id="4538" name="LigandSeek2_vs_LigandSeek1_ellipse_10052">
            <a:extLst>
              <a:ext uri="{FF2B5EF4-FFF2-40B4-BE49-F238E27FC236}">
                <a16:creationId xmlns:a16="http://schemas.microsoft.com/office/drawing/2014/main" id="{979C0F66-B122-46C3-BDE2-C8A6F1CFB453}"/>
              </a:ext>
            </a:extLst>
          </p:cNvPr>
          <p:cNvSpPr>
            <a:spLocks noGrp="1"/>
          </p:cNvSpPr>
          <p:nvPr/>
        </p:nvSpPr>
        <p:spPr>
          <a:xfrm>
            <a:off x="1185042" y="5626912"/>
            <a:ext cx="25400" cy="25400"/>
          </a:xfrm>
          <a:prstGeom prst="ellipse">
            <a:avLst/>
          </a:prstGeom>
          <a:solidFill>
            <a:srgbClr val="B08A60">
              <a:alpha val="43000"/>
            </a:srgbClr>
          </a:solidFill>
          <a:ln w="0">
            <a:noFill/>
            <a:prstDash val="solid"/>
          </a:ln>
        </p:spPr>
      </p:sp>
      <p:sp>
        <p:nvSpPr>
          <p:cNvPr id="4539" name="LigandSeek2_vs_LigandSeek1_ellipse_10053">
            <a:extLst>
              <a:ext uri="{FF2B5EF4-FFF2-40B4-BE49-F238E27FC236}">
                <a16:creationId xmlns:a16="http://schemas.microsoft.com/office/drawing/2014/main" id="{FA1D00CF-434D-494A-BC7F-7802FF864E68}"/>
              </a:ext>
            </a:extLst>
          </p:cNvPr>
          <p:cNvSpPr>
            <a:spLocks noGrp="1"/>
          </p:cNvSpPr>
          <p:nvPr/>
        </p:nvSpPr>
        <p:spPr>
          <a:xfrm>
            <a:off x="1065406" y="5722092"/>
            <a:ext cx="25400" cy="25400"/>
          </a:xfrm>
          <a:prstGeom prst="ellipse">
            <a:avLst/>
          </a:prstGeom>
          <a:solidFill>
            <a:srgbClr val="B08A60">
              <a:alpha val="43000"/>
            </a:srgbClr>
          </a:solidFill>
          <a:ln w="0">
            <a:noFill/>
            <a:prstDash val="solid"/>
          </a:ln>
        </p:spPr>
      </p:sp>
      <p:sp>
        <p:nvSpPr>
          <p:cNvPr id="4540" name="LigandSeek2_vs_LigandSeek1_ellipse_10054">
            <a:extLst>
              <a:ext uri="{FF2B5EF4-FFF2-40B4-BE49-F238E27FC236}">
                <a16:creationId xmlns:a16="http://schemas.microsoft.com/office/drawing/2014/main" id="{82EEE2DB-72D6-4CAE-A02C-6E268CF84BBE}"/>
              </a:ext>
            </a:extLst>
          </p:cNvPr>
          <p:cNvSpPr>
            <a:spLocks noGrp="1"/>
          </p:cNvSpPr>
          <p:nvPr/>
        </p:nvSpPr>
        <p:spPr>
          <a:xfrm>
            <a:off x="1083125" y="5626912"/>
            <a:ext cx="25400" cy="25400"/>
          </a:xfrm>
          <a:prstGeom prst="ellipse">
            <a:avLst/>
          </a:prstGeom>
          <a:solidFill>
            <a:srgbClr val="B08A60">
              <a:alpha val="43000"/>
            </a:srgbClr>
          </a:solidFill>
          <a:ln w="0">
            <a:noFill/>
            <a:prstDash val="solid"/>
          </a:ln>
        </p:spPr>
      </p:sp>
      <p:sp>
        <p:nvSpPr>
          <p:cNvPr id="4541" name="LigandSeek2_vs_LigandSeek1_ellipse_10055">
            <a:extLst>
              <a:ext uri="{FF2B5EF4-FFF2-40B4-BE49-F238E27FC236}">
                <a16:creationId xmlns:a16="http://schemas.microsoft.com/office/drawing/2014/main" id="{5F10B6D9-1BD8-4B65-B4D0-60FA7FA31F3A}"/>
              </a:ext>
            </a:extLst>
          </p:cNvPr>
          <p:cNvSpPr>
            <a:spLocks noGrp="1"/>
          </p:cNvSpPr>
          <p:nvPr/>
        </p:nvSpPr>
        <p:spPr>
          <a:xfrm>
            <a:off x="1101082" y="6373513"/>
            <a:ext cx="25400" cy="25400"/>
          </a:xfrm>
          <a:prstGeom prst="ellipse">
            <a:avLst/>
          </a:prstGeom>
          <a:solidFill>
            <a:srgbClr val="B08A60">
              <a:alpha val="43000"/>
            </a:srgbClr>
          </a:solidFill>
          <a:ln w="0">
            <a:noFill/>
            <a:prstDash val="solid"/>
          </a:ln>
        </p:spPr>
      </p:sp>
      <p:sp>
        <p:nvSpPr>
          <p:cNvPr id="4542" name="LigandSeek2_vs_LigandSeek1_ellipse_10056">
            <a:extLst>
              <a:ext uri="{FF2B5EF4-FFF2-40B4-BE49-F238E27FC236}">
                <a16:creationId xmlns:a16="http://schemas.microsoft.com/office/drawing/2014/main" id="{A60A72F2-F377-42E1-BF93-EA42DE46ABCD}"/>
              </a:ext>
            </a:extLst>
          </p:cNvPr>
          <p:cNvSpPr>
            <a:spLocks noGrp="1"/>
          </p:cNvSpPr>
          <p:nvPr/>
        </p:nvSpPr>
        <p:spPr>
          <a:xfrm>
            <a:off x="1130037" y="5246195"/>
            <a:ext cx="25400" cy="25400"/>
          </a:xfrm>
          <a:prstGeom prst="ellipse">
            <a:avLst/>
          </a:prstGeom>
          <a:solidFill>
            <a:srgbClr val="B08A60">
              <a:alpha val="43000"/>
            </a:srgbClr>
          </a:solidFill>
          <a:ln w="0">
            <a:noFill/>
            <a:prstDash val="solid"/>
          </a:ln>
        </p:spPr>
      </p:sp>
      <p:sp>
        <p:nvSpPr>
          <p:cNvPr id="4543" name="LigandSeek2_vs_LigandSeek1_ellipse_10057">
            <a:extLst>
              <a:ext uri="{FF2B5EF4-FFF2-40B4-BE49-F238E27FC236}">
                <a16:creationId xmlns:a16="http://schemas.microsoft.com/office/drawing/2014/main" id="{FBA666A6-9CCB-45F0-8DA6-BB4A546CA0B9}"/>
              </a:ext>
            </a:extLst>
          </p:cNvPr>
          <p:cNvSpPr>
            <a:spLocks noGrp="1"/>
          </p:cNvSpPr>
          <p:nvPr/>
        </p:nvSpPr>
        <p:spPr>
          <a:xfrm>
            <a:off x="1177853" y="6388346"/>
            <a:ext cx="25400" cy="25400"/>
          </a:xfrm>
          <a:prstGeom prst="ellipse">
            <a:avLst/>
          </a:prstGeom>
          <a:solidFill>
            <a:srgbClr val="B08A60">
              <a:alpha val="43000"/>
            </a:srgbClr>
          </a:solidFill>
          <a:ln w="0">
            <a:noFill/>
            <a:prstDash val="solid"/>
          </a:ln>
        </p:spPr>
      </p:sp>
      <p:sp>
        <p:nvSpPr>
          <p:cNvPr id="4544" name="LigandSeek2_vs_LigandSeek1_ellipse_10058">
            <a:extLst>
              <a:ext uri="{FF2B5EF4-FFF2-40B4-BE49-F238E27FC236}">
                <a16:creationId xmlns:a16="http://schemas.microsoft.com/office/drawing/2014/main" id="{01FCADCC-751C-46E5-A7EA-013646BADE2F}"/>
              </a:ext>
            </a:extLst>
          </p:cNvPr>
          <p:cNvSpPr>
            <a:spLocks noGrp="1"/>
          </p:cNvSpPr>
          <p:nvPr/>
        </p:nvSpPr>
        <p:spPr>
          <a:xfrm>
            <a:off x="1149338" y="6007629"/>
            <a:ext cx="25400" cy="25400"/>
          </a:xfrm>
          <a:prstGeom prst="ellipse">
            <a:avLst/>
          </a:prstGeom>
          <a:solidFill>
            <a:srgbClr val="B08A60">
              <a:alpha val="43000"/>
            </a:srgbClr>
          </a:solidFill>
          <a:ln w="0">
            <a:noFill/>
            <a:prstDash val="solid"/>
          </a:ln>
        </p:spPr>
      </p:sp>
      <p:sp>
        <p:nvSpPr>
          <p:cNvPr id="4545" name="LigandSeek2_vs_LigandSeek1_ellipse_10059">
            <a:extLst>
              <a:ext uri="{FF2B5EF4-FFF2-40B4-BE49-F238E27FC236}">
                <a16:creationId xmlns:a16="http://schemas.microsoft.com/office/drawing/2014/main" id="{F2891090-2463-428A-A614-75299F9C4E13}"/>
              </a:ext>
            </a:extLst>
          </p:cNvPr>
          <p:cNvSpPr>
            <a:spLocks noGrp="1"/>
          </p:cNvSpPr>
          <p:nvPr/>
        </p:nvSpPr>
        <p:spPr>
          <a:xfrm>
            <a:off x="1186706" y="5898853"/>
            <a:ext cx="25400" cy="25400"/>
          </a:xfrm>
          <a:prstGeom prst="ellipse">
            <a:avLst/>
          </a:prstGeom>
          <a:solidFill>
            <a:srgbClr val="B08A60">
              <a:alpha val="43000"/>
            </a:srgbClr>
          </a:solidFill>
          <a:ln w="0">
            <a:noFill/>
            <a:prstDash val="solid"/>
          </a:ln>
        </p:spPr>
      </p:sp>
      <p:sp>
        <p:nvSpPr>
          <p:cNvPr id="4546" name="LigandSeek2_vs_LigandSeek1_ellipse_10060">
            <a:extLst>
              <a:ext uri="{FF2B5EF4-FFF2-40B4-BE49-F238E27FC236}">
                <a16:creationId xmlns:a16="http://schemas.microsoft.com/office/drawing/2014/main" id="{B74D74ED-AB90-4C62-B90B-3F5F4B23A078}"/>
              </a:ext>
            </a:extLst>
          </p:cNvPr>
          <p:cNvSpPr>
            <a:spLocks noGrp="1"/>
          </p:cNvSpPr>
          <p:nvPr/>
        </p:nvSpPr>
        <p:spPr>
          <a:xfrm>
            <a:off x="1086373" y="5735689"/>
            <a:ext cx="25400" cy="25400"/>
          </a:xfrm>
          <a:prstGeom prst="ellipse">
            <a:avLst/>
          </a:prstGeom>
          <a:solidFill>
            <a:srgbClr val="B08A60">
              <a:alpha val="43000"/>
            </a:srgbClr>
          </a:solidFill>
          <a:ln w="0">
            <a:noFill/>
            <a:prstDash val="solid"/>
          </a:ln>
        </p:spPr>
      </p:sp>
      <p:sp>
        <p:nvSpPr>
          <p:cNvPr id="4547" name="LigandSeek2_vs_LigandSeek1_ellipse_10061">
            <a:extLst>
              <a:ext uri="{FF2B5EF4-FFF2-40B4-BE49-F238E27FC236}">
                <a16:creationId xmlns:a16="http://schemas.microsoft.com/office/drawing/2014/main" id="{4F0A49BA-D8E4-400A-A9AB-458F90F7EB43}"/>
              </a:ext>
            </a:extLst>
          </p:cNvPr>
          <p:cNvSpPr>
            <a:spLocks noGrp="1"/>
          </p:cNvSpPr>
          <p:nvPr/>
        </p:nvSpPr>
        <p:spPr>
          <a:xfrm>
            <a:off x="1140788" y="5991076"/>
            <a:ext cx="25400" cy="25400"/>
          </a:xfrm>
          <a:prstGeom prst="ellipse">
            <a:avLst/>
          </a:prstGeom>
          <a:solidFill>
            <a:srgbClr val="B08A60">
              <a:alpha val="43000"/>
            </a:srgbClr>
          </a:solidFill>
          <a:ln w="0">
            <a:noFill/>
            <a:prstDash val="solid"/>
          </a:ln>
        </p:spPr>
      </p:sp>
      <p:sp>
        <p:nvSpPr>
          <p:cNvPr id="4548" name="LigandSeek2_vs_LigandSeek1_ellipse_10062">
            <a:extLst>
              <a:ext uri="{FF2B5EF4-FFF2-40B4-BE49-F238E27FC236}">
                <a16:creationId xmlns:a16="http://schemas.microsoft.com/office/drawing/2014/main" id="{9B7F876D-9246-4808-A71A-20BDC6090F93}"/>
              </a:ext>
            </a:extLst>
          </p:cNvPr>
          <p:cNvSpPr>
            <a:spLocks noGrp="1"/>
          </p:cNvSpPr>
          <p:nvPr/>
        </p:nvSpPr>
        <p:spPr>
          <a:xfrm>
            <a:off x="1141674" y="5246195"/>
            <a:ext cx="25400" cy="25400"/>
          </a:xfrm>
          <a:prstGeom prst="ellipse">
            <a:avLst/>
          </a:prstGeom>
          <a:solidFill>
            <a:srgbClr val="B08A60">
              <a:alpha val="43000"/>
            </a:srgbClr>
          </a:solidFill>
          <a:ln w="0">
            <a:noFill/>
            <a:prstDash val="solid"/>
          </a:ln>
        </p:spPr>
      </p:sp>
      <p:sp>
        <p:nvSpPr>
          <p:cNvPr id="4549" name="LigandSeek2_vs_LigandSeek1_ellipse_10063">
            <a:extLst>
              <a:ext uri="{FF2B5EF4-FFF2-40B4-BE49-F238E27FC236}">
                <a16:creationId xmlns:a16="http://schemas.microsoft.com/office/drawing/2014/main" id="{64D16635-8963-4FAA-9ED5-2E8767CFCDC1}"/>
              </a:ext>
            </a:extLst>
          </p:cNvPr>
          <p:cNvSpPr>
            <a:spLocks noGrp="1"/>
          </p:cNvSpPr>
          <p:nvPr/>
        </p:nvSpPr>
        <p:spPr>
          <a:xfrm>
            <a:off x="1052885" y="6388346"/>
            <a:ext cx="25400" cy="25400"/>
          </a:xfrm>
          <a:prstGeom prst="ellipse">
            <a:avLst/>
          </a:prstGeom>
          <a:solidFill>
            <a:srgbClr val="B08A60">
              <a:alpha val="43000"/>
            </a:srgbClr>
          </a:solidFill>
          <a:ln w="0">
            <a:noFill/>
            <a:prstDash val="solid"/>
          </a:ln>
        </p:spPr>
      </p:sp>
      <p:sp>
        <p:nvSpPr>
          <p:cNvPr id="4550" name="LigandSeek2_vs_LigandSeek1_ellipse_10064">
            <a:extLst>
              <a:ext uri="{FF2B5EF4-FFF2-40B4-BE49-F238E27FC236}">
                <a16:creationId xmlns:a16="http://schemas.microsoft.com/office/drawing/2014/main" id="{3E0D623B-9B34-4620-80D5-3742E75D20CC}"/>
              </a:ext>
            </a:extLst>
          </p:cNvPr>
          <p:cNvSpPr>
            <a:spLocks noGrp="1"/>
          </p:cNvSpPr>
          <p:nvPr/>
        </p:nvSpPr>
        <p:spPr>
          <a:xfrm>
            <a:off x="1057636" y="5817271"/>
            <a:ext cx="25400" cy="25400"/>
          </a:xfrm>
          <a:prstGeom prst="ellipse">
            <a:avLst/>
          </a:prstGeom>
          <a:solidFill>
            <a:srgbClr val="B08A60">
              <a:alpha val="43000"/>
            </a:srgbClr>
          </a:solidFill>
          <a:ln w="0">
            <a:noFill/>
            <a:prstDash val="solid"/>
          </a:ln>
        </p:spPr>
      </p:sp>
      <p:sp>
        <p:nvSpPr>
          <p:cNvPr id="4551" name="LigandSeek2_vs_LigandSeek1_ellipse_10065">
            <a:extLst>
              <a:ext uri="{FF2B5EF4-FFF2-40B4-BE49-F238E27FC236}">
                <a16:creationId xmlns:a16="http://schemas.microsoft.com/office/drawing/2014/main" id="{7E60E165-9F8D-46E7-8F51-EA34EA31E2FA}"/>
              </a:ext>
            </a:extLst>
          </p:cNvPr>
          <p:cNvSpPr>
            <a:spLocks noGrp="1"/>
          </p:cNvSpPr>
          <p:nvPr/>
        </p:nvSpPr>
        <p:spPr>
          <a:xfrm>
            <a:off x="1098624" y="6388346"/>
            <a:ext cx="25400" cy="25400"/>
          </a:xfrm>
          <a:prstGeom prst="ellipse">
            <a:avLst/>
          </a:prstGeom>
          <a:solidFill>
            <a:srgbClr val="B08A60">
              <a:alpha val="43000"/>
            </a:srgbClr>
          </a:solidFill>
          <a:ln w="0">
            <a:noFill/>
            <a:prstDash val="solid"/>
          </a:ln>
        </p:spPr>
      </p:sp>
      <p:sp>
        <p:nvSpPr>
          <p:cNvPr id="4552" name="LigandSeek2_vs_LigandSeek1_ellipse_10066">
            <a:extLst>
              <a:ext uri="{FF2B5EF4-FFF2-40B4-BE49-F238E27FC236}">
                <a16:creationId xmlns:a16="http://schemas.microsoft.com/office/drawing/2014/main" id="{CA065A11-3A1B-49D0-A7BE-0B63C3BE80F1}"/>
              </a:ext>
            </a:extLst>
          </p:cNvPr>
          <p:cNvSpPr>
            <a:spLocks noGrp="1"/>
          </p:cNvSpPr>
          <p:nvPr/>
        </p:nvSpPr>
        <p:spPr>
          <a:xfrm>
            <a:off x="1080927" y="6361785"/>
            <a:ext cx="25400" cy="25400"/>
          </a:xfrm>
          <a:prstGeom prst="ellipse">
            <a:avLst/>
          </a:prstGeom>
          <a:solidFill>
            <a:srgbClr val="B08A60">
              <a:alpha val="43000"/>
            </a:srgbClr>
          </a:solidFill>
          <a:ln w="0">
            <a:noFill/>
            <a:prstDash val="solid"/>
          </a:ln>
        </p:spPr>
      </p:sp>
      <p:sp>
        <p:nvSpPr>
          <p:cNvPr id="4553" name="LigandSeek2_vs_LigandSeek1_ellipse_10067">
            <a:extLst>
              <a:ext uri="{FF2B5EF4-FFF2-40B4-BE49-F238E27FC236}">
                <a16:creationId xmlns:a16="http://schemas.microsoft.com/office/drawing/2014/main" id="{49FC7730-3045-443B-8E76-A06EB2FE27CC}"/>
              </a:ext>
            </a:extLst>
          </p:cNvPr>
          <p:cNvSpPr>
            <a:spLocks noGrp="1"/>
          </p:cNvSpPr>
          <p:nvPr/>
        </p:nvSpPr>
        <p:spPr>
          <a:xfrm>
            <a:off x="1119633" y="6261441"/>
            <a:ext cx="25400" cy="25400"/>
          </a:xfrm>
          <a:prstGeom prst="ellipse">
            <a:avLst/>
          </a:prstGeom>
          <a:solidFill>
            <a:srgbClr val="B08A60">
              <a:alpha val="43000"/>
            </a:srgbClr>
          </a:solidFill>
          <a:ln w="0">
            <a:noFill/>
            <a:prstDash val="solid"/>
          </a:ln>
        </p:spPr>
      </p:sp>
      <p:sp>
        <p:nvSpPr>
          <p:cNvPr id="4554" name="LigandSeek2_vs_LigandSeek1_ellipse_10068">
            <a:extLst>
              <a:ext uri="{FF2B5EF4-FFF2-40B4-BE49-F238E27FC236}">
                <a16:creationId xmlns:a16="http://schemas.microsoft.com/office/drawing/2014/main" id="{13A1C252-8B5A-4E33-B108-7C7A11A73E7A}"/>
              </a:ext>
            </a:extLst>
          </p:cNvPr>
          <p:cNvSpPr>
            <a:spLocks noGrp="1"/>
          </p:cNvSpPr>
          <p:nvPr/>
        </p:nvSpPr>
        <p:spPr>
          <a:xfrm>
            <a:off x="1098444" y="6388346"/>
            <a:ext cx="25400" cy="25400"/>
          </a:xfrm>
          <a:prstGeom prst="ellipse">
            <a:avLst/>
          </a:prstGeom>
          <a:solidFill>
            <a:srgbClr val="B08A60">
              <a:alpha val="43000"/>
            </a:srgbClr>
          </a:solidFill>
          <a:ln w="0">
            <a:noFill/>
            <a:prstDash val="solid"/>
          </a:ln>
        </p:spPr>
      </p:sp>
      <p:sp>
        <p:nvSpPr>
          <p:cNvPr id="4555" name="LigandSeek2_vs_LigandSeek1_ellipse_10069">
            <a:extLst>
              <a:ext uri="{FF2B5EF4-FFF2-40B4-BE49-F238E27FC236}">
                <a16:creationId xmlns:a16="http://schemas.microsoft.com/office/drawing/2014/main" id="{B3A7A031-6AD8-40F2-BA65-7C85E5361C34}"/>
              </a:ext>
            </a:extLst>
          </p:cNvPr>
          <p:cNvSpPr>
            <a:spLocks noGrp="1"/>
          </p:cNvSpPr>
          <p:nvPr/>
        </p:nvSpPr>
        <p:spPr>
          <a:xfrm>
            <a:off x="1168740" y="6388346"/>
            <a:ext cx="25400" cy="25400"/>
          </a:xfrm>
          <a:prstGeom prst="ellipse">
            <a:avLst/>
          </a:prstGeom>
          <a:solidFill>
            <a:srgbClr val="B08A60">
              <a:alpha val="43000"/>
            </a:srgbClr>
          </a:solidFill>
          <a:ln w="0">
            <a:noFill/>
            <a:prstDash val="solid"/>
          </a:ln>
        </p:spPr>
      </p:sp>
      <p:sp>
        <p:nvSpPr>
          <p:cNvPr id="4556" name="LigandSeek2_vs_LigandSeek1_ellipse_10070">
            <a:extLst>
              <a:ext uri="{FF2B5EF4-FFF2-40B4-BE49-F238E27FC236}">
                <a16:creationId xmlns:a16="http://schemas.microsoft.com/office/drawing/2014/main" id="{B1579F3D-DBC2-4B91-955B-0190F919028E}"/>
              </a:ext>
            </a:extLst>
          </p:cNvPr>
          <p:cNvSpPr>
            <a:spLocks noGrp="1"/>
          </p:cNvSpPr>
          <p:nvPr/>
        </p:nvSpPr>
        <p:spPr>
          <a:xfrm>
            <a:off x="1164569" y="6007629"/>
            <a:ext cx="25400" cy="25400"/>
          </a:xfrm>
          <a:prstGeom prst="ellipse">
            <a:avLst/>
          </a:prstGeom>
          <a:solidFill>
            <a:srgbClr val="B08A60">
              <a:alpha val="43000"/>
            </a:srgbClr>
          </a:solidFill>
          <a:ln w="0">
            <a:noFill/>
            <a:prstDash val="solid"/>
          </a:ln>
        </p:spPr>
      </p:sp>
      <p:sp>
        <p:nvSpPr>
          <p:cNvPr id="4557" name="LigandSeek2_vs_LigandSeek1_ellipse_10071">
            <a:extLst>
              <a:ext uri="{FF2B5EF4-FFF2-40B4-BE49-F238E27FC236}">
                <a16:creationId xmlns:a16="http://schemas.microsoft.com/office/drawing/2014/main" id="{15EB1564-AE34-487C-954E-EBF82BDFB546}"/>
              </a:ext>
            </a:extLst>
          </p:cNvPr>
          <p:cNvSpPr>
            <a:spLocks noGrp="1"/>
          </p:cNvSpPr>
          <p:nvPr/>
        </p:nvSpPr>
        <p:spPr>
          <a:xfrm>
            <a:off x="1049501" y="6374668"/>
            <a:ext cx="25400" cy="25400"/>
          </a:xfrm>
          <a:prstGeom prst="ellipse">
            <a:avLst/>
          </a:prstGeom>
          <a:solidFill>
            <a:srgbClr val="B08A60">
              <a:alpha val="43000"/>
            </a:srgbClr>
          </a:solidFill>
          <a:ln w="0">
            <a:noFill/>
            <a:prstDash val="solid"/>
          </a:ln>
        </p:spPr>
      </p:sp>
      <p:sp>
        <p:nvSpPr>
          <p:cNvPr id="4558" name="LigandSeek2_vs_LigandSeek1_ellipse_10072">
            <a:extLst>
              <a:ext uri="{FF2B5EF4-FFF2-40B4-BE49-F238E27FC236}">
                <a16:creationId xmlns:a16="http://schemas.microsoft.com/office/drawing/2014/main" id="{D3818032-6CAB-4280-B930-D19D0FC3F660}"/>
              </a:ext>
            </a:extLst>
          </p:cNvPr>
          <p:cNvSpPr>
            <a:spLocks noGrp="1"/>
          </p:cNvSpPr>
          <p:nvPr/>
        </p:nvSpPr>
        <p:spPr>
          <a:xfrm>
            <a:off x="1112768" y="5246195"/>
            <a:ext cx="25400" cy="25400"/>
          </a:xfrm>
          <a:prstGeom prst="ellipse">
            <a:avLst/>
          </a:prstGeom>
          <a:solidFill>
            <a:srgbClr val="B08A60">
              <a:alpha val="43000"/>
            </a:srgbClr>
          </a:solidFill>
          <a:ln w="0">
            <a:noFill/>
            <a:prstDash val="solid"/>
          </a:ln>
        </p:spPr>
      </p:sp>
      <p:sp>
        <p:nvSpPr>
          <p:cNvPr id="4559" name="LigandSeek2_vs_LigandSeek1_ellipse_10073">
            <a:extLst>
              <a:ext uri="{FF2B5EF4-FFF2-40B4-BE49-F238E27FC236}">
                <a16:creationId xmlns:a16="http://schemas.microsoft.com/office/drawing/2014/main" id="{04395663-06D4-4FB4-BA30-8F497B46917E}"/>
              </a:ext>
            </a:extLst>
          </p:cNvPr>
          <p:cNvSpPr>
            <a:spLocks noGrp="1"/>
          </p:cNvSpPr>
          <p:nvPr/>
        </p:nvSpPr>
        <p:spPr>
          <a:xfrm>
            <a:off x="1129765" y="5817271"/>
            <a:ext cx="25400" cy="25400"/>
          </a:xfrm>
          <a:prstGeom prst="ellipse">
            <a:avLst/>
          </a:prstGeom>
          <a:solidFill>
            <a:srgbClr val="B08A60">
              <a:alpha val="43000"/>
            </a:srgbClr>
          </a:solidFill>
          <a:ln w="0">
            <a:noFill/>
            <a:prstDash val="solid"/>
          </a:ln>
        </p:spPr>
      </p:sp>
      <p:sp>
        <p:nvSpPr>
          <p:cNvPr id="4560" name="LigandSeek2_vs_LigandSeek1_ellipse_10074">
            <a:extLst>
              <a:ext uri="{FF2B5EF4-FFF2-40B4-BE49-F238E27FC236}">
                <a16:creationId xmlns:a16="http://schemas.microsoft.com/office/drawing/2014/main" id="{3EAF0DAC-7317-4605-82D8-F123F041D82D}"/>
              </a:ext>
            </a:extLst>
          </p:cNvPr>
          <p:cNvSpPr>
            <a:spLocks noGrp="1"/>
          </p:cNvSpPr>
          <p:nvPr/>
        </p:nvSpPr>
        <p:spPr>
          <a:xfrm>
            <a:off x="1133106" y="6338142"/>
            <a:ext cx="25400" cy="25400"/>
          </a:xfrm>
          <a:prstGeom prst="ellipse">
            <a:avLst/>
          </a:prstGeom>
          <a:solidFill>
            <a:srgbClr val="B08A60">
              <a:alpha val="43000"/>
            </a:srgbClr>
          </a:solidFill>
          <a:ln w="0">
            <a:noFill/>
            <a:prstDash val="solid"/>
          </a:ln>
        </p:spPr>
      </p:sp>
      <p:sp>
        <p:nvSpPr>
          <p:cNvPr id="4561" name="LigandSeek2_vs_LigandSeek1_ellipse_10075">
            <a:extLst>
              <a:ext uri="{FF2B5EF4-FFF2-40B4-BE49-F238E27FC236}">
                <a16:creationId xmlns:a16="http://schemas.microsoft.com/office/drawing/2014/main" id="{2858C3DD-909B-430F-BD21-76A845AE5F5C}"/>
              </a:ext>
            </a:extLst>
          </p:cNvPr>
          <p:cNvSpPr>
            <a:spLocks noGrp="1"/>
          </p:cNvSpPr>
          <p:nvPr/>
        </p:nvSpPr>
        <p:spPr>
          <a:xfrm>
            <a:off x="1126384" y="6381208"/>
            <a:ext cx="25400" cy="25400"/>
          </a:xfrm>
          <a:prstGeom prst="ellipse">
            <a:avLst/>
          </a:prstGeom>
          <a:solidFill>
            <a:srgbClr val="B08A60">
              <a:alpha val="43000"/>
            </a:srgbClr>
          </a:solidFill>
          <a:ln w="0">
            <a:noFill/>
            <a:prstDash val="solid"/>
          </a:ln>
        </p:spPr>
      </p:sp>
      <p:sp>
        <p:nvSpPr>
          <p:cNvPr id="4562" name="LigandSeek2_vs_LigandSeek1_ellipse_10076">
            <a:extLst>
              <a:ext uri="{FF2B5EF4-FFF2-40B4-BE49-F238E27FC236}">
                <a16:creationId xmlns:a16="http://schemas.microsoft.com/office/drawing/2014/main" id="{9CA379FC-3ACC-4526-A456-B8CB8AEFC563}"/>
              </a:ext>
            </a:extLst>
          </p:cNvPr>
          <p:cNvSpPr>
            <a:spLocks noGrp="1"/>
          </p:cNvSpPr>
          <p:nvPr/>
        </p:nvSpPr>
        <p:spPr>
          <a:xfrm>
            <a:off x="1177570" y="5888655"/>
            <a:ext cx="25400" cy="25400"/>
          </a:xfrm>
          <a:prstGeom prst="ellipse">
            <a:avLst/>
          </a:prstGeom>
          <a:solidFill>
            <a:srgbClr val="B08A60">
              <a:alpha val="43000"/>
            </a:srgbClr>
          </a:solidFill>
          <a:ln w="0">
            <a:noFill/>
            <a:prstDash val="solid"/>
          </a:ln>
        </p:spPr>
      </p:sp>
      <p:sp>
        <p:nvSpPr>
          <p:cNvPr id="4563" name="LigandSeek2_vs_LigandSeek1_ellipse_10077">
            <a:extLst>
              <a:ext uri="{FF2B5EF4-FFF2-40B4-BE49-F238E27FC236}">
                <a16:creationId xmlns:a16="http://schemas.microsoft.com/office/drawing/2014/main" id="{729EACFE-2778-47D0-9954-7C711F54EE32}"/>
              </a:ext>
            </a:extLst>
          </p:cNvPr>
          <p:cNvSpPr>
            <a:spLocks noGrp="1"/>
          </p:cNvSpPr>
          <p:nvPr/>
        </p:nvSpPr>
        <p:spPr>
          <a:xfrm>
            <a:off x="1063669" y="6388346"/>
            <a:ext cx="25400" cy="25400"/>
          </a:xfrm>
          <a:prstGeom prst="ellipse">
            <a:avLst/>
          </a:prstGeom>
          <a:solidFill>
            <a:srgbClr val="B08A60">
              <a:alpha val="43000"/>
            </a:srgbClr>
          </a:solidFill>
          <a:ln w="0">
            <a:noFill/>
            <a:prstDash val="solid"/>
          </a:ln>
        </p:spPr>
      </p:sp>
      <p:sp>
        <p:nvSpPr>
          <p:cNvPr id="4564" name="LigandSeek2_vs_LigandSeek1_ellipse_10078">
            <a:extLst>
              <a:ext uri="{FF2B5EF4-FFF2-40B4-BE49-F238E27FC236}">
                <a16:creationId xmlns:a16="http://schemas.microsoft.com/office/drawing/2014/main" id="{E2CF2E33-F0C9-4AE8-B787-E08094346779}"/>
              </a:ext>
            </a:extLst>
          </p:cNvPr>
          <p:cNvSpPr>
            <a:spLocks noGrp="1"/>
          </p:cNvSpPr>
          <p:nvPr/>
        </p:nvSpPr>
        <p:spPr>
          <a:xfrm>
            <a:off x="1062564" y="5531733"/>
            <a:ext cx="25400" cy="25400"/>
          </a:xfrm>
          <a:prstGeom prst="ellipse">
            <a:avLst/>
          </a:prstGeom>
          <a:solidFill>
            <a:srgbClr val="B08A60">
              <a:alpha val="43000"/>
            </a:srgbClr>
          </a:solidFill>
          <a:ln w="0">
            <a:noFill/>
            <a:prstDash val="solid"/>
          </a:ln>
        </p:spPr>
      </p:sp>
      <p:sp>
        <p:nvSpPr>
          <p:cNvPr id="4565" name="LigandSeek2_vs_LigandSeek1_ellipse_10079">
            <a:extLst>
              <a:ext uri="{FF2B5EF4-FFF2-40B4-BE49-F238E27FC236}">
                <a16:creationId xmlns:a16="http://schemas.microsoft.com/office/drawing/2014/main" id="{02F7C9BB-C7BA-4D8F-8982-427512103397}"/>
              </a:ext>
            </a:extLst>
          </p:cNvPr>
          <p:cNvSpPr>
            <a:spLocks noGrp="1"/>
          </p:cNvSpPr>
          <p:nvPr/>
        </p:nvSpPr>
        <p:spPr>
          <a:xfrm>
            <a:off x="1083585" y="6102808"/>
            <a:ext cx="25400" cy="25400"/>
          </a:xfrm>
          <a:prstGeom prst="ellipse">
            <a:avLst/>
          </a:prstGeom>
          <a:solidFill>
            <a:srgbClr val="B08A60">
              <a:alpha val="43000"/>
            </a:srgbClr>
          </a:solidFill>
          <a:ln w="0">
            <a:noFill/>
            <a:prstDash val="solid"/>
          </a:ln>
        </p:spPr>
      </p:sp>
      <p:sp>
        <p:nvSpPr>
          <p:cNvPr id="4566" name="LigandSeek2_vs_LigandSeek1_ellipse_10080">
            <a:extLst>
              <a:ext uri="{FF2B5EF4-FFF2-40B4-BE49-F238E27FC236}">
                <a16:creationId xmlns:a16="http://schemas.microsoft.com/office/drawing/2014/main" id="{AF782D7F-DA51-403E-91B1-6C4A9F38B386}"/>
              </a:ext>
            </a:extLst>
          </p:cNvPr>
          <p:cNvSpPr>
            <a:spLocks noGrp="1"/>
          </p:cNvSpPr>
          <p:nvPr/>
        </p:nvSpPr>
        <p:spPr>
          <a:xfrm>
            <a:off x="1143238" y="6388346"/>
            <a:ext cx="25400" cy="25400"/>
          </a:xfrm>
          <a:prstGeom prst="ellipse">
            <a:avLst/>
          </a:prstGeom>
          <a:solidFill>
            <a:srgbClr val="B08A60">
              <a:alpha val="43000"/>
            </a:srgbClr>
          </a:solidFill>
          <a:ln w="0">
            <a:noFill/>
            <a:prstDash val="solid"/>
          </a:ln>
        </p:spPr>
      </p:sp>
      <p:sp>
        <p:nvSpPr>
          <p:cNvPr id="4567" name="LigandSeek2_vs_LigandSeek1_ellipse_10081">
            <a:extLst>
              <a:ext uri="{FF2B5EF4-FFF2-40B4-BE49-F238E27FC236}">
                <a16:creationId xmlns:a16="http://schemas.microsoft.com/office/drawing/2014/main" id="{DF12D1A5-B0F4-4268-A980-BB87F56AB4EA}"/>
              </a:ext>
            </a:extLst>
          </p:cNvPr>
          <p:cNvSpPr>
            <a:spLocks noGrp="1"/>
          </p:cNvSpPr>
          <p:nvPr/>
        </p:nvSpPr>
        <p:spPr>
          <a:xfrm>
            <a:off x="1115225" y="5931486"/>
            <a:ext cx="25400" cy="25400"/>
          </a:xfrm>
          <a:prstGeom prst="ellipse">
            <a:avLst/>
          </a:prstGeom>
          <a:solidFill>
            <a:srgbClr val="B08A60">
              <a:alpha val="43000"/>
            </a:srgbClr>
          </a:solidFill>
          <a:ln w="0">
            <a:noFill/>
            <a:prstDash val="solid"/>
          </a:ln>
        </p:spPr>
      </p:sp>
      <p:sp>
        <p:nvSpPr>
          <p:cNvPr id="4568" name="LigandSeek2_vs_LigandSeek1_ellipse_10082">
            <a:extLst>
              <a:ext uri="{FF2B5EF4-FFF2-40B4-BE49-F238E27FC236}">
                <a16:creationId xmlns:a16="http://schemas.microsoft.com/office/drawing/2014/main" id="{DDA8F465-EA52-4FE0-9562-E0441B6435DD}"/>
              </a:ext>
            </a:extLst>
          </p:cNvPr>
          <p:cNvSpPr>
            <a:spLocks noGrp="1"/>
          </p:cNvSpPr>
          <p:nvPr/>
        </p:nvSpPr>
        <p:spPr>
          <a:xfrm>
            <a:off x="1180057" y="5246195"/>
            <a:ext cx="25400" cy="25400"/>
          </a:xfrm>
          <a:prstGeom prst="ellipse">
            <a:avLst/>
          </a:prstGeom>
          <a:solidFill>
            <a:srgbClr val="B08A60">
              <a:alpha val="43000"/>
            </a:srgbClr>
          </a:solidFill>
          <a:ln w="0">
            <a:noFill/>
            <a:prstDash val="solid"/>
          </a:ln>
        </p:spPr>
      </p:sp>
      <p:sp>
        <p:nvSpPr>
          <p:cNvPr id="4569" name="LigandSeek2_vs_LigandSeek1_ellipse_10083">
            <a:extLst>
              <a:ext uri="{FF2B5EF4-FFF2-40B4-BE49-F238E27FC236}">
                <a16:creationId xmlns:a16="http://schemas.microsoft.com/office/drawing/2014/main" id="{CF693EF9-091D-4B9F-997C-2211DF40584B}"/>
              </a:ext>
            </a:extLst>
          </p:cNvPr>
          <p:cNvSpPr>
            <a:spLocks noGrp="1"/>
          </p:cNvSpPr>
          <p:nvPr/>
        </p:nvSpPr>
        <p:spPr>
          <a:xfrm>
            <a:off x="1183560" y="5626912"/>
            <a:ext cx="25400" cy="25400"/>
          </a:xfrm>
          <a:prstGeom prst="ellipse">
            <a:avLst/>
          </a:prstGeom>
          <a:solidFill>
            <a:srgbClr val="B08A60">
              <a:alpha val="43000"/>
            </a:srgbClr>
          </a:solidFill>
          <a:ln w="0">
            <a:noFill/>
            <a:prstDash val="solid"/>
          </a:ln>
        </p:spPr>
      </p:sp>
      <p:sp>
        <p:nvSpPr>
          <p:cNvPr id="4570" name="LigandSeek2_vs_LigandSeek1_ellipse_10084">
            <a:extLst>
              <a:ext uri="{FF2B5EF4-FFF2-40B4-BE49-F238E27FC236}">
                <a16:creationId xmlns:a16="http://schemas.microsoft.com/office/drawing/2014/main" id="{BDC4AAA9-EE1A-450E-8E78-534908A820ED}"/>
              </a:ext>
            </a:extLst>
          </p:cNvPr>
          <p:cNvSpPr>
            <a:spLocks noGrp="1"/>
          </p:cNvSpPr>
          <p:nvPr/>
        </p:nvSpPr>
        <p:spPr>
          <a:xfrm>
            <a:off x="1095815" y="6388346"/>
            <a:ext cx="25400" cy="25400"/>
          </a:xfrm>
          <a:prstGeom prst="ellipse">
            <a:avLst/>
          </a:prstGeom>
          <a:solidFill>
            <a:srgbClr val="B08A60">
              <a:alpha val="43000"/>
            </a:srgbClr>
          </a:solidFill>
          <a:ln w="0">
            <a:noFill/>
            <a:prstDash val="solid"/>
          </a:ln>
        </p:spPr>
      </p:sp>
      <p:sp>
        <p:nvSpPr>
          <p:cNvPr id="4571" name="LigandSeek2_vs_LigandSeek1_ellipse_10085">
            <a:extLst>
              <a:ext uri="{FF2B5EF4-FFF2-40B4-BE49-F238E27FC236}">
                <a16:creationId xmlns:a16="http://schemas.microsoft.com/office/drawing/2014/main" id="{34E5F701-96E8-4681-A392-30D376B5E6A2}"/>
              </a:ext>
            </a:extLst>
          </p:cNvPr>
          <p:cNvSpPr>
            <a:spLocks noGrp="1"/>
          </p:cNvSpPr>
          <p:nvPr/>
        </p:nvSpPr>
        <p:spPr>
          <a:xfrm>
            <a:off x="1103727" y="5817271"/>
            <a:ext cx="25400" cy="25400"/>
          </a:xfrm>
          <a:prstGeom prst="ellipse">
            <a:avLst/>
          </a:prstGeom>
          <a:solidFill>
            <a:srgbClr val="B08A60">
              <a:alpha val="43000"/>
            </a:srgbClr>
          </a:solidFill>
          <a:ln w="0">
            <a:noFill/>
            <a:prstDash val="solid"/>
          </a:ln>
        </p:spPr>
      </p:sp>
      <p:sp>
        <p:nvSpPr>
          <p:cNvPr id="4572" name="LigandSeek2_vs_LigandSeek1_ellipse_10086">
            <a:extLst>
              <a:ext uri="{FF2B5EF4-FFF2-40B4-BE49-F238E27FC236}">
                <a16:creationId xmlns:a16="http://schemas.microsoft.com/office/drawing/2014/main" id="{0BB34FAF-68B2-4DBC-A215-34715A9D44F7}"/>
              </a:ext>
            </a:extLst>
          </p:cNvPr>
          <p:cNvSpPr>
            <a:spLocks noGrp="1"/>
          </p:cNvSpPr>
          <p:nvPr/>
        </p:nvSpPr>
        <p:spPr>
          <a:xfrm>
            <a:off x="1087023" y="6158243"/>
            <a:ext cx="25400" cy="25400"/>
          </a:xfrm>
          <a:prstGeom prst="ellipse">
            <a:avLst/>
          </a:prstGeom>
          <a:solidFill>
            <a:srgbClr val="B08A60">
              <a:alpha val="43000"/>
            </a:srgbClr>
          </a:solidFill>
          <a:ln w="0">
            <a:noFill/>
            <a:prstDash val="solid"/>
          </a:ln>
        </p:spPr>
      </p:sp>
      <p:sp>
        <p:nvSpPr>
          <p:cNvPr id="4573" name="LigandSeek2_vs_LigandSeek1_ellipse_10087">
            <a:extLst>
              <a:ext uri="{FF2B5EF4-FFF2-40B4-BE49-F238E27FC236}">
                <a16:creationId xmlns:a16="http://schemas.microsoft.com/office/drawing/2014/main" id="{EF60A261-7EA8-476D-ADE9-52569C7D889D}"/>
              </a:ext>
            </a:extLst>
          </p:cNvPr>
          <p:cNvSpPr>
            <a:spLocks noGrp="1"/>
          </p:cNvSpPr>
          <p:nvPr/>
        </p:nvSpPr>
        <p:spPr>
          <a:xfrm>
            <a:off x="1138467" y="5572524"/>
            <a:ext cx="25400" cy="25400"/>
          </a:xfrm>
          <a:prstGeom prst="ellipse">
            <a:avLst/>
          </a:prstGeom>
          <a:solidFill>
            <a:srgbClr val="B08A60">
              <a:alpha val="43000"/>
            </a:srgbClr>
          </a:solidFill>
          <a:ln w="0">
            <a:noFill/>
            <a:prstDash val="solid"/>
          </a:ln>
        </p:spPr>
      </p:sp>
      <p:sp>
        <p:nvSpPr>
          <p:cNvPr id="4574" name="LigandSeek2_vs_LigandSeek1_ellipse_10088">
            <a:extLst>
              <a:ext uri="{FF2B5EF4-FFF2-40B4-BE49-F238E27FC236}">
                <a16:creationId xmlns:a16="http://schemas.microsoft.com/office/drawing/2014/main" id="{15AE6327-E372-449E-A3BA-F0C73638A533}"/>
              </a:ext>
            </a:extLst>
          </p:cNvPr>
          <p:cNvSpPr>
            <a:spLocks noGrp="1"/>
          </p:cNvSpPr>
          <p:nvPr/>
        </p:nvSpPr>
        <p:spPr>
          <a:xfrm>
            <a:off x="1161110" y="5626912"/>
            <a:ext cx="25400" cy="25400"/>
          </a:xfrm>
          <a:prstGeom prst="ellipse">
            <a:avLst/>
          </a:prstGeom>
          <a:solidFill>
            <a:srgbClr val="B08A60">
              <a:alpha val="43000"/>
            </a:srgbClr>
          </a:solidFill>
          <a:ln w="0">
            <a:noFill/>
            <a:prstDash val="solid"/>
          </a:ln>
        </p:spPr>
      </p:sp>
      <p:sp>
        <p:nvSpPr>
          <p:cNvPr id="4575" name="LigandSeek2_vs_LigandSeek1_ellipse_10089">
            <a:extLst>
              <a:ext uri="{FF2B5EF4-FFF2-40B4-BE49-F238E27FC236}">
                <a16:creationId xmlns:a16="http://schemas.microsoft.com/office/drawing/2014/main" id="{CB1DCE82-DA66-4530-9EC6-8821DFEE9B57}"/>
              </a:ext>
            </a:extLst>
          </p:cNvPr>
          <p:cNvSpPr>
            <a:spLocks noGrp="1"/>
          </p:cNvSpPr>
          <p:nvPr/>
        </p:nvSpPr>
        <p:spPr>
          <a:xfrm>
            <a:off x="1131613" y="5246195"/>
            <a:ext cx="25400" cy="25400"/>
          </a:xfrm>
          <a:prstGeom prst="ellipse">
            <a:avLst/>
          </a:prstGeom>
          <a:solidFill>
            <a:srgbClr val="B08A60">
              <a:alpha val="43000"/>
            </a:srgbClr>
          </a:solidFill>
          <a:ln w="0">
            <a:noFill/>
            <a:prstDash val="solid"/>
          </a:ln>
        </p:spPr>
      </p:sp>
      <p:sp>
        <p:nvSpPr>
          <p:cNvPr id="4576" name="LigandSeek2_vs_LigandSeek1_ellipse_10090">
            <a:extLst>
              <a:ext uri="{FF2B5EF4-FFF2-40B4-BE49-F238E27FC236}">
                <a16:creationId xmlns:a16="http://schemas.microsoft.com/office/drawing/2014/main" id="{AE34418D-DD9F-4191-92C9-0664A304019D}"/>
              </a:ext>
            </a:extLst>
          </p:cNvPr>
          <p:cNvSpPr>
            <a:spLocks noGrp="1"/>
          </p:cNvSpPr>
          <p:nvPr/>
        </p:nvSpPr>
        <p:spPr>
          <a:xfrm>
            <a:off x="1197764" y="5246195"/>
            <a:ext cx="25400" cy="25400"/>
          </a:xfrm>
          <a:prstGeom prst="ellipse">
            <a:avLst/>
          </a:prstGeom>
          <a:solidFill>
            <a:srgbClr val="B08A60">
              <a:alpha val="43000"/>
            </a:srgbClr>
          </a:solidFill>
          <a:ln w="0">
            <a:noFill/>
            <a:prstDash val="solid"/>
          </a:ln>
        </p:spPr>
      </p:sp>
      <p:sp>
        <p:nvSpPr>
          <p:cNvPr id="4577" name="LigandSeek2_vs_LigandSeek1_ellipse_10091">
            <a:extLst>
              <a:ext uri="{FF2B5EF4-FFF2-40B4-BE49-F238E27FC236}">
                <a16:creationId xmlns:a16="http://schemas.microsoft.com/office/drawing/2014/main" id="{A907A0DB-3DC6-4656-80E7-BC5414947C20}"/>
              </a:ext>
            </a:extLst>
          </p:cNvPr>
          <p:cNvSpPr>
            <a:spLocks noGrp="1"/>
          </p:cNvSpPr>
          <p:nvPr/>
        </p:nvSpPr>
        <p:spPr>
          <a:xfrm>
            <a:off x="1204690" y="5961943"/>
            <a:ext cx="25400" cy="25400"/>
          </a:xfrm>
          <a:prstGeom prst="ellipse">
            <a:avLst/>
          </a:prstGeom>
          <a:solidFill>
            <a:srgbClr val="B08A60">
              <a:alpha val="43000"/>
            </a:srgbClr>
          </a:solidFill>
          <a:ln w="0">
            <a:noFill/>
            <a:prstDash val="solid"/>
          </a:ln>
        </p:spPr>
      </p:sp>
      <p:sp>
        <p:nvSpPr>
          <p:cNvPr id="4578" name="LigandSeek2_vs_LigandSeek1_ellipse_10092">
            <a:extLst>
              <a:ext uri="{FF2B5EF4-FFF2-40B4-BE49-F238E27FC236}">
                <a16:creationId xmlns:a16="http://schemas.microsoft.com/office/drawing/2014/main" id="{65D0E751-C167-48A1-82B8-D706DE72291F}"/>
              </a:ext>
            </a:extLst>
          </p:cNvPr>
          <p:cNvSpPr>
            <a:spLocks noGrp="1"/>
          </p:cNvSpPr>
          <p:nvPr/>
        </p:nvSpPr>
        <p:spPr>
          <a:xfrm>
            <a:off x="1141414" y="5246195"/>
            <a:ext cx="25400" cy="25400"/>
          </a:xfrm>
          <a:prstGeom prst="ellipse">
            <a:avLst/>
          </a:prstGeom>
          <a:solidFill>
            <a:srgbClr val="B08A60">
              <a:alpha val="43000"/>
            </a:srgbClr>
          </a:solidFill>
          <a:ln w="0">
            <a:noFill/>
            <a:prstDash val="solid"/>
          </a:ln>
        </p:spPr>
      </p:sp>
      <p:sp>
        <p:nvSpPr>
          <p:cNvPr id="4579" name="LigandSeek2_vs_LigandSeek1_ellipse_10093">
            <a:extLst>
              <a:ext uri="{FF2B5EF4-FFF2-40B4-BE49-F238E27FC236}">
                <a16:creationId xmlns:a16="http://schemas.microsoft.com/office/drawing/2014/main" id="{B4D9CDC9-4A83-4E4E-BFAA-A10BF5964933}"/>
              </a:ext>
            </a:extLst>
          </p:cNvPr>
          <p:cNvSpPr>
            <a:spLocks noGrp="1"/>
          </p:cNvSpPr>
          <p:nvPr/>
        </p:nvSpPr>
        <p:spPr>
          <a:xfrm>
            <a:off x="1125088" y="5246195"/>
            <a:ext cx="25400" cy="25400"/>
          </a:xfrm>
          <a:prstGeom prst="ellipse">
            <a:avLst/>
          </a:prstGeom>
          <a:solidFill>
            <a:srgbClr val="B08A60">
              <a:alpha val="43000"/>
            </a:srgbClr>
          </a:solidFill>
          <a:ln w="0">
            <a:noFill/>
            <a:prstDash val="solid"/>
          </a:ln>
        </p:spPr>
      </p:sp>
      <p:sp>
        <p:nvSpPr>
          <p:cNvPr id="4580" name="LigandSeek2_vs_LigandSeek1_ellipse_10094">
            <a:extLst>
              <a:ext uri="{FF2B5EF4-FFF2-40B4-BE49-F238E27FC236}">
                <a16:creationId xmlns:a16="http://schemas.microsoft.com/office/drawing/2014/main" id="{352DC669-AB25-4955-A07A-C73C4D34BA11}"/>
              </a:ext>
            </a:extLst>
          </p:cNvPr>
          <p:cNvSpPr>
            <a:spLocks noGrp="1"/>
          </p:cNvSpPr>
          <p:nvPr/>
        </p:nvSpPr>
        <p:spPr>
          <a:xfrm>
            <a:off x="1143687" y="6388346"/>
            <a:ext cx="25400" cy="25400"/>
          </a:xfrm>
          <a:prstGeom prst="ellipse">
            <a:avLst/>
          </a:prstGeom>
          <a:solidFill>
            <a:srgbClr val="B08A60">
              <a:alpha val="43000"/>
            </a:srgbClr>
          </a:solidFill>
          <a:ln w="0">
            <a:noFill/>
            <a:prstDash val="solid"/>
          </a:ln>
        </p:spPr>
      </p:sp>
      <p:sp>
        <p:nvSpPr>
          <p:cNvPr id="4581" name="LigandSeek2_vs_LigandSeek1_ellipse_10095">
            <a:extLst>
              <a:ext uri="{FF2B5EF4-FFF2-40B4-BE49-F238E27FC236}">
                <a16:creationId xmlns:a16="http://schemas.microsoft.com/office/drawing/2014/main" id="{A8414098-E35F-4B47-BF62-94702043AFFD}"/>
              </a:ext>
            </a:extLst>
          </p:cNvPr>
          <p:cNvSpPr>
            <a:spLocks noGrp="1"/>
          </p:cNvSpPr>
          <p:nvPr/>
        </p:nvSpPr>
        <p:spPr>
          <a:xfrm>
            <a:off x="1149334" y="6284514"/>
            <a:ext cx="25400" cy="25400"/>
          </a:xfrm>
          <a:prstGeom prst="ellipse">
            <a:avLst/>
          </a:prstGeom>
          <a:solidFill>
            <a:srgbClr val="B08A60">
              <a:alpha val="43000"/>
            </a:srgbClr>
          </a:solidFill>
          <a:ln w="0">
            <a:noFill/>
            <a:prstDash val="solid"/>
          </a:ln>
        </p:spPr>
      </p:sp>
      <p:sp>
        <p:nvSpPr>
          <p:cNvPr id="4582" name="LigandSeek2_vs_LigandSeek1_ellipse_10096">
            <a:extLst>
              <a:ext uri="{FF2B5EF4-FFF2-40B4-BE49-F238E27FC236}">
                <a16:creationId xmlns:a16="http://schemas.microsoft.com/office/drawing/2014/main" id="{F7388AE4-B703-408F-9626-23A79BE0C2A8}"/>
              </a:ext>
            </a:extLst>
          </p:cNvPr>
          <p:cNvSpPr>
            <a:spLocks noGrp="1"/>
          </p:cNvSpPr>
          <p:nvPr/>
        </p:nvSpPr>
        <p:spPr>
          <a:xfrm>
            <a:off x="1081977" y="6388346"/>
            <a:ext cx="25400" cy="25400"/>
          </a:xfrm>
          <a:prstGeom prst="ellipse">
            <a:avLst/>
          </a:prstGeom>
          <a:solidFill>
            <a:srgbClr val="B08A60">
              <a:alpha val="43000"/>
            </a:srgbClr>
          </a:solidFill>
          <a:ln w="0">
            <a:noFill/>
            <a:prstDash val="solid"/>
          </a:ln>
        </p:spPr>
      </p:sp>
      <p:sp>
        <p:nvSpPr>
          <p:cNvPr id="4583" name="LigandSeek2_vs_LigandSeek1_ellipse_10097">
            <a:extLst>
              <a:ext uri="{FF2B5EF4-FFF2-40B4-BE49-F238E27FC236}">
                <a16:creationId xmlns:a16="http://schemas.microsoft.com/office/drawing/2014/main" id="{7F7173DE-2F42-43C9-A2FD-68DB90338D11}"/>
              </a:ext>
            </a:extLst>
          </p:cNvPr>
          <p:cNvSpPr>
            <a:spLocks noGrp="1"/>
          </p:cNvSpPr>
          <p:nvPr/>
        </p:nvSpPr>
        <p:spPr>
          <a:xfrm>
            <a:off x="1160276" y="6388346"/>
            <a:ext cx="25400" cy="25400"/>
          </a:xfrm>
          <a:prstGeom prst="ellipse">
            <a:avLst/>
          </a:prstGeom>
          <a:solidFill>
            <a:srgbClr val="B08A60">
              <a:alpha val="43000"/>
            </a:srgbClr>
          </a:solidFill>
          <a:ln w="0">
            <a:noFill/>
            <a:prstDash val="solid"/>
          </a:ln>
        </p:spPr>
      </p:sp>
      <p:sp>
        <p:nvSpPr>
          <p:cNvPr id="4584" name="LigandSeek2_vs_LigandSeek1_ellipse_10098">
            <a:extLst>
              <a:ext uri="{FF2B5EF4-FFF2-40B4-BE49-F238E27FC236}">
                <a16:creationId xmlns:a16="http://schemas.microsoft.com/office/drawing/2014/main" id="{825A570F-8207-429D-A4B9-1A2BA267AF2B}"/>
              </a:ext>
            </a:extLst>
          </p:cNvPr>
          <p:cNvSpPr>
            <a:spLocks noGrp="1"/>
          </p:cNvSpPr>
          <p:nvPr/>
        </p:nvSpPr>
        <p:spPr>
          <a:xfrm>
            <a:off x="1190236" y="6388346"/>
            <a:ext cx="25400" cy="25400"/>
          </a:xfrm>
          <a:prstGeom prst="ellipse">
            <a:avLst/>
          </a:prstGeom>
          <a:solidFill>
            <a:srgbClr val="B08A60">
              <a:alpha val="43000"/>
            </a:srgbClr>
          </a:solidFill>
          <a:ln w="0">
            <a:noFill/>
            <a:prstDash val="solid"/>
          </a:ln>
        </p:spPr>
      </p:sp>
      <p:sp>
        <p:nvSpPr>
          <p:cNvPr id="4585" name="LigandSeek2_vs_LigandSeek1_ellipse_10099">
            <a:extLst>
              <a:ext uri="{FF2B5EF4-FFF2-40B4-BE49-F238E27FC236}">
                <a16:creationId xmlns:a16="http://schemas.microsoft.com/office/drawing/2014/main" id="{EA1D823B-F2C4-4BC6-99C7-0D660F049D03}"/>
              </a:ext>
            </a:extLst>
          </p:cNvPr>
          <p:cNvSpPr>
            <a:spLocks noGrp="1"/>
          </p:cNvSpPr>
          <p:nvPr/>
        </p:nvSpPr>
        <p:spPr>
          <a:xfrm>
            <a:off x="1087927" y="6007629"/>
            <a:ext cx="25400" cy="25400"/>
          </a:xfrm>
          <a:prstGeom prst="ellipse">
            <a:avLst/>
          </a:prstGeom>
          <a:solidFill>
            <a:srgbClr val="B08A60">
              <a:alpha val="43000"/>
            </a:srgbClr>
          </a:solidFill>
          <a:ln w="0">
            <a:noFill/>
            <a:prstDash val="solid"/>
          </a:ln>
        </p:spPr>
      </p:sp>
      <p:sp>
        <p:nvSpPr>
          <p:cNvPr id="4586" name="LigandSeek2_vs_LigandSeek1_ellipse_10100">
            <a:extLst>
              <a:ext uri="{FF2B5EF4-FFF2-40B4-BE49-F238E27FC236}">
                <a16:creationId xmlns:a16="http://schemas.microsoft.com/office/drawing/2014/main" id="{ECC9A6F0-4B60-4958-96A6-6A954EDAFA26}"/>
              </a:ext>
            </a:extLst>
          </p:cNvPr>
          <p:cNvSpPr>
            <a:spLocks noGrp="1"/>
          </p:cNvSpPr>
          <p:nvPr/>
        </p:nvSpPr>
        <p:spPr>
          <a:xfrm>
            <a:off x="1050764" y="6388346"/>
            <a:ext cx="25400" cy="25400"/>
          </a:xfrm>
          <a:prstGeom prst="ellipse">
            <a:avLst/>
          </a:prstGeom>
          <a:solidFill>
            <a:srgbClr val="B08A60">
              <a:alpha val="43000"/>
            </a:srgbClr>
          </a:solidFill>
          <a:ln w="0">
            <a:noFill/>
            <a:prstDash val="solid"/>
          </a:ln>
        </p:spPr>
      </p:sp>
      <p:sp>
        <p:nvSpPr>
          <p:cNvPr id="4587" name="LigandSeek2_vs_LigandSeek1_ellipse_10101">
            <a:extLst>
              <a:ext uri="{FF2B5EF4-FFF2-40B4-BE49-F238E27FC236}">
                <a16:creationId xmlns:a16="http://schemas.microsoft.com/office/drawing/2014/main" id="{E2563F02-455C-4320-B907-9E9E75C9AF4B}"/>
              </a:ext>
            </a:extLst>
          </p:cNvPr>
          <p:cNvSpPr>
            <a:spLocks noGrp="1"/>
          </p:cNvSpPr>
          <p:nvPr/>
        </p:nvSpPr>
        <p:spPr>
          <a:xfrm>
            <a:off x="1165679" y="5409360"/>
            <a:ext cx="25400" cy="25400"/>
          </a:xfrm>
          <a:prstGeom prst="ellipse">
            <a:avLst/>
          </a:prstGeom>
          <a:solidFill>
            <a:srgbClr val="B08A60">
              <a:alpha val="43000"/>
            </a:srgbClr>
          </a:solidFill>
          <a:ln w="0">
            <a:noFill/>
            <a:prstDash val="solid"/>
          </a:ln>
        </p:spPr>
      </p:sp>
      <p:sp>
        <p:nvSpPr>
          <p:cNvPr id="4588" name="LigandSeek2_vs_LigandSeek1_ellipse_10102">
            <a:extLst>
              <a:ext uri="{FF2B5EF4-FFF2-40B4-BE49-F238E27FC236}">
                <a16:creationId xmlns:a16="http://schemas.microsoft.com/office/drawing/2014/main" id="{DA68D277-BF83-424D-AAA4-6955BDB45807}"/>
              </a:ext>
            </a:extLst>
          </p:cNvPr>
          <p:cNvSpPr>
            <a:spLocks noGrp="1"/>
          </p:cNvSpPr>
          <p:nvPr/>
        </p:nvSpPr>
        <p:spPr>
          <a:xfrm>
            <a:off x="1081217" y="6007629"/>
            <a:ext cx="25400" cy="25400"/>
          </a:xfrm>
          <a:prstGeom prst="ellipse">
            <a:avLst/>
          </a:prstGeom>
          <a:solidFill>
            <a:srgbClr val="B08A60">
              <a:alpha val="43000"/>
            </a:srgbClr>
          </a:solidFill>
          <a:ln w="0">
            <a:noFill/>
            <a:prstDash val="solid"/>
          </a:ln>
        </p:spPr>
      </p:sp>
      <p:sp>
        <p:nvSpPr>
          <p:cNvPr id="4589" name="LigandSeek2_vs_LigandSeek1_ellipse_10103">
            <a:extLst>
              <a:ext uri="{FF2B5EF4-FFF2-40B4-BE49-F238E27FC236}">
                <a16:creationId xmlns:a16="http://schemas.microsoft.com/office/drawing/2014/main" id="{5C298E75-1193-40B3-BD32-799E7303B83A}"/>
              </a:ext>
            </a:extLst>
          </p:cNvPr>
          <p:cNvSpPr>
            <a:spLocks noGrp="1"/>
          </p:cNvSpPr>
          <p:nvPr/>
        </p:nvSpPr>
        <p:spPr>
          <a:xfrm>
            <a:off x="1106826" y="5246195"/>
            <a:ext cx="25400" cy="25400"/>
          </a:xfrm>
          <a:prstGeom prst="ellipse">
            <a:avLst/>
          </a:prstGeom>
          <a:solidFill>
            <a:srgbClr val="B08A60">
              <a:alpha val="43000"/>
            </a:srgbClr>
          </a:solidFill>
          <a:ln w="0">
            <a:noFill/>
            <a:prstDash val="solid"/>
          </a:ln>
        </p:spPr>
      </p:sp>
      <p:sp>
        <p:nvSpPr>
          <p:cNvPr id="4590" name="LigandSeek2_vs_LigandSeek1_ellipse_10104">
            <a:extLst>
              <a:ext uri="{FF2B5EF4-FFF2-40B4-BE49-F238E27FC236}">
                <a16:creationId xmlns:a16="http://schemas.microsoft.com/office/drawing/2014/main" id="{033CD51B-BBEC-44EE-B38C-929BCF9F970E}"/>
              </a:ext>
            </a:extLst>
          </p:cNvPr>
          <p:cNvSpPr>
            <a:spLocks noGrp="1"/>
          </p:cNvSpPr>
          <p:nvPr/>
        </p:nvSpPr>
        <p:spPr>
          <a:xfrm>
            <a:off x="1086090" y="5626912"/>
            <a:ext cx="25400" cy="25400"/>
          </a:xfrm>
          <a:prstGeom prst="ellipse">
            <a:avLst/>
          </a:prstGeom>
          <a:solidFill>
            <a:srgbClr val="B08A60">
              <a:alpha val="43000"/>
            </a:srgbClr>
          </a:solidFill>
          <a:ln w="0">
            <a:noFill/>
            <a:prstDash val="solid"/>
          </a:ln>
        </p:spPr>
      </p:sp>
      <p:sp>
        <p:nvSpPr>
          <p:cNvPr id="4591" name="LigandSeek2_vs_LigandSeek1_ellipse_10105">
            <a:extLst>
              <a:ext uri="{FF2B5EF4-FFF2-40B4-BE49-F238E27FC236}">
                <a16:creationId xmlns:a16="http://schemas.microsoft.com/office/drawing/2014/main" id="{945DF319-EC89-42C3-8AA4-4618DD4AEF94}"/>
              </a:ext>
            </a:extLst>
          </p:cNvPr>
          <p:cNvSpPr>
            <a:spLocks noGrp="1"/>
          </p:cNvSpPr>
          <p:nvPr/>
        </p:nvSpPr>
        <p:spPr>
          <a:xfrm>
            <a:off x="1069039" y="6300488"/>
            <a:ext cx="25400" cy="25400"/>
          </a:xfrm>
          <a:prstGeom prst="ellipse">
            <a:avLst/>
          </a:prstGeom>
          <a:solidFill>
            <a:srgbClr val="B08A60">
              <a:alpha val="43000"/>
            </a:srgbClr>
          </a:solidFill>
          <a:ln w="0">
            <a:noFill/>
            <a:prstDash val="solid"/>
          </a:ln>
        </p:spPr>
      </p:sp>
      <p:sp>
        <p:nvSpPr>
          <p:cNvPr id="4592" name="LigandSeek2_vs_LigandSeek1_ellipse_10106">
            <a:extLst>
              <a:ext uri="{FF2B5EF4-FFF2-40B4-BE49-F238E27FC236}">
                <a16:creationId xmlns:a16="http://schemas.microsoft.com/office/drawing/2014/main" id="{A8AA5B0C-B02D-4567-AC6C-757743488890}"/>
              </a:ext>
            </a:extLst>
          </p:cNvPr>
          <p:cNvSpPr>
            <a:spLocks noGrp="1"/>
          </p:cNvSpPr>
          <p:nvPr/>
        </p:nvSpPr>
        <p:spPr>
          <a:xfrm>
            <a:off x="1147749" y="6375441"/>
            <a:ext cx="25400" cy="25400"/>
          </a:xfrm>
          <a:prstGeom prst="ellipse">
            <a:avLst/>
          </a:prstGeom>
          <a:solidFill>
            <a:srgbClr val="B08A60">
              <a:alpha val="43000"/>
            </a:srgbClr>
          </a:solidFill>
          <a:ln w="0">
            <a:noFill/>
            <a:prstDash val="solid"/>
          </a:ln>
        </p:spPr>
      </p:sp>
      <p:sp>
        <p:nvSpPr>
          <p:cNvPr id="4593" name="LigandSeek2_vs_LigandSeek1_ellipse_10107">
            <a:extLst>
              <a:ext uri="{FF2B5EF4-FFF2-40B4-BE49-F238E27FC236}">
                <a16:creationId xmlns:a16="http://schemas.microsoft.com/office/drawing/2014/main" id="{F48C5C1C-60CC-4C6C-8413-C4A7FBA53E05}"/>
              </a:ext>
            </a:extLst>
          </p:cNvPr>
          <p:cNvSpPr>
            <a:spLocks noGrp="1"/>
          </p:cNvSpPr>
          <p:nvPr/>
        </p:nvSpPr>
        <p:spPr>
          <a:xfrm>
            <a:off x="1175637" y="5960040"/>
            <a:ext cx="25400" cy="25400"/>
          </a:xfrm>
          <a:prstGeom prst="ellipse">
            <a:avLst/>
          </a:prstGeom>
          <a:solidFill>
            <a:srgbClr val="B08A60">
              <a:alpha val="43000"/>
            </a:srgbClr>
          </a:solidFill>
          <a:ln w="0">
            <a:noFill/>
            <a:prstDash val="solid"/>
          </a:ln>
        </p:spPr>
      </p:sp>
      <p:sp>
        <p:nvSpPr>
          <p:cNvPr id="4594" name="LigandSeek2_vs_LigandSeek1_ellipse_10108">
            <a:extLst>
              <a:ext uri="{FF2B5EF4-FFF2-40B4-BE49-F238E27FC236}">
                <a16:creationId xmlns:a16="http://schemas.microsoft.com/office/drawing/2014/main" id="{99395AF6-F28E-4671-80E9-4C188101FD9B}"/>
              </a:ext>
            </a:extLst>
          </p:cNvPr>
          <p:cNvSpPr>
            <a:spLocks noGrp="1"/>
          </p:cNvSpPr>
          <p:nvPr/>
        </p:nvSpPr>
        <p:spPr>
          <a:xfrm>
            <a:off x="1069336" y="6071082"/>
            <a:ext cx="25400" cy="25400"/>
          </a:xfrm>
          <a:prstGeom prst="ellipse">
            <a:avLst/>
          </a:prstGeom>
          <a:solidFill>
            <a:srgbClr val="B08A60">
              <a:alpha val="43000"/>
            </a:srgbClr>
          </a:solidFill>
          <a:ln w="0">
            <a:noFill/>
            <a:prstDash val="solid"/>
          </a:ln>
        </p:spPr>
      </p:sp>
      <p:sp>
        <p:nvSpPr>
          <p:cNvPr id="4595" name="LigandSeek2_vs_LigandSeek1_ellipse_10109">
            <a:extLst>
              <a:ext uri="{FF2B5EF4-FFF2-40B4-BE49-F238E27FC236}">
                <a16:creationId xmlns:a16="http://schemas.microsoft.com/office/drawing/2014/main" id="{F74FEB4D-FFA4-4816-BF7C-375244F79753}"/>
              </a:ext>
            </a:extLst>
          </p:cNvPr>
          <p:cNvSpPr>
            <a:spLocks noGrp="1"/>
          </p:cNvSpPr>
          <p:nvPr/>
        </p:nvSpPr>
        <p:spPr>
          <a:xfrm>
            <a:off x="1094785" y="6388346"/>
            <a:ext cx="25400" cy="25400"/>
          </a:xfrm>
          <a:prstGeom prst="ellipse">
            <a:avLst/>
          </a:prstGeom>
          <a:solidFill>
            <a:srgbClr val="B08A60">
              <a:alpha val="43000"/>
            </a:srgbClr>
          </a:solidFill>
          <a:ln w="0">
            <a:noFill/>
            <a:prstDash val="solid"/>
          </a:ln>
        </p:spPr>
      </p:sp>
      <p:sp>
        <p:nvSpPr>
          <p:cNvPr id="4596" name="LigandSeek2_vs_LigandSeek1_ellipse_10110">
            <a:extLst>
              <a:ext uri="{FF2B5EF4-FFF2-40B4-BE49-F238E27FC236}">
                <a16:creationId xmlns:a16="http://schemas.microsoft.com/office/drawing/2014/main" id="{23A2397C-50D2-4641-894E-42230DADD3C3}"/>
              </a:ext>
            </a:extLst>
          </p:cNvPr>
          <p:cNvSpPr>
            <a:spLocks noGrp="1"/>
          </p:cNvSpPr>
          <p:nvPr/>
        </p:nvSpPr>
        <p:spPr>
          <a:xfrm>
            <a:off x="1177120" y="5817271"/>
            <a:ext cx="25400" cy="25400"/>
          </a:xfrm>
          <a:prstGeom prst="ellipse">
            <a:avLst/>
          </a:prstGeom>
          <a:solidFill>
            <a:srgbClr val="B08A60">
              <a:alpha val="43000"/>
            </a:srgbClr>
          </a:solidFill>
          <a:ln w="0">
            <a:noFill/>
            <a:prstDash val="solid"/>
          </a:ln>
        </p:spPr>
      </p:sp>
      <p:sp>
        <p:nvSpPr>
          <p:cNvPr id="4597" name="LigandSeek2_vs_LigandSeek1_ellipse_10111">
            <a:extLst>
              <a:ext uri="{FF2B5EF4-FFF2-40B4-BE49-F238E27FC236}">
                <a16:creationId xmlns:a16="http://schemas.microsoft.com/office/drawing/2014/main" id="{EFCCA078-C970-43B3-B947-87A1B1BBEB52}"/>
              </a:ext>
            </a:extLst>
          </p:cNvPr>
          <p:cNvSpPr>
            <a:spLocks noGrp="1"/>
          </p:cNvSpPr>
          <p:nvPr/>
        </p:nvSpPr>
        <p:spPr>
          <a:xfrm>
            <a:off x="1110392" y="5246195"/>
            <a:ext cx="25400" cy="25400"/>
          </a:xfrm>
          <a:prstGeom prst="ellipse">
            <a:avLst/>
          </a:prstGeom>
          <a:solidFill>
            <a:srgbClr val="B08A60">
              <a:alpha val="43000"/>
            </a:srgbClr>
          </a:solidFill>
          <a:ln w="0">
            <a:noFill/>
            <a:prstDash val="solid"/>
          </a:ln>
        </p:spPr>
      </p:sp>
      <p:sp>
        <p:nvSpPr>
          <p:cNvPr id="4598" name="LigandSeek2_vs_LigandSeek1_ellipse_10112">
            <a:extLst>
              <a:ext uri="{FF2B5EF4-FFF2-40B4-BE49-F238E27FC236}">
                <a16:creationId xmlns:a16="http://schemas.microsoft.com/office/drawing/2014/main" id="{66C4E11A-45B6-458E-8CD5-FC3CD5F8F55E}"/>
              </a:ext>
            </a:extLst>
          </p:cNvPr>
          <p:cNvSpPr>
            <a:spLocks noGrp="1"/>
          </p:cNvSpPr>
          <p:nvPr/>
        </p:nvSpPr>
        <p:spPr>
          <a:xfrm>
            <a:off x="1106868" y="5409360"/>
            <a:ext cx="25400" cy="25400"/>
          </a:xfrm>
          <a:prstGeom prst="ellipse">
            <a:avLst/>
          </a:prstGeom>
          <a:solidFill>
            <a:srgbClr val="B08A60">
              <a:alpha val="43000"/>
            </a:srgbClr>
          </a:solidFill>
          <a:ln w="0">
            <a:noFill/>
            <a:prstDash val="solid"/>
          </a:ln>
        </p:spPr>
      </p:sp>
      <p:sp>
        <p:nvSpPr>
          <p:cNvPr id="4599" name="LigandSeek2_vs_LigandSeek1_ellipse_10113">
            <a:extLst>
              <a:ext uri="{FF2B5EF4-FFF2-40B4-BE49-F238E27FC236}">
                <a16:creationId xmlns:a16="http://schemas.microsoft.com/office/drawing/2014/main" id="{48BA4D37-842B-41F1-8A8E-A41708F8FB38}"/>
              </a:ext>
            </a:extLst>
          </p:cNvPr>
          <p:cNvSpPr>
            <a:spLocks noGrp="1"/>
          </p:cNvSpPr>
          <p:nvPr/>
        </p:nvSpPr>
        <p:spPr>
          <a:xfrm>
            <a:off x="1071115" y="5246195"/>
            <a:ext cx="25400" cy="25400"/>
          </a:xfrm>
          <a:prstGeom prst="ellipse">
            <a:avLst/>
          </a:prstGeom>
          <a:solidFill>
            <a:srgbClr val="B08A60">
              <a:alpha val="43000"/>
            </a:srgbClr>
          </a:solidFill>
          <a:ln w="0">
            <a:noFill/>
            <a:prstDash val="solid"/>
          </a:ln>
        </p:spPr>
      </p:sp>
      <p:sp>
        <p:nvSpPr>
          <p:cNvPr id="4600" name="LigandSeek2_vs_LigandSeek1_ellipse_10114">
            <a:extLst>
              <a:ext uri="{FF2B5EF4-FFF2-40B4-BE49-F238E27FC236}">
                <a16:creationId xmlns:a16="http://schemas.microsoft.com/office/drawing/2014/main" id="{DAA90146-D315-49A9-8022-3257E408C7CE}"/>
              </a:ext>
            </a:extLst>
          </p:cNvPr>
          <p:cNvSpPr>
            <a:spLocks noGrp="1"/>
          </p:cNvSpPr>
          <p:nvPr/>
        </p:nvSpPr>
        <p:spPr>
          <a:xfrm>
            <a:off x="1206168" y="5246195"/>
            <a:ext cx="25400" cy="25400"/>
          </a:xfrm>
          <a:prstGeom prst="ellipse">
            <a:avLst/>
          </a:prstGeom>
          <a:solidFill>
            <a:srgbClr val="B08A60">
              <a:alpha val="43000"/>
            </a:srgbClr>
          </a:solidFill>
          <a:ln w="0">
            <a:noFill/>
            <a:prstDash val="solid"/>
          </a:ln>
        </p:spPr>
      </p:sp>
      <p:sp>
        <p:nvSpPr>
          <p:cNvPr id="4601" name="LigandSeek2_vs_LigandSeek1_ellipse_10115">
            <a:extLst>
              <a:ext uri="{FF2B5EF4-FFF2-40B4-BE49-F238E27FC236}">
                <a16:creationId xmlns:a16="http://schemas.microsoft.com/office/drawing/2014/main" id="{F3FB55BE-5810-410C-A605-99F72B9D64D1}"/>
              </a:ext>
            </a:extLst>
          </p:cNvPr>
          <p:cNvSpPr>
            <a:spLocks noGrp="1"/>
          </p:cNvSpPr>
          <p:nvPr/>
        </p:nvSpPr>
        <p:spPr>
          <a:xfrm>
            <a:off x="1157048" y="5246195"/>
            <a:ext cx="25400" cy="25400"/>
          </a:xfrm>
          <a:prstGeom prst="ellipse">
            <a:avLst/>
          </a:prstGeom>
          <a:solidFill>
            <a:srgbClr val="B08A60">
              <a:alpha val="43000"/>
            </a:srgbClr>
          </a:solidFill>
          <a:ln w="0">
            <a:noFill/>
            <a:prstDash val="solid"/>
          </a:ln>
        </p:spPr>
      </p:sp>
      <p:sp>
        <p:nvSpPr>
          <p:cNvPr id="4602" name="LigandSeek2_vs_LigandSeek1_ellipse_10116">
            <a:extLst>
              <a:ext uri="{FF2B5EF4-FFF2-40B4-BE49-F238E27FC236}">
                <a16:creationId xmlns:a16="http://schemas.microsoft.com/office/drawing/2014/main" id="{8A33CEC2-0E81-424E-970C-F3F066C1E5A2}"/>
              </a:ext>
            </a:extLst>
          </p:cNvPr>
          <p:cNvSpPr>
            <a:spLocks noGrp="1"/>
          </p:cNvSpPr>
          <p:nvPr/>
        </p:nvSpPr>
        <p:spPr>
          <a:xfrm>
            <a:off x="1109887" y="5246195"/>
            <a:ext cx="25400" cy="25400"/>
          </a:xfrm>
          <a:prstGeom prst="ellipse">
            <a:avLst/>
          </a:prstGeom>
          <a:solidFill>
            <a:srgbClr val="B08A60">
              <a:alpha val="43000"/>
            </a:srgbClr>
          </a:solidFill>
          <a:ln w="0">
            <a:noFill/>
            <a:prstDash val="solid"/>
          </a:ln>
        </p:spPr>
      </p:sp>
      <p:sp>
        <p:nvSpPr>
          <p:cNvPr id="4603" name="LigandSeek2_vs_LigandSeek1_ellipse_10117">
            <a:extLst>
              <a:ext uri="{FF2B5EF4-FFF2-40B4-BE49-F238E27FC236}">
                <a16:creationId xmlns:a16="http://schemas.microsoft.com/office/drawing/2014/main" id="{0B3260E5-1569-4E59-990D-DE57EC9D0BA4}"/>
              </a:ext>
            </a:extLst>
          </p:cNvPr>
          <p:cNvSpPr>
            <a:spLocks noGrp="1"/>
          </p:cNvSpPr>
          <p:nvPr/>
        </p:nvSpPr>
        <p:spPr>
          <a:xfrm>
            <a:off x="1074239" y="5246195"/>
            <a:ext cx="25400" cy="25400"/>
          </a:xfrm>
          <a:prstGeom prst="ellipse">
            <a:avLst/>
          </a:prstGeom>
          <a:solidFill>
            <a:srgbClr val="B08A60">
              <a:alpha val="43000"/>
            </a:srgbClr>
          </a:solidFill>
          <a:ln w="0">
            <a:noFill/>
            <a:prstDash val="solid"/>
          </a:ln>
        </p:spPr>
      </p:sp>
      <p:sp>
        <p:nvSpPr>
          <p:cNvPr id="4604" name="LigandSeek2_vs_LigandSeek1_ellipse_10118">
            <a:extLst>
              <a:ext uri="{FF2B5EF4-FFF2-40B4-BE49-F238E27FC236}">
                <a16:creationId xmlns:a16="http://schemas.microsoft.com/office/drawing/2014/main" id="{E34A0609-7235-47F0-AFD0-20D2F088A0DA}"/>
              </a:ext>
            </a:extLst>
          </p:cNvPr>
          <p:cNvSpPr>
            <a:spLocks noGrp="1"/>
          </p:cNvSpPr>
          <p:nvPr/>
        </p:nvSpPr>
        <p:spPr>
          <a:xfrm>
            <a:off x="1154855" y="6102808"/>
            <a:ext cx="25400" cy="25400"/>
          </a:xfrm>
          <a:prstGeom prst="ellipse">
            <a:avLst/>
          </a:prstGeom>
          <a:solidFill>
            <a:srgbClr val="B08A60">
              <a:alpha val="43000"/>
            </a:srgbClr>
          </a:solidFill>
          <a:ln w="0">
            <a:noFill/>
            <a:prstDash val="solid"/>
          </a:ln>
        </p:spPr>
      </p:sp>
      <p:sp>
        <p:nvSpPr>
          <p:cNvPr id="4605" name="LigandSeek2_vs_LigandSeek1_ellipse_10119">
            <a:extLst>
              <a:ext uri="{FF2B5EF4-FFF2-40B4-BE49-F238E27FC236}">
                <a16:creationId xmlns:a16="http://schemas.microsoft.com/office/drawing/2014/main" id="{64857FB9-BF0D-4320-9BC3-4E5884C52C86}"/>
              </a:ext>
            </a:extLst>
          </p:cNvPr>
          <p:cNvSpPr>
            <a:spLocks noGrp="1"/>
          </p:cNvSpPr>
          <p:nvPr/>
        </p:nvSpPr>
        <p:spPr>
          <a:xfrm>
            <a:off x="1116161" y="6388346"/>
            <a:ext cx="25400" cy="25400"/>
          </a:xfrm>
          <a:prstGeom prst="ellipse">
            <a:avLst/>
          </a:prstGeom>
          <a:solidFill>
            <a:srgbClr val="B08A60">
              <a:alpha val="43000"/>
            </a:srgbClr>
          </a:solidFill>
          <a:ln w="0">
            <a:noFill/>
            <a:prstDash val="solid"/>
          </a:ln>
        </p:spPr>
      </p:sp>
      <p:sp>
        <p:nvSpPr>
          <p:cNvPr id="4606" name="LigandSeek2_vs_LigandSeek1_ellipse_10120">
            <a:extLst>
              <a:ext uri="{FF2B5EF4-FFF2-40B4-BE49-F238E27FC236}">
                <a16:creationId xmlns:a16="http://schemas.microsoft.com/office/drawing/2014/main" id="{FA118723-1EE9-4BE1-A152-83F79550A96D}"/>
              </a:ext>
            </a:extLst>
          </p:cNvPr>
          <p:cNvSpPr>
            <a:spLocks noGrp="1"/>
          </p:cNvSpPr>
          <p:nvPr/>
        </p:nvSpPr>
        <p:spPr>
          <a:xfrm>
            <a:off x="1112160" y="5246195"/>
            <a:ext cx="25400" cy="25400"/>
          </a:xfrm>
          <a:prstGeom prst="ellipse">
            <a:avLst/>
          </a:prstGeom>
          <a:solidFill>
            <a:srgbClr val="B08A60">
              <a:alpha val="43000"/>
            </a:srgbClr>
          </a:solidFill>
          <a:ln w="0">
            <a:noFill/>
            <a:prstDash val="solid"/>
          </a:ln>
        </p:spPr>
      </p:sp>
      <p:sp>
        <p:nvSpPr>
          <p:cNvPr id="4607" name="LigandSeek2_vs_LigandSeek1_ellipse_10121">
            <a:extLst>
              <a:ext uri="{FF2B5EF4-FFF2-40B4-BE49-F238E27FC236}">
                <a16:creationId xmlns:a16="http://schemas.microsoft.com/office/drawing/2014/main" id="{55BDF263-B8E0-431D-AF2A-7B9EE148502A}"/>
              </a:ext>
            </a:extLst>
          </p:cNvPr>
          <p:cNvSpPr>
            <a:spLocks noGrp="1"/>
          </p:cNvSpPr>
          <p:nvPr/>
        </p:nvSpPr>
        <p:spPr>
          <a:xfrm>
            <a:off x="1090724" y="6388346"/>
            <a:ext cx="25400" cy="25400"/>
          </a:xfrm>
          <a:prstGeom prst="ellipse">
            <a:avLst/>
          </a:prstGeom>
          <a:solidFill>
            <a:srgbClr val="B08A60">
              <a:alpha val="43000"/>
            </a:srgbClr>
          </a:solidFill>
          <a:ln w="0">
            <a:noFill/>
            <a:prstDash val="solid"/>
          </a:ln>
        </p:spPr>
      </p:sp>
      <p:sp>
        <p:nvSpPr>
          <p:cNvPr id="4608" name="LigandSeek2_vs_LigandSeek1_ellipse_10122">
            <a:extLst>
              <a:ext uri="{FF2B5EF4-FFF2-40B4-BE49-F238E27FC236}">
                <a16:creationId xmlns:a16="http://schemas.microsoft.com/office/drawing/2014/main" id="{68C14D66-5F16-4A44-93EC-A8FE096424D2}"/>
              </a:ext>
            </a:extLst>
          </p:cNvPr>
          <p:cNvSpPr>
            <a:spLocks noGrp="1"/>
          </p:cNvSpPr>
          <p:nvPr/>
        </p:nvSpPr>
        <p:spPr>
          <a:xfrm>
            <a:off x="1122126" y="6246487"/>
            <a:ext cx="25400" cy="25400"/>
          </a:xfrm>
          <a:prstGeom prst="ellipse">
            <a:avLst/>
          </a:prstGeom>
          <a:solidFill>
            <a:srgbClr val="B08A60">
              <a:alpha val="43000"/>
            </a:srgbClr>
          </a:solidFill>
          <a:ln w="0">
            <a:noFill/>
            <a:prstDash val="solid"/>
          </a:ln>
        </p:spPr>
      </p:sp>
      <p:sp>
        <p:nvSpPr>
          <p:cNvPr id="4609" name="LigandSeek2_vs_LigandSeek1_ellipse_10123">
            <a:extLst>
              <a:ext uri="{FF2B5EF4-FFF2-40B4-BE49-F238E27FC236}">
                <a16:creationId xmlns:a16="http://schemas.microsoft.com/office/drawing/2014/main" id="{6FC80612-764C-4C33-829D-7B42C62B3ABC}"/>
              </a:ext>
            </a:extLst>
          </p:cNvPr>
          <p:cNvSpPr>
            <a:spLocks noGrp="1"/>
          </p:cNvSpPr>
          <p:nvPr/>
        </p:nvSpPr>
        <p:spPr>
          <a:xfrm>
            <a:off x="1107469" y="5246195"/>
            <a:ext cx="25400" cy="25400"/>
          </a:xfrm>
          <a:prstGeom prst="ellipse">
            <a:avLst/>
          </a:prstGeom>
          <a:solidFill>
            <a:srgbClr val="B08A60">
              <a:alpha val="43000"/>
            </a:srgbClr>
          </a:solidFill>
          <a:ln w="0">
            <a:noFill/>
            <a:prstDash val="solid"/>
          </a:ln>
        </p:spPr>
      </p:sp>
      <p:sp>
        <p:nvSpPr>
          <p:cNvPr id="4610" name="LigandSeek2_vs_LigandSeek1_ellipse_10124">
            <a:extLst>
              <a:ext uri="{FF2B5EF4-FFF2-40B4-BE49-F238E27FC236}">
                <a16:creationId xmlns:a16="http://schemas.microsoft.com/office/drawing/2014/main" id="{93E77F1D-7993-433C-A4F1-4B70FA1EA060}"/>
              </a:ext>
            </a:extLst>
          </p:cNvPr>
          <p:cNvSpPr>
            <a:spLocks noGrp="1"/>
          </p:cNvSpPr>
          <p:nvPr/>
        </p:nvSpPr>
        <p:spPr>
          <a:xfrm>
            <a:off x="1120123" y="5531733"/>
            <a:ext cx="25400" cy="25400"/>
          </a:xfrm>
          <a:prstGeom prst="ellipse">
            <a:avLst/>
          </a:prstGeom>
          <a:solidFill>
            <a:srgbClr val="B08A60">
              <a:alpha val="43000"/>
            </a:srgbClr>
          </a:solidFill>
          <a:ln w="0">
            <a:noFill/>
            <a:prstDash val="solid"/>
          </a:ln>
        </p:spPr>
      </p:sp>
      <p:sp>
        <p:nvSpPr>
          <p:cNvPr id="4611" name="LigandSeek2_vs_LigandSeek1_ellipse_10125">
            <a:extLst>
              <a:ext uri="{FF2B5EF4-FFF2-40B4-BE49-F238E27FC236}">
                <a16:creationId xmlns:a16="http://schemas.microsoft.com/office/drawing/2014/main" id="{C0E877AC-DC72-4D23-B29B-3B529627E117}"/>
              </a:ext>
            </a:extLst>
          </p:cNvPr>
          <p:cNvSpPr>
            <a:spLocks noGrp="1"/>
          </p:cNvSpPr>
          <p:nvPr/>
        </p:nvSpPr>
        <p:spPr>
          <a:xfrm>
            <a:off x="1199670" y="5246195"/>
            <a:ext cx="25400" cy="25400"/>
          </a:xfrm>
          <a:prstGeom prst="ellipse">
            <a:avLst/>
          </a:prstGeom>
          <a:solidFill>
            <a:srgbClr val="B08A60">
              <a:alpha val="43000"/>
            </a:srgbClr>
          </a:solidFill>
          <a:ln w="0">
            <a:noFill/>
            <a:prstDash val="solid"/>
          </a:ln>
        </p:spPr>
      </p:sp>
      <p:sp>
        <p:nvSpPr>
          <p:cNvPr id="4612" name="LigandSeek2_vs_LigandSeek1_ellipse_10126">
            <a:extLst>
              <a:ext uri="{FF2B5EF4-FFF2-40B4-BE49-F238E27FC236}">
                <a16:creationId xmlns:a16="http://schemas.microsoft.com/office/drawing/2014/main" id="{4ACEE124-BEEE-4D59-9998-FB3B977F52E4}"/>
              </a:ext>
            </a:extLst>
          </p:cNvPr>
          <p:cNvSpPr>
            <a:spLocks noGrp="1"/>
          </p:cNvSpPr>
          <p:nvPr/>
        </p:nvSpPr>
        <p:spPr>
          <a:xfrm>
            <a:off x="1062142" y="5421911"/>
            <a:ext cx="25400" cy="25400"/>
          </a:xfrm>
          <a:prstGeom prst="ellipse">
            <a:avLst/>
          </a:prstGeom>
          <a:solidFill>
            <a:srgbClr val="B08A60">
              <a:alpha val="43000"/>
            </a:srgbClr>
          </a:solidFill>
          <a:ln w="0">
            <a:noFill/>
            <a:prstDash val="solid"/>
          </a:ln>
        </p:spPr>
      </p:sp>
      <p:sp>
        <p:nvSpPr>
          <p:cNvPr id="4613" name="LigandSeek2_vs_LigandSeek1_ellipse_10127">
            <a:extLst>
              <a:ext uri="{FF2B5EF4-FFF2-40B4-BE49-F238E27FC236}">
                <a16:creationId xmlns:a16="http://schemas.microsoft.com/office/drawing/2014/main" id="{6C170C5D-B2A5-4412-B05A-714285043E71}"/>
              </a:ext>
            </a:extLst>
          </p:cNvPr>
          <p:cNvSpPr>
            <a:spLocks noGrp="1"/>
          </p:cNvSpPr>
          <p:nvPr/>
        </p:nvSpPr>
        <p:spPr>
          <a:xfrm>
            <a:off x="1171271" y="6388346"/>
            <a:ext cx="25400" cy="25400"/>
          </a:xfrm>
          <a:prstGeom prst="ellipse">
            <a:avLst/>
          </a:prstGeom>
          <a:solidFill>
            <a:srgbClr val="B08A60">
              <a:alpha val="43000"/>
            </a:srgbClr>
          </a:solidFill>
          <a:ln w="0">
            <a:noFill/>
            <a:prstDash val="solid"/>
          </a:ln>
        </p:spPr>
      </p:sp>
      <p:sp>
        <p:nvSpPr>
          <p:cNvPr id="4614" name="LigandSeek2_vs_LigandSeek1_ellipse_10128">
            <a:extLst>
              <a:ext uri="{FF2B5EF4-FFF2-40B4-BE49-F238E27FC236}">
                <a16:creationId xmlns:a16="http://schemas.microsoft.com/office/drawing/2014/main" id="{454EF6AD-BFA2-47C1-BE11-4FC88FAED380}"/>
              </a:ext>
            </a:extLst>
          </p:cNvPr>
          <p:cNvSpPr>
            <a:spLocks noGrp="1"/>
          </p:cNvSpPr>
          <p:nvPr/>
        </p:nvSpPr>
        <p:spPr>
          <a:xfrm>
            <a:off x="1184756" y="6388346"/>
            <a:ext cx="25400" cy="25400"/>
          </a:xfrm>
          <a:prstGeom prst="ellipse">
            <a:avLst/>
          </a:prstGeom>
          <a:solidFill>
            <a:srgbClr val="B08A60">
              <a:alpha val="43000"/>
            </a:srgbClr>
          </a:solidFill>
          <a:ln w="0">
            <a:noFill/>
            <a:prstDash val="solid"/>
          </a:ln>
        </p:spPr>
      </p:sp>
      <p:sp>
        <p:nvSpPr>
          <p:cNvPr id="4615" name="LigandSeek2_vs_LigandSeek1_ellipse_10129">
            <a:extLst>
              <a:ext uri="{FF2B5EF4-FFF2-40B4-BE49-F238E27FC236}">
                <a16:creationId xmlns:a16="http://schemas.microsoft.com/office/drawing/2014/main" id="{B30E86C1-5129-49A0-ACE5-48F796F0524B}"/>
              </a:ext>
            </a:extLst>
          </p:cNvPr>
          <p:cNvSpPr>
            <a:spLocks noGrp="1"/>
          </p:cNvSpPr>
          <p:nvPr/>
        </p:nvSpPr>
        <p:spPr>
          <a:xfrm>
            <a:off x="1121536" y="6368308"/>
            <a:ext cx="25400" cy="25400"/>
          </a:xfrm>
          <a:prstGeom prst="ellipse">
            <a:avLst/>
          </a:prstGeom>
          <a:solidFill>
            <a:srgbClr val="B08A60">
              <a:alpha val="43000"/>
            </a:srgbClr>
          </a:solidFill>
          <a:ln w="0">
            <a:noFill/>
            <a:prstDash val="solid"/>
          </a:ln>
        </p:spPr>
      </p:sp>
      <p:sp>
        <p:nvSpPr>
          <p:cNvPr id="4616" name="LigandSeek2_vs_LigandSeek1_ellipse_10130">
            <a:extLst>
              <a:ext uri="{FF2B5EF4-FFF2-40B4-BE49-F238E27FC236}">
                <a16:creationId xmlns:a16="http://schemas.microsoft.com/office/drawing/2014/main" id="{A34CDC14-86CD-4C08-8A3D-6FDA30679000}"/>
              </a:ext>
            </a:extLst>
          </p:cNvPr>
          <p:cNvSpPr>
            <a:spLocks noGrp="1"/>
          </p:cNvSpPr>
          <p:nvPr/>
        </p:nvSpPr>
        <p:spPr>
          <a:xfrm>
            <a:off x="1193591" y="6102808"/>
            <a:ext cx="25400" cy="25400"/>
          </a:xfrm>
          <a:prstGeom prst="ellipse">
            <a:avLst/>
          </a:prstGeom>
          <a:solidFill>
            <a:srgbClr val="B08A60">
              <a:alpha val="43000"/>
            </a:srgbClr>
          </a:solidFill>
          <a:ln w="0">
            <a:noFill/>
            <a:prstDash val="solid"/>
          </a:ln>
        </p:spPr>
      </p:sp>
      <p:sp>
        <p:nvSpPr>
          <p:cNvPr id="4617" name="LigandSeek2_vs_LigandSeek1_ellipse_10131">
            <a:extLst>
              <a:ext uri="{FF2B5EF4-FFF2-40B4-BE49-F238E27FC236}">
                <a16:creationId xmlns:a16="http://schemas.microsoft.com/office/drawing/2014/main" id="{C2E0CF39-0C43-48EB-8E9D-AA2846185D85}"/>
              </a:ext>
            </a:extLst>
          </p:cNvPr>
          <p:cNvSpPr>
            <a:spLocks noGrp="1"/>
          </p:cNvSpPr>
          <p:nvPr/>
        </p:nvSpPr>
        <p:spPr>
          <a:xfrm>
            <a:off x="1062864" y="6007629"/>
            <a:ext cx="25400" cy="25400"/>
          </a:xfrm>
          <a:prstGeom prst="ellipse">
            <a:avLst/>
          </a:prstGeom>
          <a:solidFill>
            <a:srgbClr val="B08A60">
              <a:alpha val="43000"/>
            </a:srgbClr>
          </a:solidFill>
          <a:ln w="0">
            <a:noFill/>
            <a:prstDash val="solid"/>
          </a:ln>
        </p:spPr>
      </p:sp>
      <p:sp>
        <p:nvSpPr>
          <p:cNvPr id="4618" name="LigandSeek2_vs_LigandSeek1_ellipse_10132">
            <a:extLst>
              <a:ext uri="{FF2B5EF4-FFF2-40B4-BE49-F238E27FC236}">
                <a16:creationId xmlns:a16="http://schemas.microsoft.com/office/drawing/2014/main" id="{FCD04D37-D95E-441D-A240-10D3721089F3}"/>
              </a:ext>
            </a:extLst>
          </p:cNvPr>
          <p:cNvSpPr>
            <a:spLocks noGrp="1"/>
          </p:cNvSpPr>
          <p:nvPr/>
        </p:nvSpPr>
        <p:spPr>
          <a:xfrm>
            <a:off x="1113074" y="5545776"/>
            <a:ext cx="25400" cy="25400"/>
          </a:xfrm>
          <a:prstGeom prst="ellipse">
            <a:avLst/>
          </a:prstGeom>
          <a:solidFill>
            <a:srgbClr val="B08A60">
              <a:alpha val="43000"/>
            </a:srgbClr>
          </a:solidFill>
          <a:ln w="0">
            <a:noFill/>
            <a:prstDash val="solid"/>
          </a:ln>
        </p:spPr>
      </p:sp>
      <p:sp>
        <p:nvSpPr>
          <p:cNvPr id="4619" name="LigandSeek2_vs_LigandSeek1_ellipse_10133">
            <a:extLst>
              <a:ext uri="{FF2B5EF4-FFF2-40B4-BE49-F238E27FC236}">
                <a16:creationId xmlns:a16="http://schemas.microsoft.com/office/drawing/2014/main" id="{7FFA18E5-2265-4A12-8BE8-FC50C7F8300D}"/>
              </a:ext>
            </a:extLst>
          </p:cNvPr>
          <p:cNvSpPr>
            <a:spLocks noGrp="1"/>
          </p:cNvSpPr>
          <p:nvPr/>
        </p:nvSpPr>
        <p:spPr>
          <a:xfrm>
            <a:off x="1088491" y="5246195"/>
            <a:ext cx="25400" cy="25400"/>
          </a:xfrm>
          <a:prstGeom prst="ellipse">
            <a:avLst/>
          </a:prstGeom>
          <a:solidFill>
            <a:srgbClr val="B08A60">
              <a:alpha val="43000"/>
            </a:srgbClr>
          </a:solidFill>
          <a:ln w="0">
            <a:noFill/>
            <a:prstDash val="solid"/>
          </a:ln>
        </p:spPr>
      </p:sp>
      <p:sp>
        <p:nvSpPr>
          <p:cNvPr id="4620" name="LigandSeek2_vs_LigandSeek1_ellipse_10134">
            <a:extLst>
              <a:ext uri="{FF2B5EF4-FFF2-40B4-BE49-F238E27FC236}">
                <a16:creationId xmlns:a16="http://schemas.microsoft.com/office/drawing/2014/main" id="{5484FBA2-CAAD-4D70-AB94-49AE522E9F30}"/>
              </a:ext>
            </a:extLst>
          </p:cNvPr>
          <p:cNvSpPr>
            <a:spLocks noGrp="1"/>
          </p:cNvSpPr>
          <p:nvPr/>
        </p:nvSpPr>
        <p:spPr>
          <a:xfrm>
            <a:off x="1166021" y="5931486"/>
            <a:ext cx="25400" cy="25400"/>
          </a:xfrm>
          <a:prstGeom prst="ellipse">
            <a:avLst/>
          </a:prstGeom>
          <a:solidFill>
            <a:srgbClr val="B08A60">
              <a:alpha val="43000"/>
            </a:srgbClr>
          </a:solidFill>
          <a:ln w="0">
            <a:noFill/>
            <a:prstDash val="solid"/>
          </a:ln>
        </p:spPr>
      </p:sp>
      <p:sp>
        <p:nvSpPr>
          <p:cNvPr id="4621" name="LigandSeek2_vs_LigandSeek1_ellipse_10135">
            <a:extLst>
              <a:ext uri="{FF2B5EF4-FFF2-40B4-BE49-F238E27FC236}">
                <a16:creationId xmlns:a16="http://schemas.microsoft.com/office/drawing/2014/main" id="{748B4E7D-6F4C-463C-B8AB-531E0D1A2D87}"/>
              </a:ext>
            </a:extLst>
          </p:cNvPr>
          <p:cNvSpPr>
            <a:spLocks noGrp="1"/>
          </p:cNvSpPr>
          <p:nvPr/>
        </p:nvSpPr>
        <p:spPr>
          <a:xfrm>
            <a:off x="1142140" y="6388346"/>
            <a:ext cx="25400" cy="25400"/>
          </a:xfrm>
          <a:prstGeom prst="ellipse">
            <a:avLst/>
          </a:prstGeom>
          <a:solidFill>
            <a:srgbClr val="B08A60">
              <a:alpha val="43000"/>
            </a:srgbClr>
          </a:solidFill>
          <a:ln w="0">
            <a:noFill/>
            <a:prstDash val="solid"/>
          </a:ln>
        </p:spPr>
      </p:sp>
      <p:sp>
        <p:nvSpPr>
          <p:cNvPr id="4622" name="LigandSeek2_vs_LigandSeek1_ellipse_10136">
            <a:extLst>
              <a:ext uri="{FF2B5EF4-FFF2-40B4-BE49-F238E27FC236}">
                <a16:creationId xmlns:a16="http://schemas.microsoft.com/office/drawing/2014/main" id="{42AF3640-6C95-4B39-8B35-3A36091009F4}"/>
              </a:ext>
            </a:extLst>
          </p:cNvPr>
          <p:cNvSpPr>
            <a:spLocks noGrp="1"/>
          </p:cNvSpPr>
          <p:nvPr/>
        </p:nvSpPr>
        <p:spPr>
          <a:xfrm>
            <a:off x="1193658" y="6102808"/>
            <a:ext cx="25400" cy="25400"/>
          </a:xfrm>
          <a:prstGeom prst="ellipse">
            <a:avLst/>
          </a:prstGeom>
          <a:solidFill>
            <a:srgbClr val="B08A60">
              <a:alpha val="43000"/>
            </a:srgbClr>
          </a:solidFill>
          <a:ln w="0">
            <a:noFill/>
            <a:prstDash val="solid"/>
          </a:ln>
        </p:spPr>
      </p:sp>
      <p:sp>
        <p:nvSpPr>
          <p:cNvPr id="4623" name="LigandSeek2_vs_LigandSeek1_ellipse_10137">
            <a:extLst>
              <a:ext uri="{FF2B5EF4-FFF2-40B4-BE49-F238E27FC236}">
                <a16:creationId xmlns:a16="http://schemas.microsoft.com/office/drawing/2014/main" id="{B747E50B-2C40-4096-B4C4-FA00A82E2707}"/>
              </a:ext>
            </a:extLst>
          </p:cNvPr>
          <p:cNvSpPr>
            <a:spLocks noGrp="1"/>
          </p:cNvSpPr>
          <p:nvPr/>
        </p:nvSpPr>
        <p:spPr>
          <a:xfrm>
            <a:off x="1079709" y="5595186"/>
            <a:ext cx="25400" cy="25400"/>
          </a:xfrm>
          <a:prstGeom prst="ellipse">
            <a:avLst/>
          </a:prstGeom>
          <a:solidFill>
            <a:srgbClr val="B08A60">
              <a:alpha val="43000"/>
            </a:srgbClr>
          </a:solidFill>
          <a:ln w="0">
            <a:noFill/>
            <a:prstDash val="solid"/>
          </a:ln>
        </p:spPr>
      </p:sp>
      <p:sp>
        <p:nvSpPr>
          <p:cNvPr id="4624" name="LigandSeek2_vs_LigandSeek1_ellipse_10138">
            <a:extLst>
              <a:ext uri="{FF2B5EF4-FFF2-40B4-BE49-F238E27FC236}">
                <a16:creationId xmlns:a16="http://schemas.microsoft.com/office/drawing/2014/main" id="{48914EB1-CD65-41FF-AB9E-597953C26BC5}"/>
              </a:ext>
            </a:extLst>
          </p:cNvPr>
          <p:cNvSpPr>
            <a:spLocks noGrp="1"/>
          </p:cNvSpPr>
          <p:nvPr/>
        </p:nvSpPr>
        <p:spPr>
          <a:xfrm>
            <a:off x="1099595" y="5931486"/>
            <a:ext cx="25400" cy="25400"/>
          </a:xfrm>
          <a:prstGeom prst="ellipse">
            <a:avLst/>
          </a:prstGeom>
          <a:solidFill>
            <a:srgbClr val="B08A60">
              <a:alpha val="43000"/>
            </a:srgbClr>
          </a:solidFill>
          <a:ln w="0">
            <a:noFill/>
            <a:prstDash val="solid"/>
          </a:ln>
        </p:spPr>
      </p:sp>
      <p:sp>
        <p:nvSpPr>
          <p:cNvPr id="4625" name="LigandSeek2_vs_LigandSeek1_ellipse_10139">
            <a:extLst>
              <a:ext uri="{FF2B5EF4-FFF2-40B4-BE49-F238E27FC236}">
                <a16:creationId xmlns:a16="http://schemas.microsoft.com/office/drawing/2014/main" id="{7F685367-EB79-4162-B14B-F0049244D9ED}"/>
              </a:ext>
            </a:extLst>
          </p:cNvPr>
          <p:cNvSpPr>
            <a:spLocks noGrp="1"/>
          </p:cNvSpPr>
          <p:nvPr/>
        </p:nvSpPr>
        <p:spPr>
          <a:xfrm>
            <a:off x="1183693" y="5246195"/>
            <a:ext cx="25400" cy="25400"/>
          </a:xfrm>
          <a:prstGeom prst="ellipse">
            <a:avLst/>
          </a:prstGeom>
          <a:solidFill>
            <a:srgbClr val="B08A60">
              <a:alpha val="43000"/>
            </a:srgbClr>
          </a:solidFill>
          <a:ln w="0">
            <a:noFill/>
            <a:prstDash val="solid"/>
          </a:ln>
        </p:spPr>
      </p:sp>
      <p:sp>
        <p:nvSpPr>
          <p:cNvPr id="4626" name="LigandSeek2_vs_LigandSeek1_ellipse_10140">
            <a:extLst>
              <a:ext uri="{FF2B5EF4-FFF2-40B4-BE49-F238E27FC236}">
                <a16:creationId xmlns:a16="http://schemas.microsoft.com/office/drawing/2014/main" id="{44AFEF21-7EF4-4EA8-9C51-4ABDA1E495E4}"/>
              </a:ext>
            </a:extLst>
          </p:cNvPr>
          <p:cNvSpPr>
            <a:spLocks noGrp="1"/>
          </p:cNvSpPr>
          <p:nvPr/>
        </p:nvSpPr>
        <p:spPr>
          <a:xfrm>
            <a:off x="1197062" y="5874378"/>
            <a:ext cx="25400" cy="25400"/>
          </a:xfrm>
          <a:prstGeom prst="ellipse">
            <a:avLst/>
          </a:prstGeom>
          <a:solidFill>
            <a:srgbClr val="B08A60">
              <a:alpha val="43000"/>
            </a:srgbClr>
          </a:solidFill>
          <a:ln w="0">
            <a:noFill/>
            <a:prstDash val="solid"/>
          </a:ln>
        </p:spPr>
      </p:sp>
      <p:sp>
        <p:nvSpPr>
          <p:cNvPr id="4627" name="LigandSeek2_vs_LigandSeek1_ellipse_10141">
            <a:extLst>
              <a:ext uri="{FF2B5EF4-FFF2-40B4-BE49-F238E27FC236}">
                <a16:creationId xmlns:a16="http://schemas.microsoft.com/office/drawing/2014/main" id="{626955C6-BF46-47C6-9368-E829414F741A}"/>
              </a:ext>
            </a:extLst>
          </p:cNvPr>
          <p:cNvSpPr>
            <a:spLocks noGrp="1"/>
          </p:cNvSpPr>
          <p:nvPr/>
        </p:nvSpPr>
        <p:spPr>
          <a:xfrm>
            <a:off x="1131149" y="5817271"/>
            <a:ext cx="25400" cy="25400"/>
          </a:xfrm>
          <a:prstGeom prst="ellipse">
            <a:avLst/>
          </a:prstGeom>
          <a:solidFill>
            <a:srgbClr val="B08A60">
              <a:alpha val="43000"/>
            </a:srgbClr>
          </a:solidFill>
          <a:ln w="0">
            <a:noFill/>
            <a:prstDash val="solid"/>
          </a:ln>
        </p:spPr>
      </p:sp>
      <p:sp>
        <p:nvSpPr>
          <p:cNvPr id="4628" name="LigandSeek2_vs_LigandSeek1_ellipse_10142">
            <a:extLst>
              <a:ext uri="{FF2B5EF4-FFF2-40B4-BE49-F238E27FC236}">
                <a16:creationId xmlns:a16="http://schemas.microsoft.com/office/drawing/2014/main" id="{67BD30ED-75B8-4660-A26E-FACC7CE55710}"/>
              </a:ext>
            </a:extLst>
          </p:cNvPr>
          <p:cNvSpPr>
            <a:spLocks noGrp="1"/>
          </p:cNvSpPr>
          <p:nvPr/>
        </p:nvSpPr>
        <p:spPr>
          <a:xfrm>
            <a:off x="1062384" y="6388346"/>
            <a:ext cx="25400" cy="25400"/>
          </a:xfrm>
          <a:prstGeom prst="ellipse">
            <a:avLst/>
          </a:prstGeom>
          <a:solidFill>
            <a:srgbClr val="B08A60">
              <a:alpha val="43000"/>
            </a:srgbClr>
          </a:solidFill>
          <a:ln w="0">
            <a:noFill/>
            <a:prstDash val="solid"/>
          </a:ln>
        </p:spPr>
      </p:sp>
      <p:sp>
        <p:nvSpPr>
          <p:cNvPr id="4629" name="LigandSeek2_vs_LigandSeek1_ellipse_10143">
            <a:extLst>
              <a:ext uri="{FF2B5EF4-FFF2-40B4-BE49-F238E27FC236}">
                <a16:creationId xmlns:a16="http://schemas.microsoft.com/office/drawing/2014/main" id="{383EAAE8-DCA9-4532-A050-8F321984B68D}"/>
              </a:ext>
            </a:extLst>
          </p:cNvPr>
          <p:cNvSpPr>
            <a:spLocks noGrp="1"/>
          </p:cNvSpPr>
          <p:nvPr/>
        </p:nvSpPr>
        <p:spPr>
          <a:xfrm>
            <a:off x="1116150" y="6388346"/>
            <a:ext cx="25400" cy="25400"/>
          </a:xfrm>
          <a:prstGeom prst="ellipse">
            <a:avLst/>
          </a:prstGeom>
          <a:solidFill>
            <a:srgbClr val="B08A60">
              <a:alpha val="43000"/>
            </a:srgbClr>
          </a:solidFill>
          <a:ln w="0">
            <a:noFill/>
            <a:prstDash val="solid"/>
          </a:ln>
        </p:spPr>
      </p:sp>
      <p:sp>
        <p:nvSpPr>
          <p:cNvPr id="4630" name="LigandSeek2_vs_LigandSeek1_ellipse_10144">
            <a:extLst>
              <a:ext uri="{FF2B5EF4-FFF2-40B4-BE49-F238E27FC236}">
                <a16:creationId xmlns:a16="http://schemas.microsoft.com/office/drawing/2014/main" id="{81EB0999-225D-4A73-9444-8289B50FAEB7}"/>
              </a:ext>
            </a:extLst>
          </p:cNvPr>
          <p:cNvSpPr>
            <a:spLocks noGrp="1"/>
          </p:cNvSpPr>
          <p:nvPr/>
        </p:nvSpPr>
        <p:spPr>
          <a:xfrm>
            <a:off x="1069133" y="5931486"/>
            <a:ext cx="25400" cy="25400"/>
          </a:xfrm>
          <a:prstGeom prst="ellipse">
            <a:avLst/>
          </a:prstGeom>
          <a:solidFill>
            <a:srgbClr val="B08A60">
              <a:alpha val="43000"/>
            </a:srgbClr>
          </a:solidFill>
          <a:ln w="0">
            <a:noFill/>
            <a:prstDash val="solid"/>
          </a:ln>
        </p:spPr>
      </p:sp>
      <p:sp>
        <p:nvSpPr>
          <p:cNvPr id="4631" name="LigandSeek2_vs_LigandSeek1_ellipse_10145">
            <a:extLst>
              <a:ext uri="{FF2B5EF4-FFF2-40B4-BE49-F238E27FC236}">
                <a16:creationId xmlns:a16="http://schemas.microsoft.com/office/drawing/2014/main" id="{242759EF-C1BF-4F74-B96B-4F8F28B06978}"/>
              </a:ext>
            </a:extLst>
          </p:cNvPr>
          <p:cNvSpPr>
            <a:spLocks noGrp="1"/>
          </p:cNvSpPr>
          <p:nvPr/>
        </p:nvSpPr>
        <p:spPr>
          <a:xfrm>
            <a:off x="1196481" y="5735689"/>
            <a:ext cx="25400" cy="25400"/>
          </a:xfrm>
          <a:prstGeom prst="ellipse">
            <a:avLst/>
          </a:prstGeom>
          <a:solidFill>
            <a:srgbClr val="B08A60">
              <a:alpha val="43000"/>
            </a:srgbClr>
          </a:solidFill>
          <a:ln w="0">
            <a:noFill/>
            <a:prstDash val="solid"/>
          </a:ln>
        </p:spPr>
      </p:sp>
      <p:sp>
        <p:nvSpPr>
          <p:cNvPr id="4632" name="LigandSeek2_vs_LigandSeek1_ellipse_10146">
            <a:extLst>
              <a:ext uri="{FF2B5EF4-FFF2-40B4-BE49-F238E27FC236}">
                <a16:creationId xmlns:a16="http://schemas.microsoft.com/office/drawing/2014/main" id="{EAA3CBB0-01A6-42E7-B3F5-B378D9652005}"/>
              </a:ext>
            </a:extLst>
          </p:cNvPr>
          <p:cNvSpPr>
            <a:spLocks noGrp="1"/>
          </p:cNvSpPr>
          <p:nvPr/>
        </p:nvSpPr>
        <p:spPr>
          <a:xfrm>
            <a:off x="1054735" y="5246195"/>
            <a:ext cx="25400" cy="25400"/>
          </a:xfrm>
          <a:prstGeom prst="ellipse">
            <a:avLst/>
          </a:prstGeom>
          <a:solidFill>
            <a:srgbClr val="B08A60">
              <a:alpha val="43000"/>
            </a:srgbClr>
          </a:solidFill>
          <a:ln w="0">
            <a:noFill/>
            <a:prstDash val="solid"/>
          </a:ln>
        </p:spPr>
      </p:sp>
      <p:sp>
        <p:nvSpPr>
          <p:cNvPr id="4633" name="LigandSeek2_vs_LigandSeek1_ellipse_10147">
            <a:extLst>
              <a:ext uri="{FF2B5EF4-FFF2-40B4-BE49-F238E27FC236}">
                <a16:creationId xmlns:a16="http://schemas.microsoft.com/office/drawing/2014/main" id="{99307894-6AEA-48DC-B202-905892257149}"/>
              </a:ext>
            </a:extLst>
          </p:cNvPr>
          <p:cNvSpPr>
            <a:spLocks noGrp="1"/>
          </p:cNvSpPr>
          <p:nvPr/>
        </p:nvSpPr>
        <p:spPr>
          <a:xfrm>
            <a:off x="1098914" y="5626912"/>
            <a:ext cx="25400" cy="25400"/>
          </a:xfrm>
          <a:prstGeom prst="ellipse">
            <a:avLst/>
          </a:prstGeom>
          <a:solidFill>
            <a:srgbClr val="B08A60">
              <a:alpha val="43000"/>
            </a:srgbClr>
          </a:solidFill>
          <a:ln w="0">
            <a:noFill/>
            <a:prstDash val="solid"/>
          </a:ln>
        </p:spPr>
      </p:sp>
      <p:sp>
        <p:nvSpPr>
          <p:cNvPr id="4634" name="LigandSeek2_vs_LigandSeek1_ellipse_10148">
            <a:extLst>
              <a:ext uri="{FF2B5EF4-FFF2-40B4-BE49-F238E27FC236}">
                <a16:creationId xmlns:a16="http://schemas.microsoft.com/office/drawing/2014/main" id="{7E0E40CD-D595-4AC9-9A92-E44ABA4F1FCB}"/>
              </a:ext>
            </a:extLst>
          </p:cNvPr>
          <p:cNvSpPr>
            <a:spLocks noGrp="1"/>
          </p:cNvSpPr>
          <p:nvPr/>
        </p:nvSpPr>
        <p:spPr>
          <a:xfrm>
            <a:off x="1163179" y="5246195"/>
            <a:ext cx="25400" cy="25400"/>
          </a:xfrm>
          <a:prstGeom prst="ellipse">
            <a:avLst/>
          </a:prstGeom>
          <a:solidFill>
            <a:srgbClr val="B08A60">
              <a:alpha val="43000"/>
            </a:srgbClr>
          </a:solidFill>
          <a:ln w="0">
            <a:noFill/>
            <a:prstDash val="solid"/>
          </a:ln>
        </p:spPr>
      </p:sp>
      <p:sp>
        <p:nvSpPr>
          <p:cNvPr id="4635" name="LigandSeek2_vs_LigandSeek1_ellipse_10149">
            <a:extLst>
              <a:ext uri="{FF2B5EF4-FFF2-40B4-BE49-F238E27FC236}">
                <a16:creationId xmlns:a16="http://schemas.microsoft.com/office/drawing/2014/main" id="{EB58113A-9046-49B9-A009-3E763F626543}"/>
              </a:ext>
            </a:extLst>
          </p:cNvPr>
          <p:cNvSpPr>
            <a:spLocks noGrp="1"/>
          </p:cNvSpPr>
          <p:nvPr/>
        </p:nvSpPr>
        <p:spPr>
          <a:xfrm>
            <a:off x="1081736" y="5582122"/>
            <a:ext cx="25400" cy="25400"/>
          </a:xfrm>
          <a:prstGeom prst="ellipse">
            <a:avLst/>
          </a:prstGeom>
          <a:solidFill>
            <a:srgbClr val="B08A60">
              <a:alpha val="43000"/>
            </a:srgbClr>
          </a:solidFill>
          <a:ln w="0">
            <a:noFill/>
            <a:prstDash val="solid"/>
          </a:ln>
        </p:spPr>
      </p:sp>
      <p:sp>
        <p:nvSpPr>
          <p:cNvPr id="4636" name="LigandSeek2_vs_LigandSeek1_ellipse_10150">
            <a:extLst>
              <a:ext uri="{FF2B5EF4-FFF2-40B4-BE49-F238E27FC236}">
                <a16:creationId xmlns:a16="http://schemas.microsoft.com/office/drawing/2014/main" id="{3E277813-6799-4BB4-9DC3-1EF4F894638F}"/>
              </a:ext>
            </a:extLst>
          </p:cNvPr>
          <p:cNvSpPr>
            <a:spLocks noGrp="1"/>
          </p:cNvSpPr>
          <p:nvPr/>
        </p:nvSpPr>
        <p:spPr>
          <a:xfrm>
            <a:off x="1051128" y="5246195"/>
            <a:ext cx="25400" cy="25400"/>
          </a:xfrm>
          <a:prstGeom prst="ellipse">
            <a:avLst/>
          </a:prstGeom>
          <a:solidFill>
            <a:srgbClr val="B08A60">
              <a:alpha val="43000"/>
            </a:srgbClr>
          </a:solidFill>
          <a:ln w="0">
            <a:noFill/>
            <a:prstDash val="solid"/>
          </a:ln>
        </p:spPr>
      </p:sp>
      <p:sp>
        <p:nvSpPr>
          <p:cNvPr id="4637" name="LigandSeek2_vs_LigandSeek1_ellipse_10151">
            <a:extLst>
              <a:ext uri="{FF2B5EF4-FFF2-40B4-BE49-F238E27FC236}">
                <a16:creationId xmlns:a16="http://schemas.microsoft.com/office/drawing/2014/main" id="{D61E6F81-C2DE-4E0A-B850-B018FB78FA40}"/>
              </a:ext>
            </a:extLst>
          </p:cNvPr>
          <p:cNvSpPr>
            <a:spLocks noGrp="1"/>
          </p:cNvSpPr>
          <p:nvPr/>
        </p:nvSpPr>
        <p:spPr>
          <a:xfrm>
            <a:off x="1140879" y="6388346"/>
            <a:ext cx="25400" cy="25400"/>
          </a:xfrm>
          <a:prstGeom prst="ellipse">
            <a:avLst/>
          </a:prstGeom>
          <a:solidFill>
            <a:srgbClr val="B08A60">
              <a:alpha val="43000"/>
            </a:srgbClr>
          </a:solidFill>
          <a:ln w="0">
            <a:noFill/>
            <a:prstDash val="solid"/>
          </a:ln>
        </p:spPr>
      </p:sp>
      <p:sp>
        <p:nvSpPr>
          <p:cNvPr id="4638" name="LigandSeek2_vs_LigandSeek1_ellipse_10152">
            <a:extLst>
              <a:ext uri="{FF2B5EF4-FFF2-40B4-BE49-F238E27FC236}">
                <a16:creationId xmlns:a16="http://schemas.microsoft.com/office/drawing/2014/main" id="{304EB92F-680C-43FA-9766-CD17620C5042}"/>
              </a:ext>
            </a:extLst>
          </p:cNvPr>
          <p:cNvSpPr>
            <a:spLocks noGrp="1"/>
          </p:cNvSpPr>
          <p:nvPr/>
        </p:nvSpPr>
        <p:spPr>
          <a:xfrm>
            <a:off x="1170237" y="5246195"/>
            <a:ext cx="25400" cy="25400"/>
          </a:xfrm>
          <a:prstGeom prst="ellipse">
            <a:avLst/>
          </a:prstGeom>
          <a:solidFill>
            <a:srgbClr val="B08A60">
              <a:alpha val="43000"/>
            </a:srgbClr>
          </a:solidFill>
          <a:ln w="0">
            <a:noFill/>
            <a:prstDash val="solid"/>
          </a:ln>
        </p:spPr>
      </p:sp>
      <p:sp>
        <p:nvSpPr>
          <p:cNvPr id="4639" name="LigandSeek2_vs_LigandSeek1_ellipse_10153">
            <a:extLst>
              <a:ext uri="{FF2B5EF4-FFF2-40B4-BE49-F238E27FC236}">
                <a16:creationId xmlns:a16="http://schemas.microsoft.com/office/drawing/2014/main" id="{BC050B25-29E0-4859-B2BD-1609540DAC2F}"/>
              </a:ext>
            </a:extLst>
          </p:cNvPr>
          <p:cNvSpPr>
            <a:spLocks noGrp="1"/>
          </p:cNvSpPr>
          <p:nvPr/>
        </p:nvSpPr>
        <p:spPr>
          <a:xfrm>
            <a:off x="1101992" y="6388346"/>
            <a:ext cx="25400" cy="25400"/>
          </a:xfrm>
          <a:prstGeom prst="ellipse">
            <a:avLst/>
          </a:prstGeom>
          <a:solidFill>
            <a:srgbClr val="B08A60">
              <a:alpha val="43000"/>
            </a:srgbClr>
          </a:solidFill>
          <a:ln w="0">
            <a:noFill/>
            <a:prstDash val="solid"/>
          </a:ln>
        </p:spPr>
      </p:sp>
      <p:sp>
        <p:nvSpPr>
          <p:cNvPr id="4640" name="LigandSeek2_vs_LigandSeek1_ellipse_10154">
            <a:extLst>
              <a:ext uri="{FF2B5EF4-FFF2-40B4-BE49-F238E27FC236}">
                <a16:creationId xmlns:a16="http://schemas.microsoft.com/office/drawing/2014/main" id="{B421F013-0C37-4E1A-97A0-89A966AC147D}"/>
              </a:ext>
            </a:extLst>
          </p:cNvPr>
          <p:cNvSpPr>
            <a:spLocks noGrp="1"/>
          </p:cNvSpPr>
          <p:nvPr/>
        </p:nvSpPr>
        <p:spPr>
          <a:xfrm>
            <a:off x="1120686" y="5969123"/>
            <a:ext cx="25400" cy="25400"/>
          </a:xfrm>
          <a:prstGeom prst="ellipse">
            <a:avLst/>
          </a:prstGeom>
          <a:solidFill>
            <a:srgbClr val="B08A60">
              <a:alpha val="43000"/>
            </a:srgbClr>
          </a:solidFill>
          <a:ln w="0">
            <a:noFill/>
            <a:prstDash val="solid"/>
          </a:ln>
        </p:spPr>
      </p:sp>
      <p:sp>
        <p:nvSpPr>
          <p:cNvPr id="4641" name="LigandSeek2_vs_LigandSeek1_ellipse_10155">
            <a:extLst>
              <a:ext uri="{FF2B5EF4-FFF2-40B4-BE49-F238E27FC236}">
                <a16:creationId xmlns:a16="http://schemas.microsoft.com/office/drawing/2014/main" id="{A8A1F971-2A31-4DD6-918B-2FF5123CE284}"/>
              </a:ext>
            </a:extLst>
          </p:cNvPr>
          <p:cNvSpPr>
            <a:spLocks noGrp="1"/>
          </p:cNvSpPr>
          <p:nvPr/>
        </p:nvSpPr>
        <p:spPr>
          <a:xfrm>
            <a:off x="1065561" y="5626912"/>
            <a:ext cx="25400" cy="25400"/>
          </a:xfrm>
          <a:prstGeom prst="ellipse">
            <a:avLst/>
          </a:prstGeom>
          <a:solidFill>
            <a:srgbClr val="B08A60">
              <a:alpha val="43000"/>
            </a:srgbClr>
          </a:solidFill>
          <a:ln w="0">
            <a:noFill/>
            <a:prstDash val="solid"/>
          </a:ln>
        </p:spPr>
      </p:sp>
      <p:sp>
        <p:nvSpPr>
          <p:cNvPr id="4642" name="LigandSeek2_vs_LigandSeek1_ellipse_10156">
            <a:extLst>
              <a:ext uri="{FF2B5EF4-FFF2-40B4-BE49-F238E27FC236}">
                <a16:creationId xmlns:a16="http://schemas.microsoft.com/office/drawing/2014/main" id="{45EBA12F-3A1D-4AC8-ACB1-3DFF141578B8}"/>
              </a:ext>
            </a:extLst>
          </p:cNvPr>
          <p:cNvSpPr>
            <a:spLocks noGrp="1"/>
          </p:cNvSpPr>
          <p:nvPr/>
        </p:nvSpPr>
        <p:spPr>
          <a:xfrm>
            <a:off x="1207539" y="5588841"/>
            <a:ext cx="25400" cy="25400"/>
          </a:xfrm>
          <a:prstGeom prst="ellipse">
            <a:avLst/>
          </a:prstGeom>
          <a:solidFill>
            <a:srgbClr val="B08A60">
              <a:alpha val="43000"/>
            </a:srgbClr>
          </a:solidFill>
          <a:ln w="0">
            <a:noFill/>
            <a:prstDash val="solid"/>
          </a:ln>
        </p:spPr>
      </p:sp>
      <p:sp>
        <p:nvSpPr>
          <p:cNvPr id="4643" name="LigandSeek2_vs_LigandSeek1_ellipse_10157">
            <a:extLst>
              <a:ext uri="{FF2B5EF4-FFF2-40B4-BE49-F238E27FC236}">
                <a16:creationId xmlns:a16="http://schemas.microsoft.com/office/drawing/2014/main" id="{6313F799-F5B3-417E-9705-47EF5BC31DB9}"/>
              </a:ext>
            </a:extLst>
          </p:cNvPr>
          <p:cNvSpPr>
            <a:spLocks noGrp="1"/>
          </p:cNvSpPr>
          <p:nvPr/>
        </p:nvSpPr>
        <p:spPr>
          <a:xfrm>
            <a:off x="1093243" y="6388346"/>
            <a:ext cx="25400" cy="25400"/>
          </a:xfrm>
          <a:prstGeom prst="ellipse">
            <a:avLst/>
          </a:prstGeom>
          <a:solidFill>
            <a:srgbClr val="B08A60">
              <a:alpha val="43000"/>
            </a:srgbClr>
          </a:solidFill>
          <a:ln w="0">
            <a:noFill/>
            <a:prstDash val="solid"/>
          </a:ln>
        </p:spPr>
      </p:sp>
      <p:sp>
        <p:nvSpPr>
          <p:cNvPr id="4644" name="LigandSeek2_vs_LigandSeek1_ellipse_10158">
            <a:extLst>
              <a:ext uri="{FF2B5EF4-FFF2-40B4-BE49-F238E27FC236}">
                <a16:creationId xmlns:a16="http://schemas.microsoft.com/office/drawing/2014/main" id="{9CB9875D-8732-49F5-9683-2EF1E447921C}"/>
              </a:ext>
            </a:extLst>
          </p:cNvPr>
          <p:cNvSpPr>
            <a:spLocks noGrp="1"/>
          </p:cNvSpPr>
          <p:nvPr/>
        </p:nvSpPr>
        <p:spPr>
          <a:xfrm>
            <a:off x="1065175" y="6388346"/>
            <a:ext cx="25400" cy="25400"/>
          </a:xfrm>
          <a:prstGeom prst="ellipse">
            <a:avLst/>
          </a:prstGeom>
          <a:solidFill>
            <a:srgbClr val="B08A60">
              <a:alpha val="43000"/>
            </a:srgbClr>
          </a:solidFill>
          <a:ln w="0">
            <a:noFill/>
            <a:prstDash val="solid"/>
          </a:ln>
        </p:spPr>
      </p:sp>
      <p:sp>
        <p:nvSpPr>
          <p:cNvPr id="4645" name="LigandSeek2_vs_LigandSeek1_ellipse_10159">
            <a:extLst>
              <a:ext uri="{FF2B5EF4-FFF2-40B4-BE49-F238E27FC236}">
                <a16:creationId xmlns:a16="http://schemas.microsoft.com/office/drawing/2014/main" id="{F933C90E-1897-4364-BBEF-EEF2144D6755}"/>
              </a:ext>
            </a:extLst>
          </p:cNvPr>
          <p:cNvSpPr>
            <a:spLocks noGrp="1"/>
          </p:cNvSpPr>
          <p:nvPr/>
        </p:nvSpPr>
        <p:spPr>
          <a:xfrm>
            <a:off x="1060462" y="5626912"/>
            <a:ext cx="25400" cy="25400"/>
          </a:xfrm>
          <a:prstGeom prst="ellipse">
            <a:avLst/>
          </a:prstGeom>
          <a:solidFill>
            <a:srgbClr val="B08A60">
              <a:alpha val="43000"/>
            </a:srgbClr>
          </a:solidFill>
          <a:ln w="0">
            <a:noFill/>
            <a:prstDash val="solid"/>
          </a:ln>
        </p:spPr>
      </p:sp>
      <p:sp>
        <p:nvSpPr>
          <p:cNvPr id="4646" name="LigandSeek2_vs_LigandSeek1_ellipse_10160">
            <a:extLst>
              <a:ext uri="{FF2B5EF4-FFF2-40B4-BE49-F238E27FC236}">
                <a16:creationId xmlns:a16="http://schemas.microsoft.com/office/drawing/2014/main" id="{28399CB3-B0E4-42F7-BAEF-A5EDEDAE1931}"/>
              </a:ext>
            </a:extLst>
          </p:cNvPr>
          <p:cNvSpPr>
            <a:spLocks noGrp="1"/>
          </p:cNvSpPr>
          <p:nvPr/>
        </p:nvSpPr>
        <p:spPr>
          <a:xfrm>
            <a:off x="1154468" y="6388346"/>
            <a:ext cx="25400" cy="25400"/>
          </a:xfrm>
          <a:prstGeom prst="ellipse">
            <a:avLst/>
          </a:prstGeom>
          <a:solidFill>
            <a:srgbClr val="B08A60">
              <a:alpha val="43000"/>
            </a:srgbClr>
          </a:solidFill>
          <a:ln w="0">
            <a:noFill/>
            <a:prstDash val="solid"/>
          </a:ln>
        </p:spPr>
      </p:sp>
      <p:sp>
        <p:nvSpPr>
          <p:cNvPr id="4647" name="LigandSeek2_vs_LigandSeek1_ellipse_10161">
            <a:extLst>
              <a:ext uri="{FF2B5EF4-FFF2-40B4-BE49-F238E27FC236}">
                <a16:creationId xmlns:a16="http://schemas.microsoft.com/office/drawing/2014/main" id="{0452C286-2039-4960-AC3B-FB151DA952E0}"/>
              </a:ext>
            </a:extLst>
          </p:cNvPr>
          <p:cNvSpPr>
            <a:spLocks noGrp="1"/>
          </p:cNvSpPr>
          <p:nvPr/>
        </p:nvSpPr>
        <p:spPr>
          <a:xfrm>
            <a:off x="1172234" y="5246195"/>
            <a:ext cx="25400" cy="25400"/>
          </a:xfrm>
          <a:prstGeom prst="ellipse">
            <a:avLst/>
          </a:prstGeom>
          <a:solidFill>
            <a:srgbClr val="B08A60">
              <a:alpha val="43000"/>
            </a:srgbClr>
          </a:solidFill>
          <a:ln w="0">
            <a:noFill/>
            <a:prstDash val="solid"/>
          </a:ln>
        </p:spPr>
      </p:sp>
      <p:sp>
        <p:nvSpPr>
          <p:cNvPr id="4648" name="LigandSeek2_vs_LigandSeek1_ellipse_10162">
            <a:extLst>
              <a:ext uri="{FF2B5EF4-FFF2-40B4-BE49-F238E27FC236}">
                <a16:creationId xmlns:a16="http://schemas.microsoft.com/office/drawing/2014/main" id="{798E7253-753B-4BF8-B348-5E4B819F602D}"/>
              </a:ext>
            </a:extLst>
          </p:cNvPr>
          <p:cNvSpPr>
            <a:spLocks noGrp="1"/>
          </p:cNvSpPr>
          <p:nvPr/>
        </p:nvSpPr>
        <p:spPr>
          <a:xfrm>
            <a:off x="1137616" y="5246195"/>
            <a:ext cx="25400" cy="25400"/>
          </a:xfrm>
          <a:prstGeom prst="ellipse">
            <a:avLst/>
          </a:prstGeom>
          <a:solidFill>
            <a:srgbClr val="B08A60">
              <a:alpha val="43000"/>
            </a:srgbClr>
          </a:solidFill>
          <a:ln w="0">
            <a:noFill/>
            <a:prstDash val="solid"/>
          </a:ln>
        </p:spPr>
      </p:sp>
      <p:sp>
        <p:nvSpPr>
          <p:cNvPr id="4649" name="LigandSeek2_vs_LigandSeek1_ellipse_10163">
            <a:extLst>
              <a:ext uri="{FF2B5EF4-FFF2-40B4-BE49-F238E27FC236}">
                <a16:creationId xmlns:a16="http://schemas.microsoft.com/office/drawing/2014/main" id="{8A50F9C5-E56E-4870-9309-8055E87A7265}"/>
              </a:ext>
            </a:extLst>
          </p:cNvPr>
          <p:cNvSpPr>
            <a:spLocks noGrp="1"/>
          </p:cNvSpPr>
          <p:nvPr/>
        </p:nvSpPr>
        <p:spPr>
          <a:xfrm>
            <a:off x="1165438" y="5817271"/>
            <a:ext cx="25400" cy="25400"/>
          </a:xfrm>
          <a:prstGeom prst="ellipse">
            <a:avLst/>
          </a:prstGeom>
          <a:solidFill>
            <a:srgbClr val="B08A60">
              <a:alpha val="43000"/>
            </a:srgbClr>
          </a:solidFill>
          <a:ln w="0">
            <a:noFill/>
            <a:prstDash val="solid"/>
          </a:ln>
        </p:spPr>
      </p:sp>
      <p:sp>
        <p:nvSpPr>
          <p:cNvPr id="4650" name="LigandSeek2_vs_LigandSeek1_ellipse_10164">
            <a:extLst>
              <a:ext uri="{FF2B5EF4-FFF2-40B4-BE49-F238E27FC236}">
                <a16:creationId xmlns:a16="http://schemas.microsoft.com/office/drawing/2014/main" id="{F93DAD24-7857-4430-B5C0-F16FBBC3D68B}"/>
              </a:ext>
            </a:extLst>
          </p:cNvPr>
          <p:cNvSpPr>
            <a:spLocks noGrp="1"/>
          </p:cNvSpPr>
          <p:nvPr/>
        </p:nvSpPr>
        <p:spPr>
          <a:xfrm>
            <a:off x="1074565" y="6159916"/>
            <a:ext cx="25400" cy="25400"/>
          </a:xfrm>
          <a:prstGeom prst="ellipse">
            <a:avLst/>
          </a:prstGeom>
          <a:solidFill>
            <a:srgbClr val="B08A60">
              <a:alpha val="43000"/>
            </a:srgbClr>
          </a:solidFill>
          <a:ln w="0">
            <a:noFill/>
            <a:prstDash val="solid"/>
          </a:ln>
        </p:spPr>
      </p:sp>
      <p:sp>
        <p:nvSpPr>
          <p:cNvPr id="4651" name="LigandSeek2_vs_LigandSeek1_ellipse_10165">
            <a:extLst>
              <a:ext uri="{FF2B5EF4-FFF2-40B4-BE49-F238E27FC236}">
                <a16:creationId xmlns:a16="http://schemas.microsoft.com/office/drawing/2014/main" id="{E1658FC8-3FE8-461A-9FCD-BAD875D1F8CA}"/>
              </a:ext>
            </a:extLst>
          </p:cNvPr>
          <p:cNvSpPr>
            <a:spLocks noGrp="1"/>
          </p:cNvSpPr>
          <p:nvPr/>
        </p:nvSpPr>
        <p:spPr>
          <a:xfrm>
            <a:off x="1119661" y="5531733"/>
            <a:ext cx="25400" cy="25400"/>
          </a:xfrm>
          <a:prstGeom prst="ellipse">
            <a:avLst/>
          </a:prstGeom>
          <a:solidFill>
            <a:srgbClr val="B08A60">
              <a:alpha val="43000"/>
            </a:srgbClr>
          </a:solidFill>
          <a:ln w="0">
            <a:noFill/>
            <a:prstDash val="solid"/>
          </a:ln>
        </p:spPr>
      </p:sp>
      <p:sp>
        <p:nvSpPr>
          <p:cNvPr id="4652" name="LigandSeek2_vs_LigandSeek1_ellipse_10166">
            <a:extLst>
              <a:ext uri="{FF2B5EF4-FFF2-40B4-BE49-F238E27FC236}">
                <a16:creationId xmlns:a16="http://schemas.microsoft.com/office/drawing/2014/main" id="{8B406ECE-9721-426B-AD36-B58514B91D62}"/>
              </a:ext>
            </a:extLst>
          </p:cNvPr>
          <p:cNvSpPr>
            <a:spLocks noGrp="1"/>
          </p:cNvSpPr>
          <p:nvPr/>
        </p:nvSpPr>
        <p:spPr>
          <a:xfrm>
            <a:off x="1088529" y="5531733"/>
            <a:ext cx="25400" cy="25400"/>
          </a:xfrm>
          <a:prstGeom prst="ellipse">
            <a:avLst/>
          </a:prstGeom>
          <a:solidFill>
            <a:srgbClr val="B08A60">
              <a:alpha val="43000"/>
            </a:srgbClr>
          </a:solidFill>
          <a:ln w="0">
            <a:noFill/>
            <a:prstDash val="solid"/>
          </a:ln>
        </p:spPr>
      </p:sp>
      <p:sp>
        <p:nvSpPr>
          <p:cNvPr id="4653" name="LigandSeek2_vs_LigandSeek1_ellipse_10167">
            <a:extLst>
              <a:ext uri="{FF2B5EF4-FFF2-40B4-BE49-F238E27FC236}">
                <a16:creationId xmlns:a16="http://schemas.microsoft.com/office/drawing/2014/main" id="{7C439968-EE4F-4295-B543-25DEBD004179}"/>
              </a:ext>
            </a:extLst>
          </p:cNvPr>
          <p:cNvSpPr>
            <a:spLocks noGrp="1"/>
          </p:cNvSpPr>
          <p:nvPr/>
        </p:nvSpPr>
        <p:spPr>
          <a:xfrm>
            <a:off x="1165379" y="5931486"/>
            <a:ext cx="25400" cy="25400"/>
          </a:xfrm>
          <a:prstGeom prst="ellipse">
            <a:avLst/>
          </a:prstGeom>
          <a:solidFill>
            <a:srgbClr val="B08A60">
              <a:alpha val="43000"/>
            </a:srgbClr>
          </a:solidFill>
          <a:ln w="0">
            <a:noFill/>
            <a:prstDash val="solid"/>
          </a:ln>
        </p:spPr>
      </p:sp>
      <p:sp>
        <p:nvSpPr>
          <p:cNvPr id="4654" name="LigandSeek2_vs_LigandSeek1_ellipse_10168">
            <a:extLst>
              <a:ext uri="{FF2B5EF4-FFF2-40B4-BE49-F238E27FC236}">
                <a16:creationId xmlns:a16="http://schemas.microsoft.com/office/drawing/2014/main" id="{A1247E48-DA01-43E9-921D-4C1EF1BD40BE}"/>
              </a:ext>
            </a:extLst>
          </p:cNvPr>
          <p:cNvSpPr>
            <a:spLocks noGrp="1"/>
          </p:cNvSpPr>
          <p:nvPr/>
        </p:nvSpPr>
        <p:spPr>
          <a:xfrm>
            <a:off x="1171614" y="5817271"/>
            <a:ext cx="25400" cy="25400"/>
          </a:xfrm>
          <a:prstGeom prst="ellipse">
            <a:avLst/>
          </a:prstGeom>
          <a:solidFill>
            <a:srgbClr val="B08A60">
              <a:alpha val="43000"/>
            </a:srgbClr>
          </a:solidFill>
          <a:ln w="0">
            <a:noFill/>
            <a:prstDash val="solid"/>
          </a:ln>
        </p:spPr>
      </p:sp>
      <p:sp>
        <p:nvSpPr>
          <p:cNvPr id="4655" name="LigandSeek2_vs_LigandSeek1_ellipse_10169">
            <a:extLst>
              <a:ext uri="{FF2B5EF4-FFF2-40B4-BE49-F238E27FC236}">
                <a16:creationId xmlns:a16="http://schemas.microsoft.com/office/drawing/2014/main" id="{048088BD-AE84-452E-AEA0-C0874E6CE6BC}"/>
              </a:ext>
            </a:extLst>
          </p:cNvPr>
          <p:cNvSpPr>
            <a:spLocks noGrp="1"/>
          </p:cNvSpPr>
          <p:nvPr/>
        </p:nvSpPr>
        <p:spPr>
          <a:xfrm>
            <a:off x="1095840" y="5531733"/>
            <a:ext cx="25400" cy="25400"/>
          </a:xfrm>
          <a:prstGeom prst="ellipse">
            <a:avLst/>
          </a:prstGeom>
          <a:solidFill>
            <a:srgbClr val="B08A60">
              <a:alpha val="43000"/>
            </a:srgbClr>
          </a:solidFill>
          <a:ln w="0">
            <a:noFill/>
            <a:prstDash val="solid"/>
          </a:ln>
        </p:spPr>
      </p:sp>
      <p:sp>
        <p:nvSpPr>
          <p:cNvPr id="4656" name="LigandSeek2_vs_LigandSeek1_ellipse_10170">
            <a:extLst>
              <a:ext uri="{FF2B5EF4-FFF2-40B4-BE49-F238E27FC236}">
                <a16:creationId xmlns:a16="http://schemas.microsoft.com/office/drawing/2014/main" id="{1F2ADFF5-7F4C-4830-AF3E-6BA6C7B39C8D}"/>
              </a:ext>
            </a:extLst>
          </p:cNvPr>
          <p:cNvSpPr>
            <a:spLocks noGrp="1"/>
          </p:cNvSpPr>
          <p:nvPr/>
        </p:nvSpPr>
        <p:spPr>
          <a:xfrm>
            <a:off x="1048325" y="5246195"/>
            <a:ext cx="25400" cy="25400"/>
          </a:xfrm>
          <a:prstGeom prst="ellipse">
            <a:avLst/>
          </a:prstGeom>
          <a:solidFill>
            <a:srgbClr val="B08A60">
              <a:alpha val="43000"/>
            </a:srgbClr>
          </a:solidFill>
          <a:ln w="0">
            <a:noFill/>
            <a:prstDash val="solid"/>
          </a:ln>
        </p:spPr>
      </p:sp>
      <p:sp>
        <p:nvSpPr>
          <p:cNvPr id="4657" name="LigandSeek2_vs_LigandSeek1_ellipse_10171">
            <a:extLst>
              <a:ext uri="{FF2B5EF4-FFF2-40B4-BE49-F238E27FC236}">
                <a16:creationId xmlns:a16="http://schemas.microsoft.com/office/drawing/2014/main" id="{1EEA2772-CF12-42FA-BEEC-98656F764C68}"/>
              </a:ext>
            </a:extLst>
          </p:cNvPr>
          <p:cNvSpPr>
            <a:spLocks noGrp="1"/>
          </p:cNvSpPr>
          <p:nvPr/>
        </p:nvSpPr>
        <p:spPr>
          <a:xfrm>
            <a:off x="1120297" y="6388346"/>
            <a:ext cx="25400" cy="25400"/>
          </a:xfrm>
          <a:prstGeom prst="ellipse">
            <a:avLst/>
          </a:prstGeom>
          <a:solidFill>
            <a:srgbClr val="B08A60">
              <a:alpha val="43000"/>
            </a:srgbClr>
          </a:solidFill>
          <a:ln w="0">
            <a:noFill/>
            <a:prstDash val="solid"/>
          </a:ln>
        </p:spPr>
      </p:sp>
      <p:sp>
        <p:nvSpPr>
          <p:cNvPr id="4658" name="LigandSeek2_vs_LigandSeek1_ellipse_10172">
            <a:extLst>
              <a:ext uri="{FF2B5EF4-FFF2-40B4-BE49-F238E27FC236}">
                <a16:creationId xmlns:a16="http://schemas.microsoft.com/office/drawing/2014/main" id="{D241B134-F66E-4792-9058-CA265B3646CF}"/>
              </a:ext>
            </a:extLst>
          </p:cNvPr>
          <p:cNvSpPr>
            <a:spLocks noGrp="1"/>
          </p:cNvSpPr>
          <p:nvPr/>
        </p:nvSpPr>
        <p:spPr>
          <a:xfrm>
            <a:off x="1064805" y="5817271"/>
            <a:ext cx="25400" cy="25400"/>
          </a:xfrm>
          <a:prstGeom prst="ellipse">
            <a:avLst/>
          </a:prstGeom>
          <a:solidFill>
            <a:srgbClr val="B08A60">
              <a:alpha val="43000"/>
            </a:srgbClr>
          </a:solidFill>
          <a:ln w="0">
            <a:noFill/>
            <a:prstDash val="solid"/>
          </a:ln>
        </p:spPr>
      </p:sp>
      <p:sp>
        <p:nvSpPr>
          <p:cNvPr id="4659" name="LigandSeek2_vs_LigandSeek1_ellipse_10173">
            <a:extLst>
              <a:ext uri="{FF2B5EF4-FFF2-40B4-BE49-F238E27FC236}">
                <a16:creationId xmlns:a16="http://schemas.microsoft.com/office/drawing/2014/main" id="{4FCA5CBB-29C8-4B7B-BC8D-4A6E630A9B90}"/>
              </a:ext>
            </a:extLst>
          </p:cNvPr>
          <p:cNvSpPr>
            <a:spLocks noGrp="1"/>
          </p:cNvSpPr>
          <p:nvPr/>
        </p:nvSpPr>
        <p:spPr>
          <a:xfrm>
            <a:off x="1157497" y="5246195"/>
            <a:ext cx="25400" cy="25400"/>
          </a:xfrm>
          <a:prstGeom prst="ellipse">
            <a:avLst/>
          </a:prstGeom>
          <a:solidFill>
            <a:srgbClr val="B08A60">
              <a:alpha val="43000"/>
            </a:srgbClr>
          </a:solidFill>
          <a:ln w="0">
            <a:noFill/>
            <a:prstDash val="solid"/>
          </a:ln>
        </p:spPr>
      </p:sp>
      <p:sp>
        <p:nvSpPr>
          <p:cNvPr id="4660" name="LigandSeek2_vs_LigandSeek1_ellipse_10174">
            <a:extLst>
              <a:ext uri="{FF2B5EF4-FFF2-40B4-BE49-F238E27FC236}">
                <a16:creationId xmlns:a16="http://schemas.microsoft.com/office/drawing/2014/main" id="{B81A9311-3C60-4900-9338-DDACB805F5C8}"/>
              </a:ext>
            </a:extLst>
          </p:cNvPr>
          <p:cNvSpPr>
            <a:spLocks noGrp="1"/>
          </p:cNvSpPr>
          <p:nvPr/>
        </p:nvSpPr>
        <p:spPr>
          <a:xfrm>
            <a:off x="1148370" y="6388346"/>
            <a:ext cx="25400" cy="25400"/>
          </a:xfrm>
          <a:prstGeom prst="ellipse">
            <a:avLst/>
          </a:prstGeom>
          <a:solidFill>
            <a:srgbClr val="B08A60">
              <a:alpha val="43000"/>
            </a:srgbClr>
          </a:solidFill>
          <a:ln w="0">
            <a:noFill/>
            <a:prstDash val="solid"/>
          </a:ln>
        </p:spPr>
      </p:sp>
      <p:sp>
        <p:nvSpPr>
          <p:cNvPr id="4661" name="LigandSeek2_vs_LigandSeek1_ellipse_10175">
            <a:extLst>
              <a:ext uri="{FF2B5EF4-FFF2-40B4-BE49-F238E27FC236}">
                <a16:creationId xmlns:a16="http://schemas.microsoft.com/office/drawing/2014/main" id="{F6C2A9A9-B1DA-465F-916A-D56CA9A629E8}"/>
              </a:ext>
            </a:extLst>
          </p:cNvPr>
          <p:cNvSpPr>
            <a:spLocks noGrp="1"/>
          </p:cNvSpPr>
          <p:nvPr/>
        </p:nvSpPr>
        <p:spPr>
          <a:xfrm>
            <a:off x="1108554" y="5985234"/>
            <a:ext cx="25400" cy="25400"/>
          </a:xfrm>
          <a:prstGeom prst="ellipse">
            <a:avLst/>
          </a:prstGeom>
          <a:solidFill>
            <a:srgbClr val="B08A60">
              <a:alpha val="43000"/>
            </a:srgbClr>
          </a:solidFill>
          <a:ln w="0">
            <a:noFill/>
            <a:prstDash val="solid"/>
          </a:ln>
        </p:spPr>
      </p:sp>
      <p:sp>
        <p:nvSpPr>
          <p:cNvPr id="4662" name="LigandSeek2_vs_LigandSeek1_ellipse_10176">
            <a:extLst>
              <a:ext uri="{FF2B5EF4-FFF2-40B4-BE49-F238E27FC236}">
                <a16:creationId xmlns:a16="http://schemas.microsoft.com/office/drawing/2014/main" id="{1BCF3607-2482-4A70-874A-60B6335767B1}"/>
              </a:ext>
            </a:extLst>
          </p:cNvPr>
          <p:cNvSpPr>
            <a:spLocks noGrp="1"/>
          </p:cNvSpPr>
          <p:nvPr/>
        </p:nvSpPr>
        <p:spPr>
          <a:xfrm>
            <a:off x="1175275" y="6388346"/>
            <a:ext cx="25400" cy="25400"/>
          </a:xfrm>
          <a:prstGeom prst="ellipse">
            <a:avLst/>
          </a:prstGeom>
          <a:solidFill>
            <a:srgbClr val="B08A60">
              <a:alpha val="43000"/>
            </a:srgbClr>
          </a:solidFill>
          <a:ln w="0">
            <a:noFill/>
            <a:prstDash val="solid"/>
          </a:ln>
        </p:spPr>
      </p:sp>
      <p:sp>
        <p:nvSpPr>
          <p:cNvPr id="4663" name="LigandSeek2_vs_LigandSeek1_ellipse_10177">
            <a:extLst>
              <a:ext uri="{FF2B5EF4-FFF2-40B4-BE49-F238E27FC236}">
                <a16:creationId xmlns:a16="http://schemas.microsoft.com/office/drawing/2014/main" id="{A61E54E8-A257-476E-BC77-E546AB62CFE6}"/>
              </a:ext>
            </a:extLst>
          </p:cNvPr>
          <p:cNvSpPr>
            <a:spLocks noGrp="1"/>
          </p:cNvSpPr>
          <p:nvPr/>
        </p:nvSpPr>
        <p:spPr>
          <a:xfrm>
            <a:off x="1054828" y="5246195"/>
            <a:ext cx="25400" cy="25400"/>
          </a:xfrm>
          <a:prstGeom prst="ellipse">
            <a:avLst/>
          </a:prstGeom>
          <a:solidFill>
            <a:srgbClr val="B08A60">
              <a:alpha val="43000"/>
            </a:srgbClr>
          </a:solidFill>
          <a:ln w="0">
            <a:noFill/>
            <a:prstDash val="solid"/>
          </a:ln>
        </p:spPr>
      </p:sp>
      <p:sp>
        <p:nvSpPr>
          <p:cNvPr id="4664" name="LigandSeek2_vs_LigandSeek1_ellipse_10178">
            <a:extLst>
              <a:ext uri="{FF2B5EF4-FFF2-40B4-BE49-F238E27FC236}">
                <a16:creationId xmlns:a16="http://schemas.microsoft.com/office/drawing/2014/main" id="{35299383-0044-4641-A739-D4F020D30445}"/>
              </a:ext>
            </a:extLst>
          </p:cNvPr>
          <p:cNvSpPr>
            <a:spLocks noGrp="1"/>
          </p:cNvSpPr>
          <p:nvPr/>
        </p:nvSpPr>
        <p:spPr>
          <a:xfrm>
            <a:off x="1097212" y="5931486"/>
            <a:ext cx="25400" cy="25400"/>
          </a:xfrm>
          <a:prstGeom prst="ellipse">
            <a:avLst/>
          </a:prstGeom>
          <a:solidFill>
            <a:srgbClr val="B08A60">
              <a:alpha val="43000"/>
            </a:srgbClr>
          </a:solidFill>
          <a:ln w="0">
            <a:noFill/>
            <a:prstDash val="solid"/>
          </a:ln>
        </p:spPr>
      </p:sp>
      <p:sp>
        <p:nvSpPr>
          <p:cNvPr id="4665" name="LigandSeek2_vs_LigandSeek1_ellipse_10179">
            <a:extLst>
              <a:ext uri="{FF2B5EF4-FFF2-40B4-BE49-F238E27FC236}">
                <a16:creationId xmlns:a16="http://schemas.microsoft.com/office/drawing/2014/main" id="{A93175CE-D8A0-4A48-9C8C-ADE8712B1C6D}"/>
              </a:ext>
            </a:extLst>
          </p:cNvPr>
          <p:cNvSpPr>
            <a:spLocks noGrp="1"/>
          </p:cNvSpPr>
          <p:nvPr/>
        </p:nvSpPr>
        <p:spPr>
          <a:xfrm>
            <a:off x="1137235" y="5606875"/>
            <a:ext cx="25400" cy="25400"/>
          </a:xfrm>
          <a:prstGeom prst="ellipse">
            <a:avLst/>
          </a:prstGeom>
          <a:solidFill>
            <a:srgbClr val="B08A60">
              <a:alpha val="43000"/>
            </a:srgbClr>
          </a:solidFill>
          <a:ln w="0">
            <a:noFill/>
            <a:prstDash val="solid"/>
          </a:ln>
        </p:spPr>
      </p:sp>
      <p:sp>
        <p:nvSpPr>
          <p:cNvPr id="4666" name="LigandSeek2_vs_LigandSeek1_ellipse_10180">
            <a:extLst>
              <a:ext uri="{FF2B5EF4-FFF2-40B4-BE49-F238E27FC236}">
                <a16:creationId xmlns:a16="http://schemas.microsoft.com/office/drawing/2014/main" id="{8DC6370F-3597-42A0-9072-C874F2DE2A35}"/>
              </a:ext>
            </a:extLst>
          </p:cNvPr>
          <p:cNvSpPr>
            <a:spLocks noGrp="1"/>
          </p:cNvSpPr>
          <p:nvPr/>
        </p:nvSpPr>
        <p:spPr>
          <a:xfrm>
            <a:off x="1108250" y="6388346"/>
            <a:ext cx="25400" cy="25400"/>
          </a:xfrm>
          <a:prstGeom prst="ellipse">
            <a:avLst/>
          </a:prstGeom>
          <a:solidFill>
            <a:srgbClr val="B08A60">
              <a:alpha val="43000"/>
            </a:srgbClr>
          </a:solidFill>
          <a:ln w="0">
            <a:noFill/>
            <a:prstDash val="solid"/>
          </a:ln>
        </p:spPr>
      </p:sp>
      <p:sp>
        <p:nvSpPr>
          <p:cNvPr id="4667" name="LigandSeek2_vs_LigandSeek1_ellipse_10181">
            <a:extLst>
              <a:ext uri="{FF2B5EF4-FFF2-40B4-BE49-F238E27FC236}">
                <a16:creationId xmlns:a16="http://schemas.microsoft.com/office/drawing/2014/main" id="{4E373F53-47B3-480B-9585-06D9858ED713}"/>
              </a:ext>
            </a:extLst>
          </p:cNvPr>
          <p:cNvSpPr>
            <a:spLocks noGrp="1"/>
          </p:cNvSpPr>
          <p:nvPr/>
        </p:nvSpPr>
        <p:spPr>
          <a:xfrm>
            <a:off x="1199959" y="5409360"/>
            <a:ext cx="25400" cy="25400"/>
          </a:xfrm>
          <a:prstGeom prst="ellipse">
            <a:avLst/>
          </a:prstGeom>
          <a:solidFill>
            <a:srgbClr val="B08A60">
              <a:alpha val="43000"/>
            </a:srgbClr>
          </a:solidFill>
          <a:ln w="0">
            <a:noFill/>
            <a:prstDash val="solid"/>
          </a:ln>
        </p:spPr>
      </p:sp>
      <p:sp>
        <p:nvSpPr>
          <p:cNvPr id="4668" name="LigandSeek2_vs_LigandSeek1_ellipse_10182">
            <a:extLst>
              <a:ext uri="{FF2B5EF4-FFF2-40B4-BE49-F238E27FC236}">
                <a16:creationId xmlns:a16="http://schemas.microsoft.com/office/drawing/2014/main" id="{6A3E8291-CE72-4407-957B-EDDF4BADDE01}"/>
              </a:ext>
            </a:extLst>
          </p:cNvPr>
          <p:cNvSpPr>
            <a:spLocks noGrp="1"/>
          </p:cNvSpPr>
          <p:nvPr/>
        </p:nvSpPr>
        <p:spPr>
          <a:xfrm>
            <a:off x="1115608" y="5693124"/>
            <a:ext cx="25400" cy="25400"/>
          </a:xfrm>
          <a:prstGeom prst="ellipse">
            <a:avLst/>
          </a:prstGeom>
          <a:solidFill>
            <a:srgbClr val="B08A60">
              <a:alpha val="43000"/>
            </a:srgbClr>
          </a:solidFill>
          <a:ln w="0">
            <a:noFill/>
            <a:prstDash val="solid"/>
          </a:ln>
        </p:spPr>
      </p:sp>
      <p:sp>
        <p:nvSpPr>
          <p:cNvPr id="4669" name="LigandSeek2_vs_LigandSeek1_ellipse_10183">
            <a:extLst>
              <a:ext uri="{FF2B5EF4-FFF2-40B4-BE49-F238E27FC236}">
                <a16:creationId xmlns:a16="http://schemas.microsoft.com/office/drawing/2014/main" id="{23D0B664-31C9-4149-88FE-FE072773F61D}"/>
              </a:ext>
            </a:extLst>
          </p:cNvPr>
          <p:cNvSpPr>
            <a:spLocks noGrp="1"/>
          </p:cNvSpPr>
          <p:nvPr/>
        </p:nvSpPr>
        <p:spPr>
          <a:xfrm>
            <a:off x="1077921" y="5817271"/>
            <a:ext cx="25400" cy="25400"/>
          </a:xfrm>
          <a:prstGeom prst="ellipse">
            <a:avLst/>
          </a:prstGeom>
          <a:solidFill>
            <a:srgbClr val="B08A60">
              <a:alpha val="43000"/>
            </a:srgbClr>
          </a:solidFill>
          <a:ln w="0">
            <a:noFill/>
            <a:prstDash val="solid"/>
          </a:ln>
        </p:spPr>
      </p:sp>
      <p:sp>
        <p:nvSpPr>
          <p:cNvPr id="4670" name="LigandSeek2_vs_LigandSeek1_ellipse_10184">
            <a:extLst>
              <a:ext uri="{FF2B5EF4-FFF2-40B4-BE49-F238E27FC236}">
                <a16:creationId xmlns:a16="http://schemas.microsoft.com/office/drawing/2014/main" id="{455BFC65-DBD1-46F7-A350-5CD187F0AFC8}"/>
              </a:ext>
            </a:extLst>
          </p:cNvPr>
          <p:cNvSpPr>
            <a:spLocks noGrp="1"/>
          </p:cNvSpPr>
          <p:nvPr/>
        </p:nvSpPr>
        <p:spPr>
          <a:xfrm>
            <a:off x="1153682" y="5436554"/>
            <a:ext cx="25400" cy="25400"/>
          </a:xfrm>
          <a:prstGeom prst="ellipse">
            <a:avLst/>
          </a:prstGeom>
          <a:solidFill>
            <a:srgbClr val="B08A60">
              <a:alpha val="43000"/>
            </a:srgbClr>
          </a:solidFill>
          <a:ln w="0">
            <a:noFill/>
            <a:prstDash val="solid"/>
          </a:ln>
        </p:spPr>
      </p:sp>
      <p:sp>
        <p:nvSpPr>
          <p:cNvPr id="4671" name="LigandSeek2_vs_LigandSeek1_ellipse_10185">
            <a:extLst>
              <a:ext uri="{FF2B5EF4-FFF2-40B4-BE49-F238E27FC236}">
                <a16:creationId xmlns:a16="http://schemas.microsoft.com/office/drawing/2014/main" id="{8B5C1778-1BFF-42C1-AC52-822C5C8A7D4B}"/>
              </a:ext>
            </a:extLst>
          </p:cNvPr>
          <p:cNvSpPr>
            <a:spLocks noGrp="1"/>
          </p:cNvSpPr>
          <p:nvPr/>
        </p:nvSpPr>
        <p:spPr>
          <a:xfrm>
            <a:off x="1182457" y="6388346"/>
            <a:ext cx="25400" cy="25400"/>
          </a:xfrm>
          <a:prstGeom prst="ellipse">
            <a:avLst/>
          </a:prstGeom>
          <a:solidFill>
            <a:srgbClr val="B08A60">
              <a:alpha val="43000"/>
            </a:srgbClr>
          </a:solidFill>
          <a:ln w="0">
            <a:noFill/>
            <a:prstDash val="solid"/>
          </a:ln>
        </p:spPr>
      </p:sp>
      <p:sp>
        <p:nvSpPr>
          <p:cNvPr id="4672" name="LigandSeek2_vs_LigandSeek1_ellipse_10186">
            <a:extLst>
              <a:ext uri="{FF2B5EF4-FFF2-40B4-BE49-F238E27FC236}">
                <a16:creationId xmlns:a16="http://schemas.microsoft.com/office/drawing/2014/main" id="{1A42277E-013E-409F-B8FA-7700ACB34869}"/>
              </a:ext>
            </a:extLst>
          </p:cNvPr>
          <p:cNvSpPr>
            <a:spLocks noGrp="1"/>
          </p:cNvSpPr>
          <p:nvPr/>
        </p:nvSpPr>
        <p:spPr>
          <a:xfrm>
            <a:off x="1122402" y="5722092"/>
            <a:ext cx="25400" cy="25400"/>
          </a:xfrm>
          <a:prstGeom prst="ellipse">
            <a:avLst/>
          </a:prstGeom>
          <a:solidFill>
            <a:srgbClr val="B08A60">
              <a:alpha val="43000"/>
            </a:srgbClr>
          </a:solidFill>
          <a:ln w="0">
            <a:noFill/>
            <a:prstDash val="solid"/>
          </a:ln>
        </p:spPr>
      </p:sp>
      <p:sp>
        <p:nvSpPr>
          <p:cNvPr id="4673" name="LigandSeek2_vs_LigandSeek1_ellipse_10187">
            <a:extLst>
              <a:ext uri="{FF2B5EF4-FFF2-40B4-BE49-F238E27FC236}">
                <a16:creationId xmlns:a16="http://schemas.microsoft.com/office/drawing/2014/main" id="{06EA7884-AE09-4326-BE8E-4E30E0AE5EB3}"/>
              </a:ext>
            </a:extLst>
          </p:cNvPr>
          <p:cNvSpPr>
            <a:spLocks noGrp="1"/>
          </p:cNvSpPr>
          <p:nvPr/>
        </p:nvSpPr>
        <p:spPr>
          <a:xfrm>
            <a:off x="1197353" y="5626912"/>
            <a:ext cx="25400" cy="25400"/>
          </a:xfrm>
          <a:prstGeom prst="ellipse">
            <a:avLst/>
          </a:prstGeom>
          <a:solidFill>
            <a:srgbClr val="B08A60">
              <a:alpha val="43000"/>
            </a:srgbClr>
          </a:solidFill>
          <a:ln w="0">
            <a:noFill/>
            <a:prstDash val="solid"/>
          </a:ln>
        </p:spPr>
      </p:sp>
      <p:sp>
        <p:nvSpPr>
          <p:cNvPr id="4674" name="LigandSeek2_vs_LigandSeek1_ellipse_10188">
            <a:extLst>
              <a:ext uri="{FF2B5EF4-FFF2-40B4-BE49-F238E27FC236}">
                <a16:creationId xmlns:a16="http://schemas.microsoft.com/office/drawing/2014/main" id="{E6DD25FD-5B90-4EBB-A9EB-357F66BD85E6}"/>
              </a:ext>
            </a:extLst>
          </p:cNvPr>
          <p:cNvSpPr>
            <a:spLocks noGrp="1"/>
          </p:cNvSpPr>
          <p:nvPr/>
        </p:nvSpPr>
        <p:spPr>
          <a:xfrm>
            <a:off x="1118012" y="5817271"/>
            <a:ext cx="25400" cy="25400"/>
          </a:xfrm>
          <a:prstGeom prst="ellipse">
            <a:avLst/>
          </a:prstGeom>
          <a:solidFill>
            <a:srgbClr val="B08A60">
              <a:alpha val="43000"/>
            </a:srgbClr>
          </a:solidFill>
          <a:ln w="0">
            <a:noFill/>
            <a:prstDash val="solid"/>
          </a:ln>
        </p:spPr>
      </p:sp>
      <p:sp>
        <p:nvSpPr>
          <p:cNvPr id="4675" name="LigandSeek2_vs_LigandSeek1_ellipse_10189">
            <a:extLst>
              <a:ext uri="{FF2B5EF4-FFF2-40B4-BE49-F238E27FC236}">
                <a16:creationId xmlns:a16="http://schemas.microsoft.com/office/drawing/2014/main" id="{BE4E73E7-8C3D-40F6-A375-54AE749B09E9}"/>
              </a:ext>
            </a:extLst>
          </p:cNvPr>
          <p:cNvSpPr>
            <a:spLocks noGrp="1"/>
          </p:cNvSpPr>
          <p:nvPr/>
        </p:nvSpPr>
        <p:spPr>
          <a:xfrm>
            <a:off x="1096997" y="5931486"/>
            <a:ext cx="25400" cy="25400"/>
          </a:xfrm>
          <a:prstGeom prst="ellipse">
            <a:avLst/>
          </a:prstGeom>
          <a:solidFill>
            <a:srgbClr val="B08A60">
              <a:alpha val="43000"/>
            </a:srgbClr>
          </a:solidFill>
          <a:ln w="0">
            <a:noFill/>
            <a:prstDash val="solid"/>
          </a:ln>
        </p:spPr>
      </p:sp>
      <p:sp>
        <p:nvSpPr>
          <p:cNvPr id="4676" name="LigandSeek2_vs_LigandSeek1_ellipse_10190">
            <a:extLst>
              <a:ext uri="{FF2B5EF4-FFF2-40B4-BE49-F238E27FC236}">
                <a16:creationId xmlns:a16="http://schemas.microsoft.com/office/drawing/2014/main" id="{ED8682F1-E74E-4F80-9511-AA2ED709FF15}"/>
              </a:ext>
            </a:extLst>
          </p:cNvPr>
          <p:cNvSpPr>
            <a:spLocks noGrp="1"/>
          </p:cNvSpPr>
          <p:nvPr/>
        </p:nvSpPr>
        <p:spPr>
          <a:xfrm>
            <a:off x="1168972" y="5626912"/>
            <a:ext cx="25400" cy="25400"/>
          </a:xfrm>
          <a:prstGeom prst="ellipse">
            <a:avLst/>
          </a:prstGeom>
          <a:solidFill>
            <a:srgbClr val="B08A60">
              <a:alpha val="43000"/>
            </a:srgbClr>
          </a:solidFill>
          <a:ln w="0">
            <a:noFill/>
            <a:prstDash val="solid"/>
          </a:ln>
        </p:spPr>
      </p:sp>
      <p:sp>
        <p:nvSpPr>
          <p:cNvPr id="4677" name="LigandSeek2_vs_LigandSeek1_ellipse_10191">
            <a:extLst>
              <a:ext uri="{FF2B5EF4-FFF2-40B4-BE49-F238E27FC236}">
                <a16:creationId xmlns:a16="http://schemas.microsoft.com/office/drawing/2014/main" id="{5E1AA74F-E286-493D-A894-D43C3D0B1B99}"/>
              </a:ext>
            </a:extLst>
          </p:cNvPr>
          <p:cNvSpPr>
            <a:spLocks noGrp="1"/>
          </p:cNvSpPr>
          <p:nvPr/>
        </p:nvSpPr>
        <p:spPr>
          <a:xfrm>
            <a:off x="1101112" y="6388346"/>
            <a:ext cx="25400" cy="25400"/>
          </a:xfrm>
          <a:prstGeom prst="ellipse">
            <a:avLst/>
          </a:prstGeom>
          <a:solidFill>
            <a:srgbClr val="B08A60">
              <a:alpha val="43000"/>
            </a:srgbClr>
          </a:solidFill>
          <a:ln w="0">
            <a:noFill/>
            <a:prstDash val="solid"/>
          </a:ln>
        </p:spPr>
      </p:sp>
      <p:sp>
        <p:nvSpPr>
          <p:cNvPr id="4678" name="LigandSeek2_vs_LigandSeek1_ellipse_10192">
            <a:extLst>
              <a:ext uri="{FF2B5EF4-FFF2-40B4-BE49-F238E27FC236}">
                <a16:creationId xmlns:a16="http://schemas.microsoft.com/office/drawing/2014/main" id="{40EFDB7C-77E8-46BF-8790-CF282EBCBF76}"/>
              </a:ext>
            </a:extLst>
          </p:cNvPr>
          <p:cNvSpPr>
            <a:spLocks noGrp="1"/>
          </p:cNvSpPr>
          <p:nvPr/>
        </p:nvSpPr>
        <p:spPr>
          <a:xfrm>
            <a:off x="1084819" y="5246195"/>
            <a:ext cx="25400" cy="25400"/>
          </a:xfrm>
          <a:prstGeom prst="ellipse">
            <a:avLst/>
          </a:prstGeom>
          <a:solidFill>
            <a:srgbClr val="B08A60">
              <a:alpha val="43000"/>
            </a:srgbClr>
          </a:solidFill>
          <a:ln w="0">
            <a:noFill/>
            <a:prstDash val="solid"/>
          </a:ln>
        </p:spPr>
      </p:sp>
      <p:sp>
        <p:nvSpPr>
          <p:cNvPr id="4679" name="LigandSeek2_vs_LigandSeek1_ellipse_10193">
            <a:extLst>
              <a:ext uri="{FF2B5EF4-FFF2-40B4-BE49-F238E27FC236}">
                <a16:creationId xmlns:a16="http://schemas.microsoft.com/office/drawing/2014/main" id="{F89A4707-FDDE-49C1-B834-5A5B8A32C19D}"/>
              </a:ext>
            </a:extLst>
          </p:cNvPr>
          <p:cNvSpPr>
            <a:spLocks noGrp="1"/>
          </p:cNvSpPr>
          <p:nvPr/>
        </p:nvSpPr>
        <p:spPr>
          <a:xfrm>
            <a:off x="1158255" y="5626912"/>
            <a:ext cx="25400" cy="25400"/>
          </a:xfrm>
          <a:prstGeom prst="ellipse">
            <a:avLst/>
          </a:prstGeom>
          <a:solidFill>
            <a:srgbClr val="B08A60">
              <a:alpha val="43000"/>
            </a:srgbClr>
          </a:solidFill>
          <a:ln w="0">
            <a:noFill/>
            <a:prstDash val="solid"/>
          </a:ln>
        </p:spPr>
      </p:sp>
      <p:sp>
        <p:nvSpPr>
          <p:cNvPr id="4680" name="LigandSeek2_vs_LigandSeek1_ellipse_10194">
            <a:extLst>
              <a:ext uri="{FF2B5EF4-FFF2-40B4-BE49-F238E27FC236}">
                <a16:creationId xmlns:a16="http://schemas.microsoft.com/office/drawing/2014/main" id="{8B913AD6-F602-4BF5-9880-3FFB547AAFAC}"/>
              </a:ext>
            </a:extLst>
          </p:cNvPr>
          <p:cNvSpPr>
            <a:spLocks noGrp="1"/>
          </p:cNvSpPr>
          <p:nvPr/>
        </p:nvSpPr>
        <p:spPr>
          <a:xfrm>
            <a:off x="1183177" y="5474625"/>
            <a:ext cx="25400" cy="25400"/>
          </a:xfrm>
          <a:prstGeom prst="ellipse">
            <a:avLst/>
          </a:prstGeom>
          <a:solidFill>
            <a:srgbClr val="B08A60">
              <a:alpha val="43000"/>
            </a:srgbClr>
          </a:solidFill>
          <a:ln w="0">
            <a:noFill/>
            <a:prstDash val="solid"/>
          </a:ln>
        </p:spPr>
      </p:sp>
      <p:sp>
        <p:nvSpPr>
          <p:cNvPr id="4681" name="LigandSeek2_vs_LigandSeek1_ellipse_10195">
            <a:extLst>
              <a:ext uri="{FF2B5EF4-FFF2-40B4-BE49-F238E27FC236}">
                <a16:creationId xmlns:a16="http://schemas.microsoft.com/office/drawing/2014/main" id="{F337EA87-CEAE-46E0-B4D6-8ADF666C38AD}"/>
              </a:ext>
            </a:extLst>
          </p:cNvPr>
          <p:cNvSpPr>
            <a:spLocks noGrp="1"/>
          </p:cNvSpPr>
          <p:nvPr/>
        </p:nvSpPr>
        <p:spPr>
          <a:xfrm>
            <a:off x="1124557" y="5817271"/>
            <a:ext cx="25400" cy="25400"/>
          </a:xfrm>
          <a:prstGeom prst="ellipse">
            <a:avLst/>
          </a:prstGeom>
          <a:solidFill>
            <a:srgbClr val="B08A60">
              <a:alpha val="43000"/>
            </a:srgbClr>
          </a:solidFill>
          <a:ln w="0">
            <a:noFill/>
            <a:prstDash val="solid"/>
          </a:ln>
        </p:spPr>
      </p:sp>
      <p:sp>
        <p:nvSpPr>
          <p:cNvPr id="4682" name="LigandSeek2_vs_LigandSeek1_ellipse_10196">
            <a:extLst>
              <a:ext uri="{FF2B5EF4-FFF2-40B4-BE49-F238E27FC236}">
                <a16:creationId xmlns:a16="http://schemas.microsoft.com/office/drawing/2014/main" id="{4C2FA997-5170-4FE8-84F0-4ADAE1B84917}"/>
              </a:ext>
            </a:extLst>
          </p:cNvPr>
          <p:cNvSpPr>
            <a:spLocks noGrp="1"/>
          </p:cNvSpPr>
          <p:nvPr/>
        </p:nvSpPr>
        <p:spPr>
          <a:xfrm>
            <a:off x="1159040" y="5817271"/>
            <a:ext cx="25400" cy="25400"/>
          </a:xfrm>
          <a:prstGeom prst="ellipse">
            <a:avLst/>
          </a:prstGeom>
          <a:solidFill>
            <a:srgbClr val="B08A60">
              <a:alpha val="43000"/>
            </a:srgbClr>
          </a:solidFill>
          <a:ln w="0">
            <a:noFill/>
            <a:prstDash val="solid"/>
          </a:ln>
        </p:spPr>
      </p:sp>
      <p:sp>
        <p:nvSpPr>
          <p:cNvPr id="4683" name="LigandSeek2_vs_LigandSeek1_ellipse_10197">
            <a:extLst>
              <a:ext uri="{FF2B5EF4-FFF2-40B4-BE49-F238E27FC236}">
                <a16:creationId xmlns:a16="http://schemas.microsoft.com/office/drawing/2014/main" id="{82889FFC-DAEB-46D8-9DCF-3EA9D820682E}"/>
              </a:ext>
            </a:extLst>
          </p:cNvPr>
          <p:cNvSpPr>
            <a:spLocks noGrp="1"/>
          </p:cNvSpPr>
          <p:nvPr/>
        </p:nvSpPr>
        <p:spPr>
          <a:xfrm>
            <a:off x="1111278" y="5626912"/>
            <a:ext cx="25400" cy="25400"/>
          </a:xfrm>
          <a:prstGeom prst="ellipse">
            <a:avLst/>
          </a:prstGeom>
          <a:solidFill>
            <a:srgbClr val="B08A60">
              <a:alpha val="43000"/>
            </a:srgbClr>
          </a:solidFill>
          <a:ln w="0">
            <a:noFill/>
            <a:prstDash val="solid"/>
          </a:ln>
        </p:spPr>
      </p:sp>
      <p:sp>
        <p:nvSpPr>
          <p:cNvPr id="4684" name="LigandSeek2_vs_LigandSeek1_ellipse_10198">
            <a:extLst>
              <a:ext uri="{FF2B5EF4-FFF2-40B4-BE49-F238E27FC236}">
                <a16:creationId xmlns:a16="http://schemas.microsoft.com/office/drawing/2014/main" id="{1A68F388-A9EC-45CA-8C0C-898766998DA1}"/>
              </a:ext>
            </a:extLst>
          </p:cNvPr>
          <p:cNvSpPr>
            <a:spLocks noGrp="1"/>
          </p:cNvSpPr>
          <p:nvPr/>
        </p:nvSpPr>
        <p:spPr>
          <a:xfrm>
            <a:off x="1087122" y="5626912"/>
            <a:ext cx="25400" cy="25400"/>
          </a:xfrm>
          <a:prstGeom prst="ellipse">
            <a:avLst/>
          </a:prstGeom>
          <a:solidFill>
            <a:srgbClr val="B08A60">
              <a:alpha val="43000"/>
            </a:srgbClr>
          </a:solidFill>
          <a:ln w="0">
            <a:noFill/>
            <a:prstDash val="solid"/>
          </a:ln>
        </p:spPr>
      </p:sp>
      <p:sp>
        <p:nvSpPr>
          <p:cNvPr id="4685" name="LigandSeek2_vs_LigandSeek1_ellipse_10199">
            <a:extLst>
              <a:ext uri="{FF2B5EF4-FFF2-40B4-BE49-F238E27FC236}">
                <a16:creationId xmlns:a16="http://schemas.microsoft.com/office/drawing/2014/main" id="{17F32C3D-E5EE-4124-895C-E621F72CA681}"/>
              </a:ext>
            </a:extLst>
          </p:cNvPr>
          <p:cNvSpPr>
            <a:spLocks noGrp="1"/>
          </p:cNvSpPr>
          <p:nvPr/>
        </p:nvSpPr>
        <p:spPr>
          <a:xfrm>
            <a:off x="1130334" y="5912450"/>
            <a:ext cx="25400" cy="25400"/>
          </a:xfrm>
          <a:prstGeom prst="ellipse">
            <a:avLst/>
          </a:prstGeom>
          <a:solidFill>
            <a:srgbClr val="B08A60">
              <a:alpha val="43000"/>
            </a:srgbClr>
          </a:solidFill>
          <a:ln w="0">
            <a:noFill/>
            <a:prstDash val="solid"/>
          </a:ln>
        </p:spPr>
      </p:sp>
      <p:sp>
        <p:nvSpPr>
          <p:cNvPr id="4686" name="LigandSeek2_vs_LigandSeek1_ellipse_10200">
            <a:extLst>
              <a:ext uri="{FF2B5EF4-FFF2-40B4-BE49-F238E27FC236}">
                <a16:creationId xmlns:a16="http://schemas.microsoft.com/office/drawing/2014/main" id="{BA9D2BB6-466B-4995-9BA3-2A2ED8EED32A}"/>
              </a:ext>
            </a:extLst>
          </p:cNvPr>
          <p:cNvSpPr>
            <a:spLocks noGrp="1"/>
          </p:cNvSpPr>
          <p:nvPr/>
        </p:nvSpPr>
        <p:spPr>
          <a:xfrm>
            <a:off x="1063066" y="6388346"/>
            <a:ext cx="25400" cy="25400"/>
          </a:xfrm>
          <a:prstGeom prst="ellipse">
            <a:avLst/>
          </a:prstGeom>
          <a:solidFill>
            <a:srgbClr val="B08A60">
              <a:alpha val="43000"/>
            </a:srgbClr>
          </a:solidFill>
          <a:ln w="0">
            <a:noFill/>
            <a:prstDash val="solid"/>
          </a:ln>
        </p:spPr>
      </p:sp>
      <p:sp>
        <p:nvSpPr>
          <p:cNvPr id="4687" name="LigandSeek2_vs_LigandSeek1_ellipse_10201">
            <a:extLst>
              <a:ext uri="{FF2B5EF4-FFF2-40B4-BE49-F238E27FC236}">
                <a16:creationId xmlns:a16="http://schemas.microsoft.com/office/drawing/2014/main" id="{317CE87B-4085-4A7D-AC46-5D02EBB49883}"/>
              </a:ext>
            </a:extLst>
          </p:cNvPr>
          <p:cNvSpPr>
            <a:spLocks noGrp="1"/>
          </p:cNvSpPr>
          <p:nvPr/>
        </p:nvSpPr>
        <p:spPr>
          <a:xfrm>
            <a:off x="1179615" y="5884456"/>
            <a:ext cx="25400" cy="25400"/>
          </a:xfrm>
          <a:prstGeom prst="ellipse">
            <a:avLst/>
          </a:prstGeom>
          <a:solidFill>
            <a:srgbClr val="B08A60">
              <a:alpha val="43000"/>
            </a:srgbClr>
          </a:solidFill>
          <a:ln w="0">
            <a:noFill/>
            <a:prstDash val="solid"/>
          </a:ln>
        </p:spPr>
      </p:sp>
      <p:sp>
        <p:nvSpPr>
          <p:cNvPr id="4688" name="LigandSeek2_vs_LigandSeek1_ellipse_10202">
            <a:extLst>
              <a:ext uri="{FF2B5EF4-FFF2-40B4-BE49-F238E27FC236}">
                <a16:creationId xmlns:a16="http://schemas.microsoft.com/office/drawing/2014/main" id="{305AD946-D07A-4E36-AF00-D22F7614D32F}"/>
              </a:ext>
            </a:extLst>
          </p:cNvPr>
          <p:cNvSpPr>
            <a:spLocks noGrp="1"/>
          </p:cNvSpPr>
          <p:nvPr/>
        </p:nvSpPr>
        <p:spPr>
          <a:xfrm>
            <a:off x="1138516" y="5246195"/>
            <a:ext cx="25400" cy="25400"/>
          </a:xfrm>
          <a:prstGeom prst="ellipse">
            <a:avLst/>
          </a:prstGeom>
          <a:solidFill>
            <a:srgbClr val="B08A60">
              <a:alpha val="43000"/>
            </a:srgbClr>
          </a:solidFill>
          <a:ln w="0">
            <a:noFill/>
            <a:prstDash val="solid"/>
          </a:ln>
        </p:spPr>
      </p:sp>
      <p:sp>
        <p:nvSpPr>
          <p:cNvPr id="4689" name="LigandSeek2_vs_LigandSeek1_ellipse_10203">
            <a:extLst>
              <a:ext uri="{FF2B5EF4-FFF2-40B4-BE49-F238E27FC236}">
                <a16:creationId xmlns:a16="http://schemas.microsoft.com/office/drawing/2014/main" id="{ADC12DD9-2D92-4E3F-9972-5A572E35331B}"/>
              </a:ext>
            </a:extLst>
          </p:cNvPr>
          <p:cNvSpPr>
            <a:spLocks noGrp="1"/>
          </p:cNvSpPr>
          <p:nvPr/>
        </p:nvSpPr>
        <p:spPr>
          <a:xfrm>
            <a:off x="1120651" y="5817271"/>
            <a:ext cx="25400" cy="25400"/>
          </a:xfrm>
          <a:prstGeom prst="ellipse">
            <a:avLst/>
          </a:prstGeom>
          <a:solidFill>
            <a:srgbClr val="B08A60">
              <a:alpha val="43000"/>
            </a:srgbClr>
          </a:solidFill>
          <a:ln w="0">
            <a:noFill/>
            <a:prstDash val="solid"/>
          </a:ln>
        </p:spPr>
      </p:sp>
      <p:sp>
        <p:nvSpPr>
          <p:cNvPr id="4690" name="LigandSeek2_vs_LigandSeek1_ellipse_10204">
            <a:extLst>
              <a:ext uri="{FF2B5EF4-FFF2-40B4-BE49-F238E27FC236}">
                <a16:creationId xmlns:a16="http://schemas.microsoft.com/office/drawing/2014/main" id="{1BA6807F-F927-4740-BC56-B652039F0361}"/>
              </a:ext>
            </a:extLst>
          </p:cNvPr>
          <p:cNvSpPr>
            <a:spLocks noGrp="1"/>
          </p:cNvSpPr>
          <p:nvPr/>
        </p:nvSpPr>
        <p:spPr>
          <a:xfrm>
            <a:off x="1176962" y="5531733"/>
            <a:ext cx="25400" cy="25400"/>
          </a:xfrm>
          <a:prstGeom prst="ellipse">
            <a:avLst/>
          </a:prstGeom>
          <a:solidFill>
            <a:srgbClr val="B08A60">
              <a:alpha val="43000"/>
            </a:srgbClr>
          </a:solidFill>
          <a:ln w="0">
            <a:noFill/>
            <a:prstDash val="solid"/>
          </a:ln>
        </p:spPr>
      </p:sp>
      <p:sp>
        <p:nvSpPr>
          <p:cNvPr id="4691" name="LigandSeek2_vs_LigandSeek1_ellipse_10205">
            <a:extLst>
              <a:ext uri="{FF2B5EF4-FFF2-40B4-BE49-F238E27FC236}">
                <a16:creationId xmlns:a16="http://schemas.microsoft.com/office/drawing/2014/main" id="{5A3CEE9E-8796-4782-B47C-C20434131274}"/>
              </a:ext>
            </a:extLst>
          </p:cNvPr>
          <p:cNvSpPr>
            <a:spLocks noGrp="1"/>
          </p:cNvSpPr>
          <p:nvPr/>
        </p:nvSpPr>
        <p:spPr>
          <a:xfrm>
            <a:off x="1186855" y="6340757"/>
            <a:ext cx="25400" cy="25400"/>
          </a:xfrm>
          <a:prstGeom prst="ellipse">
            <a:avLst/>
          </a:prstGeom>
          <a:solidFill>
            <a:srgbClr val="B08A60">
              <a:alpha val="43000"/>
            </a:srgbClr>
          </a:solidFill>
          <a:ln w="0">
            <a:noFill/>
            <a:prstDash val="solid"/>
          </a:ln>
        </p:spPr>
      </p:sp>
      <p:sp>
        <p:nvSpPr>
          <p:cNvPr id="4692" name="LigandSeek2_vs_LigandSeek1_ellipse_10206">
            <a:extLst>
              <a:ext uri="{FF2B5EF4-FFF2-40B4-BE49-F238E27FC236}">
                <a16:creationId xmlns:a16="http://schemas.microsoft.com/office/drawing/2014/main" id="{97AB0543-80C2-4C6C-AD83-1F2D9835AC88}"/>
              </a:ext>
            </a:extLst>
          </p:cNvPr>
          <p:cNvSpPr>
            <a:spLocks noGrp="1"/>
          </p:cNvSpPr>
          <p:nvPr/>
        </p:nvSpPr>
        <p:spPr>
          <a:xfrm>
            <a:off x="1052752" y="5409360"/>
            <a:ext cx="25400" cy="25400"/>
          </a:xfrm>
          <a:prstGeom prst="ellipse">
            <a:avLst/>
          </a:prstGeom>
          <a:solidFill>
            <a:srgbClr val="B08A60">
              <a:alpha val="43000"/>
            </a:srgbClr>
          </a:solidFill>
          <a:ln w="0">
            <a:noFill/>
            <a:prstDash val="solid"/>
          </a:ln>
        </p:spPr>
      </p:sp>
      <p:sp>
        <p:nvSpPr>
          <p:cNvPr id="4693" name="LigandSeek2_vs_LigandSeek1_ellipse_10207">
            <a:extLst>
              <a:ext uri="{FF2B5EF4-FFF2-40B4-BE49-F238E27FC236}">
                <a16:creationId xmlns:a16="http://schemas.microsoft.com/office/drawing/2014/main" id="{AFD404C2-FA36-4A3D-A976-91747AB9C03D}"/>
              </a:ext>
            </a:extLst>
          </p:cNvPr>
          <p:cNvSpPr>
            <a:spLocks noGrp="1"/>
          </p:cNvSpPr>
          <p:nvPr/>
        </p:nvSpPr>
        <p:spPr>
          <a:xfrm>
            <a:off x="1187439" y="6245577"/>
            <a:ext cx="25400" cy="25400"/>
          </a:xfrm>
          <a:prstGeom prst="ellipse">
            <a:avLst/>
          </a:prstGeom>
          <a:solidFill>
            <a:srgbClr val="B08A60">
              <a:alpha val="43000"/>
            </a:srgbClr>
          </a:solidFill>
          <a:ln w="0">
            <a:noFill/>
            <a:prstDash val="solid"/>
          </a:ln>
        </p:spPr>
      </p:sp>
      <p:sp>
        <p:nvSpPr>
          <p:cNvPr id="4694" name="LigandSeek2_vs_LigandSeek1_ellipse_10208">
            <a:extLst>
              <a:ext uri="{FF2B5EF4-FFF2-40B4-BE49-F238E27FC236}">
                <a16:creationId xmlns:a16="http://schemas.microsoft.com/office/drawing/2014/main" id="{14845122-3166-4414-BBAC-21E972BB7A70}"/>
              </a:ext>
            </a:extLst>
          </p:cNvPr>
          <p:cNvSpPr>
            <a:spLocks noGrp="1"/>
          </p:cNvSpPr>
          <p:nvPr/>
        </p:nvSpPr>
        <p:spPr>
          <a:xfrm>
            <a:off x="1132410" y="6388346"/>
            <a:ext cx="25400" cy="25400"/>
          </a:xfrm>
          <a:prstGeom prst="ellipse">
            <a:avLst/>
          </a:prstGeom>
          <a:solidFill>
            <a:srgbClr val="B08A60">
              <a:alpha val="43000"/>
            </a:srgbClr>
          </a:solidFill>
          <a:ln w="0">
            <a:noFill/>
            <a:prstDash val="solid"/>
          </a:ln>
        </p:spPr>
      </p:sp>
      <p:sp>
        <p:nvSpPr>
          <p:cNvPr id="4695" name="LigandSeek2_vs_LigandSeek1_ellipse_10209">
            <a:extLst>
              <a:ext uri="{FF2B5EF4-FFF2-40B4-BE49-F238E27FC236}">
                <a16:creationId xmlns:a16="http://schemas.microsoft.com/office/drawing/2014/main" id="{B1766E11-0CB4-4391-96D8-C9ECB3AD48D1}"/>
              </a:ext>
            </a:extLst>
          </p:cNvPr>
          <p:cNvSpPr>
            <a:spLocks noGrp="1"/>
          </p:cNvSpPr>
          <p:nvPr/>
        </p:nvSpPr>
        <p:spPr>
          <a:xfrm>
            <a:off x="1137621" y="6210349"/>
            <a:ext cx="25400" cy="25400"/>
          </a:xfrm>
          <a:prstGeom prst="ellipse">
            <a:avLst/>
          </a:prstGeom>
          <a:solidFill>
            <a:srgbClr val="B08A60">
              <a:alpha val="43000"/>
            </a:srgbClr>
          </a:solidFill>
          <a:ln w="0">
            <a:noFill/>
            <a:prstDash val="solid"/>
          </a:ln>
        </p:spPr>
      </p:sp>
      <p:sp>
        <p:nvSpPr>
          <p:cNvPr id="4696" name="LigandSeek2_vs_LigandSeek1_ellipse_10210">
            <a:extLst>
              <a:ext uri="{FF2B5EF4-FFF2-40B4-BE49-F238E27FC236}">
                <a16:creationId xmlns:a16="http://schemas.microsoft.com/office/drawing/2014/main" id="{419FF6AD-CE5F-486D-9B97-1C1734EED6BA}"/>
              </a:ext>
            </a:extLst>
          </p:cNvPr>
          <p:cNvSpPr>
            <a:spLocks noGrp="1"/>
          </p:cNvSpPr>
          <p:nvPr/>
        </p:nvSpPr>
        <p:spPr>
          <a:xfrm>
            <a:off x="1161478" y="6388346"/>
            <a:ext cx="25400" cy="25400"/>
          </a:xfrm>
          <a:prstGeom prst="ellipse">
            <a:avLst/>
          </a:prstGeom>
          <a:solidFill>
            <a:srgbClr val="B08A60">
              <a:alpha val="43000"/>
            </a:srgbClr>
          </a:solidFill>
          <a:ln w="0">
            <a:noFill/>
            <a:prstDash val="solid"/>
          </a:ln>
        </p:spPr>
      </p:sp>
      <p:sp>
        <p:nvSpPr>
          <p:cNvPr id="4697" name="LigandSeek2_vs_LigandSeek1_ellipse_10211">
            <a:extLst>
              <a:ext uri="{FF2B5EF4-FFF2-40B4-BE49-F238E27FC236}">
                <a16:creationId xmlns:a16="http://schemas.microsoft.com/office/drawing/2014/main" id="{155D7E30-BF02-4453-ADF0-00FBE4756769}"/>
              </a:ext>
            </a:extLst>
          </p:cNvPr>
          <p:cNvSpPr>
            <a:spLocks noGrp="1"/>
          </p:cNvSpPr>
          <p:nvPr/>
        </p:nvSpPr>
        <p:spPr>
          <a:xfrm>
            <a:off x="1140705" y="6388346"/>
            <a:ext cx="25400" cy="25400"/>
          </a:xfrm>
          <a:prstGeom prst="ellipse">
            <a:avLst/>
          </a:prstGeom>
          <a:solidFill>
            <a:srgbClr val="B08A60">
              <a:alpha val="43000"/>
            </a:srgbClr>
          </a:solidFill>
          <a:ln w="0">
            <a:noFill/>
            <a:prstDash val="solid"/>
          </a:ln>
        </p:spPr>
      </p:sp>
      <p:sp>
        <p:nvSpPr>
          <p:cNvPr id="4698" name="LigandSeek2_vs_LigandSeek1_ellipse_10212">
            <a:extLst>
              <a:ext uri="{FF2B5EF4-FFF2-40B4-BE49-F238E27FC236}">
                <a16:creationId xmlns:a16="http://schemas.microsoft.com/office/drawing/2014/main" id="{449E5F0E-623E-4984-B11E-C655F41C6085}"/>
              </a:ext>
            </a:extLst>
          </p:cNvPr>
          <p:cNvSpPr>
            <a:spLocks noGrp="1"/>
          </p:cNvSpPr>
          <p:nvPr/>
        </p:nvSpPr>
        <p:spPr>
          <a:xfrm>
            <a:off x="1803710" y="5246195"/>
            <a:ext cx="25400" cy="25400"/>
          </a:xfrm>
          <a:prstGeom prst="ellipse">
            <a:avLst/>
          </a:prstGeom>
          <a:solidFill>
            <a:srgbClr val="566AB4">
              <a:alpha val="43000"/>
            </a:srgbClr>
          </a:solidFill>
          <a:ln w="0">
            <a:noFill/>
            <a:prstDash val="solid"/>
          </a:ln>
        </p:spPr>
      </p:sp>
      <p:sp>
        <p:nvSpPr>
          <p:cNvPr id="4699" name="LigandSeek2_vs_LigandSeek1_ellipse_10213">
            <a:extLst>
              <a:ext uri="{FF2B5EF4-FFF2-40B4-BE49-F238E27FC236}">
                <a16:creationId xmlns:a16="http://schemas.microsoft.com/office/drawing/2014/main" id="{58B87274-B93E-4752-9B7E-1A0AB36E7577}"/>
              </a:ext>
            </a:extLst>
          </p:cNvPr>
          <p:cNvSpPr>
            <a:spLocks noGrp="1"/>
          </p:cNvSpPr>
          <p:nvPr/>
        </p:nvSpPr>
        <p:spPr>
          <a:xfrm>
            <a:off x="1891110" y="5246195"/>
            <a:ext cx="25400" cy="25400"/>
          </a:xfrm>
          <a:prstGeom prst="ellipse">
            <a:avLst/>
          </a:prstGeom>
          <a:solidFill>
            <a:srgbClr val="566AB4">
              <a:alpha val="43000"/>
            </a:srgbClr>
          </a:solidFill>
          <a:ln w="0">
            <a:noFill/>
            <a:prstDash val="solid"/>
          </a:ln>
        </p:spPr>
      </p:sp>
      <p:sp>
        <p:nvSpPr>
          <p:cNvPr id="4700" name="LigandSeek2_vs_LigandSeek1_ellipse_10214">
            <a:extLst>
              <a:ext uri="{FF2B5EF4-FFF2-40B4-BE49-F238E27FC236}">
                <a16:creationId xmlns:a16="http://schemas.microsoft.com/office/drawing/2014/main" id="{0F6587E3-AFB8-466C-AEDC-834367CC63E3}"/>
              </a:ext>
            </a:extLst>
          </p:cNvPr>
          <p:cNvSpPr>
            <a:spLocks noGrp="1"/>
          </p:cNvSpPr>
          <p:nvPr/>
        </p:nvSpPr>
        <p:spPr>
          <a:xfrm>
            <a:off x="1878873" y="5246195"/>
            <a:ext cx="25400" cy="25400"/>
          </a:xfrm>
          <a:prstGeom prst="ellipse">
            <a:avLst/>
          </a:prstGeom>
          <a:solidFill>
            <a:srgbClr val="566AB4">
              <a:alpha val="43000"/>
            </a:srgbClr>
          </a:solidFill>
          <a:ln w="0">
            <a:noFill/>
            <a:prstDash val="solid"/>
          </a:ln>
        </p:spPr>
      </p:sp>
      <p:sp>
        <p:nvSpPr>
          <p:cNvPr id="4701" name="LigandSeek2_vs_LigandSeek1_ellipse_10215">
            <a:extLst>
              <a:ext uri="{FF2B5EF4-FFF2-40B4-BE49-F238E27FC236}">
                <a16:creationId xmlns:a16="http://schemas.microsoft.com/office/drawing/2014/main" id="{D6937EF4-3B67-4852-AE75-16C2E1A52FAB}"/>
              </a:ext>
            </a:extLst>
          </p:cNvPr>
          <p:cNvSpPr>
            <a:spLocks noGrp="1"/>
          </p:cNvSpPr>
          <p:nvPr/>
        </p:nvSpPr>
        <p:spPr>
          <a:xfrm>
            <a:off x="1880887" y="6007629"/>
            <a:ext cx="25400" cy="25400"/>
          </a:xfrm>
          <a:prstGeom prst="ellipse">
            <a:avLst/>
          </a:prstGeom>
          <a:solidFill>
            <a:srgbClr val="566AB4">
              <a:alpha val="43000"/>
            </a:srgbClr>
          </a:solidFill>
          <a:ln w="0">
            <a:noFill/>
            <a:prstDash val="solid"/>
          </a:ln>
        </p:spPr>
      </p:sp>
      <p:sp>
        <p:nvSpPr>
          <p:cNvPr id="4702" name="LigandSeek2_vs_LigandSeek1_ellipse_10216">
            <a:extLst>
              <a:ext uri="{FF2B5EF4-FFF2-40B4-BE49-F238E27FC236}">
                <a16:creationId xmlns:a16="http://schemas.microsoft.com/office/drawing/2014/main" id="{C9926CA9-9E33-4CA8-B42E-13F7F4A82AB9}"/>
              </a:ext>
            </a:extLst>
          </p:cNvPr>
          <p:cNvSpPr>
            <a:spLocks noGrp="1"/>
          </p:cNvSpPr>
          <p:nvPr/>
        </p:nvSpPr>
        <p:spPr>
          <a:xfrm>
            <a:off x="1850911" y="5727101"/>
            <a:ext cx="25400" cy="25400"/>
          </a:xfrm>
          <a:prstGeom prst="ellipse">
            <a:avLst/>
          </a:prstGeom>
          <a:solidFill>
            <a:srgbClr val="566AB4">
              <a:alpha val="43000"/>
            </a:srgbClr>
          </a:solidFill>
          <a:ln w="0">
            <a:noFill/>
            <a:prstDash val="solid"/>
          </a:ln>
        </p:spPr>
      </p:sp>
      <p:sp>
        <p:nvSpPr>
          <p:cNvPr id="4703" name="LigandSeek2_vs_LigandSeek1_ellipse_10217">
            <a:extLst>
              <a:ext uri="{FF2B5EF4-FFF2-40B4-BE49-F238E27FC236}">
                <a16:creationId xmlns:a16="http://schemas.microsoft.com/office/drawing/2014/main" id="{2AA1390E-66E1-4318-839D-7A7AFDF24C8B}"/>
              </a:ext>
            </a:extLst>
          </p:cNvPr>
          <p:cNvSpPr>
            <a:spLocks noGrp="1"/>
          </p:cNvSpPr>
          <p:nvPr/>
        </p:nvSpPr>
        <p:spPr>
          <a:xfrm>
            <a:off x="1895347" y="5246195"/>
            <a:ext cx="25400" cy="25400"/>
          </a:xfrm>
          <a:prstGeom prst="ellipse">
            <a:avLst/>
          </a:prstGeom>
          <a:solidFill>
            <a:srgbClr val="566AB4">
              <a:alpha val="43000"/>
            </a:srgbClr>
          </a:solidFill>
          <a:ln w="0">
            <a:noFill/>
            <a:prstDash val="solid"/>
          </a:ln>
        </p:spPr>
      </p:sp>
      <p:sp>
        <p:nvSpPr>
          <p:cNvPr id="4704" name="LigandSeek2_vs_LigandSeek1_ellipse_10218">
            <a:extLst>
              <a:ext uri="{FF2B5EF4-FFF2-40B4-BE49-F238E27FC236}">
                <a16:creationId xmlns:a16="http://schemas.microsoft.com/office/drawing/2014/main" id="{1695C972-3B9A-4B68-BBAA-E965F9ACDF65}"/>
              </a:ext>
            </a:extLst>
          </p:cNvPr>
          <p:cNvSpPr>
            <a:spLocks noGrp="1"/>
          </p:cNvSpPr>
          <p:nvPr/>
        </p:nvSpPr>
        <p:spPr>
          <a:xfrm>
            <a:off x="1801544" y="5246195"/>
            <a:ext cx="25400" cy="25400"/>
          </a:xfrm>
          <a:prstGeom prst="ellipse">
            <a:avLst/>
          </a:prstGeom>
          <a:solidFill>
            <a:srgbClr val="566AB4">
              <a:alpha val="43000"/>
            </a:srgbClr>
          </a:solidFill>
          <a:ln w="0">
            <a:noFill/>
            <a:prstDash val="solid"/>
          </a:ln>
        </p:spPr>
      </p:sp>
      <p:sp>
        <p:nvSpPr>
          <p:cNvPr id="4705" name="LigandSeek2_vs_LigandSeek1_ellipse_10219">
            <a:extLst>
              <a:ext uri="{FF2B5EF4-FFF2-40B4-BE49-F238E27FC236}">
                <a16:creationId xmlns:a16="http://schemas.microsoft.com/office/drawing/2014/main" id="{3B2F09F7-F088-4A2F-89E2-26E862E743AB}"/>
              </a:ext>
            </a:extLst>
          </p:cNvPr>
          <p:cNvSpPr>
            <a:spLocks noGrp="1"/>
          </p:cNvSpPr>
          <p:nvPr/>
        </p:nvSpPr>
        <p:spPr>
          <a:xfrm>
            <a:off x="1849824" y="5246195"/>
            <a:ext cx="25400" cy="25400"/>
          </a:xfrm>
          <a:prstGeom prst="ellipse">
            <a:avLst/>
          </a:prstGeom>
          <a:solidFill>
            <a:srgbClr val="566AB4">
              <a:alpha val="43000"/>
            </a:srgbClr>
          </a:solidFill>
          <a:ln w="0">
            <a:noFill/>
            <a:prstDash val="solid"/>
          </a:ln>
        </p:spPr>
      </p:sp>
      <p:sp>
        <p:nvSpPr>
          <p:cNvPr id="4706" name="LigandSeek2_vs_LigandSeek1_ellipse_10220">
            <a:extLst>
              <a:ext uri="{FF2B5EF4-FFF2-40B4-BE49-F238E27FC236}">
                <a16:creationId xmlns:a16="http://schemas.microsoft.com/office/drawing/2014/main" id="{220542D9-CE5B-46C4-AA48-4BA8FB4BD741}"/>
              </a:ext>
            </a:extLst>
          </p:cNvPr>
          <p:cNvSpPr>
            <a:spLocks noGrp="1"/>
          </p:cNvSpPr>
          <p:nvPr/>
        </p:nvSpPr>
        <p:spPr>
          <a:xfrm>
            <a:off x="1939170" y="6083773"/>
            <a:ext cx="25400" cy="25400"/>
          </a:xfrm>
          <a:prstGeom prst="ellipse">
            <a:avLst/>
          </a:prstGeom>
          <a:solidFill>
            <a:srgbClr val="566AB4">
              <a:alpha val="43000"/>
            </a:srgbClr>
          </a:solidFill>
          <a:ln w="0">
            <a:noFill/>
            <a:prstDash val="solid"/>
          </a:ln>
        </p:spPr>
      </p:sp>
      <p:sp>
        <p:nvSpPr>
          <p:cNvPr id="4707" name="LigandSeek2_vs_LigandSeek1_ellipse_10221">
            <a:extLst>
              <a:ext uri="{FF2B5EF4-FFF2-40B4-BE49-F238E27FC236}">
                <a16:creationId xmlns:a16="http://schemas.microsoft.com/office/drawing/2014/main" id="{7DC2C610-80D2-4B46-96E2-1B838F0D9586}"/>
              </a:ext>
            </a:extLst>
          </p:cNvPr>
          <p:cNvSpPr>
            <a:spLocks noGrp="1"/>
          </p:cNvSpPr>
          <p:nvPr/>
        </p:nvSpPr>
        <p:spPr>
          <a:xfrm>
            <a:off x="1849268" y="5246195"/>
            <a:ext cx="25400" cy="25400"/>
          </a:xfrm>
          <a:prstGeom prst="ellipse">
            <a:avLst/>
          </a:prstGeom>
          <a:solidFill>
            <a:srgbClr val="566AB4">
              <a:alpha val="43000"/>
            </a:srgbClr>
          </a:solidFill>
          <a:ln w="0">
            <a:noFill/>
            <a:prstDash val="solid"/>
          </a:ln>
        </p:spPr>
      </p:sp>
      <p:sp>
        <p:nvSpPr>
          <p:cNvPr id="4708" name="LigandSeek2_vs_LigandSeek1_ellipse_10222">
            <a:extLst>
              <a:ext uri="{FF2B5EF4-FFF2-40B4-BE49-F238E27FC236}">
                <a16:creationId xmlns:a16="http://schemas.microsoft.com/office/drawing/2014/main" id="{17533CA5-973E-4F66-81CF-F0949B6A50EE}"/>
              </a:ext>
            </a:extLst>
          </p:cNvPr>
          <p:cNvSpPr>
            <a:spLocks noGrp="1"/>
          </p:cNvSpPr>
          <p:nvPr/>
        </p:nvSpPr>
        <p:spPr>
          <a:xfrm>
            <a:off x="1859962" y="5626912"/>
            <a:ext cx="25400" cy="25400"/>
          </a:xfrm>
          <a:prstGeom prst="ellipse">
            <a:avLst/>
          </a:prstGeom>
          <a:solidFill>
            <a:srgbClr val="566AB4">
              <a:alpha val="43000"/>
            </a:srgbClr>
          </a:solidFill>
          <a:ln w="0">
            <a:noFill/>
            <a:prstDash val="solid"/>
          </a:ln>
        </p:spPr>
      </p:sp>
      <p:sp>
        <p:nvSpPr>
          <p:cNvPr id="4709" name="LigandSeek2_vs_LigandSeek1_ellipse_10223">
            <a:extLst>
              <a:ext uri="{FF2B5EF4-FFF2-40B4-BE49-F238E27FC236}">
                <a16:creationId xmlns:a16="http://schemas.microsoft.com/office/drawing/2014/main" id="{88710D4B-8A0E-4445-AB03-479E3AE47D4B}"/>
              </a:ext>
            </a:extLst>
          </p:cNvPr>
          <p:cNvSpPr>
            <a:spLocks noGrp="1"/>
          </p:cNvSpPr>
          <p:nvPr/>
        </p:nvSpPr>
        <p:spPr>
          <a:xfrm>
            <a:off x="1798417" y="5246195"/>
            <a:ext cx="25400" cy="25400"/>
          </a:xfrm>
          <a:prstGeom prst="ellipse">
            <a:avLst/>
          </a:prstGeom>
          <a:solidFill>
            <a:srgbClr val="566AB4">
              <a:alpha val="43000"/>
            </a:srgbClr>
          </a:solidFill>
          <a:ln w="0">
            <a:noFill/>
            <a:prstDash val="solid"/>
          </a:ln>
        </p:spPr>
      </p:sp>
      <p:sp>
        <p:nvSpPr>
          <p:cNvPr id="4710" name="LigandSeek2_vs_LigandSeek1_ellipse_10224">
            <a:extLst>
              <a:ext uri="{FF2B5EF4-FFF2-40B4-BE49-F238E27FC236}">
                <a16:creationId xmlns:a16="http://schemas.microsoft.com/office/drawing/2014/main" id="{65C41961-E976-4611-BDDE-58D6954C8586}"/>
              </a:ext>
            </a:extLst>
          </p:cNvPr>
          <p:cNvSpPr>
            <a:spLocks noGrp="1"/>
          </p:cNvSpPr>
          <p:nvPr/>
        </p:nvSpPr>
        <p:spPr>
          <a:xfrm>
            <a:off x="1819114" y="5246195"/>
            <a:ext cx="25400" cy="25400"/>
          </a:xfrm>
          <a:prstGeom prst="ellipse">
            <a:avLst/>
          </a:prstGeom>
          <a:solidFill>
            <a:srgbClr val="566AB4">
              <a:alpha val="43000"/>
            </a:srgbClr>
          </a:solidFill>
          <a:ln w="0">
            <a:noFill/>
            <a:prstDash val="solid"/>
          </a:ln>
        </p:spPr>
      </p:sp>
      <p:sp>
        <p:nvSpPr>
          <p:cNvPr id="4711" name="LigandSeek2_vs_LigandSeek1_ellipse_10225">
            <a:extLst>
              <a:ext uri="{FF2B5EF4-FFF2-40B4-BE49-F238E27FC236}">
                <a16:creationId xmlns:a16="http://schemas.microsoft.com/office/drawing/2014/main" id="{96514BE0-8E83-4559-8CF5-04E7F89E059A}"/>
              </a:ext>
            </a:extLst>
          </p:cNvPr>
          <p:cNvSpPr>
            <a:spLocks noGrp="1"/>
          </p:cNvSpPr>
          <p:nvPr/>
        </p:nvSpPr>
        <p:spPr>
          <a:xfrm>
            <a:off x="1885499" y="5674502"/>
            <a:ext cx="25400" cy="25400"/>
          </a:xfrm>
          <a:prstGeom prst="ellipse">
            <a:avLst/>
          </a:prstGeom>
          <a:solidFill>
            <a:srgbClr val="566AB4">
              <a:alpha val="43000"/>
            </a:srgbClr>
          </a:solidFill>
          <a:ln w="0">
            <a:noFill/>
            <a:prstDash val="solid"/>
          </a:ln>
        </p:spPr>
      </p:sp>
      <p:sp>
        <p:nvSpPr>
          <p:cNvPr id="4712" name="LigandSeek2_vs_LigandSeek1_ellipse_10226">
            <a:extLst>
              <a:ext uri="{FF2B5EF4-FFF2-40B4-BE49-F238E27FC236}">
                <a16:creationId xmlns:a16="http://schemas.microsoft.com/office/drawing/2014/main" id="{949745B3-4A6D-442D-99A9-46FEF757C281}"/>
              </a:ext>
            </a:extLst>
          </p:cNvPr>
          <p:cNvSpPr>
            <a:spLocks noGrp="1"/>
          </p:cNvSpPr>
          <p:nvPr/>
        </p:nvSpPr>
        <p:spPr>
          <a:xfrm>
            <a:off x="1926574" y="6007629"/>
            <a:ext cx="25400" cy="25400"/>
          </a:xfrm>
          <a:prstGeom prst="ellipse">
            <a:avLst/>
          </a:prstGeom>
          <a:solidFill>
            <a:srgbClr val="566AB4">
              <a:alpha val="43000"/>
            </a:srgbClr>
          </a:solidFill>
          <a:ln w="0">
            <a:noFill/>
            <a:prstDash val="solid"/>
          </a:ln>
        </p:spPr>
      </p:sp>
      <p:sp>
        <p:nvSpPr>
          <p:cNvPr id="4713" name="LigandSeek2_vs_LigandSeek1_ellipse_10227">
            <a:extLst>
              <a:ext uri="{FF2B5EF4-FFF2-40B4-BE49-F238E27FC236}">
                <a16:creationId xmlns:a16="http://schemas.microsoft.com/office/drawing/2014/main" id="{0D843D38-EF6D-499D-8C17-42E4254FBB2F}"/>
              </a:ext>
            </a:extLst>
          </p:cNvPr>
          <p:cNvSpPr>
            <a:spLocks noGrp="1"/>
          </p:cNvSpPr>
          <p:nvPr/>
        </p:nvSpPr>
        <p:spPr>
          <a:xfrm>
            <a:off x="1912238" y="5817271"/>
            <a:ext cx="25400" cy="25400"/>
          </a:xfrm>
          <a:prstGeom prst="ellipse">
            <a:avLst/>
          </a:prstGeom>
          <a:solidFill>
            <a:srgbClr val="566AB4">
              <a:alpha val="43000"/>
            </a:srgbClr>
          </a:solidFill>
          <a:ln w="0">
            <a:noFill/>
            <a:prstDash val="solid"/>
          </a:ln>
        </p:spPr>
      </p:sp>
      <p:sp>
        <p:nvSpPr>
          <p:cNvPr id="4714" name="LigandSeek2_vs_LigandSeek1_ellipse_10228">
            <a:extLst>
              <a:ext uri="{FF2B5EF4-FFF2-40B4-BE49-F238E27FC236}">
                <a16:creationId xmlns:a16="http://schemas.microsoft.com/office/drawing/2014/main" id="{0A7D769D-53BD-44DF-AA8D-B106E5FADF75}"/>
              </a:ext>
            </a:extLst>
          </p:cNvPr>
          <p:cNvSpPr>
            <a:spLocks noGrp="1"/>
          </p:cNvSpPr>
          <p:nvPr/>
        </p:nvSpPr>
        <p:spPr>
          <a:xfrm>
            <a:off x="1876699" y="5817271"/>
            <a:ext cx="25400" cy="25400"/>
          </a:xfrm>
          <a:prstGeom prst="ellipse">
            <a:avLst/>
          </a:prstGeom>
          <a:solidFill>
            <a:srgbClr val="566AB4">
              <a:alpha val="43000"/>
            </a:srgbClr>
          </a:solidFill>
          <a:ln w="0">
            <a:noFill/>
            <a:prstDash val="solid"/>
          </a:ln>
        </p:spPr>
      </p:sp>
      <p:sp>
        <p:nvSpPr>
          <p:cNvPr id="4715" name="LigandSeek2_vs_LigandSeek1_ellipse_10229">
            <a:extLst>
              <a:ext uri="{FF2B5EF4-FFF2-40B4-BE49-F238E27FC236}">
                <a16:creationId xmlns:a16="http://schemas.microsoft.com/office/drawing/2014/main" id="{B8BFC66C-E361-4A6B-AA8A-7EA4612D9085}"/>
              </a:ext>
            </a:extLst>
          </p:cNvPr>
          <p:cNvSpPr>
            <a:spLocks noGrp="1"/>
          </p:cNvSpPr>
          <p:nvPr/>
        </p:nvSpPr>
        <p:spPr>
          <a:xfrm>
            <a:off x="1823065" y="5246195"/>
            <a:ext cx="25400" cy="25400"/>
          </a:xfrm>
          <a:prstGeom prst="ellipse">
            <a:avLst/>
          </a:prstGeom>
          <a:solidFill>
            <a:srgbClr val="566AB4">
              <a:alpha val="43000"/>
            </a:srgbClr>
          </a:solidFill>
          <a:ln w="0">
            <a:noFill/>
            <a:prstDash val="solid"/>
          </a:ln>
        </p:spPr>
      </p:sp>
      <p:sp>
        <p:nvSpPr>
          <p:cNvPr id="4716" name="LigandSeek2_vs_LigandSeek1_ellipse_10230">
            <a:extLst>
              <a:ext uri="{FF2B5EF4-FFF2-40B4-BE49-F238E27FC236}">
                <a16:creationId xmlns:a16="http://schemas.microsoft.com/office/drawing/2014/main" id="{97EB8B4F-DAE7-4479-966F-5DD7B03CA74E}"/>
              </a:ext>
            </a:extLst>
          </p:cNvPr>
          <p:cNvSpPr>
            <a:spLocks noGrp="1"/>
          </p:cNvSpPr>
          <p:nvPr/>
        </p:nvSpPr>
        <p:spPr>
          <a:xfrm>
            <a:off x="1874165" y="5246195"/>
            <a:ext cx="25400" cy="25400"/>
          </a:xfrm>
          <a:prstGeom prst="ellipse">
            <a:avLst/>
          </a:prstGeom>
          <a:solidFill>
            <a:srgbClr val="566AB4">
              <a:alpha val="43000"/>
            </a:srgbClr>
          </a:solidFill>
          <a:ln w="0">
            <a:noFill/>
            <a:prstDash val="solid"/>
          </a:ln>
        </p:spPr>
      </p:sp>
      <p:sp>
        <p:nvSpPr>
          <p:cNvPr id="4717" name="LigandSeek2_vs_LigandSeek1_ellipse_10231">
            <a:extLst>
              <a:ext uri="{FF2B5EF4-FFF2-40B4-BE49-F238E27FC236}">
                <a16:creationId xmlns:a16="http://schemas.microsoft.com/office/drawing/2014/main" id="{39915B2E-CC55-4AF0-BBEE-E2D57F15854D}"/>
              </a:ext>
            </a:extLst>
          </p:cNvPr>
          <p:cNvSpPr>
            <a:spLocks noGrp="1"/>
          </p:cNvSpPr>
          <p:nvPr/>
        </p:nvSpPr>
        <p:spPr>
          <a:xfrm>
            <a:off x="1885880" y="5531733"/>
            <a:ext cx="25400" cy="25400"/>
          </a:xfrm>
          <a:prstGeom prst="ellipse">
            <a:avLst/>
          </a:prstGeom>
          <a:solidFill>
            <a:srgbClr val="566AB4">
              <a:alpha val="43000"/>
            </a:srgbClr>
          </a:solidFill>
          <a:ln w="0">
            <a:noFill/>
            <a:prstDash val="solid"/>
          </a:ln>
        </p:spPr>
      </p:sp>
      <p:sp>
        <p:nvSpPr>
          <p:cNvPr id="4718" name="LigandSeek2_vs_LigandSeek1_ellipse_10232">
            <a:extLst>
              <a:ext uri="{FF2B5EF4-FFF2-40B4-BE49-F238E27FC236}">
                <a16:creationId xmlns:a16="http://schemas.microsoft.com/office/drawing/2014/main" id="{587FD99D-FA60-402F-A4F3-DA09C7AAB315}"/>
              </a:ext>
            </a:extLst>
          </p:cNvPr>
          <p:cNvSpPr>
            <a:spLocks noGrp="1"/>
          </p:cNvSpPr>
          <p:nvPr/>
        </p:nvSpPr>
        <p:spPr>
          <a:xfrm>
            <a:off x="1825441" y="6071082"/>
            <a:ext cx="25400" cy="25400"/>
          </a:xfrm>
          <a:prstGeom prst="ellipse">
            <a:avLst/>
          </a:prstGeom>
          <a:solidFill>
            <a:srgbClr val="566AB4">
              <a:alpha val="43000"/>
            </a:srgbClr>
          </a:solidFill>
          <a:ln w="0">
            <a:noFill/>
            <a:prstDash val="solid"/>
          </a:ln>
        </p:spPr>
      </p:sp>
      <p:sp>
        <p:nvSpPr>
          <p:cNvPr id="4719" name="LigandSeek2_vs_LigandSeek1_ellipse_10233">
            <a:extLst>
              <a:ext uri="{FF2B5EF4-FFF2-40B4-BE49-F238E27FC236}">
                <a16:creationId xmlns:a16="http://schemas.microsoft.com/office/drawing/2014/main" id="{6C355A16-6921-447F-A268-F51C6A8EB385}"/>
              </a:ext>
            </a:extLst>
          </p:cNvPr>
          <p:cNvSpPr>
            <a:spLocks noGrp="1"/>
          </p:cNvSpPr>
          <p:nvPr/>
        </p:nvSpPr>
        <p:spPr>
          <a:xfrm>
            <a:off x="1868270" y="5817271"/>
            <a:ext cx="25400" cy="25400"/>
          </a:xfrm>
          <a:prstGeom prst="ellipse">
            <a:avLst/>
          </a:prstGeom>
          <a:solidFill>
            <a:srgbClr val="566AB4">
              <a:alpha val="43000"/>
            </a:srgbClr>
          </a:solidFill>
          <a:ln w="0">
            <a:noFill/>
            <a:prstDash val="solid"/>
          </a:ln>
        </p:spPr>
      </p:sp>
      <p:sp>
        <p:nvSpPr>
          <p:cNvPr id="4720" name="LigandSeek2_vs_LigandSeek1_ellipse_10234">
            <a:extLst>
              <a:ext uri="{FF2B5EF4-FFF2-40B4-BE49-F238E27FC236}">
                <a16:creationId xmlns:a16="http://schemas.microsoft.com/office/drawing/2014/main" id="{B1F86BBB-943E-4174-86B4-6E1B5C19B27D}"/>
              </a:ext>
            </a:extLst>
          </p:cNvPr>
          <p:cNvSpPr>
            <a:spLocks noGrp="1"/>
          </p:cNvSpPr>
          <p:nvPr/>
        </p:nvSpPr>
        <p:spPr>
          <a:xfrm>
            <a:off x="1818182" y="5474625"/>
            <a:ext cx="25400" cy="25400"/>
          </a:xfrm>
          <a:prstGeom prst="ellipse">
            <a:avLst/>
          </a:prstGeom>
          <a:solidFill>
            <a:srgbClr val="566AB4">
              <a:alpha val="43000"/>
            </a:srgbClr>
          </a:solidFill>
          <a:ln w="0">
            <a:noFill/>
            <a:prstDash val="solid"/>
          </a:ln>
        </p:spPr>
      </p:sp>
      <p:sp>
        <p:nvSpPr>
          <p:cNvPr id="4721" name="LigandSeek2_vs_LigandSeek1_ellipse_10235">
            <a:extLst>
              <a:ext uri="{FF2B5EF4-FFF2-40B4-BE49-F238E27FC236}">
                <a16:creationId xmlns:a16="http://schemas.microsoft.com/office/drawing/2014/main" id="{1E699305-F43D-40E3-8931-3BC087F8C5E1}"/>
              </a:ext>
            </a:extLst>
          </p:cNvPr>
          <p:cNvSpPr>
            <a:spLocks noGrp="1"/>
          </p:cNvSpPr>
          <p:nvPr/>
        </p:nvSpPr>
        <p:spPr>
          <a:xfrm>
            <a:off x="1879011" y="5674502"/>
            <a:ext cx="25400" cy="25400"/>
          </a:xfrm>
          <a:prstGeom prst="ellipse">
            <a:avLst/>
          </a:prstGeom>
          <a:solidFill>
            <a:srgbClr val="566AB4">
              <a:alpha val="43000"/>
            </a:srgbClr>
          </a:solidFill>
          <a:ln w="0">
            <a:noFill/>
            <a:prstDash val="solid"/>
          </a:ln>
        </p:spPr>
      </p:sp>
      <p:sp>
        <p:nvSpPr>
          <p:cNvPr id="4722" name="LigandSeek2_vs_LigandSeek1_ellipse_10236">
            <a:extLst>
              <a:ext uri="{FF2B5EF4-FFF2-40B4-BE49-F238E27FC236}">
                <a16:creationId xmlns:a16="http://schemas.microsoft.com/office/drawing/2014/main" id="{F012D5FE-41F0-495C-9114-878653EEF14D}"/>
              </a:ext>
            </a:extLst>
          </p:cNvPr>
          <p:cNvSpPr>
            <a:spLocks noGrp="1"/>
          </p:cNvSpPr>
          <p:nvPr/>
        </p:nvSpPr>
        <p:spPr>
          <a:xfrm>
            <a:off x="1826815" y="6102808"/>
            <a:ext cx="25400" cy="25400"/>
          </a:xfrm>
          <a:prstGeom prst="ellipse">
            <a:avLst/>
          </a:prstGeom>
          <a:solidFill>
            <a:srgbClr val="566AB4">
              <a:alpha val="43000"/>
            </a:srgbClr>
          </a:solidFill>
          <a:ln w="0">
            <a:noFill/>
            <a:prstDash val="solid"/>
          </a:ln>
        </p:spPr>
      </p:sp>
      <p:sp>
        <p:nvSpPr>
          <p:cNvPr id="4723" name="LigandSeek2_vs_LigandSeek1_ellipse_10237">
            <a:extLst>
              <a:ext uri="{FF2B5EF4-FFF2-40B4-BE49-F238E27FC236}">
                <a16:creationId xmlns:a16="http://schemas.microsoft.com/office/drawing/2014/main" id="{C0C54155-85E4-4DC2-BEC1-2D01A4239210}"/>
              </a:ext>
            </a:extLst>
          </p:cNvPr>
          <p:cNvSpPr>
            <a:spLocks noGrp="1"/>
          </p:cNvSpPr>
          <p:nvPr/>
        </p:nvSpPr>
        <p:spPr>
          <a:xfrm>
            <a:off x="1800659" y="6388346"/>
            <a:ext cx="25400" cy="25400"/>
          </a:xfrm>
          <a:prstGeom prst="ellipse">
            <a:avLst/>
          </a:prstGeom>
          <a:solidFill>
            <a:srgbClr val="566AB4">
              <a:alpha val="43000"/>
            </a:srgbClr>
          </a:solidFill>
          <a:ln w="0">
            <a:noFill/>
            <a:prstDash val="solid"/>
          </a:ln>
        </p:spPr>
      </p:sp>
      <p:sp>
        <p:nvSpPr>
          <p:cNvPr id="4724" name="LigandSeek2_vs_LigandSeek1_ellipse_10238">
            <a:extLst>
              <a:ext uri="{FF2B5EF4-FFF2-40B4-BE49-F238E27FC236}">
                <a16:creationId xmlns:a16="http://schemas.microsoft.com/office/drawing/2014/main" id="{AFBEF1EF-B278-479A-A186-098AEE235C83}"/>
              </a:ext>
            </a:extLst>
          </p:cNvPr>
          <p:cNvSpPr>
            <a:spLocks noGrp="1"/>
          </p:cNvSpPr>
          <p:nvPr/>
        </p:nvSpPr>
        <p:spPr>
          <a:xfrm>
            <a:off x="1865173" y="5817271"/>
            <a:ext cx="25400" cy="25400"/>
          </a:xfrm>
          <a:prstGeom prst="ellipse">
            <a:avLst/>
          </a:prstGeom>
          <a:solidFill>
            <a:srgbClr val="566AB4">
              <a:alpha val="43000"/>
            </a:srgbClr>
          </a:solidFill>
          <a:ln w="0">
            <a:noFill/>
            <a:prstDash val="solid"/>
          </a:ln>
        </p:spPr>
      </p:sp>
      <p:sp>
        <p:nvSpPr>
          <p:cNvPr id="4725" name="LigandSeek2_vs_LigandSeek1_ellipse_10239">
            <a:extLst>
              <a:ext uri="{FF2B5EF4-FFF2-40B4-BE49-F238E27FC236}">
                <a16:creationId xmlns:a16="http://schemas.microsoft.com/office/drawing/2014/main" id="{8D80B7AB-337B-47A7-A635-B1559B786B23}"/>
              </a:ext>
            </a:extLst>
          </p:cNvPr>
          <p:cNvSpPr>
            <a:spLocks noGrp="1"/>
          </p:cNvSpPr>
          <p:nvPr/>
        </p:nvSpPr>
        <p:spPr>
          <a:xfrm>
            <a:off x="1878266" y="6124773"/>
            <a:ext cx="25400" cy="25400"/>
          </a:xfrm>
          <a:prstGeom prst="ellipse">
            <a:avLst/>
          </a:prstGeom>
          <a:solidFill>
            <a:srgbClr val="566AB4">
              <a:alpha val="43000"/>
            </a:srgbClr>
          </a:solidFill>
          <a:ln w="0">
            <a:noFill/>
            <a:prstDash val="solid"/>
          </a:ln>
        </p:spPr>
      </p:sp>
      <p:sp>
        <p:nvSpPr>
          <p:cNvPr id="4726" name="LigandSeek2_vs_LigandSeek1_ellipse_10240">
            <a:extLst>
              <a:ext uri="{FF2B5EF4-FFF2-40B4-BE49-F238E27FC236}">
                <a16:creationId xmlns:a16="http://schemas.microsoft.com/office/drawing/2014/main" id="{727137B6-F9B6-4D36-B8CC-E053568B2A11}"/>
              </a:ext>
            </a:extLst>
          </p:cNvPr>
          <p:cNvSpPr>
            <a:spLocks noGrp="1"/>
          </p:cNvSpPr>
          <p:nvPr/>
        </p:nvSpPr>
        <p:spPr>
          <a:xfrm>
            <a:off x="1944536" y="6062017"/>
            <a:ext cx="25400" cy="25400"/>
          </a:xfrm>
          <a:prstGeom prst="ellipse">
            <a:avLst/>
          </a:prstGeom>
          <a:solidFill>
            <a:srgbClr val="566AB4">
              <a:alpha val="43000"/>
            </a:srgbClr>
          </a:solidFill>
          <a:ln w="0">
            <a:noFill/>
            <a:prstDash val="solid"/>
          </a:ln>
        </p:spPr>
      </p:sp>
      <p:sp>
        <p:nvSpPr>
          <p:cNvPr id="4727" name="LigandSeek2_vs_LigandSeek1_ellipse_10241">
            <a:extLst>
              <a:ext uri="{FF2B5EF4-FFF2-40B4-BE49-F238E27FC236}">
                <a16:creationId xmlns:a16="http://schemas.microsoft.com/office/drawing/2014/main" id="{015AE84B-2A32-4687-8168-9AFDBDD9D2BB}"/>
              </a:ext>
            </a:extLst>
          </p:cNvPr>
          <p:cNvSpPr>
            <a:spLocks noGrp="1"/>
          </p:cNvSpPr>
          <p:nvPr/>
        </p:nvSpPr>
        <p:spPr>
          <a:xfrm>
            <a:off x="1932331" y="5246195"/>
            <a:ext cx="25400" cy="25400"/>
          </a:xfrm>
          <a:prstGeom prst="ellipse">
            <a:avLst/>
          </a:prstGeom>
          <a:solidFill>
            <a:srgbClr val="566AB4">
              <a:alpha val="43000"/>
            </a:srgbClr>
          </a:solidFill>
          <a:ln w="0">
            <a:noFill/>
            <a:prstDash val="solid"/>
          </a:ln>
        </p:spPr>
      </p:sp>
      <p:sp>
        <p:nvSpPr>
          <p:cNvPr id="4728" name="LigandSeek2_vs_LigandSeek1_ellipse_10242">
            <a:extLst>
              <a:ext uri="{FF2B5EF4-FFF2-40B4-BE49-F238E27FC236}">
                <a16:creationId xmlns:a16="http://schemas.microsoft.com/office/drawing/2014/main" id="{98F9227F-D232-4742-A7B9-965FE0BDB31C}"/>
              </a:ext>
            </a:extLst>
          </p:cNvPr>
          <p:cNvSpPr>
            <a:spLocks noGrp="1"/>
          </p:cNvSpPr>
          <p:nvPr/>
        </p:nvSpPr>
        <p:spPr>
          <a:xfrm>
            <a:off x="1850072" y="6388346"/>
            <a:ext cx="25400" cy="25400"/>
          </a:xfrm>
          <a:prstGeom prst="ellipse">
            <a:avLst/>
          </a:prstGeom>
          <a:solidFill>
            <a:srgbClr val="566AB4">
              <a:alpha val="43000"/>
            </a:srgbClr>
          </a:solidFill>
          <a:ln w="0">
            <a:noFill/>
            <a:prstDash val="solid"/>
          </a:ln>
        </p:spPr>
      </p:sp>
      <p:sp>
        <p:nvSpPr>
          <p:cNvPr id="4729" name="LigandSeek2_vs_LigandSeek1_ellipse_10243">
            <a:extLst>
              <a:ext uri="{FF2B5EF4-FFF2-40B4-BE49-F238E27FC236}">
                <a16:creationId xmlns:a16="http://schemas.microsoft.com/office/drawing/2014/main" id="{297B546F-6C9D-491F-838F-98055626B5EB}"/>
              </a:ext>
            </a:extLst>
          </p:cNvPr>
          <p:cNvSpPr>
            <a:spLocks noGrp="1"/>
          </p:cNvSpPr>
          <p:nvPr/>
        </p:nvSpPr>
        <p:spPr>
          <a:xfrm>
            <a:off x="1861875" y="6212631"/>
            <a:ext cx="25400" cy="25400"/>
          </a:xfrm>
          <a:prstGeom prst="ellipse">
            <a:avLst/>
          </a:prstGeom>
          <a:solidFill>
            <a:srgbClr val="566AB4">
              <a:alpha val="43000"/>
            </a:srgbClr>
          </a:solidFill>
          <a:ln w="0">
            <a:noFill/>
            <a:prstDash val="solid"/>
          </a:ln>
        </p:spPr>
      </p:sp>
      <p:sp>
        <p:nvSpPr>
          <p:cNvPr id="4730" name="LigandSeek2_vs_LigandSeek1_ellipse_10244">
            <a:extLst>
              <a:ext uri="{FF2B5EF4-FFF2-40B4-BE49-F238E27FC236}">
                <a16:creationId xmlns:a16="http://schemas.microsoft.com/office/drawing/2014/main" id="{B9F01174-B595-4FD5-90CC-1BCBADD91567}"/>
              </a:ext>
            </a:extLst>
          </p:cNvPr>
          <p:cNvSpPr>
            <a:spLocks noGrp="1"/>
          </p:cNvSpPr>
          <p:nvPr/>
        </p:nvSpPr>
        <p:spPr>
          <a:xfrm>
            <a:off x="1885961" y="6388346"/>
            <a:ext cx="25400" cy="25400"/>
          </a:xfrm>
          <a:prstGeom prst="ellipse">
            <a:avLst/>
          </a:prstGeom>
          <a:solidFill>
            <a:srgbClr val="566AB4">
              <a:alpha val="43000"/>
            </a:srgbClr>
          </a:solidFill>
          <a:ln w="0">
            <a:noFill/>
            <a:prstDash val="solid"/>
          </a:ln>
        </p:spPr>
      </p:sp>
      <p:sp>
        <p:nvSpPr>
          <p:cNvPr id="4731" name="LigandSeek2_vs_LigandSeek1_ellipse_10245">
            <a:extLst>
              <a:ext uri="{FF2B5EF4-FFF2-40B4-BE49-F238E27FC236}">
                <a16:creationId xmlns:a16="http://schemas.microsoft.com/office/drawing/2014/main" id="{B572CEB8-2AFA-4F7E-9065-1D18A747FD7C}"/>
              </a:ext>
            </a:extLst>
          </p:cNvPr>
          <p:cNvSpPr>
            <a:spLocks noGrp="1"/>
          </p:cNvSpPr>
          <p:nvPr/>
        </p:nvSpPr>
        <p:spPr>
          <a:xfrm>
            <a:off x="1837987" y="5246195"/>
            <a:ext cx="25400" cy="25400"/>
          </a:xfrm>
          <a:prstGeom prst="ellipse">
            <a:avLst/>
          </a:prstGeom>
          <a:solidFill>
            <a:srgbClr val="566AB4">
              <a:alpha val="43000"/>
            </a:srgbClr>
          </a:solidFill>
          <a:ln w="0">
            <a:noFill/>
            <a:prstDash val="solid"/>
          </a:ln>
        </p:spPr>
      </p:sp>
      <p:sp>
        <p:nvSpPr>
          <p:cNvPr id="4732" name="LigandSeek2_vs_LigandSeek1_ellipse_10246">
            <a:extLst>
              <a:ext uri="{FF2B5EF4-FFF2-40B4-BE49-F238E27FC236}">
                <a16:creationId xmlns:a16="http://schemas.microsoft.com/office/drawing/2014/main" id="{6E58847E-5B8D-47A9-A5EB-41DEE46A0F72}"/>
              </a:ext>
            </a:extLst>
          </p:cNvPr>
          <p:cNvSpPr>
            <a:spLocks noGrp="1"/>
          </p:cNvSpPr>
          <p:nvPr/>
        </p:nvSpPr>
        <p:spPr>
          <a:xfrm>
            <a:off x="1810056" y="5246195"/>
            <a:ext cx="25400" cy="25400"/>
          </a:xfrm>
          <a:prstGeom prst="ellipse">
            <a:avLst/>
          </a:prstGeom>
          <a:solidFill>
            <a:srgbClr val="566AB4">
              <a:alpha val="43000"/>
            </a:srgbClr>
          </a:solidFill>
          <a:ln w="0">
            <a:noFill/>
            <a:prstDash val="solid"/>
          </a:ln>
        </p:spPr>
      </p:sp>
      <p:sp>
        <p:nvSpPr>
          <p:cNvPr id="4733" name="LigandSeek2_vs_LigandSeek1_ellipse_10247">
            <a:extLst>
              <a:ext uri="{FF2B5EF4-FFF2-40B4-BE49-F238E27FC236}">
                <a16:creationId xmlns:a16="http://schemas.microsoft.com/office/drawing/2014/main" id="{6E8C3BA5-004E-4113-BD88-8F8B6AE7683D}"/>
              </a:ext>
            </a:extLst>
          </p:cNvPr>
          <p:cNvSpPr>
            <a:spLocks noGrp="1"/>
          </p:cNvSpPr>
          <p:nvPr/>
        </p:nvSpPr>
        <p:spPr>
          <a:xfrm>
            <a:off x="1887178" y="6388346"/>
            <a:ext cx="25400" cy="25400"/>
          </a:xfrm>
          <a:prstGeom prst="ellipse">
            <a:avLst/>
          </a:prstGeom>
          <a:solidFill>
            <a:srgbClr val="566AB4">
              <a:alpha val="43000"/>
            </a:srgbClr>
          </a:solidFill>
          <a:ln w="0">
            <a:noFill/>
            <a:prstDash val="solid"/>
          </a:ln>
        </p:spPr>
      </p:sp>
      <p:sp>
        <p:nvSpPr>
          <p:cNvPr id="4734" name="LigandSeek2_vs_LigandSeek1_ellipse_10248">
            <a:extLst>
              <a:ext uri="{FF2B5EF4-FFF2-40B4-BE49-F238E27FC236}">
                <a16:creationId xmlns:a16="http://schemas.microsoft.com/office/drawing/2014/main" id="{812F8B85-10CC-49EE-AFD0-A74C881D0EA9}"/>
              </a:ext>
            </a:extLst>
          </p:cNvPr>
          <p:cNvSpPr>
            <a:spLocks noGrp="1"/>
          </p:cNvSpPr>
          <p:nvPr/>
        </p:nvSpPr>
        <p:spPr>
          <a:xfrm>
            <a:off x="1903490" y="6388346"/>
            <a:ext cx="25400" cy="25400"/>
          </a:xfrm>
          <a:prstGeom prst="ellipse">
            <a:avLst/>
          </a:prstGeom>
          <a:solidFill>
            <a:srgbClr val="566AB4">
              <a:alpha val="43000"/>
            </a:srgbClr>
          </a:solidFill>
          <a:ln w="0">
            <a:noFill/>
            <a:prstDash val="solid"/>
          </a:ln>
        </p:spPr>
      </p:sp>
      <p:sp>
        <p:nvSpPr>
          <p:cNvPr id="4735" name="LigandSeek2_vs_LigandSeek1_ellipse_10249">
            <a:extLst>
              <a:ext uri="{FF2B5EF4-FFF2-40B4-BE49-F238E27FC236}">
                <a16:creationId xmlns:a16="http://schemas.microsoft.com/office/drawing/2014/main" id="{262A8EAC-BE92-4820-95E5-72BA9A949D09}"/>
              </a:ext>
            </a:extLst>
          </p:cNvPr>
          <p:cNvSpPr>
            <a:spLocks noGrp="1"/>
          </p:cNvSpPr>
          <p:nvPr/>
        </p:nvSpPr>
        <p:spPr>
          <a:xfrm>
            <a:off x="1878830" y="5246195"/>
            <a:ext cx="25400" cy="25400"/>
          </a:xfrm>
          <a:prstGeom prst="ellipse">
            <a:avLst/>
          </a:prstGeom>
          <a:solidFill>
            <a:srgbClr val="566AB4">
              <a:alpha val="43000"/>
            </a:srgbClr>
          </a:solidFill>
          <a:ln w="0">
            <a:noFill/>
            <a:prstDash val="solid"/>
          </a:ln>
        </p:spPr>
      </p:sp>
      <p:sp>
        <p:nvSpPr>
          <p:cNvPr id="4736" name="LigandSeek2_vs_LigandSeek1_ellipse_10250">
            <a:extLst>
              <a:ext uri="{FF2B5EF4-FFF2-40B4-BE49-F238E27FC236}">
                <a16:creationId xmlns:a16="http://schemas.microsoft.com/office/drawing/2014/main" id="{3D8FCECF-AB40-41F9-8749-7E564172ECA2}"/>
              </a:ext>
            </a:extLst>
          </p:cNvPr>
          <p:cNvSpPr>
            <a:spLocks noGrp="1"/>
          </p:cNvSpPr>
          <p:nvPr/>
        </p:nvSpPr>
        <p:spPr>
          <a:xfrm>
            <a:off x="1948510" y="5246195"/>
            <a:ext cx="25400" cy="25400"/>
          </a:xfrm>
          <a:prstGeom prst="ellipse">
            <a:avLst/>
          </a:prstGeom>
          <a:solidFill>
            <a:srgbClr val="566AB4">
              <a:alpha val="43000"/>
            </a:srgbClr>
          </a:solidFill>
          <a:ln w="0">
            <a:noFill/>
            <a:prstDash val="solid"/>
          </a:ln>
        </p:spPr>
      </p:sp>
      <p:sp>
        <p:nvSpPr>
          <p:cNvPr id="4737" name="LigandSeek2_vs_LigandSeek1_ellipse_10251">
            <a:extLst>
              <a:ext uri="{FF2B5EF4-FFF2-40B4-BE49-F238E27FC236}">
                <a16:creationId xmlns:a16="http://schemas.microsoft.com/office/drawing/2014/main" id="{9FEB99BB-A509-4ABF-AEB2-6DDC357652D7}"/>
              </a:ext>
            </a:extLst>
          </p:cNvPr>
          <p:cNvSpPr>
            <a:spLocks noGrp="1"/>
          </p:cNvSpPr>
          <p:nvPr/>
        </p:nvSpPr>
        <p:spPr>
          <a:xfrm>
            <a:off x="1827136" y="5388964"/>
            <a:ext cx="25400" cy="25400"/>
          </a:xfrm>
          <a:prstGeom prst="ellipse">
            <a:avLst/>
          </a:prstGeom>
          <a:solidFill>
            <a:srgbClr val="566AB4">
              <a:alpha val="43000"/>
            </a:srgbClr>
          </a:solidFill>
          <a:ln w="0">
            <a:noFill/>
            <a:prstDash val="solid"/>
          </a:ln>
        </p:spPr>
      </p:sp>
      <p:sp>
        <p:nvSpPr>
          <p:cNvPr id="4738" name="LigandSeek2_vs_LigandSeek1_ellipse_10252">
            <a:extLst>
              <a:ext uri="{FF2B5EF4-FFF2-40B4-BE49-F238E27FC236}">
                <a16:creationId xmlns:a16="http://schemas.microsoft.com/office/drawing/2014/main" id="{E25A9B59-75EF-42C6-AAD5-958C86393839}"/>
              </a:ext>
            </a:extLst>
          </p:cNvPr>
          <p:cNvSpPr>
            <a:spLocks noGrp="1"/>
          </p:cNvSpPr>
          <p:nvPr/>
        </p:nvSpPr>
        <p:spPr>
          <a:xfrm>
            <a:off x="1930299" y="6388346"/>
            <a:ext cx="25400" cy="25400"/>
          </a:xfrm>
          <a:prstGeom prst="ellipse">
            <a:avLst/>
          </a:prstGeom>
          <a:solidFill>
            <a:srgbClr val="566AB4">
              <a:alpha val="43000"/>
            </a:srgbClr>
          </a:solidFill>
          <a:ln w="0">
            <a:noFill/>
            <a:prstDash val="solid"/>
          </a:ln>
        </p:spPr>
      </p:sp>
      <p:sp>
        <p:nvSpPr>
          <p:cNvPr id="4739" name="LigandSeek2_vs_LigandSeek1_ellipse_10253">
            <a:extLst>
              <a:ext uri="{FF2B5EF4-FFF2-40B4-BE49-F238E27FC236}">
                <a16:creationId xmlns:a16="http://schemas.microsoft.com/office/drawing/2014/main" id="{8624ABAD-EB0D-464D-854B-8E84DB2C673E}"/>
              </a:ext>
            </a:extLst>
          </p:cNvPr>
          <p:cNvSpPr>
            <a:spLocks noGrp="1"/>
          </p:cNvSpPr>
          <p:nvPr/>
        </p:nvSpPr>
        <p:spPr>
          <a:xfrm>
            <a:off x="1862953" y="5817271"/>
            <a:ext cx="25400" cy="25400"/>
          </a:xfrm>
          <a:prstGeom prst="ellipse">
            <a:avLst/>
          </a:prstGeom>
          <a:solidFill>
            <a:srgbClr val="566AB4">
              <a:alpha val="43000"/>
            </a:srgbClr>
          </a:solidFill>
          <a:ln w="0">
            <a:noFill/>
            <a:prstDash val="solid"/>
          </a:ln>
        </p:spPr>
      </p:sp>
      <p:sp>
        <p:nvSpPr>
          <p:cNvPr id="4740" name="LigandSeek2_vs_LigandSeek1_ellipse_10254">
            <a:extLst>
              <a:ext uri="{FF2B5EF4-FFF2-40B4-BE49-F238E27FC236}">
                <a16:creationId xmlns:a16="http://schemas.microsoft.com/office/drawing/2014/main" id="{FA96F0F7-CE83-4114-A942-60B741609891}"/>
              </a:ext>
            </a:extLst>
          </p:cNvPr>
          <p:cNvSpPr>
            <a:spLocks noGrp="1"/>
          </p:cNvSpPr>
          <p:nvPr/>
        </p:nvSpPr>
        <p:spPr>
          <a:xfrm>
            <a:off x="1814915" y="5246195"/>
            <a:ext cx="25400" cy="25400"/>
          </a:xfrm>
          <a:prstGeom prst="ellipse">
            <a:avLst/>
          </a:prstGeom>
          <a:solidFill>
            <a:srgbClr val="566AB4">
              <a:alpha val="43000"/>
            </a:srgbClr>
          </a:solidFill>
          <a:ln w="0">
            <a:noFill/>
            <a:prstDash val="solid"/>
          </a:ln>
        </p:spPr>
      </p:sp>
      <p:sp>
        <p:nvSpPr>
          <p:cNvPr id="4741" name="LigandSeek2_vs_LigandSeek1_ellipse_10255">
            <a:extLst>
              <a:ext uri="{FF2B5EF4-FFF2-40B4-BE49-F238E27FC236}">
                <a16:creationId xmlns:a16="http://schemas.microsoft.com/office/drawing/2014/main" id="{17FA3381-3747-4725-8FB9-39B1D8DB2613}"/>
              </a:ext>
            </a:extLst>
          </p:cNvPr>
          <p:cNvSpPr>
            <a:spLocks noGrp="1"/>
          </p:cNvSpPr>
          <p:nvPr/>
        </p:nvSpPr>
        <p:spPr>
          <a:xfrm>
            <a:off x="1872432" y="5246195"/>
            <a:ext cx="25400" cy="25400"/>
          </a:xfrm>
          <a:prstGeom prst="ellipse">
            <a:avLst/>
          </a:prstGeom>
          <a:solidFill>
            <a:srgbClr val="566AB4">
              <a:alpha val="43000"/>
            </a:srgbClr>
          </a:solidFill>
          <a:ln w="0">
            <a:noFill/>
            <a:prstDash val="solid"/>
          </a:ln>
        </p:spPr>
      </p:sp>
      <p:sp>
        <p:nvSpPr>
          <p:cNvPr id="4742" name="LigandSeek2_vs_LigandSeek1_ellipse_10256">
            <a:extLst>
              <a:ext uri="{FF2B5EF4-FFF2-40B4-BE49-F238E27FC236}">
                <a16:creationId xmlns:a16="http://schemas.microsoft.com/office/drawing/2014/main" id="{40CA7689-876B-4AE7-809F-3F3B72F7E109}"/>
              </a:ext>
            </a:extLst>
          </p:cNvPr>
          <p:cNvSpPr>
            <a:spLocks noGrp="1"/>
          </p:cNvSpPr>
          <p:nvPr/>
        </p:nvSpPr>
        <p:spPr>
          <a:xfrm>
            <a:off x="1878310" y="5246195"/>
            <a:ext cx="25400" cy="25400"/>
          </a:xfrm>
          <a:prstGeom prst="ellipse">
            <a:avLst/>
          </a:prstGeom>
          <a:solidFill>
            <a:srgbClr val="566AB4">
              <a:alpha val="43000"/>
            </a:srgbClr>
          </a:solidFill>
          <a:ln w="0">
            <a:noFill/>
            <a:prstDash val="solid"/>
          </a:ln>
        </p:spPr>
      </p:sp>
      <p:sp>
        <p:nvSpPr>
          <p:cNvPr id="4743" name="LigandSeek2_vs_LigandSeek1_ellipse_10257">
            <a:extLst>
              <a:ext uri="{FF2B5EF4-FFF2-40B4-BE49-F238E27FC236}">
                <a16:creationId xmlns:a16="http://schemas.microsoft.com/office/drawing/2014/main" id="{0641297E-F49F-4EAA-BB2E-9BA392B40A55}"/>
              </a:ext>
            </a:extLst>
          </p:cNvPr>
          <p:cNvSpPr>
            <a:spLocks noGrp="1"/>
          </p:cNvSpPr>
          <p:nvPr/>
        </p:nvSpPr>
        <p:spPr>
          <a:xfrm>
            <a:off x="1815483" y="5246195"/>
            <a:ext cx="25400" cy="25400"/>
          </a:xfrm>
          <a:prstGeom prst="ellipse">
            <a:avLst/>
          </a:prstGeom>
          <a:solidFill>
            <a:srgbClr val="566AB4">
              <a:alpha val="43000"/>
            </a:srgbClr>
          </a:solidFill>
          <a:ln w="0">
            <a:noFill/>
            <a:prstDash val="solid"/>
          </a:ln>
        </p:spPr>
      </p:sp>
      <p:sp>
        <p:nvSpPr>
          <p:cNvPr id="4744" name="LigandSeek2_vs_LigandSeek1_ellipse_10258">
            <a:extLst>
              <a:ext uri="{FF2B5EF4-FFF2-40B4-BE49-F238E27FC236}">
                <a16:creationId xmlns:a16="http://schemas.microsoft.com/office/drawing/2014/main" id="{F3FB2EA1-5226-410F-8E45-29C93C57ADEF}"/>
              </a:ext>
            </a:extLst>
          </p:cNvPr>
          <p:cNvSpPr>
            <a:spLocks noGrp="1"/>
          </p:cNvSpPr>
          <p:nvPr/>
        </p:nvSpPr>
        <p:spPr>
          <a:xfrm>
            <a:off x="1840699" y="5817271"/>
            <a:ext cx="25400" cy="25400"/>
          </a:xfrm>
          <a:prstGeom prst="ellipse">
            <a:avLst/>
          </a:prstGeom>
          <a:solidFill>
            <a:srgbClr val="566AB4">
              <a:alpha val="43000"/>
            </a:srgbClr>
          </a:solidFill>
          <a:ln w="0">
            <a:noFill/>
            <a:prstDash val="solid"/>
          </a:ln>
        </p:spPr>
      </p:sp>
      <p:sp>
        <p:nvSpPr>
          <p:cNvPr id="4745" name="LigandSeek2_vs_LigandSeek1_ellipse_10259">
            <a:extLst>
              <a:ext uri="{FF2B5EF4-FFF2-40B4-BE49-F238E27FC236}">
                <a16:creationId xmlns:a16="http://schemas.microsoft.com/office/drawing/2014/main" id="{EEC98F41-FB30-4E17-BA64-381708F8D463}"/>
              </a:ext>
            </a:extLst>
          </p:cNvPr>
          <p:cNvSpPr>
            <a:spLocks noGrp="1"/>
          </p:cNvSpPr>
          <p:nvPr/>
        </p:nvSpPr>
        <p:spPr>
          <a:xfrm>
            <a:off x="1804644" y="5817271"/>
            <a:ext cx="25400" cy="25400"/>
          </a:xfrm>
          <a:prstGeom prst="ellipse">
            <a:avLst/>
          </a:prstGeom>
          <a:solidFill>
            <a:srgbClr val="566AB4">
              <a:alpha val="43000"/>
            </a:srgbClr>
          </a:solidFill>
          <a:ln w="0">
            <a:noFill/>
            <a:prstDash val="solid"/>
          </a:ln>
        </p:spPr>
      </p:sp>
      <p:sp>
        <p:nvSpPr>
          <p:cNvPr id="4746" name="LigandSeek2_vs_LigandSeek1_ellipse_10260">
            <a:extLst>
              <a:ext uri="{FF2B5EF4-FFF2-40B4-BE49-F238E27FC236}">
                <a16:creationId xmlns:a16="http://schemas.microsoft.com/office/drawing/2014/main" id="{E08F39E6-282E-478F-906A-75B3C8425A04}"/>
              </a:ext>
            </a:extLst>
          </p:cNvPr>
          <p:cNvSpPr>
            <a:spLocks noGrp="1"/>
          </p:cNvSpPr>
          <p:nvPr/>
        </p:nvSpPr>
        <p:spPr>
          <a:xfrm>
            <a:off x="1874561" y="5817271"/>
            <a:ext cx="25400" cy="25400"/>
          </a:xfrm>
          <a:prstGeom prst="ellipse">
            <a:avLst/>
          </a:prstGeom>
          <a:solidFill>
            <a:srgbClr val="566AB4">
              <a:alpha val="43000"/>
            </a:srgbClr>
          </a:solidFill>
          <a:ln w="0">
            <a:noFill/>
            <a:prstDash val="solid"/>
          </a:ln>
        </p:spPr>
      </p:sp>
      <p:sp>
        <p:nvSpPr>
          <p:cNvPr id="4747" name="LigandSeek2_vs_LigandSeek1_ellipse_10261">
            <a:extLst>
              <a:ext uri="{FF2B5EF4-FFF2-40B4-BE49-F238E27FC236}">
                <a16:creationId xmlns:a16="http://schemas.microsoft.com/office/drawing/2014/main" id="{B3F50B13-F7F1-48FE-BB16-E6AE7BC3D687}"/>
              </a:ext>
            </a:extLst>
          </p:cNvPr>
          <p:cNvSpPr>
            <a:spLocks noGrp="1"/>
          </p:cNvSpPr>
          <p:nvPr/>
        </p:nvSpPr>
        <p:spPr>
          <a:xfrm>
            <a:off x="1863895" y="5531733"/>
            <a:ext cx="25400" cy="25400"/>
          </a:xfrm>
          <a:prstGeom prst="ellipse">
            <a:avLst/>
          </a:prstGeom>
          <a:solidFill>
            <a:srgbClr val="566AB4">
              <a:alpha val="43000"/>
            </a:srgbClr>
          </a:solidFill>
          <a:ln w="0">
            <a:noFill/>
            <a:prstDash val="solid"/>
          </a:ln>
        </p:spPr>
      </p:sp>
      <p:sp>
        <p:nvSpPr>
          <p:cNvPr id="4748" name="LigandSeek2_vs_LigandSeek1_ellipse_10262">
            <a:extLst>
              <a:ext uri="{FF2B5EF4-FFF2-40B4-BE49-F238E27FC236}">
                <a16:creationId xmlns:a16="http://schemas.microsoft.com/office/drawing/2014/main" id="{64A7B32D-DEE3-4A6E-86D0-AC8325C0607E}"/>
              </a:ext>
            </a:extLst>
          </p:cNvPr>
          <p:cNvSpPr>
            <a:spLocks noGrp="1"/>
          </p:cNvSpPr>
          <p:nvPr/>
        </p:nvSpPr>
        <p:spPr>
          <a:xfrm>
            <a:off x="1804879" y="6031424"/>
            <a:ext cx="25400" cy="25400"/>
          </a:xfrm>
          <a:prstGeom prst="ellipse">
            <a:avLst/>
          </a:prstGeom>
          <a:solidFill>
            <a:srgbClr val="566AB4">
              <a:alpha val="43000"/>
            </a:srgbClr>
          </a:solidFill>
          <a:ln w="0">
            <a:noFill/>
            <a:prstDash val="solid"/>
          </a:ln>
        </p:spPr>
      </p:sp>
      <p:sp>
        <p:nvSpPr>
          <p:cNvPr id="4749" name="LigandSeek2_vs_LigandSeek1_ellipse_10263">
            <a:extLst>
              <a:ext uri="{FF2B5EF4-FFF2-40B4-BE49-F238E27FC236}">
                <a16:creationId xmlns:a16="http://schemas.microsoft.com/office/drawing/2014/main" id="{BB0A6F9B-7CB4-467E-8BC2-42D8C89BFA74}"/>
              </a:ext>
            </a:extLst>
          </p:cNvPr>
          <p:cNvSpPr>
            <a:spLocks noGrp="1"/>
          </p:cNvSpPr>
          <p:nvPr/>
        </p:nvSpPr>
        <p:spPr>
          <a:xfrm>
            <a:off x="1898065" y="6388346"/>
            <a:ext cx="25400" cy="25400"/>
          </a:xfrm>
          <a:prstGeom prst="ellipse">
            <a:avLst/>
          </a:prstGeom>
          <a:solidFill>
            <a:srgbClr val="566AB4">
              <a:alpha val="43000"/>
            </a:srgbClr>
          </a:solidFill>
          <a:ln w="0">
            <a:noFill/>
            <a:prstDash val="solid"/>
          </a:ln>
        </p:spPr>
      </p:sp>
      <p:sp>
        <p:nvSpPr>
          <p:cNvPr id="4750" name="LigandSeek2_vs_LigandSeek1_ellipse_10264">
            <a:extLst>
              <a:ext uri="{FF2B5EF4-FFF2-40B4-BE49-F238E27FC236}">
                <a16:creationId xmlns:a16="http://schemas.microsoft.com/office/drawing/2014/main" id="{7A535BFD-6A92-4E94-A0BC-57E919BEFA3E}"/>
              </a:ext>
            </a:extLst>
          </p:cNvPr>
          <p:cNvSpPr>
            <a:spLocks noGrp="1"/>
          </p:cNvSpPr>
          <p:nvPr/>
        </p:nvSpPr>
        <p:spPr>
          <a:xfrm>
            <a:off x="1884057" y="5317580"/>
            <a:ext cx="25400" cy="25400"/>
          </a:xfrm>
          <a:prstGeom prst="ellipse">
            <a:avLst/>
          </a:prstGeom>
          <a:solidFill>
            <a:srgbClr val="566AB4">
              <a:alpha val="43000"/>
            </a:srgbClr>
          </a:solidFill>
          <a:ln w="0">
            <a:noFill/>
            <a:prstDash val="solid"/>
          </a:ln>
        </p:spPr>
      </p:sp>
      <p:sp>
        <p:nvSpPr>
          <p:cNvPr id="4751" name="LigandSeek2_vs_LigandSeek1_ellipse_10265">
            <a:extLst>
              <a:ext uri="{FF2B5EF4-FFF2-40B4-BE49-F238E27FC236}">
                <a16:creationId xmlns:a16="http://schemas.microsoft.com/office/drawing/2014/main" id="{B9E1002A-FFF6-4C1A-874F-F65FD04FF7DA}"/>
              </a:ext>
            </a:extLst>
          </p:cNvPr>
          <p:cNvSpPr>
            <a:spLocks noGrp="1"/>
          </p:cNvSpPr>
          <p:nvPr/>
        </p:nvSpPr>
        <p:spPr>
          <a:xfrm>
            <a:off x="1839723" y="5528663"/>
            <a:ext cx="25400" cy="25400"/>
          </a:xfrm>
          <a:prstGeom prst="ellipse">
            <a:avLst/>
          </a:prstGeom>
          <a:solidFill>
            <a:srgbClr val="566AB4">
              <a:alpha val="43000"/>
            </a:srgbClr>
          </a:solidFill>
          <a:ln w="0">
            <a:noFill/>
            <a:prstDash val="solid"/>
          </a:ln>
        </p:spPr>
      </p:sp>
      <p:sp>
        <p:nvSpPr>
          <p:cNvPr id="4752" name="LigandSeek2_vs_LigandSeek1_ellipse_10266">
            <a:extLst>
              <a:ext uri="{FF2B5EF4-FFF2-40B4-BE49-F238E27FC236}">
                <a16:creationId xmlns:a16="http://schemas.microsoft.com/office/drawing/2014/main" id="{D83CE7A2-8A70-42EB-8E03-067B5F043910}"/>
              </a:ext>
            </a:extLst>
          </p:cNvPr>
          <p:cNvSpPr>
            <a:spLocks noGrp="1"/>
          </p:cNvSpPr>
          <p:nvPr/>
        </p:nvSpPr>
        <p:spPr>
          <a:xfrm>
            <a:off x="1907570" y="5844465"/>
            <a:ext cx="25400" cy="25400"/>
          </a:xfrm>
          <a:prstGeom prst="ellipse">
            <a:avLst/>
          </a:prstGeom>
          <a:solidFill>
            <a:srgbClr val="566AB4">
              <a:alpha val="43000"/>
            </a:srgbClr>
          </a:solidFill>
          <a:ln w="0">
            <a:noFill/>
            <a:prstDash val="solid"/>
          </a:ln>
        </p:spPr>
      </p:sp>
      <p:sp>
        <p:nvSpPr>
          <p:cNvPr id="4753" name="LigandSeek2_vs_LigandSeek1_ellipse_10267">
            <a:extLst>
              <a:ext uri="{FF2B5EF4-FFF2-40B4-BE49-F238E27FC236}">
                <a16:creationId xmlns:a16="http://schemas.microsoft.com/office/drawing/2014/main" id="{3421EC6F-4E90-4EFB-8638-FB96EF312BCF}"/>
              </a:ext>
            </a:extLst>
          </p:cNvPr>
          <p:cNvSpPr>
            <a:spLocks noGrp="1"/>
          </p:cNvSpPr>
          <p:nvPr/>
        </p:nvSpPr>
        <p:spPr>
          <a:xfrm>
            <a:off x="1890629" y="5246195"/>
            <a:ext cx="25400" cy="25400"/>
          </a:xfrm>
          <a:prstGeom prst="ellipse">
            <a:avLst/>
          </a:prstGeom>
          <a:solidFill>
            <a:srgbClr val="566AB4">
              <a:alpha val="43000"/>
            </a:srgbClr>
          </a:solidFill>
          <a:ln w="0">
            <a:noFill/>
            <a:prstDash val="solid"/>
          </a:ln>
        </p:spPr>
      </p:sp>
      <p:sp>
        <p:nvSpPr>
          <p:cNvPr id="4754" name="LigandSeek2_vs_LigandSeek1_ellipse_10268">
            <a:extLst>
              <a:ext uri="{FF2B5EF4-FFF2-40B4-BE49-F238E27FC236}">
                <a16:creationId xmlns:a16="http://schemas.microsoft.com/office/drawing/2014/main" id="{EAE21D41-E187-4D2E-8158-B2AC2CCF6298}"/>
              </a:ext>
            </a:extLst>
          </p:cNvPr>
          <p:cNvSpPr>
            <a:spLocks noGrp="1"/>
          </p:cNvSpPr>
          <p:nvPr/>
        </p:nvSpPr>
        <p:spPr>
          <a:xfrm>
            <a:off x="1923227" y="6225182"/>
            <a:ext cx="25400" cy="25400"/>
          </a:xfrm>
          <a:prstGeom prst="ellipse">
            <a:avLst/>
          </a:prstGeom>
          <a:solidFill>
            <a:srgbClr val="566AB4">
              <a:alpha val="43000"/>
            </a:srgbClr>
          </a:solidFill>
          <a:ln w="0">
            <a:noFill/>
            <a:prstDash val="solid"/>
          </a:ln>
        </p:spPr>
      </p:sp>
      <p:sp>
        <p:nvSpPr>
          <p:cNvPr id="4755" name="LigandSeek2_vs_LigandSeek1_ellipse_10269">
            <a:extLst>
              <a:ext uri="{FF2B5EF4-FFF2-40B4-BE49-F238E27FC236}">
                <a16:creationId xmlns:a16="http://schemas.microsoft.com/office/drawing/2014/main" id="{7B47F1DA-DB28-4BCF-8BA5-0D28EE8B7603}"/>
              </a:ext>
            </a:extLst>
          </p:cNvPr>
          <p:cNvSpPr>
            <a:spLocks noGrp="1"/>
          </p:cNvSpPr>
          <p:nvPr/>
        </p:nvSpPr>
        <p:spPr>
          <a:xfrm>
            <a:off x="1863295" y="5817271"/>
            <a:ext cx="25400" cy="25400"/>
          </a:xfrm>
          <a:prstGeom prst="ellipse">
            <a:avLst/>
          </a:prstGeom>
          <a:solidFill>
            <a:srgbClr val="566AB4">
              <a:alpha val="43000"/>
            </a:srgbClr>
          </a:solidFill>
          <a:ln w="0">
            <a:noFill/>
            <a:prstDash val="solid"/>
          </a:ln>
        </p:spPr>
      </p:sp>
      <p:sp>
        <p:nvSpPr>
          <p:cNvPr id="4756" name="LigandSeek2_vs_LigandSeek1_ellipse_10270">
            <a:extLst>
              <a:ext uri="{FF2B5EF4-FFF2-40B4-BE49-F238E27FC236}">
                <a16:creationId xmlns:a16="http://schemas.microsoft.com/office/drawing/2014/main" id="{9CA775B9-4FB3-48E1-8925-70AC02DDD23B}"/>
              </a:ext>
            </a:extLst>
          </p:cNvPr>
          <p:cNvSpPr>
            <a:spLocks noGrp="1"/>
          </p:cNvSpPr>
          <p:nvPr/>
        </p:nvSpPr>
        <p:spPr>
          <a:xfrm>
            <a:off x="1844100" y="6356108"/>
            <a:ext cx="25400" cy="25400"/>
          </a:xfrm>
          <a:prstGeom prst="ellipse">
            <a:avLst/>
          </a:prstGeom>
          <a:solidFill>
            <a:srgbClr val="566AB4">
              <a:alpha val="43000"/>
            </a:srgbClr>
          </a:solidFill>
          <a:ln w="0">
            <a:noFill/>
            <a:prstDash val="solid"/>
          </a:ln>
        </p:spPr>
      </p:sp>
      <p:sp>
        <p:nvSpPr>
          <p:cNvPr id="4757" name="LigandSeek2_vs_LigandSeek1_ellipse_10271">
            <a:extLst>
              <a:ext uri="{FF2B5EF4-FFF2-40B4-BE49-F238E27FC236}">
                <a16:creationId xmlns:a16="http://schemas.microsoft.com/office/drawing/2014/main" id="{3E3F2D5C-D0A0-43F9-8CB0-C99FF8A51EC1}"/>
              </a:ext>
            </a:extLst>
          </p:cNvPr>
          <p:cNvSpPr>
            <a:spLocks noGrp="1"/>
          </p:cNvSpPr>
          <p:nvPr/>
        </p:nvSpPr>
        <p:spPr>
          <a:xfrm>
            <a:off x="1848018" y="5626912"/>
            <a:ext cx="25400" cy="25400"/>
          </a:xfrm>
          <a:prstGeom prst="ellipse">
            <a:avLst/>
          </a:prstGeom>
          <a:solidFill>
            <a:srgbClr val="566AB4">
              <a:alpha val="43000"/>
            </a:srgbClr>
          </a:solidFill>
          <a:ln w="0">
            <a:noFill/>
            <a:prstDash val="solid"/>
          </a:ln>
        </p:spPr>
      </p:sp>
      <p:sp>
        <p:nvSpPr>
          <p:cNvPr id="4758" name="LigandSeek2_vs_LigandSeek1_ellipse_10272">
            <a:extLst>
              <a:ext uri="{FF2B5EF4-FFF2-40B4-BE49-F238E27FC236}">
                <a16:creationId xmlns:a16="http://schemas.microsoft.com/office/drawing/2014/main" id="{08874E66-E69A-4842-BF46-72F2BFE5585E}"/>
              </a:ext>
            </a:extLst>
          </p:cNvPr>
          <p:cNvSpPr>
            <a:spLocks noGrp="1"/>
          </p:cNvSpPr>
          <p:nvPr/>
        </p:nvSpPr>
        <p:spPr>
          <a:xfrm>
            <a:off x="1856619" y="5246195"/>
            <a:ext cx="25400" cy="25400"/>
          </a:xfrm>
          <a:prstGeom prst="ellipse">
            <a:avLst/>
          </a:prstGeom>
          <a:solidFill>
            <a:srgbClr val="566AB4">
              <a:alpha val="43000"/>
            </a:srgbClr>
          </a:solidFill>
          <a:ln w="0">
            <a:noFill/>
            <a:prstDash val="solid"/>
          </a:ln>
        </p:spPr>
      </p:sp>
      <p:sp>
        <p:nvSpPr>
          <p:cNvPr id="4759" name="LigandSeek2_vs_LigandSeek1_ellipse_10273">
            <a:extLst>
              <a:ext uri="{FF2B5EF4-FFF2-40B4-BE49-F238E27FC236}">
                <a16:creationId xmlns:a16="http://schemas.microsoft.com/office/drawing/2014/main" id="{61F46889-6357-4485-A81E-C233BBEF9C39}"/>
              </a:ext>
            </a:extLst>
          </p:cNvPr>
          <p:cNvSpPr>
            <a:spLocks noGrp="1"/>
          </p:cNvSpPr>
          <p:nvPr/>
        </p:nvSpPr>
        <p:spPr>
          <a:xfrm>
            <a:off x="1887080" y="5246195"/>
            <a:ext cx="25400" cy="25400"/>
          </a:xfrm>
          <a:prstGeom prst="ellipse">
            <a:avLst/>
          </a:prstGeom>
          <a:solidFill>
            <a:srgbClr val="566AB4">
              <a:alpha val="43000"/>
            </a:srgbClr>
          </a:solidFill>
          <a:ln w="0">
            <a:noFill/>
            <a:prstDash val="solid"/>
          </a:ln>
        </p:spPr>
      </p:sp>
      <p:sp>
        <p:nvSpPr>
          <p:cNvPr id="4760" name="LigandSeek2_vs_LigandSeek1_ellipse_10274">
            <a:extLst>
              <a:ext uri="{FF2B5EF4-FFF2-40B4-BE49-F238E27FC236}">
                <a16:creationId xmlns:a16="http://schemas.microsoft.com/office/drawing/2014/main" id="{D7892928-0362-42CF-9A51-E0E0D000D3D6}"/>
              </a:ext>
            </a:extLst>
          </p:cNvPr>
          <p:cNvSpPr>
            <a:spLocks noGrp="1"/>
          </p:cNvSpPr>
          <p:nvPr/>
        </p:nvSpPr>
        <p:spPr>
          <a:xfrm>
            <a:off x="1902038" y="5246195"/>
            <a:ext cx="25400" cy="25400"/>
          </a:xfrm>
          <a:prstGeom prst="ellipse">
            <a:avLst/>
          </a:prstGeom>
          <a:solidFill>
            <a:srgbClr val="566AB4">
              <a:alpha val="43000"/>
            </a:srgbClr>
          </a:solidFill>
          <a:ln w="0">
            <a:noFill/>
            <a:prstDash val="solid"/>
          </a:ln>
        </p:spPr>
      </p:sp>
      <p:sp>
        <p:nvSpPr>
          <p:cNvPr id="4761" name="LigandSeek2_vs_LigandSeek1_ellipse_10275">
            <a:extLst>
              <a:ext uri="{FF2B5EF4-FFF2-40B4-BE49-F238E27FC236}">
                <a16:creationId xmlns:a16="http://schemas.microsoft.com/office/drawing/2014/main" id="{80A93DDC-B5EA-4951-93BC-3BE0AF7FC03C}"/>
              </a:ext>
            </a:extLst>
          </p:cNvPr>
          <p:cNvSpPr>
            <a:spLocks noGrp="1"/>
          </p:cNvSpPr>
          <p:nvPr/>
        </p:nvSpPr>
        <p:spPr>
          <a:xfrm>
            <a:off x="1854221" y="6102808"/>
            <a:ext cx="25400" cy="25400"/>
          </a:xfrm>
          <a:prstGeom prst="ellipse">
            <a:avLst/>
          </a:prstGeom>
          <a:solidFill>
            <a:srgbClr val="566AB4">
              <a:alpha val="43000"/>
            </a:srgbClr>
          </a:solidFill>
          <a:ln w="0">
            <a:noFill/>
            <a:prstDash val="solid"/>
          </a:ln>
        </p:spPr>
      </p:sp>
      <p:sp>
        <p:nvSpPr>
          <p:cNvPr id="4762" name="LigandSeek2_vs_LigandSeek1_ellipse_10276">
            <a:extLst>
              <a:ext uri="{FF2B5EF4-FFF2-40B4-BE49-F238E27FC236}">
                <a16:creationId xmlns:a16="http://schemas.microsoft.com/office/drawing/2014/main" id="{7C74AF60-F780-4F1A-8D8A-DC604B949CE4}"/>
              </a:ext>
            </a:extLst>
          </p:cNvPr>
          <p:cNvSpPr>
            <a:spLocks noGrp="1"/>
          </p:cNvSpPr>
          <p:nvPr/>
        </p:nvSpPr>
        <p:spPr>
          <a:xfrm>
            <a:off x="1926559" y="6388346"/>
            <a:ext cx="25400" cy="25400"/>
          </a:xfrm>
          <a:prstGeom prst="ellipse">
            <a:avLst/>
          </a:prstGeom>
          <a:solidFill>
            <a:srgbClr val="566AB4">
              <a:alpha val="43000"/>
            </a:srgbClr>
          </a:solidFill>
          <a:ln w="0">
            <a:noFill/>
            <a:prstDash val="solid"/>
          </a:ln>
        </p:spPr>
      </p:sp>
      <p:sp>
        <p:nvSpPr>
          <p:cNvPr id="4763" name="LigandSeek2_vs_LigandSeek1_ellipse_10277">
            <a:extLst>
              <a:ext uri="{FF2B5EF4-FFF2-40B4-BE49-F238E27FC236}">
                <a16:creationId xmlns:a16="http://schemas.microsoft.com/office/drawing/2014/main" id="{31F6A2D4-DEBA-4957-9F8A-B67CD06FB412}"/>
              </a:ext>
            </a:extLst>
          </p:cNvPr>
          <p:cNvSpPr>
            <a:spLocks noGrp="1"/>
          </p:cNvSpPr>
          <p:nvPr/>
        </p:nvSpPr>
        <p:spPr>
          <a:xfrm>
            <a:off x="1896747" y="5436554"/>
            <a:ext cx="25400" cy="25400"/>
          </a:xfrm>
          <a:prstGeom prst="ellipse">
            <a:avLst/>
          </a:prstGeom>
          <a:solidFill>
            <a:srgbClr val="566AB4">
              <a:alpha val="43000"/>
            </a:srgbClr>
          </a:solidFill>
          <a:ln w="0">
            <a:noFill/>
            <a:prstDash val="solid"/>
          </a:ln>
        </p:spPr>
      </p:sp>
      <p:sp>
        <p:nvSpPr>
          <p:cNvPr id="4764" name="LigandSeek2_vs_LigandSeek1_ellipse_10278">
            <a:extLst>
              <a:ext uri="{FF2B5EF4-FFF2-40B4-BE49-F238E27FC236}">
                <a16:creationId xmlns:a16="http://schemas.microsoft.com/office/drawing/2014/main" id="{C9521DC0-A4FD-4FE9-B674-3456EA6B6F31}"/>
              </a:ext>
            </a:extLst>
          </p:cNvPr>
          <p:cNvSpPr>
            <a:spLocks noGrp="1"/>
          </p:cNvSpPr>
          <p:nvPr/>
        </p:nvSpPr>
        <p:spPr>
          <a:xfrm>
            <a:off x="1936738" y="5572524"/>
            <a:ext cx="25400" cy="25400"/>
          </a:xfrm>
          <a:prstGeom prst="ellipse">
            <a:avLst/>
          </a:prstGeom>
          <a:solidFill>
            <a:srgbClr val="566AB4">
              <a:alpha val="43000"/>
            </a:srgbClr>
          </a:solidFill>
          <a:ln w="0">
            <a:noFill/>
            <a:prstDash val="solid"/>
          </a:ln>
        </p:spPr>
      </p:sp>
      <p:sp>
        <p:nvSpPr>
          <p:cNvPr id="4765" name="LigandSeek2_vs_LigandSeek1_ellipse_10279">
            <a:extLst>
              <a:ext uri="{FF2B5EF4-FFF2-40B4-BE49-F238E27FC236}">
                <a16:creationId xmlns:a16="http://schemas.microsoft.com/office/drawing/2014/main" id="{FF7F82CB-BC8F-46B6-AFFC-06B31415654F}"/>
              </a:ext>
            </a:extLst>
          </p:cNvPr>
          <p:cNvSpPr>
            <a:spLocks noGrp="1"/>
          </p:cNvSpPr>
          <p:nvPr/>
        </p:nvSpPr>
        <p:spPr>
          <a:xfrm>
            <a:off x="1928181" y="6388346"/>
            <a:ext cx="25400" cy="25400"/>
          </a:xfrm>
          <a:prstGeom prst="ellipse">
            <a:avLst/>
          </a:prstGeom>
          <a:solidFill>
            <a:srgbClr val="566AB4">
              <a:alpha val="43000"/>
            </a:srgbClr>
          </a:solidFill>
          <a:ln w="0">
            <a:noFill/>
            <a:prstDash val="solid"/>
          </a:ln>
        </p:spPr>
      </p:sp>
      <p:sp>
        <p:nvSpPr>
          <p:cNvPr id="4766" name="LigandSeek2_vs_LigandSeek1_ellipse_10280">
            <a:extLst>
              <a:ext uri="{FF2B5EF4-FFF2-40B4-BE49-F238E27FC236}">
                <a16:creationId xmlns:a16="http://schemas.microsoft.com/office/drawing/2014/main" id="{5FB3B9FC-45EB-42E3-AFA0-949EB840CF8F}"/>
              </a:ext>
            </a:extLst>
          </p:cNvPr>
          <p:cNvSpPr>
            <a:spLocks noGrp="1"/>
          </p:cNvSpPr>
          <p:nvPr/>
        </p:nvSpPr>
        <p:spPr>
          <a:xfrm>
            <a:off x="1921269" y="5246195"/>
            <a:ext cx="25400" cy="25400"/>
          </a:xfrm>
          <a:prstGeom prst="ellipse">
            <a:avLst/>
          </a:prstGeom>
          <a:solidFill>
            <a:srgbClr val="566AB4">
              <a:alpha val="43000"/>
            </a:srgbClr>
          </a:solidFill>
          <a:ln w="0">
            <a:noFill/>
            <a:prstDash val="solid"/>
          </a:ln>
        </p:spPr>
      </p:sp>
      <p:sp>
        <p:nvSpPr>
          <p:cNvPr id="4767" name="LigandSeek2_vs_LigandSeek1_ellipse_10281">
            <a:extLst>
              <a:ext uri="{FF2B5EF4-FFF2-40B4-BE49-F238E27FC236}">
                <a16:creationId xmlns:a16="http://schemas.microsoft.com/office/drawing/2014/main" id="{F149AF6B-7927-44CC-9B54-DE34E9AA3F65}"/>
              </a:ext>
            </a:extLst>
          </p:cNvPr>
          <p:cNvSpPr>
            <a:spLocks noGrp="1"/>
          </p:cNvSpPr>
          <p:nvPr/>
        </p:nvSpPr>
        <p:spPr>
          <a:xfrm>
            <a:off x="1794673" y="5436554"/>
            <a:ext cx="25400" cy="25400"/>
          </a:xfrm>
          <a:prstGeom prst="ellipse">
            <a:avLst/>
          </a:prstGeom>
          <a:solidFill>
            <a:srgbClr val="566AB4">
              <a:alpha val="43000"/>
            </a:srgbClr>
          </a:solidFill>
          <a:ln w="0">
            <a:noFill/>
            <a:prstDash val="solid"/>
          </a:ln>
        </p:spPr>
      </p:sp>
      <p:sp>
        <p:nvSpPr>
          <p:cNvPr id="4768" name="LigandSeek2_vs_LigandSeek1_ellipse_10282">
            <a:extLst>
              <a:ext uri="{FF2B5EF4-FFF2-40B4-BE49-F238E27FC236}">
                <a16:creationId xmlns:a16="http://schemas.microsoft.com/office/drawing/2014/main" id="{EF1E179B-4A30-4293-AC9B-23C59046C5D7}"/>
              </a:ext>
            </a:extLst>
          </p:cNvPr>
          <p:cNvSpPr>
            <a:spLocks noGrp="1"/>
          </p:cNvSpPr>
          <p:nvPr/>
        </p:nvSpPr>
        <p:spPr>
          <a:xfrm>
            <a:off x="1947057" y="5817271"/>
            <a:ext cx="25400" cy="25400"/>
          </a:xfrm>
          <a:prstGeom prst="ellipse">
            <a:avLst/>
          </a:prstGeom>
          <a:solidFill>
            <a:srgbClr val="566AB4">
              <a:alpha val="43000"/>
            </a:srgbClr>
          </a:solidFill>
          <a:ln w="0">
            <a:noFill/>
            <a:prstDash val="solid"/>
          </a:ln>
        </p:spPr>
      </p:sp>
      <p:sp>
        <p:nvSpPr>
          <p:cNvPr id="4769" name="LigandSeek2_vs_LigandSeek1_ellipse_10283">
            <a:extLst>
              <a:ext uri="{FF2B5EF4-FFF2-40B4-BE49-F238E27FC236}">
                <a16:creationId xmlns:a16="http://schemas.microsoft.com/office/drawing/2014/main" id="{34B35EEC-8C13-4EB2-BB21-000431983DE7}"/>
              </a:ext>
            </a:extLst>
          </p:cNvPr>
          <p:cNvSpPr>
            <a:spLocks noGrp="1"/>
          </p:cNvSpPr>
          <p:nvPr/>
        </p:nvSpPr>
        <p:spPr>
          <a:xfrm>
            <a:off x="1872904" y="5531733"/>
            <a:ext cx="25400" cy="25400"/>
          </a:xfrm>
          <a:prstGeom prst="ellipse">
            <a:avLst/>
          </a:prstGeom>
          <a:solidFill>
            <a:srgbClr val="566AB4">
              <a:alpha val="43000"/>
            </a:srgbClr>
          </a:solidFill>
          <a:ln w="0">
            <a:noFill/>
            <a:prstDash val="solid"/>
          </a:ln>
        </p:spPr>
      </p:sp>
      <p:sp>
        <p:nvSpPr>
          <p:cNvPr id="4770" name="LigandSeek2_vs_LigandSeek1_ellipse_10284">
            <a:extLst>
              <a:ext uri="{FF2B5EF4-FFF2-40B4-BE49-F238E27FC236}">
                <a16:creationId xmlns:a16="http://schemas.microsoft.com/office/drawing/2014/main" id="{316DCB71-9AD2-4B17-BBEB-746AB41E8243}"/>
              </a:ext>
            </a:extLst>
          </p:cNvPr>
          <p:cNvSpPr>
            <a:spLocks noGrp="1"/>
          </p:cNvSpPr>
          <p:nvPr/>
        </p:nvSpPr>
        <p:spPr>
          <a:xfrm>
            <a:off x="1918170" y="6007629"/>
            <a:ext cx="25400" cy="25400"/>
          </a:xfrm>
          <a:prstGeom prst="ellipse">
            <a:avLst/>
          </a:prstGeom>
          <a:solidFill>
            <a:srgbClr val="566AB4">
              <a:alpha val="43000"/>
            </a:srgbClr>
          </a:solidFill>
          <a:ln w="0">
            <a:noFill/>
            <a:prstDash val="solid"/>
          </a:ln>
        </p:spPr>
      </p:sp>
      <p:sp>
        <p:nvSpPr>
          <p:cNvPr id="4771" name="LigandSeek2_vs_LigandSeek1_ellipse_10285">
            <a:extLst>
              <a:ext uri="{FF2B5EF4-FFF2-40B4-BE49-F238E27FC236}">
                <a16:creationId xmlns:a16="http://schemas.microsoft.com/office/drawing/2014/main" id="{84F9FC4F-FF85-4548-8771-282C6EF729C5}"/>
              </a:ext>
            </a:extLst>
          </p:cNvPr>
          <p:cNvSpPr>
            <a:spLocks noGrp="1"/>
          </p:cNvSpPr>
          <p:nvPr/>
        </p:nvSpPr>
        <p:spPr>
          <a:xfrm>
            <a:off x="1855736" y="5817271"/>
            <a:ext cx="25400" cy="25400"/>
          </a:xfrm>
          <a:prstGeom prst="ellipse">
            <a:avLst/>
          </a:prstGeom>
          <a:solidFill>
            <a:srgbClr val="566AB4">
              <a:alpha val="43000"/>
            </a:srgbClr>
          </a:solidFill>
          <a:ln w="0">
            <a:noFill/>
            <a:prstDash val="solid"/>
          </a:ln>
        </p:spPr>
      </p:sp>
      <p:sp>
        <p:nvSpPr>
          <p:cNvPr id="4772" name="LigandSeek2_vs_LigandSeek1_ellipse_10286">
            <a:extLst>
              <a:ext uri="{FF2B5EF4-FFF2-40B4-BE49-F238E27FC236}">
                <a16:creationId xmlns:a16="http://schemas.microsoft.com/office/drawing/2014/main" id="{DFE6BFA6-B495-4E23-8B61-0DF4FABD29CA}"/>
              </a:ext>
            </a:extLst>
          </p:cNvPr>
          <p:cNvSpPr>
            <a:spLocks noGrp="1"/>
          </p:cNvSpPr>
          <p:nvPr/>
        </p:nvSpPr>
        <p:spPr>
          <a:xfrm>
            <a:off x="1797367" y="6045701"/>
            <a:ext cx="25400" cy="25400"/>
          </a:xfrm>
          <a:prstGeom prst="ellipse">
            <a:avLst/>
          </a:prstGeom>
          <a:solidFill>
            <a:srgbClr val="566AB4">
              <a:alpha val="43000"/>
            </a:srgbClr>
          </a:solidFill>
          <a:ln w="0">
            <a:noFill/>
            <a:prstDash val="solid"/>
          </a:ln>
        </p:spPr>
      </p:sp>
      <p:sp>
        <p:nvSpPr>
          <p:cNvPr id="4773" name="LigandSeek2_vs_LigandSeek1_ellipse_10287">
            <a:extLst>
              <a:ext uri="{FF2B5EF4-FFF2-40B4-BE49-F238E27FC236}">
                <a16:creationId xmlns:a16="http://schemas.microsoft.com/office/drawing/2014/main" id="{93B56A87-7BCD-425D-A55D-2442C845DCC4}"/>
              </a:ext>
            </a:extLst>
          </p:cNvPr>
          <p:cNvSpPr>
            <a:spLocks noGrp="1"/>
          </p:cNvSpPr>
          <p:nvPr/>
        </p:nvSpPr>
        <p:spPr>
          <a:xfrm>
            <a:off x="1861121" y="5436554"/>
            <a:ext cx="25400" cy="25400"/>
          </a:xfrm>
          <a:prstGeom prst="ellipse">
            <a:avLst/>
          </a:prstGeom>
          <a:solidFill>
            <a:srgbClr val="566AB4">
              <a:alpha val="43000"/>
            </a:srgbClr>
          </a:solidFill>
          <a:ln w="0">
            <a:noFill/>
            <a:prstDash val="solid"/>
          </a:ln>
        </p:spPr>
      </p:sp>
      <p:sp>
        <p:nvSpPr>
          <p:cNvPr id="4774" name="LigandSeek2_vs_LigandSeek1_ellipse_10288">
            <a:extLst>
              <a:ext uri="{FF2B5EF4-FFF2-40B4-BE49-F238E27FC236}">
                <a16:creationId xmlns:a16="http://schemas.microsoft.com/office/drawing/2014/main" id="{78FBA0FE-1ECF-408C-9C58-7B7A84B11F81}"/>
              </a:ext>
            </a:extLst>
          </p:cNvPr>
          <p:cNvSpPr>
            <a:spLocks noGrp="1"/>
          </p:cNvSpPr>
          <p:nvPr/>
        </p:nvSpPr>
        <p:spPr>
          <a:xfrm>
            <a:off x="1810176" y="6388346"/>
            <a:ext cx="25400" cy="25400"/>
          </a:xfrm>
          <a:prstGeom prst="ellipse">
            <a:avLst/>
          </a:prstGeom>
          <a:solidFill>
            <a:srgbClr val="566AB4">
              <a:alpha val="43000"/>
            </a:srgbClr>
          </a:solidFill>
          <a:ln w="0">
            <a:noFill/>
            <a:prstDash val="solid"/>
          </a:ln>
        </p:spPr>
      </p:sp>
      <p:sp>
        <p:nvSpPr>
          <p:cNvPr id="4775" name="LigandSeek2_vs_LigandSeek1_ellipse_10289">
            <a:extLst>
              <a:ext uri="{FF2B5EF4-FFF2-40B4-BE49-F238E27FC236}">
                <a16:creationId xmlns:a16="http://schemas.microsoft.com/office/drawing/2014/main" id="{63D46967-3314-4561-94E3-CE238B78A555}"/>
              </a:ext>
            </a:extLst>
          </p:cNvPr>
          <p:cNvSpPr>
            <a:spLocks noGrp="1"/>
          </p:cNvSpPr>
          <p:nvPr/>
        </p:nvSpPr>
        <p:spPr>
          <a:xfrm>
            <a:off x="1837231" y="6007629"/>
            <a:ext cx="25400" cy="25400"/>
          </a:xfrm>
          <a:prstGeom prst="ellipse">
            <a:avLst/>
          </a:prstGeom>
          <a:solidFill>
            <a:srgbClr val="566AB4">
              <a:alpha val="43000"/>
            </a:srgbClr>
          </a:solidFill>
          <a:ln w="0">
            <a:noFill/>
            <a:prstDash val="solid"/>
          </a:ln>
        </p:spPr>
      </p:sp>
      <p:sp>
        <p:nvSpPr>
          <p:cNvPr id="4776" name="LigandSeek2_vs_LigandSeek1_ellipse_10290">
            <a:extLst>
              <a:ext uri="{FF2B5EF4-FFF2-40B4-BE49-F238E27FC236}">
                <a16:creationId xmlns:a16="http://schemas.microsoft.com/office/drawing/2014/main" id="{4ED90531-4369-4BF1-82B7-5FFD7F5E218F}"/>
              </a:ext>
            </a:extLst>
          </p:cNvPr>
          <p:cNvSpPr>
            <a:spLocks noGrp="1"/>
          </p:cNvSpPr>
          <p:nvPr/>
        </p:nvSpPr>
        <p:spPr>
          <a:xfrm>
            <a:off x="1892492" y="5626912"/>
            <a:ext cx="25400" cy="25400"/>
          </a:xfrm>
          <a:prstGeom prst="ellipse">
            <a:avLst/>
          </a:prstGeom>
          <a:solidFill>
            <a:srgbClr val="566AB4">
              <a:alpha val="43000"/>
            </a:srgbClr>
          </a:solidFill>
          <a:ln w="0">
            <a:noFill/>
            <a:prstDash val="solid"/>
          </a:ln>
        </p:spPr>
      </p:sp>
      <p:sp>
        <p:nvSpPr>
          <p:cNvPr id="4777" name="LigandSeek2_vs_LigandSeek1_ellipse_10291">
            <a:extLst>
              <a:ext uri="{FF2B5EF4-FFF2-40B4-BE49-F238E27FC236}">
                <a16:creationId xmlns:a16="http://schemas.microsoft.com/office/drawing/2014/main" id="{49B8A88C-C902-4884-91F1-BF98761AAB54}"/>
              </a:ext>
            </a:extLst>
          </p:cNvPr>
          <p:cNvSpPr>
            <a:spLocks noGrp="1"/>
          </p:cNvSpPr>
          <p:nvPr/>
        </p:nvSpPr>
        <p:spPr>
          <a:xfrm>
            <a:off x="1842907" y="5500007"/>
            <a:ext cx="25400" cy="25400"/>
          </a:xfrm>
          <a:prstGeom prst="ellipse">
            <a:avLst/>
          </a:prstGeom>
          <a:solidFill>
            <a:srgbClr val="566AB4">
              <a:alpha val="43000"/>
            </a:srgbClr>
          </a:solidFill>
          <a:ln w="0">
            <a:noFill/>
            <a:prstDash val="solid"/>
          </a:ln>
        </p:spPr>
      </p:sp>
      <p:sp>
        <p:nvSpPr>
          <p:cNvPr id="4778" name="LigandSeek2_vs_LigandSeek1_ellipse_10292">
            <a:extLst>
              <a:ext uri="{FF2B5EF4-FFF2-40B4-BE49-F238E27FC236}">
                <a16:creationId xmlns:a16="http://schemas.microsoft.com/office/drawing/2014/main" id="{B96DA655-95EC-4D7C-AA32-89F55526BF18}"/>
              </a:ext>
            </a:extLst>
          </p:cNvPr>
          <p:cNvSpPr>
            <a:spLocks noGrp="1"/>
          </p:cNvSpPr>
          <p:nvPr/>
        </p:nvSpPr>
        <p:spPr>
          <a:xfrm>
            <a:off x="1922937" y="5817271"/>
            <a:ext cx="25400" cy="25400"/>
          </a:xfrm>
          <a:prstGeom prst="ellipse">
            <a:avLst/>
          </a:prstGeom>
          <a:solidFill>
            <a:srgbClr val="566AB4">
              <a:alpha val="43000"/>
            </a:srgbClr>
          </a:solidFill>
          <a:ln w="0">
            <a:noFill/>
            <a:prstDash val="solid"/>
          </a:ln>
        </p:spPr>
      </p:sp>
      <p:sp>
        <p:nvSpPr>
          <p:cNvPr id="4779" name="LigandSeek2_vs_LigandSeek1_ellipse_10293">
            <a:extLst>
              <a:ext uri="{FF2B5EF4-FFF2-40B4-BE49-F238E27FC236}">
                <a16:creationId xmlns:a16="http://schemas.microsoft.com/office/drawing/2014/main" id="{1844346F-0A77-4439-A601-4D33643502C5}"/>
              </a:ext>
            </a:extLst>
          </p:cNvPr>
          <p:cNvSpPr>
            <a:spLocks noGrp="1"/>
          </p:cNvSpPr>
          <p:nvPr/>
        </p:nvSpPr>
        <p:spPr>
          <a:xfrm>
            <a:off x="1942555" y="6388346"/>
            <a:ext cx="25400" cy="25400"/>
          </a:xfrm>
          <a:prstGeom prst="ellipse">
            <a:avLst/>
          </a:prstGeom>
          <a:solidFill>
            <a:srgbClr val="566AB4">
              <a:alpha val="43000"/>
            </a:srgbClr>
          </a:solidFill>
          <a:ln w="0">
            <a:noFill/>
            <a:prstDash val="solid"/>
          </a:ln>
        </p:spPr>
      </p:sp>
      <p:sp>
        <p:nvSpPr>
          <p:cNvPr id="4780" name="LigandSeek2_vs_LigandSeek1_ellipse_10294">
            <a:extLst>
              <a:ext uri="{FF2B5EF4-FFF2-40B4-BE49-F238E27FC236}">
                <a16:creationId xmlns:a16="http://schemas.microsoft.com/office/drawing/2014/main" id="{24E082E8-F10B-417E-B0FD-BB371AB4D8DE}"/>
              </a:ext>
            </a:extLst>
          </p:cNvPr>
          <p:cNvSpPr>
            <a:spLocks noGrp="1"/>
          </p:cNvSpPr>
          <p:nvPr/>
        </p:nvSpPr>
        <p:spPr>
          <a:xfrm>
            <a:off x="1872957" y="5572524"/>
            <a:ext cx="25400" cy="25400"/>
          </a:xfrm>
          <a:prstGeom prst="ellipse">
            <a:avLst/>
          </a:prstGeom>
          <a:solidFill>
            <a:srgbClr val="566AB4">
              <a:alpha val="43000"/>
            </a:srgbClr>
          </a:solidFill>
          <a:ln w="0">
            <a:noFill/>
            <a:prstDash val="solid"/>
          </a:ln>
        </p:spPr>
      </p:sp>
      <p:sp>
        <p:nvSpPr>
          <p:cNvPr id="4781" name="LigandSeek2_vs_LigandSeek1_ellipse_10295">
            <a:extLst>
              <a:ext uri="{FF2B5EF4-FFF2-40B4-BE49-F238E27FC236}">
                <a16:creationId xmlns:a16="http://schemas.microsoft.com/office/drawing/2014/main" id="{79FFC4C5-AFC7-4C97-AA93-3BDDA8D7B4E0}"/>
              </a:ext>
            </a:extLst>
          </p:cNvPr>
          <p:cNvSpPr>
            <a:spLocks noGrp="1"/>
          </p:cNvSpPr>
          <p:nvPr/>
        </p:nvSpPr>
        <p:spPr>
          <a:xfrm>
            <a:off x="1850409" y="5246195"/>
            <a:ext cx="25400" cy="25400"/>
          </a:xfrm>
          <a:prstGeom prst="ellipse">
            <a:avLst/>
          </a:prstGeom>
          <a:solidFill>
            <a:srgbClr val="566AB4">
              <a:alpha val="43000"/>
            </a:srgbClr>
          </a:solidFill>
          <a:ln w="0">
            <a:noFill/>
            <a:prstDash val="solid"/>
          </a:ln>
        </p:spPr>
      </p:sp>
      <p:sp>
        <p:nvSpPr>
          <p:cNvPr id="4782" name="LigandSeek2_vs_LigandSeek1_ellipse_10296">
            <a:extLst>
              <a:ext uri="{FF2B5EF4-FFF2-40B4-BE49-F238E27FC236}">
                <a16:creationId xmlns:a16="http://schemas.microsoft.com/office/drawing/2014/main" id="{F89BA035-8DDB-4C29-B368-AB80212ADD6E}"/>
              </a:ext>
            </a:extLst>
          </p:cNvPr>
          <p:cNvSpPr>
            <a:spLocks noGrp="1"/>
          </p:cNvSpPr>
          <p:nvPr/>
        </p:nvSpPr>
        <p:spPr>
          <a:xfrm>
            <a:off x="1854436" y="5246195"/>
            <a:ext cx="25400" cy="25400"/>
          </a:xfrm>
          <a:prstGeom prst="ellipse">
            <a:avLst/>
          </a:prstGeom>
          <a:solidFill>
            <a:srgbClr val="566AB4">
              <a:alpha val="43000"/>
            </a:srgbClr>
          </a:solidFill>
          <a:ln w="0">
            <a:noFill/>
            <a:prstDash val="solid"/>
          </a:ln>
        </p:spPr>
      </p:sp>
      <p:sp>
        <p:nvSpPr>
          <p:cNvPr id="4783" name="LigandSeek2_vs_LigandSeek1_ellipse_10297">
            <a:extLst>
              <a:ext uri="{FF2B5EF4-FFF2-40B4-BE49-F238E27FC236}">
                <a16:creationId xmlns:a16="http://schemas.microsoft.com/office/drawing/2014/main" id="{7BBA8343-CEBC-4640-B81D-709CF1D3A5DB}"/>
              </a:ext>
            </a:extLst>
          </p:cNvPr>
          <p:cNvSpPr>
            <a:spLocks noGrp="1"/>
          </p:cNvSpPr>
          <p:nvPr/>
        </p:nvSpPr>
        <p:spPr>
          <a:xfrm>
            <a:off x="1846053" y="6300488"/>
            <a:ext cx="25400" cy="25400"/>
          </a:xfrm>
          <a:prstGeom prst="ellipse">
            <a:avLst/>
          </a:prstGeom>
          <a:solidFill>
            <a:srgbClr val="566AB4">
              <a:alpha val="43000"/>
            </a:srgbClr>
          </a:solidFill>
          <a:ln w="0">
            <a:noFill/>
            <a:prstDash val="solid"/>
          </a:ln>
        </p:spPr>
      </p:sp>
      <p:sp>
        <p:nvSpPr>
          <p:cNvPr id="4784" name="LigandSeek2_vs_LigandSeek1_ellipse_10298">
            <a:extLst>
              <a:ext uri="{FF2B5EF4-FFF2-40B4-BE49-F238E27FC236}">
                <a16:creationId xmlns:a16="http://schemas.microsoft.com/office/drawing/2014/main" id="{688A0DFD-1F51-4F0E-8A65-1E1C59358B86}"/>
              </a:ext>
            </a:extLst>
          </p:cNvPr>
          <p:cNvSpPr>
            <a:spLocks noGrp="1"/>
          </p:cNvSpPr>
          <p:nvPr/>
        </p:nvSpPr>
        <p:spPr>
          <a:xfrm>
            <a:off x="1938082" y="5626912"/>
            <a:ext cx="25400" cy="25400"/>
          </a:xfrm>
          <a:prstGeom prst="ellipse">
            <a:avLst/>
          </a:prstGeom>
          <a:solidFill>
            <a:srgbClr val="566AB4">
              <a:alpha val="43000"/>
            </a:srgbClr>
          </a:solidFill>
          <a:ln w="0">
            <a:noFill/>
            <a:prstDash val="solid"/>
          </a:ln>
        </p:spPr>
      </p:sp>
      <p:sp>
        <p:nvSpPr>
          <p:cNvPr id="4785" name="LigandSeek2_vs_LigandSeek1_ellipse_10299">
            <a:extLst>
              <a:ext uri="{FF2B5EF4-FFF2-40B4-BE49-F238E27FC236}">
                <a16:creationId xmlns:a16="http://schemas.microsoft.com/office/drawing/2014/main" id="{5621D2A5-3C68-41E4-9644-F0FB92644F03}"/>
              </a:ext>
            </a:extLst>
          </p:cNvPr>
          <p:cNvSpPr>
            <a:spLocks noGrp="1"/>
          </p:cNvSpPr>
          <p:nvPr/>
        </p:nvSpPr>
        <p:spPr>
          <a:xfrm>
            <a:off x="1818749" y="5246195"/>
            <a:ext cx="25400" cy="25400"/>
          </a:xfrm>
          <a:prstGeom prst="ellipse">
            <a:avLst/>
          </a:prstGeom>
          <a:solidFill>
            <a:srgbClr val="566AB4">
              <a:alpha val="43000"/>
            </a:srgbClr>
          </a:solidFill>
          <a:ln w="0">
            <a:noFill/>
            <a:prstDash val="solid"/>
          </a:ln>
        </p:spPr>
      </p:sp>
      <p:sp>
        <p:nvSpPr>
          <p:cNvPr id="4786" name="LigandSeek2_vs_LigandSeek1_ellipse_10300">
            <a:extLst>
              <a:ext uri="{FF2B5EF4-FFF2-40B4-BE49-F238E27FC236}">
                <a16:creationId xmlns:a16="http://schemas.microsoft.com/office/drawing/2014/main" id="{B59798BF-92D7-4985-BB43-D35169312CC3}"/>
              </a:ext>
            </a:extLst>
          </p:cNvPr>
          <p:cNvSpPr>
            <a:spLocks noGrp="1"/>
          </p:cNvSpPr>
          <p:nvPr/>
        </p:nvSpPr>
        <p:spPr>
          <a:xfrm>
            <a:off x="1845020" y="5722092"/>
            <a:ext cx="25400" cy="25400"/>
          </a:xfrm>
          <a:prstGeom prst="ellipse">
            <a:avLst/>
          </a:prstGeom>
          <a:solidFill>
            <a:srgbClr val="566AB4">
              <a:alpha val="43000"/>
            </a:srgbClr>
          </a:solidFill>
          <a:ln w="0">
            <a:noFill/>
            <a:prstDash val="solid"/>
          </a:ln>
        </p:spPr>
      </p:sp>
      <p:sp>
        <p:nvSpPr>
          <p:cNvPr id="4787" name="LigandSeek2_vs_LigandSeek1_ellipse_10301">
            <a:extLst>
              <a:ext uri="{FF2B5EF4-FFF2-40B4-BE49-F238E27FC236}">
                <a16:creationId xmlns:a16="http://schemas.microsoft.com/office/drawing/2014/main" id="{9A6F9FF7-5BD3-496C-B32C-73B82ED49BFB}"/>
              </a:ext>
            </a:extLst>
          </p:cNvPr>
          <p:cNvSpPr>
            <a:spLocks noGrp="1"/>
          </p:cNvSpPr>
          <p:nvPr/>
        </p:nvSpPr>
        <p:spPr>
          <a:xfrm>
            <a:off x="1853975" y="5246195"/>
            <a:ext cx="25400" cy="25400"/>
          </a:xfrm>
          <a:prstGeom prst="ellipse">
            <a:avLst/>
          </a:prstGeom>
          <a:solidFill>
            <a:srgbClr val="566AB4">
              <a:alpha val="43000"/>
            </a:srgbClr>
          </a:solidFill>
          <a:ln w="0">
            <a:noFill/>
            <a:prstDash val="solid"/>
          </a:ln>
        </p:spPr>
      </p:sp>
      <p:sp>
        <p:nvSpPr>
          <p:cNvPr id="4788" name="LigandSeek2_vs_LigandSeek1_ellipse_10302">
            <a:extLst>
              <a:ext uri="{FF2B5EF4-FFF2-40B4-BE49-F238E27FC236}">
                <a16:creationId xmlns:a16="http://schemas.microsoft.com/office/drawing/2014/main" id="{DF6B763E-6DCA-4F64-B0D6-708407DB99F1}"/>
              </a:ext>
            </a:extLst>
          </p:cNvPr>
          <p:cNvSpPr>
            <a:spLocks noGrp="1"/>
          </p:cNvSpPr>
          <p:nvPr/>
        </p:nvSpPr>
        <p:spPr>
          <a:xfrm>
            <a:off x="1903321" y="5817271"/>
            <a:ext cx="25400" cy="25400"/>
          </a:xfrm>
          <a:prstGeom prst="ellipse">
            <a:avLst/>
          </a:prstGeom>
          <a:solidFill>
            <a:srgbClr val="566AB4">
              <a:alpha val="43000"/>
            </a:srgbClr>
          </a:solidFill>
          <a:ln w="0">
            <a:noFill/>
            <a:prstDash val="solid"/>
          </a:ln>
        </p:spPr>
      </p:sp>
      <p:sp>
        <p:nvSpPr>
          <p:cNvPr id="4789" name="LigandSeek2_vs_LigandSeek1_ellipse_10303">
            <a:extLst>
              <a:ext uri="{FF2B5EF4-FFF2-40B4-BE49-F238E27FC236}">
                <a16:creationId xmlns:a16="http://schemas.microsoft.com/office/drawing/2014/main" id="{DC74C212-18C3-46B0-9EB9-DAEE3EC34E0F}"/>
              </a:ext>
            </a:extLst>
          </p:cNvPr>
          <p:cNvSpPr>
            <a:spLocks noGrp="1"/>
          </p:cNvSpPr>
          <p:nvPr/>
        </p:nvSpPr>
        <p:spPr>
          <a:xfrm>
            <a:off x="1858294" y="6007629"/>
            <a:ext cx="25400" cy="25400"/>
          </a:xfrm>
          <a:prstGeom prst="ellipse">
            <a:avLst/>
          </a:prstGeom>
          <a:solidFill>
            <a:srgbClr val="566AB4">
              <a:alpha val="43000"/>
            </a:srgbClr>
          </a:solidFill>
          <a:ln w="0">
            <a:noFill/>
            <a:prstDash val="solid"/>
          </a:ln>
        </p:spPr>
      </p:sp>
      <p:sp>
        <p:nvSpPr>
          <p:cNvPr id="4790" name="LigandSeek2_vs_LigandSeek1_ellipse_10304">
            <a:extLst>
              <a:ext uri="{FF2B5EF4-FFF2-40B4-BE49-F238E27FC236}">
                <a16:creationId xmlns:a16="http://schemas.microsoft.com/office/drawing/2014/main" id="{2B3A3F19-A2E8-4347-A1E8-95BA75C2E311}"/>
              </a:ext>
            </a:extLst>
          </p:cNvPr>
          <p:cNvSpPr>
            <a:spLocks noGrp="1"/>
          </p:cNvSpPr>
          <p:nvPr/>
        </p:nvSpPr>
        <p:spPr>
          <a:xfrm>
            <a:off x="1908222" y="5246195"/>
            <a:ext cx="25400" cy="25400"/>
          </a:xfrm>
          <a:prstGeom prst="ellipse">
            <a:avLst/>
          </a:prstGeom>
          <a:solidFill>
            <a:srgbClr val="566AB4">
              <a:alpha val="43000"/>
            </a:srgbClr>
          </a:solidFill>
          <a:ln w="0">
            <a:noFill/>
            <a:prstDash val="solid"/>
          </a:ln>
        </p:spPr>
      </p:sp>
      <p:sp>
        <p:nvSpPr>
          <p:cNvPr id="4791" name="LigandSeek2_vs_LigandSeek1_ellipse_10305">
            <a:extLst>
              <a:ext uri="{FF2B5EF4-FFF2-40B4-BE49-F238E27FC236}">
                <a16:creationId xmlns:a16="http://schemas.microsoft.com/office/drawing/2014/main" id="{3E653C3E-88C6-4E46-A48C-1EA33ECE8734}"/>
              </a:ext>
            </a:extLst>
          </p:cNvPr>
          <p:cNvSpPr>
            <a:spLocks noGrp="1"/>
          </p:cNvSpPr>
          <p:nvPr/>
        </p:nvSpPr>
        <p:spPr>
          <a:xfrm>
            <a:off x="1887067" y="5341375"/>
            <a:ext cx="25400" cy="25400"/>
          </a:xfrm>
          <a:prstGeom prst="ellipse">
            <a:avLst/>
          </a:prstGeom>
          <a:solidFill>
            <a:srgbClr val="566AB4">
              <a:alpha val="43000"/>
            </a:srgbClr>
          </a:solidFill>
          <a:ln w="0">
            <a:noFill/>
            <a:prstDash val="solid"/>
          </a:ln>
        </p:spPr>
      </p:sp>
      <p:sp>
        <p:nvSpPr>
          <p:cNvPr id="4792" name="LigandSeek2_vs_LigandSeek1_ellipse_10306">
            <a:extLst>
              <a:ext uri="{FF2B5EF4-FFF2-40B4-BE49-F238E27FC236}">
                <a16:creationId xmlns:a16="http://schemas.microsoft.com/office/drawing/2014/main" id="{09111BF4-3456-48C1-9FC4-0348FA5CD1DD}"/>
              </a:ext>
            </a:extLst>
          </p:cNvPr>
          <p:cNvSpPr>
            <a:spLocks noGrp="1"/>
          </p:cNvSpPr>
          <p:nvPr/>
        </p:nvSpPr>
        <p:spPr>
          <a:xfrm>
            <a:off x="1878035" y="6388346"/>
            <a:ext cx="25400" cy="25400"/>
          </a:xfrm>
          <a:prstGeom prst="ellipse">
            <a:avLst/>
          </a:prstGeom>
          <a:solidFill>
            <a:srgbClr val="566AB4">
              <a:alpha val="43000"/>
            </a:srgbClr>
          </a:solidFill>
          <a:ln w="0">
            <a:noFill/>
            <a:prstDash val="solid"/>
          </a:ln>
        </p:spPr>
      </p:sp>
      <p:sp>
        <p:nvSpPr>
          <p:cNvPr id="4793" name="LigandSeek2_vs_LigandSeek1_ellipse_10307">
            <a:extLst>
              <a:ext uri="{FF2B5EF4-FFF2-40B4-BE49-F238E27FC236}">
                <a16:creationId xmlns:a16="http://schemas.microsoft.com/office/drawing/2014/main" id="{E18B6B71-AABB-46CE-9864-B34761C96042}"/>
              </a:ext>
            </a:extLst>
          </p:cNvPr>
          <p:cNvSpPr>
            <a:spLocks noGrp="1"/>
          </p:cNvSpPr>
          <p:nvPr/>
        </p:nvSpPr>
        <p:spPr>
          <a:xfrm>
            <a:off x="1842286" y="6007629"/>
            <a:ext cx="25400" cy="25400"/>
          </a:xfrm>
          <a:prstGeom prst="ellipse">
            <a:avLst/>
          </a:prstGeom>
          <a:solidFill>
            <a:srgbClr val="566AB4">
              <a:alpha val="43000"/>
            </a:srgbClr>
          </a:solidFill>
          <a:ln w="0">
            <a:noFill/>
            <a:prstDash val="solid"/>
          </a:ln>
        </p:spPr>
      </p:sp>
      <p:sp>
        <p:nvSpPr>
          <p:cNvPr id="4794" name="LigandSeek2_vs_LigandSeek1_ellipse_10308">
            <a:extLst>
              <a:ext uri="{FF2B5EF4-FFF2-40B4-BE49-F238E27FC236}">
                <a16:creationId xmlns:a16="http://schemas.microsoft.com/office/drawing/2014/main" id="{873FA546-7867-4797-9E2D-3D8803FA0E11}"/>
              </a:ext>
            </a:extLst>
          </p:cNvPr>
          <p:cNvSpPr>
            <a:spLocks noGrp="1"/>
          </p:cNvSpPr>
          <p:nvPr/>
        </p:nvSpPr>
        <p:spPr>
          <a:xfrm>
            <a:off x="1821740" y="5246195"/>
            <a:ext cx="25400" cy="25400"/>
          </a:xfrm>
          <a:prstGeom prst="ellipse">
            <a:avLst/>
          </a:prstGeom>
          <a:solidFill>
            <a:srgbClr val="566AB4">
              <a:alpha val="43000"/>
            </a:srgbClr>
          </a:solidFill>
          <a:ln w="0">
            <a:noFill/>
            <a:prstDash val="solid"/>
          </a:ln>
        </p:spPr>
      </p:sp>
      <p:sp>
        <p:nvSpPr>
          <p:cNvPr id="4795" name="LigandSeek2_vs_LigandSeek1_ellipse_10309">
            <a:extLst>
              <a:ext uri="{FF2B5EF4-FFF2-40B4-BE49-F238E27FC236}">
                <a16:creationId xmlns:a16="http://schemas.microsoft.com/office/drawing/2014/main" id="{5FFEC09A-2807-4939-883F-A94365F4A04A}"/>
              </a:ext>
            </a:extLst>
          </p:cNvPr>
          <p:cNvSpPr>
            <a:spLocks noGrp="1"/>
          </p:cNvSpPr>
          <p:nvPr/>
        </p:nvSpPr>
        <p:spPr>
          <a:xfrm>
            <a:off x="1877344" y="6102808"/>
            <a:ext cx="25400" cy="25400"/>
          </a:xfrm>
          <a:prstGeom prst="ellipse">
            <a:avLst/>
          </a:prstGeom>
          <a:solidFill>
            <a:srgbClr val="566AB4">
              <a:alpha val="43000"/>
            </a:srgbClr>
          </a:solidFill>
          <a:ln w="0">
            <a:noFill/>
            <a:prstDash val="solid"/>
          </a:ln>
        </p:spPr>
      </p:sp>
      <p:sp>
        <p:nvSpPr>
          <p:cNvPr id="4796" name="LigandSeek2_vs_LigandSeek1_ellipse_10310">
            <a:extLst>
              <a:ext uri="{FF2B5EF4-FFF2-40B4-BE49-F238E27FC236}">
                <a16:creationId xmlns:a16="http://schemas.microsoft.com/office/drawing/2014/main" id="{93EEF7BF-1D70-4AF0-8A51-5E5F5D2D7CF0}"/>
              </a:ext>
            </a:extLst>
          </p:cNvPr>
          <p:cNvSpPr>
            <a:spLocks noGrp="1"/>
          </p:cNvSpPr>
          <p:nvPr/>
        </p:nvSpPr>
        <p:spPr>
          <a:xfrm>
            <a:off x="1816768" y="6388346"/>
            <a:ext cx="25400" cy="25400"/>
          </a:xfrm>
          <a:prstGeom prst="ellipse">
            <a:avLst/>
          </a:prstGeom>
          <a:solidFill>
            <a:srgbClr val="566AB4">
              <a:alpha val="43000"/>
            </a:srgbClr>
          </a:solidFill>
          <a:ln w="0">
            <a:noFill/>
            <a:prstDash val="solid"/>
          </a:ln>
        </p:spPr>
      </p:sp>
      <p:sp>
        <p:nvSpPr>
          <p:cNvPr id="4797" name="LigandSeek2_vs_LigandSeek1_ellipse_10311">
            <a:extLst>
              <a:ext uri="{FF2B5EF4-FFF2-40B4-BE49-F238E27FC236}">
                <a16:creationId xmlns:a16="http://schemas.microsoft.com/office/drawing/2014/main" id="{7210330C-0231-451C-B52E-F45729170062}"/>
              </a:ext>
            </a:extLst>
          </p:cNvPr>
          <p:cNvSpPr>
            <a:spLocks noGrp="1"/>
          </p:cNvSpPr>
          <p:nvPr/>
        </p:nvSpPr>
        <p:spPr>
          <a:xfrm>
            <a:off x="1825466" y="5660018"/>
            <a:ext cx="25400" cy="25400"/>
          </a:xfrm>
          <a:prstGeom prst="ellipse">
            <a:avLst/>
          </a:prstGeom>
          <a:solidFill>
            <a:srgbClr val="566AB4">
              <a:alpha val="43000"/>
            </a:srgbClr>
          </a:solidFill>
          <a:ln w="0">
            <a:noFill/>
            <a:prstDash val="solid"/>
          </a:ln>
        </p:spPr>
      </p:sp>
      <p:sp>
        <p:nvSpPr>
          <p:cNvPr id="4798" name="LigandSeek2_vs_LigandSeek1_ellipse_10312">
            <a:extLst>
              <a:ext uri="{FF2B5EF4-FFF2-40B4-BE49-F238E27FC236}">
                <a16:creationId xmlns:a16="http://schemas.microsoft.com/office/drawing/2014/main" id="{1A79886E-F1DB-4E89-8DF8-E7C8BC12E444}"/>
              </a:ext>
            </a:extLst>
          </p:cNvPr>
          <p:cNvSpPr>
            <a:spLocks noGrp="1"/>
          </p:cNvSpPr>
          <p:nvPr/>
        </p:nvSpPr>
        <p:spPr>
          <a:xfrm>
            <a:off x="1829570" y="5626912"/>
            <a:ext cx="25400" cy="25400"/>
          </a:xfrm>
          <a:prstGeom prst="ellipse">
            <a:avLst/>
          </a:prstGeom>
          <a:solidFill>
            <a:srgbClr val="566AB4">
              <a:alpha val="43000"/>
            </a:srgbClr>
          </a:solidFill>
          <a:ln w="0">
            <a:noFill/>
            <a:prstDash val="solid"/>
          </a:ln>
        </p:spPr>
      </p:sp>
      <p:sp>
        <p:nvSpPr>
          <p:cNvPr id="4799" name="LigandSeek2_vs_LigandSeek1_ellipse_10313">
            <a:extLst>
              <a:ext uri="{FF2B5EF4-FFF2-40B4-BE49-F238E27FC236}">
                <a16:creationId xmlns:a16="http://schemas.microsoft.com/office/drawing/2014/main" id="{038142DA-5B37-44DF-AF9A-9D555FB7E02C}"/>
              </a:ext>
            </a:extLst>
          </p:cNvPr>
          <p:cNvSpPr>
            <a:spLocks noGrp="1"/>
          </p:cNvSpPr>
          <p:nvPr/>
        </p:nvSpPr>
        <p:spPr>
          <a:xfrm>
            <a:off x="1886344" y="5626912"/>
            <a:ext cx="25400" cy="25400"/>
          </a:xfrm>
          <a:prstGeom prst="ellipse">
            <a:avLst/>
          </a:prstGeom>
          <a:solidFill>
            <a:srgbClr val="566AB4">
              <a:alpha val="43000"/>
            </a:srgbClr>
          </a:solidFill>
          <a:ln w="0">
            <a:noFill/>
            <a:prstDash val="solid"/>
          </a:ln>
        </p:spPr>
      </p:sp>
      <p:sp>
        <p:nvSpPr>
          <p:cNvPr id="4800" name="LigandSeek2_vs_LigandSeek1_ellipse_10314">
            <a:extLst>
              <a:ext uri="{FF2B5EF4-FFF2-40B4-BE49-F238E27FC236}">
                <a16:creationId xmlns:a16="http://schemas.microsoft.com/office/drawing/2014/main" id="{96E0B205-1303-49A4-9428-8DF0172D3CD0}"/>
              </a:ext>
            </a:extLst>
          </p:cNvPr>
          <p:cNvSpPr>
            <a:spLocks noGrp="1"/>
          </p:cNvSpPr>
          <p:nvPr/>
        </p:nvSpPr>
        <p:spPr>
          <a:xfrm>
            <a:off x="1932847" y="6388346"/>
            <a:ext cx="25400" cy="25400"/>
          </a:xfrm>
          <a:prstGeom prst="ellipse">
            <a:avLst/>
          </a:prstGeom>
          <a:solidFill>
            <a:srgbClr val="566AB4">
              <a:alpha val="43000"/>
            </a:srgbClr>
          </a:solidFill>
          <a:ln w="0">
            <a:noFill/>
            <a:prstDash val="solid"/>
          </a:ln>
        </p:spPr>
      </p:sp>
      <p:sp>
        <p:nvSpPr>
          <p:cNvPr id="4801" name="LigandSeek2_vs_LigandSeek1_ellipse_10315">
            <a:extLst>
              <a:ext uri="{FF2B5EF4-FFF2-40B4-BE49-F238E27FC236}">
                <a16:creationId xmlns:a16="http://schemas.microsoft.com/office/drawing/2014/main" id="{C28A552D-DADF-481B-B411-611F8915BD2F}"/>
              </a:ext>
            </a:extLst>
          </p:cNvPr>
          <p:cNvSpPr>
            <a:spLocks noGrp="1"/>
          </p:cNvSpPr>
          <p:nvPr/>
        </p:nvSpPr>
        <p:spPr>
          <a:xfrm>
            <a:off x="1899992" y="6388346"/>
            <a:ext cx="25400" cy="25400"/>
          </a:xfrm>
          <a:prstGeom prst="ellipse">
            <a:avLst/>
          </a:prstGeom>
          <a:solidFill>
            <a:srgbClr val="566AB4">
              <a:alpha val="43000"/>
            </a:srgbClr>
          </a:solidFill>
          <a:ln w="0">
            <a:noFill/>
            <a:prstDash val="solid"/>
          </a:ln>
        </p:spPr>
      </p:sp>
      <p:sp>
        <p:nvSpPr>
          <p:cNvPr id="4802" name="LigandSeek2_vs_LigandSeek1_ellipse_10316">
            <a:extLst>
              <a:ext uri="{FF2B5EF4-FFF2-40B4-BE49-F238E27FC236}">
                <a16:creationId xmlns:a16="http://schemas.microsoft.com/office/drawing/2014/main" id="{197D2D77-5336-4B62-8BDC-CDF518767919}"/>
              </a:ext>
            </a:extLst>
          </p:cNvPr>
          <p:cNvSpPr>
            <a:spLocks noGrp="1"/>
          </p:cNvSpPr>
          <p:nvPr/>
        </p:nvSpPr>
        <p:spPr>
          <a:xfrm>
            <a:off x="1919362" y="5246195"/>
            <a:ext cx="25400" cy="25400"/>
          </a:xfrm>
          <a:prstGeom prst="ellipse">
            <a:avLst/>
          </a:prstGeom>
          <a:solidFill>
            <a:srgbClr val="566AB4">
              <a:alpha val="43000"/>
            </a:srgbClr>
          </a:solidFill>
          <a:ln w="0">
            <a:noFill/>
            <a:prstDash val="solid"/>
          </a:ln>
        </p:spPr>
      </p:sp>
      <p:sp>
        <p:nvSpPr>
          <p:cNvPr id="4803" name="LigandSeek2_vs_LigandSeek1_ellipse_10317">
            <a:extLst>
              <a:ext uri="{FF2B5EF4-FFF2-40B4-BE49-F238E27FC236}">
                <a16:creationId xmlns:a16="http://schemas.microsoft.com/office/drawing/2014/main" id="{15AA8C02-BEFD-447E-A3DC-036B4637835C}"/>
              </a:ext>
            </a:extLst>
          </p:cNvPr>
          <p:cNvSpPr>
            <a:spLocks noGrp="1"/>
          </p:cNvSpPr>
          <p:nvPr/>
        </p:nvSpPr>
        <p:spPr>
          <a:xfrm>
            <a:off x="1860860" y="5246195"/>
            <a:ext cx="25400" cy="25400"/>
          </a:xfrm>
          <a:prstGeom prst="ellipse">
            <a:avLst/>
          </a:prstGeom>
          <a:solidFill>
            <a:srgbClr val="566AB4">
              <a:alpha val="43000"/>
            </a:srgbClr>
          </a:solidFill>
          <a:ln w="0">
            <a:noFill/>
            <a:prstDash val="solid"/>
          </a:ln>
        </p:spPr>
      </p:sp>
      <p:sp>
        <p:nvSpPr>
          <p:cNvPr id="4804" name="LigandSeek2_vs_LigandSeek1_ellipse_10318">
            <a:extLst>
              <a:ext uri="{FF2B5EF4-FFF2-40B4-BE49-F238E27FC236}">
                <a16:creationId xmlns:a16="http://schemas.microsoft.com/office/drawing/2014/main" id="{58C862FB-E56F-48EF-B863-87AF35EF433B}"/>
              </a:ext>
            </a:extLst>
          </p:cNvPr>
          <p:cNvSpPr>
            <a:spLocks noGrp="1"/>
          </p:cNvSpPr>
          <p:nvPr/>
        </p:nvSpPr>
        <p:spPr>
          <a:xfrm>
            <a:off x="1919194" y="5817271"/>
            <a:ext cx="25400" cy="25400"/>
          </a:xfrm>
          <a:prstGeom prst="ellipse">
            <a:avLst/>
          </a:prstGeom>
          <a:solidFill>
            <a:srgbClr val="566AB4">
              <a:alpha val="43000"/>
            </a:srgbClr>
          </a:solidFill>
          <a:ln w="0">
            <a:noFill/>
            <a:prstDash val="solid"/>
          </a:ln>
        </p:spPr>
      </p:sp>
      <p:sp>
        <p:nvSpPr>
          <p:cNvPr id="4805" name="LigandSeek2_vs_LigandSeek1_ellipse_10319">
            <a:extLst>
              <a:ext uri="{FF2B5EF4-FFF2-40B4-BE49-F238E27FC236}">
                <a16:creationId xmlns:a16="http://schemas.microsoft.com/office/drawing/2014/main" id="{0184C00A-C043-4B62-AB1B-E0A61D349F9B}"/>
              </a:ext>
            </a:extLst>
          </p:cNvPr>
          <p:cNvSpPr>
            <a:spLocks noGrp="1"/>
          </p:cNvSpPr>
          <p:nvPr/>
        </p:nvSpPr>
        <p:spPr>
          <a:xfrm>
            <a:off x="1909185" y="5760163"/>
            <a:ext cx="25400" cy="25400"/>
          </a:xfrm>
          <a:prstGeom prst="ellipse">
            <a:avLst/>
          </a:prstGeom>
          <a:solidFill>
            <a:srgbClr val="566AB4">
              <a:alpha val="43000"/>
            </a:srgbClr>
          </a:solidFill>
          <a:ln w="0">
            <a:noFill/>
            <a:prstDash val="solid"/>
          </a:ln>
        </p:spPr>
      </p:sp>
      <p:sp>
        <p:nvSpPr>
          <p:cNvPr id="4806" name="LigandSeek2_vs_LigandSeek1_ellipse_10320">
            <a:extLst>
              <a:ext uri="{FF2B5EF4-FFF2-40B4-BE49-F238E27FC236}">
                <a16:creationId xmlns:a16="http://schemas.microsoft.com/office/drawing/2014/main" id="{E59ED1C2-037E-40ED-A5C1-F4695738A601}"/>
              </a:ext>
            </a:extLst>
          </p:cNvPr>
          <p:cNvSpPr>
            <a:spLocks noGrp="1"/>
          </p:cNvSpPr>
          <p:nvPr/>
        </p:nvSpPr>
        <p:spPr>
          <a:xfrm>
            <a:off x="1842504" y="5246195"/>
            <a:ext cx="25400" cy="25400"/>
          </a:xfrm>
          <a:prstGeom prst="ellipse">
            <a:avLst/>
          </a:prstGeom>
          <a:solidFill>
            <a:srgbClr val="566AB4">
              <a:alpha val="43000"/>
            </a:srgbClr>
          </a:solidFill>
          <a:ln w="0">
            <a:noFill/>
            <a:prstDash val="solid"/>
          </a:ln>
        </p:spPr>
      </p:sp>
      <p:sp>
        <p:nvSpPr>
          <p:cNvPr id="4807" name="LigandSeek2_vs_LigandSeek1_ellipse_10321">
            <a:extLst>
              <a:ext uri="{FF2B5EF4-FFF2-40B4-BE49-F238E27FC236}">
                <a16:creationId xmlns:a16="http://schemas.microsoft.com/office/drawing/2014/main" id="{4CE24BDF-B40D-4203-895B-BD1CE251E785}"/>
              </a:ext>
            </a:extLst>
          </p:cNvPr>
          <p:cNvSpPr>
            <a:spLocks noGrp="1"/>
          </p:cNvSpPr>
          <p:nvPr/>
        </p:nvSpPr>
        <p:spPr>
          <a:xfrm>
            <a:off x="1944637" y="5246195"/>
            <a:ext cx="25400" cy="25400"/>
          </a:xfrm>
          <a:prstGeom prst="ellipse">
            <a:avLst/>
          </a:prstGeom>
          <a:solidFill>
            <a:srgbClr val="566AB4">
              <a:alpha val="43000"/>
            </a:srgbClr>
          </a:solidFill>
          <a:ln w="0">
            <a:noFill/>
            <a:prstDash val="solid"/>
          </a:ln>
        </p:spPr>
      </p:sp>
      <p:sp>
        <p:nvSpPr>
          <p:cNvPr id="4808" name="LigandSeek2_vs_LigandSeek1_ellipse_10322">
            <a:extLst>
              <a:ext uri="{FF2B5EF4-FFF2-40B4-BE49-F238E27FC236}">
                <a16:creationId xmlns:a16="http://schemas.microsoft.com/office/drawing/2014/main" id="{D3FA3681-5E8B-4923-8016-CC6C09DDB2DE}"/>
              </a:ext>
            </a:extLst>
          </p:cNvPr>
          <p:cNvSpPr>
            <a:spLocks noGrp="1"/>
          </p:cNvSpPr>
          <p:nvPr/>
        </p:nvSpPr>
        <p:spPr>
          <a:xfrm>
            <a:off x="1792515" y="5246195"/>
            <a:ext cx="25400" cy="25400"/>
          </a:xfrm>
          <a:prstGeom prst="ellipse">
            <a:avLst/>
          </a:prstGeom>
          <a:solidFill>
            <a:srgbClr val="566AB4">
              <a:alpha val="43000"/>
            </a:srgbClr>
          </a:solidFill>
          <a:ln w="0">
            <a:noFill/>
            <a:prstDash val="solid"/>
          </a:ln>
        </p:spPr>
      </p:sp>
      <p:sp>
        <p:nvSpPr>
          <p:cNvPr id="4809" name="LigandSeek2_vs_LigandSeek1_ellipse_10323">
            <a:extLst>
              <a:ext uri="{FF2B5EF4-FFF2-40B4-BE49-F238E27FC236}">
                <a16:creationId xmlns:a16="http://schemas.microsoft.com/office/drawing/2014/main" id="{A5A49705-0B6C-464F-AD72-2C6BA6C5DB1E}"/>
              </a:ext>
            </a:extLst>
          </p:cNvPr>
          <p:cNvSpPr>
            <a:spLocks noGrp="1"/>
          </p:cNvSpPr>
          <p:nvPr/>
        </p:nvSpPr>
        <p:spPr>
          <a:xfrm>
            <a:off x="1870090" y="5246195"/>
            <a:ext cx="25400" cy="25400"/>
          </a:xfrm>
          <a:prstGeom prst="ellipse">
            <a:avLst/>
          </a:prstGeom>
          <a:solidFill>
            <a:srgbClr val="566AB4">
              <a:alpha val="43000"/>
            </a:srgbClr>
          </a:solidFill>
          <a:ln w="0">
            <a:noFill/>
            <a:prstDash val="solid"/>
          </a:ln>
        </p:spPr>
      </p:sp>
      <p:sp>
        <p:nvSpPr>
          <p:cNvPr id="4810" name="LigandSeek2_vs_LigandSeek1_ellipse_10324">
            <a:extLst>
              <a:ext uri="{FF2B5EF4-FFF2-40B4-BE49-F238E27FC236}">
                <a16:creationId xmlns:a16="http://schemas.microsoft.com/office/drawing/2014/main" id="{0C825A2A-8DB3-4F3B-8F19-670505BE12E8}"/>
              </a:ext>
            </a:extLst>
          </p:cNvPr>
          <p:cNvSpPr>
            <a:spLocks noGrp="1"/>
          </p:cNvSpPr>
          <p:nvPr/>
        </p:nvSpPr>
        <p:spPr>
          <a:xfrm>
            <a:off x="1813837" y="5685484"/>
            <a:ext cx="25400" cy="25400"/>
          </a:xfrm>
          <a:prstGeom prst="ellipse">
            <a:avLst/>
          </a:prstGeom>
          <a:solidFill>
            <a:srgbClr val="566AB4">
              <a:alpha val="43000"/>
            </a:srgbClr>
          </a:solidFill>
          <a:ln w="0">
            <a:noFill/>
            <a:prstDash val="solid"/>
          </a:ln>
        </p:spPr>
      </p:sp>
      <p:sp>
        <p:nvSpPr>
          <p:cNvPr id="4811" name="LigandSeek2_vs_LigandSeek1_ellipse_10325">
            <a:extLst>
              <a:ext uri="{FF2B5EF4-FFF2-40B4-BE49-F238E27FC236}">
                <a16:creationId xmlns:a16="http://schemas.microsoft.com/office/drawing/2014/main" id="{1EBEBA12-C56E-40CA-AD28-75416AA37678}"/>
              </a:ext>
            </a:extLst>
          </p:cNvPr>
          <p:cNvSpPr>
            <a:spLocks noGrp="1"/>
          </p:cNvSpPr>
          <p:nvPr/>
        </p:nvSpPr>
        <p:spPr>
          <a:xfrm>
            <a:off x="1932525" y="5436554"/>
            <a:ext cx="25400" cy="25400"/>
          </a:xfrm>
          <a:prstGeom prst="ellipse">
            <a:avLst/>
          </a:prstGeom>
          <a:solidFill>
            <a:srgbClr val="566AB4">
              <a:alpha val="43000"/>
            </a:srgbClr>
          </a:solidFill>
          <a:ln w="0">
            <a:noFill/>
            <a:prstDash val="solid"/>
          </a:ln>
        </p:spPr>
      </p:sp>
      <p:sp>
        <p:nvSpPr>
          <p:cNvPr id="4812" name="LigandSeek2_vs_LigandSeek1_ellipse_10326">
            <a:extLst>
              <a:ext uri="{FF2B5EF4-FFF2-40B4-BE49-F238E27FC236}">
                <a16:creationId xmlns:a16="http://schemas.microsoft.com/office/drawing/2014/main" id="{A5884EF0-BD4E-4B2D-9BA8-46D7F4CB1F29}"/>
              </a:ext>
            </a:extLst>
          </p:cNvPr>
          <p:cNvSpPr>
            <a:spLocks noGrp="1"/>
          </p:cNvSpPr>
          <p:nvPr/>
        </p:nvSpPr>
        <p:spPr>
          <a:xfrm>
            <a:off x="1835244" y="5626912"/>
            <a:ext cx="25400" cy="25400"/>
          </a:xfrm>
          <a:prstGeom prst="ellipse">
            <a:avLst/>
          </a:prstGeom>
          <a:solidFill>
            <a:srgbClr val="566AB4">
              <a:alpha val="43000"/>
            </a:srgbClr>
          </a:solidFill>
          <a:ln w="0">
            <a:noFill/>
            <a:prstDash val="solid"/>
          </a:ln>
        </p:spPr>
      </p:sp>
      <p:sp>
        <p:nvSpPr>
          <p:cNvPr id="4813" name="LigandSeek2_vs_LigandSeek1_ellipse_10327">
            <a:extLst>
              <a:ext uri="{FF2B5EF4-FFF2-40B4-BE49-F238E27FC236}">
                <a16:creationId xmlns:a16="http://schemas.microsoft.com/office/drawing/2014/main" id="{A0F16C40-0794-4770-8086-3B954E2591E2}"/>
              </a:ext>
            </a:extLst>
          </p:cNvPr>
          <p:cNvSpPr>
            <a:spLocks noGrp="1"/>
          </p:cNvSpPr>
          <p:nvPr/>
        </p:nvSpPr>
        <p:spPr>
          <a:xfrm>
            <a:off x="1824271" y="5817271"/>
            <a:ext cx="25400" cy="25400"/>
          </a:xfrm>
          <a:prstGeom prst="ellipse">
            <a:avLst/>
          </a:prstGeom>
          <a:solidFill>
            <a:srgbClr val="566AB4">
              <a:alpha val="43000"/>
            </a:srgbClr>
          </a:solidFill>
          <a:ln w="0">
            <a:noFill/>
            <a:prstDash val="solid"/>
          </a:ln>
        </p:spPr>
      </p:sp>
      <p:sp>
        <p:nvSpPr>
          <p:cNvPr id="4814" name="LigandSeek2_vs_LigandSeek1_ellipse_10328">
            <a:extLst>
              <a:ext uri="{FF2B5EF4-FFF2-40B4-BE49-F238E27FC236}">
                <a16:creationId xmlns:a16="http://schemas.microsoft.com/office/drawing/2014/main" id="{B39CD64C-2299-4AB1-B735-562790369ECB}"/>
              </a:ext>
            </a:extLst>
          </p:cNvPr>
          <p:cNvSpPr>
            <a:spLocks noGrp="1"/>
          </p:cNvSpPr>
          <p:nvPr/>
        </p:nvSpPr>
        <p:spPr>
          <a:xfrm>
            <a:off x="1897550" y="5817271"/>
            <a:ext cx="25400" cy="25400"/>
          </a:xfrm>
          <a:prstGeom prst="ellipse">
            <a:avLst/>
          </a:prstGeom>
          <a:solidFill>
            <a:srgbClr val="566AB4">
              <a:alpha val="43000"/>
            </a:srgbClr>
          </a:solidFill>
          <a:ln w="0">
            <a:noFill/>
            <a:prstDash val="solid"/>
          </a:ln>
        </p:spPr>
      </p:sp>
      <p:sp>
        <p:nvSpPr>
          <p:cNvPr id="4815" name="LigandSeek2_vs_LigandSeek1_ellipse_10329">
            <a:extLst>
              <a:ext uri="{FF2B5EF4-FFF2-40B4-BE49-F238E27FC236}">
                <a16:creationId xmlns:a16="http://schemas.microsoft.com/office/drawing/2014/main" id="{518EF4D0-A78F-4491-B986-703CEE4DCE8D}"/>
              </a:ext>
            </a:extLst>
          </p:cNvPr>
          <p:cNvSpPr>
            <a:spLocks noGrp="1"/>
          </p:cNvSpPr>
          <p:nvPr/>
        </p:nvSpPr>
        <p:spPr>
          <a:xfrm>
            <a:off x="1861327" y="5246195"/>
            <a:ext cx="25400" cy="25400"/>
          </a:xfrm>
          <a:prstGeom prst="ellipse">
            <a:avLst/>
          </a:prstGeom>
          <a:solidFill>
            <a:srgbClr val="566AB4">
              <a:alpha val="43000"/>
            </a:srgbClr>
          </a:solidFill>
          <a:ln w="0">
            <a:noFill/>
            <a:prstDash val="solid"/>
          </a:ln>
        </p:spPr>
      </p:sp>
      <p:sp>
        <p:nvSpPr>
          <p:cNvPr id="4816" name="LigandSeek2_vs_LigandSeek1_ellipse_10330">
            <a:extLst>
              <a:ext uri="{FF2B5EF4-FFF2-40B4-BE49-F238E27FC236}">
                <a16:creationId xmlns:a16="http://schemas.microsoft.com/office/drawing/2014/main" id="{44019A3A-6C2E-4634-ADBE-A144CCC92FA5}"/>
              </a:ext>
            </a:extLst>
          </p:cNvPr>
          <p:cNvSpPr>
            <a:spLocks noGrp="1"/>
          </p:cNvSpPr>
          <p:nvPr/>
        </p:nvSpPr>
        <p:spPr>
          <a:xfrm>
            <a:off x="1812199" y="6388346"/>
            <a:ext cx="25400" cy="25400"/>
          </a:xfrm>
          <a:prstGeom prst="ellipse">
            <a:avLst/>
          </a:prstGeom>
          <a:solidFill>
            <a:srgbClr val="566AB4">
              <a:alpha val="43000"/>
            </a:srgbClr>
          </a:solidFill>
          <a:ln w="0">
            <a:noFill/>
            <a:prstDash val="solid"/>
          </a:ln>
        </p:spPr>
      </p:sp>
      <p:sp>
        <p:nvSpPr>
          <p:cNvPr id="4817" name="LigandSeek2_vs_LigandSeek1_ellipse_10331">
            <a:extLst>
              <a:ext uri="{FF2B5EF4-FFF2-40B4-BE49-F238E27FC236}">
                <a16:creationId xmlns:a16="http://schemas.microsoft.com/office/drawing/2014/main" id="{2839109B-37D8-4440-B47F-6DAAC349048B}"/>
              </a:ext>
            </a:extLst>
          </p:cNvPr>
          <p:cNvSpPr>
            <a:spLocks noGrp="1"/>
          </p:cNvSpPr>
          <p:nvPr/>
        </p:nvSpPr>
        <p:spPr>
          <a:xfrm>
            <a:off x="1813617" y="5817271"/>
            <a:ext cx="25400" cy="25400"/>
          </a:xfrm>
          <a:prstGeom prst="ellipse">
            <a:avLst/>
          </a:prstGeom>
          <a:solidFill>
            <a:srgbClr val="566AB4">
              <a:alpha val="43000"/>
            </a:srgbClr>
          </a:solidFill>
          <a:ln w="0">
            <a:noFill/>
            <a:prstDash val="solid"/>
          </a:ln>
        </p:spPr>
      </p:sp>
      <p:sp>
        <p:nvSpPr>
          <p:cNvPr id="4818" name="LigandSeek2_vs_LigandSeek1_ellipse_10332">
            <a:extLst>
              <a:ext uri="{FF2B5EF4-FFF2-40B4-BE49-F238E27FC236}">
                <a16:creationId xmlns:a16="http://schemas.microsoft.com/office/drawing/2014/main" id="{5FA63296-7AFD-42B4-A526-2E3509F23263}"/>
              </a:ext>
            </a:extLst>
          </p:cNvPr>
          <p:cNvSpPr>
            <a:spLocks noGrp="1"/>
          </p:cNvSpPr>
          <p:nvPr/>
        </p:nvSpPr>
        <p:spPr>
          <a:xfrm>
            <a:off x="1845343" y="6388346"/>
            <a:ext cx="25400" cy="25400"/>
          </a:xfrm>
          <a:prstGeom prst="ellipse">
            <a:avLst/>
          </a:prstGeom>
          <a:solidFill>
            <a:srgbClr val="566AB4">
              <a:alpha val="43000"/>
            </a:srgbClr>
          </a:solidFill>
          <a:ln w="0">
            <a:noFill/>
            <a:prstDash val="solid"/>
          </a:ln>
        </p:spPr>
      </p:sp>
      <p:sp>
        <p:nvSpPr>
          <p:cNvPr id="4819" name="LigandSeek2_vs_LigandSeek1_ellipse_10333">
            <a:extLst>
              <a:ext uri="{FF2B5EF4-FFF2-40B4-BE49-F238E27FC236}">
                <a16:creationId xmlns:a16="http://schemas.microsoft.com/office/drawing/2014/main" id="{C135B008-FA9E-4140-AA92-795B2E506228}"/>
              </a:ext>
            </a:extLst>
          </p:cNvPr>
          <p:cNvSpPr>
            <a:spLocks noGrp="1"/>
          </p:cNvSpPr>
          <p:nvPr/>
        </p:nvSpPr>
        <p:spPr>
          <a:xfrm>
            <a:off x="1876622" y="5685675"/>
            <a:ext cx="25400" cy="25400"/>
          </a:xfrm>
          <a:prstGeom prst="ellipse">
            <a:avLst/>
          </a:prstGeom>
          <a:solidFill>
            <a:srgbClr val="566AB4">
              <a:alpha val="43000"/>
            </a:srgbClr>
          </a:solidFill>
          <a:ln w="0">
            <a:noFill/>
            <a:prstDash val="solid"/>
          </a:ln>
        </p:spPr>
      </p:sp>
      <p:sp>
        <p:nvSpPr>
          <p:cNvPr id="4820" name="LigandSeek2_vs_LigandSeek1_ellipse_10334">
            <a:extLst>
              <a:ext uri="{FF2B5EF4-FFF2-40B4-BE49-F238E27FC236}">
                <a16:creationId xmlns:a16="http://schemas.microsoft.com/office/drawing/2014/main" id="{84FFA319-9961-4541-8226-5E38CBC55225}"/>
              </a:ext>
            </a:extLst>
          </p:cNvPr>
          <p:cNvSpPr>
            <a:spLocks noGrp="1"/>
          </p:cNvSpPr>
          <p:nvPr/>
        </p:nvSpPr>
        <p:spPr>
          <a:xfrm>
            <a:off x="1825469" y="5246195"/>
            <a:ext cx="25400" cy="25400"/>
          </a:xfrm>
          <a:prstGeom prst="ellipse">
            <a:avLst/>
          </a:prstGeom>
          <a:solidFill>
            <a:srgbClr val="566AB4">
              <a:alpha val="43000"/>
            </a:srgbClr>
          </a:solidFill>
          <a:ln w="0">
            <a:noFill/>
            <a:prstDash val="solid"/>
          </a:ln>
        </p:spPr>
      </p:sp>
      <p:sp>
        <p:nvSpPr>
          <p:cNvPr id="4821" name="LigandSeek2_vs_LigandSeek1_ellipse_10335">
            <a:extLst>
              <a:ext uri="{FF2B5EF4-FFF2-40B4-BE49-F238E27FC236}">
                <a16:creationId xmlns:a16="http://schemas.microsoft.com/office/drawing/2014/main" id="{F8F665A7-2C7F-4727-9388-35126111E45A}"/>
              </a:ext>
            </a:extLst>
          </p:cNvPr>
          <p:cNvSpPr>
            <a:spLocks noGrp="1"/>
          </p:cNvSpPr>
          <p:nvPr/>
        </p:nvSpPr>
        <p:spPr>
          <a:xfrm>
            <a:off x="1841750" y="6174193"/>
            <a:ext cx="25400" cy="25400"/>
          </a:xfrm>
          <a:prstGeom prst="ellipse">
            <a:avLst/>
          </a:prstGeom>
          <a:solidFill>
            <a:srgbClr val="566AB4">
              <a:alpha val="43000"/>
            </a:srgbClr>
          </a:solidFill>
          <a:ln w="0">
            <a:noFill/>
            <a:prstDash val="solid"/>
          </a:ln>
        </p:spPr>
      </p:sp>
      <p:sp>
        <p:nvSpPr>
          <p:cNvPr id="4822" name="LigandSeek2_vs_LigandSeek1_ellipse_10336">
            <a:extLst>
              <a:ext uri="{FF2B5EF4-FFF2-40B4-BE49-F238E27FC236}">
                <a16:creationId xmlns:a16="http://schemas.microsoft.com/office/drawing/2014/main" id="{1642E539-1B31-4055-A7E2-572A169E9570}"/>
              </a:ext>
            </a:extLst>
          </p:cNvPr>
          <p:cNvSpPr>
            <a:spLocks noGrp="1"/>
          </p:cNvSpPr>
          <p:nvPr/>
        </p:nvSpPr>
        <p:spPr>
          <a:xfrm>
            <a:off x="1810378" y="5246195"/>
            <a:ext cx="25400" cy="25400"/>
          </a:xfrm>
          <a:prstGeom prst="ellipse">
            <a:avLst/>
          </a:prstGeom>
          <a:solidFill>
            <a:srgbClr val="566AB4">
              <a:alpha val="43000"/>
            </a:srgbClr>
          </a:solidFill>
          <a:ln w="0">
            <a:noFill/>
            <a:prstDash val="solid"/>
          </a:ln>
        </p:spPr>
      </p:sp>
      <p:sp>
        <p:nvSpPr>
          <p:cNvPr id="4823" name="LigandSeek2_vs_LigandSeek1_ellipse_10337">
            <a:extLst>
              <a:ext uri="{FF2B5EF4-FFF2-40B4-BE49-F238E27FC236}">
                <a16:creationId xmlns:a16="http://schemas.microsoft.com/office/drawing/2014/main" id="{5CB169E7-3D17-4D96-BA25-E992668F505A}"/>
              </a:ext>
            </a:extLst>
          </p:cNvPr>
          <p:cNvSpPr>
            <a:spLocks noGrp="1"/>
          </p:cNvSpPr>
          <p:nvPr/>
        </p:nvSpPr>
        <p:spPr>
          <a:xfrm>
            <a:off x="1882825" y="5246195"/>
            <a:ext cx="25400" cy="25400"/>
          </a:xfrm>
          <a:prstGeom prst="ellipse">
            <a:avLst/>
          </a:prstGeom>
          <a:solidFill>
            <a:srgbClr val="566AB4">
              <a:alpha val="43000"/>
            </a:srgbClr>
          </a:solidFill>
          <a:ln w="0">
            <a:noFill/>
            <a:prstDash val="solid"/>
          </a:ln>
        </p:spPr>
      </p:sp>
      <p:sp>
        <p:nvSpPr>
          <p:cNvPr id="4824" name="LigandSeek2_vs_LigandSeek1_ellipse_10338">
            <a:extLst>
              <a:ext uri="{FF2B5EF4-FFF2-40B4-BE49-F238E27FC236}">
                <a16:creationId xmlns:a16="http://schemas.microsoft.com/office/drawing/2014/main" id="{02EDC43E-8DC3-4B6C-BDF6-A92BD00CFAA1}"/>
              </a:ext>
            </a:extLst>
          </p:cNvPr>
          <p:cNvSpPr>
            <a:spLocks noGrp="1"/>
          </p:cNvSpPr>
          <p:nvPr/>
        </p:nvSpPr>
        <p:spPr>
          <a:xfrm>
            <a:off x="1808387" y="5626912"/>
            <a:ext cx="25400" cy="25400"/>
          </a:xfrm>
          <a:prstGeom prst="ellipse">
            <a:avLst/>
          </a:prstGeom>
          <a:solidFill>
            <a:srgbClr val="566AB4">
              <a:alpha val="43000"/>
            </a:srgbClr>
          </a:solidFill>
          <a:ln w="0">
            <a:noFill/>
            <a:prstDash val="solid"/>
          </a:ln>
        </p:spPr>
      </p:sp>
      <p:sp>
        <p:nvSpPr>
          <p:cNvPr id="4825" name="LigandSeek2_vs_LigandSeek1_ellipse_10339">
            <a:extLst>
              <a:ext uri="{FF2B5EF4-FFF2-40B4-BE49-F238E27FC236}">
                <a16:creationId xmlns:a16="http://schemas.microsoft.com/office/drawing/2014/main" id="{EF223938-93AB-44F9-912D-8E3B36CF0140}"/>
              </a:ext>
            </a:extLst>
          </p:cNvPr>
          <p:cNvSpPr>
            <a:spLocks noGrp="1"/>
          </p:cNvSpPr>
          <p:nvPr/>
        </p:nvSpPr>
        <p:spPr>
          <a:xfrm>
            <a:off x="1922207" y="6388346"/>
            <a:ext cx="25400" cy="25400"/>
          </a:xfrm>
          <a:prstGeom prst="ellipse">
            <a:avLst/>
          </a:prstGeom>
          <a:solidFill>
            <a:srgbClr val="566AB4">
              <a:alpha val="43000"/>
            </a:srgbClr>
          </a:solidFill>
          <a:ln w="0">
            <a:noFill/>
            <a:prstDash val="solid"/>
          </a:ln>
        </p:spPr>
      </p:sp>
      <p:sp>
        <p:nvSpPr>
          <p:cNvPr id="4826" name="LigandSeek2_vs_LigandSeek1_ellipse_10340">
            <a:extLst>
              <a:ext uri="{FF2B5EF4-FFF2-40B4-BE49-F238E27FC236}">
                <a16:creationId xmlns:a16="http://schemas.microsoft.com/office/drawing/2014/main" id="{612D3FA0-2678-4340-9D35-C1BD680A50F8}"/>
              </a:ext>
            </a:extLst>
          </p:cNvPr>
          <p:cNvSpPr>
            <a:spLocks noGrp="1"/>
          </p:cNvSpPr>
          <p:nvPr/>
        </p:nvSpPr>
        <p:spPr>
          <a:xfrm>
            <a:off x="1866787" y="5246195"/>
            <a:ext cx="25400" cy="25400"/>
          </a:xfrm>
          <a:prstGeom prst="ellipse">
            <a:avLst/>
          </a:prstGeom>
          <a:solidFill>
            <a:srgbClr val="566AB4">
              <a:alpha val="43000"/>
            </a:srgbClr>
          </a:solidFill>
          <a:ln w="0">
            <a:noFill/>
            <a:prstDash val="solid"/>
          </a:ln>
        </p:spPr>
      </p:sp>
      <p:sp>
        <p:nvSpPr>
          <p:cNvPr id="4827" name="LigandSeek2_vs_LigandSeek1_ellipse_10341">
            <a:extLst>
              <a:ext uri="{FF2B5EF4-FFF2-40B4-BE49-F238E27FC236}">
                <a16:creationId xmlns:a16="http://schemas.microsoft.com/office/drawing/2014/main" id="{6F735657-6922-4E82-BB7A-159B074160E6}"/>
              </a:ext>
            </a:extLst>
          </p:cNvPr>
          <p:cNvSpPr>
            <a:spLocks noGrp="1"/>
          </p:cNvSpPr>
          <p:nvPr/>
        </p:nvSpPr>
        <p:spPr>
          <a:xfrm>
            <a:off x="1905227" y="5817271"/>
            <a:ext cx="25400" cy="25400"/>
          </a:xfrm>
          <a:prstGeom prst="ellipse">
            <a:avLst/>
          </a:prstGeom>
          <a:solidFill>
            <a:srgbClr val="566AB4">
              <a:alpha val="43000"/>
            </a:srgbClr>
          </a:solidFill>
          <a:ln w="0">
            <a:noFill/>
            <a:prstDash val="solid"/>
          </a:ln>
        </p:spPr>
      </p:sp>
      <p:sp>
        <p:nvSpPr>
          <p:cNvPr id="4828" name="LigandSeek2_vs_LigandSeek1_ellipse_10342">
            <a:extLst>
              <a:ext uri="{FF2B5EF4-FFF2-40B4-BE49-F238E27FC236}">
                <a16:creationId xmlns:a16="http://schemas.microsoft.com/office/drawing/2014/main" id="{98C4871F-21C9-4BDB-A405-9B2B1AB138D7}"/>
              </a:ext>
            </a:extLst>
          </p:cNvPr>
          <p:cNvSpPr>
            <a:spLocks noGrp="1"/>
          </p:cNvSpPr>
          <p:nvPr/>
        </p:nvSpPr>
        <p:spPr>
          <a:xfrm>
            <a:off x="1886263" y="6388346"/>
            <a:ext cx="25400" cy="25400"/>
          </a:xfrm>
          <a:prstGeom prst="ellipse">
            <a:avLst/>
          </a:prstGeom>
          <a:solidFill>
            <a:srgbClr val="566AB4">
              <a:alpha val="43000"/>
            </a:srgbClr>
          </a:solidFill>
          <a:ln w="0">
            <a:noFill/>
            <a:prstDash val="solid"/>
          </a:ln>
        </p:spPr>
      </p:sp>
      <p:sp>
        <p:nvSpPr>
          <p:cNvPr id="4829" name="LigandSeek2_vs_LigandSeek1_ellipse_10343">
            <a:extLst>
              <a:ext uri="{FF2B5EF4-FFF2-40B4-BE49-F238E27FC236}">
                <a16:creationId xmlns:a16="http://schemas.microsoft.com/office/drawing/2014/main" id="{55B8AFC7-2211-443F-9844-60842AF5D9A6}"/>
              </a:ext>
            </a:extLst>
          </p:cNvPr>
          <p:cNvSpPr>
            <a:spLocks noGrp="1"/>
          </p:cNvSpPr>
          <p:nvPr/>
        </p:nvSpPr>
        <p:spPr>
          <a:xfrm>
            <a:off x="1826333" y="5817271"/>
            <a:ext cx="25400" cy="25400"/>
          </a:xfrm>
          <a:prstGeom prst="ellipse">
            <a:avLst/>
          </a:prstGeom>
          <a:solidFill>
            <a:srgbClr val="566AB4">
              <a:alpha val="43000"/>
            </a:srgbClr>
          </a:solidFill>
          <a:ln w="0">
            <a:noFill/>
            <a:prstDash val="solid"/>
          </a:ln>
        </p:spPr>
      </p:sp>
      <p:sp>
        <p:nvSpPr>
          <p:cNvPr id="4830" name="LigandSeek2_vs_LigandSeek1_ellipse_10344">
            <a:extLst>
              <a:ext uri="{FF2B5EF4-FFF2-40B4-BE49-F238E27FC236}">
                <a16:creationId xmlns:a16="http://schemas.microsoft.com/office/drawing/2014/main" id="{81A65C15-3C51-455A-8BF1-FE70AA293C25}"/>
              </a:ext>
            </a:extLst>
          </p:cNvPr>
          <p:cNvSpPr>
            <a:spLocks noGrp="1"/>
          </p:cNvSpPr>
          <p:nvPr/>
        </p:nvSpPr>
        <p:spPr>
          <a:xfrm>
            <a:off x="1794526" y="5246195"/>
            <a:ext cx="25400" cy="25400"/>
          </a:xfrm>
          <a:prstGeom prst="ellipse">
            <a:avLst/>
          </a:prstGeom>
          <a:solidFill>
            <a:srgbClr val="566AB4">
              <a:alpha val="43000"/>
            </a:srgbClr>
          </a:solidFill>
          <a:ln w="0">
            <a:noFill/>
            <a:prstDash val="solid"/>
          </a:ln>
        </p:spPr>
      </p:sp>
      <p:sp>
        <p:nvSpPr>
          <p:cNvPr id="4831" name="LigandSeek2_vs_LigandSeek1_ellipse_10345">
            <a:extLst>
              <a:ext uri="{FF2B5EF4-FFF2-40B4-BE49-F238E27FC236}">
                <a16:creationId xmlns:a16="http://schemas.microsoft.com/office/drawing/2014/main" id="{07EBB69A-51C1-453F-9C05-E03CFA7D25D0}"/>
              </a:ext>
            </a:extLst>
          </p:cNvPr>
          <p:cNvSpPr>
            <a:spLocks noGrp="1"/>
          </p:cNvSpPr>
          <p:nvPr/>
        </p:nvSpPr>
        <p:spPr>
          <a:xfrm>
            <a:off x="1849142" y="5817271"/>
            <a:ext cx="25400" cy="25400"/>
          </a:xfrm>
          <a:prstGeom prst="ellipse">
            <a:avLst/>
          </a:prstGeom>
          <a:solidFill>
            <a:srgbClr val="566AB4">
              <a:alpha val="43000"/>
            </a:srgbClr>
          </a:solidFill>
          <a:ln w="0">
            <a:noFill/>
            <a:prstDash val="solid"/>
          </a:ln>
        </p:spPr>
      </p:sp>
      <p:sp>
        <p:nvSpPr>
          <p:cNvPr id="4832" name="LigandSeek2_vs_LigandSeek1_ellipse_10346">
            <a:extLst>
              <a:ext uri="{FF2B5EF4-FFF2-40B4-BE49-F238E27FC236}">
                <a16:creationId xmlns:a16="http://schemas.microsoft.com/office/drawing/2014/main" id="{45F24A3D-F2BB-430C-B805-7A6279FA7D3D}"/>
              </a:ext>
            </a:extLst>
          </p:cNvPr>
          <p:cNvSpPr>
            <a:spLocks noGrp="1"/>
          </p:cNvSpPr>
          <p:nvPr/>
        </p:nvSpPr>
        <p:spPr>
          <a:xfrm>
            <a:off x="1926468" y="5626912"/>
            <a:ext cx="25400" cy="25400"/>
          </a:xfrm>
          <a:prstGeom prst="ellipse">
            <a:avLst/>
          </a:prstGeom>
          <a:solidFill>
            <a:srgbClr val="566AB4">
              <a:alpha val="43000"/>
            </a:srgbClr>
          </a:solidFill>
          <a:ln w="0">
            <a:noFill/>
            <a:prstDash val="solid"/>
          </a:ln>
        </p:spPr>
      </p:sp>
      <p:sp>
        <p:nvSpPr>
          <p:cNvPr id="4833" name="LigandSeek2_vs_LigandSeek1_ellipse_10347">
            <a:extLst>
              <a:ext uri="{FF2B5EF4-FFF2-40B4-BE49-F238E27FC236}">
                <a16:creationId xmlns:a16="http://schemas.microsoft.com/office/drawing/2014/main" id="{EA7C6A93-E2B2-4ACC-B02A-199B8F435340}"/>
              </a:ext>
            </a:extLst>
          </p:cNvPr>
          <p:cNvSpPr>
            <a:spLocks noGrp="1"/>
          </p:cNvSpPr>
          <p:nvPr/>
        </p:nvSpPr>
        <p:spPr>
          <a:xfrm>
            <a:off x="1792580" y="5246195"/>
            <a:ext cx="25400" cy="25400"/>
          </a:xfrm>
          <a:prstGeom prst="ellipse">
            <a:avLst/>
          </a:prstGeom>
          <a:solidFill>
            <a:srgbClr val="566AB4">
              <a:alpha val="43000"/>
            </a:srgbClr>
          </a:solidFill>
          <a:ln w="0">
            <a:noFill/>
            <a:prstDash val="solid"/>
          </a:ln>
        </p:spPr>
      </p:sp>
      <p:sp>
        <p:nvSpPr>
          <p:cNvPr id="4834" name="LigandSeek2_vs_LigandSeek1_ellipse_10348">
            <a:extLst>
              <a:ext uri="{FF2B5EF4-FFF2-40B4-BE49-F238E27FC236}">
                <a16:creationId xmlns:a16="http://schemas.microsoft.com/office/drawing/2014/main" id="{81709F3D-09DB-439D-A01B-348FB63A6A7D}"/>
              </a:ext>
            </a:extLst>
          </p:cNvPr>
          <p:cNvSpPr>
            <a:spLocks noGrp="1"/>
          </p:cNvSpPr>
          <p:nvPr/>
        </p:nvSpPr>
        <p:spPr>
          <a:xfrm>
            <a:off x="1937066" y="5626912"/>
            <a:ext cx="25400" cy="25400"/>
          </a:xfrm>
          <a:prstGeom prst="ellipse">
            <a:avLst/>
          </a:prstGeom>
          <a:solidFill>
            <a:srgbClr val="566AB4">
              <a:alpha val="43000"/>
            </a:srgbClr>
          </a:solidFill>
          <a:ln w="0">
            <a:noFill/>
            <a:prstDash val="solid"/>
          </a:ln>
        </p:spPr>
      </p:sp>
      <p:sp>
        <p:nvSpPr>
          <p:cNvPr id="4835" name="LigandSeek2_vs_LigandSeek1_ellipse_10349">
            <a:extLst>
              <a:ext uri="{FF2B5EF4-FFF2-40B4-BE49-F238E27FC236}">
                <a16:creationId xmlns:a16="http://schemas.microsoft.com/office/drawing/2014/main" id="{5504FFE4-1869-457A-A4D9-42942D12293F}"/>
              </a:ext>
            </a:extLst>
          </p:cNvPr>
          <p:cNvSpPr>
            <a:spLocks noGrp="1"/>
          </p:cNvSpPr>
          <p:nvPr/>
        </p:nvSpPr>
        <p:spPr>
          <a:xfrm>
            <a:off x="1925123" y="5626912"/>
            <a:ext cx="25400" cy="25400"/>
          </a:xfrm>
          <a:prstGeom prst="ellipse">
            <a:avLst/>
          </a:prstGeom>
          <a:solidFill>
            <a:srgbClr val="566AB4">
              <a:alpha val="43000"/>
            </a:srgbClr>
          </a:solidFill>
          <a:ln w="0">
            <a:noFill/>
            <a:prstDash val="solid"/>
          </a:ln>
        </p:spPr>
      </p:sp>
      <p:sp>
        <p:nvSpPr>
          <p:cNvPr id="4836" name="LigandSeek2_vs_LigandSeek1_ellipse_10350">
            <a:extLst>
              <a:ext uri="{FF2B5EF4-FFF2-40B4-BE49-F238E27FC236}">
                <a16:creationId xmlns:a16="http://schemas.microsoft.com/office/drawing/2014/main" id="{08506546-D0DB-4D0A-8620-3B59DF27231F}"/>
              </a:ext>
            </a:extLst>
          </p:cNvPr>
          <p:cNvSpPr>
            <a:spLocks noGrp="1"/>
          </p:cNvSpPr>
          <p:nvPr/>
        </p:nvSpPr>
        <p:spPr>
          <a:xfrm>
            <a:off x="1888913" y="6388346"/>
            <a:ext cx="25400" cy="25400"/>
          </a:xfrm>
          <a:prstGeom prst="ellipse">
            <a:avLst/>
          </a:prstGeom>
          <a:solidFill>
            <a:srgbClr val="566AB4">
              <a:alpha val="43000"/>
            </a:srgbClr>
          </a:solidFill>
          <a:ln w="0">
            <a:noFill/>
            <a:prstDash val="solid"/>
          </a:ln>
        </p:spPr>
      </p:sp>
      <p:sp>
        <p:nvSpPr>
          <p:cNvPr id="4837" name="LigandSeek2_vs_LigandSeek1_ellipse_10351">
            <a:extLst>
              <a:ext uri="{FF2B5EF4-FFF2-40B4-BE49-F238E27FC236}">
                <a16:creationId xmlns:a16="http://schemas.microsoft.com/office/drawing/2014/main" id="{8E277AF7-C002-41EE-B550-9477ECD0506E}"/>
              </a:ext>
            </a:extLst>
          </p:cNvPr>
          <p:cNvSpPr>
            <a:spLocks noGrp="1"/>
          </p:cNvSpPr>
          <p:nvPr/>
        </p:nvSpPr>
        <p:spPr>
          <a:xfrm>
            <a:off x="1922214" y="5246195"/>
            <a:ext cx="25400" cy="25400"/>
          </a:xfrm>
          <a:prstGeom prst="ellipse">
            <a:avLst/>
          </a:prstGeom>
          <a:solidFill>
            <a:srgbClr val="566AB4">
              <a:alpha val="43000"/>
            </a:srgbClr>
          </a:solidFill>
          <a:ln w="0">
            <a:noFill/>
            <a:prstDash val="solid"/>
          </a:ln>
        </p:spPr>
      </p:sp>
      <p:sp>
        <p:nvSpPr>
          <p:cNvPr id="4838" name="LigandSeek2_vs_LigandSeek1_ellipse_10352">
            <a:extLst>
              <a:ext uri="{FF2B5EF4-FFF2-40B4-BE49-F238E27FC236}">
                <a16:creationId xmlns:a16="http://schemas.microsoft.com/office/drawing/2014/main" id="{CDE1E34C-930F-4084-8096-9604C2C31E6C}"/>
              </a:ext>
            </a:extLst>
          </p:cNvPr>
          <p:cNvSpPr>
            <a:spLocks noGrp="1"/>
          </p:cNvSpPr>
          <p:nvPr/>
        </p:nvSpPr>
        <p:spPr>
          <a:xfrm>
            <a:off x="1922522" y="5626912"/>
            <a:ext cx="25400" cy="25400"/>
          </a:xfrm>
          <a:prstGeom prst="ellipse">
            <a:avLst/>
          </a:prstGeom>
          <a:solidFill>
            <a:srgbClr val="566AB4">
              <a:alpha val="43000"/>
            </a:srgbClr>
          </a:solidFill>
          <a:ln w="0">
            <a:noFill/>
            <a:prstDash val="solid"/>
          </a:ln>
        </p:spPr>
      </p:sp>
      <p:sp>
        <p:nvSpPr>
          <p:cNvPr id="4839" name="LigandSeek2_vs_LigandSeek1_ellipse_10353">
            <a:extLst>
              <a:ext uri="{FF2B5EF4-FFF2-40B4-BE49-F238E27FC236}">
                <a16:creationId xmlns:a16="http://schemas.microsoft.com/office/drawing/2014/main" id="{E56717A3-D10D-489C-AC85-B05408A8E1A5}"/>
              </a:ext>
            </a:extLst>
          </p:cNvPr>
          <p:cNvSpPr>
            <a:spLocks noGrp="1"/>
          </p:cNvSpPr>
          <p:nvPr/>
        </p:nvSpPr>
        <p:spPr>
          <a:xfrm>
            <a:off x="1845663" y="6388346"/>
            <a:ext cx="25400" cy="25400"/>
          </a:xfrm>
          <a:prstGeom prst="ellipse">
            <a:avLst/>
          </a:prstGeom>
          <a:solidFill>
            <a:srgbClr val="566AB4">
              <a:alpha val="43000"/>
            </a:srgbClr>
          </a:solidFill>
          <a:ln w="0">
            <a:noFill/>
            <a:prstDash val="solid"/>
          </a:ln>
        </p:spPr>
      </p:sp>
      <p:sp>
        <p:nvSpPr>
          <p:cNvPr id="4840" name="LigandSeek2_vs_LigandSeek1_ellipse_10354">
            <a:extLst>
              <a:ext uri="{FF2B5EF4-FFF2-40B4-BE49-F238E27FC236}">
                <a16:creationId xmlns:a16="http://schemas.microsoft.com/office/drawing/2014/main" id="{3148B958-49C4-4D8A-8AC2-462715E01A7C}"/>
              </a:ext>
            </a:extLst>
          </p:cNvPr>
          <p:cNvSpPr>
            <a:spLocks noGrp="1"/>
          </p:cNvSpPr>
          <p:nvPr/>
        </p:nvSpPr>
        <p:spPr>
          <a:xfrm>
            <a:off x="1859576" y="5944176"/>
            <a:ext cx="25400" cy="25400"/>
          </a:xfrm>
          <a:prstGeom prst="ellipse">
            <a:avLst/>
          </a:prstGeom>
          <a:solidFill>
            <a:srgbClr val="566AB4">
              <a:alpha val="43000"/>
            </a:srgbClr>
          </a:solidFill>
          <a:ln w="0">
            <a:noFill/>
            <a:prstDash val="solid"/>
          </a:ln>
        </p:spPr>
      </p:sp>
      <p:sp>
        <p:nvSpPr>
          <p:cNvPr id="4841" name="LigandSeek2_vs_LigandSeek1_ellipse_10355">
            <a:extLst>
              <a:ext uri="{FF2B5EF4-FFF2-40B4-BE49-F238E27FC236}">
                <a16:creationId xmlns:a16="http://schemas.microsoft.com/office/drawing/2014/main" id="{643D8FC3-881C-4C10-AD8F-7311A61CCF79}"/>
              </a:ext>
            </a:extLst>
          </p:cNvPr>
          <p:cNvSpPr>
            <a:spLocks noGrp="1"/>
          </p:cNvSpPr>
          <p:nvPr/>
        </p:nvSpPr>
        <p:spPr>
          <a:xfrm>
            <a:off x="1871645" y="6388346"/>
            <a:ext cx="25400" cy="25400"/>
          </a:xfrm>
          <a:prstGeom prst="ellipse">
            <a:avLst/>
          </a:prstGeom>
          <a:solidFill>
            <a:srgbClr val="566AB4">
              <a:alpha val="43000"/>
            </a:srgbClr>
          </a:solidFill>
          <a:ln w="0">
            <a:noFill/>
            <a:prstDash val="solid"/>
          </a:ln>
        </p:spPr>
      </p:sp>
      <p:sp>
        <p:nvSpPr>
          <p:cNvPr id="4842" name="LigandSeek2_vs_LigandSeek1_ellipse_10356">
            <a:extLst>
              <a:ext uri="{FF2B5EF4-FFF2-40B4-BE49-F238E27FC236}">
                <a16:creationId xmlns:a16="http://schemas.microsoft.com/office/drawing/2014/main" id="{C6A2EC86-71BB-42D4-84D6-450628B23A26}"/>
              </a:ext>
            </a:extLst>
          </p:cNvPr>
          <p:cNvSpPr>
            <a:spLocks noGrp="1"/>
          </p:cNvSpPr>
          <p:nvPr/>
        </p:nvSpPr>
        <p:spPr>
          <a:xfrm>
            <a:off x="1904391" y="6388346"/>
            <a:ext cx="25400" cy="25400"/>
          </a:xfrm>
          <a:prstGeom prst="ellipse">
            <a:avLst/>
          </a:prstGeom>
          <a:solidFill>
            <a:srgbClr val="566AB4">
              <a:alpha val="43000"/>
            </a:srgbClr>
          </a:solidFill>
          <a:ln w="0">
            <a:noFill/>
            <a:prstDash val="solid"/>
          </a:ln>
        </p:spPr>
      </p:sp>
      <p:sp>
        <p:nvSpPr>
          <p:cNvPr id="4843" name="LigandSeek2_vs_LigandSeek1_ellipse_10357">
            <a:extLst>
              <a:ext uri="{FF2B5EF4-FFF2-40B4-BE49-F238E27FC236}">
                <a16:creationId xmlns:a16="http://schemas.microsoft.com/office/drawing/2014/main" id="{B0504DAD-513E-40D3-B706-55BC7291E4E7}"/>
              </a:ext>
            </a:extLst>
          </p:cNvPr>
          <p:cNvSpPr>
            <a:spLocks noGrp="1"/>
          </p:cNvSpPr>
          <p:nvPr/>
        </p:nvSpPr>
        <p:spPr>
          <a:xfrm>
            <a:off x="1944105" y="6388346"/>
            <a:ext cx="25400" cy="25400"/>
          </a:xfrm>
          <a:prstGeom prst="ellipse">
            <a:avLst/>
          </a:prstGeom>
          <a:solidFill>
            <a:srgbClr val="566AB4">
              <a:alpha val="43000"/>
            </a:srgbClr>
          </a:solidFill>
          <a:ln w="0">
            <a:noFill/>
            <a:prstDash val="solid"/>
          </a:ln>
        </p:spPr>
      </p:sp>
      <p:sp>
        <p:nvSpPr>
          <p:cNvPr id="4844" name="LigandSeek2_vs_LigandSeek1_ellipse_10358">
            <a:extLst>
              <a:ext uri="{FF2B5EF4-FFF2-40B4-BE49-F238E27FC236}">
                <a16:creationId xmlns:a16="http://schemas.microsoft.com/office/drawing/2014/main" id="{DFA051C8-08A3-4767-8F78-4436879ABF7F}"/>
              </a:ext>
            </a:extLst>
          </p:cNvPr>
          <p:cNvSpPr>
            <a:spLocks noGrp="1"/>
          </p:cNvSpPr>
          <p:nvPr/>
        </p:nvSpPr>
        <p:spPr>
          <a:xfrm>
            <a:off x="1885182" y="5563459"/>
            <a:ext cx="25400" cy="25400"/>
          </a:xfrm>
          <a:prstGeom prst="ellipse">
            <a:avLst/>
          </a:prstGeom>
          <a:solidFill>
            <a:srgbClr val="566AB4">
              <a:alpha val="43000"/>
            </a:srgbClr>
          </a:solidFill>
          <a:ln w="0">
            <a:noFill/>
            <a:prstDash val="solid"/>
          </a:ln>
        </p:spPr>
      </p:sp>
      <p:sp>
        <p:nvSpPr>
          <p:cNvPr id="4845" name="LigandSeek2_vs_LigandSeek1_ellipse_10359">
            <a:extLst>
              <a:ext uri="{FF2B5EF4-FFF2-40B4-BE49-F238E27FC236}">
                <a16:creationId xmlns:a16="http://schemas.microsoft.com/office/drawing/2014/main" id="{090268A3-B92F-4161-ADEA-6A37747C8F29}"/>
              </a:ext>
            </a:extLst>
          </p:cNvPr>
          <p:cNvSpPr>
            <a:spLocks noGrp="1"/>
          </p:cNvSpPr>
          <p:nvPr/>
        </p:nvSpPr>
        <p:spPr>
          <a:xfrm>
            <a:off x="1883213" y="6388346"/>
            <a:ext cx="25400" cy="25400"/>
          </a:xfrm>
          <a:prstGeom prst="ellipse">
            <a:avLst/>
          </a:prstGeom>
          <a:solidFill>
            <a:srgbClr val="566AB4">
              <a:alpha val="43000"/>
            </a:srgbClr>
          </a:solidFill>
          <a:ln w="0">
            <a:noFill/>
            <a:prstDash val="solid"/>
          </a:ln>
        </p:spPr>
      </p:sp>
      <p:sp>
        <p:nvSpPr>
          <p:cNvPr id="4846" name="LigandSeek2_vs_LigandSeek1_ellipse_10360">
            <a:extLst>
              <a:ext uri="{FF2B5EF4-FFF2-40B4-BE49-F238E27FC236}">
                <a16:creationId xmlns:a16="http://schemas.microsoft.com/office/drawing/2014/main" id="{E70ADB17-0AA4-417F-B232-A1FBA59DC0F5}"/>
              </a:ext>
            </a:extLst>
          </p:cNvPr>
          <p:cNvSpPr>
            <a:spLocks noGrp="1"/>
          </p:cNvSpPr>
          <p:nvPr/>
        </p:nvSpPr>
        <p:spPr>
          <a:xfrm>
            <a:off x="1904215" y="5246195"/>
            <a:ext cx="25400" cy="25400"/>
          </a:xfrm>
          <a:prstGeom prst="ellipse">
            <a:avLst/>
          </a:prstGeom>
          <a:solidFill>
            <a:srgbClr val="566AB4">
              <a:alpha val="43000"/>
            </a:srgbClr>
          </a:solidFill>
          <a:ln w="0">
            <a:noFill/>
            <a:prstDash val="solid"/>
          </a:ln>
        </p:spPr>
      </p:sp>
      <p:sp>
        <p:nvSpPr>
          <p:cNvPr id="4847" name="LigandSeek2_vs_LigandSeek1_ellipse_10361">
            <a:extLst>
              <a:ext uri="{FF2B5EF4-FFF2-40B4-BE49-F238E27FC236}">
                <a16:creationId xmlns:a16="http://schemas.microsoft.com/office/drawing/2014/main" id="{982EB146-BC14-461B-B22C-B7ED87AFDEB9}"/>
              </a:ext>
            </a:extLst>
          </p:cNvPr>
          <p:cNvSpPr>
            <a:spLocks noGrp="1"/>
          </p:cNvSpPr>
          <p:nvPr/>
        </p:nvSpPr>
        <p:spPr>
          <a:xfrm>
            <a:off x="1865802" y="5246195"/>
            <a:ext cx="25400" cy="25400"/>
          </a:xfrm>
          <a:prstGeom prst="ellipse">
            <a:avLst/>
          </a:prstGeom>
          <a:solidFill>
            <a:srgbClr val="566AB4">
              <a:alpha val="43000"/>
            </a:srgbClr>
          </a:solidFill>
          <a:ln w="0">
            <a:noFill/>
            <a:prstDash val="solid"/>
          </a:ln>
        </p:spPr>
      </p:sp>
      <p:sp>
        <p:nvSpPr>
          <p:cNvPr id="4848" name="LigandSeek2_vs_LigandSeek1_ellipse_10362">
            <a:extLst>
              <a:ext uri="{FF2B5EF4-FFF2-40B4-BE49-F238E27FC236}">
                <a16:creationId xmlns:a16="http://schemas.microsoft.com/office/drawing/2014/main" id="{C5DB869A-4B5F-4954-AC50-87350E9237A9}"/>
              </a:ext>
            </a:extLst>
          </p:cNvPr>
          <p:cNvSpPr>
            <a:spLocks noGrp="1"/>
          </p:cNvSpPr>
          <p:nvPr/>
        </p:nvSpPr>
        <p:spPr>
          <a:xfrm>
            <a:off x="1794976" y="5626912"/>
            <a:ext cx="25400" cy="25400"/>
          </a:xfrm>
          <a:prstGeom prst="ellipse">
            <a:avLst/>
          </a:prstGeom>
          <a:solidFill>
            <a:srgbClr val="566AB4">
              <a:alpha val="43000"/>
            </a:srgbClr>
          </a:solidFill>
          <a:ln w="0">
            <a:noFill/>
            <a:prstDash val="solid"/>
          </a:ln>
        </p:spPr>
      </p:sp>
      <p:sp>
        <p:nvSpPr>
          <p:cNvPr id="4849" name="LigandSeek2_vs_LigandSeek1_ellipse_10363">
            <a:extLst>
              <a:ext uri="{FF2B5EF4-FFF2-40B4-BE49-F238E27FC236}">
                <a16:creationId xmlns:a16="http://schemas.microsoft.com/office/drawing/2014/main" id="{D9499E34-F067-41F3-B219-7C014EA9EB65}"/>
              </a:ext>
            </a:extLst>
          </p:cNvPr>
          <p:cNvSpPr>
            <a:spLocks noGrp="1"/>
          </p:cNvSpPr>
          <p:nvPr/>
        </p:nvSpPr>
        <p:spPr>
          <a:xfrm>
            <a:off x="1925101" y="5246195"/>
            <a:ext cx="25400" cy="25400"/>
          </a:xfrm>
          <a:prstGeom prst="ellipse">
            <a:avLst/>
          </a:prstGeom>
          <a:solidFill>
            <a:srgbClr val="566AB4">
              <a:alpha val="43000"/>
            </a:srgbClr>
          </a:solidFill>
          <a:ln w="0">
            <a:noFill/>
            <a:prstDash val="solid"/>
          </a:ln>
        </p:spPr>
      </p:sp>
      <p:sp>
        <p:nvSpPr>
          <p:cNvPr id="4850" name="LigandSeek2_vs_LigandSeek1_ellipse_10364">
            <a:extLst>
              <a:ext uri="{FF2B5EF4-FFF2-40B4-BE49-F238E27FC236}">
                <a16:creationId xmlns:a16="http://schemas.microsoft.com/office/drawing/2014/main" id="{34FDEB72-2748-4D50-9F17-D8AC78C7B0A5}"/>
              </a:ext>
            </a:extLst>
          </p:cNvPr>
          <p:cNvSpPr>
            <a:spLocks noGrp="1"/>
          </p:cNvSpPr>
          <p:nvPr/>
        </p:nvSpPr>
        <p:spPr>
          <a:xfrm>
            <a:off x="1885563" y="6102808"/>
            <a:ext cx="25400" cy="25400"/>
          </a:xfrm>
          <a:prstGeom prst="ellipse">
            <a:avLst/>
          </a:prstGeom>
          <a:solidFill>
            <a:srgbClr val="566AB4">
              <a:alpha val="43000"/>
            </a:srgbClr>
          </a:solidFill>
          <a:ln w="0">
            <a:noFill/>
            <a:prstDash val="solid"/>
          </a:ln>
        </p:spPr>
      </p:sp>
      <p:sp>
        <p:nvSpPr>
          <p:cNvPr id="4851" name="LigandSeek2_vs_LigandSeek1_ellipse_10365">
            <a:extLst>
              <a:ext uri="{FF2B5EF4-FFF2-40B4-BE49-F238E27FC236}">
                <a16:creationId xmlns:a16="http://schemas.microsoft.com/office/drawing/2014/main" id="{8F4E95B7-E65A-4432-AAA6-7E4784739DD5}"/>
              </a:ext>
            </a:extLst>
          </p:cNvPr>
          <p:cNvSpPr>
            <a:spLocks noGrp="1"/>
          </p:cNvSpPr>
          <p:nvPr/>
        </p:nvSpPr>
        <p:spPr>
          <a:xfrm>
            <a:off x="1820538" y="5388964"/>
            <a:ext cx="25400" cy="25400"/>
          </a:xfrm>
          <a:prstGeom prst="ellipse">
            <a:avLst/>
          </a:prstGeom>
          <a:solidFill>
            <a:srgbClr val="566AB4">
              <a:alpha val="43000"/>
            </a:srgbClr>
          </a:solidFill>
          <a:ln w="0">
            <a:noFill/>
            <a:prstDash val="solid"/>
          </a:ln>
        </p:spPr>
      </p:sp>
      <p:sp>
        <p:nvSpPr>
          <p:cNvPr id="4852" name="LigandSeek2_vs_LigandSeek1_ellipse_10366">
            <a:extLst>
              <a:ext uri="{FF2B5EF4-FFF2-40B4-BE49-F238E27FC236}">
                <a16:creationId xmlns:a16="http://schemas.microsoft.com/office/drawing/2014/main" id="{BF2719B1-3F1A-4CCE-98BA-4882F7F1330C}"/>
              </a:ext>
            </a:extLst>
          </p:cNvPr>
          <p:cNvSpPr>
            <a:spLocks noGrp="1"/>
          </p:cNvSpPr>
          <p:nvPr/>
        </p:nvSpPr>
        <p:spPr>
          <a:xfrm>
            <a:off x="1947895" y="6261441"/>
            <a:ext cx="25400" cy="25400"/>
          </a:xfrm>
          <a:prstGeom prst="ellipse">
            <a:avLst/>
          </a:prstGeom>
          <a:solidFill>
            <a:srgbClr val="566AB4">
              <a:alpha val="43000"/>
            </a:srgbClr>
          </a:solidFill>
          <a:ln w="0">
            <a:noFill/>
            <a:prstDash val="solid"/>
          </a:ln>
        </p:spPr>
      </p:sp>
      <p:sp>
        <p:nvSpPr>
          <p:cNvPr id="4853" name="LigandSeek2_vs_LigandSeek1_ellipse_10367">
            <a:extLst>
              <a:ext uri="{FF2B5EF4-FFF2-40B4-BE49-F238E27FC236}">
                <a16:creationId xmlns:a16="http://schemas.microsoft.com/office/drawing/2014/main" id="{1DFB953A-F4BA-4349-BF72-0759527CABD7}"/>
              </a:ext>
            </a:extLst>
          </p:cNvPr>
          <p:cNvSpPr>
            <a:spLocks noGrp="1"/>
          </p:cNvSpPr>
          <p:nvPr/>
        </p:nvSpPr>
        <p:spPr>
          <a:xfrm>
            <a:off x="1845157" y="5246195"/>
            <a:ext cx="25400" cy="25400"/>
          </a:xfrm>
          <a:prstGeom prst="ellipse">
            <a:avLst/>
          </a:prstGeom>
          <a:solidFill>
            <a:srgbClr val="566AB4">
              <a:alpha val="43000"/>
            </a:srgbClr>
          </a:solidFill>
          <a:ln w="0">
            <a:noFill/>
            <a:prstDash val="solid"/>
          </a:ln>
        </p:spPr>
      </p:sp>
      <p:sp>
        <p:nvSpPr>
          <p:cNvPr id="4854" name="LigandSeek2_vs_LigandSeek1_ellipse_10368">
            <a:extLst>
              <a:ext uri="{FF2B5EF4-FFF2-40B4-BE49-F238E27FC236}">
                <a16:creationId xmlns:a16="http://schemas.microsoft.com/office/drawing/2014/main" id="{57826B04-B21E-4266-AE84-F8B78D194512}"/>
              </a:ext>
            </a:extLst>
          </p:cNvPr>
          <p:cNvSpPr>
            <a:spLocks noGrp="1"/>
          </p:cNvSpPr>
          <p:nvPr/>
        </p:nvSpPr>
        <p:spPr>
          <a:xfrm>
            <a:off x="1936490" y="5246195"/>
            <a:ext cx="25400" cy="25400"/>
          </a:xfrm>
          <a:prstGeom prst="ellipse">
            <a:avLst/>
          </a:prstGeom>
          <a:solidFill>
            <a:srgbClr val="566AB4">
              <a:alpha val="43000"/>
            </a:srgbClr>
          </a:solidFill>
          <a:ln w="0">
            <a:noFill/>
            <a:prstDash val="solid"/>
          </a:ln>
        </p:spPr>
      </p:sp>
      <p:sp>
        <p:nvSpPr>
          <p:cNvPr id="4855" name="LigandSeek2_vs_LigandSeek1_ellipse_10369">
            <a:extLst>
              <a:ext uri="{FF2B5EF4-FFF2-40B4-BE49-F238E27FC236}">
                <a16:creationId xmlns:a16="http://schemas.microsoft.com/office/drawing/2014/main" id="{8BF35DE7-BF3A-464A-B50B-09261F6773AD}"/>
              </a:ext>
            </a:extLst>
          </p:cNvPr>
          <p:cNvSpPr>
            <a:spLocks noGrp="1"/>
          </p:cNvSpPr>
          <p:nvPr/>
        </p:nvSpPr>
        <p:spPr>
          <a:xfrm>
            <a:off x="1803964" y="5817271"/>
            <a:ext cx="25400" cy="25400"/>
          </a:xfrm>
          <a:prstGeom prst="ellipse">
            <a:avLst/>
          </a:prstGeom>
          <a:solidFill>
            <a:srgbClr val="566AB4">
              <a:alpha val="43000"/>
            </a:srgbClr>
          </a:solidFill>
          <a:ln w="0">
            <a:noFill/>
            <a:prstDash val="solid"/>
          </a:ln>
        </p:spPr>
      </p:sp>
      <p:sp>
        <p:nvSpPr>
          <p:cNvPr id="4856" name="LigandSeek2_vs_LigandSeek1_ellipse_10370">
            <a:extLst>
              <a:ext uri="{FF2B5EF4-FFF2-40B4-BE49-F238E27FC236}">
                <a16:creationId xmlns:a16="http://schemas.microsoft.com/office/drawing/2014/main" id="{CD6AD347-6535-499F-91F4-90D534313DBE}"/>
              </a:ext>
            </a:extLst>
          </p:cNvPr>
          <p:cNvSpPr>
            <a:spLocks noGrp="1"/>
          </p:cNvSpPr>
          <p:nvPr/>
        </p:nvSpPr>
        <p:spPr>
          <a:xfrm>
            <a:off x="1948643" y="5626912"/>
            <a:ext cx="25400" cy="25400"/>
          </a:xfrm>
          <a:prstGeom prst="ellipse">
            <a:avLst/>
          </a:prstGeom>
          <a:solidFill>
            <a:srgbClr val="566AB4">
              <a:alpha val="43000"/>
            </a:srgbClr>
          </a:solidFill>
          <a:ln w="0">
            <a:noFill/>
            <a:prstDash val="solid"/>
          </a:ln>
        </p:spPr>
      </p:sp>
      <p:sp>
        <p:nvSpPr>
          <p:cNvPr id="4857" name="LigandSeek2_vs_LigandSeek1_ellipse_10371">
            <a:extLst>
              <a:ext uri="{FF2B5EF4-FFF2-40B4-BE49-F238E27FC236}">
                <a16:creationId xmlns:a16="http://schemas.microsoft.com/office/drawing/2014/main" id="{71B25BAD-C955-4F35-BE60-9132341C21AB}"/>
              </a:ext>
            </a:extLst>
          </p:cNvPr>
          <p:cNvSpPr>
            <a:spLocks noGrp="1"/>
          </p:cNvSpPr>
          <p:nvPr/>
        </p:nvSpPr>
        <p:spPr>
          <a:xfrm>
            <a:off x="1945793" y="5703056"/>
            <a:ext cx="25400" cy="25400"/>
          </a:xfrm>
          <a:prstGeom prst="ellipse">
            <a:avLst/>
          </a:prstGeom>
          <a:solidFill>
            <a:srgbClr val="566AB4">
              <a:alpha val="43000"/>
            </a:srgbClr>
          </a:solidFill>
          <a:ln w="0">
            <a:noFill/>
            <a:prstDash val="solid"/>
          </a:ln>
        </p:spPr>
      </p:sp>
      <p:sp>
        <p:nvSpPr>
          <p:cNvPr id="4858" name="LigandSeek2_vs_LigandSeek1_ellipse_10372">
            <a:extLst>
              <a:ext uri="{FF2B5EF4-FFF2-40B4-BE49-F238E27FC236}">
                <a16:creationId xmlns:a16="http://schemas.microsoft.com/office/drawing/2014/main" id="{73BC5366-1794-43E5-A4EE-5B676C99D4BD}"/>
              </a:ext>
            </a:extLst>
          </p:cNvPr>
          <p:cNvSpPr>
            <a:spLocks noGrp="1"/>
          </p:cNvSpPr>
          <p:nvPr/>
        </p:nvSpPr>
        <p:spPr>
          <a:xfrm>
            <a:off x="1909918" y="5246195"/>
            <a:ext cx="25400" cy="25400"/>
          </a:xfrm>
          <a:prstGeom prst="ellipse">
            <a:avLst/>
          </a:prstGeom>
          <a:solidFill>
            <a:srgbClr val="566AB4">
              <a:alpha val="43000"/>
            </a:srgbClr>
          </a:solidFill>
          <a:ln w="0">
            <a:noFill/>
            <a:prstDash val="solid"/>
          </a:ln>
        </p:spPr>
      </p:sp>
      <p:sp>
        <p:nvSpPr>
          <p:cNvPr id="4859" name="LigandSeek2_vs_LigandSeek1_ellipse_10373">
            <a:extLst>
              <a:ext uri="{FF2B5EF4-FFF2-40B4-BE49-F238E27FC236}">
                <a16:creationId xmlns:a16="http://schemas.microsoft.com/office/drawing/2014/main" id="{94DC72BD-8F9B-414C-80E7-6414686FC143}"/>
              </a:ext>
            </a:extLst>
          </p:cNvPr>
          <p:cNvSpPr>
            <a:spLocks noGrp="1"/>
          </p:cNvSpPr>
          <p:nvPr/>
        </p:nvSpPr>
        <p:spPr>
          <a:xfrm>
            <a:off x="1870939" y="5246195"/>
            <a:ext cx="25400" cy="25400"/>
          </a:xfrm>
          <a:prstGeom prst="ellipse">
            <a:avLst/>
          </a:prstGeom>
          <a:solidFill>
            <a:srgbClr val="566AB4">
              <a:alpha val="43000"/>
            </a:srgbClr>
          </a:solidFill>
          <a:ln w="0">
            <a:noFill/>
            <a:prstDash val="solid"/>
          </a:ln>
        </p:spPr>
      </p:sp>
      <p:sp>
        <p:nvSpPr>
          <p:cNvPr id="4860" name="LigandSeek2_vs_LigandSeek1_ellipse_10374">
            <a:extLst>
              <a:ext uri="{FF2B5EF4-FFF2-40B4-BE49-F238E27FC236}">
                <a16:creationId xmlns:a16="http://schemas.microsoft.com/office/drawing/2014/main" id="{DDFCEA82-44C9-4E6F-858C-FFF8281F5A81}"/>
              </a:ext>
            </a:extLst>
          </p:cNvPr>
          <p:cNvSpPr>
            <a:spLocks noGrp="1"/>
          </p:cNvSpPr>
          <p:nvPr/>
        </p:nvSpPr>
        <p:spPr>
          <a:xfrm>
            <a:off x="1825375" y="5626912"/>
            <a:ext cx="25400" cy="25400"/>
          </a:xfrm>
          <a:prstGeom prst="ellipse">
            <a:avLst/>
          </a:prstGeom>
          <a:solidFill>
            <a:srgbClr val="566AB4">
              <a:alpha val="43000"/>
            </a:srgbClr>
          </a:solidFill>
          <a:ln w="0">
            <a:noFill/>
            <a:prstDash val="solid"/>
          </a:ln>
        </p:spPr>
      </p:sp>
      <p:sp>
        <p:nvSpPr>
          <p:cNvPr id="4861" name="LigandSeek2_vs_LigandSeek1_ellipse_10375">
            <a:extLst>
              <a:ext uri="{FF2B5EF4-FFF2-40B4-BE49-F238E27FC236}">
                <a16:creationId xmlns:a16="http://schemas.microsoft.com/office/drawing/2014/main" id="{3F003D98-A553-461A-86CD-2CC835E69EC2}"/>
              </a:ext>
            </a:extLst>
          </p:cNvPr>
          <p:cNvSpPr>
            <a:spLocks noGrp="1"/>
          </p:cNvSpPr>
          <p:nvPr/>
        </p:nvSpPr>
        <p:spPr>
          <a:xfrm>
            <a:off x="1917414" y="5246195"/>
            <a:ext cx="25400" cy="25400"/>
          </a:xfrm>
          <a:prstGeom prst="ellipse">
            <a:avLst/>
          </a:prstGeom>
          <a:solidFill>
            <a:srgbClr val="566AB4">
              <a:alpha val="43000"/>
            </a:srgbClr>
          </a:solidFill>
          <a:ln w="0">
            <a:noFill/>
            <a:prstDash val="solid"/>
          </a:ln>
        </p:spPr>
      </p:sp>
      <p:sp>
        <p:nvSpPr>
          <p:cNvPr id="4862" name="LigandSeek2_vs_LigandSeek1_ellipse_10376">
            <a:extLst>
              <a:ext uri="{FF2B5EF4-FFF2-40B4-BE49-F238E27FC236}">
                <a16:creationId xmlns:a16="http://schemas.microsoft.com/office/drawing/2014/main" id="{ACE5875F-6A4A-4631-BB00-CC6CBFF87146}"/>
              </a:ext>
            </a:extLst>
          </p:cNvPr>
          <p:cNvSpPr>
            <a:spLocks noGrp="1"/>
          </p:cNvSpPr>
          <p:nvPr/>
        </p:nvSpPr>
        <p:spPr>
          <a:xfrm>
            <a:off x="1942284" y="5246195"/>
            <a:ext cx="25400" cy="25400"/>
          </a:xfrm>
          <a:prstGeom prst="ellipse">
            <a:avLst/>
          </a:prstGeom>
          <a:solidFill>
            <a:srgbClr val="566AB4">
              <a:alpha val="43000"/>
            </a:srgbClr>
          </a:solidFill>
          <a:ln w="0">
            <a:noFill/>
            <a:prstDash val="solid"/>
          </a:ln>
        </p:spPr>
      </p:sp>
      <p:sp>
        <p:nvSpPr>
          <p:cNvPr id="4863" name="LigandSeek2_vs_LigandSeek1_ellipse_10377">
            <a:extLst>
              <a:ext uri="{FF2B5EF4-FFF2-40B4-BE49-F238E27FC236}">
                <a16:creationId xmlns:a16="http://schemas.microsoft.com/office/drawing/2014/main" id="{E9189EC1-85B4-43B9-8F22-572DB81FDF4A}"/>
              </a:ext>
            </a:extLst>
          </p:cNvPr>
          <p:cNvSpPr>
            <a:spLocks noGrp="1"/>
          </p:cNvSpPr>
          <p:nvPr/>
        </p:nvSpPr>
        <p:spPr>
          <a:xfrm>
            <a:off x="1825797" y="5898853"/>
            <a:ext cx="25400" cy="25400"/>
          </a:xfrm>
          <a:prstGeom prst="ellipse">
            <a:avLst/>
          </a:prstGeom>
          <a:solidFill>
            <a:srgbClr val="566AB4">
              <a:alpha val="43000"/>
            </a:srgbClr>
          </a:solidFill>
          <a:ln w="0">
            <a:noFill/>
            <a:prstDash val="solid"/>
          </a:ln>
        </p:spPr>
      </p:sp>
      <p:sp>
        <p:nvSpPr>
          <p:cNvPr id="4864" name="LigandSeek2_vs_LigandSeek1_ellipse_10378">
            <a:extLst>
              <a:ext uri="{FF2B5EF4-FFF2-40B4-BE49-F238E27FC236}">
                <a16:creationId xmlns:a16="http://schemas.microsoft.com/office/drawing/2014/main" id="{88722431-BDCD-492A-8535-4599DF917A36}"/>
              </a:ext>
            </a:extLst>
          </p:cNvPr>
          <p:cNvSpPr>
            <a:spLocks noGrp="1"/>
          </p:cNvSpPr>
          <p:nvPr/>
        </p:nvSpPr>
        <p:spPr>
          <a:xfrm>
            <a:off x="1812818" y="5409360"/>
            <a:ext cx="25400" cy="25400"/>
          </a:xfrm>
          <a:prstGeom prst="ellipse">
            <a:avLst/>
          </a:prstGeom>
          <a:solidFill>
            <a:srgbClr val="566AB4">
              <a:alpha val="43000"/>
            </a:srgbClr>
          </a:solidFill>
          <a:ln w="0">
            <a:noFill/>
            <a:prstDash val="solid"/>
          </a:ln>
        </p:spPr>
      </p:sp>
      <p:sp>
        <p:nvSpPr>
          <p:cNvPr id="4865" name="LigandSeek2_vs_LigandSeek1_ellipse_10379">
            <a:extLst>
              <a:ext uri="{FF2B5EF4-FFF2-40B4-BE49-F238E27FC236}">
                <a16:creationId xmlns:a16="http://schemas.microsoft.com/office/drawing/2014/main" id="{52C3D0E0-8374-4946-8AD1-935FE72B0F96}"/>
              </a:ext>
            </a:extLst>
          </p:cNvPr>
          <p:cNvSpPr>
            <a:spLocks noGrp="1"/>
          </p:cNvSpPr>
          <p:nvPr/>
        </p:nvSpPr>
        <p:spPr>
          <a:xfrm>
            <a:off x="1905924" y="5246195"/>
            <a:ext cx="25400" cy="25400"/>
          </a:xfrm>
          <a:prstGeom prst="ellipse">
            <a:avLst/>
          </a:prstGeom>
          <a:solidFill>
            <a:srgbClr val="566AB4">
              <a:alpha val="43000"/>
            </a:srgbClr>
          </a:solidFill>
          <a:ln w="0">
            <a:noFill/>
            <a:prstDash val="solid"/>
          </a:ln>
        </p:spPr>
      </p:sp>
      <p:sp>
        <p:nvSpPr>
          <p:cNvPr id="4866" name="LigandSeek2_vs_LigandSeek1_ellipse_10380">
            <a:extLst>
              <a:ext uri="{FF2B5EF4-FFF2-40B4-BE49-F238E27FC236}">
                <a16:creationId xmlns:a16="http://schemas.microsoft.com/office/drawing/2014/main" id="{194E2396-7536-4EE8-B4E7-51CA0CA5BA7C}"/>
              </a:ext>
            </a:extLst>
          </p:cNvPr>
          <p:cNvSpPr>
            <a:spLocks noGrp="1"/>
          </p:cNvSpPr>
          <p:nvPr/>
        </p:nvSpPr>
        <p:spPr>
          <a:xfrm>
            <a:off x="1792398" y="5758194"/>
            <a:ext cx="25400" cy="25400"/>
          </a:xfrm>
          <a:prstGeom prst="ellipse">
            <a:avLst/>
          </a:prstGeom>
          <a:solidFill>
            <a:srgbClr val="566AB4">
              <a:alpha val="43000"/>
            </a:srgbClr>
          </a:solidFill>
          <a:ln w="0">
            <a:noFill/>
            <a:prstDash val="solid"/>
          </a:ln>
        </p:spPr>
      </p:sp>
      <p:sp>
        <p:nvSpPr>
          <p:cNvPr id="4867" name="LigandSeek2_vs_LigandSeek1_ellipse_10381">
            <a:extLst>
              <a:ext uri="{FF2B5EF4-FFF2-40B4-BE49-F238E27FC236}">
                <a16:creationId xmlns:a16="http://schemas.microsoft.com/office/drawing/2014/main" id="{9B87F39E-D7EA-4DD5-8953-7987169DC905}"/>
              </a:ext>
            </a:extLst>
          </p:cNvPr>
          <p:cNvSpPr>
            <a:spLocks noGrp="1"/>
          </p:cNvSpPr>
          <p:nvPr/>
        </p:nvSpPr>
        <p:spPr>
          <a:xfrm>
            <a:off x="1843818" y="5931486"/>
            <a:ext cx="25400" cy="25400"/>
          </a:xfrm>
          <a:prstGeom prst="ellipse">
            <a:avLst/>
          </a:prstGeom>
          <a:solidFill>
            <a:srgbClr val="566AB4">
              <a:alpha val="43000"/>
            </a:srgbClr>
          </a:solidFill>
          <a:ln w="0">
            <a:noFill/>
            <a:prstDash val="solid"/>
          </a:ln>
        </p:spPr>
      </p:sp>
      <p:sp>
        <p:nvSpPr>
          <p:cNvPr id="4868" name="LigandSeek2_vs_LigandSeek1_ellipse_10382">
            <a:extLst>
              <a:ext uri="{FF2B5EF4-FFF2-40B4-BE49-F238E27FC236}">
                <a16:creationId xmlns:a16="http://schemas.microsoft.com/office/drawing/2014/main" id="{3B18391C-4A89-4958-8759-F0F002AF0549}"/>
              </a:ext>
            </a:extLst>
          </p:cNvPr>
          <p:cNvSpPr>
            <a:spLocks noGrp="1"/>
          </p:cNvSpPr>
          <p:nvPr/>
        </p:nvSpPr>
        <p:spPr>
          <a:xfrm>
            <a:off x="1844156" y="5246195"/>
            <a:ext cx="25400" cy="25400"/>
          </a:xfrm>
          <a:prstGeom prst="ellipse">
            <a:avLst/>
          </a:prstGeom>
          <a:solidFill>
            <a:srgbClr val="566AB4">
              <a:alpha val="43000"/>
            </a:srgbClr>
          </a:solidFill>
          <a:ln w="0">
            <a:noFill/>
            <a:prstDash val="solid"/>
          </a:ln>
        </p:spPr>
      </p:sp>
      <p:sp>
        <p:nvSpPr>
          <p:cNvPr id="4869" name="LigandSeek2_vs_LigandSeek1_ellipse_10383">
            <a:extLst>
              <a:ext uri="{FF2B5EF4-FFF2-40B4-BE49-F238E27FC236}">
                <a16:creationId xmlns:a16="http://schemas.microsoft.com/office/drawing/2014/main" id="{4AAD4F45-C7BA-49BD-AC14-05A29BDFBEAE}"/>
              </a:ext>
            </a:extLst>
          </p:cNvPr>
          <p:cNvSpPr>
            <a:spLocks noGrp="1"/>
          </p:cNvSpPr>
          <p:nvPr/>
        </p:nvSpPr>
        <p:spPr>
          <a:xfrm>
            <a:off x="1888933" y="6369622"/>
            <a:ext cx="25400" cy="25400"/>
          </a:xfrm>
          <a:prstGeom prst="ellipse">
            <a:avLst/>
          </a:prstGeom>
          <a:solidFill>
            <a:srgbClr val="566AB4">
              <a:alpha val="43000"/>
            </a:srgbClr>
          </a:solidFill>
          <a:ln w="0">
            <a:noFill/>
            <a:prstDash val="solid"/>
          </a:ln>
        </p:spPr>
      </p:sp>
      <p:sp>
        <p:nvSpPr>
          <p:cNvPr id="4870" name="LigandSeek2_vs_LigandSeek1_ellipse_10384">
            <a:extLst>
              <a:ext uri="{FF2B5EF4-FFF2-40B4-BE49-F238E27FC236}">
                <a16:creationId xmlns:a16="http://schemas.microsoft.com/office/drawing/2014/main" id="{AE3B0233-722D-4390-9559-742237FCB696}"/>
              </a:ext>
            </a:extLst>
          </p:cNvPr>
          <p:cNvSpPr>
            <a:spLocks noGrp="1"/>
          </p:cNvSpPr>
          <p:nvPr/>
        </p:nvSpPr>
        <p:spPr>
          <a:xfrm>
            <a:off x="1911323" y="6197988"/>
            <a:ext cx="25400" cy="25400"/>
          </a:xfrm>
          <a:prstGeom prst="ellipse">
            <a:avLst/>
          </a:prstGeom>
          <a:solidFill>
            <a:srgbClr val="566AB4">
              <a:alpha val="43000"/>
            </a:srgbClr>
          </a:solidFill>
          <a:ln w="0">
            <a:noFill/>
            <a:prstDash val="solid"/>
          </a:ln>
        </p:spPr>
      </p:sp>
      <p:sp>
        <p:nvSpPr>
          <p:cNvPr id="4871" name="LigandSeek2_vs_LigandSeek1_ellipse_10385">
            <a:extLst>
              <a:ext uri="{FF2B5EF4-FFF2-40B4-BE49-F238E27FC236}">
                <a16:creationId xmlns:a16="http://schemas.microsoft.com/office/drawing/2014/main" id="{862D0996-C9C2-4D61-9343-9D57371A09E5}"/>
              </a:ext>
            </a:extLst>
          </p:cNvPr>
          <p:cNvSpPr>
            <a:spLocks noGrp="1"/>
          </p:cNvSpPr>
          <p:nvPr/>
        </p:nvSpPr>
        <p:spPr>
          <a:xfrm>
            <a:off x="1910040" y="5246195"/>
            <a:ext cx="25400" cy="25400"/>
          </a:xfrm>
          <a:prstGeom prst="ellipse">
            <a:avLst/>
          </a:prstGeom>
          <a:solidFill>
            <a:srgbClr val="566AB4">
              <a:alpha val="43000"/>
            </a:srgbClr>
          </a:solidFill>
          <a:ln w="0">
            <a:noFill/>
            <a:prstDash val="solid"/>
          </a:ln>
        </p:spPr>
      </p:sp>
      <p:sp>
        <p:nvSpPr>
          <p:cNvPr id="4872" name="LigandSeek2_vs_LigandSeek1_ellipse_10386">
            <a:extLst>
              <a:ext uri="{FF2B5EF4-FFF2-40B4-BE49-F238E27FC236}">
                <a16:creationId xmlns:a16="http://schemas.microsoft.com/office/drawing/2014/main" id="{FCA7B257-B3D9-4D04-AD71-43BA255D80E3}"/>
              </a:ext>
            </a:extLst>
          </p:cNvPr>
          <p:cNvSpPr>
            <a:spLocks noGrp="1"/>
          </p:cNvSpPr>
          <p:nvPr/>
        </p:nvSpPr>
        <p:spPr>
          <a:xfrm>
            <a:off x="1908360" y="5246195"/>
            <a:ext cx="25400" cy="25400"/>
          </a:xfrm>
          <a:prstGeom prst="ellipse">
            <a:avLst/>
          </a:prstGeom>
          <a:solidFill>
            <a:srgbClr val="566AB4">
              <a:alpha val="43000"/>
            </a:srgbClr>
          </a:solidFill>
          <a:ln w="0">
            <a:noFill/>
            <a:prstDash val="solid"/>
          </a:ln>
        </p:spPr>
      </p:sp>
      <p:sp>
        <p:nvSpPr>
          <p:cNvPr id="4873" name="LigandSeek2_vs_LigandSeek1_ellipse_10387">
            <a:extLst>
              <a:ext uri="{FF2B5EF4-FFF2-40B4-BE49-F238E27FC236}">
                <a16:creationId xmlns:a16="http://schemas.microsoft.com/office/drawing/2014/main" id="{B5BDCE86-7D23-4DF5-9A01-9B86DD966D49}"/>
              </a:ext>
            </a:extLst>
          </p:cNvPr>
          <p:cNvSpPr>
            <a:spLocks noGrp="1"/>
          </p:cNvSpPr>
          <p:nvPr/>
        </p:nvSpPr>
        <p:spPr>
          <a:xfrm>
            <a:off x="1819821" y="6388346"/>
            <a:ext cx="25400" cy="25400"/>
          </a:xfrm>
          <a:prstGeom prst="ellipse">
            <a:avLst/>
          </a:prstGeom>
          <a:solidFill>
            <a:srgbClr val="566AB4">
              <a:alpha val="43000"/>
            </a:srgbClr>
          </a:solidFill>
          <a:ln w="0">
            <a:noFill/>
            <a:prstDash val="solid"/>
          </a:ln>
        </p:spPr>
      </p:sp>
      <p:sp>
        <p:nvSpPr>
          <p:cNvPr id="4874" name="LigandSeek2_vs_LigandSeek1_ellipse_10388">
            <a:extLst>
              <a:ext uri="{FF2B5EF4-FFF2-40B4-BE49-F238E27FC236}">
                <a16:creationId xmlns:a16="http://schemas.microsoft.com/office/drawing/2014/main" id="{8DBCF596-0C18-4E9A-9355-8DC6F60B1EA6}"/>
              </a:ext>
            </a:extLst>
          </p:cNvPr>
          <p:cNvSpPr>
            <a:spLocks noGrp="1"/>
          </p:cNvSpPr>
          <p:nvPr/>
        </p:nvSpPr>
        <p:spPr>
          <a:xfrm>
            <a:off x="1858337" y="6279570"/>
            <a:ext cx="25400" cy="25400"/>
          </a:xfrm>
          <a:prstGeom prst="ellipse">
            <a:avLst/>
          </a:prstGeom>
          <a:solidFill>
            <a:srgbClr val="566AB4">
              <a:alpha val="43000"/>
            </a:srgbClr>
          </a:solidFill>
          <a:ln w="0">
            <a:noFill/>
            <a:prstDash val="solid"/>
          </a:ln>
        </p:spPr>
      </p:sp>
      <p:sp>
        <p:nvSpPr>
          <p:cNvPr id="4875" name="LigandSeek2_vs_LigandSeek1_ellipse_10389">
            <a:extLst>
              <a:ext uri="{FF2B5EF4-FFF2-40B4-BE49-F238E27FC236}">
                <a16:creationId xmlns:a16="http://schemas.microsoft.com/office/drawing/2014/main" id="{AC7763EF-3EC1-4E8A-8D19-1233ECD0073F}"/>
              </a:ext>
            </a:extLst>
          </p:cNvPr>
          <p:cNvSpPr>
            <a:spLocks noGrp="1"/>
          </p:cNvSpPr>
          <p:nvPr/>
        </p:nvSpPr>
        <p:spPr>
          <a:xfrm>
            <a:off x="1831031" y="6388346"/>
            <a:ext cx="25400" cy="25400"/>
          </a:xfrm>
          <a:prstGeom prst="ellipse">
            <a:avLst/>
          </a:prstGeom>
          <a:solidFill>
            <a:srgbClr val="566AB4">
              <a:alpha val="43000"/>
            </a:srgbClr>
          </a:solidFill>
          <a:ln w="0">
            <a:noFill/>
            <a:prstDash val="solid"/>
          </a:ln>
        </p:spPr>
      </p:sp>
      <p:sp>
        <p:nvSpPr>
          <p:cNvPr id="4876" name="LigandSeek2_vs_LigandSeek1_ellipse_10390">
            <a:extLst>
              <a:ext uri="{FF2B5EF4-FFF2-40B4-BE49-F238E27FC236}">
                <a16:creationId xmlns:a16="http://schemas.microsoft.com/office/drawing/2014/main" id="{FC0EE152-E637-4C8E-A76C-FEF913287C7C}"/>
              </a:ext>
            </a:extLst>
          </p:cNvPr>
          <p:cNvSpPr>
            <a:spLocks noGrp="1"/>
          </p:cNvSpPr>
          <p:nvPr/>
        </p:nvSpPr>
        <p:spPr>
          <a:xfrm>
            <a:off x="1854774" y="6388346"/>
            <a:ext cx="25400" cy="25400"/>
          </a:xfrm>
          <a:prstGeom prst="ellipse">
            <a:avLst/>
          </a:prstGeom>
          <a:solidFill>
            <a:srgbClr val="566AB4">
              <a:alpha val="43000"/>
            </a:srgbClr>
          </a:solidFill>
          <a:ln w="0">
            <a:noFill/>
            <a:prstDash val="solid"/>
          </a:ln>
        </p:spPr>
      </p:sp>
      <p:sp>
        <p:nvSpPr>
          <p:cNvPr id="4877" name="LigandSeek2_vs_LigandSeek1_ellipse_10391">
            <a:extLst>
              <a:ext uri="{FF2B5EF4-FFF2-40B4-BE49-F238E27FC236}">
                <a16:creationId xmlns:a16="http://schemas.microsoft.com/office/drawing/2014/main" id="{34B3F757-423D-435F-A28F-EC9CFF137BD5}"/>
              </a:ext>
            </a:extLst>
          </p:cNvPr>
          <p:cNvSpPr>
            <a:spLocks noGrp="1"/>
          </p:cNvSpPr>
          <p:nvPr/>
        </p:nvSpPr>
        <p:spPr>
          <a:xfrm>
            <a:off x="2154591" y="5246195"/>
            <a:ext cx="25400" cy="25400"/>
          </a:xfrm>
          <a:prstGeom prst="ellipse">
            <a:avLst/>
          </a:prstGeom>
          <a:solidFill>
            <a:srgbClr val="B08A60">
              <a:alpha val="43000"/>
            </a:srgbClr>
          </a:solidFill>
          <a:ln w="0">
            <a:noFill/>
            <a:prstDash val="solid"/>
          </a:ln>
        </p:spPr>
      </p:sp>
      <p:sp>
        <p:nvSpPr>
          <p:cNvPr id="4878" name="LigandSeek2_vs_LigandSeek1_ellipse_10392">
            <a:extLst>
              <a:ext uri="{FF2B5EF4-FFF2-40B4-BE49-F238E27FC236}">
                <a16:creationId xmlns:a16="http://schemas.microsoft.com/office/drawing/2014/main" id="{B0D4B148-DA44-444E-B172-11642B69C40C}"/>
              </a:ext>
            </a:extLst>
          </p:cNvPr>
          <p:cNvSpPr>
            <a:spLocks noGrp="1"/>
          </p:cNvSpPr>
          <p:nvPr/>
        </p:nvSpPr>
        <p:spPr>
          <a:xfrm>
            <a:off x="2211508" y="6388346"/>
            <a:ext cx="25400" cy="25400"/>
          </a:xfrm>
          <a:prstGeom prst="ellipse">
            <a:avLst/>
          </a:prstGeom>
          <a:solidFill>
            <a:srgbClr val="B08A60">
              <a:alpha val="43000"/>
            </a:srgbClr>
          </a:solidFill>
          <a:ln w="0">
            <a:noFill/>
            <a:prstDash val="solid"/>
          </a:ln>
        </p:spPr>
      </p:sp>
      <p:sp>
        <p:nvSpPr>
          <p:cNvPr id="4879" name="LigandSeek2_vs_LigandSeek1_ellipse_10393">
            <a:extLst>
              <a:ext uri="{FF2B5EF4-FFF2-40B4-BE49-F238E27FC236}">
                <a16:creationId xmlns:a16="http://schemas.microsoft.com/office/drawing/2014/main" id="{F8B66EC9-B51F-477A-A79A-20DB4C4FBD0C}"/>
              </a:ext>
            </a:extLst>
          </p:cNvPr>
          <p:cNvSpPr>
            <a:spLocks noGrp="1"/>
          </p:cNvSpPr>
          <p:nvPr/>
        </p:nvSpPr>
        <p:spPr>
          <a:xfrm>
            <a:off x="2215094" y="5246195"/>
            <a:ext cx="25400" cy="25400"/>
          </a:xfrm>
          <a:prstGeom prst="ellipse">
            <a:avLst/>
          </a:prstGeom>
          <a:solidFill>
            <a:srgbClr val="B08A60">
              <a:alpha val="43000"/>
            </a:srgbClr>
          </a:solidFill>
          <a:ln w="0">
            <a:noFill/>
            <a:prstDash val="solid"/>
          </a:ln>
        </p:spPr>
      </p:sp>
      <p:sp>
        <p:nvSpPr>
          <p:cNvPr id="4880" name="LigandSeek2_vs_LigandSeek1_ellipse_10394">
            <a:extLst>
              <a:ext uri="{FF2B5EF4-FFF2-40B4-BE49-F238E27FC236}">
                <a16:creationId xmlns:a16="http://schemas.microsoft.com/office/drawing/2014/main" id="{7F5D301D-0B76-4A0E-99D4-0373EA1097D9}"/>
              </a:ext>
            </a:extLst>
          </p:cNvPr>
          <p:cNvSpPr>
            <a:spLocks noGrp="1"/>
          </p:cNvSpPr>
          <p:nvPr/>
        </p:nvSpPr>
        <p:spPr>
          <a:xfrm>
            <a:off x="2189553" y="6388346"/>
            <a:ext cx="25400" cy="25400"/>
          </a:xfrm>
          <a:prstGeom prst="ellipse">
            <a:avLst/>
          </a:prstGeom>
          <a:solidFill>
            <a:srgbClr val="B08A60">
              <a:alpha val="43000"/>
            </a:srgbClr>
          </a:solidFill>
          <a:ln w="0">
            <a:noFill/>
            <a:prstDash val="solid"/>
          </a:ln>
        </p:spPr>
      </p:sp>
      <p:sp>
        <p:nvSpPr>
          <p:cNvPr id="4881" name="LigandSeek2_vs_LigandSeek1_ellipse_10395">
            <a:extLst>
              <a:ext uri="{FF2B5EF4-FFF2-40B4-BE49-F238E27FC236}">
                <a16:creationId xmlns:a16="http://schemas.microsoft.com/office/drawing/2014/main" id="{00F811D1-0094-4CD9-BC7C-BA54065951E1}"/>
              </a:ext>
            </a:extLst>
          </p:cNvPr>
          <p:cNvSpPr>
            <a:spLocks noGrp="1"/>
          </p:cNvSpPr>
          <p:nvPr/>
        </p:nvSpPr>
        <p:spPr>
          <a:xfrm>
            <a:off x="2164045" y="5727101"/>
            <a:ext cx="25400" cy="25400"/>
          </a:xfrm>
          <a:prstGeom prst="ellipse">
            <a:avLst/>
          </a:prstGeom>
          <a:solidFill>
            <a:srgbClr val="B08A60">
              <a:alpha val="43000"/>
            </a:srgbClr>
          </a:solidFill>
          <a:ln w="0">
            <a:noFill/>
            <a:prstDash val="solid"/>
          </a:ln>
        </p:spPr>
      </p:sp>
      <p:sp>
        <p:nvSpPr>
          <p:cNvPr id="4882" name="LigandSeek2_vs_LigandSeek1_ellipse_10396">
            <a:extLst>
              <a:ext uri="{FF2B5EF4-FFF2-40B4-BE49-F238E27FC236}">
                <a16:creationId xmlns:a16="http://schemas.microsoft.com/office/drawing/2014/main" id="{F25D694C-A7DD-4E5E-938D-CF4933093521}"/>
              </a:ext>
            </a:extLst>
          </p:cNvPr>
          <p:cNvSpPr>
            <a:spLocks noGrp="1"/>
          </p:cNvSpPr>
          <p:nvPr/>
        </p:nvSpPr>
        <p:spPr>
          <a:xfrm>
            <a:off x="2199122" y="6388346"/>
            <a:ext cx="25400" cy="25400"/>
          </a:xfrm>
          <a:prstGeom prst="ellipse">
            <a:avLst/>
          </a:prstGeom>
          <a:solidFill>
            <a:srgbClr val="B08A60">
              <a:alpha val="43000"/>
            </a:srgbClr>
          </a:solidFill>
          <a:ln w="0">
            <a:noFill/>
            <a:prstDash val="solid"/>
          </a:ln>
        </p:spPr>
      </p:sp>
      <p:sp>
        <p:nvSpPr>
          <p:cNvPr id="4883" name="LigandSeek2_vs_LigandSeek1_ellipse_10397">
            <a:extLst>
              <a:ext uri="{FF2B5EF4-FFF2-40B4-BE49-F238E27FC236}">
                <a16:creationId xmlns:a16="http://schemas.microsoft.com/office/drawing/2014/main" id="{931472CF-10B8-402C-B239-A7D723C5333C}"/>
              </a:ext>
            </a:extLst>
          </p:cNvPr>
          <p:cNvSpPr>
            <a:spLocks noGrp="1"/>
          </p:cNvSpPr>
          <p:nvPr/>
        </p:nvSpPr>
        <p:spPr>
          <a:xfrm>
            <a:off x="2161322" y="5246195"/>
            <a:ext cx="25400" cy="25400"/>
          </a:xfrm>
          <a:prstGeom prst="ellipse">
            <a:avLst/>
          </a:prstGeom>
          <a:solidFill>
            <a:srgbClr val="B08A60">
              <a:alpha val="43000"/>
            </a:srgbClr>
          </a:solidFill>
          <a:ln w="0">
            <a:noFill/>
            <a:prstDash val="solid"/>
          </a:ln>
        </p:spPr>
      </p:sp>
      <p:sp>
        <p:nvSpPr>
          <p:cNvPr id="4884" name="LigandSeek2_vs_LigandSeek1_ellipse_10398">
            <a:extLst>
              <a:ext uri="{FF2B5EF4-FFF2-40B4-BE49-F238E27FC236}">
                <a16:creationId xmlns:a16="http://schemas.microsoft.com/office/drawing/2014/main" id="{E95B44A3-E129-4CC1-AF67-885F28092D27}"/>
              </a:ext>
            </a:extLst>
          </p:cNvPr>
          <p:cNvSpPr>
            <a:spLocks noGrp="1"/>
          </p:cNvSpPr>
          <p:nvPr/>
        </p:nvSpPr>
        <p:spPr>
          <a:xfrm>
            <a:off x="2180058" y="5246195"/>
            <a:ext cx="25400" cy="25400"/>
          </a:xfrm>
          <a:prstGeom prst="ellipse">
            <a:avLst/>
          </a:prstGeom>
          <a:solidFill>
            <a:srgbClr val="B08A60">
              <a:alpha val="43000"/>
            </a:srgbClr>
          </a:solidFill>
          <a:ln w="0">
            <a:noFill/>
            <a:prstDash val="solid"/>
          </a:ln>
        </p:spPr>
      </p:sp>
      <p:sp>
        <p:nvSpPr>
          <p:cNvPr id="4885" name="LigandSeek2_vs_LigandSeek1_ellipse_10399">
            <a:extLst>
              <a:ext uri="{FF2B5EF4-FFF2-40B4-BE49-F238E27FC236}">
                <a16:creationId xmlns:a16="http://schemas.microsoft.com/office/drawing/2014/main" id="{8D49C053-D03C-47FA-8758-AD178C3F0874}"/>
              </a:ext>
            </a:extLst>
          </p:cNvPr>
          <p:cNvSpPr>
            <a:spLocks noGrp="1"/>
          </p:cNvSpPr>
          <p:nvPr/>
        </p:nvSpPr>
        <p:spPr>
          <a:xfrm>
            <a:off x="2284670" y="6083773"/>
            <a:ext cx="25400" cy="25400"/>
          </a:xfrm>
          <a:prstGeom prst="ellipse">
            <a:avLst/>
          </a:prstGeom>
          <a:solidFill>
            <a:srgbClr val="B08A60">
              <a:alpha val="43000"/>
            </a:srgbClr>
          </a:solidFill>
          <a:ln w="0">
            <a:noFill/>
            <a:prstDash val="solid"/>
          </a:ln>
        </p:spPr>
      </p:sp>
      <p:sp>
        <p:nvSpPr>
          <p:cNvPr id="4886" name="LigandSeek2_vs_LigandSeek1_ellipse_10400">
            <a:extLst>
              <a:ext uri="{FF2B5EF4-FFF2-40B4-BE49-F238E27FC236}">
                <a16:creationId xmlns:a16="http://schemas.microsoft.com/office/drawing/2014/main" id="{DFA75BEE-D3A3-4208-A89A-6BA594B89561}"/>
              </a:ext>
            </a:extLst>
          </p:cNvPr>
          <p:cNvSpPr>
            <a:spLocks noGrp="1"/>
          </p:cNvSpPr>
          <p:nvPr/>
        </p:nvSpPr>
        <p:spPr>
          <a:xfrm>
            <a:off x="2267203" y="5246195"/>
            <a:ext cx="25400" cy="25400"/>
          </a:xfrm>
          <a:prstGeom prst="ellipse">
            <a:avLst/>
          </a:prstGeom>
          <a:solidFill>
            <a:srgbClr val="B08A60">
              <a:alpha val="43000"/>
            </a:srgbClr>
          </a:solidFill>
          <a:ln w="0">
            <a:noFill/>
            <a:prstDash val="solid"/>
          </a:ln>
        </p:spPr>
      </p:sp>
      <p:sp>
        <p:nvSpPr>
          <p:cNvPr id="4887" name="LigandSeek2_vs_LigandSeek1_ellipse_10401">
            <a:extLst>
              <a:ext uri="{FF2B5EF4-FFF2-40B4-BE49-F238E27FC236}">
                <a16:creationId xmlns:a16="http://schemas.microsoft.com/office/drawing/2014/main" id="{DF33B522-5F72-47F3-A35C-06E6532AFFB5}"/>
              </a:ext>
            </a:extLst>
          </p:cNvPr>
          <p:cNvSpPr>
            <a:spLocks noGrp="1"/>
          </p:cNvSpPr>
          <p:nvPr/>
        </p:nvSpPr>
        <p:spPr>
          <a:xfrm>
            <a:off x="2224421" y="5493661"/>
            <a:ext cx="25400" cy="25400"/>
          </a:xfrm>
          <a:prstGeom prst="ellipse">
            <a:avLst/>
          </a:prstGeom>
          <a:solidFill>
            <a:srgbClr val="B08A60">
              <a:alpha val="43000"/>
            </a:srgbClr>
          </a:solidFill>
          <a:ln w="0">
            <a:noFill/>
            <a:prstDash val="solid"/>
          </a:ln>
        </p:spPr>
      </p:sp>
      <p:sp>
        <p:nvSpPr>
          <p:cNvPr id="4888" name="LigandSeek2_vs_LigandSeek1_ellipse_10402">
            <a:extLst>
              <a:ext uri="{FF2B5EF4-FFF2-40B4-BE49-F238E27FC236}">
                <a16:creationId xmlns:a16="http://schemas.microsoft.com/office/drawing/2014/main" id="{FA72F171-52D4-4D69-9FF5-64D27522D708}"/>
              </a:ext>
            </a:extLst>
          </p:cNvPr>
          <p:cNvSpPr>
            <a:spLocks noGrp="1"/>
          </p:cNvSpPr>
          <p:nvPr/>
        </p:nvSpPr>
        <p:spPr>
          <a:xfrm>
            <a:off x="2171211" y="5246195"/>
            <a:ext cx="25400" cy="25400"/>
          </a:xfrm>
          <a:prstGeom prst="ellipse">
            <a:avLst/>
          </a:prstGeom>
          <a:solidFill>
            <a:srgbClr val="B08A60">
              <a:alpha val="43000"/>
            </a:srgbClr>
          </a:solidFill>
          <a:ln w="0">
            <a:noFill/>
            <a:prstDash val="solid"/>
          </a:ln>
        </p:spPr>
      </p:sp>
      <p:sp>
        <p:nvSpPr>
          <p:cNvPr id="4889" name="LigandSeek2_vs_LigandSeek1_ellipse_10403">
            <a:extLst>
              <a:ext uri="{FF2B5EF4-FFF2-40B4-BE49-F238E27FC236}">
                <a16:creationId xmlns:a16="http://schemas.microsoft.com/office/drawing/2014/main" id="{AE4ED354-F206-4626-AF6E-87E3EDFD6FA4}"/>
              </a:ext>
            </a:extLst>
          </p:cNvPr>
          <p:cNvSpPr>
            <a:spLocks noGrp="1"/>
          </p:cNvSpPr>
          <p:nvPr/>
        </p:nvSpPr>
        <p:spPr>
          <a:xfrm>
            <a:off x="2146947" y="5246195"/>
            <a:ext cx="25400" cy="25400"/>
          </a:xfrm>
          <a:prstGeom prst="ellipse">
            <a:avLst/>
          </a:prstGeom>
          <a:solidFill>
            <a:srgbClr val="B08A60">
              <a:alpha val="43000"/>
            </a:srgbClr>
          </a:solidFill>
          <a:ln w="0">
            <a:noFill/>
            <a:prstDash val="solid"/>
          </a:ln>
        </p:spPr>
      </p:sp>
      <p:sp>
        <p:nvSpPr>
          <p:cNvPr id="4890" name="LigandSeek2_vs_LigandSeek1_ellipse_10404">
            <a:extLst>
              <a:ext uri="{FF2B5EF4-FFF2-40B4-BE49-F238E27FC236}">
                <a16:creationId xmlns:a16="http://schemas.microsoft.com/office/drawing/2014/main" id="{B8FCA63F-06F9-404B-8E25-68EE3269B4C9}"/>
              </a:ext>
            </a:extLst>
          </p:cNvPr>
          <p:cNvSpPr>
            <a:spLocks noGrp="1"/>
          </p:cNvSpPr>
          <p:nvPr/>
        </p:nvSpPr>
        <p:spPr>
          <a:xfrm>
            <a:off x="2161952" y="5817271"/>
            <a:ext cx="25400" cy="25400"/>
          </a:xfrm>
          <a:prstGeom prst="ellipse">
            <a:avLst/>
          </a:prstGeom>
          <a:solidFill>
            <a:srgbClr val="B08A60">
              <a:alpha val="43000"/>
            </a:srgbClr>
          </a:solidFill>
          <a:ln w="0">
            <a:noFill/>
            <a:prstDash val="solid"/>
          </a:ln>
        </p:spPr>
      </p:sp>
      <p:sp>
        <p:nvSpPr>
          <p:cNvPr id="4891" name="LigandSeek2_vs_LigandSeek1_ellipse_10405">
            <a:extLst>
              <a:ext uri="{FF2B5EF4-FFF2-40B4-BE49-F238E27FC236}">
                <a16:creationId xmlns:a16="http://schemas.microsoft.com/office/drawing/2014/main" id="{FD1291D5-54D5-4D86-9DA6-BD8FEDC8661A}"/>
              </a:ext>
            </a:extLst>
          </p:cNvPr>
          <p:cNvSpPr>
            <a:spLocks noGrp="1"/>
          </p:cNvSpPr>
          <p:nvPr/>
        </p:nvSpPr>
        <p:spPr>
          <a:xfrm>
            <a:off x="2177596" y="6007629"/>
            <a:ext cx="25400" cy="25400"/>
          </a:xfrm>
          <a:prstGeom prst="ellipse">
            <a:avLst/>
          </a:prstGeom>
          <a:solidFill>
            <a:srgbClr val="B08A60">
              <a:alpha val="43000"/>
            </a:srgbClr>
          </a:solidFill>
          <a:ln w="0">
            <a:noFill/>
            <a:prstDash val="solid"/>
          </a:ln>
        </p:spPr>
      </p:sp>
      <p:sp>
        <p:nvSpPr>
          <p:cNvPr id="4892" name="LigandSeek2_vs_LigandSeek1_ellipse_10406">
            <a:extLst>
              <a:ext uri="{FF2B5EF4-FFF2-40B4-BE49-F238E27FC236}">
                <a16:creationId xmlns:a16="http://schemas.microsoft.com/office/drawing/2014/main" id="{61DF0599-28F1-4FD8-83FA-EE16B5641D26}"/>
              </a:ext>
            </a:extLst>
          </p:cNvPr>
          <p:cNvSpPr>
            <a:spLocks noGrp="1"/>
          </p:cNvSpPr>
          <p:nvPr/>
        </p:nvSpPr>
        <p:spPr>
          <a:xfrm>
            <a:off x="2172765" y="5817271"/>
            <a:ext cx="25400" cy="25400"/>
          </a:xfrm>
          <a:prstGeom prst="ellipse">
            <a:avLst/>
          </a:prstGeom>
          <a:solidFill>
            <a:srgbClr val="B08A60">
              <a:alpha val="43000"/>
            </a:srgbClr>
          </a:solidFill>
          <a:ln w="0">
            <a:noFill/>
            <a:prstDash val="solid"/>
          </a:ln>
        </p:spPr>
      </p:sp>
      <p:sp>
        <p:nvSpPr>
          <p:cNvPr id="4893" name="LigandSeek2_vs_LigandSeek1_ellipse_10407">
            <a:extLst>
              <a:ext uri="{FF2B5EF4-FFF2-40B4-BE49-F238E27FC236}">
                <a16:creationId xmlns:a16="http://schemas.microsoft.com/office/drawing/2014/main" id="{2E2EFA5F-C368-41C5-9915-60FB837E8F86}"/>
              </a:ext>
            </a:extLst>
          </p:cNvPr>
          <p:cNvSpPr>
            <a:spLocks noGrp="1"/>
          </p:cNvSpPr>
          <p:nvPr/>
        </p:nvSpPr>
        <p:spPr>
          <a:xfrm>
            <a:off x="2140694" y="6388346"/>
            <a:ext cx="25400" cy="25400"/>
          </a:xfrm>
          <a:prstGeom prst="ellipse">
            <a:avLst/>
          </a:prstGeom>
          <a:solidFill>
            <a:srgbClr val="B08A60">
              <a:alpha val="43000"/>
            </a:srgbClr>
          </a:solidFill>
          <a:ln w="0">
            <a:noFill/>
            <a:prstDash val="solid"/>
          </a:ln>
        </p:spPr>
      </p:sp>
      <p:sp>
        <p:nvSpPr>
          <p:cNvPr id="4894" name="LigandSeek2_vs_LigandSeek1_ellipse_10408">
            <a:extLst>
              <a:ext uri="{FF2B5EF4-FFF2-40B4-BE49-F238E27FC236}">
                <a16:creationId xmlns:a16="http://schemas.microsoft.com/office/drawing/2014/main" id="{150D571D-9856-4B2E-8FAC-FBDC78EF9325}"/>
              </a:ext>
            </a:extLst>
          </p:cNvPr>
          <p:cNvSpPr>
            <a:spLocks noGrp="1"/>
          </p:cNvSpPr>
          <p:nvPr/>
        </p:nvSpPr>
        <p:spPr>
          <a:xfrm>
            <a:off x="2220295" y="5246195"/>
            <a:ext cx="25400" cy="25400"/>
          </a:xfrm>
          <a:prstGeom prst="ellipse">
            <a:avLst/>
          </a:prstGeom>
          <a:solidFill>
            <a:srgbClr val="B08A60">
              <a:alpha val="43000"/>
            </a:srgbClr>
          </a:solidFill>
          <a:ln w="0">
            <a:noFill/>
            <a:prstDash val="solid"/>
          </a:ln>
        </p:spPr>
      </p:sp>
      <p:sp>
        <p:nvSpPr>
          <p:cNvPr id="4895" name="LigandSeek2_vs_LigandSeek1_ellipse_10409">
            <a:extLst>
              <a:ext uri="{FF2B5EF4-FFF2-40B4-BE49-F238E27FC236}">
                <a16:creationId xmlns:a16="http://schemas.microsoft.com/office/drawing/2014/main" id="{67877731-8F49-4F59-AE4D-836400D86A08}"/>
              </a:ext>
            </a:extLst>
          </p:cNvPr>
          <p:cNvSpPr>
            <a:spLocks noGrp="1"/>
          </p:cNvSpPr>
          <p:nvPr/>
        </p:nvSpPr>
        <p:spPr>
          <a:xfrm>
            <a:off x="2265754" y="5246195"/>
            <a:ext cx="25400" cy="25400"/>
          </a:xfrm>
          <a:prstGeom prst="ellipse">
            <a:avLst/>
          </a:prstGeom>
          <a:solidFill>
            <a:srgbClr val="B08A60">
              <a:alpha val="43000"/>
            </a:srgbClr>
          </a:solidFill>
          <a:ln w="0">
            <a:noFill/>
            <a:prstDash val="solid"/>
          </a:ln>
        </p:spPr>
      </p:sp>
      <p:sp>
        <p:nvSpPr>
          <p:cNvPr id="4896" name="LigandSeek2_vs_LigandSeek1_ellipse_10410">
            <a:extLst>
              <a:ext uri="{FF2B5EF4-FFF2-40B4-BE49-F238E27FC236}">
                <a16:creationId xmlns:a16="http://schemas.microsoft.com/office/drawing/2014/main" id="{5C650317-8C20-4A0E-A65B-CAD186C61FF5}"/>
              </a:ext>
            </a:extLst>
          </p:cNvPr>
          <p:cNvSpPr>
            <a:spLocks noGrp="1"/>
          </p:cNvSpPr>
          <p:nvPr/>
        </p:nvSpPr>
        <p:spPr>
          <a:xfrm>
            <a:off x="2147891" y="5817271"/>
            <a:ext cx="25400" cy="25400"/>
          </a:xfrm>
          <a:prstGeom prst="ellipse">
            <a:avLst/>
          </a:prstGeom>
          <a:solidFill>
            <a:srgbClr val="B08A60">
              <a:alpha val="43000"/>
            </a:srgbClr>
          </a:solidFill>
          <a:ln w="0">
            <a:noFill/>
            <a:prstDash val="solid"/>
          </a:ln>
        </p:spPr>
      </p:sp>
      <p:sp>
        <p:nvSpPr>
          <p:cNvPr id="4897" name="LigandSeek2_vs_LigandSeek1_ellipse_10411">
            <a:extLst>
              <a:ext uri="{FF2B5EF4-FFF2-40B4-BE49-F238E27FC236}">
                <a16:creationId xmlns:a16="http://schemas.microsoft.com/office/drawing/2014/main" id="{FFEA5087-B3B1-4F70-9969-0991FC5196A7}"/>
              </a:ext>
            </a:extLst>
          </p:cNvPr>
          <p:cNvSpPr>
            <a:spLocks noGrp="1"/>
          </p:cNvSpPr>
          <p:nvPr/>
        </p:nvSpPr>
        <p:spPr>
          <a:xfrm>
            <a:off x="2236064" y="5944176"/>
            <a:ext cx="25400" cy="25400"/>
          </a:xfrm>
          <a:prstGeom prst="ellipse">
            <a:avLst/>
          </a:prstGeom>
          <a:solidFill>
            <a:srgbClr val="B08A60">
              <a:alpha val="43000"/>
            </a:srgbClr>
          </a:solidFill>
          <a:ln w="0">
            <a:noFill/>
            <a:prstDash val="solid"/>
          </a:ln>
        </p:spPr>
      </p:sp>
      <p:sp>
        <p:nvSpPr>
          <p:cNvPr id="4898" name="LigandSeek2_vs_LigandSeek1_ellipse_10412">
            <a:extLst>
              <a:ext uri="{FF2B5EF4-FFF2-40B4-BE49-F238E27FC236}">
                <a16:creationId xmlns:a16="http://schemas.microsoft.com/office/drawing/2014/main" id="{34F130F8-9FDD-4D02-9DDC-DF2A5EA768F3}"/>
              </a:ext>
            </a:extLst>
          </p:cNvPr>
          <p:cNvSpPr>
            <a:spLocks noGrp="1"/>
          </p:cNvSpPr>
          <p:nvPr/>
        </p:nvSpPr>
        <p:spPr>
          <a:xfrm>
            <a:off x="2250510" y="5246195"/>
            <a:ext cx="25400" cy="25400"/>
          </a:xfrm>
          <a:prstGeom prst="ellipse">
            <a:avLst/>
          </a:prstGeom>
          <a:solidFill>
            <a:srgbClr val="B08A60">
              <a:alpha val="43000"/>
            </a:srgbClr>
          </a:solidFill>
          <a:ln w="0">
            <a:noFill/>
            <a:prstDash val="solid"/>
          </a:ln>
        </p:spPr>
      </p:sp>
      <p:sp>
        <p:nvSpPr>
          <p:cNvPr id="4899" name="LigandSeek2_vs_LigandSeek1_ellipse_10413">
            <a:extLst>
              <a:ext uri="{FF2B5EF4-FFF2-40B4-BE49-F238E27FC236}">
                <a16:creationId xmlns:a16="http://schemas.microsoft.com/office/drawing/2014/main" id="{60C5B03D-3904-42DF-8920-F161A6043B5B}"/>
              </a:ext>
            </a:extLst>
          </p:cNvPr>
          <p:cNvSpPr>
            <a:spLocks noGrp="1"/>
          </p:cNvSpPr>
          <p:nvPr/>
        </p:nvSpPr>
        <p:spPr>
          <a:xfrm>
            <a:off x="2183340" y="6159916"/>
            <a:ext cx="25400" cy="25400"/>
          </a:xfrm>
          <a:prstGeom prst="ellipse">
            <a:avLst/>
          </a:prstGeom>
          <a:solidFill>
            <a:srgbClr val="B08A60">
              <a:alpha val="43000"/>
            </a:srgbClr>
          </a:solidFill>
          <a:ln w="0">
            <a:noFill/>
            <a:prstDash val="solid"/>
          </a:ln>
        </p:spPr>
      </p:sp>
      <p:sp>
        <p:nvSpPr>
          <p:cNvPr id="4900" name="LigandSeek2_vs_LigandSeek1_ellipse_10414">
            <a:extLst>
              <a:ext uri="{FF2B5EF4-FFF2-40B4-BE49-F238E27FC236}">
                <a16:creationId xmlns:a16="http://schemas.microsoft.com/office/drawing/2014/main" id="{C7AFD8AF-245D-426F-B82B-3F64980F2CD9}"/>
              </a:ext>
            </a:extLst>
          </p:cNvPr>
          <p:cNvSpPr>
            <a:spLocks noGrp="1"/>
          </p:cNvSpPr>
          <p:nvPr/>
        </p:nvSpPr>
        <p:spPr>
          <a:xfrm>
            <a:off x="2260669" y="5674502"/>
            <a:ext cx="25400" cy="25400"/>
          </a:xfrm>
          <a:prstGeom prst="ellipse">
            <a:avLst/>
          </a:prstGeom>
          <a:solidFill>
            <a:srgbClr val="B08A60">
              <a:alpha val="43000"/>
            </a:srgbClr>
          </a:solidFill>
          <a:ln w="0">
            <a:noFill/>
            <a:prstDash val="solid"/>
          </a:ln>
        </p:spPr>
      </p:sp>
      <p:sp>
        <p:nvSpPr>
          <p:cNvPr id="4901" name="LigandSeek2_vs_LigandSeek1_ellipse_10415">
            <a:extLst>
              <a:ext uri="{FF2B5EF4-FFF2-40B4-BE49-F238E27FC236}">
                <a16:creationId xmlns:a16="http://schemas.microsoft.com/office/drawing/2014/main" id="{F18440D0-FCFF-4734-B254-D22A52650E24}"/>
              </a:ext>
            </a:extLst>
          </p:cNvPr>
          <p:cNvSpPr>
            <a:spLocks noGrp="1"/>
          </p:cNvSpPr>
          <p:nvPr/>
        </p:nvSpPr>
        <p:spPr>
          <a:xfrm>
            <a:off x="2207101" y="6388346"/>
            <a:ext cx="25400" cy="25400"/>
          </a:xfrm>
          <a:prstGeom prst="ellipse">
            <a:avLst/>
          </a:prstGeom>
          <a:solidFill>
            <a:srgbClr val="B08A60">
              <a:alpha val="43000"/>
            </a:srgbClr>
          </a:solidFill>
          <a:ln w="0">
            <a:noFill/>
            <a:prstDash val="solid"/>
          </a:ln>
        </p:spPr>
      </p:sp>
      <p:sp>
        <p:nvSpPr>
          <p:cNvPr id="4902" name="LigandSeek2_vs_LigandSeek1_ellipse_10416">
            <a:extLst>
              <a:ext uri="{FF2B5EF4-FFF2-40B4-BE49-F238E27FC236}">
                <a16:creationId xmlns:a16="http://schemas.microsoft.com/office/drawing/2014/main" id="{305419A7-6C51-4972-B1A2-07C0721D1AF9}"/>
              </a:ext>
            </a:extLst>
          </p:cNvPr>
          <p:cNvSpPr>
            <a:spLocks noGrp="1"/>
          </p:cNvSpPr>
          <p:nvPr/>
        </p:nvSpPr>
        <p:spPr>
          <a:xfrm>
            <a:off x="2210761" y="5817271"/>
            <a:ext cx="25400" cy="25400"/>
          </a:xfrm>
          <a:prstGeom prst="ellipse">
            <a:avLst/>
          </a:prstGeom>
          <a:solidFill>
            <a:srgbClr val="B08A60">
              <a:alpha val="43000"/>
            </a:srgbClr>
          </a:solidFill>
          <a:ln w="0">
            <a:noFill/>
            <a:prstDash val="solid"/>
          </a:ln>
        </p:spPr>
      </p:sp>
      <p:sp>
        <p:nvSpPr>
          <p:cNvPr id="4903" name="LigandSeek2_vs_LigandSeek1_ellipse_10417">
            <a:extLst>
              <a:ext uri="{FF2B5EF4-FFF2-40B4-BE49-F238E27FC236}">
                <a16:creationId xmlns:a16="http://schemas.microsoft.com/office/drawing/2014/main" id="{D0472360-3036-465F-8A88-32A0610815F2}"/>
              </a:ext>
            </a:extLst>
          </p:cNvPr>
          <p:cNvSpPr>
            <a:spLocks noGrp="1"/>
          </p:cNvSpPr>
          <p:nvPr/>
        </p:nvSpPr>
        <p:spPr>
          <a:xfrm>
            <a:off x="2273664" y="5817271"/>
            <a:ext cx="25400" cy="25400"/>
          </a:xfrm>
          <a:prstGeom prst="ellipse">
            <a:avLst/>
          </a:prstGeom>
          <a:solidFill>
            <a:srgbClr val="B08A60">
              <a:alpha val="43000"/>
            </a:srgbClr>
          </a:solidFill>
          <a:ln w="0">
            <a:noFill/>
            <a:prstDash val="solid"/>
          </a:ln>
        </p:spPr>
      </p:sp>
      <p:sp>
        <p:nvSpPr>
          <p:cNvPr id="4904" name="LigandSeek2_vs_LigandSeek1_ellipse_10418">
            <a:extLst>
              <a:ext uri="{FF2B5EF4-FFF2-40B4-BE49-F238E27FC236}">
                <a16:creationId xmlns:a16="http://schemas.microsoft.com/office/drawing/2014/main" id="{093801D6-C804-4148-81F6-65318EB94C47}"/>
              </a:ext>
            </a:extLst>
          </p:cNvPr>
          <p:cNvSpPr>
            <a:spLocks noGrp="1"/>
          </p:cNvSpPr>
          <p:nvPr/>
        </p:nvSpPr>
        <p:spPr>
          <a:xfrm>
            <a:off x="2258135" y="6212631"/>
            <a:ext cx="25400" cy="25400"/>
          </a:xfrm>
          <a:prstGeom prst="ellipse">
            <a:avLst/>
          </a:prstGeom>
          <a:solidFill>
            <a:srgbClr val="B08A60">
              <a:alpha val="43000"/>
            </a:srgbClr>
          </a:solidFill>
          <a:ln w="0">
            <a:noFill/>
            <a:prstDash val="solid"/>
          </a:ln>
        </p:spPr>
      </p:sp>
      <p:sp>
        <p:nvSpPr>
          <p:cNvPr id="4905" name="LigandSeek2_vs_LigandSeek1_ellipse_10419">
            <a:extLst>
              <a:ext uri="{FF2B5EF4-FFF2-40B4-BE49-F238E27FC236}">
                <a16:creationId xmlns:a16="http://schemas.microsoft.com/office/drawing/2014/main" id="{0E368EA4-F1F1-4488-8C67-F8F1E74ABB7F}"/>
              </a:ext>
            </a:extLst>
          </p:cNvPr>
          <p:cNvSpPr>
            <a:spLocks noGrp="1"/>
          </p:cNvSpPr>
          <p:nvPr/>
        </p:nvSpPr>
        <p:spPr>
          <a:xfrm>
            <a:off x="2239321" y="6062017"/>
            <a:ext cx="25400" cy="25400"/>
          </a:xfrm>
          <a:prstGeom prst="ellipse">
            <a:avLst/>
          </a:prstGeom>
          <a:solidFill>
            <a:srgbClr val="B08A60">
              <a:alpha val="43000"/>
            </a:srgbClr>
          </a:solidFill>
          <a:ln w="0">
            <a:noFill/>
            <a:prstDash val="solid"/>
          </a:ln>
        </p:spPr>
      </p:sp>
      <p:sp>
        <p:nvSpPr>
          <p:cNvPr id="4906" name="LigandSeek2_vs_LigandSeek1_ellipse_10420">
            <a:extLst>
              <a:ext uri="{FF2B5EF4-FFF2-40B4-BE49-F238E27FC236}">
                <a16:creationId xmlns:a16="http://schemas.microsoft.com/office/drawing/2014/main" id="{121FFFC8-3A85-42FF-AAB6-7D799FA7B0A1}"/>
              </a:ext>
            </a:extLst>
          </p:cNvPr>
          <p:cNvSpPr>
            <a:spLocks noGrp="1"/>
          </p:cNvSpPr>
          <p:nvPr/>
        </p:nvSpPr>
        <p:spPr>
          <a:xfrm>
            <a:off x="2188710" y="5246195"/>
            <a:ext cx="25400" cy="25400"/>
          </a:xfrm>
          <a:prstGeom prst="ellipse">
            <a:avLst/>
          </a:prstGeom>
          <a:solidFill>
            <a:srgbClr val="B08A60">
              <a:alpha val="43000"/>
            </a:srgbClr>
          </a:solidFill>
          <a:ln w="0">
            <a:noFill/>
            <a:prstDash val="solid"/>
          </a:ln>
        </p:spPr>
      </p:sp>
      <p:sp>
        <p:nvSpPr>
          <p:cNvPr id="4907" name="LigandSeek2_vs_LigandSeek1_ellipse_10421">
            <a:extLst>
              <a:ext uri="{FF2B5EF4-FFF2-40B4-BE49-F238E27FC236}">
                <a16:creationId xmlns:a16="http://schemas.microsoft.com/office/drawing/2014/main" id="{447331C7-252B-498C-9514-C429FCE223CD}"/>
              </a:ext>
            </a:extLst>
          </p:cNvPr>
          <p:cNvSpPr>
            <a:spLocks noGrp="1"/>
          </p:cNvSpPr>
          <p:nvPr/>
        </p:nvSpPr>
        <p:spPr>
          <a:xfrm>
            <a:off x="2249459" y="6388346"/>
            <a:ext cx="25400" cy="25400"/>
          </a:xfrm>
          <a:prstGeom prst="ellipse">
            <a:avLst/>
          </a:prstGeom>
          <a:solidFill>
            <a:srgbClr val="B08A60">
              <a:alpha val="43000"/>
            </a:srgbClr>
          </a:solidFill>
          <a:ln w="0">
            <a:noFill/>
            <a:prstDash val="solid"/>
          </a:ln>
        </p:spPr>
      </p:sp>
      <p:sp>
        <p:nvSpPr>
          <p:cNvPr id="4908" name="LigandSeek2_vs_LigandSeek1_ellipse_10422">
            <a:extLst>
              <a:ext uri="{FF2B5EF4-FFF2-40B4-BE49-F238E27FC236}">
                <a16:creationId xmlns:a16="http://schemas.microsoft.com/office/drawing/2014/main" id="{056DCF42-3BD0-4A35-977D-05AD28846F3A}"/>
              </a:ext>
            </a:extLst>
          </p:cNvPr>
          <p:cNvSpPr>
            <a:spLocks noGrp="1"/>
          </p:cNvSpPr>
          <p:nvPr/>
        </p:nvSpPr>
        <p:spPr>
          <a:xfrm>
            <a:off x="2253483" y="5905129"/>
            <a:ext cx="25400" cy="25400"/>
          </a:xfrm>
          <a:prstGeom prst="ellipse">
            <a:avLst/>
          </a:prstGeom>
          <a:solidFill>
            <a:srgbClr val="B08A60">
              <a:alpha val="43000"/>
            </a:srgbClr>
          </a:solidFill>
          <a:ln w="0">
            <a:noFill/>
            <a:prstDash val="solid"/>
          </a:ln>
        </p:spPr>
      </p:sp>
      <p:sp>
        <p:nvSpPr>
          <p:cNvPr id="4909" name="LigandSeek2_vs_LigandSeek1_ellipse_10423">
            <a:extLst>
              <a:ext uri="{FF2B5EF4-FFF2-40B4-BE49-F238E27FC236}">
                <a16:creationId xmlns:a16="http://schemas.microsoft.com/office/drawing/2014/main" id="{33B5DC58-FD55-4E8E-AA16-6213F98FD245}"/>
              </a:ext>
            </a:extLst>
          </p:cNvPr>
          <p:cNvSpPr>
            <a:spLocks noGrp="1"/>
          </p:cNvSpPr>
          <p:nvPr/>
        </p:nvSpPr>
        <p:spPr>
          <a:xfrm>
            <a:off x="2194989" y="6388346"/>
            <a:ext cx="25400" cy="25400"/>
          </a:xfrm>
          <a:prstGeom prst="ellipse">
            <a:avLst/>
          </a:prstGeom>
          <a:solidFill>
            <a:srgbClr val="B08A60">
              <a:alpha val="43000"/>
            </a:srgbClr>
          </a:solidFill>
          <a:ln w="0">
            <a:noFill/>
            <a:prstDash val="solid"/>
          </a:ln>
        </p:spPr>
      </p:sp>
      <p:sp>
        <p:nvSpPr>
          <p:cNvPr id="4910" name="LigandSeek2_vs_LigandSeek1_ellipse_10424">
            <a:extLst>
              <a:ext uri="{FF2B5EF4-FFF2-40B4-BE49-F238E27FC236}">
                <a16:creationId xmlns:a16="http://schemas.microsoft.com/office/drawing/2014/main" id="{DD5B4D9F-5F82-4B05-A8A1-CE5E0FC54DB7}"/>
              </a:ext>
            </a:extLst>
          </p:cNvPr>
          <p:cNvSpPr>
            <a:spLocks noGrp="1"/>
          </p:cNvSpPr>
          <p:nvPr/>
        </p:nvSpPr>
        <p:spPr>
          <a:xfrm>
            <a:off x="2136664" y="5246195"/>
            <a:ext cx="25400" cy="25400"/>
          </a:xfrm>
          <a:prstGeom prst="ellipse">
            <a:avLst/>
          </a:prstGeom>
          <a:solidFill>
            <a:srgbClr val="B08A60">
              <a:alpha val="43000"/>
            </a:srgbClr>
          </a:solidFill>
          <a:ln w="0">
            <a:noFill/>
            <a:prstDash val="solid"/>
          </a:ln>
        </p:spPr>
      </p:sp>
      <p:sp>
        <p:nvSpPr>
          <p:cNvPr id="4911" name="LigandSeek2_vs_LigandSeek1_ellipse_10425">
            <a:extLst>
              <a:ext uri="{FF2B5EF4-FFF2-40B4-BE49-F238E27FC236}">
                <a16:creationId xmlns:a16="http://schemas.microsoft.com/office/drawing/2014/main" id="{9FB3B779-081B-4DD4-AD91-FDE476390B7F}"/>
              </a:ext>
            </a:extLst>
          </p:cNvPr>
          <p:cNvSpPr>
            <a:spLocks noGrp="1"/>
          </p:cNvSpPr>
          <p:nvPr/>
        </p:nvSpPr>
        <p:spPr>
          <a:xfrm>
            <a:off x="2176735" y="5817271"/>
            <a:ext cx="25400" cy="25400"/>
          </a:xfrm>
          <a:prstGeom prst="ellipse">
            <a:avLst/>
          </a:prstGeom>
          <a:solidFill>
            <a:srgbClr val="B08A60">
              <a:alpha val="43000"/>
            </a:srgbClr>
          </a:solidFill>
          <a:ln w="0">
            <a:noFill/>
            <a:prstDash val="solid"/>
          </a:ln>
        </p:spPr>
      </p:sp>
      <p:sp>
        <p:nvSpPr>
          <p:cNvPr id="4912" name="LigandSeek2_vs_LigandSeek1_ellipse_10426">
            <a:extLst>
              <a:ext uri="{FF2B5EF4-FFF2-40B4-BE49-F238E27FC236}">
                <a16:creationId xmlns:a16="http://schemas.microsoft.com/office/drawing/2014/main" id="{FAC4C026-329A-4741-9C98-3EE98EF658C0}"/>
              </a:ext>
            </a:extLst>
          </p:cNvPr>
          <p:cNvSpPr>
            <a:spLocks noGrp="1"/>
          </p:cNvSpPr>
          <p:nvPr/>
        </p:nvSpPr>
        <p:spPr>
          <a:xfrm>
            <a:off x="2151879" y="6388346"/>
            <a:ext cx="25400" cy="25400"/>
          </a:xfrm>
          <a:prstGeom prst="ellipse">
            <a:avLst/>
          </a:prstGeom>
          <a:solidFill>
            <a:srgbClr val="B08A60">
              <a:alpha val="43000"/>
            </a:srgbClr>
          </a:solidFill>
          <a:ln w="0">
            <a:noFill/>
            <a:prstDash val="solid"/>
          </a:ln>
        </p:spPr>
      </p:sp>
      <p:sp>
        <p:nvSpPr>
          <p:cNvPr id="4913" name="LigandSeek2_vs_LigandSeek1_ellipse_10427">
            <a:extLst>
              <a:ext uri="{FF2B5EF4-FFF2-40B4-BE49-F238E27FC236}">
                <a16:creationId xmlns:a16="http://schemas.microsoft.com/office/drawing/2014/main" id="{F7704943-169E-4678-A5BA-366C2BE1E801}"/>
              </a:ext>
            </a:extLst>
          </p:cNvPr>
          <p:cNvSpPr>
            <a:spLocks noGrp="1"/>
          </p:cNvSpPr>
          <p:nvPr/>
        </p:nvSpPr>
        <p:spPr>
          <a:xfrm>
            <a:off x="2177744" y="6388346"/>
            <a:ext cx="25400" cy="25400"/>
          </a:xfrm>
          <a:prstGeom prst="ellipse">
            <a:avLst/>
          </a:prstGeom>
          <a:solidFill>
            <a:srgbClr val="B08A60">
              <a:alpha val="43000"/>
            </a:srgbClr>
          </a:solidFill>
          <a:ln w="0">
            <a:noFill/>
            <a:prstDash val="solid"/>
          </a:ln>
        </p:spPr>
      </p:sp>
      <p:sp>
        <p:nvSpPr>
          <p:cNvPr id="4914" name="LigandSeek2_vs_LigandSeek1_ellipse_10428">
            <a:extLst>
              <a:ext uri="{FF2B5EF4-FFF2-40B4-BE49-F238E27FC236}">
                <a16:creationId xmlns:a16="http://schemas.microsoft.com/office/drawing/2014/main" id="{D188551B-D7E0-4F7D-A8B1-0FC321C4ACEE}"/>
              </a:ext>
            </a:extLst>
          </p:cNvPr>
          <p:cNvSpPr>
            <a:spLocks noGrp="1"/>
          </p:cNvSpPr>
          <p:nvPr/>
        </p:nvSpPr>
        <p:spPr>
          <a:xfrm>
            <a:off x="2139221" y="5246195"/>
            <a:ext cx="25400" cy="25400"/>
          </a:xfrm>
          <a:prstGeom prst="ellipse">
            <a:avLst/>
          </a:prstGeom>
          <a:solidFill>
            <a:srgbClr val="B08A60">
              <a:alpha val="43000"/>
            </a:srgbClr>
          </a:solidFill>
          <a:ln w="0">
            <a:noFill/>
            <a:prstDash val="solid"/>
          </a:ln>
        </p:spPr>
      </p:sp>
      <p:sp>
        <p:nvSpPr>
          <p:cNvPr id="4915" name="LigandSeek2_vs_LigandSeek1_ellipse_10429">
            <a:extLst>
              <a:ext uri="{FF2B5EF4-FFF2-40B4-BE49-F238E27FC236}">
                <a16:creationId xmlns:a16="http://schemas.microsoft.com/office/drawing/2014/main" id="{F5FF69A8-5C77-4D9C-B894-CCEE331A4308}"/>
              </a:ext>
            </a:extLst>
          </p:cNvPr>
          <p:cNvSpPr>
            <a:spLocks noGrp="1"/>
          </p:cNvSpPr>
          <p:nvPr/>
        </p:nvSpPr>
        <p:spPr>
          <a:xfrm>
            <a:off x="2268993" y="5246195"/>
            <a:ext cx="25400" cy="25400"/>
          </a:xfrm>
          <a:prstGeom prst="ellipse">
            <a:avLst/>
          </a:prstGeom>
          <a:solidFill>
            <a:srgbClr val="B08A60">
              <a:alpha val="43000"/>
            </a:srgbClr>
          </a:solidFill>
          <a:ln w="0">
            <a:noFill/>
            <a:prstDash val="solid"/>
          </a:ln>
        </p:spPr>
      </p:sp>
      <p:sp>
        <p:nvSpPr>
          <p:cNvPr id="4916" name="LigandSeek2_vs_LigandSeek1_ellipse_10430">
            <a:extLst>
              <a:ext uri="{FF2B5EF4-FFF2-40B4-BE49-F238E27FC236}">
                <a16:creationId xmlns:a16="http://schemas.microsoft.com/office/drawing/2014/main" id="{64B1840A-4526-4AF0-93BD-32827CA636B8}"/>
              </a:ext>
            </a:extLst>
          </p:cNvPr>
          <p:cNvSpPr>
            <a:spLocks noGrp="1"/>
          </p:cNvSpPr>
          <p:nvPr/>
        </p:nvSpPr>
        <p:spPr>
          <a:xfrm>
            <a:off x="2238699" y="5388964"/>
            <a:ext cx="25400" cy="25400"/>
          </a:xfrm>
          <a:prstGeom prst="ellipse">
            <a:avLst/>
          </a:prstGeom>
          <a:solidFill>
            <a:srgbClr val="B08A60">
              <a:alpha val="43000"/>
            </a:srgbClr>
          </a:solidFill>
          <a:ln w="0">
            <a:noFill/>
            <a:prstDash val="solid"/>
          </a:ln>
        </p:spPr>
      </p:sp>
      <p:sp>
        <p:nvSpPr>
          <p:cNvPr id="4917" name="LigandSeek2_vs_LigandSeek1_ellipse_10431">
            <a:extLst>
              <a:ext uri="{FF2B5EF4-FFF2-40B4-BE49-F238E27FC236}">
                <a16:creationId xmlns:a16="http://schemas.microsoft.com/office/drawing/2014/main" id="{B614EB60-AD4A-480F-AE75-D5D33B2C2D85}"/>
              </a:ext>
            </a:extLst>
          </p:cNvPr>
          <p:cNvSpPr>
            <a:spLocks noGrp="1"/>
          </p:cNvSpPr>
          <p:nvPr/>
        </p:nvSpPr>
        <p:spPr>
          <a:xfrm>
            <a:off x="2266691" y="6007629"/>
            <a:ext cx="25400" cy="25400"/>
          </a:xfrm>
          <a:prstGeom prst="ellipse">
            <a:avLst/>
          </a:prstGeom>
          <a:solidFill>
            <a:srgbClr val="B08A60">
              <a:alpha val="43000"/>
            </a:srgbClr>
          </a:solidFill>
          <a:ln w="0">
            <a:noFill/>
            <a:prstDash val="solid"/>
          </a:ln>
        </p:spPr>
      </p:sp>
      <p:sp>
        <p:nvSpPr>
          <p:cNvPr id="4918" name="LigandSeek2_vs_LigandSeek1_ellipse_10432">
            <a:extLst>
              <a:ext uri="{FF2B5EF4-FFF2-40B4-BE49-F238E27FC236}">
                <a16:creationId xmlns:a16="http://schemas.microsoft.com/office/drawing/2014/main" id="{9DF63C5B-735A-44C7-AC38-737631362B87}"/>
              </a:ext>
            </a:extLst>
          </p:cNvPr>
          <p:cNvSpPr>
            <a:spLocks noGrp="1"/>
          </p:cNvSpPr>
          <p:nvPr/>
        </p:nvSpPr>
        <p:spPr>
          <a:xfrm>
            <a:off x="2135700" y="5817271"/>
            <a:ext cx="25400" cy="25400"/>
          </a:xfrm>
          <a:prstGeom prst="ellipse">
            <a:avLst/>
          </a:prstGeom>
          <a:solidFill>
            <a:srgbClr val="B08A60">
              <a:alpha val="43000"/>
            </a:srgbClr>
          </a:solidFill>
          <a:ln w="0">
            <a:noFill/>
            <a:prstDash val="solid"/>
          </a:ln>
        </p:spPr>
      </p:sp>
      <p:sp>
        <p:nvSpPr>
          <p:cNvPr id="4919" name="LigandSeek2_vs_LigandSeek1_ellipse_10433">
            <a:extLst>
              <a:ext uri="{FF2B5EF4-FFF2-40B4-BE49-F238E27FC236}">
                <a16:creationId xmlns:a16="http://schemas.microsoft.com/office/drawing/2014/main" id="{3A7D525E-124D-4E24-8026-B13D070BDDD8}"/>
              </a:ext>
            </a:extLst>
          </p:cNvPr>
          <p:cNvSpPr>
            <a:spLocks noGrp="1"/>
          </p:cNvSpPr>
          <p:nvPr/>
        </p:nvSpPr>
        <p:spPr>
          <a:xfrm>
            <a:off x="2253129" y="5246195"/>
            <a:ext cx="25400" cy="25400"/>
          </a:xfrm>
          <a:prstGeom prst="ellipse">
            <a:avLst/>
          </a:prstGeom>
          <a:solidFill>
            <a:srgbClr val="B08A60">
              <a:alpha val="43000"/>
            </a:srgbClr>
          </a:solidFill>
          <a:ln w="0">
            <a:noFill/>
            <a:prstDash val="solid"/>
          </a:ln>
        </p:spPr>
      </p:sp>
      <p:sp>
        <p:nvSpPr>
          <p:cNvPr id="4920" name="LigandSeek2_vs_LigandSeek1_ellipse_10434">
            <a:extLst>
              <a:ext uri="{FF2B5EF4-FFF2-40B4-BE49-F238E27FC236}">
                <a16:creationId xmlns:a16="http://schemas.microsoft.com/office/drawing/2014/main" id="{23CFA2A7-FCBB-4435-AF19-26FBE1259586}"/>
              </a:ext>
            </a:extLst>
          </p:cNvPr>
          <p:cNvSpPr>
            <a:spLocks noGrp="1"/>
          </p:cNvSpPr>
          <p:nvPr/>
        </p:nvSpPr>
        <p:spPr>
          <a:xfrm>
            <a:off x="2261234" y="5722092"/>
            <a:ext cx="25400" cy="25400"/>
          </a:xfrm>
          <a:prstGeom prst="ellipse">
            <a:avLst/>
          </a:prstGeom>
          <a:solidFill>
            <a:srgbClr val="B08A60">
              <a:alpha val="43000"/>
            </a:srgbClr>
          </a:solidFill>
          <a:ln w="0">
            <a:noFill/>
            <a:prstDash val="solid"/>
          </a:ln>
        </p:spPr>
      </p:sp>
      <p:sp>
        <p:nvSpPr>
          <p:cNvPr id="4921" name="LigandSeek2_vs_LigandSeek1_ellipse_10435">
            <a:extLst>
              <a:ext uri="{FF2B5EF4-FFF2-40B4-BE49-F238E27FC236}">
                <a16:creationId xmlns:a16="http://schemas.microsoft.com/office/drawing/2014/main" id="{A80474F1-FA6A-463C-97BE-BB5C104DBE40}"/>
              </a:ext>
            </a:extLst>
          </p:cNvPr>
          <p:cNvSpPr>
            <a:spLocks noGrp="1"/>
          </p:cNvSpPr>
          <p:nvPr/>
        </p:nvSpPr>
        <p:spPr>
          <a:xfrm>
            <a:off x="2132118" y="6388346"/>
            <a:ext cx="25400" cy="25400"/>
          </a:xfrm>
          <a:prstGeom prst="ellipse">
            <a:avLst/>
          </a:prstGeom>
          <a:solidFill>
            <a:srgbClr val="B08A60">
              <a:alpha val="43000"/>
            </a:srgbClr>
          </a:solidFill>
          <a:ln w="0">
            <a:noFill/>
            <a:prstDash val="solid"/>
          </a:ln>
        </p:spPr>
      </p:sp>
      <p:sp>
        <p:nvSpPr>
          <p:cNvPr id="4922" name="LigandSeek2_vs_LigandSeek1_ellipse_10436">
            <a:extLst>
              <a:ext uri="{FF2B5EF4-FFF2-40B4-BE49-F238E27FC236}">
                <a16:creationId xmlns:a16="http://schemas.microsoft.com/office/drawing/2014/main" id="{4A8B1811-DB09-41F7-8D97-2043C89366AE}"/>
              </a:ext>
            </a:extLst>
          </p:cNvPr>
          <p:cNvSpPr>
            <a:spLocks noGrp="1"/>
          </p:cNvSpPr>
          <p:nvPr/>
        </p:nvSpPr>
        <p:spPr>
          <a:xfrm>
            <a:off x="2196719" y="5246195"/>
            <a:ext cx="25400" cy="25400"/>
          </a:xfrm>
          <a:prstGeom prst="ellipse">
            <a:avLst/>
          </a:prstGeom>
          <a:solidFill>
            <a:srgbClr val="B08A60">
              <a:alpha val="43000"/>
            </a:srgbClr>
          </a:solidFill>
          <a:ln w="0">
            <a:noFill/>
            <a:prstDash val="solid"/>
          </a:ln>
        </p:spPr>
      </p:sp>
      <p:sp>
        <p:nvSpPr>
          <p:cNvPr id="4923" name="LigandSeek2_vs_LigandSeek1_ellipse_10437">
            <a:extLst>
              <a:ext uri="{FF2B5EF4-FFF2-40B4-BE49-F238E27FC236}">
                <a16:creationId xmlns:a16="http://schemas.microsoft.com/office/drawing/2014/main" id="{96037D2F-D010-4E6C-9E8F-7973154555A5}"/>
              </a:ext>
            </a:extLst>
          </p:cNvPr>
          <p:cNvSpPr>
            <a:spLocks noGrp="1"/>
          </p:cNvSpPr>
          <p:nvPr/>
        </p:nvSpPr>
        <p:spPr>
          <a:xfrm>
            <a:off x="2236532" y="5817271"/>
            <a:ext cx="25400" cy="25400"/>
          </a:xfrm>
          <a:prstGeom prst="ellipse">
            <a:avLst/>
          </a:prstGeom>
          <a:solidFill>
            <a:srgbClr val="B08A60">
              <a:alpha val="43000"/>
            </a:srgbClr>
          </a:solidFill>
          <a:ln w="0">
            <a:noFill/>
            <a:prstDash val="solid"/>
          </a:ln>
        </p:spPr>
      </p:sp>
      <p:sp>
        <p:nvSpPr>
          <p:cNvPr id="4924" name="LigandSeek2_vs_LigandSeek1_ellipse_10438">
            <a:extLst>
              <a:ext uri="{FF2B5EF4-FFF2-40B4-BE49-F238E27FC236}">
                <a16:creationId xmlns:a16="http://schemas.microsoft.com/office/drawing/2014/main" id="{C198FAF0-A657-4675-A9ED-043B95E7D683}"/>
              </a:ext>
            </a:extLst>
          </p:cNvPr>
          <p:cNvSpPr>
            <a:spLocks noGrp="1"/>
          </p:cNvSpPr>
          <p:nvPr/>
        </p:nvSpPr>
        <p:spPr>
          <a:xfrm>
            <a:off x="2156045" y="6388346"/>
            <a:ext cx="25400" cy="25400"/>
          </a:xfrm>
          <a:prstGeom prst="ellipse">
            <a:avLst/>
          </a:prstGeom>
          <a:solidFill>
            <a:srgbClr val="B08A60">
              <a:alpha val="43000"/>
            </a:srgbClr>
          </a:solidFill>
          <a:ln w="0">
            <a:noFill/>
            <a:prstDash val="solid"/>
          </a:ln>
        </p:spPr>
      </p:sp>
      <p:sp>
        <p:nvSpPr>
          <p:cNvPr id="4925" name="LigandSeek2_vs_LigandSeek1_ellipse_10439">
            <a:extLst>
              <a:ext uri="{FF2B5EF4-FFF2-40B4-BE49-F238E27FC236}">
                <a16:creationId xmlns:a16="http://schemas.microsoft.com/office/drawing/2014/main" id="{D67D35DC-AE0B-4D63-9421-1157A5A3F882}"/>
              </a:ext>
            </a:extLst>
          </p:cNvPr>
          <p:cNvSpPr>
            <a:spLocks noGrp="1"/>
          </p:cNvSpPr>
          <p:nvPr/>
        </p:nvSpPr>
        <p:spPr>
          <a:xfrm>
            <a:off x="2206916" y="5246195"/>
            <a:ext cx="25400" cy="25400"/>
          </a:xfrm>
          <a:prstGeom prst="ellipse">
            <a:avLst/>
          </a:prstGeom>
          <a:solidFill>
            <a:srgbClr val="B08A60">
              <a:alpha val="43000"/>
            </a:srgbClr>
          </a:solidFill>
          <a:ln w="0">
            <a:noFill/>
            <a:prstDash val="solid"/>
          </a:ln>
        </p:spPr>
      </p:sp>
      <p:sp>
        <p:nvSpPr>
          <p:cNvPr id="4926" name="LigandSeek2_vs_LigandSeek1_ellipse_10440">
            <a:extLst>
              <a:ext uri="{FF2B5EF4-FFF2-40B4-BE49-F238E27FC236}">
                <a16:creationId xmlns:a16="http://schemas.microsoft.com/office/drawing/2014/main" id="{3445F089-F24B-40C3-9E22-5B5EE40B9905}"/>
              </a:ext>
            </a:extLst>
          </p:cNvPr>
          <p:cNvSpPr>
            <a:spLocks noGrp="1"/>
          </p:cNvSpPr>
          <p:nvPr/>
        </p:nvSpPr>
        <p:spPr>
          <a:xfrm>
            <a:off x="2263710" y="5531733"/>
            <a:ext cx="25400" cy="25400"/>
          </a:xfrm>
          <a:prstGeom prst="ellipse">
            <a:avLst/>
          </a:prstGeom>
          <a:solidFill>
            <a:srgbClr val="B08A60">
              <a:alpha val="43000"/>
            </a:srgbClr>
          </a:solidFill>
          <a:ln w="0">
            <a:noFill/>
            <a:prstDash val="solid"/>
          </a:ln>
        </p:spPr>
      </p:sp>
      <p:sp>
        <p:nvSpPr>
          <p:cNvPr id="4927" name="LigandSeek2_vs_LigandSeek1_ellipse_10441">
            <a:extLst>
              <a:ext uri="{FF2B5EF4-FFF2-40B4-BE49-F238E27FC236}">
                <a16:creationId xmlns:a16="http://schemas.microsoft.com/office/drawing/2014/main" id="{541A3627-A907-4B61-A873-63BA74DAF2CE}"/>
              </a:ext>
            </a:extLst>
          </p:cNvPr>
          <p:cNvSpPr>
            <a:spLocks noGrp="1"/>
          </p:cNvSpPr>
          <p:nvPr/>
        </p:nvSpPr>
        <p:spPr>
          <a:xfrm>
            <a:off x="2189668" y="6102808"/>
            <a:ext cx="25400" cy="25400"/>
          </a:xfrm>
          <a:prstGeom prst="ellipse">
            <a:avLst/>
          </a:prstGeom>
          <a:solidFill>
            <a:srgbClr val="B08A60">
              <a:alpha val="43000"/>
            </a:srgbClr>
          </a:solidFill>
          <a:ln w="0">
            <a:noFill/>
            <a:prstDash val="solid"/>
          </a:ln>
        </p:spPr>
      </p:sp>
      <p:sp>
        <p:nvSpPr>
          <p:cNvPr id="4928" name="LigandSeek2_vs_LigandSeek1_ellipse_10442">
            <a:extLst>
              <a:ext uri="{FF2B5EF4-FFF2-40B4-BE49-F238E27FC236}">
                <a16:creationId xmlns:a16="http://schemas.microsoft.com/office/drawing/2014/main" id="{FECF4A91-D7D1-4157-BEA2-84C2F58895E1}"/>
              </a:ext>
            </a:extLst>
          </p:cNvPr>
          <p:cNvSpPr>
            <a:spLocks noGrp="1"/>
          </p:cNvSpPr>
          <p:nvPr/>
        </p:nvSpPr>
        <p:spPr>
          <a:xfrm>
            <a:off x="2143003" y="6388346"/>
            <a:ext cx="25400" cy="25400"/>
          </a:xfrm>
          <a:prstGeom prst="ellipse">
            <a:avLst/>
          </a:prstGeom>
          <a:solidFill>
            <a:srgbClr val="B08A60">
              <a:alpha val="43000"/>
            </a:srgbClr>
          </a:solidFill>
          <a:ln w="0">
            <a:noFill/>
            <a:prstDash val="solid"/>
          </a:ln>
        </p:spPr>
      </p:sp>
      <p:sp>
        <p:nvSpPr>
          <p:cNvPr id="4929" name="LigandSeek2_vs_LigandSeek1_ellipse_10443">
            <a:extLst>
              <a:ext uri="{FF2B5EF4-FFF2-40B4-BE49-F238E27FC236}">
                <a16:creationId xmlns:a16="http://schemas.microsoft.com/office/drawing/2014/main" id="{43A8AFCA-BA7F-46FD-B859-693623306F30}"/>
              </a:ext>
            </a:extLst>
          </p:cNvPr>
          <p:cNvSpPr>
            <a:spLocks noGrp="1"/>
          </p:cNvSpPr>
          <p:nvPr/>
        </p:nvSpPr>
        <p:spPr>
          <a:xfrm>
            <a:off x="2255505" y="5674502"/>
            <a:ext cx="25400" cy="25400"/>
          </a:xfrm>
          <a:prstGeom prst="ellipse">
            <a:avLst/>
          </a:prstGeom>
          <a:solidFill>
            <a:srgbClr val="B08A60">
              <a:alpha val="43000"/>
            </a:srgbClr>
          </a:solidFill>
          <a:ln w="0">
            <a:noFill/>
            <a:prstDash val="solid"/>
          </a:ln>
        </p:spPr>
      </p:sp>
      <p:sp>
        <p:nvSpPr>
          <p:cNvPr id="4930" name="LigandSeek2_vs_LigandSeek1_ellipse_10444">
            <a:extLst>
              <a:ext uri="{FF2B5EF4-FFF2-40B4-BE49-F238E27FC236}">
                <a16:creationId xmlns:a16="http://schemas.microsoft.com/office/drawing/2014/main" id="{782BFF78-BB2E-4278-BC7F-46365B6496D6}"/>
              </a:ext>
            </a:extLst>
          </p:cNvPr>
          <p:cNvSpPr>
            <a:spLocks noGrp="1"/>
          </p:cNvSpPr>
          <p:nvPr/>
        </p:nvSpPr>
        <p:spPr>
          <a:xfrm>
            <a:off x="2162998" y="5712881"/>
            <a:ext cx="25400" cy="25400"/>
          </a:xfrm>
          <a:prstGeom prst="ellipse">
            <a:avLst/>
          </a:prstGeom>
          <a:solidFill>
            <a:srgbClr val="B08A60">
              <a:alpha val="43000"/>
            </a:srgbClr>
          </a:solidFill>
          <a:ln w="0">
            <a:noFill/>
            <a:prstDash val="solid"/>
          </a:ln>
        </p:spPr>
      </p:sp>
      <p:sp>
        <p:nvSpPr>
          <p:cNvPr id="4931" name="LigandSeek2_vs_LigandSeek1_ellipse_10445">
            <a:extLst>
              <a:ext uri="{FF2B5EF4-FFF2-40B4-BE49-F238E27FC236}">
                <a16:creationId xmlns:a16="http://schemas.microsoft.com/office/drawing/2014/main" id="{FD307EDA-2B74-4046-9985-BB5F13647257}"/>
              </a:ext>
            </a:extLst>
          </p:cNvPr>
          <p:cNvSpPr>
            <a:spLocks noGrp="1"/>
          </p:cNvSpPr>
          <p:nvPr/>
        </p:nvSpPr>
        <p:spPr>
          <a:xfrm>
            <a:off x="2192717" y="6116406"/>
            <a:ext cx="25400" cy="25400"/>
          </a:xfrm>
          <a:prstGeom prst="ellipse">
            <a:avLst/>
          </a:prstGeom>
          <a:solidFill>
            <a:srgbClr val="B08A60">
              <a:alpha val="43000"/>
            </a:srgbClr>
          </a:solidFill>
          <a:ln w="0">
            <a:noFill/>
            <a:prstDash val="solid"/>
          </a:ln>
        </p:spPr>
      </p:sp>
      <p:sp>
        <p:nvSpPr>
          <p:cNvPr id="4932" name="LigandSeek2_vs_LigandSeek1_ellipse_10446">
            <a:extLst>
              <a:ext uri="{FF2B5EF4-FFF2-40B4-BE49-F238E27FC236}">
                <a16:creationId xmlns:a16="http://schemas.microsoft.com/office/drawing/2014/main" id="{2B526755-F283-4B32-B6CE-DD406B1EC037}"/>
              </a:ext>
            </a:extLst>
          </p:cNvPr>
          <p:cNvSpPr>
            <a:spLocks noGrp="1"/>
          </p:cNvSpPr>
          <p:nvPr/>
        </p:nvSpPr>
        <p:spPr>
          <a:xfrm>
            <a:off x="2208821" y="5246195"/>
            <a:ext cx="25400" cy="25400"/>
          </a:xfrm>
          <a:prstGeom prst="ellipse">
            <a:avLst/>
          </a:prstGeom>
          <a:solidFill>
            <a:srgbClr val="B08A60">
              <a:alpha val="43000"/>
            </a:srgbClr>
          </a:solidFill>
          <a:ln w="0">
            <a:noFill/>
            <a:prstDash val="solid"/>
          </a:ln>
        </p:spPr>
      </p:sp>
      <p:sp>
        <p:nvSpPr>
          <p:cNvPr id="4933" name="LigandSeek2_vs_LigandSeek1_ellipse_10447">
            <a:extLst>
              <a:ext uri="{FF2B5EF4-FFF2-40B4-BE49-F238E27FC236}">
                <a16:creationId xmlns:a16="http://schemas.microsoft.com/office/drawing/2014/main" id="{EDD53AF8-918D-4202-BDD4-12E130196EFD}"/>
              </a:ext>
            </a:extLst>
          </p:cNvPr>
          <p:cNvSpPr>
            <a:spLocks noGrp="1"/>
          </p:cNvSpPr>
          <p:nvPr/>
        </p:nvSpPr>
        <p:spPr>
          <a:xfrm>
            <a:off x="2125529" y="6062017"/>
            <a:ext cx="25400" cy="25400"/>
          </a:xfrm>
          <a:prstGeom prst="ellipse">
            <a:avLst/>
          </a:prstGeom>
          <a:solidFill>
            <a:srgbClr val="B08A60">
              <a:alpha val="43000"/>
            </a:srgbClr>
          </a:solidFill>
          <a:ln w="0">
            <a:noFill/>
            <a:prstDash val="solid"/>
          </a:ln>
        </p:spPr>
      </p:sp>
      <p:sp>
        <p:nvSpPr>
          <p:cNvPr id="4934" name="LigandSeek2_vs_LigandSeek1_ellipse_10448">
            <a:extLst>
              <a:ext uri="{FF2B5EF4-FFF2-40B4-BE49-F238E27FC236}">
                <a16:creationId xmlns:a16="http://schemas.microsoft.com/office/drawing/2014/main" id="{AEEA5AC0-5B89-44D0-B02F-CCBF859FCE5A}"/>
              </a:ext>
            </a:extLst>
          </p:cNvPr>
          <p:cNvSpPr>
            <a:spLocks noGrp="1"/>
          </p:cNvSpPr>
          <p:nvPr/>
        </p:nvSpPr>
        <p:spPr>
          <a:xfrm>
            <a:off x="2258905" y="5531733"/>
            <a:ext cx="25400" cy="25400"/>
          </a:xfrm>
          <a:prstGeom prst="ellipse">
            <a:avLst/>
          </a:prstGeom>
          <a:solidFill>
            <a:srgbClr val="B08A60">
              <a:alpha val="43000"/>
            </a:srgbClr>
          </a:solidFill>
          <a:ln w="0">
            <a:noFill/>
            <a:prstDash val="solid"/>
          </a:ln>
        </p:spPr>
      </p:sp>
      <p:sp>
        <p:nvSpPr>
          <p:cNvPr id="4935" name="LigandSeek2_vs_LigandSeek1_ellipse_10449">
            <a:extLst>
              <a:ext uri="{FF2B5EF4-FFF2-40B4-BE49-F238E27FC236}">
                <a16:creationId xmlns:a16="http://schemas.microsoft.com/office/drawing/2014/main" id="{F364F7BC-297B-42FC-8933-8940236B9648}"/>
              </a:ext>
            </a:extLst>
          </p:cNvPr>
          <p:cNvSpPr>
            <a:spLocks noGrp="1"/>
          </p:cNvSpPr>
          <p:nvPr/>
        </p:nvSpPr>
        <p:spPr>
          <a:xfrm>
            <a:off x="2275554" y="6259394"/>
            <a:ext cx="25400" cy="25400"/>
          </a:xfrm>
          <a:prstGeom prst="ellipse">
            <a:avLst/>
          </a:prstGeom>
          <a:solidFill>
            <a:srgbClr val="B08A60">
              <a:alpha val="43000"/>
            </a:srgbClr>
          </a:solidFill>
          <a:ln w="0">
            <a:noFill/>
            <a:prstDash val="solid"/>
          </a:ln>
        </p:spPr>
      </p:sp>
      <p:sp>
        <p:nvSpPr>
          <p:cNvPr id="4936" name="LigandSeek2_vs_LigandSeek1_ellipse_10450">
            <a:extLst>
              <a:ext uri="{FF2B5EF4-FFF2-40B4-BE49-F238E27FC236}">
                <a16:creationId xmlns:a16="http://schemas.microsoft.com/office/drawing/2014/main" id="{87AF2731-42AB-418C-B398-DC89C1EE0CA0}"/>
              </a:ext>
            </a:extLst>
          </p:cNvPr>
          <p:cNvSpPr>
            <a:spLocks noGrp="1"/>
          </p:cNvSpPr>
          <p:nvPr/>
        </p:nvSpPr>
        <p:spPr>
          <a:xfrm>
            <a:off x="2170174" y="5626912"/>
            <a:ext cx="25400" cy="25400"/>
          </a:xfrm>
          <a:prstGeom prst="ellipse">
            <a:avLst/>
          </a:prstGeom>
          <a:solidFill>
            <a:srgbClr val="B08A60">
              <a:alpha val="43000"/>
            </a:srgbClr>
          </a:solidFill>
          <a:ln w="0">
            <a:noFill/>
            <a:prstDash val="solid"/>
          </a:ln>
        </p:spPr>
      </p:sp>
      <p:sp>
        <p:nvSpPr>
          <p:cNvPr id="4937" name="LigandSeek2_vs_LigandSeek1_ellipse_10451">
            <a:extLst>
              <a:ext uri="{FF2B5EF4-FFF2-40B4-BE49-F238E27FC236}">
                <a16:creationId xmlns:a16="http://schemas.microsoft.com/office/drawing/2014/main" id="{3016C485-AB6D-47DC-9F74-13BCC981BA15}"/>
              </a:ext>
            </a:extLst>
          </p:cNvPr>
          <p:cNvSpPr>
            <a:spLocks noGrp="1"/>
          </p:cNvSpPr>
          <p:nvPr/>
        </p:nvSpPr>
        <p:spPr>
          <a:xfrm>
            <a:off x="2227083" y="5246195"/>
            <a:ext cx="25400" cy="25400"/>
          </a:xfrm>
          <a:prstGeom prst="ellipse">
            <a:avLst/>
          </a:prstGeom>
          <a:solidFill>
            <a:srgbClr val="B08A60">
              <a:alpha val="43000"/>
            </a:srgbClr>
          </a:solidFill>
          <a:ln w="0">
            <a:noFill/>
            <a:prstDash val="solid"/>
          </a:ln>
        </p:spPr>
      </p:sp>
      <p:sp>
        <p:nvSpPr>
          <p:cNvPr id="4938" name="LigandSeek2_vs_LigandSeek1_ellipse_10452">
            <a:extLst>
              <a:ext uri="{FF2B5EF4-FFF2-40B4-BE49-F238E27FC236}">
                <a16:creationId xmlns:a16="http://schemas.microsoft.com/office/drawing/2014/main" id="{78E4DC51-BD26-40F3-A7FE-BC634755840B}"/>
              </a:ext>
            </a:extLst>
          </p:cNvPr>
          <p:cNvSpPr>
            <a:spLocks noGrp="1"/>
          </p:cNvSpPr>
          <p:nvPr/>
        </p:nvSpPr>
        <p:spPr>
          <a:xfrm>
            <a:off x="2179034" y="6388346"/>
            <a:ext cx="25400" cy="25400"/>
          </a:xfrm>
          <a:prstGeom prst="ellipse">
            <a:avLst/>
          </a:prstGeom>
          <a:solidFill>
            <a:srgbClr val="B08A60">
              <a:alpha val="43000"/>
            </a:srgbClr>
          </a:solidFill>
          <a:ln w="0">
            <a:noFill/>
            <a:prstDash val="solid"/>
          </a:ln>
        </p:spPr>
      </p:sp>
      <p:sp>
        <p:nvSpPr>
          <p:cNvPr id="4939" name="LigandSeek2_vs_LigandSeek1_ellipse_10453">
            <a:extLst>
              <a:ext uri="{FF2B5EF4-FFF2-40B4-BE49-F238E27FC236}">
                <a16:creationId xmlns:a16="http://schemas.microsoft.com/office/drawing/2014/main" id="{9F60FB8D-1BC1-4377-8308-7FA6675D0188}"/>
              </a:ext>
            </a:extLst>
          </p:cNvPr>
          <p:cNvSpPr>
            <a:spLocks noGrp="1"/>
          </p:cNvSpPr>
          <p:nvPr/>
        </p:nvSpPr>
        <p:spPr>
          <a:xfrm>
            <a:off x="2195486" y="5817271"/>
            <a:ext cx="25400" cy="25400"/>
          </a:xfrm>
          <a:prstGeom prst="ellipse">
            <a:avLst/>
          </a:prstGeom>
          <a:solidFill>
            <a:srgbClr val="B08A60">
              <a:alpha val="43000"/>
            </a:srgbClr>
          </a:solidFill>
          <a:ln w="0">
            <a:noFill/>
            <a:prstDash val="solid"/>
          </a:ln>
        </p:spPr>
      </p:sp>
      <p:sp>
        <p:nvSpPr>
          <p:cNvPr id="4940" name="LigandSeek2_vs_LigandSeek1_ellipse_10454">
            <a:extLst>
              <a:ext uri="{FF2B5EF4-FFF2-40B4-BE49-F238E27FC236}">
                <a16:creationId xmlns:a16="http://schemas.microsoft.com/office/drawing/2014/main" id="{4A635F0D-4C51-4E5F-A061-1D4CEF1C2BBD}"/>
              </a:ext>
            </a:extLst>
          </p:cNvPr>
          <p:cNvSpPr>
            <a:spLocks noGrp="1"/>
          </p:cNvSpPr>
          <p:nvPr/>
        </p:nvSpPr>
        <p:spPr>
          <a:xfrm>
            <a:off x="2277412" y="6388346"/>
            <a:ext cx="25400" cy="25400"/>
          </a:xfrm>
          <a:prstGeom prst="ellipse">
            <a:avLst/>
          </a:prstGeom>
          <a:solidFill>
            <a:srgbClr val="B08A60">
              <a:alpha val="43000"/>
            </a:srgbClr>
          </a:solidFill>
          <a:ln w="0">
            <a:noFill/>
            <a:prstDash val="solid"/>
          </a:ln>
        </p:spPr>
      </p:sp>
      <p:sp>
        <p:nvSpPr>
          <p:cNvPr id="4941" name="LigandSeek2_vs_LigandSeek1_ellipse_10455">
            <a:extLst>
              <a:ext uri="{FF2B5EF4-FFF2-40B4-BE49-F238E27FC236}">
                <a16:creationId xmlns:a16="http://schemas.microsoft.com/office/drawing/2014/main" id="{7ABE0FB3-EDB5-49F6-AD04-8466BEE29327}"/>
              </a:ext>
            </a:extLst>
          </p:cNvPr>
          <p:cNvSpPr>
            <a:spLocks noGrp="1"/>
          </p:cNvSpPr>
          <p:nvPr/>
        </p:nvSpPr>
        <p:spPr>
          <a:xfrm>
            <a:off x="2203824" y="6388346"/>
            <a:ext cx="25400" cy="25400"/>
          </a:xfrm>
          <a:prstGeom prst="ellipse">
            <a:avLst/>
          </a:prstGeom>
          <a:solidFill>
            <a:srgbClr val="B08A60">
              <a:alpha val="43000"/>
            </a:srgbClr>
          </a:solidFill>
          <a:ln w="0">
            <a:noFill/>
            <a:prstDash val="solid"/>
          </a:ln>
        </p:spPr>
      </p:sp>
      <p:sp>
        <p:nvSpPr>
          <p:cNvPr id="4942" name="LigandSeek2_vs_LigandSeek1_ellipse_10456">
            <a:extLst>
              <a:ext uri="{FF2B5EF4-FFF2-40B4-BE49-F238E27FC236}">
                <a16:creationId xmlns:a16="http://schemas.microsoft.com/office/drawing/2014/main" id="{9D3935F8-97F0-4C33-A598-021B6AB26912}"/>
              </a:ext>
            </a:extLst>
          </p:cNvPr>
          <p:cNvSpPr>
            <a:spLocks noGrp="1"/>
          </p:cNvSpPr>
          <p:nvPr/>
        </p:nvSpPr>
        <p:spPr>
          <a:xfrm>
            <a:off x="2275212" y="6388346"/>
            <a:ext cx="25400" cy="25400"/>
          </a:xfrm>
          <a:prstGeom prst="ellipse">
            <a:avLst/>
          </a:prstGeom>
          <a:solidFill>
            <a:srgbClr val="B08A60">
              <a:alpha val="43000"/>
            </a:srgbClr>
          </a:solidFill>
          <a:ln w="0">
            <a:noFill/>
            <a:prstDash val="solid"/>
          </a:ln>
        </p:spPr>
      </p:sp>
      <p:sp>
        <p:nvSpPr>
          <p:cNvPr id="4943" name="LigandSeek2_vs_LigandSeek1_ellipse_10457">
            <a:extLst>
              <a:ext uri="{FF2B5EF4-FFF2-40B4-BE49-F238E27FC236}">
                <a16:creationId xmlns:a16="http://schemas.microsoft.com/office/drawing/2014/main" id="{EAE1A38E-7053-48DB-A11C-77B15D0FDD12}"/>
              </a:ext>
            </a:extLst>
          </p:cNvPr>
          <p:cNvSpPr>
            <a:spLocks noGrp="1"/>
          </p:cNvSpPr>
          <p:nvPr/>
        </p:nvSpPr>
        <p:spPr>
          <a:xfrm>
            <a:off x="2193655" y="6062017"/>
            <a:ext cx="25400" cy="25400"/>
          </a:xfrm>
          <a:prstGeom prst="ellipse">
            <a:avLst/>
          </a:prstGeom>
          <a:solidFill>
            <a:srgbClr val="B08A60">
              <a:alpha val="43000"/>
            </a:srgbClr>
          </a:solidFill>
          <a:ln w="0">
            <a:noFill/>
            <a:prstDash val="solid"/>
          </a:ln>
        </p:spPr>
      </p:sp>
      <p:sp>
        <p:nvSpPr>
          <p:cNvPr id="4944" name="LigandSeek2_vs_LigandSeek1_ellipse_10458">
            <a:extLst>
              <a:ext uri="{FF2B5EF4-FFF2-40B4-BE49-F238E27FC236}">
                <a16:creationId xmlns:a16="http://schemas.microsoft.com/office/drawing/2014/main" id="{23A708C8-6D2D-4996-AB53-7309D7BA4D7F}"/>
              </a:ext>
            </a:extLst>
          </p:cNvPr>
          <p:cNvSpPr>
            <a:spLocks noGrp="1"/>
          </p:cNvSpPr>
          <p:nvPr/>
        </p:nvSpPr>
        <p:spPr>
          <a:xfrm>
            <a:off x="2247614" y="6388346"/>
            <a:ext cx="25400" cy="25400"/>
          </a:xfrm>
          <a:prstGeom prst="ellipse">
            <a:avLst/>
          </a:prstGeom>
          <a:solidFill>
            <a:srgbClr val="B08A60">
              <a:alpha val="43000"/>
            </a:srgbClr>
          </a:solidFill>
          <a:ln w="0">
            <a:noFill/>
            <a:prstDash val="solid"/>
          </a:ln>
        </p:spPr>
      </p:sp>
      <p:sp>
        <p:nvSpPr>
          <p:cNvPr id="4945" name="LigandSeek2_vs_LigandSeek1_ellipse_10459">
            <a:extLst>
              <a:ext uri="{FF2B5EF4-FFF2-40B4-BE49-F238E27FC236}">
                <a16:creationId xmlns:a16="http://schemas.microsoft.com/office/drawing/2014/main" id="{0EC3D127-5890-4D4A-B23B-94F4274EFFC1}"/>
              </a:ext>
            </a:extLst>
          </p:cNvPr>
          <p:cNvSpPr>
            <a:spLocks noGrp="1"/>
          </p:cNvSpPr>
          <p:nvPr/>
        </p:nvSpPr>
        <p:spPr>
          <a:xfrm>
            <a:off x="2225636" y="5409360"/>
            <a:ext cx="25400" cy="25400"/>
          </a:xfrm>
          <a:prstGeom prst="ellipse">
            <a:avLst/>
          </a:prstGeom>
          <a:solidFill>
            <a:srgbClr val="B08A60">
              <a:alpha val="43000"/>
            </a:srgbClr>
          </a:solidFill>
          <a:ln w="0">
            <a:noFill/>
            <a:prstDash val="solid"/>
          </a:ln>
        </p:spPr>
      </p:sp>
      <p:sp>
        <p:nvSpPr>
          <p:cNvPr id="4946" name="LigandSeek2_vs_LigandSeek1_ellipse_10460">
            <a:extLst>
              <a:ext uri="{FF2B5EF4-FFF2-40B4-BE49-F238E27FC236}">
                <a16:creationId xmlns:a16="http://schemas.microsoft.com/office/drawing/2014/main" id="{E6C6022A-EC81-4F46-B248-9A1582A8648B}"/>
              </a:ext>
            </a:extLst>
          </p:cNvPr>
          <p:cNvSpPr>
            <a:spLocks noGrp="1"/>
          </p:cNvSpPr>
          <p:nvPr/>
        </p:nvSpPr>
        <p:spPr>
          <a:xfrm>
            <a:off x="2219235" y="6197988"/>
            <a:ext cx="25400" cy="25400"/>
          </a:xfrm>
          <a:prstGeom prst="ellipse">
            <a:avLst/>
          </a:prstGeom>
          <a:solidFill>
            <a:srgbClr val="B08A60">
              <a:alpha val="43000"/>
            </a:srgbClr>
          </a:solidFill>
          <a:ln w="0">
            <a:noFill/>
            <a:prstDash val="solid"/>
          </a:ln>
        </p:spPr>
      </p:sp>
      <p:sp>
        <p:nvSpPr>
          <p:cNvPr id="4947" name="LigandSeek2_vs_LigandSeek1_ellipse_10461">
            <a:extLst>
              <a:ext uri="{FF2B5EF4-FFF2-40B4-BE49-F238E27FC236}">
                <a16:creationId xmlns:a16="http://schemas.microsoft.com/office/drawing/2014/main" id="{15B4A352-F611-45F1-8D82-434E09906904}"/>
              </a:ext>
            </a:extLst>
          </p:cNvPr>
          <p:cNvSpPr>
            <a:spLocks noGrp="1"/>
          </p:cNvSpPr>
          <p:nvPr/>
        </p:nvSpPr>
        <p:spPr>
          <a:xfrm>
            <a:off x="2131066" y="5817271"/>
            <a:ext cx="25400" cy="25400"/>
          </a:xfrm>
          <a:prstGeom prst="ellipse">
            <a:avLst/>
          </a:prstGeom>
          <a:solidFill>
            <a:srgbClr val="B08A60">
              <a:alpha val="43000"/>
            </a:srgbClr>
          </a:solidFill>
          <a:ln w="0">
            <a:noFill/>
            <a:prstDash val="solid"/>
          </a:ln>
        </p:spPr>
      </p:sp>
      <p:sp>
        <p:nvSpPr>
          <p:cNvPr id="4948" name="LigandSeek2_vs_LigandSeek1_ellipse_10462">
            <a:extLst>
              <a:ext uri="{FF2B5EF4-FFF2-40B4-BE49-F238E27FC236}">
                <a16:creationId xmlns:a16="http://schemas.microsoft.com/office/drawing/2014/main" id="{05F99D7F-FC4A-4B74-85D5-C0C59042494F}"/>
              </a:ext>
            </a:extLst>
          </p:cNvPr>
          <p:cNvSpPr>
            <a:spLocks noGrp="1"/>
          </p:cNvSpPr>
          <p:nvPr/>
        </p:nvSpPr>
        <p:spPr>
          <a:xfrm>
            <a:off x="2159673" y="5246195"/>
            <a:ext cx="25400" cy="25400"/>
          </a:xfrm>
          <a:prstGeom prst="ellipse">
            <a:avLst/>
          </a:prstGeom>
          <a:solidFill>
            <a:srgbClr val="B08A60">
              <a:alpha val="43000"/>
            </a:srgbClr>
          </a:solidFill>
          <a:ln w="0">
            <a:noFill/>
            <a:prstDash val="solid"/>
          </a:ln>
        </p:spPr>
      </p:sp>
      <p:sp>
        <p:nvSpPr>
          <p:cNvPr id="4949" name="LigandSeek2_vs_LigandSeek1_ellipse_10463">
            <a:extLst>
              <a:ext uri="{FF2B5EF4-FFF2-40B4-BE49-F238E27FC236}">
                <a16:creationId xmlns:a16="http://schemas.microsoft.com/office/drawing/2014/main" id="{B06133FC-36A6-49D3-83A3-CE9587708F34}"/>
              </a:ext>
            </a:extLst>
          </p:cNvPr>
          <p:cNvSpPr>
            <a:spLocks noGrp="1"/>
          </p:cNvSpPr>
          <p:nvPr/>
        </p:nvSpPr>
        <p:spPr>
          <a:xfrm>
            <a:off x="2283292" y="6007629"/>
            <a:ext cx="25400" cy="25400"/>
          </a:xfrm>
          <a:prstGeom prst="ellipse">
            <a:avLst/>
          </a:prstGeom>
          <a:solidFill>
            <a:srgbClr val="B08A60">
              <a:alpha val="43000"/>
            </a:srgbClr>
          </a:solidFill>
          <a:ln w="0">
            <a:noFill/>
            <a:prstDash val="solid"/>
          </a:ln>
        </p:spPr>
      </p:sp>
      <p:sp>
        <p:nvSpPr>
          <p:cNvPr id="4950" name="LigandSeek2_vs_LigandSeek1_ellipse_10464">
            <a:extLst>
              <a:ext uri="{FF2B5EF4-FFF2-40B4-BE49-F238E27FC236}">
                <a16:creationId xmlns:a16="http://schemas.microsoft.com/office/drawing/2014/main" id="{779D0596-DB2C-45F8-9673-8E9E1DBFA9AD}"/>
              </a:ext>
            </a:extLst>
          </p:cNvPr>
          <p:cNvSpPr>
            <a:spLocks noGrp="1"/>
          </p:cNvSpPr>
          <p:nvPr/>
        </p:nvSpPr>
        <p:spPr>
          <a:xfrm>
            <a:off x="2244268" y="5817271"/>
            <a:ext cx="25400" cy="25400"/>
          </a:xfrm>
          <a:prstGeom prst="ellipse">
            <a:avLst/>
          </a:prstGeom>
          <a:solidFill>
            <a:srgbClr val="B08A60">
              <a:alpha val="43000"/>
            </a:srgbClr>
          </a:solidFill>
          <a:ln w="0">
            <a:noFill/>
            <a:prstDash val="solid"/>
          </a:ln>
        </p:spPr>
      </p:sp>
      <p:sp>
        <p:nvSpPr>
          <p:cNvPr id="4951" name="LigandSeek2_vs_LigandSeek1_ellipse_10465">
            <a:extLst>
              <a:ext uri="{FF2B5EF4-FFF2-40B4-BE49-F238E27FC236}">
                <a16:creationId xmlns:a16="http://schemas.microsoft.com/office/drawing/2014/main" id="{C1637978-AE36-4509-B766-C987C9FE9F7F}"/>
              </a:ext>
            </a:extLst>
          </p:cNvPr>
          <p:cNvSpPr>
            <a:spLocks noGrp="1"/>
          </p:cNvSpPr>
          <p:nvPr/>
        </p:nvSpPr>
        <p:spPr>
          <a:xfrm>
            <a:off x="2240469" y="6045701"/>
            <a:ext cx="25400" cy="25400"/>
          </a:xfrm>
          <a:prstGeom prst="ellipse">
            <a:avLst/>
          </a:prstGeom>
          <a:solidFill>
            <a:srgbClr val="B08A60">
              <a:alpha val="43000"/>
            </a:srgbClr>
          </a:solidFill>
          <a:ln w="0">
            <a:noFill/>
            <a:prstDash val="solid"/>
          </a:ln>
        </p:spPr>
      </p:sp>
      <p:sp>
        <p:nvSpPr>
          <p:cNvPr id="4952" name="LigandSeek2_vs_LigandSeek1_ellipse_10466">
            <a:extLst>
              <a:ext uri="{FF2B5EF4-FFF2-40B4-BE49-F238E27FC236}">
                <a16:creationId xmlns:a16="http://schemas.microsoft.com/office/drawing/2014/main" id="{FC888A53-00B4-4854-8050-5258B5E4AC14}"/>
              </a:ext>
            </a:extLst>
          </p:cNvPr>
          <p:cNvSpPr>
            <a:spLocks noGrp="1"/>
          </p:cNvSpPr>
          <p:nvPr/>
        </p:nvSpPr>
        <p:spPr>
          <a:xfrm>
            <a:off x="2165461" y="5436554"/>
            <a:ext cx="25400" cy="25400"/>
          </a:xfrm>
          <a:prstGeom prst="ellipse">
            <a:avLst/>
          </a:prstGeom>
          <a:solidFill>
            <a:srgbClr val="B08A60">
              <a:alpha val="43000"/>
            </a:srgbClr>
          </a:solidFill>
          <a:ln w="0">
            <a:noFill/>
            <a:prstDash val="solid"/>
          </a:ln>
        </p:spPr>
      </p:sp>
      <p:sp>
        <p:nvSpPr>
          <p:cNvPr id="4953" name="LigandSeek2_vs_LigandSeek1_ellipse_10467">
            <a:extLst>
              <a:ext uri="{FF2B5EF4-FFF2-40B4-BE49-F238E27FC236}">
                <a16:creationId xmlns:a16="http://schemas.microsoft.com/office/drawing/2014/main" id="{11F49E11-6CA7-496E-BCDE-7DC700A03B2E}"/>
              </a:ext>
            </a:extLst>
          </p:cNvPr>
          <p:cNvSpPr>
            <a:spLocks noGrp="1"/>
          </p:cNvSpPr>
          <p:nvPr/>
        </p:nvSpPr>
        <p:spPr>
          <a:xfrm>
            <a:off x="2230803" y="6388346"/>
            <a:ext cx="25400" cy="25400"/>
          </a:xfrm>
          <a:prstGeom prst="ellipse">
            <a:avLst/>
          </a:prstGeom>
          <a:solidFill>
            <a:srgbClr val="B08A60">
              <a:alpha val="43000"/>
            </a:srgbClr>
          </a:solidFill>
          <a:ln w="0">
            <a:noFill/>
            <a:prstDash val="solid"/>
          </a:ln>
        </p:spPr>
      </p:sp>
      <p:sp>
        <p:nvSpPr>
          <p:cNvPr id="4954" name="LigandSeek2_vs_LigandSeek1_ellipse_10468">
            <a:extLst>
              <a:ext uri="{FF2B5EF4-FFF2-40B4-BE49-F238E27FC236}">
                <a16:creationId xmlns:a16="http://schemas.microsoft.com/office/drawing/2014/main" id="{8C3320A0-0CB7-4876-BD15-7C4A9525E80F}"/>
              </a:ext>
            </a:extLst>
          </p:cNvPr>
          <p:cNvSpPr>
            <a:spLocks noGrp="1"/>
          </p:cNvSpPr>
          <p:nvPr/>
        </p:nvSpPr>
        <p:spPr>
          <a:xfrm>
            <a:off x="2186370" y="6007629"/>
            <a:ext cx="25400" cy="25400"/>
          </a:xfrm>
          <a:prstGeom prst="ellipse">
            <a:avLst/>
          </a:prstGeom>
          <a:solidFill>
            <a:srgbClr val="B08A60">
              <a:alpha val="43000"/>
            </a:srgbClr>
          </a:solidFill>
          <a:ln w="0">
            <a:noFill/>
            <a:prstDash val="solid"/>
          </a:ln>
        </p:spPr>
      </p:sp>
      <p:sp>
        <p:nvSpPr>
          <p:cNvPr id="4955" name="LigandSeek2_vs_LigandSeek1_ellipse_10469">
            <a:extLst>
              <a:ext uri="{FF2B5EF4-FFF2-40B4-BE49-F238E27FC236}">
                <a16:creationId xmlns:a16="http://schemas.microsoft.com/office/drawing/2014/main" id="{2630FB4C-4C69-48BB-B6BF-1A4D7E418157}"/>
              </a:ext>
            </a:extLst>
          </p:cNvPr>
          <p:cNvSpPr>
            <a:spLocks noGrp="1"/>
          </p:cNvSpPr>
          <p:nvPr/>
        </p:nvSpPr>
        <p:spPr>
          <a:xfrm>
            <a:off x="2130322" y="5626912"/>
            <a:ext cx="25400" cy="25400"/>
          </a:xfrm>
          <a:prstGeom prst="ellipse">
            <a:avLst/>
          </a:prstGeom>
          <a:solidFill>
            <a:srgbClr val="B08A60">
              <a:alpha val="43000"/>
            </a:srgbClr>
          </a:solidFill>
          <a:ln w="0">
            <a:noFill/>
            <a:prstDash val="solid"/>
          </a:ln>
        </p:spPr>
      </p:sp>
      <p:sp>
        <p:nvSpPr>
          <p:cNvPr id="4956" name="LigandSeek2_vs_LigandSeek1_ellipse_10470">
            <a:extLst>
              <a:ext uri="{FF2B5EF4-FFF2-40B4-BE49-F238E27FC236}">
                <a16:creationId xmlns:a16="http://schemas.microsoft.com/office/drawing/2014/main" id="{B07042F4-2996-4938-BE75-6365D0ADA137}"/>
              </a:ext>
            </a:extLst>
          </p:cNvPr>
          <p:cNvSpPr>
            <a:spLocks noGrp="1"/>
          </p:cNvSpPr>
          <p:nvPr/>
        </p:nvSpPr>
        <p:spPr>
          <a:xfrm>
            <a:off x="2147084" y="6007629"/>
            <a:ext cx="25400" cy="25400"/>
          </a:xfrm>
          <a:prstGeom prst="ellipse">
            <a:avLst/>
          </a:prstGeom>
          <a:solidFill>
            <a:srgbClr val="B08A60">
              <a:alpha val="43000"/>
            </a:srgbClr>
          </a:solidFill>
          <a:ln w="0">
            <a:noFill/>
            <a:prstDash val="solid"/>
          </a:ln>
        </p:spPr>
      </p:sp>
      <p:sp>
        <p:nvSpPr>
          <p:cNvPr id="4957" name="LigandSeek2_vs_LigandSeek1_ellipse_10471">
            <a:extLst>
              <a:ext uri="{FF2B5EF4-FFF2-40B4-BE49-F238E27FC236}">
                <a16:creationId xmlns:a16="http://schemas.microsoft.com/office/drawing/2014/main" id="{ED6B0B8D-DC7F-4033-88D1-9646B04DBB96}"/>
              </a:ext>
            </a:extLst>
          </p:cNvPr>
          <p:cNvSpPr>
            <a:spLocks noGrp="1"/>
          </p:cNvSpPr>
          <p:nvPr/>
        </p:nvSpPr>
        <p:spPr>
          <a:xfrm>
            <a:off x="2246721" y="5817271"/>
            <a:ext cx="25400" cy="25400"/>
          </a:xfrm>
          <a:prstGeom prst="ellipse">
            <a:avLst/>
          </a:prstGeom>
          <a:solidFill>
            <a:srgbClr val="B08A60">
              <a:alpha val="43000"/>
            </a:srgbClr>
          </a:solidFill>
          <a:ln w="0">
            <a:noFill/>
            <a:prstDash val="solid"/>
          </a:ln>
        </p:spPr>
      </p:sp>
      <p:sp>
        <p:nvSpPr>
          <p:cNvPr id="4958" name="LigandSeek2_vs_LigandSeek1_ellipse_10472">
            <a:extLst>
              <a:ext uri="{FF2B5EF4-FFF2-40B4-BE49-F238E27FC236}">
                <a16:creationId xmlns:a16="http://schemas.microsoft.com/office/drawing/2014/main" id="{1D70AD0E-7A3A-4F72-83EB-0AECD60A53FA}"/>
              </a:ext>
            </a:extLst>
          </p:cNvPr>
          <p:cNvSpPr>
            <a:spLocks noGrp="1"/>
          </p:cNvSpPr>
          <p:nvPr/>
        </p:nvSpPr>
        <p:spPr>
          <a:xfrm>
            <a:off x="2269298" y="6102808"/>
            <a:ext cx="25400" cy="25400"/>
          </a:xfrm>
          <a:prstGeom prst="ellipse">
            <a:avLst/>
          </a:prstGeom>
          <a:solidFill>
            <a:srgbClr val="B08A60">
              <a:alpha val="43000"/>
            </a:srgbClr>
          </a:solidFill>
          <a:ln w="0">
            <a:noFill/>
            <a:prstDash val="solid"/>
          </a:ln>
        </p:spPr>
      </p:sp>
      <p:sp>
        <p:nvSpPr>
          <p:cNvPr id="4959" name="LigandSeek2_vs_LigandSeek1_ellipse_10473">
            <a:extLst>
              <a:ext uri="{FF2B5EF4-FFF2-40B4-BE49-F238E27FC236}">
                <a16:creationId xmlns:a16="http://schemas.microsoft.com/office/drawing/2014/main" id="{2A4D77C0-D3ED-4DF1-9A99-D2FAB3BAF00C}"/>
              </a:ext>
            </a:extLst>
          </p:cNvPr>
          <p:cNvSpPr>
            <a:spLocks noGrp="1"/>
          </p:cNvSpPr>
          <p:nvPr/>
        </p:nvSpPr>
        <p:spPr>
          <a:xfrm>
            <a:off x="2204745" y="5246195"/>
            <a:ext cx="25400" cy="25400"/>
          </a:xfrm>
          <a:prstGeom prst="ellipse">
            <a:avLst/>
          </a:prstGeom>
          <a:solidFill>
            <a:srgbClr val="B08A60">
              <a:alpha val="43000"/>
            </a:srgbClr>
          </a:solidFill>
          <a:ln w="0">
            <a:noFill/>
            <a:prstDash val="solid"/>
          </a:ln>
        </p:spPr>
      </p:sp>
      <p:sp>
        <p:nvSpPr>
          <p:cNvPr id="4960" name="LigandSeek2_vs_LigandSeek1_ellipse_10474">
            <a:extLst>
              <a:ext uri="{FF2B5EF4-FFF2-40B4-BE49-F238E27FC236}">
                <a16:creationId xmlns:a16="http://schemas.microsoft.com/office/drawing/2014/main" id="{A6166359-8171-4A10-BD38-6C5D927E2C84}"/>
              </a:ext>
            </a:extLst>
          </p:cNvPr>
          <p:cNvSpPr>
            <a:spLocks noGrp="1"/>
          </p:cNvSpPr>
          <p:nvPr/>
        </p:nvSpPr>
        <p:spPr>
          <a:xfrm>
            <a:off x="2220894" y="5246195"/>
            <a:ext cx="25400" cy="25400"/>
          </a:xfrm>
          <a:prstGeom prst="ellipse">
            <a:avLst/>
          </a:prstGeom>
          <a:solidFill>
            <a:srgbClr val="B08A60">
              <a:alpha val="43000"/>
            </a:srgbClr>
          </a:solidFill>
          <a:ln w="0">
            <a:noFill/>
            <a:prstDash val="solid"/>
          </a:ln>
        </p:spPr>
      </p:sp>
      <p:sp>
        <p:nvSpPr>
          <p:cNvPr id="4961" name="LigandSeek2_vs_LigandSeek1_ellipse_10475">
            <a:extLst>
              <a:ext uri="{FF2B5EF4-FFF2-40B4-BE49-F238E27FC236}">
                <a16:creationId xmlns:a16="http://schemas.microsoft.com/office/drawing/2014/main" id="{A35FC4D4-6CE8-4E8F-9981-716E6CD8E4CD}"/>
              </a:ext>
            </a:extLst>
          </p:cNvPr>
          <p:cNvSpPr>
            <a:spLocks noGrp="1"/>
          </p:cNvSpPr>
          <p:nvPr/>
        </p:nvSpPr>
        <p:spPr>
          <a:xfrm>
            <a:off x="2178363" y="5246195"/>
            <a:ext cx="25400" cy="25400"/>
          </a:xfrm>
          <a:prstGeom prst="ellipse">
            <a:avLst/>
          </a:prstGeom>
          <a:solidFill>
            <a:srgbClr val="B08A60">
              <a:alpha val="43000"/>
            </a:srgbClr>
          </a:solidFill>
          <a:ln w="0">
            <a:noFill/>
            <a:prstDash val="solid"/>
          </a:ln>
        </p:spPr>
      </p:sp>
      <p:sp>
        <p:nvSpPr>
          <p:cNvPr id="4962" name="LigandSeek2_vs_LigandSeek1_ellipse_10476">
            <a:extLst>
              <a:ext uri="{FF2B5EF4-FFF2-40B4-BE49-F238E27FC236}">
                <a16:creationId xmlns:a16="http://schemas.microsoft.com/office/drawing/2014/main" id="{10339E20-EBCF-4609-98D7-6A842721C4C5}"/>
              </a:ext>
            </a:extLst>
          </p:cNvPr>
          <p:cNvSpPr>
            <a:spLocks noGrp="1"/>
          </p:cNvSpPr>
          <p:nvPr/>
        </p:nvSpPr>
        <p:spPr>
          <a:xfrm>
            <a:off x="2142839" y="6300488"/>
            <a:ext cx="25400" cy="25400"/>
          </a:xfrm>
          <a:prstGeom prst="ellipse">
            <a:avLst/>
          </a:prstGeom>
          <a:solidFill>
            <a:srgbClr val="B08A60">
              <a:alpha val="43000"/>
            </a:srgbClr>
          </a:solidFill>
          <a:ln w="0">
            <a:noFill/>
            <a:prstDash val="solid"/>
          </a:ln>
        </p:spPr>
      </p:sp>
      <p:sp>
        <p:nvSpPr>
          <p:cNvPr id="4963" name="LigandSeek2_vs_LigandSeek1_ellipse_10477">
            <a:extLst>
              <a:ext uri="{FF2B5EF4-FFF2-40B4-BE49-F238E27FC236}">
                <a16:creationId xmlns:a16="http://schemas.microsoft.com/office/drawing/2014/main" id="{356166E1-EAE6-42C3-B9C1-26017F53876C}"/>
              </a:ext>
            </a:extLst>
          </p:cNvPr>
          <p:cNvSpPr>
            <a:spLocks noGrp="1"/>
          </p:cNvSpPr>
          <p:nvPr/>
        </p:nvSpPr>
        <p:spPr>
          <a:xfrm>
            <a:off x="2159375" y="6388346"/>
            <a:ext cx="25400" cy="25400"/>
          </a:xfrm>
          <a:prstGeom prst="ellipse">
            <a:avLst/>
          </a:prstGeom>
          <a:solidFill>
            <a:srgbClr val="B08A60">
              <a:alpha val="43000"/>
            </a:srgbClr>
          </a:solidFill>
          <a:ln w="0">
            <a:noFill/>
            <a:prstDash val="solid"/>
          </a:ln>
        </p:spPr>
      </p:sp>
      <p:sp>
        <p:nvSpPr>
          <p:cNvPr id="4964" name="LigandSeek2_vs_LigandSeek1_ellipse_10478">
            <a:extLst>
              <a:ext uri="{FF2B5EF4-FFF2-40B4-BE49-F238E27FC236}">
                <a16:creationId xmlns:a16="http://schemas.microsoft.com/office/drawing/2014/main" id="{42CAE647-7F01-4E36-859C-BFA9B6F945B6}"/>
              </a:ext>
            </a:extLst>
          </p:cNvPr>
          <p:cNvSpPr>
            <a:spLocks noGrp="1"/>
          </p:cNvSpPr>
          <p:nvPr/>
        </p:nvSpPr>
        <p:spPr>
          <a:xfrm>
            <a:off x="2138628" y="5246195"/>
            <a:ext cx="25400" cy="25400"/>
          </a:xfrm>
          <a:prstGeom prst="ellipse">
            <a:avLst/>
          </a:prstGeom>
          <a:solidFill>
            <a:srgbClr val="B08A60">
              <a:alpha val="43000"/>
            </a:srgbClr>
          </a:solidFill>
          <a:ln w="0">
            <a:noFill/>
            <a:prstDash val="solid"/>
          </a:ln>
        </p:spPr>
      </p:sp>
      <p:sp>
        <p:nvSpPr>
          <p:cNvPr id="4965" name="LigandSeek2_vs_LigandSeek1_ellipse_10479">
            <a:extLst>
              <a:ext uri="{FF2B5EF4-FFF2-40B4-BE49-F238E27FC236}">
                <a16:creationId xmlns:a16="http://schemas.microsoft.com/office/drawing/2014/main" id="{7D2E8D47-083B-41D2-8CC5-4F33DAA9EF33}"/>
              </a:ext>
            </a:extLst>
          </p:cNvPr>
          <p:cNvSpPr>
            <a:spLocks noGrp="1"/>
          </p:cNvSpPr>
          <p:nvPr/>
        </p:nvSpPr>
        <p:spPr>
          <a:xfrm>
            <a:off x="2170415" y="6388346"/>
            <a:ext cx="25400" cy="25400"/>
          </a:xfrm>
          <a:prstGeom prst="ellipse">
            <a:avLst/>
          </a:prstGeom>
          <a:solidFill>
            <a:srgbClr val="B08A60">
              <a:alpha val="43000"/>
            </a:srgbClr>
          </a:solidFill>
          <a:ln w="0">
            <a:noFill/>
            <a:prstDash val="solid"/>
          </a:ln>
        </p:spPr>
      </p:sp>
      <p:sp>
        <p:nvSpPr>
          <p:cNvPr id="4966" name="LigandSeek2_vs_LigandSeek1_ellipse_10480">
            <a:extLst>
              <a:ext uri="{FF2B5EF4-FFF2-40B4-BE49-F238E27FC236}">
                <a16:creationId xmlns:a16="http://schemas.microsoft.com/office/drawing/2014/main" id="{630F9F94-65C9-4FD2-A560-C01AA024EC5F}"/>
              </a:ext>
            </a:extLst>
          </p:cNvPr>
          <p:cNvSpPr>
            <a:spLocks noGrp="1"/>
          </p:cNvSpPr>
          <p:nvPr/>
        </p:nvSpPr>
        <p:spPr>
          <a:xfrm>
            <a:off x="2155373" y="5246195"/>
            <a:ext cx="25400" cy="25400"/>
          </a:xfrm>
          <a:prstGeom prst="ellipse">
            <a:avLst/>
          </a:prstGeom>
          <a:solidFill>
            <a:srgbClr val="B08A60">
              <a:alpha val="43000"/>
            </a:srgbClr>
          </a:solidFill>
          <a:ln w="0">
            <a:noFill/>
            <a:prstDash val="solid"/>
          </a:ln>
        </p:spPr>
      </p:sp>
      <p:sp>
        <p:nvSpPr>
          <p:cNvPr id="4967" name="LigandSeek2_vs_LigandSeek1_ellipse_10481">
            <a:extLst>
              <a:ext uri="{FF2B5EF4-FFF2-40B4-BE49-F238E27FC236}">
                <a16:creationId xmlns:a16="http://schemas.microsoft.com/office/drawing/2014/main" id="{706B0579-5BBA-4AC8-B680-F0D978F3F6FB}"/>
              </a:ext>
            </a:extLst>
          </p:cNvPr>
          <p:cNvSpPr>
            <a:spLocks noGrp="1"/>
          </p:cNvSpPr>
          <p:nvPr/>
        </p:nvSpPr>
        <p:spPr>
          <a:xfrm>
            <a:off x="2184611" y="5817271"/>
            <a:ext cx="25400" cy="25400"/>
          </a:xfrm>
          <a:prstGeom prst="ellipse">
            <a:avLst/>
          </a:prstGeom>
          <a:solidFill>
            <a:srgbClr val="B08A60">
              <a:alpha val="43000"/>
            </a:srgbClr>
          </a:solidFill>
          <a:ln w="0">
            <a:noFill/>
            <a:prstDash val="solid"/>
          </a:ln>
        </p:spPr>
      </p:sp>
      <p:sp>
        <p:nvSpPr>
          <p:cNvPr id="4968" name="LigandSeek2_vs_LigandSeek1_ellipse_10482">
            <a:extLst>
              <a:ext uri="{FF2B5EF4-FFF2-40B4-BE49-F238E27FC236}">
                <a16:creationId xmlns:a16="http://schemas.microsoft.com/office/drawing/2014/main" id="{C34A0AC1-39E3-491D-96F4-7BBC9F3E11BC}"/>
              </a:ext>
            </a:extLst>
          </p:cNvPr>
          <p:cNvSpPr>
            <a:spLocks noGrp="1"/>
          </p:cNvSpPr>
          <p:nvPr/>
        </p:nvSpPr>
        <p:spPr>
          <a:xfrm>
            <a:off x="2244519" y="6197988"/>
            <a:ext cx="25400" cy="25400"/>
          </a:xfrm>
          <a:prstGeom prst="ellipse">
            <a:avLst/>
          </a:prstGeom>
          <a:solidFill>
            <a:srgbClr val="B08A60">
              <a:alpha val="43000"/>
            </a:srgbClr>
          </a:solidFill>
          <a:ln w="0">
            <a:noFill/>
            <a:prstDash val="solid"/>
          </a:ln>
        </p:spPr>
      </p:sp>
      <p:sp>
        <p:nvSpPr>
          <p:cNvPr id="4969" name="LigandSeek2_vs_LigandSeek1_ellipse_10483">
            <a:extLst>
              <a:ext uri="{FF2B5EF4-FFF2-40B4-BE49-F238E27FC236}">
                <a16:creationId xmlns:a16="http://schemas.microsoft.com/office/drawing/2014/main" id="{F12A69D9-1308-43EB-882B-7858E8543058}"/>
              </a:ext>
            </a:extLst>
          </p:cNvPr>
          <p:cNvSpPr>
            <a:spLocks noGrp="1"/>
          </p:cNvSpPr>
          <p:nvPr/>
        </p:nvSpPr>
        <p:spPr>
          <a:xfrm>
            <a:off x="2184665" y="5246195"/>
            <a:ext cx="25400" cy="25400"/>
          </a:xfrm>
          <a:prstGeom prst="ellipse">
            <a:avLst/>
          </a:prstGeom>
          <a:solidFill>
            <a:srgbClr val="B08A60">
              <a:alpha val="43000"/>
            </a:srgbClr>
          </a:solidFill>
          <a:ln w="0">
            <a:noFill/>
            <a:prstDash val="solid"/>
          </a:ln>
        </p:spPr>
      </p:sp>
      <p:sp>
        <p:nvSpPr>
          <p:cNvPr id="4970" name="LigandSeek2_vs_LigandSeek1_ellipse_10484">
            <a:extLst>
              <a:ext uri="{FF2B5EF4-FFF2-40B4-BE49-F238E27FC236}">
                <a16:creationId xmlns:a16="http://schemas.microsoft.com/office/drawing/2014/main" id="{894BF26B-A68E-46AC-9B38-A8B58F527528}"/>
              </a:ext>
            </a:extLst>
          </p:cNvPr>
          <p:cNvSpPr>
            <a:spLocks noGrp="1"/>
          </p:cNvSpPr>
          <p:nvPr/>
        </p:nvSpPr>
        <p:spPr>
          <a:xfrm>
            <a:off x="2256754" y="5341375"/>
            <a:ext cx="25400" cy="25400"/>
          </a:xfrm>
          <a:prstGeom prst="ellipse">
            <a:avLst/>
          </a:prstGeom>
          <a:solidFill>
            <a:srgbClr val="B08A60">
              <a:alpha val="43000"/>
            </a:srgbClr>
          </a:solidFill>
          <a:ln w="0">
            <a:noFill/>
            <a:prstDash val="solid"/>
          </a:ln>
        </p:spPr>
      </p:sp>
      <p:sp>
        <p:nvSpPr>
          <p:cNvPr id="4971" name="LigandSeek2_vs_LigandSeek1_ellipse_10485">
            <a:extLst>
              <a:ext uri="{FF2B5EF4-FFF2-40B4-BE49-F238E27FC236}">
                <a16:creationId xmlns:a16="http://schemas.microsoft.com/office/drawing/2014/main" id="{89F0EFAF-8181-48B6-8AC5-AF66DB7FFFF8}"/>
              </a:ext>
            </a:extLst>
          </p:cNvPr>
          <p:cNvSpPr>
            <a:spLocks noGrp="1"/>
          </p:cNvSpPr>
          <p:nvPr/>
        </p:nvSpPr>
        <p:spPr>
          <a:xfrm>
            <a:off x="2197320" y="6388346"/>
            <a:ext cx="25400" cy="25400"/>
          </a:xfrm>
          <a:prstGeom prst="ellipse">
            <a:avLst/>
          </a:prstGeom>
          <a:solidFill>
            <a:srgbClr val="B08A60">
              <a:alpha val="43000"/>
            </a:srgbClr>
          </a:solidFill>
          <a:ln w="0">
            <a:noFill/>
            <a:prstDash val="solid"/>
          </a:ln>
        </p:spPr>
      </p:sp>
      <p:sp>
        <p:nvSpPr>
          <p:cNvPr id="4972" name="LigandSeek2_vs_LigandSeek1_ellipse_10486">
            <a:extLst>
              <a:ext uri="{FF2B5EF4-FFF2-40B4-BE49-F238E27FC236}">
                <a16:creationId xmlns:a16="http://schemas.microsoft.com/office/drawing/2014/main" id="{0C4E8E02-43AA-470C-B98E-120A9AD2645B}"/>
              </a:ext>
            </a:extLst>
          </p:cNvPr>
          <p:cNvSpPr>
            <a:spLocks noGrp="1"/>
          </p:cNvSpPr>
          <p:nvPr/>
        </p:nvSpPr>
        <p:spPr>
          <a:xfrm>
            <a:off x="2210987" y="6388346"/>
            <a:ext cx="25400" cy="25400"/>
          </a:xfrm>
          <a:prstGeom prst="ellipse">
            <a:avLst/>
          </a:prstGeom>
          <a:solidFill>
            <a:srgbClr val="B08A60">
              <a:alpha val="43000"/>
            </a:srgbClr>
          </a:solidFill>
          <a:ln w="0">
            <a:noFill/>
            <a:prstDash val="solid"/>
          </a:ln>
        </p:spPr>
      </p:sp>
      <p:sp>
        <p:nvSpPr>
          <p:cNvPr id="4973" name="LigandSeek2_vs_LigandSeek1_ellipse_10487">
            <a:extLst>
              <a:ext uri="{FF2B5EF4-FFF2-40B4-BE49-F238E27FC236}">
                <a16:creationId xmlns:a16="http://schemas.microsoft.com/office/drawing/2014/main" id="{0B2E1681-8DC4-4E9E-A649-EF758551158F}"/>
              </a:ext>
            </a:extLst>
          </p:cNvPr>
          <p:cNvSpPr>
            <a:spLocks noGrp="1"/>
          </p:cNvSpPr>
          <p:nvPr/>
        </p:nvSpPr>
        <p:spPr>
          <a:xfrm>
            <a:off x="2210059" y="5246195"/>
            <a:ext cx="25400" cy="25400"/>
          </a:xfrm>
          <a:prstGeom prst="ellipse">
            <a:avLst/>
          </a:prstGeom>
          <a:solidFill>
            <a:srgbClr val="B08A60">
              <a:alpha val="43000"/>
            </a:srgbClr>
          </a:solidFill>
          <a:ln w="0">
            <a:noFill/>
            <a:prstDash val="solid"/>
          </a:ln>
        </p:spPr>
      </p:sp>
      <p:sp>
        <p:nvSpPr>
          <p:cNvPr id="4974" name="LigandSeek2_vs_LigandSeek1_ellipse_10488">
            <a:extLst>
              <a:ext uri="{FF2B5EF4-FFF2-40B4-BE49-F238E27FC236}">
                <a16:creationId xmlns:a16="http://schemas.microsoft.com/office/drawing/2014/main" id="{5A9E8E84-B262-4385-A68F-BA840D6E4744}"/>
              </a:ext>
            </a:extLst>
          </p:cNvPr>
          <p:cNvSpPr>
            <a:spLocks noGrp="1"/>
          </p:cNvSpPr>
          <p:nvPr/>
        </p:nvSpPr>
        <p:spPr>
          <a:xfrm>
            <a:off x="2256644" y="6102808"/>
            <a:ext cx="25400" cy="25400"/>
          </a:xfrm>
          <a:prstGeom prst="ellipse">
            <a:avLst/>
          </a:prstGeom>
          <a:solidFill>
            <a:srgbClr val="B08A60">
              <a:alpha val="43000"/>
            </a:srgbClr>
          </a:solidFill>
          <a:ln w="0">
            <a:noFill/>
            <a:prstDash val="solid"/>
          </a:ln>
        </p:spPr>
      </p:sp>
      <p:sp>
        <p:nvSpPr>
          <p:cNvPr id="4975" name="LigandSeek2_vs_LigandSeek1_ellipse_10489">
            <a:extLst>
              <a:ext uri="{FF2B5EF4-FFF2-40B4-BE49-F238E27FC236}">
                <a16:creationId xmlns:a16="http://schemas.microsoft.com/office/drawing/2014/main" id="{905EEF3F-C43E-4EA3-AFCC-A75F3AB00168}"/>
              </a:ext>
            </a:extLst>
          </p:cNvPr>
          <p:cNvSpPr>
            <a:spLocks noGrp="1"/>
          </p:cNvSpPr>
          <p:nvPr/>
        </p:nvSpPr>
        <p:spPr>
          <a:xfrm>
            <a:off x="2260524" y="6225182"/>
            <a:ext cx="25400" cy="25400"/>
          </a:xfrm>
          <a:prstGeom prst="ellipse">
            <a:avLst/>
          </a:prstGeom>
          <a:solidFill>
            <a:srgbClr val="B08A60">
              <a:alpha val="43000"/>
            </a:srgbClr>
          </a:solidFill>
          <a:ln w="0">
            <a:noFill/>
            <a:prstDash val="solid"/>
          </a:ln>
        </p:spPr>
      </p:sp>
      <p:sp>
        <p:nvSpPr>
          <p:cNvPr id="4976" name="LigandSeek2_vs_LigandSeek1_ellipse_10490">
            <a:extLst>
              <a:ext uri="{FF2B5EF4-FFF2-40B4-BE49-F238E27FC236}">
                <a16:creationId xmlns:a16="http://schemas.microsoft.com/office/drawing/2014/main" id="{2EC7A8E6-F5EF-4F37-ABE3-C49244628FD9}"/>
              </a:ext>
            </a:extLst>
          </p:cNvPr>
          <p:cNvSpPr>
            <a:spLocks noGrp="1"/>
          </p:cNvSpPr>
          <p:nvPr/>
        </p:nvSpPr>
        <p:spPr>
          <a:xfrm>
            <a:off x="2249411" y="5643465"/>
            <a:ext cx="25400" cy="25400"/>
          </a:xfrm>
          <a:prstGeom prst="ellipse">
            <a:avLst/>
          </a:prstGeom>
          <a:solidFill>
            <a:srgbClr val="B08A60">
              <a:alpha val="43000"/>
            </a:srgbClr>
          </a:solidFill>
          <a:ln w="0">
            <a:noFill/>
            <a:prstDash val="solid"/>
          </a:ln>
        </p:spPr>
      </p:sp>
      <p:sp>
        <p:nvSpPr>
          <p:cNvPr id="4977" name="LigandSeek2_vs_LigandSeek1_ellipse_10491">
            <a:extLst>
              <a:ext uri="{FF2B5EF4-FFF2-40B4-BE49-F238E27FC236}">
                <a16:creationId xmlns:a16="http://schemas.microsoft.com/office/drawing/2014/main" id="{0D4A2246-3028-4C0D-BC19-513DD33E7BD5}"/>
              </a:ext>
            </a:extLst>
          </p:cNvPr>
          <p:cNvSpPr>
            <a:spLocks noGrp="1"/>
          </p:cNvSpPr>
          <p:nvPr/>
        </p:nvSpPr>
        <p:spPr>
          <a:xfrm>
            <a:off x="2161324" y="5626912"/>
            <a:ext cx="25400" cy="25400"/>
          </a:xfrm>
          <a:prstGeom prst="ellipse">
            <a:avLst/>
          </a:prstGeom>
          <a:solidFill>
            <a:srgbClr val="B08A60">
              <a:alpha val="43000"/>
            </a:srgbClr>
          </a:solidFill>
          <a:ln w="0">
            <a:noFill/>
            <a:prstDash val="solid"/>
          </a:ln>
        </p:spPr>
      </p:sp>
      <p:sp>
        <p:nvSpPr>
          <p:cNvPr id="4978" name="LigandSeek2_vs_LigandSeek1_ellipse_10492">
            <a:extLst>
              <a:ext uri="{FF2B5EF4-FFF2-40B4-BE49-F238E27FC236}">
                <a16:creationId xmlns:a16="http://schemas.microsoft.com/office/drawing/2014/main" id="{0C69F30C-A21B-41EB-9A76-D56D8F72112F}"/>
              </a:ext>
            </a:extLst>
          </p:cNvPr>
          <p:cNvSpPr>
            <a:spLocks noGrp="1"/>
          </p:cNvSpPr>
          <p:nvPr/>
        </p:nvSpPr>
        <p:spPr>
          <a:xfrm>
            <a:off x="2140337" y="5626912"/>
            <a:ext cx="25400" cy="25400"/>
          </a:xfrm>
          <a:prstGeom prst="ellipse">
            <a:avLst/>
          </a:prstGeom>
          <a:solidFill>
            <a:srgbClr val="B08A60">
              <a:alpha val="43000"/>
            </a:srgbClr>
          </a:solidFill>
          <a:ln w="0">
            <a:noFill/>
            <a:prstDash val="solid"/>
          </a:ln>
        </p:spPr>
      </p:sp>
      <p:sp>
        <p:nvSpPr>
          <p:cNvPr id="4979" name="LigandSeek2_vs_LigandSeek1_ellipse_10493">
            <a:extLst>
              <a:ext uri="{FF2B5EF4-FFF2-40B4-BE49-F238E27FC236}">
                <a16:creationId xmlns:a16="http://schemas.microsoft.com/office/drawing/2014/main" id="{3CD7B212-0517-4A03-AECB-2AC9F5293452}"/>
              </a:ext>
            </a:extLst>
          </p:cNvPr>
          <p:cNvSpPr>
            <a:spLocks noGrp="1"/>
          </p:cNvSpPr>
          <p:nvPr/>
        </p:nvSpPr>
        <p:spPr>
          <a:xfrm>
            <a:off x="2151077" y="6388346"/>
            <a:ext cx="25400" cy="25400"/>
          </a:xfrm>
          <a:prstGeom prst="ellipse">
            <a:avLst/>
          </a:prstGeom>
          <a:solidFill>
            <a:srgbClr val="B08A60">
              <a:alpha val="43000"/>
            </a:srgbClr>
          </a:solidFill>
          <a:ln w="0">
            <a:noFill/>
            <a:prstDash val="solid"/>
          </a:ln>
        </p:spPr>
      </p:sp>
      <p:sp>
        <p:nvSpPr>
          <p:cNvPr id="4980" name="LigandSeek2_vs_LigandSeek1_ellipse_10494">
            <a:extLst>
              <a:ext uri="{FF2B5EF4-FFF2-40B4-BE49-F238E27FC236}">
                <a16:creationId xmlns:a16="http://schemas.microsoft.com/office/drawing/2014/main" id="{DB8C751F-D17C-4448-ABC3-B881C4D360C3}"/>
              </a:ext>
            </a:extLst>
          </p:cNvPr>
          <p:cNvSpPr>
            <a:spLocks noGrp="1"/>
          </p:cNvSpPr>
          <p:nvPr/>
        </p:nvSpPr>
        <p:spPr>
          <a:xfrm>
            <a:off x="2259198" y="5817271"/>
            <a:ext cx="25400" cy="25400"/>
          </a:xfrm>
          <a:prstGeom prst="ellipse">
            <a:avLst/>
          </a:prstGeom>
          <a:solidFill>
            <a:srgbClr val="B08A60">
              <a:alpha val="43000"/>
            </a:srgbClr>
          </a:solidFill>
          <a:ln w="0">
            <a:noFill/>
            <a:prstDash val="solid"/>
          </a:ln>
        </p:spPr>
      </p:sp>
      <p:sp>
        <p:nvSpPr>
          <p:cNvPr id="4981" name="LigandSeek2_vs_LigandSeek1_ellipse_10495">
            <a:extLst>
              <a:ext uri="{FF2B5EF4-FFF2-40B4-BE49-F238E27FC236}">
                <a16:creationId xmlns:a16="http://schemas.microsoft.com/office/drawing/2014/main" id="{2B7FD3F6-166E-41EB-9797-FA9A772BEDAE}"/>
              </a:ext>
            </a:extLst>
          </p:cNvPr>
          <p:cNvSpPr>
            <a:spLocks noGrp="1"/>
          </p:cNvSpPr>
          <p:nvPr/>
        </p:nvSpPr>
        <p:spPr>
          <a:xfrm>
            <a:off x="2199050" y="5290124"/>
            <a:ext cx="25400" cy="25400"/>
          </a:xfrm>
          <a:prstGeom prst="ellipse">
            <a:avLst/>
          </a:prstGeom>
          <a:solidFill>
            <a:srgbClr val="B08A60">
              <a:alpha val="43000"/>
            </a:srgbClr>
          </a:solidFill>
          <a:ln w="0">
            <a:noFill/>
            <a:prstDash val="solid"/>
          </a:ln>
        </p:spPr>
      </p:sp>
      <p:sp>
        <p:nvSpPr>
          <p:cNvPr id="4982" name="LigandSeek2_vs_LigandSeek1_ellipse_10496">
            <a:extLst>
              <a:ext uri="{FF2B5EF4-FFF2-40B4-BE49-F238E27FC236}">
                <a16:creationId xmlns:a16="http://schemas.microsoft.com/office/drawing/2014/main" id="{5D081501-3794-4BD3-9A51-3013DA4F88C5}"/>
              </a:ext>
            </a:extLst>
          </p:cNvPr>
          <p:cNvSpPr>
            <a:spLocks noGrp="1"/>
          </p:cNvSpPr>
          <p:nvPr/>
        </p:nvSpPr>
        <p:spPr>
          <a:xfrm>
            <a:off x="2131046" y="5246195"/>
            <a:ext cx="25400" cy="25400"/>
          </a:xfrm>
          <a:prstGeom prst="ellipse">
            <a:avLst/>
          </a:prstGeom>
          <a:solidFill>
            <a:srgbClr val="B08A60">
              <a:alpha val="43000"/>
            </a:srgbClr>
          </a:solidFill>
          <a:ln w="0">
            <a:noFill/>
            <a:prstDash val="solid"/>
          </a:ln>
        </p:spPr>
      </p:sp>
      <p:sp>
        <p:nvSpPr>
          <p:cNvPr id="4983" name="LigandSeek2_vs_LigandSeek1_ellipse_10497">
            <a:extLst>
              <a:ext uri="{FF2B5EF4-FFF2-40B4-BE49-F238E27FC236}">
                <a16:creationId xmlns:a16="http://schemas.microsoft.com/office/drawing/2014/main" id="{9FBE7CFC-D943-4318-AD89-940315DB7D86}"/>
              </a:ext>
            </a:extLst>
          </p:cNvPr>
          <p:cNvSpPr>
            <a:spLocks noGrp="1"/>
          </p:cNvSpPr>
          <p:nvPr/>
        </p:nvSpPr>
        <p:spPr>
          <a:xfrm>
            <a:off x="2184906" y="5474625"/>
            <a:ext cx="25400" cy="25400"/>
          </a:xfrm>
          <a:prstGeom prst="ellipse">
            <a:avLst/>
          </a:prstGeom>
          <a:solidFill>
            <a:srgbClr val="B08A60">
              <a:alpha val="43000"/>
            </a:srgbClr>
          </a:solidFill>
          <a:ln w="0">
            <a:noFill/>
            <a:prstDash val="solid"/>
          </a:ln>
        </p:spPr>
      </p:sp>
      <p:sp>
        <p:nvSpPr>
          <p:cNvPr id="4984" name="LigandSeek2_vs_LigandSeek1_ellipse_10498">
            <a:extLst>
              <a:ext uri="{FF2B5EF4-FFF2-40B4-BE49-F238E27FC236}">
                <a16:creationId xmlns:a16="http://schemas.microsoft.com/office/drawing/2014/main" id="{D417D0F5-6DAE-44DE-9B7C-9A698FC1C573}"/>
              </a:ext>
            </a:extLst>
          </p:cNvPr>
          <p:cNvSpPr>
            <a:spLocks noGrp="1"/>
          </p:cNvSpPr>
          <p:nvPr/>
        </p:nvSpPr>
        <p:spPr>
          <a:xfrm>
            <a:off x="2125814" y="5874378"/>
            <a:ext cx="25400" cy="25400"/>
          </a:xfrm>
          <a:prstGeom prst="ellipse">
            <a:avLst/>
          </a:prstGeom>
          <a:solidFill>
            <a:srgbClr val="B08A60">
              <a:alpha val="43000"/>
            </a:srgbClr>
          </a:solidFill>
          <a:ln w="0">
            <a:noFill/>
            <a:prstDash val="solid"/>
          </a:ln>
        </p:spPr>
      </p:sp>
      <p:sp>
        <p:nvSpPr>
          <p:cNvPr id="4985" name="LigandSeek2_vs_LigandSeek1_ellipse_10499">
            <a:extLst>
              <a:ext uri="{FF2B5EF4-FFF2-40B4-BE49-F238E27FC236}">
                <a16:creationId xmlns:a16="http://schemas.microsoft.com/office/drawing/2014/main" id="{535AC97D-21D7-42DF-B438-DBE87DF8825D}"/>
              </a:ext>
            </a:extLst>
          </p:cNvPr>
          <p:cNvSpPr>
            <a:spLocks noGrp="1"/>
          </p:cNvSpPr>
          <p:nvPr/>
        </p:nvSpPr>
        <p:spPr>
          <a:xfrm>
            <a:off x="2197796" y="5246195"/>
            <a:ext cx="25400" cy="25400"/>
          </a:xfrm>
          <a:prstGeom prst="ellipse">
            <a:avLst/>
          </a:prstGeom>
          <a:solidFill>
            <a:srgbClr val="B08A60">
              <a:alpha val="43000"/>
            </a:srgbClr>
          </a:solidFill>
          <a:ln w="0">
            <a:noFill/>
            <a:prstDash val="solid"/>
          </a:ln>
        </p:spPr>
      </p:sp>
      <p:sp>
        <p:nvSpPr>
          <p:cNvPr id="4986" name="LigandSeek2_vs_LigandSeek1_ellipse_10500">
            <a:extLst>
              <a:ext uri="{FF2B5EF4-FFF2-40B4-BE49-F238E27FC236}">
                <a16:creationId xmlns:a16="http://schemas.microsoft.com/office/drawing/2014/main" id="{EE520D07-2DC2-40FD-98D9-26B661521C73}"/>
              </a:ext>
            </a:extLst>
          </p:cNvPr>
          <p:cNvSpPr>
            <a:spLocks noGrp="1"/>
          </p:cNvSpPr>
          <p:nvPr/>
        </p:nvSpPr>
        <p:spPr>
          <a:xfrm>
            <a:off x="2199094" y="6388346"/>
            <a:ext cx="25400" cy="25400"/>
          </a:xfrm>
          <a:prstGeom prst="ellipse">
            <a:avLst/>
          </a:prstGeom>
          <a:solidFill>
            <a:srgbClr val="B08A60">
              <a:alpha val="43000"/>
            </a:srgbClr>
          </a:solidFill>
          <a:ln w="0">
            <a:noFill/>
            <a:prstDash val="solid"/>
          </a:ln>
        </p:spPr>
      </p:sp>
      <p:sp>
        <p:nvSpPr>
          <p:cNvPr id="4987" name="LigandSeek2_vs_LigandSeek1_ellipse_10501">
            <a:extLst>
              <a:ext uri="{FF2B5EF4-FFF2-40B4-BE49-F238E27FC236}">
                <a16:creationId xmlns:a16="http://schemas.microsoft.com/office/drawing/2014/main" id="{F17A2D62-E197-4695-B6E8-33C8D4366BEE}"/>
              </a:ext>
            </a:extLst>
          </p:cNvPr>
          <p:cNvSpPr>
            <a:spLocks noGrp="1"/>
          </p:cNvSpPr>
          <p:nvPr/>
        </p:nvSpPr>
        <p:spPr>
          <a:xfrm>
            <a:off x="2150397" y="6388346"/>
            <a:ext cx="25400" cy="25400"/>
          </a:xfrm>
          <a:prstGeom prst="ellipse">
            <a:avLst/>
          </a:prstGeom>
          <a:solidFill>
            <a:srgbClr val="B08A60">
              <a:alpha val="43000"/>
            </a:srgbClr>
          </a:solidFill>
          <a:ln w="0">
            <a:noFill/>
            <a:prstDash val="solid"/>
          </a:ln>
        </p:spPr>
      </p:sp>
      <p:sp>
        <p:nvSpPr>
          <p:cNvPr id="4988" name="LigandSeek2_vs_LigandSeek1_ellipse_10502">
            <a:extLst>
              <a:ext uri="{FF2B5EF4-FFF2-40B4-BE49-F238E27FC236}">
                <a16:creationId xmlns:a16="http://schemas.microsoft.com/office/drawing/2014/main" id="{D526DE4A-8305-4EB4-933D-F7FDE3D24774}"/>
              </a:ext>
            </a:extLst>
          </p:cNvPr>
          <p:cNvSpPr>
            <a:spLocks noGrp="1"/>
          </p:cNvSpPr>
          <p:nvPr/>
        </p:nvSpPr>
        <p:spPr>
          <a:xfrm>
            <a:off x="2230080" y="5246195"/>
            <a:ext cx="25400" cy="25400"/>
          </a:xfrm>
          <a:prstGeom prst="ellipse">
            <a:avLst/>
          </a:prstGeom>
          <a:solidFill>
            <a:srgbClr val="B08A60">
              <a:alpha val="43000"/>
            </a:srgbClr>
          </a:solidFill>
          <a:ln w="0">
            <a:noFill/>
            <a:prstDash val="solid"/>
          </a:ln>
        </p:spPr>
      </p:sp>
      <p:sp>
        <p:nvSpPr>
          <p:cNvPr id="4989" name="LigandSeek2_vs_LigandSeek1_ellipse_10503">
            <a:extLst>
              <a:ext uri="{FF2B5EF4-FFF2-40B4-BE49-F238E27FC236}">
                <a16:creationId xmlns:a16="http://schemas.microsoft.com/office/drawing/2014/main" id="{2C5D7F0E-45AB-498D-82E4-0D7132CBBB8C}"/>
              </a:ext>
            </a:extLst>
          </p:cNvPr>
          <p:cNvSpPr>
            <a:spLocks noGrp="1"/>
          </p:cNvSpPr>
          <p:nvPr/>
        </p:nvSpPr>
        <p:spPr>
          <a:xfrm>
            <a:off x="2277768" y="6212631"/>
            <a:ext cx="25400" cy="25400"/>
          </a:xfrm>
          <a:prstGeom prst="ellipse">
            <a:avLst/>
          </a:prstGeom>
          <a:solidFill>
            <a:srgbClr val="B08A60">
              <a:alpha val="43000"/>
            </a:srgbClr>
          </a:solidFill>
          <a:ln w="0">
            <a:noFill/>
            <a:prstDash val="solid"/>
          </a:ln>
        </p:spPr>
      </p:sp>
      <p:sp>
        <p:nvSpPr>
          <p:cNvPr id="4990" name="LigandSeek2_vs_LigandSeek1_ellipse_10504">
            <a:extLst>
              <a:ext uri="{FF2B5EF4-FFF2-40B4-BE49-F238E27FC236}">
                <a16:creationId xmlns:a16="http://schemas.microsoft.com/office/drawing/2014/main" id="{8B9714E3-7A7C-41B5-BA2B-429809398F55}"/>
              </a:ext>
            </a:extLst>
          </p:cNvPr>
          <p:cNvSpPr>
            <a:spLocks noGrp="1"/>
          </p:cNvSpPr>
          <p:nvPr/>
        </p:nvSpPr>
        <p:spPr>
          <a:xfrm>
            <a:off x="2264478" y="5436554"/>
            <a:ext cx="25400" cy="25400"/>
          </a:xfrm>
          <a:prstGeom prst="ellipse">
            <a:avLst/>
          </a:prstGeom>
          <a:solidFill>
            <a:srgbClr val="B08A60">
              <a:alpha val="43000"/>
            </a:srgbClr>
          </a:solidFill>
          <a:ln w="0">
            <a:noFill/>
            <a:prstDash val="solid"/>
          </a:ln>
        </p:spPr>
      </p:sp>
      <p:sp>
        <p:nvSpPr>
          <p:cNvPr id="4991" name="LigandSeek2_vs_LigandSeek1_ellipse_10505">
            <a:extLst>
              <a:ext uri="{FF2B5EF4-FFF2-40B4-BE49-F238E27FC236}">
                <a16:creationId xmlns:a16="http://schemas.microsoft.com/office/drawing/2014/main" id="{F9E5F416-0DFF-4DA3-BFAC-A049BCB80EC2}"/>
              </a:ext>
            </a:extLst>
          </p:cNvPr>
          <p:cNvSpPr>
            <a:spLocks noGrp="1"/>
          </p:cNvSpPr>
          <p:nvPr/>
        </p:nvSpPr>
        <p:spPr>
          <a:xfrm>
            <a:off x="2200537" y="5626912"/>
            <a:ext cx="25400" cy="25400"/>
          </a:xfrm>
          <a:prstGeom prst="ellipse">
            <a:avLst/>
          </a:prstGeom>
          <a:solidFill>
            <a:srgbClr val="B08A60">
              <a:alpha val="43000"/>
            </a:srgbClr>
          </a:solidFill>
          <a:ln w="0">
            <a:noFill/>
            <a:prstDash val="solid"/>
          </a:ln>
        </p:spPr>
      </p:sp>
      <p:sp>
        <p:nvSpPr>
          <p:cNvPr id="4992" name="LigandSeek2_vs_LigandSeek1_ellipse_10506">
            <a:extLst>
              <a:ext uri="{FF2B5EF4-FFF2-40B4-BE49-F238E27FC236}">
                <a16:creationId xmlns:a16="http://schemas.microsoft.com/office/drawing/2014/main" id="{8819D1C0-3D9D-4703-873F-72E1132660C0}"/>
              </a:ext>
            </a:extLst>
          </p:cNvPr>
          <p:cNvSpPr>
            <a:spLocks noGrp="1"/>
          </p:cNvSpPr>
          <p:nvPr/>
        </p:nvSpPr>
        <p:spPr>
          <a:xfrm>
            <a:off x="2207752" y="6102808"/>
            <a:ext cx="25400" cy="25400"/>
          </a:xfrm>
          <a:prstGeom prst="ellipse">
            <a:avLst/>
          </a:prstGeom>
          <a:solidFill>
            <a:srgbClr val="B08A60">
              <a:alpha val="43000"/>
            </a:srgbClr>
          </a:solidFill>
          <a:ln w="0">
            <a:noFill/>
            <a:prstDash val="solid"/>
          </a:ln>
        </p:spPr>
      </p:sp>
      <p:sp>
        <p:nvSpPr>
          <p:cNvPr id="4993" name="LigandSeek2_vs_LigandSeek1_ellipse_10507">
            <a:extLst>
              <a:ext uri="{FF2B5EF4-FFF2-40B4-BE49-F238E27FC236}">
                <a16:creationId xmlns:a16="http://schemas.microsoft.com/office/drawing/2014/main" id="{58B19B68-E141-4551-8E5C-620A0A2AE6EF}"/>
              </a:ext>
            </a:extLst>
          </p:cNvPr>
          <p:cNvSpPr>
            <a:spLocks noGrp="1"/>
          </p:cNvSpPr>
          <p:nvPr/>
        </p:nvSpPr>
        <p:spPr>
          <a:xfrm>
            <a:off x="2269561" y="5817271"/>
            <a:ext cx="25400" cy="25400"/>
          </a:xfrm>
          <a:prstGeom prst="ellipse">
            <a:avLst/>
          </a:prstGeom>
          <a:solidFill>
            <a:srgbClr val="B08A60">
              <a:alpha val="43000"/>
            </a:srgbClr>
          </a:solidFill>
          <a:ln w="0">
            <a:noFill/>
            <a:prstDash val="solid"/>
          </a:ln>
        </p:spPr>
      </p:sp>
      <p:sp>
        <p:nvSpPr>
          <p:cNvPr id="4994" name="LigandSeek2_vs_LigandSeek1_ellipse_10508">
            <a:extLst>
              <a:ext uri="{FF2B5EF4-FFF2-40B4-BE49-F238E27FC236}">
                <a16:creationId xmlns:a16="http://schemas.microsoft.com/office/drawing/2014/main" id="{F881EA16-2B1A-4D45-AE55-8826CC5E3342}"/>
              </a:ext>
            </a:extLst>
          </p:cNvPr>
          <p:cNvSpPr>
            <a:spLocks noGrp="1"/>
          </p:cNvSpPr>
          <p:nvPr/>
        </p:nvSpPr>
        <p:spPr>
          <a:xfrm>
            <a:off x="2236209" y="5246195"/>
            <a:ext cx="25400" cy="25400"/>
          </a:xfrm>
          <a:prstGeom prst="ellipse">
            <a:avLst/>
          </a:prstGeom>
          <a:solidFill>
            <a:srgbClr val="B08A60">
              <a:alpha val="43000"/>
            </a:srgbClr>
          </a:solidFill>
          <a:ln w="0">
            <a:noFill/>
            <a:prstDash val="solid"/>
          </a:ln>
        </p:spPr>
      </p:sp>
      <p:sp>
        <p:nvSpPr>
          <p:cNvPr id="4995" name="LigandSeek2_vs_LigandSeek1_ellipse_10509">
            <a:extLst>
              <a:ext uri="{FF2B5EF4-FFF2-40B4-BE49-F238E27FC236}">
                <a16:creationId xmlns:a16="http://schemas.microsoft.com/office/drawing/2014/main" id="{70E3C603-AB78-43C6-82C5-D82F88AA4CD0}"/>
              </a:ext>
            </a:extLst>
          </p:cNvPr>
          <p:cNvSpPr>
            <a:spLocks noGrp="1"/>
          </p:cNvSpPr>
          <p:nvPr/>
        </p:nvSpPr>
        <p:spPr>
          <a:xfrm>
            <a:off x="2203310" y="6388346"/>
            <a:ext cx="25400" cy="25400"/>
          </a:xfrm>
          <a:prstGeom prst="ellipse">
            <a:avLst/>
          </a:prstGeom>
          <a:solidFill>
            <a:srgbClr val="B08A60">
              <a:alpha val="43000"/>
            </a:srgbClr>
          </a:solidFill>
          <a:ln w="0">
            <a:noFill/>
            <a:prstDash val="solid"/>
          </a:ln>
        </p:spPr>
      </p:sp>
      <p:sp>
        <p:nvSpPr>
          <p:cNvPr id="4996" name="LigandSeek2_vs_LigandSeek1_ellipse_10510">
            <a:extLst>
              <a:ext uri="{FF2B5EF4-FFF2-40B4-BE49-F238E27FC236}">
                <a16:creationId xmlns:a16="http://schemas.microsoft.com/office/drawing/2014/main" id="{A585790B-4C53-4AD3-89E3-292820947DC6}"/>
              </a:ext>
            </a:extLst>
          </p:cNvPr>
          <p:cNvSpPr>
            <a:spLocks noGrp="1"/>
          </p:cNvSpPr>
          <p:nvPr/>
        </p:nvSpPr>
        <p:spPr>
          <a:xfrm>
            <a:off x="2284425" y="5817271"/>
            <a:ext cx="25400" cy="25400"/>
          </a:xfrm>
          <a:prstGeom prst="ellipse">
            <a:avLst/>
          </a:prstGeom>
          <a:solidFill>
            <a:srgbClr val="B08A60">
              <a:alpha val="43000"/>
            </a:srgbClr>
          </a:solidFill>
          <a:ln w="0">
            <a:noFill/>
            <a:prstDash val="solid"/>
          </a:ln>
        </p:spPr>
      </p:sp>
      <p:sp>
        <p:nvSpPr>
          <p:cNvPr id="4997" name="LigandSeek2_vs_LigandSeek1_ellipse_10511">
            <a:extLst>
              <a:ext uri="{FF2B5EF4-FFF2-40B4-BE49-F238E27FC236}">
                <a16:creationId xmlns:a16="http://schemas.microsoft.com/office/drawing/2014/main" id="{D32AABA8-47EF-470E-9A4C-948C3D7D7C29}"/>
              </a:ext>
            </a:extLst>
          </p:cNvPr>
          <p:cNvSpPr>
            <a:spLocks noGrp="1"/>
          </p:cNvSpPr>
          <p:nvPr/>
        </p:nvSpPr>
        <p:spPr>
          <a:xfrm>
            <a:off x="2125983" y="6388346"/>
            <a:ext cx="25400" cy="25400"/>
          </a:xfrm>
          <a:prstGeom prst="ellipse">
            <a:avLst/>
          </a:prstGeom>
          <a:solidFill>
            <a:srgbClr val="B08A60">
              <a:alpha val="43000"/>
            </a:srgbClr>
          </a:solidFill>
          <a:ln w="0">
            <a:noFill/>
            <a:prstDash val="solid"/>
          </a:ln>
        </p:spPr>
      </p:sp>
      <p:sp>
        <p:nvSpPr>
          <p:cNvPr id="4998" name="LigandSeek2_vs_LigandSeek1_ellipse_10512">
            <a:extLst>
              <a:ext uri="{FF2B5EF4-FFF2-40B4-BE49-F238E27FC236}">
                <a16:creationId xmlns:a16="http://schemas.microsoft.com/office/drawing/2014/main" id="{7C2CF294-702F-4FEF-9B4B-B53911BF619F}"/>
              </a:ext>
            </a:extLst>
          </p:cNvPr>
          <p:cNvSpPr>
            <a:spLocks noGrp="1"/>
          </p:cNvSpPr>
          <p:nvPr/>
        </p:nvSpPr>
        <p:spPr>
          <a:xfrm>
            <a:off x="2220033" y="5829685"/>
            <a:ext cx="25400" cy="25400"/>
          </a:xfrm>
          <a:prstGeom prst="ellipse">
            <a:avLst/>
          </a:prstGeom>
          <a:solidFill>
            <a:srgbClr val="B08A60">
              <a:alpha val="43000"/>
            </a:srgbClr>
          </a:solidFill>
          <a:ln w="0">
            <a:noFill/>
            <a:prstDash val="solid"/>
          </a:ln>
        </p:spPr>
      </p:sp>
      <p:sp>
        <p:nvSpPr>
          <p:cNvPr id="4999" name="LigandSeek2_vs_LigandSeek1_ellipse_10513">
            <a:extLst>
              <a:ext uri="{FF2B5EF4-FFF2-40B4-BE49-F238E27FC236}">
                <a16:creationId xmlns:a16="http://schemas.microsoft.com/office/drawing/2014/main" id="{D8CA6542-151B-462D-9118-8C43B2594351}"/>
              </a:ext>
            </a:extLst>
          </p:cNvPr>
          <p:cNvSpPr>
            <a:spLocks noGrp="1"/>
          </p:cNvSpPr>
          <p:nvPr/>
        </p:nvSpPr>
        <p:spPr>
          <a:xfrm>
            <a:off x="2135004" y="5246195"/>
            <a:ext cx="25400" cy="25400"/>
          </a:xfrm>
          <a:prstGeom prst="ellipse">
            <a:avLst/>
          </a:prstGeom>
          <a:solidFill>
            <a:srgbClr val="B08A60">
              <a:alpha val="43000"/>
            </a:srgbClr>
          </a:solidFill>
          <a:ln w="0">
            <a:noFill/>
            <a:prstDash val="solid"/>
          </a:ln>
        </p:spPr>
      </p:sp>
      <p:sp>
        <p:nvSpPr>
          <p:cNvPr id="5000" name="LigandSeek2_vs_LigandSeek1_ellipse_10514">
            <a:extLst>
              <a:ext uri="{FF2B5EF4-FFF2-40B4-BE49-F238E27FC236}">
                <a16:creationId xmlns:a16="http://schemas.microsoft.com/office/drawing/2014/main" id="{C12F5D94-4E61-4643-9949-DE460E9AB3D6}"/>
              </a:ext>
            </a:extLst>
          </p:cNvPr>
          <p:cNvSpPr>
            <a:spLocks noGrp="1"/>
          </p:cNvSpPr>
          <p:nvPr/>
        </p:nvSpPr>
        <p:spPr>
          <a:xfrm>
            <a:off x="2267040" y="5888655"/>
            <a:ext cx="25400" cy="25400"/>
          </a:xfrm>
          <a:prstGeom prst="ellipse">
            <a:avLst/>
          </a:prstGeom>
          <a:solidFill>
            <a:srgbClr val="B08A60">
              <a:alpha val="43000"/>
            </a:srgbClr>
          </a:solidFill>
          <a:ln w="0">
            <a:noFill/>
            <a:prstDash val="solid"/>
          </a:ln>
        </p:spPr>
      </p:sp>
      <p:sp>
        <p:nvSpPr>
          <p:cNvPr id="5001" name="LigandSeek2_vs_LigandSeek1_ellipse_10515">
            <a:extLst>
              <a:ext uri="{FF2B5EF4-FFF2-40B4-BE49-F238E27FC236}">
                <a16:creationId xmlns:a16="http://schemas.microsoft.com/office/drawing/2014/main" id="{0C5D2009-9503-4771-AC22-0667B5DD1F58}"/>
              </a:ext>
            </a:extLst>
          </p:cNvPr>
          <p:cNvSpPr>
            <a:spLocks noGrp="1"/>
          </p:cNvSpPr>
          <p:nvPr/>
        </p:nvSpPr>
        <p:spPr>
          <a:xfrm>
            <a:off x="2223945" y="6388346"/>
            <a:ext cx="25400" cy="25400"/>
          </a:xfrm>
          <a:prstGeom prst="ellipse">
            <a:avLst/>
          </a:prstGeom>
          <a:solidFill>
            <a:srgbClr val="B08A60">
              <a:alpha val="43000"/>
            </a:srgbClr>
          </a:solidFill>
          <a:ln w="0">
            <a:noFill/>
            <a:prstDash val="solid"/>
          </a:ln>
        </p:spPr>
      </p:sp>
      <p:sp>
        <p:nvSpPr>
          <p:cNvPr id="5002" name="LigandSeek2_vs_LigandSeek1_ellipse_10516">
            <a:extLst>
              <a:ext uri="{FF2B5EF4-FFF2-40B4-BE49-F238E27FC236}">
                <a16:creationId xmlns:a16="http://schemas.microsoft.com/office/drawing/2014/main" id="{2D181DBC-4C17-4405-B9D3-BCB10F978CFF}"/>
              </a:ext>
            </a:extLst>
          </p:cNvPr>
          <p:cNvSpPr>
            <a:spLocks noGrp="1"/>
          </p:cNvSpPr>
          <p:nvPr/>
        </p:nvSpPr>
        <p:spPr>
          <a:xfrm>
            <a:off x="2221997" y="6388346"/>
            <a:ext cx="25400" cy="25400"/>
          </a:xfrm>
          <a:prstGeom prst="ellipse">
            <a:avLst/>
          </a:prstGeom>
          <a:solidFill>
            <a:srgbClr val="B08A60">
              <a:alpha val="43000"/>
            </a:srgbClr>
          </a:solidFill>
          <a:ln w="0">
            <a:noFill/>
            <a:prstDash val="solid"/>
          </a:ln>
        </p:spPr>
      </p:sp>
      <p:sp>
        <p:nvSpPr>
          <p:cNvPr id="5003" name="LigandSeek2_vs_LigandSeek1_ellipse_10517">
            <a:extLst>
              <a:ext uri="{FF2B5EF4-FFF2-40B4-BE49-F238E27FC236}">
                <a16:creationId xmlns:a16="http://schemas.microsoft.com/office/drawing/2014/main" id="{0C106311-4A2A-432E-A9EC-78D4AAAA000D}"/>
              </a:ext>
            </a:extLst>
          </p:cNvPr>
          <p:cNvSpPr>
            <a:spLocks noGrp="1"/>
          </p:cNvSpPr>
          <p:nvPr/>
        </p:nvSpPr>
        <p:spPr>
          <a:xfrm>
            <a:off x="2165114" y="6007629"/>
            <a:ext cx="25400" cy="25400"/>
          </a:xfrm>
          <a:prstGeom prst="ellipse">
            <a:avLst/>
          </a:prstGeom>
          <a:solidFill>
            <a:srgbClr val="B08A60">
              <a:alpha val="43000"/>
            </a:srgbClr>
          </a:solidFill>
          <a:ln w="0">
            <a:noFill/>
            <a:prstDash val="solid"/>
          </a:ln>
        </p:spPr>
      </p:sp>
      <p:sp>
        <p:nvSpPr>
          <p:cNvPr id="5004" name="LigandSeek2_vs_LigandSeek1_ellipse_10518">
            <a:extLst>
              <a:ext uri="{FF2B5EF4-FFF2-40B4-BE49-F238E27FC236}">
                <a16:creationId xmlns:a16="http://schemas.microsoft.com/office/drawing/2014/main" id="{2998E8AB-BFCE-4348-B9A5-1B19B42C85AE}"/>
              </a:ext>
            </a:extLst>
          </p:cNvPr>
          <p:cNvSpPr>
            <a:spLocks noGrp="1"/>
          </p:cNvSpPr>
          <p:nvPr/>
        </p:nvSpPr>
        <p:spPr>
          <a:xfrm>
            <a:off x="2279073" y="6388346"/>
            <a:ext cx="25400" cy="25400"/>
          </a:xfrm>
          <a:prstGeom prst="ellipse">
            <a:avLst/>
          </a:prstGeom>
          <a:solidFill>
            <a:srgbClr val="B08A60">
              <a:alpha val="43000"/>
            </a:srgbClr>
          </a:solidFill>
          <a:ln w="0">
            <a:noFill/>
            <a:prstDash val="solid"/>
          </a:ln>
        </p:spPr>
      </p:sp>
      <p:sp>
        <p:nvSpPr>
          <p:cNvPr id="5005" name="LigandSeek2_vs_LigandSeek1_ellipse_10519">
            <a:extLst>
              <a:ext uri="{FF2B5EF4-FFF2-40B4-BE49-F238E27FC236}">
                <a16:creationId xmlns:a16="http://schemas.microsoft.com/office/drawing/2014/main" id="{0D5CB4E4-C39D-4469-BBBA-3CA16913E8BB}"/>
              </a:ext>
            </a:extLst>
          </p:cNvPr>
          <p:cNvSpPr>
            <a:spLocks noGrp="1"/>
          </p:cNvSpPr>
          <p:nvPr/>
        </p:nvSpPr>
        <p:spPr>
          <a:xfrm>
            <a:off x="2150966" y="5246195"/>
            <a:ext cx="25400" cy="25400"/>
          </a:xfrm>
          <a:prstGeom prst="ellipse">
            <a:avLst/>
          </a:prstGeom>
          <a:solidFill>
            <a:srgbClr val="B08A60">
              <a:alpha val="43000"/>
            </a:srgbClr>
          </a:solidFill>
          <a:ln w="0">
            <a:noFill/>
            <a:prstDash val="solid"/>
          </a:ln>
        </p:spPr>
      </p:sp>
      <p:sp>
        <p:nvSpPr>
          <p:cNvPr id="5006" name="LigandSeek2_vs_LigandSeek1_ellipse_10520">
            <a:extLst>
              <a:ext uri="{FF2B5EF4-FFF2-40B4-BE49-F238E27FC236}">
                <a16:creationId xmlns:a16="http://schemas.microsoft.com/office/drawing/2014/main" id="{3B813B09-3494-48EB-8B53-C01EE9E3F89D}"/>
              </a:ext>
            </a:extLst>
          </p:cNvPr>
          <p:cNvSpPr>
            <a:spLocks noGrp="1"/>
          </p:cNvSpPr>
          <p:nvPr/>
        </p:nvSpPr>
        <p:spPr>
          <a:xfrm>
            <a:off x="2180429" y="5817271"/>
            <a:ext cx="25400" cy="25400"/>
          </a:xfrm>
          <a:prstGeom prst="ellipse">
            <a:avLst/>
          </a:prstGeom>
          <a:solidFill>
            <a:srgbClr val="B08A60">
              <a:alpha val="43000"/>
            </a:srgbClr>
          </a:solidFill>
          <a:ln w="0">
            <a:noFill/>
            <a:prstDash val="solid"/>
          </a:ln>
        </p:spPr>
      </p:sp>
      <p:sp>
        <p:nvSpPr>
          <p:cNvPr id="5007" name="LigandSeek2_vs_LigandSeek1_ellipse_10521">
            <a:extLst>
              <a:ext uri="{FF2B5EF4-FFF2-40B4-BE49-F238E27FC236}">
                <a16:creationId xmlns:a16="http://schemas.microsoft.com/office/drawing/2014/main" id="{C90F9A9F-1861-4A0B-8591-F09CF14926B7}"/>
              </a:ext>
            </a:extLst>
          </p:cNvPr>
          <p:cNvSpPr>
            <a:spLocks noGrp="1"/>
          </p:cNvSpPr>
          <p:nvPr/>
        </p:nvSpPr>
        <p:spPr>
          <a:xfrm>
            <a:off x="2193051" y="6102808"/>
            <a:ext cx="25400" cy="25400"/>
          </a:xfrm>
          <a:prstGeom prst="ellipse">
            <a:avLst/>
          </a:prstGeom>
          <a:solidFill>
            <a:srgbClr val="B08A60">
              <a:alpha val="43000"/>
            </a:srgbClr>
          </a:solidFill>
          <a:ln w="0">
            <a:noFill/>
            <a:prstDash val="solid"/>
          </a:ln>
        </p:spPr>
      </p:sp>
      <p:sp>
        <p:nvSpPr>
          <p:cNvPr id="5008" name="LigandSeek2_vs_LigandSeek1_ellipse_10522">
            <a:extLst>
              <a:ext uri="{FF2B5EF4-FFF2-40B4-BE49-F238E27FC236}">
                <a16:creationId xmlns:a16="http://schemas.microsoft.com/office/drawing/2014/main" id="{206DA25C-3304-486A-A7AE-D3B6EAF75FF0}"/>
              </a:ext>
            </a:extLst>
          </p:cNvPr>
          <p:cNvSpPr>
            <a:spLocks noGrp="1"/>
          </p:cNvSpPr>
          <p:nvPr/>
        </p:nvSpPr>
        <p:spPr>
          <a:xfrm>
            <a:off x="2181136" y="5817271"/>
            <a:ext cx="25400" cy="25400"/>
          </a:xfrm>
          <a:prstGeom prst="ellipse">
            <a:avLst/>
          </a:prstGeom>
          <a:solidFill>
            <a:srgbClr val="B08A60">
              <a:alpha val="43000"/>
            </a:srgbClr>
          </a:solidFill>
          <a:ln w="0">
            <a:noFill/>
            <a:prstDash val="solid"/>
          </a:ln>
        </p:spPr>
      </p:sp>
      <p:sp>
        <p:nvSpPr>
          <p:cNvPr id="5009" name="LigandSeek2_vs_LigandSeek1_ellipse_10523">
            <a:extLst>
              <a:ext uri="{FF2B5EF4-FFF2-40B4-BE49-F238E27FC236}">
                <a16:creationId xmlns:a16="http://schemas.microsoft.com/office/drawing/2014/main" id="{DB869B4D-BA76-4427-974B-8C087C913C8A}"/>
              </a:ext>
            </a:extLst>
          </p:cNvPr>
          <p:cNvSpPr>
            <a:spLocks noGrp="1"/>
          </p:cNvSpPr>
          <p:nvPr/>
        </p:nvSpPr>
        <p:spPr>
          <a:xfrm>
            <a:off x="2212898" y="5246195"/>
            <a:ext cx="25400" cy="25400"/>
          </a:xfrm>
          <a:prstGeom prst="ellipse">
            <a:avLst/>
          </a:prstGeom>
          <a:solidFill>
            <a:srgbClr val="B08A60">
              <a:alpha val="43000"/>
            </a:srgbClr>
          </a:solidFill>
          <a:ln w="0">
            <a:noFill/>
            <a:prstDash val="solid"/>
          </a:ln>
        </p:spPr>
      </p:sp>
      <p:sp>
        <p:nvSpPr>
          <p:cNvPr id="5010" name="LigandSeek2_vs_LigandSeek1_ellipse_10524">
            <a:extLst>
              <a:ext uri="{FF2B5EF4-FFF2-40B4-BE49-F238E27FC236}">
                <a16:creationId xmlns:a16="http://schemas.microsoft.com/office/drawing/2014/main" id="{0820578C-2CCA-4C44-9A97-80F903FED30D}"/>
              </a:ext>
            </a:extLst>
          </p:cNvPr>
          <p:cNvSpPr>
            <a:spLocks noGrp="1"/>
          </p:cNvSpPr>
          <p:nvPr/>
        </p:nvSpPr>
        <p:spPr>
          <a:xfrm>
            <a:off x="2188881" y="5817271"/>
            <a:ext cx="25400" cy="25400"/>
          </a:xfrm>
          <a:prstGeom prst="ellipse">
            <a:avLst/>
          </a:prstGeom>
          <a:solidFill>
            <a:srgbClr val="B08A60">
              <a:alpha val="43000"/>
            </a:srgbClr>
          </a:solidFill>
          <a:ln w="0">
            <a:noFill/>
            <a:prstDash val="solid"/>
          </a:ln>
        </p:spPr>
      </p:sp>
      <p:sp>
        <p:nvSpPr>
          <p:cNvPr id="5011" name="LigandSeek2_vs_LigandSeek1_ellipse_10525">
            <a:extLst>
              <a:ext uri="{FF2B5EF4-FFF2-40B4-BE49-F238E27FC236}">
                <a16:creationId xmlns:a16="http://schemas.microsoft.com/office/drawing/2014/main" id="{25AD7D50-E156-4710-9DDB-7BBF30AB3D34}"/>
              </a:ext>
            </a:extLst>
          </p:cNvPr>
          <p:cNvSpPr>
            <a:spLocks noGrp="1"/>
          </p:cNvSpPr>
          <p:nvPr/>
        </p:nvSpPr>
        <p:spPr>
          <a:xfrm>
            <a:off x="2162404" y="6007629"/>
            <a:ext cx="25400" cy="25400"/>
          </a:xfrm>
          <a:prstGeom prst="ellipse">
            <a:avLst/>
          </a:prstGeom>
          <a:solidFill>
            <a:srgbClr val="B08A60">
              <a:alpha val="43000"/>
            </a:srgbClr>
          </a:solidFill>
          <a:ln w="0">
            <a:noFill/>
            <a:prstDash val="solid"/>
          </a:ln>
        </p:spPr>
      </p:sp>
      <p:sp>
        <p:nvSpPr>
          <p:cNvPr id="5012" name="LigandSeek2_vs_LigandSeek1_ellipse_10526">
            <a:extLst>
              <a:ext uri="{FF2B5EF4-FFF2-40B4-BE49-F238E27FC236}">
                <a16:creationId xmlns:a16="http://schemas.microsoft.com/office/drawing/2014/main" id="{7BEEC22E-E4BA-4BEE-BAAA-EBDB519FB828}"/>
              </a:ext>
            </a:extLst>
          </p:cNvPr>
          <p:cNvSpPr>
            <a:spLocks noGrp="1"/>
          </p:cNvSpPr>
          <p:nvPr/>
        </p:nvSpPr>
        <p:spPr>
          <a:xfrm>
            <a:off x="2231302" y="5246195"/>
            <a:ext cx="25400" cy="25400"/>
          </a:xfrm>
          <a:prstGeom prst="ellipse">
            <a:avLst/>
          </a:prstGeom>
          <a:solidFill>
            <a:srgbClr val="B08A60">
              <a:alpha val="43000"/>
            </a:srgbClr>
          </a:solidFill>
          <a:ln w="0">
            <a:noFill/>
            <a:prstDash val="solid"/>
          </a:ln>
        </p:spPr>
      </p:sp>
      <p:sp>
        <p:nvSpPr>
          <p:cNvPr id="5013" name="LigandSeek2_vs_LigandSeek1_ellipse_10527">
            <a:extLst>
              <a:ext uri="{FF2B5EF4-FFF2-40B4-BE49-F238E27FC236}">
                <a16:creationId xmlns:a16="http://schemas.microsoft.com/office/drawing/2014/main" id="{E529D49F-2544-419E-A57B-4319EE690260}"/>
              </a:ext>
            </a:extLst>
          </p:cNvPr>
          <p:cNvSpPr>
            <a:spLocks noGrp="1"/>
          </p:cNvSpPr>
          <p:nvPr/>
        </p:nvSpPr>
        <p:spPr>
          <a:xfrm>
            <a:off x="2215975" y="5817271"/>
            <a:ext cx="25400" cy="25400"/>
          </a:xfrm>
          <a:prstGeom prst="ellipse">
            <a:avLst/>
          </a:prstGeom>
          <a:solidFill>
            <a:srgbClr val="B08A60">
              <a:alpha val="43000"/>
            </a:srgbClr>
          </a:solidFill>
          <a:ln w="0">
            <a:noFill/>
            <a:prstDash val="solid"/>
          </a:ln>
        </p:spPr>
      </p:sp>
      <p:sp>
        <p:nvSpPr>
          <p:cNvPr id="5014" name="LigandSeek2_vs_LigandSeek1_ellipse_10528">
            <a:extLst>
              <a:ext uri="{FF2B5EF4-FFF2-40B4-BE49-F238E27FC236}">
                <a16:creationId xmlns:a16="http://schemas.microsoft.com/office/drawing/2014/main" id="{6E1770D5-E2E6-46D9-A6C4-2EB9AA9094AE}"/>
              </a:ext>
            </a:extLst>
          </p:cNvPr>
          <p:cNvSpPr>
            <a:spLocks noGrp="1"/>
          </p:cNvSpPr>
          <p:nvPr/>
        </p:nvSpPr>
        <p:spPr>
          <a:xfrm>
            <a:off x="2139506" y="5626912"/>
            <a:ext cx="25400" cy="25400"/>
          </a:xfrm>
          <a:prstGeom prst="ellipse">
            <a:avLst/>
          </a:prstGeom>
          <a:solidFill>
            <a:srgbClr val="B08A60">
              <a:alpha val="43000"/>
            </a:srgbClr>
          </a:solidFill>
          <a:ln w="0">
            <a:noFill/>
            <a:prstDash val="solid"/>
          </a:ln>
        </p:spPr>
      </p:sp>
      <p:sp>
        <p:nvSpPr>
          <p:cNvPr id="5015" name="LigandSeek2_vs_LigandSeek1_ellipse_10529">
            <a:extLst>
              <a:ext uri="{FF2B5EF4-FFF2-40B4-BE49-F238E27FC236}">
                <a16:creationId xmlns:a16="http://schemas.microsoft.com/office/drawing/2014/main" id="{A30DA917-09E7-4BD2-AF8D-D9F1BA17815C}"/>
              </a:ext>
            </a:extLst>
          </p:cNvPr>
          <p:cNvSpPr>
            <a:spLocks noGrp="1"/>
          </p:cNvSpPr>
          <p:nvPr/>
        </p:nvSpPr>
        <p:spPr>
          <a:xfrm>
            <a:off x="2235291" y="6388346"/>
            <a:ext cx="25400" cy="25400"/>
          </a:xfrm>
          <a:prstGeom prst="ellipse">
            <a:avLst/>
          </a:prstGeom>
          <a:solidFill>
            <a:srgbClr val="B08A60">
              <a:alpha val="43000"/>
            </a:srgbClr>
          </a:solidFill>
          <a:ln w="0">
            <a:noFill/>
            <a:prstDash val="solid"/>
          </a:ln>
        </p:spPr>
      </p:sp>
      <p:sp>
        <p:nvSpPr>
          <p:cNvPr id="5016" name="LigandSeek2_vs_LigandSeek1_ellipse_10530">
            <a:extLst>
              <a:ext uri="{FF2B5EF4-FFF2-40B4-BE49-F238E27FC236}">
                <a16:creationId xmlns:a16="http://schemas.microsoft.com/office/drawing/2014/main" id="{B3060840-DEAB-490B-8096-E6E5CC04881B}"/>
              </a:ext>
            </a:extLst>
          </p:cNvPr>
          <p:cNvSpPr>
            <a:spLocks noGrp="1"/>
          </p:cNvSpPr>
          <p:nvPr/>
        </p:nvSpPr>
        <p:spPr>
          <a:xfrm>
            <a:off x="2140614" y="5246195"/>
            <a:ext cx="25400" cy="25400"/>
          </a:xfrm>
          <a:prstGeom prst="ellipse">
            <a:avLst/>
          </a:prstGeom>
          <a:solidFill>
            <a:srgbClr val="B08A60">
              <a:alpha val="43000"/>
            </a:srgbClr>
          </a:solidFill>
          <a:ln w="0">
            <a:noFill/>
            <a:prstDash val="solid"/>
          </a:ln>
        </p:spPr>
      </p:sp>
      <p:sp>
        <p:nvSpPr>
          <p:cNvPr id="5017" name="LigandSeek2_vs_LigandSeek1_ellipse_10531">
            <a:extLst>
              <a:ext uri="{FF2B5EF4-FFF2-40B4-BE49-F238E27FC236}">
                <a16:creationId xmlns:a16="http://schemas.microsoft.com/office/drawing/2014/main" id="{2FD327D4-51ED-4303-8F45-69760A52C957}"/>
              </a:ext>
            </a:extLst>
          </p:cNvPr>
          <p:cNvSpPr>
            <a:spLocks noGrp="1"/>
          </p:cNvSpPr>
          <p:nvPr/>
        </p:nvSpPr>
        <p:spPr>
          <a:xfrm>
            <a:off x="2281196" y="5626912"/>
            <a:ext cx="25400" cy="25400"/>
          </a:xfrm>
          <a:prstGeom prst="ellipse">
            <a:avLst/>
          </a:prstGeom>
          <a:solidFill>
            <a:srgbClr val="B08A60">
              <a:alpha val="43000"/>
            </a:srgbClr>
          </a:solidFill>
          <a:ln w="0">
            <a:noFill/>
            <a:prstDash val="solid"/>
          </a:ln>
        </p:spPr>
      </p:sp>
      <p:sp>
        <p:nvSpPr>
          <p:cNvPr id="5018" name="LigandSeek2_vs_LigandSeek1_ellipse_10532">
            <a:extLst>
              <a:ext uri="{FF2B5EF4-FFF2-40B4-BE49-F238E27FC236}">
                <a16:creationId xmlns:a16="http://schemas.microsoft.com/office/drawing/2014/main" id="{76E03212-D15C-4738-B32E-6B94747FE840}"/>
              </a:ext>
            </a:extLst>
          </p:cNvPr>
          <p:cNvSpPr>
            <a:spLocks noGrp="1"/>
          </p:cNvSpPr>
          <p:nvPr/>
        </p:nvSpPr>
        <p:spPr>
          <a:xfrm>
            <a:off x="2195352" y="6388346"/>
            <a:ext cx="25400" cy="25400"/>
          </a:xfrm>
          <a:prstGeom prst="ellipse">
            <a:avLst/>
          </a:prstGeom>
          <a:solidFill>
            <a:srgbClr val="B08A60">
              <a:alpha val="43000"/>
            </a:srgbClr>
          </a:solidFill>
          <a:ln w="0">
            <a:noFill/>
            <a:prstDash val="solid"/>
          </a:ln>
        </p:spPr>
      </p:sp>
      <p:sp>
        <p:nvSpPr>
          <p:cNvPr id="5019" name="LigandSeek2_vs_LigandSeek1_ellipse_10533">
            <a:extLst>
              <a:ext uri="{FF2B5EF4-FFF2-40B4-BE49-F238E27FC236}">
                <a16:creationId xmlns:a16="http://schemas.microsoft.com/office/drawing/2014/main" id="{7A03B07F-1838-4BF7-8335-64B74EFBE5E0}"/>
              </a:ext>
            </a:extLst>
          </p:cNvPr>
          <p:cNvSpPr>
            <a:spLocks noGrp="1"/>
          </p:cNvSpPr>
          <p:nvPr/>
        </p:nvSpPr>
        <p:spPr>
          <a:xfrm>
            <a:off x="2142533" y="6007629"/>
            <a:ext cx="25400" cy="25400"/>
          </a:xfrm>
          <a:prstGeom prst="ellipse">
            <a:avLst/>
          </a:prstGeom>
          <a:solidFill>
            <a:srgbClr val="B08A60">
              <a:alpha val="43000"/>
            </a:srgbClr>
          </a:solidFill>
          <a:ln w="0">
            <a:noFill/>
            <a:prstDash val="solid"/>
          </a:ln>
        </p:spPr>
      </p:sp>
      <p:sp>
        <p:nvSpPr>
          <p:cNvPr id="5020" name="LigandSeek2_vs_LigandSeek1_ellipse_10534">
            <a:extLst>
              <a:ext uri="{FF2B5EF4-FFF2-40B4-BE49-F238E27FC236}">
                <a16:creationId xmlns:a16="http://schemas.microsoft.com/office/drawing/2014/main" id="{49001508-E354-4274-BFDC-CCDB887A7BC0}"/>
              </a:ext>
            </a:extLst>
          </p:cNvPr>
          <p:cNvSpPr>
            <a:spLocks noGrp="1"/>
          </p:cNvSpPr>
          <p:nvPr/>
        </p:nvSpPr>
        <p:spPr>
          <a:xfrm>
            <a:off x="2245350" y="6388346"/>
            <a:ext cx="25400" cy="25400"/>
          </a:xfrm>
          <a:prstGeom prst="ellipse">
            <a:avLst/>
          </a:prstGeom>
          <a:solidFill>
            <a:srgbClr val="B08A60">
              <a:alpha val="43000"/>
            </a:srgbClr>
          </a:solidFill>
          <a:ln w="0">
            <a:noFill/>
            <a:prstDash val="solid"/>
          </a:ln>
        </p:spPr>
      </p:sp>
      <p:sp>
        <p:nvSpPr>
          <p:cNvPr id="5021" name="LigandSeek2_vs_LigandSeek1_ellipse_10535">
            <a:extLst>
              <a:ext uri="{FF2B5EF4-FFF2-40B4-BE49-F238E27FC236}">
                <a16:creationId xmlns:a16="http://schemas.microsoft.com/office/drawing/2014/main" id="{2397FE65-0BB3-47A8-9B30-D68C683A5747}"/>
              </a:ext>
            </a:extLst>
          </p:cNvPr>
          <p:cNvSpPr>
            <a:spLocks noGrp="1"/>
          </p:cNvSpPr>
          <p:nvPr/>
        </p:nvSpPr>
        <p:spPr>
          <a:xfrm>
            <a:off x="2202235" y="6331239"/>
            <a:ext cx="25400" cy="25400"/>
          </a:xfrm>
          <a:prstGeom prst="ellipse">
            <a:avLst/>
          </a:prstGeom>
          <a:solidFill>
            <a:srgbClr val="B08A60">
              <a:alpha val="43000"/>
            </a:srgbClr>
          </a:solidFill>
          <a:ln w="0">
            <a:noFill/>
            <a:prstDash val="solid"/>
          </a:ln>
        </p:spPr>
      </p:sp>
      <p:sp>
        <p:nvSpPr>
          <p:cNvPr id="5022" name="LigandSeek2_vs_LigandSeek1_ellipse_10536">
            <a:extLst>
              <a:ext uri="{FF2B5EF4-FFF2-40B4-BE49-F238E27FC236}">
                <a16:creationId xmlns:a16="http://schemas.microsoft.com/office/drawing/2014/main" id="{2D0129DF-4ED2-4E9C-82FC-8A23DF0D1868}"/>
              </a:ext>
            </a:extLst>
          </p:cNvPr>
          <p:cNvSpPr>
            <a:spLocks noGrp="1"/>
          </p:cNvSpPr>
          <p:nvPr/>
        </p:nvSpPr>
        <p:spPr>
          <a:xfrm>
            <a:off x="2181381" y="6236059"/>
            <a:ext cx="25400" cy="25400"/>
          </a:xfrm>
          <a:prstGeom prst="ellipse">
            <a:avLst/>
          </a:prstGeom>
          <a:solidFill>
            <a:srgbClr val="B08A60">
              <a:alpha val="43000"/>
            </a:srgbClr>
          </a:solidFill>
          <a:ln w="0">
            <a:noFill/>
            <a:prstDash val="solid"/>
          </a:ln>
        </p:spPr>
      </p:sp>
      <p:sp>
        <p:nvSpPr>
          <p:cNvPr id="5023" name="LigandSeek2_vs_LigandSeek1_ellipse_10537">
            <a:extLst>
              <a:ext uri="{FF2B5EF4-FFF2-40B4-BE49-F238E27FC236}">
                <a16:creationId xmlns:a16="http://schemas.microsoft.com/office/drawing/2014/main" id="{7743BE61-485D-4F6C-99F4-97C31C423927}"/>
              </a:ext>
            </a:extLst>
          </p:cNvPr>
          <p:cNvSpPr>
            <a:spLocks noGrp="1"/>
          </p:cNvSpPr>
          <p:nvPr/>
        </p:nvSpPr>
        <p:spPr>
          <a:xfrm>
            <a:off x="2231831" y="5563459"/>
            <a:ext cx="25400" cy="25400"/>
          </a:xfrm>
          <a:prstGeom prst="ellipse">
            <a:avLst/>
          </a:prstGeom>
          <a:solidFill>
            <a:srgbClr val="B08A60">
              <a:alpha val="43000"/>
            </a:srgbClr>
          </a:solidFill>
          <a:ln w="0">
            <a:noFill/>
            <a:prstDash val="solid"/>
          </a:ln>
        </p:spPr>
      </p:sp>
      <p:sp>
        <p:nvSpPr>
          <p:cNvPr id="5024" name="LigandSeek2_vs_LigandSeek1_ellipse_10538">
            <a:extLst>
              <a:ext uri="{FF2B5EF4-FFF2-40B4-BE49-F238E27FC236}">
                <a16:creationId xmlns:a16="http://schemas.microsoft.com/office/drawing/2014/main" id="{EB0F0C25-2686-47E4-A680-781DA8664037}"/>
              </a:ext>
            </a:extLst>
          </p:cNvPr>
          <p:cNvSpPr>
            <a:spLocks noGrp="1"/>
          </p:cNvSpPr>
          <p:nvPr/>
        </p:nvSpPr>
        <p:spPr>
          <a:xfrm>
            <a:off x="2159788" y="6388346"/>
            <a:ext cx="25400" cy="25400"/>
          </a:xfrm>
          <a:prstGeom prst="ellipse">
            <a:avLst/>
          </a:prstGeom>
          <a:solidFill>
            <a:srgbClr val="B08A60">
              <a:alpha val="43000"/>
            </a:srgbClr>
          </a:solidFill>
          <a:ln w="0">
            <a:noFill/>
            <a:prstDash val="solid"/>
          </a:ln>
        </p:spPr>
      </p:sp>
      <p:sp>
        <p:nvSpPr>
          <p:cNvPr id="5025" name="LigandSeek2_vs_LigandSeek1_ellipse_10539">
            <a:extLst>
              <a:ext uri="{FF2B5EF4-FFF2-40B4-BE49-F238E27FC236}">
                <a16:creationId xmlns:a16="http://schemas.microsoft.com/office/drawing/2014/main" id="{36743270-E76B-4E28-A0EE-60AEF10107BC}"/>
              </a:ext>
            </a:extLst>
          </p:cNvPr>
          <p:cNvSpPr>
            <a:spLocks noGrp="1"/>
          </p:cNvSpPr>
          <p:nvPr/>
        </p:nvSpPr>
        <p:spPr>
          <a:xfrm>
            <a:off x="2264853" y="5246195"/>
            <a:ext cx="25400" cy="25400"/>
          </a:xfrm>
          <a:prstGeom prst="ellipse">
            <a:avLst/>
          </a:prstGeom>
          <a:solidFill>
            <a:srgbClr val="B08A60">
              <a:alpha val="43000"/>
            </a:srgbClr>
          </a:solidFill>
          <a:ln w="0">
            <a:noFill/>
            <a:prstDash val="solid"/>
          </a:ln>
        </p:spPr>
      </p:sp>
      <p:sp>
        <p:nvSpPr>
          <p:cNvPr id="5026" name="LigandSeek2_vs_LigandSeek1_ellipse_10540">
            <a:extLst>
              <a:ext uri="{FF2B5EF4-FFF2-40B4-BE49-F238E27FC236}">
                <a16:creationId xmlns:a16="http://schemas.microsoft.com/office/drawing/2014/main" id="{1E806450-BB4E-4B75-8D36-B08FE0728904}"/>
              </a:ext>
            </a:extLst>
          </p:cNvPr>
          <p:cNvSpPr>
            <a:spLocks noGrp="1"/>
          </p:cNvSpPr>
          <p:nvPr/>
        </p:nvSpPr>
        <p:spPr>
          <a:xfrm>
            <a:off x="2195766" y="5246195"/>
            <a:ext cx="25400" cy="25400"/>
          </a:xfrm>
          <a:prstGeom prst="ellipse">
            <a:avLst/>
          </a:prstGeom>
          <a:solidFill>
            <a:srgbClr val="B08A60">
              <a:alpha val="43000"/>
            </a:srgbClr>
          </a:solidFill>
          <a:ln w="0">
            <a:noFill/>
            <a:prstDash val="solid"/>
          </a:ln>
        </p:spPr>
      </p:sp>
      <p:sp>
        <p:nvSpPr>
          <p:cNvPr id="5027" name="LigandSeek2_vs_LigandSeek1_ellipse_10541">
            <a:extLst>
              <a:ext uri="{FF2B5EF4-FFF2-40B4-BE49-F238E27FC236}">
                <a16:creationId xmlns:a16="http://schemas.microsoft.com/office/drawing/2014/main" id="{DD188C72-CEF5-48AE-9704-CAE690925EAB}"/>
              </a:ext>
            </a:extLst>
          </p:cNvPr>
          <p:cNvSpPr>
            <a:spLocks noGrp="1"/>
          </p:cNvSpPr>
          <p:nvPr/>
        </p:nvSpPr>
        <p:spPr>
          <a:xfrm>
            <a:off x="2165970" y="5626912"/>
            <a:ext cx="25400" cy="25400"/>
          </a:xfrm>
          <a:prstGeom prst="ellipse">
            <a:avLst/>
          </a:prstGeom>
          <a:solidFill>
            <a:srgbClr val="B08A60">
              <a:alpha val="43000"/>
            </a:srgbClr>
          </a:solidFill>
          <a:ln w="0">
            <a:noFill/>
            <a:prstDash val="solid"/>
          </a:ln>
        </p:spPr>
      </p:sp>
      <p:sp>
        <p:nvSpPr>
          <p:cNvPr id="5028" name="LigandSeek2_vs_LigandSeek1_ellipse_10542">
            <a:extLst>
              <a:ext uri="{FF2B5EF4-FFF2-40B4-BE49-F238E27FC236}">
                <a16:creationId xmlns:a16="http://schemas.microsoft.com/office/drawing/2014/main" id="{CD3DA169-2DA7-41FE-8FE1-0472C3F41A53}"/>
              </a:ext>
            </a:extLst>
          </p:cNvPr>
          <p:cNvSpPr>
            <a:spLocks noGrp="1"/>
          </p:cNvSpPr>
          <p:nvPr/>
        </p:nvSpPr>
        <p:spPr>
          <a:xfrm>
            <a:off x="2228223" y="5246195"/>
            <a:ext cx="25400" cy="25400"/>
          </a:xfrm>
          <a:prstGeom prst="ellipse">
            <a:avLst/>
          </a:prstGeom>
          <a:solidFill>
            <a:srgbClr val="B08A60">
              <a:alpha val="43000"/>
            </a:srgbClr>
          </a:solidFill>
          <a:ln w="0">
            <a:noFill/>
            <a:prstDash val="solid"/>
          </a:ln>
        </p:spPr>
      </p:sp>
      <p:sp>
        <p:nvSpPr>
          <p:cNvPr id="5029" name="LigandSeek2_vs_LigandSeek1_ellipse_10543">
            <a:extLst>
              <a:ext uri="{FF2B5EF4-FFF2-40B4-BE49-F238E27FC236}">
                <a16:creationId xmlns:a16="http://schemas.microsoft.com/office/drawing/2014/main" id="{A1E109D0-7D0A-4A09-8C75-35BC11836444}"/>
              </a:ext>
            </a:extLst>
          </p:cNvPr>
          <p:cNvSpPr>
            <a:spLocks noGrp="1"/>
          </p:cNvSpPr>
          <p:nvPr/>
        </p:nvSpPr>
        <p:spPr>
          <a:xfrm>
            <a:off x="2140444" y="6388346"/>
            <a:ext cx="25400" cy="25400"/>
          </a:xfrm>
          <a:prstGeom prst="ellipse">
            <a:avLst/>
          </a:prstGeom>
          <a:solidFill>
            <a:srgbClr val="B08A60">
              <a:alpha val="43000"/>
            </a:srgbClr>
          </a:solidFill>
          <a:ln w="0">
            <a:noFill/>
            <a:prstDash val="solid"/>
          </a:ln>
        </p:spPr>
      </p:sp>
      <p:sp>
        <p:nvSpPr>
          <p:cNvPr id="5030" name="LigandSeek2_vs_LigandSeek1_ellipse_10544">
            <a:extLst>
              <a:ext uri="{FF2B5EF4-FFF2-40B4-BE49-F238E27FC236}">
                <a16:creationId xmlns:a16="http://schemas.microsoft.com/office/drawing/2014/main" id="{10F39B38-FC90-4924-9E75-F8A07CB8546F}"/>
              </a:ext>
            </a:extLst>
          </p:cNvPr>
          <p:cNvSpPr>
            <a:spLocks noGrp="1"/>
          </p:cNvSpPr>
          <p:nvPr/>
        </p:nvSpPr>
        <p:spPr>
          <a:xfrm>
            <a:off x="2268833" y="5388964"/>
            <a:ext cx="25400" cy="25400"/>
          </a:xfrm>
          <a:prstGeom prst="ellipse">
            <a:avLst/>
          </a:prstGeom>
          <a:solidFill>
            <a:srgbClr val="B08A60">
              <a:alpha val="43000"/>
            </a:srgbClr>
          </a:solidFill>
          <a:ln w="0">
            <a:noFill/>
            <a:prstDash val="solid"/>
          </a:ln>
        </p:spPr>
      </p:sp>
      <p:sp>
        <p:nvSpPr>
          <p:cNvPr id="5031" name="LigandSeek2_vs_LigandSeek1_ellipse_10545">
            <a:extLst>
              <a:ext uri="{FF2B5EF4-FFF2-40B4-BE49-F238E27FC236}">
                <a16:creationId xmlns:a16="http://schemas.microsoft.com/office/drawing/2014/main" id="{8AA241FD-D224-44A9-AC93-0FF47640ACE2}"/>
              </a:ext>
            </a:extLst>
          </p:cNvPr>
          <p:cNvSpPr>
            <a:spLocks noGrp="1"/>
          </p:cNvSpPr>
          <p:nvPr/>
        </p:nvSpPr>
        <p:spPr>
          <a:xfrm>
            <a:off x="2267448" y="6134535"/>
            <a:ext cx="25400" cy="25400"/>
          </a:xfrm>
          <a:prstGeom prst="ellipse">
            <a:avLst/>
          </a:prstGeom>
          <a:solidFill>
            <a:srgbClr val="B08A60">
              <a:alpha val="43000"/>
            </a:srgbClr>
          </a:solidFill>
          <a:ln w="0">
            <a:noFill/>
            <a:prstDash val="solid"/>
          </a:ln>
        </p:spPr>
      </p:sp>
      <p:sp>
        <p:nvSpPr>
          <p:cNvPr id="5032" name="LigandSeek2_vs_LigandSeek1_ellipse_10546">
            <a:extLst>
              <a:ext uri="{FF2B5EF4-FFF2-40B4-BE49-F238E27FC236}">
                <a16:creationId xmlns:a16="http://schemas.microsoft.com/office/drawing/2014/main" id="{FEE28178-7268-451D-B8DE-A3A6CDCEF023}"/>
              </a:ext>
            </a:extLst>
          </p:cNvPr>
          <p:cNvSpPr>
            <a:spLocks noGrp="1"/>
          </p:cNvSpPr>
          <p:nvPr/>
        </p:nvSpPr>
        <p:spPr>
          <a:xfrm>
            <a:off x="2264215" y="5817271"/>
            <a:ext cx="25400" cy="25400"/>
          </a:xfrm>
          <a:prstGeom prst="ellipse">
            <a:avLst/>
          </a:prstGeom>
          <a:solidFill>
            <a:srgbClr val="B08A60">
              <a:alpha val="43000"/>
            </a:srgbClr>
          </a:solidFill>
          <a:ln w="0">
            <a:noFill/>
            <a:prstDash val="solid"/>
          </a:ln>
        </p:spPr>
      </p:sp>
      <p:sp>
        <p:nvSpPr>
          <p:cNvPr id="5033" name="LigandSeek2_vs_LigandSeek1_ellipse_10547">
            <a:extLst>
              <a:ext uri="{FF2B5EF4-FFF2-40B4-BE49-F238E27FC236}">
                <a16:creationId xmlns:a16="http://schemas.microsoft.com/office/drawing/2014/main" id="{F5BF5343-B412-4CB0-AE04-95BA1473554E}"/>
              </a:ext>
            </a:extLst>
          </p:cNvPr>
          <p:cNvSpPr>
            <a:spLocks noGrp="1"/>
          </p:cNvSpPr>
          <p:nvPr/>
        </p:nvSpPr>
        <p:spPr>
          <a:xfrm>
            <a:off x="2248770" y="5246195"/>
            <a:ext cx="25400" cy="25400"/>
          </a:xfrm>
          <a:prstGeom prst="ellipse">
            <a:avLst/>
          </a:prstGeom>
          <a:solidFill>
            <a:srgbClr val="B08A60">
              <a:alpha val="43000"/>
            </a:srgbClr>
          </a:solidFill>
          <a:ln w="0">
            <a:noFill/>
            <a:prstDash val="solid"/>
          </a:ln>
        </p:spPr>
      </p:sp>
      <p:sp>
        <p:nvSpPr>
          <p:cNvPr id="5034" name="LigandSeek2_vs_LigandSeek1_ellipse_10548">
            <a:extLst>
              <a:ext uri="{FF2B5EF4-FFF2-40B4-BE49-F238E27FC236}">
                <a16:creationId xmlns:a16="http://schemas.microsoft.com/office/drawing/2014/main" id="{24FAC197-B75B-4469-A028-6831CB4BE732}"/>
              </a:ext>
            </a:extLst>
          </p:cNvPr>
          <p:cNvSpPr>
            <a:spLocks noGrp="1"/>
          </p:cNvSpPr>
          <p:nvPr/>
        </p:nvSpPr>
        <p:spPr>
          <a:xfrm>
            <a:off x="2220457" y="5817271"/>
            <a:ext cx="25400" cy="25400"/>
          </a:xfrm>
          <a:prstGeom prst="ellipse">
            <a:avLst/>
          </a:prstGeom>
          <a:solidFill>
            <a:srgbClr val="B08A60">
              <a:alpha val="43000"/>
            </a:srgbClr>
          </a:solidFill>
          <a:ln w="0">
            <a:noFill/>
            <a:prstDash val="solid"/>
          </a:ln>
        </p:spPr>
      </p:sp>
      <p:sp>
        <p:nvSpPr>
          <p:cNvPr id="5035" name="LigandSeek2_vs_LigandSeek1_ellipse_10549">
            <a:extLst>
              <a:ext uri="{FF2B5EF4-FFF2-40B4-BE49-F238E27FC236}">
                <a16:creationId xmlns:a16="http://schemas.microsoft.com/office/drawing/2014/main" id="{0B7C5E31-AEF1-4A2D-BC9B-D670CB2F00CE}"/>
              </a:ext>
            </a:extLst>
          </p:cNvPr>
          <p:cNvSpPr>
            <a:spLocks noGrp="1"/>
          </p:cNvSpPr>
          <p:nvPr/>
        </p:nvSpPr>
        <p:spPr>
          <a:xfrm>
            <a:off x="2149916" y="6388346"/>
            <a:ext cx="25400" cy="25400"/>
          </a:xfrm>
          <a:prstGeom prst="ellipse">
            <a:avLst/>
          </a:prstGeom>
          <a:solidFill>
            <a:srgbClr val="B08A60">
              <a:alpha val="43000"/>
            </a:srgbClr>
          </a:solidFill>
          <a:ln w="0">
            <a:noFill/>
            <a:prstDash val="solid"/>
          </a:ln>
        </p:spPr>
      </p:sp>
      <p:sp>
        <p:nvSpPr>
          <p:cNvPr id="5036" name="LigandSeek2_vs_LigandSeek1_ellipse_10550">
            <a:extLst>
              <a:ext uri="{FF2B5EF4-FFF2-40B4-BE49-F238E27FC236}">
                <a16:creationId xmlns:a16="http://schemas.microsoft.com/office/drawing/2014/main" id="{8AD77608-1352-4FF9-ACED-30DAD872D6C4}"/>
              </a:ext>
            </a:extLst>
          </p:cNvPr>
          <p:cNvSpPr>
            <a:spLocks noGrp="1"/>
          </p:cNvSpPr>
          <p:nvPr/>
        </p:nvSpPr>
        <p:spPr>
          <a:xfrm>
            <a:off x="2155788" y="5474625"/>
            <a:ext cx="25400" cy="25400"/>
          </a:xfrm>
          <a:prstGeom prst="ellipse">
            <a:avLst/>
          </a:prstGeom>
          <a:solidFill>
            <a:srgbClr val="B08A60">
              <a:alpha val="43000"/>
            </a:srgbClr>
          </a:solidFill>
          <a:ln w="0">
            <a:noFill/>
            <a:prstDash val="solid"/>
          </a:ln>
        </p:spPr>
      </p:sp>
      <p:sp>
        <p:nvSpPr>
          <p:cNvPr id="5037" name="LigandSeek2_vs_LigandSeek1_ellipse_10551">
            <a:extLst>
              <a:ext uri="{FF2B5EF4-FFF2-40B4-BE49-F238E27FC236}">
                <a16:creationId xmlns:a16="http://schemas.microsoft.com/office/drawing/2014/main" id="{28BDA968-35AC-4F07-B785-3C9DC3D7A1D6}"/>
              </a:ext>
            </a:extLst>
          </p:cNvPr>
          <p:cNvSpPr>
            <a:spLocks noGrp="1"/>
          </p:cNvSpPr>
          <p:nvPr/>
        </p:nvSpPr>
        <p:spPr>
          <a:xfrm>
            <a:off x="2265945" y="5246195"/>
            <a:ext cx="25400" cy="25400"/>
          </a:xfrm>
          <a:prstGeom prst="ellipse">
            <a:avLst/>
          </a:prstGeom>
          <a:solidFill>
            <a:srgbClr val="B08A60">
              <a:alpha val="43000"/>
            </a:srgbClr>
          </a:solidFill>
          <a:ln w="0">
            <a:noFill/>
            <a:prstDash val="solid"/>
          </a:ln>
        </p:spPr>
      </p:sp>
      <p:sp>
        <p:nvSpPr>
          <p:cNvPr id="5038" name="LigandSeek2_vs_LigandSeek1_ellipse_10552">
            <a:extLst>
              <a:ext uri="{FF2B5EF4-FFF2-40B4-BE49-F238E27FC236}">
                <a16:creationId xmlns:a16="http://schemas.microsoft.com/office/drawing/2014/main" id="{D41326C8-39B5-4394-92CC-2FCDAF1DC25B}"/>
              </a:ext>
            </a:extLst>
          </p:cNvPr>
          <p:cNvSpPr>
            <a:spLocks noGrp="1"/>
          </p:cNvSpPr>
          <p:nvPr/>
        </p:nvSpPr>
        <p:spPr>
          <a:xfrm>
            <a:off x="2180614" y="5474625"/>
            <a:ext cx="25400" cy="25400"/>
          </a:xfrm>
          <a:prstGeom prst="ellipse">
            <a:avLst/>
          </a:prstGeom>
          <a:solidFill>
            <a:srgbClr val="B08A60">
              <a:alpha val="43000"/>
            </a:srgbClr>
          </a:solidFill>
          <a:ln w="0">
            <a:noFill/>
            <a:prstDash val="solid"/>
          </a:ln>
        </p:spPr>
      </p:sp>
      <p:sp>
        <p:nvSpPr>
          <p:cNvPr id="5039" name="LigandSeek2_vs_LigandSeek1_ellipse_10553">
            <a:extLst>
              <a:ext uri="{FF2B5EF4-FFF2-40B4-BE49-F238E27FC236}">
                <a16:creationId xmlns:a16="http://schemas.microsoft.com/office/drawing/2014/main" id="{12FD2A8B-7854-4B9D-9644-00AF582DA4AC}"/>
              </a:ext>
            </a:extLst>
          </p:cNvPr>
          <p:cNvSpPr>
            <a:spLocks noGrp="1"/>
          </p:cNvSpPr>
          <p:nvPr/>
        </p:nvSpPr>
        <p:spPr>
          <a:xfrm>
            <a:off x="2257368" y="5626912"/>
            <a:ext cx="25400" cy="25400"/>
          </a:xfrm>
          <a:prstGeom prst="ellipse">
            <a:avLst/>
          </a:prstGeom>
          <a:solidFill>
            <a:srgbClr val="B08A60">
              <a:alpha val="43000"/>
            </a:srgbClr>
          </a:solidFill>
          <a:ln w="0">
            <a:noFill/>
            <a:prstDash val="solid"/>
          </a:ln>
        </p:spPr>
      </p:sp>
      <p:sp>
        <p:nvSpPr>
          <p:cNvPr id="5040" name="LigandSeek2_vs_LigandSeek1_ellipse_10554">
            <a:extLst>
              <a:ext uri="{FF2B5EF4-FFF2-40B4-BE49-F238E27FC236}">
                <a16:creationId xmlns:a16="http://schemas.microsoft.com/office/drawing/2014/main" id="{72BB5D29-0760-478A-BA4E-4ADF46F87DCA}"/>
              </a:ext>
            </a:extLst>
          </p:cNvPr>
          <p:cNvSpPr>
            <a:spLocks noGrp="1"/>
          </p:cNvSpPr>
          <p:nvPr/>
        </p:nvSpPr>
        <p:spPr>
          <a:xfrm>
            <a:off x="2167943" y="5246195"/>
            <a:ext cx="25400" cy="25400"/>
          </a:xfrm>
          <a:prstGeom prst="ellipse">
            <a:avLst/>
          </a:prstGeom>
          <a:solidFill>
            <a:srgbClr val="B08A60">
              <a:alpha val="43000"/>
            </a:srgbClr>
          </a:solidFill>
          <a:ln w="0">
            <a:noFill/>
            <a:prstDash val="solid"/>
          </a:ln>
        </p:spPr>
      </p:sp>
      <p:sp>
        <p:nvSpPr>
          <p:cNvPr id="5041" name="LigandSeek2_vs_LigandSeek1_ellipse_10555">
            <a:extLst>
              <a:ext uri="{FF2B5EF4-FFF2-40B4-BE49-F238E27FC236}">
                <a16:creationId xmlns:a16="http://schemas.microsoft.com/office/drawing/2014/main" id="{DDE7B34B-A9AC-4818-BF62-F7D854C15E71}"/>
              </a:ext>
            </a:extLst>
          </p:cNvPr>
          <p:cNvSpPr>
            <a:spLocks noGrp="1"/>
          </p:cNvSpPr>
          <p:nvPr/>
        </p:nvSpPr>
        <p:spPr>
          <a:xfrm>
            <a:off x="2130827" y="5246195"/>
            <a:ext cx="25400" cy="25400"/>
          </a:xfrm>
          <a:prstGeom prst="ellipse">
            <a:avLst/>
          </a:prstGeom>
          <a:solidFill>
            <a:srgbClr val="B08A60">
              <a:alpha val="43000"/>
            </a:srgbClr>
          </a:solidFill>
          <a:ln w="0">
            <a:noFill/>
            <a:prstDash val="solid"/>
          </a:ln>
        </p:spPr>
      </p:sp>
      <p:sp>
        <p:nvSpPr>
          <p:cNvPr id="5042" name="LigandSeek2_vs_LigandSeek1_ellipse_10556">
            <a:extLst>
              <a:ext uri="{FF2B5EF4-FFF2-40B4-BE49-F238E27FC236}">
                <a16:creationId xmlns:a16="http://schemas.microsoft.com/office/drawing/2014/main" id="{85294191-F706-400F-8F3B-81CAF9A44F87}"/>
              </a:ext>
            </a:extLst>
          </p:cNvPr>
          <p:cNvSpPr>
            <a:spLocks noGrp="1"/>
          </p:cNvSpPr>
          <p:nvPr/>
        </p:nvSpPr>
        <p:spPr>
          <a:xfrm>
            <a:off x="2164085" y="5898853"/>
            <a:ext cx="25400" cy="25400"/>
          </a:xfrm>
          <a:prstGeom prst="ellipse">
            <a:avLst/>
          </a:prstGeom>
          <a:solidFill>
            <a:srgbClr val="B08A60">
              <a:alpha val="43000"/>
            </a:srgbClr>
          </a:solidFill>
          <a:ln w="0">
            <a:noFill/>
            <a:prstDash val="solid"/>
          </a:ln>
        </p:spPr>
      </p:sp>
      <p:sp>
        <p:nvSpPr>
          <p:cNvPr id="5043" name="LigandSeek2_vs_LigandSeek1_ellipse_10557">
            <a:extLst>
              <a:ext uri="{FF2B5EF4-FFF2-40B4-BE49-F238E27FC236}">
                <a16:creationId xmlns:a16="http://schemas.microsoft.com/office/drawing/2014/main" id="{508489CB-5B08-47A1-BF2F-4C1B8997FB0F}"/>
              </a:ext>
            </a:extLst>
          </p:cNvPr>
          <p:cNvSpPr>
            <a:spLocks noGrp="1"/>
          </p:cNvSpPr>
          <p:nvPr/>
        </p:nvSpPr>
        <p:spPr>
          <a:xfrm>
            <a:off x="2245256" y="5572524"/>
            <a:ext cx="25400" cy="25400"/>
          </a:xfrm>
          <a:prstGeom prst="ellipse">
            <a:avLst/>
          </a:prstGeom>
          <a:solidFill>
            <a:srgbClr val="B08A60">
              <a:alpha val="43000"/>
            </a:srgbClr>
          </a:solidFill>
          <a:ln w="0">
            <a:noFill/>
            <a:prstDash val="solid"/>
          </a:ln>
        </p:spPr>
      </p:sp>
      <p:sp>
        <p:nvSpPr>
          <p:cNvPr id="5044" name="LigandSeek2_vs_LigandSeek1_ellipse_10558">
            <a:extLst>
              <a:ext uri="{FF2B5EF4-FFF2-40B4-BE49-F238E27FC236}">
                <a16:creationId xmlns:a16="http://schemas.microsoft.com/office/drawing/2014/main" id="{26B6699D-9D67-4C1F-AAD2-1D6228E68211}"/>
              </a:ext>
            </a:extLst>
          </p:cNvPr>
          <p:cNvSpPr>
            <a:spLocks noGrp="1"/>
          </p:cNvSpPr>
          <p:nvPr/>
        </p:nvSpPr>
        <p:spPr>
          <a:xfrm>
            <a:off x="2218595" y="6388346"/>
            <a:ext cx="25400" cy="25400"/>
          </a:xfrm>
          <a:prstGeom prst="ellipse">
            <a:avLst/>
          </a:prstGeom>
          <a:solidFill>
            <a:srgbClr val="B08A60">
              <a:alpha val="43000"/>
            </a:srgbClr>
          </a:solidFill>
          <a:ln w="0">
            <a:noFill/>
            <a:prstDash val="solid"/>
          </a:ln>
        </p:spPr>
      </p:sp>
      <p:sp>
        <p:nvSpPr>
          <p:cNvPr id="5045" name="LigandSeek2_vs_LigandSeek1_ellipse_10559">
            <a:extLst>
              <a:ext uri="{FF2B5EF4-FFF2-40B4-BE49-F238E27FC236}">
                <a16:creationId xmlns:a16="http://schemas.microsoft.com/office/drawing/2014/main" id="{7013544C-8647-442B-AE64-290597DE307C}"/>
              </a:ext>
            </a:extLst>
          </p:cNvPr>
          <p:cNvSpPr>
            <a:spLocks noGrp="1"/>
          </p:cNvSpPr>
          <p:nvPr/>
        </p:nvSpPr>
        <p:spPr>
          <a:xfrm>
            <a:off x="2222401" y="5797578"/>
            <a:ext cx="25400" cy="25400"/>
          </a:xfrm>
          <a:prstGeom prst="ellipse">
            <a:avLst/>
          </a:prstGeom>
          <a:solidFill>
            <a:srgbClr val="B08A60">
              <a:alpha val="43000"/>
            </a:srgbClr>
          </a:solidFill>
          <a:ln w="0">
            <a:noFill/>
            <a:prstDash val="solid"/>
          </a:ln>
        </p:spPr>
      </p:sp>
      <p:sp>
        <p:nvSpPr>
          <p:cNvPr id="5046" name="LigandSeek2_vs_LigandSeek1_ellipse_10560">
            <a:extLst>
              <a:ext uri="{FF2B5EF4-FFF2-40B4-BE49-F238E27FC236}">
                <a16:creationId xmlns:a16="http://schemas.microsoft.com/office/drawing/2014/main" id="{BE58FDC6-16FC-4FD2-9953-77AE8392A6D5}"/>
              </a:ext>
            </a:extLst>
          </p:cNvPr>
          <p:cNvSpPr>
            <a:spLocks noGrp="1"/>
          </p:cNvSpPr>
          <p:nvPr/>
        </p:nvSpPr>
        <p:spPr>
          <a:xfrm>
            <a:off x="2225239" y="5931486"/>
            <a:ext cx="25400" cy="25400"/>
          </a:xfrm>
          <a:prstGeom prst="ellipse">
            <a:avLst/>
          </a:prstGeom>
          <a:solidFill>
            <a:srgbClr val="B08A60">
              <a:alpha val="43000"/>
            </a:srgbClr>
          </a:solidFill>
          <a:ln w="0">
            <a:noFill/>
            <a:prstDash val="solid"/>
          </a:ln>
        </p:spPr>
      </p:sp>
      <p:sp>
        <p:nvSpPr>
          <p:cNvPr id="5047" name="LigandSeek2_vs_LigandSeek1_ellipse_10561">
            <a:extLst>
              <a:ext uri="{FF2B5EF4-FFF2-40B4-BE49-F238E27FC236}">
                <a16:creationId xmlns:a16="http://schemas.microsoft.com/office/drawing/2014/main" id="{9D0FF2B3-E940-46CA-82FA-57DE680910BF}"/>
              </a:ext>
            </a:extLst>
          </p:cNvPr>
          <p:cNvSpPr>
            <a:spLocks noGrp="1"/>
          </p:cNvSpPr>
          <p:nvPr/>
        </p:nvSpPr>
        <p:spPr>
          <a:xfrm>
            <a:off x="2244131" y="5246195"/>
            <a:ext cx="25400" cy="25400"/>
          </a:xfrm>
          <a:prstGeom prst="ellipse">
            <a:avLst/>
          </a:prstGeom>
          <a:solidFill>
            <a:srgbClr val="B08A60">
              <a:alpha val="43000"/>
            </a:srgbClr>
          </a:solidFill>
          <a:ln w="0">
            <a:noFill/>
            <a:prstDash val="solid"/>
          </a:ln>
        </p:spPr>
      </p:sp>
      <p:sp>
        <p:nvSpPr>
          <p:cNvPr id="5048" name="LigandSeek2_vs_LigandSeek1_ellipse_10562">
            <a:extLst>
              <a:ext uri="{FF2B5EF4-FFF2-40B4-BE49-F238E27FC236}">
                <a16:creationId xmlns:a16="http://schemas.microsoft.com/office/drawing/2014/main" id="{944B4525-873E-4F04-8D19-E445691F2D34}"/>
              </a:ext>
            </a:extLst>
          </p:cNvPr>
          <p:cNvSpPr>
            <a:spLocks noGrp="1"/>
          </p:cNvSpPr>
          <p:nvPr/>
        </p:nvSpPr>
        <p:spPr>
          <a:xfrm>
            <a:off x="2136751" y="6219832"/>
            <a:ext cx="25400" cy="25400"/>
          </a:xfrm>
          <a:prstGeom prst="ellipse">
            <a:avLst/>
          </a:prstGeom>
          <a:solidFill>
            <a:srgbClr val="B08A60">
              <a:alpha val="43000"/>
            </a:srgbClr>
          </a:solidFill>
          <a:ln w="0">
            <a:noFill/>
            <a:prstDash val="solid"/>
          </a:ln>
        </p:spPr>
      </p:sp>
      <p:sp>
        <p:nvSpPr>
          <p:cNvPr id="5049" name="LigandSeek2_vs_LigandSeek1_ellipse_10563">
            <a:extLst>
              <a:ext uri="{FF2B5EF4-FFF2-40B4-BE49-F238E27FC236}">
                <a16:creationId xmlns:a16="http://schemas.microsoft.com/office/drawing/2014/main" id="{7710F82A-E8E3-403B-83F0-4828B2D1C8CA}"/>
              </a:ext>
            </a:extLst>
          </p:cNvPr>
          <p:cNvSpPr>
            <a:spLocks noGrp="1"/>
          </p:cNvSpPr>
          <p:nvPr/>
        </p:nvSpPr>
        <p:spPr>
          <a:xfrm>
            <a:off x="2137012" y="6007629"/>
            <a:ext cx="25400" cy="25400"/>
          </a:xfrm>
          <a:prstGeom prst="ellipse">
            <a:avLst/>
          </a:prstGeom>
          <a:solidFill>
            <a:srgbClr val="B08A60">
              <a:alpha val="43000"/>
            </a:srgbClr>
          </a:solidFill>
          <a:ln w="0">
            <a:noFill/>
            <a:prstDash val="solid"/>
          </a:ln>
        </p:spPr>
      </p:sp>
      <p:sp>
        <p:nvSpPr>
          <p:cNvPr id="5050" name="LigandSeek2_vs_LigandSeek1_ellipse_10564">
            <a:extLst>
              <a:ext uri="{FF2B5EF4-FFF2-40B4-BE49-F238E27FC236}">
                <a16:creationId xmlns:a16="http://schemas.microsoft.com/office/drawing/2014/main" id="{D4895E56-4F6C-4402-ADC2-75DBD47D1205}"/>
              </a:ext>
            </a:extLst>
          </p:cNvPr>
          <p:cNvSpPr>
            <a:spLocks noGrp="1"/>
          </p:cNvSpPr>
          <p:nvPr/>
        </p:nvSpPr>
        <p:spPr>
          <a:xfrm>
            <a:off x="2228290" y="5246195"/>
            <a:ext cx="25400" cy="25400"/>
          </a:xfrm>
          <a:prstGeom prst="ellipse">
            <a:avLst/>
          </a:prstGeom>
          <a:solidFill>
            <a:srgbClr val="B08A60">
              <a:alpha val="43000"/>
            </a:srgbClr>
          </a:solidFill>
          <a:ln w="0">
            <a:noFill/>
            <a:prstDash val="solid"/>
          </a:ln>
        </p:spPr>
      </p:sp>
      <p:sp>
        <p:nvSpPr>
          <p:cNvPr id="5051" name="LigandSeek2_vs_LigandSeek1_ellipse_10565">
            <a:extLst>
              <a:ext uri="{FF2B5EF4-FFF2-40B4-BE49-F238E27FC236}">
                <a16:creationId xmlns:a16="http://schemas.microsoft.com/office/drawing/2014/main" id="{5203DD89-1570-492E-BC73-BB771DFDCB01}"/>
              </a:ext>
            </a:extLst>
          </p:cNvPr>
          <p:cNvSpPr>
            <a:spLocks noGrp="1"/>
          </p:cNvSpPr>
          <p:nvPr/>
        </p:nvSpPr>
        <p:spPr>
          <a:xfrm>
            <a:off x="2138184" y="5246195"/>
            <a:ext cx="25400" cy="25400"/>
          </a:xfrm>
          <a:prstGeom prst="ellipse">
            <a:avLst/>
          </a:prstGeom>
          <a:solidFill>
            <a:srgbClr val="B08A60">
              <a:alpha val="43000"/>
            </a:srgbClr>
          </a:solidFill>
          <a:ln w="0">
            <a:noFill/>
            <a:prstDash val="solid"/>
          </a:ln>
        </p:spPr>
      </p:sp>
      <p:sp>
        <p:nvSpPr>
          <p:cNvPr id="5052" name="LigandSeek2_vs_LigandSeek1_ellipse_10566">
            <a:extLst>
              <a:ext uri="{FF2B5EF4-FFF2-40B4-BE49-F238E27FC236}">
                <a16:creationId xmlns:a16="http://schemas.microsoft.com/office/drawing/2014/main" id="{BABC793D-FD23-466B-BB76-44721E84F99A}"/>
              </a:ext>
            </a:extLst>
          </p:cNvPr>
          <p:cNvSpPr>
            <a:spLocks noGrp="1"/>
          </p:cNvSpPr>
          <p:nvPr/>
        </p:nvSpPr>
        <p:spPr>
          <a:xfrm>
            <a:off x="2155929" y="6388346"/>
            <a:ext cx="25400" cy="25400"/>
          </a:xfrm>
          <a:prstGeom prst="ellipse">
            <a:avLst/>
          </a:prstGeom>
          <a:solidFill>
            <a:srgbClr val="B08A60">
              <a:alpha val="43000"/>
            </a:srgbClr>
          </a:solidFill>
          <a:ln w="0">
            <a:noFill/>
            <a:prstDash val="solid"/>
          </a:ln>
        </p:spPr>
      </p:sp>
      <p:sp>
        <p:nvSpPr>
          <p:cNvPr id="5053" name="LigandSeek2_vs_LigandSeek1_ellipse_10567">
            <a:extLst>
              <a:ext uri="{FF2B5EF4-FFF2-40B4-BE49-F238E27FC236}">
                <a16:creationId xmlns:a16="http://schemas.microsoft.com/office/drawing/2014/main" id="{0C690B24-87A8-49DE-9B18-1C70B88B7AF9}"/>
              </a:ext>
            </a:extLst>
          </p:cNvPr>
          <p:cNvSpPr>
            <a:spLocks noGrp="1"/>
          </p:cNvSpPr>
          <p:nvPr/>
        </p:nvSpPr>
        <p:spPr>
          <a:xfrm>
            <a:off x="2202876" y="6329014"/>
            <a:ext cx="25400" cy="25400"/>
          </a:xfrm>
          <a:prstGeom prst="ellipse">
            <a:avLst/>
          </a:prstGeom>
          <a:solidFill>
            <a:srgbClr val="B08A60">
              <a:alpha val="43000"/>
            </a:srgbClr>
          </a:solidFill>
          <a:ln w="0">
            <a:noFill/>
            <a:prstDash val="solid"/>
          </a:ln>
        </p:spPr>
      </p:sp>
      <p:sp>
        <p:nvSpPr>
          <p:cNvPr id="5054" name="LigandSeek2_vs_LigandSeek1_ellipse_10568">
            <a:extLst>
              <a:ext uri="{FF2B5EF4-FFF2-40B4-BE49-F238E27FC236}">
                <a16:creationId xmlns:a16="http://schemas.microsoft.com/office/drawing/2014/main" id="{22851723-7290-4218-A8A9-19DDB1A5D2CD}"/>
              </a:ext>
            </a:extLst>
          </p:cNvPr>
          <p:cNvSpPr>
            <a:spLocks noGrp="1"/>
          </p:cNvSpPr>
          <p:nvPr/>
        </p:nvSpPr>
        <p:spPr>
          <a:xfrm>
            <a:off x="2130498" y="6388346"/>
            <a:ext cx="25400" cy="25400"/>
          </a:xfrm>
          <a:prstGeom prst="ellipse">
            <a:avLst/>
          </a:prstGeom>
          <a:solidFill>
            <a:srgbClr val="B08A60">
              <a:alpha val="43000"/>
            </a:srgbClr>
          </a:solidFill>
          <a:ln w="0">
            <a:noFill/>
            <a:prstDash val="solid"/>
          </a:ln>
        </p:spPr>
      </p:sp>
      <p:sp>
        <p:nvSpPr>
          <p:cNvPr id="5055" name="LigandSeek2_vs_LigandSeek1_ellipse_10569">
            <a:extLst>
              <a:ext uri="{FF2B5EF4-FFF2-40B4-BE49-F238E27FC236}">
                <a16:creationId xmlns:a16="http://schemas.microsoft.com/office/drawing/2014/main" id="{60388B53-AA39-4B84-A708-EA2120D22B07}"/>
              </a:ext>
            </a:extLst>
          </p:cNvPr>
          <p:cNvSpPr>
            <a:spLocks noGrp="1"/>
          </p:cNvSpPr>
          <p:nvPr/>
        </p:nvSpPr>
        <p:spPr>
          <a:xfrm>
            <a:off x="2198952" y="6388346"/>
            <a:ext cx="25400" cy="25400"/>
          </a:xfrm>
          <a:prstGeom prst="ellipse">
            <a:avLst/>
          </a:prstGeom>
          <a:solidFill>
            <a:srgbClr val="B08A60">
              <a:alpha val="43000"/>
            </a:srgbClr>
          </a:solidFill>
          <a:ln w="0">
            <a:noFill/>
            <a:prstDash val="solid"/>
          </a:ln>
        </p:spPr>
      </p:sp>
      <p:sp>
        <p:nvSpPr>
          <p:cNvPr id="5056" name="LigandSeek2_vs_LigandSeek1_path_10570">
            <a:extLst>
              <a:ext uri="{FF2B5EF4-FFF2-40B4-BE49-F238E27FC236}">
                <a16:creationId xmlns:a16="http://schemas.microsoft.com/office/drawing/2014/main" id="{7BC6FBD0-A067-4491-B5D0-B42FA51CDF29}"/>
              </a:ext>
            </a:extLst>
          </p:cNvPr>
          <p:cNvSpPr>
            <a:spLocks noGrp="1"/>
          </p:cNvSpPr>
          <p:nvPr/>
        </p:nvSpPr>
        <p:spPr>
          <a:xfrm>
            <a:off x="586800" y="5218920"/>
            <a:ext cx="191" cy="1210680"/>
          </a:xfrm>
          <a:custGeom>
            <a:avLst/>
            <a:gdLst/>
            <a:ahLst/>
            <a:cxnLst/>
            <a:rect l="0" t="0" r="0" b="0"/>
            <a:pathLst>
              <a:path w="191" h="1210680">
                <a:moveTo>
                  <a:pt x="0" y="1210680"/>
                </a:moveTo>
                <a:lnTo>
                  <a:pt x="0" y="0"/>
                </a:lnTo>
              </a:path>
            </a:pathLst>
          </a:custGeom>
          <a:noFill/>
          <a:ln w="8255">
            <a:solidFill>
              <a:srgbClr val="000000">
                <a:alpha val="100000"/>
              </a:srgbClr>
            </a:solidFill>
            <a:prstDash val="solid"/>
          </a:ln>
        </p:spPr>
      </p:sp>
      <p:sp>
        <p:nvSpPr>
          <p:cNvPr id="5057" name="LigandSeek2_vs_LigandSeek1_path_10571">
            <a:extLst>
              <a:ext uri="{FF2B5EF4-FFF2-40B4-BE49-F238E27FC236}">
                <a16:creationId xmlns:a16="http://schemas.microsoft.com/office/drawing/2014/main" id="{8A17EDCC-A5EB-4CA1-8489-47CB35D5844B}"/>
              </a:ext>
            </a:extLst>
          </p:cNvPr>
          <p:cNvSpPr>
            <a:spLocks noGrp="1"/>
          </p:cNvSpPr>
          <p:nvPr/>
        </p:nvSpPr>
        <p:spPr>
          <a:xfrm>
            <a:off x="586800" y="6429600"/>
            <a:ext cx="1848420" cy="191"/>
          </a:xfrm>
          <a:custGeom>
            <a:avLst/>
            <a:gdLst/>
            <a:ahLst/>
            <a:cxnLst/>
            <a:rect l="0" t="0" r="0" b="0"/>
            <a:pathLst>
              <a:path w="1848420" h="191">
                <a:moveTo>
                  <a:pt x="0" y="0"/>
                </a:moveTo>
                <a:lnTo>
                  <a:pt x="1848420" y="0"/>
                </a:lnTo>
              </a:path>
            </a:pathLst>
          </a:custGeom>
          <a:noFill/>
          <a:ln w="8255">
            <a:solidFill>
              <a:srgbClr val="000000">
                <a:alpha val="100000"/>
              </a:srgbClr>
            </a:solidFill>
            <a:prstDash val="solid"/>
          </a:ln>
        </p:spPr>
      </p:sp>
      <p:sp>
        <p:nvSpPr>
          <p:cNvPr id="5058" name="LigandSeek2_vs_LigandSeek1_text_10572">
            <a:extLst>
              <a:ext uri="{FF2B5EF4-FFF2-40B4-BE49-F238E27FC236}">
                <a16:creationId xmlns:a16="http://schemas.microsoft.com/office/drawing/2014/main" id="{CCD5123C-5B8C-4B30-A2CD-42609DD04D0A}"/>
              </a:ext>
            </a:extLst>
          </p:cNvPr>
          <p:cNvSpPr>
            <a:spLocks noGrp="1"/>
          </p:cNvSpPr>
          <p:nvPr/>
        </p:nvSpPr>
        <p:spPr>
          <a:xfrm rot="0">
            <a:off x="586800" y="5006699"/>
            <a:ext cx="1353490"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CA2: one-to-one detection₀.₃</a:t>
            </a:r>
          </a:p>
        </p:txBody>
      </p:sp>
      <p:sp>
        <p:nvSpPr>
          <p:cNvPr id="5059" name="LigandSeek2_vs_LigandSeek1_text_10573">
            <a:extLst>
              <a:ext uri="{FF2B5EF4-FFF2-40B4-BE49-F238E27FC236}">
                <a16:creationId xmlns:a16="http://schemas.microsoft.com/office/drawing/2014/main" id="{CEFEE87B-6017-45CC-AEA6-8193F2DCD567}"/>
              </a:ext>
            </a:extLst>
          </p:cNvPr>
          <p:cNvSpPr>
            <a:spLocks noGrp="1"/>
          </p:cNvSpPr>
          <p:nvPr/>
        </p:nvSpPr>
        <p:spPr>
          <a:xfrm rot="0">
            <a:off x="320100" y="4982204"/>
            <a:ext cx="76619" cy="174625"/>
          </a:xfrm>
          <a:prstGeom prst="rect">
            <a:avLst/>
          </a:prstGeom>
          <a:noFill/>
          <a:ln w="0">
            <a:noFill/>
          </a:ln>
        </p:spPr>
        <p:txBody>
          <a:bodyPr wrap="none" lIns="0" tIns="0" rIns="0" bIns="0" anchor="ctr">
            <a:noAutofit/>
          </a:bodyPr>
          <a:lstStyle>
            <a:defPPr algn="l">
              <a:defRPr sz="1100" b="1">
                <a:solidFill>
                  <a:srgbClr val="000000"/>
                </a:solidFill>
                <a:latin typeface="Calibri"/>
                <a:ea typeface="Calibri"/>
                <a:cs typeface="Calibri"/>
              </a:defRPr>
            </a:defPPr>
          </a:lstStyle>
          <a:p>
            <a:pPr algn="l">
              <a:defRPr sz="1100" b="1">
                <a:solidFill>
                  <a:srgbClr val="000000"/>
                </a:solidFill>
                <a:latin typeface="Calibri"/>
                <a:ea typeface="Calibri"/>
                <a:cs typeface="Calibri"/>
              </a:defRPr>
            </a:pPr>
            <a:r>
              <a:rPr sz="1100" b="1">
                <a:solidFill>
                  <a:srgbClr val="000000"/>
                </a:solidFill>
                <a:latin typeface="Calibri"/>
                <a:ea typeface="Calibri"/>
                <a:cs typeface="Calibri"/>
              </a:rPr>
              <a:t>e</a:t>
            </a:r>
          </a:p>
        </p:txBody>
      </p:sp>
      <p:sp>
        <p:nvSpPr>
          <p:cNvPr id="5060" name="LigandSeek2_vs_LigandSeek1_path_10574">
            <a:extLst>
              <a:ext uri="{FF2B5EF4-FFF2-40B4-BE49-F238E27FC236}">
                <a16:creationId xmlns:a16="http://schemas.microsoft.com/office/drawing/2014/main" id="{6BF33AF3-3473-4599-B412-B0FBABD19153}"/>
              </a:ext>
            </a:extLst>
          </p:cNvPr>
          <p:cNvSpPr>
            <a:spLocks noGrp="1"/>
          </p:cNvSpPr>
          <p:nvPr/>
        </p:nvSpPr>
        <p:spPr>
          <a:xfrm>
            <a:off x="805250" y="5258895"/>
            <a:ext cx="191" cy="761434"/>
          </a:xfrm>
          <a:custGeom>
            <a:avLst/>
            <a:gdLst/>
            <a:ahLst/>
            <a:cxnLst/>
            <a:rect l="0" t="0" r="0" b="0"/>
            <a:pathLst>
              <a:path w="191" h="761434">
                <a:moveTo>
                  <a:pt x="0" y="761434"/>
                </a:moveTo>
                <a:lnTo>
                  <a:pt x="0" y="0"/>
                </a:lnTo>
              </a:path>
            </a:pathLst>
          </a:custGeom>
          <a:noFill/>
          <a:ln w="21590">
            <a:solidFill>
              <a:srgbClr val="566AB4">
                <a:alpha val="100000"/>
              </a:srgbClr>
            </a:solidFill>
            <a:prstDash val="solid"/>
          </a:ln>
        </p:spPr>
      </p:sp>
      <p:sp>
        <p:nvSpPr>
          <p:cNvPr id="5061" name="LigandSeek2_vs_LigandSeek1_path_10575">
            <a:extLst>
              <a:ext uri="{FF2B5EF4-FFF2-40B4-BE49-F238E27FC236}">
                <a16:creationId xmlns:a16="http://schemas.microsoft.com/office/drawing/2014/main" id="{37FE81A6-BEBB-423E-AF05-EE32FBA3356F}"/>
              </a:ext>
            </a:extLst>
          </p:cNvPr>
          <p:cNvSpPr>
            <a:spLocks noGrp="1"/>
          </p:cNvSpPr>
          <p:nvPr/>
        </p:nvSpPr>
        <p:spPr>
          <a:xfrm>
            <a:off x="1141326" y="5515879"/>
            <a:ext cx="191" cy="861867"/>
          </a:xfrm>
          <a:custGeom>
            <a:avLst/>
            <a:gdLst/>
            <a:ahLst/>
            <a:cxnLst/>
            <a:rect l="0" t="0" r="0" b="0"/>
            <a:pathLst>
              <a:path w="191" h="861867">
                <a:moveTo>
                  <a:pt x="0" y="861867"/>
                </a:moveTo>
                <a:lnTo>
                  <a:pt x="0" y="0"/>
                </a:lnTo>
              </a:path>
            </a:pathLst>
          </a:custGeom>
          <a:noFill/>
          <a:ln w="21590">
            <a:solidFill>
              <a:srgbClr val="B08A60">
                <a:alpha val="100000"/>
              </a:srgbClr>
            </a:solidFill>
            <a:prstDash val="solid"/>
          </a:ln>
        </p:spPr>
      </p:sp>
      <p:sp>
        <p:nvSpPr>
          <p:cNvPr id="5062" name="LigandSeek2_vs_LigandSeek1_path_10576">
            <a:extLst>
              <a:ext uri="{FF2B5EF4-FFF2-40B4-BE49-F238E27FC236}">
                <a16:creationId xmlns:a16="http://schemas.microsoft.com/office/drawing/2014/main" id="{0770E2E1-285C-4793-A519-2A78D9D22368}"/>
              </a:ext>
            </a:extLst>
          </p:cNvPr>
          <p:cNvSpPr>
            <a:spLocks noGrp="1"/>
          </p:cNvSpPr>
          <p:nvPr/>
        </p:nvSpPr>
        <p:spPr>
          <a:xfrm>
            <a:off x="1880694" y="5258895"/>
            <a:ext cx="191" cy="807664"/>
          </a:xfrm>
          <a:custGeom>
            <a:avLst/>
            <a:gdLst/>
            <a:ahLst/>
            <a:cxnLst/>
            <a:rect l="0" t="0" r="0" b="0"/>
            <a:pathLst>
              <a:path w="191" h="807664">
                <a:moveTo>
                  <a:pt x="0" y="807664"/>
                </a:moveTo>
                <a:lnTo>
                  <a:pt x="0" y="0"/>
                </a:lnTo>
              </a:path>
            </a:pathLst>
          </a:custGeom>
          <a:noFill/>
          <a:ln w="21590">
            <a:solidFill>
              <a:srgbClr val="566AB4">
                <a:alpha val="100000"/>
              </a:srgbClr>
            </a:solidFill>
            <a:prstDash val="solid"/>
          </a:ln>
        </p:spPr>
      </p:sp>
      <p:sp>
        <p:nvSpPr>
          <p:cNvPr id="5063" name="LigandSeek2_vs_LigandSeek1_path_10577">
            <a:extLst>
              <a:ext uri="{FF2B5EF4-FFF2-40B4-BE49-F238E27FC236}">
                <a16:creationId xmlns:a16="http://schemas.microsoft.com/office/drawing/2014/main" id="{F03BD8A7-D30A-4E21-9563-188DC21E9F7E}"/>
              </a:ext>
            </a:extLst>
          </p:cNvPr>
          <p:cNvSpPr>
            <a:spLocks noGrp="1"/>
          </p:cNvSpPr>
          <p:nvPr/>
        </p:nvSpPr>
        <p:spPr>
          <a:xfrm>
            <a:off x="2216770" y="5258895"/>
            <a:ext cx="191" cy="984425"/>
          </a:xfrm>
          <a:custGeom>
            <a:avLst/>
            <a:gdLst/>
            <a:ahLst/>
            <a:cxnLst/>
            <a:rect l="0" t="0" r="0" b="0"/>
            <a:pathLst>
              <a:path w="191" h="984425">
                <a:moveTo>
                  <a:pt x="0" y="984425"/>
                </a:moveTo>
                <a:lnTo>
                  <a:pt x="0" y="0"/>
                </a:lnTo>
              </a:path>
            </a:pathLst>
          </a:custGeom>
          <a:noFill/>
          <a:ln w="21590">
            <a:solidFill>
              <a:srgbClr val="B08A60">
                <a:alpha val="100000"/>
              </a:srgbClr>
            </a:solidFill>
            <a:prstDash val="solid"/>
          </a:ln>
        </p:spPr>
      </p:sp>
      <p:sp>
        <p:nvSpPr>
          <p:cNvPr id="5064" name="LigandSeek2_vs_LigandSeek1_ellipse_10578">
            <a:extLst>
              <a:ext uri="{FF2B5EF4-FFF2-40B4-BE49-F238E27FC236}">
                <a16:creationId xmlns:a16="http://schemas.microsoft.com/office/drawing/2014/main" id="{5D7ADDE0-0C31-418D-A7D9-2A33DA8E6E34}"/>
              </a:ext>
            </a:extLst>
          </p:cNvPr>
          <p:cNvSpPr>
            <a:spLocks noGrp="1"/>
          </p:cNvSpPr>
          <p:nvPr/>
        </p:nvSpPr>
        <p:spPr>
          <a:xfrm>
            <a:off x="782354" y="5616717"/>
            <a:ext cx="45791" cy="45791"/>
          </a:xfrm>
          <a:prstGeom prst="ellipse">
            <a:avLst/>
          </a:prstGeom>
          <a:solidFill>
            <a:srgbClr val="FFFFFF">
              <a:alpha val="100000"/>
            </a:srgbClr>
          </a:solidFill>
          <a:ln w="10160">
            <a:solidFill>
              <a:srgbClr val="566AB4">
                <a:alpha val="100000"/>
              </a:srgbClr>
            </a:solidFill>
            <a:prstDash val="solid"/>
          </a:ln>
        </p:spPr>
      </p:sp>
      <p:sp>
        <p:nvSpPr>
          <p:cNvPr id="5065" name="LigandSeek2_vs_LigandSeek1_ellipse_10579">
            <a:extLst>
              <a:ext uri="{FF2B5EF4-FFF2-40B4-BE49-F238E27FC236}">
                <a16:creationId xmlns:a16="http://schemas.microsoft.com/office/drawing/2014/main" id="{CC620B6B-0E70-42FA-81B2-38F7BD99BEA4}"/>
              </a:ext>
            </a:extLst>
          </p:cNvPr>
          <p:cNvSpPr>
            <a:spLocks noGrp="1"/>
          </p:cNvSpPr>
          <p:nvPr/>
        </p:nvSpPr>
        <p:spPr>
          <a:xfrm>
            <a:off x="1118431" y="5807075"/>
            <a:ext cx="45791" cy="45791"/>
          </a:xfrm>
          <a:prstGeom prst="ellipse">
            <a:avLst/>
          </a:prstGeom>
          <a:solidFill>
            <a:srgbClr val="FFFFFF">
              <a:alpha val="100000"/>
            </a:srgbClr>
          </a:solidFill>
          <a:ln w="10160">
            <a:solidFill>
              <a:srgbClr val="B08A60">
                <a:alpha val="100000"/>
              </a:srgbClr>
            </a:solidFill>
            <a:prstDash val="solid"/>
          </a:ln>
        </p:spPr>
      </p:sp>
      <p:sp>
        <p:nvSpPr>
          <p:cNvPr id="5066" name="LigandSeek2_vs_LigandSeek1_ellipse_10580">
            <a:extLst>
              <a:ext uri="{FF2B5EF4-FFF2-40B4-BE49-F238E27FC236}">
                <a16:creationId xmlns:a16="http://schemas.microsoft.com/office/drawing/2014/main" id="{110C91BB-48DA-4E4D-85B7-DE1BBBB6ADA5}"/>
              </a:ext>
            </a:extLst>
          </p:cNvPr>
          <p:cNvSpPr>
            <a:spLocks noGrp="1"/>
          </p:cNvSpPr>
          <p:nvPr/>
        </p:nvSpPr>
        <p:spPr>
          <a:xfrm>
            <a:off x="1857799" y="5616717"/>
            <a:ext cx="45791" cy="45791"/>
          </a:xfrm>
          <a:prstGeom prst="ellipse">
            <a:avLst/>
          </a:prstGeom>
          <a:solidFill>
            <a:srgbClr val="FFFFFF">
              <a:alpha val="100000"/>
            </a:srgbClr>
          </a:solidFill>
          <a:ln w="10160">
            <a:solidFill>
              <a:srgbClr val="566AB4">
                <a:alpha val="100000"/>
              </a:srgbClr>
            </a:solidFill>
            <a:prstDash val="solid"/>
          </a:ln>
        </p:spPr>
      </p:sp>
      <p:sp>
        <p:nvSpPr>
          <p:cNvPr id="5067" name="LigandSeek2_vs_LigandSeek1_ellipse_10581">
            <a:extLst>
              <a:ext uri="{FF2B5EF4-FFF2-40B4-BE49-F238E27FC236}">
                <a16:creationId xmlns:a16="http://schemas.microsoft.com/office/drawing/2014/main" id="{60C4E26E-413E-4D28-BECC-57B3DFF5D6F0}"/>
              </a:ext>
            </a:extLst>
          </p:cNvPr>
          <p:cNvSpPr>
            <a:spLocks noGrp="1"/>
          </p:cNvSpPr>
          <p:nvPr/>
        </p:nvSpPr>
        <p:spPr>
          <a:xfrm>
            <a:off x="2193875" y="5807075"/>
            <a:ext cx="45791" cy="45791"/>
          </a:xfrm>
          <a:prstGeom prst="ellipse">
            <a:avLst/>
          </a:prstGeom>
          <a:solidFill>
            <a:srgbClr val="FFFFFF">
              <a:alpha val="100000"/>
            </a:srgbClr>
          </a:solidFill>
          <a:ln w="10160">
            <a:solidFill>
              <a:srgbClr val="B08A60">
                <a:alpha val="100000"/>
              </a:srgbClr>
            </a:solidFill>
            <a:prstDash val="solid"/>
          </a:ln>
        </p:spPr>
      </p:sp>
      <p:sp>
        <p:nvSpPr>
          <p:cNvPr id="5068" name="LigandSeek2_vs_LigandSeek1_path_10582">
            <a:extLst>
              <a:ext uri="{FF2B5EF4-FFF2-40B4-BE49-F238E27FC236}">
                <a16:creationId xmlns:a16="http://schemas.microsoft.com/office/drawing/2014/main" id="{012CE3F3-0233-4712-ADEB-B561B5AEF617}"/>
              </a:ext>
            </a:extLst>
          </p:cNvPr>
          <p:cNvSpPr>
            <a:spLocks noGrp="1"/>
          </p:cNvSpPr>
          <p:nvPr/>
        </p:nvSpPr>
        <p:spPr>
          <a:xfrm>
            <a:off x="3403440" y="5218920"/>
            <a:ext cx="1848420" cy="1210680"/>
          </a:xfrm>
          <a:custGeom>
            <a:avLst/>
            <a:gdLst/>
            <a:ahLst/>
            <a:cxnLst/>
            <a:rect l="0" t="0" r="0" b="0"/>
            <a:pathLst>
              <a:path w="1848420" h="1210680">
                <a:moveTo>
                  <a:pt x="0" y="1210680"/>
                </a:moveTo>
                <a:lnTo>
                  <a:pt x="1848420" y="1210680"/>
                </a:lnTo>
                <a:lnTo>
                  <a:pt x="1848420" y="0"/>
                </a:lnTo>
                <a:lnTo>
                  <a:pt x="0" y="0"/>
                </a:lnTo>
                <a:lnTo>
                  <a:pt x="0" y="1210680"/>
                </a:lnTo>
                <a:close/>
              </a:path>
            </a:pathLst>
          </a:custGeom>
          <a:solidFill>
            <a:srgbClr val="FFFFFF">
              <a:alpha val="100000"/>
            </a:srgbClr>
          </a:solidFill>
          <a:ln w="0">
            <a:noFill/>
            <a:prstDash val="solid"/>
          </a:ln>
        </p:spPr>
      </p:sp>
      <p:sp>
        <p:nvSpPr>
          <p:cNvPr id="5069" name="LigandSeek2_vs_LigandSeek1_text_10583">
            <a:extLst>
              <a:ext uri="{FF2B5EF4-FFF2-40B4-BE49-F238E27FC236}">
                <a16:creationId xmlns:a16="http://schemas.microsoft.com/office/drawing/2014/main" id="{A90FAD4E-C815-4CCD-9766-6552FB2AB3B8}"/>
              </a:ext>
            </a:extLst>
          </p:cNvPr>
          <p:cNvSpPr>
            <a:spLocks noGrp="1"/>
          </p:cNvSpPr>
          <p:nvPr/>
        </p:nvSpPr>
        <p:spPr>
          <a:xfrm rot="0">
            <a:off x="3602476" y="6481940"/>
            <a:ext cx="381254"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Precision</a:t>
            </a:r>
          </a:p>
        </p:txBody>
      </p:sp>
      <p:sp>
        <p:nvSpPr>
          <p:cNvPr id="5070" name="LigandSeek2_vs_LigandSeek1_text_10584">
            <a:extLst>
              <a:ext uri="{FF2B5EF4-FFF2-40B4-BE49-F238E27FC236}">
                <a16:creationId xmlns:a16="http://schemas.microsoft.com/office/drawing/2014/main" id="{4B0FB5CD-F725-4347-8CB9-63E65BD9FC3A}"/>
              </a:ext>
            </a:extLst>
          </p:cNvPr>
          <p:cNvSpPr>
            <a:spLocks noGrp="1"/>
          </p:cNvSpPr>
          <p:nvPr/>
        </p:nvSpPr>
        <p:spPr>
          <a:xfrm rot="0">
            <a:off x="4743300" y="6481940"/>
            <a:ext cx="250495"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Recall</a:t>
            </a:r>
          </a:p>
        </p:txBody>
      </p:sp>
      <p:sp>
        <p:nvSpPr>
          <p:cNvPr id="5071" name="LigandSeek2_vs_LigandSeek1_path_10585">
            <a:extLst>
              <a:ext uri="{FF2B5EF4-FFF2-40B4-BE49-F238E27FC236}">
                <a16:creationId xmlns:a16="http://schemas.microsoft.com/office/drawing/2014/main" id="{207AAA96-414C-4137-9A79-258D41279AAE}"/>
              </a:ext>
            </a:extLst>
          </p:cNvPr>
          <p:cNvSpPr>
            <a:spLocks noGrp="1"/>
          </p:cNvSpPr>
          <p:nvPr/>
        </p:nvSpPr>
        <p:spPr>
          <a:xfrm>
            <a:off x="3403440" y="6401046"/>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5072" name="LigandSeek2_vs_LigandSeek1_path_10586">
            <a:extLst>
              <a:ext uri="{FF2B5EF4-FFF2-40B4-BE49-F238E27FC236}">
                <a16:creationId xmlns:a16="http://schemas.microsoft.com/office/drawing/2014/main" id="{B6D37BA6-53B2-4438-9C00-60D9811D29C6}"/>
              </a:ext>
            </a:extLst>
          </p:cNvPr>
          <p:cNvSpPr>
            <a:spLocks noGrp="1"/>
          </p:cNvSpPr>
          <p:nvPr/>
        </p:nvSpPr>
        <p:spPr>
          <a:xfrm>
            <a:off x="3374230" y="6401046"/>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5073" name="LigandSeek2_vs_LigandSeek1_text_10587">
            <a:extLst>
              <a:ext uri="{FF2B5EF4-FFF2-40B4-BE49-F238E27FC236}">
                <a16:creationId xmlns:a16="http://schemas.microsoft.com/office/drawing/2014/main" id="{708304A0-4A68-4790-B88C-BFF8F261BE60}"/>
              </a:ext>
            </a:extLst>
          </p:cNvPr>
          <p:cNvSpPr>
            <a:spLocks noGrp="1"/>
          </p:cNvSpPr>
          <p:nvPr/>
        </p:nvSpPr>
        <p:spPr>
          <a:xfrm rot="0">
            <a:off x="3098132" y="6355334"/>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0.000</a:t>
            </a:r>
          </a:p>
        </p:txBody>
      </p:sp>
      <p:sp>
        <p:nvSpPr>
          <p:cNvPr id="5074" name="LigandSeek2_vs_LigandSeek1_path_10588">
            <a:extLst>
              <a:ext uri="{FF2B5EF4-FFF2-40B4-BE49-F238E27FC236}">
                <a16:creationId xmlns:a16="http://schemas.microsoft.com/office/drawing/2014/main" id="{999781D3-E9C1-4A4A-A0CD-947F2CB933CA}"/>
              </a:ext>
            </a:extLst>
          </p:cNvPr>
          <p:cNvSpPr>
            <a:spLocks noGrp="1"/>
          </p:cNvSpPr>
          <p:nvPr/>
        </p:nvSpPr>
        <p:spPr>
          <a:xfrm>
            <a:off x="3403440" y="5829971"/>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5075" name="LigandSeek2_vs_LigandSeek1_path_10589">
            <a:extLst>
              <a:ext uri="{FF2B5EF4-FFF2-40B4-BE49-F238E27FC236}">
                <a16:creationId xmlns:a16="http://schemas.microsoft.com/office/drawing/2014/main" id="{7C9B1FC2-37A2-4395-BB4F-5143F491AE23}"/>
              </a:ext>
            </a:extLst>
          </p:cNvPr>
          <p:cNvSpPr>
            <a:spLocks noGrp="1"/>
          </p:cNvSpPr>
          <p:nvPr/>
        </p:nvSpPr>
        <p:spPr>
          <a:xfrm>
            <a:off x="3374230" y="5829971"/>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5076" name="LigandSeek2_vs_LigandSeek1_text_10590">
            <a:extLst>
              <a:ext uri="{FF2B5EF4-FFF2-40B4-BE49-F238E27FC236}">
                <a16:creationId xmlns:a16="http://schemas.microsoft.com/office/drawing/2014/main" id="{E35B4DB2-45F6-4379-B116-5C0239D0926E}"/>
              </a:ext>
            </a:extLst>
          </p:cNvPr>
          <p:cNvSpPr>
            <a:spLocks noGrp="1"/>
          </p:cNvSpPr>
          <p:nvPr/>
        </p:nvSpPr>
        <p:spPr>
          <a:xfrm rot="0">
            <a:off x="3098132" y="5784259"/>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0.500</a:t>
            </a:r>
          </a:p>
        </p:txBody>
      </p:sp>
      <p:sp>
        <p:nvSpPr>
          <p:cNvPr id="5077" name="LigandSeek2_vs_LigandSeek1_path_10591">
            <a:extLst>
              <a:ext uri="{FF2B5EF4-FFF2-40B4-BE49-F238E27FC236}">
                <a16:creationId xmlns:a16="http://schemas.microsoft.com/office/drawing/2014/main" id="{065D1728-1B81-4168-962C-C287C2810798}"/>
              </a:ext>
            </a:extLst>
          </p:cNvPr>
          <p:cNvSpPr>
            <a:spLocks noGrp="1"/>
          </p:cNvSpPr>
          <p:nvPr/>
        </p:nvSpPr>
        <p:spPr>
          <a:xfrm>
            <a:off x="3403440" y="5258895"/>
            <a:ext cx="1848420" cy="191"/>
          </a:xfrm>
          <a:custGeom>
            <a:avLst/>
            <a:gdLst/>
            <a:ahLst/>
            <a:cxnLst/>
            <a:rect l="0" t="0" r="0" b="0"/>
            <a:pathLst>
              <a:path w="1848420" h="191">
                <a:moveTo>
                  <a:pt x="0" y="0"/>
                </a:moveTo>
                <a:lnTo>
                  <a:pt x="1848420" y="0"/>
                </a:lnTo>
              </a:path>
            </a:pathLst>
          </a:custGeom>
          <a:noFill/>
          <a:ln w="5715">
            <a:solidFill>
              <a:srgbClr val="E7EBED">
                <a:alpha val="100000"/>
              </a:srgbClr>
            </a:solidFill>
            <a:prstDash val="solid"/>
          </a:ln>
        </p:spPr>
      </p:sp>
      <p:sp>
        <p:nvSpPr>
          <p:cNvPr id="5078" name="LigandSeek2_vs_LigandSeek1_path_10592">
            <a:extLst>
              <a:ext uri="{FF2B5EF4-FFF2-40B4-BE49-F238E27FC236}">
                <a16:creationId xmlns:a16="http://schemas.microsoft.com/office/drawing/2014/main" id="{B78E63D9-FFF6-4F6E-8EF0-666C74378CBC}"/>
              </a:ext>
            </a:extLst>
          </p:cNvPr>
          <p:cNvSpPr>
            <a:spLocks noGrp="1"/>
          </p:cNvSpPr>
          <p:nvPr/>
        </p:nvSpPr>
        <p:spPr>
          <a:xfrm>
            <a:off x="3374230" y="5258895"/>
            <a:ext cx="29210" cy="191"/>
          </a:xfrm>
          <a:custGeom>
            <a:avLst/>
            <a:gdLst/>
            <a:ahLst/>
            <a:cxnLst/>
            <a:rect l="0" t="0" r="0" b="0"/>
            <a:pathLst>
              <a:path w="29210" h="191">
                <a:moveTo>
                  <a:pt x="29210" y="0"/>
                </a:moveTo>
                <a:lnTo>
                  <a:pt x="0" y="0"/>
                </a:lnTo>
              </a:path>
            </a:pathLst>
          </a:custGeom>
          <a:solidFill>
            <a:srgbClr val="000000">
              <a:alpha val="100000"/>
            </a:srgbClr>
          </a:solidFill>
          <a:ln w="6985">
            <a:solidFill>
              <a:srgbClr val="000000">
                <a:alpha val="100000"/>
              </a:srgbClr>
            </a:solidFill>
            <a:prstDash val="solid"/>
          </a:ln>
        </p:spPr>
      </p:sp>
      <p:sp>
        <p:nvSpPr>
          <p:cNvPr id="5079" name="LigandSeek2_vs_LigandSeek1_text_10593">
            <a:extLst>
              <a:ext uri="{FF2B5EF4-FFF2-40B4-BE49-F238E27FC236}">
                <a16:creationId xmlns:a16="http://schemas.microsoft.com/office/drawing/2014/main" id="{1918D1B8-2A53-4558-ABB3-F149CAC2C7A8}"/>
              </a:ext>
            </a:extLst>
          </p:cNvPr>
          <p:cNvSpPr>
            <a:spLocks noGrp="1"/>
          </p:cNvSpPr>
          <p:nvPr/>
        </p:nvSpPr>
        <p:spPr>
          <a:xfrm rot="0">
            <a:off x="3098132" y="5213183"/>
            <a:ext cx="237998" cy="127000"/>
          </a:xfrm>
          <a:prstGeom prst="rect">
            <a:avLst/>
          </a:prstGeom>
          <a:noFill/>
          <a:ln w="0">
            <a:noFill/>
          </a:ln>
        </p:spPr>
        <p:txBody>
          <a:bodyPr wrap="none" lIns="0" tIns="0" rIns="0" bIns="0" anchor="ctr">
            <a:noAutofit/>
          </a:bodyPr>
          <a:lstStyle>
            <a:defPPr algn="l">
              <a:defRPr sz="800" b="0">
                <a:solidFill>
                  <a:srgbClr val="000000"/>
                </a:solidFill>
                <a:latin typeface="Calibri"/>
                <a:ea typeface="Calibri"/>
                <a:cs typeface="Calibri"/>
              </a:defRPr>
            </a:defPPr>
          </a:lstStyle>
          <a:p>
            <a:pPr algn="l">
              <a:defRPr sz="800" b="0">
                <a:solidFill>
                  <a:srgbClr val="000000"/>
                </a:solidFill>
                <a:latin typeface="Calibri"/>
                <a:ea typeface="Calibri"/>
                <a:cs typeface="Calibri"/>
              </a:defRPr>
            </a:pPr>
            <a:r>
              <a:rPr sz="800" b="0">
                <a:solidFill>
                  <a:srgbClr val="000000"/>
                </a:solidFill>
                <a:latin typeface="Calibri"/>
                <a:ea typeface="Calibri"/>
                <a:cs typeface="Calibri"/>
              </a:rPr>
              <a:t>1.000</a:t>
            </a:r>
          </a:p>
        </p:txBody>
      </p:sp>
      <p:sp>
        <p:nvSpPr>
          <p:cNvPr id="5080" name="LigandSeek2_vs_LigandSeek1_text_10594">
            <a:extLst>
              <a:ext uri="{FF2B5EF4-FFF2-40B4-BE49-F238E27FC236}">
                <a16:creationId xmlns:a16="http://schemas.microsoft.com/office/drawing/2014/main" id="{FCF764CB-636A-4062-ABFD-AF395F1356C8}"/>
              </a:ext>
            </a:extLst>
          </p:cNvPr>
          <p:cNvSpPr>
            <a:spLocks noGrp="1"/>
          </p:cNvSpPr>
          <p:nvPr/>
        </p:nvSpPr>
        <p:spPr>
          <a:xfrm rot="-5400000">
            <a:off x="2879218" y="5752823"/>
            <a:ext cx="264211"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Score</a:t>
            </a:r>
          </a:p>
        </p:txBody>
      </p:sp>
      <p:sp>
        <p:nvSpPr>
          <p:cNvPr id="5081" name="LigandSeek2_vs_LigandSeek1_path_10595">
            <a:extLst>
              <a:ext uri="{FF2B5EF4-FFF2-40B4-BE49-F238E27FC236}">
                <a16:creationId xmlns:a16="http://schemas.microsoft.com/office/drawing/2014/main" id="{22C3A674-307A-4612-93E2-482208ECE2A5}"/>
              </a:ext>
            </a:extLst>
          </p:cNvPr>
          <p:cNvSpPr>
            <a:spLocks noGrp="1"/>
          </p:cNvSpPr>
          <p:nvPr/>
        </p:nvSpPr>
        <p:spPr>
          <a:xfrm>
            <a:off x="3487459" y="5258895"/>
            <a:ext cx="268861" cy="1142151"/>
          </a:xfrm>
          <a:custGeom>
            <a:avLst/>
            <a:gdLst/>
            <a:ahLst/>
            <a:cxnLst/>
            <a:rect l="0" t="0" r="0" b="0"/>
            <a:pathLst>
              <a:path w="268861" h="1142151">
                <a:moveTo>
                  <a:pt x="205203" y="1142151"/>
                </a:moveTo>
                <a:lnTo>
                  <a:pt x="63658" y="1142151"/>
                </a:lnTo>
                <a:lnTo>
                  <a:pt x="64457" y="1135013"/>
                </a:lnTo>
                <a:lnTo>
                  <a:pt x="66797" y="1127874"/>
                </a:lnTo>
                <a:lnTo>
                  <a:pt x="70520" y="1120736"/>
                </a:lnTo>
                <a:lnTo>
                  <a:pt x="75383" y="1113597"/>
                </a:lnTo>
                <a:lnTo>
                  <a:pt x="81079" y="1106459"/>
                </a:lnTo>
                <a:lnTo>
                  <a:pt x="87276" y="1099320"/>
                </a:lnTo>
                <a:lnTo>
                  <a:pt x="93643" y="1092182"/>
                </a:lnTo>
                <a:lnTo>
                  <a:pt x="99880" y="1085043"/>
                </a:lnTo>
                <a:lnTo>
                  <a:pt x="105740" y="1077905"/>
                </a:lnTo>
                <a:lnTo>
                  <a:pt x="111038" y="1070767"/>
                </a:lnTo>
                <a:lnTo>
                  <a:pt x="115660" y="1063628"/>
                </a:lnTo>
                <a:lnTo>
                  <a:pt x="119558" y="1056490"/>
                </a:lnTo>
                <a:lnTo>
                  <a:pt x="122737" y="1049351"/>
                </a:lnTo>
                <a:lnTo>
                  <a:pt x="125246" y="1042213"/>
                </a:lnTo>
                <a:lnTo>
                  <a:pt x="127162" y="1035074"/>
                </a:lnTo>
                <a:lnTo>
                  <a:pt x="128579" y="1027936"/>
                </a:lnTo>
                <a:lnTo>
                  <a:pt x="129591" y="1020797"/>
                </a:lnTo>
                <a:lnTo>
                  <a:pt x="130289" y="1013659"/>
                </a:lnTo>
                <a:lnTo>
                  <a:pt x="130755" y="1006521"/>
                </a:lnTo>
                <a:lnTo>
                  <a:pt x="131054" y="999382"/>
                </a:lnTo>
                <a:lnTo>
                  <a:pt x="131238" y="992244"/>
                </a:lnTo>
                <a:lnTo>
                  <a:pt x="131347" y="985105"/>
                </a:lnTo>
                <a:lnTo>
                  <a:pt x="131407" y="977967"/>
                </a:lnTo>
                <a:lnTo>
                  <a:pt x="131434" y="970828"/>
                </a:lnTo>
                <a:lnTo>
                  <a:pt x="131435" y="963690"/>
                </a:lnTo>
                <a:lnTo>
                  <a:pt x="131414" y="956551"/>
                </a:lnTo>
                <a:lnTo>
                  <a:pt x="131367" y="949413"/>
                </a:lnTo>
                <a:lnTo>
                  <a:pt x="131290" y="942275"/>
                </a:lnTo>
                <a:lnTo>
                  <a:pt x="131177" y="935136"/>
                </a:lnTo>
                <a:lnTo>
                  <a:pt x="131023" y="927998"/>
                </a:lnTo>
                <a:lnTo>
                  <a:pt x="130826" y="920859"/>
                </a:lnTo>
                <a:lnTo>
                  <a:pt x="130586" y="913721"/>
                </a:lnTo>
                <a:lnTo>
                  <a:pt x="130308" y="906582"/>
                </a:lnTo>
                <a:lnTo>
                  <a:pt x="130000" y="899444"/>
                </a:lnTo>
                <a:lnTo>
                  <a:pt x="129674" y="892305"/>
                </a:lnTo>
                <a:lnTo>
                  <a:pt x="129344" y="885167"/>
                </a:lnTo>
                <a:lnTo>
                  <a:pt x="129024" y="878029"/>
                </a:lnTo>
                <a:lnTo>
                  <a:pt x="128725" y="870890"/>
                </a:lnTo>
                <a:lnTo>
                  <a:pt x="128456" y="863752"/>
                </a:lnTo>
                <a:lnTo>
                  <a:pt x="128219" y="856613"/>
                </a:lnTo>
                <a:lnTo>
                  <a:pt x="128011" y="849475"/>
                </a:lnTo>
                <a:lnTo>
                  <a:pt x="127823" y="842336"/>
                </a:lnTo>
                <a:lnTo>
                  <a:pt x="127642" y="835198"/>
                </a:lnTo>
                <a:lnTo>
                  <a:pt x="127454" y="828059"/>
                </a:lnTo>
                <a:lnTo>
                  <a:pt x="127246" y="820921"/>
                </a:lnTo>
                <a:lnTo>
                  <a:pt x="127010" y="813783"/>
                </a:lnTo>
                <a:lnTo>
                  <a:pt x="126746" y="806644"/>
                </a:lnTo>
                <a:lnTo>
                  <a:pt x="126459" y="799506"/>
                </a:lnTo>
                <a:lnTo>
                  <a:pt x="126165" y="792367"/>
                </a:lnTo>
                <a:lnTo>
                  <a:pt x="125886" y="785229"/>
                </a:lnTo>
                <a:lnTo>
                  <a:pt x="125647" y="778090"/>
                </a:lnTo>
                <a:lnTo>
                  <a:pt x="125475" y="770952"/>
                </a:lnTo>
                <a:lnTo>
                  <a:pt x="125394" y="763813"/>
                </a:lnTo>
                <a:lnTo>
                  <a:pt x="125420" y="756675"/>
                </a:lnTo>
                <a:lnTo>
                  <a:pt x="125562" y="749537"/>
                </a:lnTo>
                <a:lnTo>
                  <a:pt x="125819" y="742398"/>
                </a:lnTo>
                <a:lnTo>
                  <a:pt x="126177" y="735260"/>
                </a:lnTo>
                <a:lnTo>
                  <a:pt x="126615" y="728121"/>
                </a:lnTo>
                <a:lnTo>
                  <a:pt x="127106" y="720983"/>
                </a:lnTo>
                <a:lnTo>
                  <a:pt x="127616" y="713844"/>
                </a:lnTo>
                <a:lnTo>
                  <a:pt x="128110" y="706706"/>
                </a:lnTo>
                <a:lnTo>
                  <a:pt x="128554" y="699567"/>
                </a:lnTo>
                <a:lnTo>
                  <a:pt x="128914" y="692429"/>
                </a:lnTo>
                <a:lnTo>
                  <a:pt x="129159" y="685291"/>
                </a:lnTo>
                <a:lnTo>
                  <a:pt x="129261" y="678152"/>
                </a:lnTo>
                <a:lnTo>
                  <a:pt x="129197" y="671014"/>
                </a:lnTo>
                <a:lnTo>
                  <a:pt x="128945" y="663875"/>
                </a:lnTo>
                <a:lnTo>
                  <a:pt x="128492" y="656737"/>
                </a:lnTo>
                <a:lnTo>
                  <a:pt x="127829" y="649598"/>
                </a:lnTo>
                <a:lnTo>
                  <a:pt x="126957" y="642460"/>
                </a:lnTo>
                <a:lnTo>
                  <a:pt x="125887" y="635321"/>
                </a:lnTo>
                <a:lnTo>
                  <a:pt x="124646" y="628183"/>
                </a:lnTo>
                <a:lnTo>
                  <a:pt x="123273" y="621045"/>
                </a:lnTo>
                <a:lnTo>
                  <a:pt x="121821" y="613906"/>
                </a:lnTo>
                <a:lnTo>
                  <a:pt x="120355" y="606768"/>
                </a:lnTo>
                <a:lnTo>
                  <a:pt x="118948" y="599629"/>
                </a:lnTo>
                <a:lnTo>
                  <a:pt x="117673" y="592491"/>
                </a:lnTo>
                <a:lnTo>
                  <a:pt x="116599" y="585352"/>
                </a:lnTo>
                <a:lnTo>
                  <a:pt x="115784" y="578214"/>
                </a:lnTo>
                <a:lnTo>
                  <a:pt x="115268" y="571075"/>
                </a:lnTo>
                <a:lnTo>
                  <a:pt x="115071" y="563937"/>
                </a:lnTo>
                <a:lnTo>
                  <a:pt x="115189" y="556799"/>
                </a:lnTo>
                <a:lnTo>
                  <a:pt x="115599" y="549660"/>
                </a:lnTo>
                <a:lnTo>
                  <a:pt x="116262" y="542522"/>
                </a:lnTo>
                <a:lnTo>
                  <a:pt x="117125" y="535383"/>
                </a:lnTo>
                <a:lnTo>
                  <a:pt x="118131" y="528245"/>
                </a:lnTo>
                <a:lnTo>
                  <a:pt x="119222" y="521106"/>
                </a:lnTo>
                <a:lnTo>
                  <a:pt x="120346" y="513968"/>
                </a:lnTo>
                <a:lnTo>
                  <a:pt x="121460" y="506829"/>
                </a:lnTo>
                <a:lnTo>
                  <a:pt x="122527" y="499691"/>
                </a:lnTo>
                <a:lnTo>
                  <a:pt x="123520" y="492553"/>
                </a:lnTo>
                <a:lnTo>
                  <a:pt x="124419" y="485414"/>
                </a:lnTo>
                <a:lnTo>
                  <a:pt x="125210" y="478276"/>
                </a:lnTo>
                <a:lnTo>
                  <a:pt x="125881" y="471137"/>
                </a:lnTo>
                <a:lnTo>
                  <a:pt x="126424" y="463999"/>
                </a:lnTo>
                <a:lnTo>
                  <a:pt x="126830" y="456860"/>
                </a:lnTo>
                <a:lnTo>
                  <a:pt x="127097" y="449722"/>
                </a:lnTo>
                <a:lnTo>
                  <a:pt x="127224" y="442583"/>
                </a:lnTo>
                <a:lnTo>
                  <a:pt x="127220" y="435445"/>
                </a:lnTo>
                <a:lnTo>
                  <a:pt x="127099" y="428307"/>
                </a:lnTo>
                <a:lnTo>
                  <a:pt x="126884" y="421168"/>
                </a:lnTo>
                <a:lnTo>
                  <a:pt x="126605" y="414030"/>
                </a:lnTo>
                <a:lnTo>
                  <a:pt x="126298" y="406891"/>
                </a:lnTo>
                <a:lnTo>
                  <a:pt x="126002" y="399753"/>
                </a:lnTo>
                <a:lnTo>
                  <a:pt x="125754" y="392614"/>
                </a:lnTo>
                <a:lnTo>
                  <a:pt x="125587" y="385476"/>
                </a:lnTo>
                <a:lnTo>
                  <a:pt x="125527" y="378337"/>
                </a:lnTo>
                <a:lnTo>
                  <a:pt x="125586" y="371199"/>
                </a:lnTo>
                <a:lnTo>
                  <a:pt x="125768" y="364061"/>
                </a:lnTo>
                <a:lnTo>
                  <a:pt x="126062" y="356922"/>
                </a:lnTo>
                <a:lnTo>
                  <a:pt x="126451" y="349784"/>
                </a:lnTo>
                <a:lnTo>
                  <a:pt x="126908" y="342645"/>
                </a:lnTo>
                <a:lnTo>
                  <a:pt x="127404" y="335507"/>
                </a:lnTo>
                <a:lnTo>
                  <a:pt x="127911" y="328368"/>
                </a:lnTo>
                <a:lnTo>
                  <a:pt x="128401" y="321230"/>
                </a:lnTo>
                <a:lnTo>
                  <a:pt x="128856" y="314092"/>
                </a:lnTo>
                <a:lnTo>
                  <a:pt x="129262" y="306953"/>
                </a:lnTo>
                <a:lnTo>
                  <a:pt x="129616" y="299815"/>
                </a:lnTo>
                <a:lnTo>
                  <a:pt x="129917" y="292676"/>
                </a:lnTo>
                <a:lnTo>
                  <a:pt x="130176" y="285538"/>
                </a:lnTo>
                <a:lnTo>
                  <a:pt x="130401" y="278399"/>
                </a:lnTo>
                <a:lnTo>
                  <a:pt x="130607" y="271261"/>
                </a:lnTo>
                <a:lnTo>
                  <a:pt x="130805" y="264122"/>
                </a:lnTo>
                <a:lnTo>
                  <a:pt x="131007" y="256984"/>
                </a:lnTo>
                <a:lnTo>
                  <a:pt x="131220" y="249846"/>
                </a:lnTo>
                <a:lnTo>
                  <a:pt x="131449" y="242707"/>
                </a:lnTo>
                <a:lnTo>
                  <a:pt x="131692" y="235569"/>
                </a:lnTo>
                <a:lnTo>
                  <a:pt x="131948" y="228430"/>
                </a:lnTo>
                <a:lnTo>
                  <a:pt x="132211" y="221292"/>
                </a:lnTo>
                <a:lnTo>
                  <a:pt x="132471" y="214153"/>
                </a:lnTo>
                <a:lnTo>
                  <a:pt x="132721" y="207015"/>
                </a:lnTo>
                <a:lnTo>
                  <a:pt x="132949" y="199876"/>
                </a:lnTo>
                <a:lnTo>
                  <a:pt x="133145" y="192738"/>
                </a:lnTo>
                <a:lnTo>
                  <a:pt x="133295" y="185600"/>
                </a:lnTo>
                <a:lnTo>
                  <a:pt x="133386" y="178461"/>
                </a:lnTo>
                <a:lnTo>
                  <a:pt x="133401" y="171323"/>
                </a:lnTo>
                <a:lnTo>
                  <a:pt x="133316" y="164184"/>
                </a:lnTo>
                <a:lnTo>
                  <a:pt x="133103" y="157046"/>
                </a:lnTo>
                <a:lnTo>
                  <a:pt x="132720" y="149907"/>
                </a:lnTo>
                <a:lnTo>
                  <a:pt x="132112" y="142769"/>
                </a:lnTo>
                <a:lnTo>
                  <a:pt x="131205" y="135630"/>
                </a:lnTo>
                <a:lnTo>
                  <a:pt x="129907" y="128492"/>
                </a:lnTo>
                <a:lnTo>
                  <a:pt x="128101" y="121354"/>
                </a:lnTo>
                <a:lnTo>
                  <a:pt x="125652" y="114215"/>
                </a:lnTo>
                <a:lnTo>
                  <a:pt x="122409" y="107077"/>
                </a:lnTo>
                <a:lnTo>
                  <a:pt x="118214" y="99938"/>
                </a:lnTo>
                <a:lnTo>
                  <a:pt x="112920" y="92800"/>
                </a:lnTo>
                <a:lnTo>
                  <a:pt x="106405" y="85661"/>
                </a:lnTo>
                <a:lnTo>
                  <a:pt x="98599" y="78523"/>
                </a:lnTo>
                <a:lnTo>
                  <a:pt x="89508" y="71384"/>
                </a:lnTo>
                <a:lnTo>
                  <a:pt x="79236" y="64246"/>
                </a:lnTo>
                <a:lnTo>
                  <a:pt x="68003" y="57108"/>
                </a:lnTo>
                <a:lnTo>
                  <a:pt x="56149" y="49969"/>
                </a:lnTo>
                <a:lnTo>
                  <a:pt x="44130" y="42831"/>
                </a:lnTo>
                <a:lnTo>
                  <a:pt x="32492" y="35692"/>
                </a:lnTo>
                <a:lnTo>
                  <a:pt x="21836" y="28554"/>
                </a:lnTo>
                <a:lnTo>
                  <a:pt x="12766" y="21415"/>
                </a:lnTo>
                <a:lnTo>
                  <a:pt x="5835" y="14277"/>
                </a:lnTo>
                <a:lnTo>
                  <a:pt x="1483" y="7138"/>
                </a:lnTo>
                <a:lnTo>
                  <a:pt x="0" y="0"/>
                </a:lnTo>
                <a:lnTo>
                  <a:pt x="268861" y="0"/>
                </a:lnTo>
                <a:lnTo>
                  <a:pt x="268861" y="0"/>
                </a:lnTo>
                <a:lnTo>
                  <a:pt x="267378" y="7138"/>
                </a:lnTo>
                <a:lnTo>
                  <a:pt x="263027" y="14277"/>
                </a:lnTo>
                <a:lnTo>
                  <a:pt x="256095" y="21415"/>
                </a:lnTo>
                <a:lnTo>
                  <a:pt x="247025" y="28554"/>
                </a:lnTo>
                <a:lnTo>
                  <a:pt x="236369" y="35692"/>
                </a:lnTo>
                <a:lnTo>
                  <a:pt x="224731" y="42831"/>
                </a:lnTo>
                <a:lnTo>
                  <a:pt x="212712" y="49969"/>
                </a:lnTo>
                <a:lnTo>
                  <a:pt x="200858" y="57108"/>
                </a:lnTo>
                <a:lnTo>
                  <a:pt x="189625" y="64246"/>
                </a:lnTo>
                <a:lnTo>
                  <a:pt x="179353" y="71384"/>
                </a:lnTo>
                <a:lnTo>
                  <a:pt x="170262" y="78523"/>
                </a:lnTo>
                <a:lnTo>
                  <a:pt x="162456" y="85661"/>
                </a:lnTo>
                <a:lnTo>
                  <a:pt x="155941" y="92800"/>
                </a:lnTo>
                <a:lnTo>
                  <a:pt x="150647" y="99938"/>
                </a:lnTo>
                <a:lnTo>
                  <a:pt x="146452" y="107077"/>
                </a:lnTo>
                <a:lnTo>
                  <a:pt x="143209" y="114215"/>
                </a:lnTo>
                <a:lnTo>
                  <a:pt x="140760" y="121354"/>
                </a:lnTo>
                <a:lnTo>
                  <a:pt x="138954" y="128492"/>
                </a:lnTo>
                <a:lnTo>
                  <a:pt x="137656" y="135630"/>
                </a:lnTo>
                <a:lnTo>
                  <a:pt x="136749" y="142769"/>
                </a:lnTo>
                <a:lnTo>
                  <a:pt x="136141" y="149907"/>
                </a:lnTo>
                <a:lnTo>
                  <a:pt x="135758" y="157046"/>
                </a:lnTo>
                <a:lnTo>
                  <a:pt x="135545" y="164184"/>
                </a:lnTo>
                <a:lnTo>
                  <a:pt x="135461" y="171323"/>
                </a:lnTo>
                <a:lnTo>
                  <a:pt x="135475" y="178461"/>
                </a:lnTo>
                <a:lnTo>
                  <a:pt x="135566" y="185600"/>
                </a:lnTo>
                <a:lnTo>
                  <a:pt x="135716" y="192738"/>
                </a:lnTo>
                <a:lnTo>
                  <a:pt x="135912" y="199876"/>
                </a:lnTo>
                <a:lnTo>
                  <a:pt x="136140" y="207015"/>
                </a:lnTo>
                <a:lnTo>
                  <a:pt x="136390" y="214153"/>
                </a:lnTo>
                <a:lnTo>
                  <a:pt x="136650" y="221292"/>
                </a:lnTo>
                <a:lnTo>
                  <a:pt x="136913" y="228430"/>
                </a:lnTo>
                <a:lnTo>
                  <a:pt x="137169" y="235569"/>
                </a:lnTo>
                <a:lnTo>
                  <a:pt x="137412" y="242707"/>
                </a:lnTo>
                <a:lnTo>
                  <a:pt x="137641" y="249846"/>
                </a:lnTo>
                <a:lnTo>
                  <a:pt x="137854" y="256984"/>
                </a:lnTo>
                <a:lnTo>
                  <a:pt x="138056" y="264122"/>
                </a:lnTo>
                <a:lnTo>
                  <a:pt x="138254" y="271261"/>
                </a:lnTo>
                <a:lnTo>
                  <a:pt x="138460" y="278399"/>
                </a:lnTo>
                <a:lnTo>
                  <a:pt x="138686" y="285538"/>
                </a:lnTo>
                <a:lnTo>
                  <a:pt x="138944" y="292676"/>
                </a:lnTo>
                <a:lnTo>
                  <a:pt x="139246" y="299815"/>
                </a:lnTo>
                <a:lnTo>
                  <a:pt x="139599" y="306953"/>
                </a:lnTo>
                <a:lnTo>
                  <a:pt x="140005" y="314092"/>
                </a:lnTo>
                <a:lnTo>
                  <a:pt x="140460" y="321230"/>
                </a:lnTo>
                <a:lnTo>
                  <a:pt x="140950" y="328368"/>
                </a:lnTo>
                <a:lnTo>
                  <a:pt x="141457" y="335507"/>
                </a:lnTo>
                <a:lnTo>
                  <a:pt x="141953" y="342645"/>
                </a:lnTo>
                <a:lnTo>
                  <a:pt x="142410" y="349784"/>
                </a:lnTo>
                <a:lnTo>
                  <a:pt x="142799" y="356922"/>
                </a:lnTo>
                <a:lnTo>
                  <a:pt x="143093" y="364061"/>
                </a:lnTo>
                <a:lnTo>
                  <a:pt x="143275" y="371199"/>
                </a:lnTo>
                <a:lnTo>
                  <a:pt x="143334" y="378337"/>
                </a:lnTo>
                <a:lnTo>
                  <a:pt x="143274" y="385476"/>
                </a:lnTo>
                <a:lnTo>
                  <a:pt x="143107" y="392614"/>
                </a:lnTo>
                <a:lnTo>
                  <a:pt x="142859" y="399753"/>
                </a:lnTo>
                <a:lnTo>
                  <a:pt x="142563" y="406891"/>
                </a:lnTo>
                <a:lnTo>
                  <a:pt x="142256" y="414030"/>
                </a:lnTo>
                <a:lnTo>
                  <a:pt x="141977" y="421168"/>
                </a:lnTo>
                <a:lnTo>
                  <a:pt x="141762" y="428307"/>
                </a:lnTo>
                <a:lnTo>
                  <a:pt x="141641" y="435445"/>
                </a:lnTo>
                <a:lnTo>
                  <a:pt x="141637" y="442583"/>
                </a:lnTo>
                <a:lnTo>
                  <a:pt x="141764" y="449722"/>
                </a:lnTo>
                <a:lnTo>
                  <a:pt x="142031" y="456860"/>
                </a:lnTo>
                <a:lnTo>
                  <a:pt x="142437" y="463999"/>
                </a:lnTo>
                <a:lnTo>
                  <a:pt x="142980" y="471137"/>
                </a:lnTo>
                <a:lnTo>
                  <a:pt x="143651" y="478276"/>
                </a:lnTo>
                <a:lnTo>
                  <a:pt x="144442" y="485414"/>
                </a:lnTo>
                <a:lnTo>
                  <a:pt x="145342" y="492553"/>
                </a:lnTo>
                <a:lnTo>
                  <a:pt x="146335" y="499691"/>
                </a:lnTo>
                <a:lnTo>
                  <a:pt x="147401" y="506829"/>
                </a:lnTo>
                <a:lnTo>
                  <a:pt x="148515" y="513968"/>
                </a:lnTo>
                <a:lnTo>
                  <a:pt x="149639" y="521106"/>
                </a:lnTo>
                <a:lnTo>
                  <a:pt x="150731" y="528245"/>
                </a:lnTo>
                <a:lnTo>
                  <a:pt x="151736" y="535383"/>
                </a:lnTo>
                <a:lnTo>
                  <a:pt x="152599" y="542522"/>
                </a:lnTo>
                <a:lnTo>
                  <a:pt x="153262" y="549660"/>
                </a:lnTo>
                <a:lnTo>
                  <a:pt x="153672" y="556799"/>
                </a:lnTo>
                <a:lnTo>
                  <a:pt x="153790" y="563937"/>
                </a:lnTo>
                <a:lnTo>
                  <a:pt x="153593" y="571075"/>
                </a:lnTo>
                <a:lnTo>
                  <a:pt x="153077" y="578214"/>
                </a:lnTo>
                <a:lnTo>
                  <a:pt x="152262" y="585352"/>
                </a:lnTo>
                <a:lnTo>
                  <a:pt x="151188" y="592491"/>
                </a:lnTo>
                <a:lnTo>
                  <a:pt x="149913" y="599629"/>
                </a:lnTo>
                <a:lnTo>
                  <a:pt x="148506" y="606768"/>
                </a:lnTo>
                <a:lnTo>
                  <a:pt x="147040" y="613906"/>
                </a:lnTo>
                <a:lnTo>
                  <a:pt x="145588" y="621045"/>
                </a:lnTo>
                <a:lnTo>
                  <a:pt x="144215" y="628183"/>
                </a:lnTo>
                <a:lnTo>
                  <a:pt x="142974" y="635321"/>
                </a:lnTo>
                <a:lnTo>
                  <a:pt x="141904" y="642460"/>
                </a:lnTo>
                <a:lnTo>
                  <a:pt x="141032" y="649598"/>
                </a:lnTo>
                <a:lnTo>
                  <a:pt x="140369" y="656737"/>
                </a:lnTo>
                <a:lnTo>
                  <a:pt x="139916" y="663875"/>
                </a:lnTo>
                <a:lnTo>
                  <a:pt x="139664" y="671014"/>
                </a:lnTo>
                <a:lnTo>
                  <a:pt x="139600" y="678152"/>
                </a:lnTo>
                <a:lnTo>
                  <a:pt x="139702" y="685291"/>
                </a:lnTo>
                <a:lnTo>
                  <a:pt x="139947" y="692429"/>
                </a:lnTo>
                <a:lnTo>
                  <a:pt x="140307" y="699567"/>
                </a:lnTo>
                <a:lnTo>
                  <a:pt x="140751" y="706706"/>
                </a:lnTo>
                <a:lnTo>
                  <a:pt x="141245" y="713844"/>
                </a:lnTo>
                <a:lnTo>
                  <a:pt x="141755" y="720983"/>
                </a:lnTo>
                <a:lnTo>
                  <a:pt x="142246" y="728121"/>
                </a:lnTo>
                <a:lnTo>
                  <a:pt x="142684" y="735260"/>
                </a:lnTo>
                <a:lnTo>
                  <a:pt x="143042" y="742398"/>
                </a:lnTo>
                <a:lnTo>
                  <a:pt x="143299" y="749537"/>
                </a:lnTo>
                <a:lnTo>
                  <a:pt x="143441" y="756675"/>
                </a:lnTo>
                <a:lnTo>
                  <a:pt x="143467" y="763813"/>
                </a:lnTo>
                <a:lnTo>
                  <a:pt x="143386" y="770952"/>
                </a:lnTo>
                <a:lnTo>
                  <a:pt x="143214" y="778090"/>
                </a:lnTo>
                <a:lnTo>
                  <a:pt x="142975" y="785229"/>
                </a:lnTo>
                <a:lnTo>
                  <a:pt x="142696" y="792367"/>
                </a:lnTo>
                <a:lnTo>
                  <a:pt x="142402" y="799506"/>
                </a:lnTo>
                <a:lnTo>
                  <a:pt x="142115" y="806644"/>
                </a:lnTo>
                <a:lnTo>
                  <a:pt x="141851" y="813783"/>
                </a:lnTo>
                <a:lnTo>
                  <a:pt x="141615" y="820921"/>
                </a:lnTo>
                <a:lnTo>
                  <a:pt x="141407" y="828059"/>
                </a:lnTo>
                <a:lnTo>
                  <a:pt x="141219" y="835198"/>
                </a:lnTo>
                <a:lnTo>
                  <a:pt x="141038" y="842336"/>
                </a:lnTo>
                <a:lnTo>
                  <a:pt x="140850" y="849475"/>
                </a:lnTo>
                <a:lnTo>
                  <a:pt x="140642" y="856613"/>
                </a:lnTo>
                <a:lnTo>
                  <a:pt x="140405" y="863752"/>
                </a:lnTo>
                <a:lnTo>
                  <a:pt x="140136" y="870890"/>
                </a:lnTo>
                <a:lnTo>
                  <a:pt x="139837" y="878029"/>
                </a:lnTo>
                <a:lnTo>
                  <a:pt x="139517" y="885167"/>
                </a:lnTo>
                <a:lnTo>
                  <a:pt x="139187" y="892305"/>
                </a:lnTo>
                <a:lnTo>
                  <a:pt x="138861" y="899444"/>
                </a:lnTo>
                <a:lnTo>
                  <a:pt x="138553" y="906582"/>
                </a:lnTo>
                <a:lnTo>
                  <a:pt x="138275" y="913721"/>
                </a:lnTo>
                <a:lnTo>
                  <a:pt x="138035" y="920859"/>
                </a:lnTo>
                <a:lnTo>
                  <a:pt x="137838" y="927998"/>
                </a:lnTo>
                <a:lnTo>
                  <a:pt x="137684" y="935136"/>
                </a:lnTo>
                <a:lnTo>
                  <a:pt x="137571" y="942275"/>
                </a:lnTo>
                <a:lnTo>
                  <a:pt x="137494" y="949413"/>
                </a:lnTo>
                <a:lnTo>
                  <a:pt x="137447" y="956551"/>
                </a:lnTo>
                <a:lnTo>
                  <a:pt x="137426" y="963690"/>
                </a:lnTo>
                <a:lnTo>
                  <a:pt x="137427" y="970828"/>
                </a:lnTo>
                <a:lnTo>
                  <a:pt x="137454" y="977967"/>
                </a:lnTo>
                <a:lnTo>
                  <a:pt x="137514" y="985105"/>
                </a:lnTo>
                <a:lnTo>
                  <a:pt x="137623" y="992244"/>
                </a:lnTo>
                <a:lnTo>
                  <a:pt x="137807" y="999382"/>
                </a:lnTo>
                <a:lnTo>
                  <a:pt x="138106" y="1006521"/>
                </a:lnTo>
                <a:lnTo>
                  <a:pt x="138572" y="1013659"/>
                </a:lnTo>
                <a:lnTo>
                  <a:pt x="139270" y="1020797"/>
                </a:lnTo>
                <a:lnTo>
                  <a:pt x="140282" y="1027936"/>
                </a:lnTo>
                <a:lnTo>
                  <a:pt x="141699" y="1035074"/>
                </a:lnTo>
                <a:lnTo>
                  <a:pt x="143615" y="1042213"/>
                </a:lnTo>
                <a:lnTo>
                  <a:pt x="146124" y="1049351"/>
                </a:lnTo>
                <a:lnTo>
                  <a:pt x="149303" y="1056490"/>
                </a:lnTo>
                <a:lnTo>
                  <a:pt x="153201" y="1063628"/>
                </a:lnTo>
                <a:lnTo>
                  <a:pt x="157823" y="1070767"/>
                </a:lnTo>
                <a:lnTo>
                  <a:pt x="163122" y="1077905"/>
                </a:lnTo>
                <a:lnTo>
                  <a:pt x="168981" y="1085043"/>
                </a:lnTo>
                <a:lnTo>
                  <a:pt x="175218" y="1092182"/>
                </a:lnTo>
                <a:lnTo>
                  <a:pt x="181585" y="1099320"/>
                </a:lnTo>
                <a:lnTo>
                  <a:pt x="187782" y="1106459"/>
                </a:lnTo>
                <a:lnTo>
                  <a:pt x="193478" y="1113597"/>
                </a:lnTo>
                <a:lnTo>
                  <a:pt x="198341" y="1120736"/>
                </a:lnTo>
                <a:lnTo>
                  <a:pt x="202064" y="1127874"/>
                </a:lnTo>
                <a:lnTo>
                  <a:pt x="204405" y="1135013"/>
                </a:lnTo>
                <a:lnTo>
                  <a:pt x="205203" y="1142151"/>
                </a:lnTo>
                <a:lnTo>
                  <a:pt x="205203" y="1142151"/>
                </a:lnTo>
                <a:close/>
              </a:path>
            </a:pathLst>
          </a:custGeom>
          <a:solidFill>
            <a:srgbClr val="566AB4">
              <a:alpha val="16000"/>
            </a:srgbClr>
          </a:solidFill>
          <a:ln w="8255">
            <a:solidFill>
              <a:srgbClr val="566AB4">
                <a:alpha val="16000"/>
              </a:srgbClr>
            </a:solidFill>
            <a:prstDash val="solid"/>
          </a:ln>
        </p:spPr>
      </p:sp>
      <p:sp>
        <p:nvSpPr>
          <p:cNvPr id="5082" name="LigandSeek2_vs_LigandSeek1_path_10596">
            <a:extLst>
              <a:ext uri="{FF2B5EF4-FFF2-40B4-BE49-F238E27FC236}">
                <a16:creationId xmlns:a16="http://schemas.microsoft.com/office/drawing/2014/main" id="{FD535CE8-47F6-4611-AE4F-68150BD1246D}"/>
              </a:ext>
            </a:extLst>
          </p:cNvPr>
          <p:cNvSpPr>
            <a:spLocks noGrp="1"/>
          </p:cNvSpPr>
          <p:nvPr/>
        </p:nvSpPr>
        <p:spPr>
          <a:xfrm>
            <a:off x="3823535" y="5258895"/>
            <a:ext cx="268861" cy="1142151"/>
          </a:xfrm>
          <a:custGeom>
            <a:avLst/>
            <a:gdLst/>
            <a:ahLst/>
            <a:cxnLst/>
            <a:rect l="0" t="0" r="0" b="0"/>
            <a:pathLst>
              <a:path w="268861" h="1142151">
                <a:moveTo>
                  <a:pt x="239888" y="1142151"/>
                </a:moveTo>
                <a:lnTo>
                  <a:pt x="28973" y="1142151"/>
                </a:lnTo>
                <a:lnTo>
                  <a:pt x="30073" y="1135013"/>
                </a:lnTo>
                <a:lnTo>
                  <a:pt x="33299" y="1127874"/>
                </a:lnTo>
                <a:lnTo>
                  <a:pt x="38436" y="1120736"/>
                </a:lnTo>
                <a:lnTo>
                  <a:pt x="45150" y="1113597"/>
                </a:lnTo>
                <a:lnTo>
                  <a:pt x="53030" y="1106459"/>
                </a:lnTo>
                <a:lnTo>
                  <a:pt x="61622" y="1099320"/>
                </a:lnTo>
                <a:lnTo>
                  <a:pt x="70477" y="1092182"/>
                </a:lnTo>
                <a:lnTo>
                  <a:pt x="79185" y="1085043"/>
                </a:lnTo>
                <a:lnTo>
                  <a:pt x="87406" y="1077905"/>
                </a:lnTo>
                <a:lnTo>
                  <a:pt x="94886" y="1070767"/>
                </a:lnTo>
                <a:lnTo>
                  <a:pt x="101462" y="1063628"/>
                </a:lnTo>
                <a:lnTo>
                  <a:pt x="107060" y="1056490"/>
                </a:lnTo>
                <a:lnTo>
                  <a:pt x="111679" y="1049351"/>
                </a:lnTo>
                <a:lnTo>
                  <a:pt x="115377" y="1042213"/>
                </a:lnTo>
                <a:lnTo>
                  <a:pt x="118251" y="1035074"/>
                </a:lnTo>
                <a:lnTo>
                  <a:pt x="120422" y="1027936"/>
                </a:lnTo>
                <a:lnTo>
                  <a:pt x="122018" y="1020797"/>
                </a:lnTo>
                <a:lnTo>
                  <a:pt x="123159" y="1013659"/>
                </a:lnTo>
                <a:lnTo>
                  <a:pt x="123954" y="1006521"/>
                </a:lnTo>
                <a:lnTo>
                  <a:pt x="124496" y="999382"/>
                </a:lnTo>
                <a:lnTo>
                  <a:pt x="124854" y="992244"/>
                </a:lnTo>
                <a:lnTo>
                  <a:pt x="125079" y="985105"/>
                </a:lnTo>
                <a:lnTo>
                  <a:pt x="125202" y="977967"/>
                </a:lnTo>
                <a:lnTo>
                  <a:pt x="125241" y="970828"/>
                </a:lnTo>
                <a:lnTo>
                  <a:pt x="125200" y="963690"/>
                </a:lnTo>
                <a:lnTo>
                  <a:pt x="125075" y="956551"/>
                </a:lnTo>
                <a:lnTo>
                  <a:pt x="124857" y="949413"/>
                </a:lnTo>
                <a:lnTo>
                  <a:pt x="124539" y="942275"/>
                </a:lnTo>
                <a:lnTo>
                  <a:pt x="124114" y="935136"/>
                </a:lnTo>
                <a:lnTo>
                  <a:pt x="123581" y="927998"/>
                </a:lnTo>
                <a:lnTo>
                  <a:pt x="122949" y="920859"/>
                </a:lnTo>
                <a:lnTo>
                  <a:pt x="122232" y="913721"/>
                </a:lnTo>
                <a:lnTo>
                  <a:pt x="121457" y="906582"/>
                </a:lnTo>
                <a:lnTo>
                  <a:pt x="120655" y="899444"/>
                </a:lnTo>
                <a:lnTo>
                  <a:pt x="119865" y="892305"/>
                </a:lnTo>
                <a:lnTo>
                  <a:pt x="119126" y="885167"/>
                </a:lnTo>
                <a:lnTo>
                  <a:pt x="118473" y="878029"/>
                </a:lnTo>
                <a:lnTo>
                  <a:pt x="117936" y="870890"/>
                </a:lnTo>
                <a:lnTo>
                  <a:pt x="117531" y="863752"/>
                </a:lnTo>
                <a:lnTo>
                  <a:pt x="117258" y="856613"/>
                </a:lnTo>
                <a:lnTo>
                  <a:pt x="117103" y="849475"/>
                </a:lnTo>
                <a:lnTo>
                  <a:pt x="117035" y="842336"/>
                </a:lnTo>
                <a:lnTo>
                  <a:pt x="117010" y="835198"/>
                </a:lnTo>
                <a:lnTo>
                  <a:pt x="116978" y="828059"/>
                </a:lnTo>
                <a:lnTo>
                  <a:pt x="116886" y="820921"/>
                </a:lnTo>
                <a:lnTo>
                  <a:pt x="116688" y="813783"/>
                </a:lnTo>
                <a:lnTo>
                  <a:pt x="116348" y="806644"/>
                </a:lnTo>
                <a:lnTo>
                  <a:pt x="115849" y="799506"/>
                </a:lnTo>
                <a:lnTo>
                  <a:pt x="115191" y="792367"/>
                </a:lnTo>
                <a:lnTo>
                  <a:pt x="114393" y="785229"/>
                </a:lnTo>
                <a:lnTo>
                  <a:pt x="113491" y="778090"/>
                </a:lnTo>
                <a:lnTo>
                  <a:pt x="112533" y="770952"/>
                </a:lnTo>
                <a:lnTo>
                  <a:pt x="111572" y="763813"/>
                </a:lnTo>
                <a:lnTo>
                  <a:pt x="110665" y="756675"/>
                </a:lnTo>
                <a:lnTo>
                  <a:pt x="109863" y="749537"/>
                </a:lnTo>
                <a:lnTo>
                  <a:pt x="109211" y="742398"/>
                </a:lnTo>
                <a:lnTo>
                  <a:pt x="108743" y="735260"/>
                </a:lnTo>
                <a:lnTo>
                  <a:pt x="108484" y="728121"/>
                </a:lnTo>
                <a:lnTo>
                  <a:pt x="108445" y="720983"/>
                </a:lnTo>
                <a:lnTo>
                  <a:pt x="108629" y="713844"/>
                </a:lnTo>
                <a:lnTo>
                  <a:pt x="109027" y="706706"/>
                </a:lnTo>
                <a:lnTo>
                  <a:pt x="109619" y="699567"/>
                </a:lnTo>
                <a:lnTo>
                  <a:pt x="110373" y="692429"/>
                </a:lnTo>
                <a:lnTo>
                  <a:pt x="111245" y="685291"/>
                </a:lnTo>
                <a:lnTo>
                  <a:pt x="112182" y="678152"/>
                </a:lnTo>
                <a:lnTo>
                  <a:pt x="113119" y="671014"/>
                </a:lnTo>
                <a:lnTo>
                  <a:pt x="113990" y="663875"/>
                </a:lnTo>
                <a:lnTo>
                  <a:pt x="114725" y="656737"/>
                </a:lnTo>
                <a:lnTo>
                  <a:pt x="115265" y="649598"/>
                </a:lnTo>
                <a:lnTo>
                  <a:pt x="115562" y="642460"/>
                </a:lnTo>
                <a:lnTo>
                  <a:pt x="115591" y="635321"/>
                </a:lnTo>
                <a:lnTo>
                  <a:pt x="115353" y="628183"/>
                </a:lnTo>
                <a:lnTo>
                  <a:pt x="114876" y="621045"/>
                </a:lnTo>
                <a:lnTo>
                  <a:pt x="114216" y="613906"/>
                </a:lnTo>
                <a:lnTo>
                  <a:pt x="113451" y="606768"/>
                </a:lnTo>
                <a:lnTo>
                  <a:pt x="112672" y="599629"/>
                </a:lnTo>
                <a:lnTo>
                  <a:pt x="111979" y="592491"/>
                </a:lnTo>
                <a:lnTo>
                  <a:pt x="111460" y="585352"/>
                </a:lnTo>
                <a:lnTo>
                  <a:pt x="111187" y="578214"/>
                </a:lnTo>
                <a:lnTo>
                  <a:pt x="111210" y="571075"/>
                </a:lnTo>
                <a:lnTo>
                  <a:pt x="111542" y="563937"/>
                </a:lnTo>
                <a:lnTo>
                  <a:pt x="112170" y="556799"/>
                </a:lnTo>
                <a:lnTo>
                  <a:pt x="113048" y="549660"/>
                </a:lnTo>
                <a:lnTo>
                  <a:pt x="114111" y="542522"/>
                </a:lnTo>
                <a:lnTo>
                  <a:pt x="115280" y="535383"/>
                </a:lnTo>
                <a:lnTo>
                  <a:pt x="116473" y="528245"/>
                </a:lnTo>
                <a:lnTo>
                  <a:pt x="117618" y="521106"/>
                </a:lnTo>
                <a:lnTo>
                  <a:pt x="118654" y="513968"/>
                </a:lnTo>
                <a:lnTo>
                  <a:pt x="119540" y="506829"/>
                </a:lnTo>
                <a:lnTo>
                  <a:pt x="120258" y="499691"/>
                </a:lnTo>
                <a:lnTo>
                  <a:pt x="120805" y="492553"/>
                </a:lnTo>
                <a:lnTo>
                  <a:pt x="121196" y="485414"/>
                </a:lnTo>
                <a:lnTo>
                  <a:pt x="121453" y="478276"/>
                </a:lnTo>
                <a:lnTo>
                  <a:pt x="121604" y="471137"/>
                </a:lnTo>
                <a:lnTo>
                  <a:pt x="121674" y="463999"/>
                </a:lnTo>
                <a:lnTo>
                  <a:pt x="121685" y="456860"/>
                </a:lnTo>
                <a:lnTo>
                  <a:pt x="121656" y="449722"/>
                </a:lnTo>
                <a:lnTo>
                  <a:pt x="121601" y="442583"/>
                </a:lnTo>
                <a:lnTo>
                  <a:pt x="121529" y="435445"/>
                </a:lnTo>
                <a:lnTo>
                  <a:pt x="121453" y="428307"/>
                </a:lnTo>
                <a:lnTo>
                  <a:pt x="121387" y="421168"/>
                </a:lnTo>
                <a:lnTo>
                  <a:pt x="121348" y="414030"/>
                </a:lnTo>
                <a:lnTo>
                  <a:pt x="121356" y="406891"/>
                </a:lnTo>
                <a:lnTo>
                  <a:pt x="121435" y="399753"/>
                </a:lnTo>
                <a:lnTo>
                  <a:pt x="121607" y="392614"/>
                </a:lnTo>
                <a:lnTo>
                  <a:pt x="121888" y="385476"/>
                </a:lnTo>
                <a:lnTo>
                  <a:pt x="122289" y="378337"/>
                </a:lnTo>
                <a:lnTo>
                  <a:pt x="122810" y="371199"/>
                </a:lnTo>
                <a:lnTo>
                  <a:pt x="123441" y="364061"/>
                </a:lnTo>
                <a:lnTo>
                  <a:pt x="124159" y="356922"/>
                </a:lnTo>
                <a:lnTo>
                  <a:pt x="124938" y="349784"/>
                </a:lnTo>
                <a:lnTo>
                  <a:pt x="125743" y="342645"/>
                </a:lnTo>
                <a:lnTo>
                  <a:pt x="126542" y="335507"/>
                </a:lnTo>
                <a:lnTo>
                  <a:pt x="127304" y="328368"/>
                </a:lnTo>
                <a:lnTo>
                  <a:pt x="128004" y="321230"/>
                </a:lnTo>
                <a:lnTo>
                  <a:pt x="128625" y="314092"/>
                </a:lnTo>
                <a:lnTo>
                  <a:pt x="129158" y="306953"/>
                </a:lnTo>
                <a:lnTo>
                  <a:pt x="129599" y="299815"/>
                </a:lnTo>
                <a:lnTo>
                  <a:pt x="129951" y="292676"/>
                </a:lnTo>
                <a:lnTo>
                  <a:pt x="130216" y="285538"/>
                </a:lnTo>
                <a:lnTo>
                  <a:pt x="130401" y="278399"/>
                </a:lnTo>
                <a:lnTo>
                  <a:pt x="130506" y="271261"/>
                </a:lnTo>
                <a:lnTo>
                  <a:pt x="130536" y="264122"/>
                </a:lnTo>
                <a:lnTo>
                  <a:pt x="130488" y="256984"/>
                </a:lnTo>
                <a:lnTo>
                  <a:pt x="130364" y="249846"/>
                </a:lnTo>
                <a:lnTo>
                  <a:pt x="130165" y="242707"/>
                </a:lnTo>
                <a:lnTo>
                  <a:pt x="129895" y="235569"/>
                </a:lnTo>
                <a:lnTo>
                  <a:pt x="129565" y="228430"/>
                </a:lnTo>
                <a:lnTo>
                  <a:pt x="129189" y="221292"/>
                </a:lnTo>
                <a:lnTo>
                  <a:pt x="128787" y="214153"/>
                </a:lnTo>
                <a:lnTo>
                  <a:pt x="128384" y="207015"/>
                </a:lnTo>
                <a:lnTo>
                  <a:pt x="128007" y="199876"/>
                </a:lnTo>
                <a:lnTo>
                  <a:pt x="127682" y="192738"/>
                </a:lnTo>
                <a:lnTo>
                  <a:pt x="127430" y="185600"/>
                </a:lnTo>
                <a:lnTo>
                  <a:pt x="127266" y="178461"/>
                </a:lnTo>
                <a:lnTo>
                  <a:pt x="127194" y="171323"/>
                </a:lnTo>
                <a:lnTo>
                  <a:pt x="127203" y="164184"/>
                </a:lnTo>
                <a:lnTo>
                  <a:pt x="127264" y="157046"/>
                </a:lnTo>
                <a:lnTo>
                  <a:pt x="127327" y="149907"/>
                </a:lnTo>
                <a:lnTo>
                  <a:pt x="127320" y="142769"/>
                </a:lnTo>
                <a:lnTo>
                  <a:pt x="127145" y="135630"/>
                </a:lnTo>
                <a:lnTo>
                  <a:pt x="126679" y="128492"/>
                </a:lnTo>
                <a:lnTo>
                  <a:pt x="125772" y="121354"/>
                </a:lnTo>
                <a:lnTo>
                  <a:pt x="124250" y="114215"/>
                </a:lnTo>
                <a:lnTo>
                  <a:pt x="121923" y="107077"/>
                </a:lnTo>
                <a:lnTo>
                  <a:pt x="118595" y="99938"/>
                </a:lnTo>
                <a:lnTo>
                  <a:pt x="114078" y="92800"/>
                </a:lnTo>
                <a:lnTo>
                  <a:pt x="108215" y="85661"/>
                </a:lnTo>
                <a:lnTo>
                  <a:pt x="100907" y="78523"/>
                </a:lnTo>
                <a:lnTo>
                  <a:pt x="92137" y="71384"/>
                </a:lnTo>
                <a:lnTo>
                  <a:pt x="81998" y="64246"/>
                </a:lnTo>
                <a:lnTo>
                  <a:pt x="70710" y="57108"/>
                </a:lnTo>
                <a:lnTo>
                  <a:pt x="58632" y="49969"/>
                </a:lnTo>
                <a:lnTo>
                  <a:pt x="46251" y="42831"/>
                </a:lnTo>
                <a:lnTo>
                  <a:pt x="34160" y="35692"/>
                </a:lnTo>
                <a:lnTo>
                  <a:pt x="23015" y="28554"/>
                </a:lnTo>
                <a:lnTo>
                  <a:pt x="13483" y="21415"/>
                </a:lnTo>
                <a:lnTo>
                  <a:pt x="6171" y="14277"/>
                </a:lnTo>
                <a:lnTo>
                  <a:pt x="1570" y="7138"/>
                </a:lnTo>
                <a:lnTo>
                  <a:pt x="0" y="0"/>
                </a:lnTo>
                <a:lnTo>
                  <a:pt x="268861" y="0"/>
                </a:lnTo>
                <a:lnTo>
                  <a:pt x="268861" y="0"/>
                </a:lnTo>
                <a:lnTo>
                  <a:pt x="267291" y="7138"/>
                </a:lnTo>
                <a:lnTo>
                  <a:pt x="262690" y="14277"/>
                </a:lnTo>
                <a:lnTo>
                  <a:pt x="255378" y="21415"/>
                </a:lnTo>
                <a:lnTo>
                  <a:pt x="245846" y="28554"/>
                </a:lnTo>
                <a:lnTo>
                  <a:pt x="234701" y="35692"/>
                </a:lnTo>
                <a:lnTo>
                  <a:pt x="222610" y="42831"/>
                </a:lnTo>
                <a:lnTo>
                  <a:pt x="210229" y="49969"/>
                </a:lnTo>
                <a:lnTo>
                  <a:pt x="198151" y="57108"/>
                </a:lnTo>
                <a:lnTo>
                  <a:pt x="186863" y="64246"/>
                </a:lnTo>
                <a:lnTo>
                  <a:pt x="176724" y="71384"/>
                </a:lnTo>
                <a:lnTo>
                  <a:pt x="167954" y="78523"/>
                </a:lnTo>
                <a:lnTo>
                  <a:pt x="160646" y="85661"/>
                </a:lnTo>
                <a:lnTo>
                  <a:pt x="154784" y="92800"/>
                </a:lnTo>
                <a:lnTo>
                  <a:pt x="150266" y="99938"/>
                </a:lnTo>
                <a:lnTo>
                  <a:pt x="146938" y="107077"/>
                </a:lnTo>
                <a:lnTo>
                  <a:pt x="144611" y="114215"/>
                </a:lnTo>
                <a:lnTo>
                  <a:pt x="143089" y="121354"/>
                </a:lnTo>
                <a:lnTo>
                  <a:pt x="142182" y="128492"/>
                </a:lnTo>
                <a:lnTo>
                  <a:pt x="141716" y="135630"/>
                </a:lnTo>
                <a:lnTo>
                  <a:pt x="141541" y="142769"/>
                </a:lnTo>
                <a:lnTo>
                  <a:pt x="141534" y="149907"/>
                </a:lnTo>
                <a:lnTo>
                  <a:pt x="141597" y="157046"/>
                </a:lnTo>
                <a:lnTo>
                  <a:pt x="141658" y="164184"/>
                </a:lnTo>
                <a:lnTo>
                  <a:pt x="141667" y="171323"/>
                </a:lnTo>
                <a:lnTo>
                  <a:pt x="141595" y="178461"/>
                </a:lnTo>
                <a:lnTo>
                  <a:pt x="141431" y="185600"/>
                </a:lnTo>
                <a:lnTo>
                  <a:pt x="141179" y="192738"/>
                </a:lnTo>
                <a:lnTo>
                  <a:pt x="140854" y="199876"/>
                </a:lnTo>
                <a:lnTo>
                  <a:pt x="140477" y="207015"/>
                </a:lnTo>
                <a:lnTo>
                  <a:pt x="140074" y="214153"/>
                </a:lnTo>
                <a:lnTo>
                  <a:pt x="139672" y="221292"/>
                </a:lnTo>
                <a:lnTo>
                  <a:pt x="139296" y="228430"/>
                </a:lnTo>
                <a:lnTo>
                  <a:pt x="138966" y="235569"/>
                </a:lnTo>
                <a:lnTo>
                  <a:pt x="138696" y="242707"/>
                </a:lnTo>
                <a:lnTo>
                  <a:pt x="138497" y="249846"/>
                </a:lnTo>
                <a:lnTo>
                  <a:pt x="138373" y="256984"/>
                </a:lnTo>
                <a:lnTo>
                  <a:pt x="138326" y="264122"/>
                </a:lnTo>
                <a:lnTo>
                  <a:pt x="138355" y="271261"/>
                </a:lnTo>
                <a:lnTo>
                  <a:pt x="138461" y="278399"/>
                </a:lnTo>
                <a:lnTo>
                  <a:pt x="138645" y="285538"/>
                </a:lnTo>
                <a:lnTo>
                  <a:pt x="138910" y="292676"/>
                </a:lnTo>
                <a:lnTo>
                  <a:pt x="139262" y="299815"/>
                </a:lnTo>
                <a:lnTo>
                  <a:pt x="139703" y="306953"/>
                </a:lnTo>
                <a:lnTo>
                  <a:pt x="140236" y="314092"/>
                </a:lnTo>
                <a:lnTo>
                  <a:pt x="140857" y="321230"/>
                </a:lnTo>
                <a:lnTo>
                  <a:pt x="141558" y="328368"/>
                </a:lnTo>
                <a:lnTo>
                  <a:pt x="142319" y="335507"/>
                </a:lnTo>
                <a:lnTo>
                  <a:pt x="143118" y="342645"/>
                </a:lnTo>
                <a:lnTo>
                  <a:pt x="143924" y="349784"/>
                </a:lnTo>
                <a:lnTo>
                  <a:pt x="144702" y="356922"/>
                </a:lnTo>
                <a:lnTo>
                  <a:pt x="145421" y="364061"/>
                </a:lnTo>
                <a:lnTo>
                  <a:pt x="146051" y="371199"/>
                </a:lnTo>
                <a:lnTo>
                  <a:pt x="146572" y="378337"/>
                </a:lnTo>
                <a:lnTo>
                  <a:pt x="146973" y="385476"/>
                </a:lnTo>
                <a:lnTo>
                  <a:pt x="147254" y="392614"/>
                </a:lnTo>
                <a:lnTo>
                  <a:pt x="147426" y="399753"/>
                </a:lnTo>
                <a:lnTo>
                  <a:pt x="147505" y="406891"/>
                </a:lnTo>
                <a:lnTo>
                  <a:pt x="147513" y="414030"/>
                </a:lnTo>
                <a:lnTo>
                  <a:pt x="147474" y="421168"/>
                </a:lnTo>
                <a:lnTo>
                  <a:pt x="147408" y="428307"/>
                </a:lnTo>
                <a:lnTo>
                  <a:pt x="147332" y="435445"/>
                </a:lnTo>
                <a:lnTo>
                  <a:pt x="147260" y="442583"/>
                </a:lnTo>
                <a:lnTo>
                  <a:pt x="147205" y="449722"/>
                </a:lnTo>
                <a:lnTo>
                  <a:pt x="147176" y="456860"/>
                </a:lnTo>
                <a:lnTo>
                  <a:pt x="147188" y="463999"/>
                </a:lnTo>
                <a:lnTo>
                  <a:pt x="147257" y="471137"/>
                </a:lnTo>
                <a:lnTo>
                  <a:pt x="147408" y="478276"/>
                </a:lnTo>
                <a:lnTo>
                  <a:pt x="147665" y="485414"/>
                </a:lnTo>
                <a:lnTo>
                  <a:pt x="148056" y="492553"/>
                </a:lnTo>
                <a:lnTo>
                  <a:pt x="148603" y="499691"/>
                </a:lnTo>
                <a:lnTo>
                  <a:pt x="149321" y="506829"/>
                </a:lnTo>
                <a:lnTo>
                  <a:pt x="150207" y="513968"/>
                </a:lnTo>
                <a:lnTo>
                  <a:pt x="151243" y="521106"/>
                </a:lnTo>
                <a:lnTo>
                  <a:pt x="152388" y="528245"/>
                </a:lnTo>
                <a:lnTo>
                  <a:pt x="153581" y="535383"/>
                </a:lnTo>
                <a:lnTo>
                  <a:pt x="154750" y="542522"/>
                </a:lnTo>
                <a:lnTo>
                  <a:pt x="155813" y="549660"/>
                </a:lnTo>
                <a:lnTo>
                  <a:pt x="156691" y="556799"/>
                </a:lnTo>
                <a:lnTo>
                  <a:pt x="157319" y="563937"/>
                </a:lnTo>
                <a:lnTo>
                  <a:pt x="157651" y="571075"/>
                </a:lnTo>
                <a:lnTo>
                  <a:pt x="157674" y="578214"/>
                </a:lnTo>
                <a:lnTo>
                  <a:pt x="157402" y="585352"/>
                </a:lnTo>
                <a:lnTo>
                  <a:pt x="156882" y="592491"/>
                </a:lnTo>
                <a:lnTo>
                  <a:pt x="156189" y="599629"/>
                </a:lnTo>
                <a:lnTo>
                  <a:pt x="155411" y="606768"/>
                </a:lnTo>
                <a:lnTo>
                  <a:pt x="154645" y="613906"/>
                </a:lnTo>
                <a:lnTo>
                  <a:pt x="153985" y="621045"/>
                </a:lnTo>
                <a:lnTo>
                  <a:pt x="153508" y="628183"/>
                </a:lnTo>
                <a:lnTo>
                  <a:pt x="153270" y="635321"/>
                </a:lnTo>
                <a:lnTo>
                  <a:pt x="153299" y="642460"/>
                </a:lnTo>
                <a:lnTo>
                  <a:pt x="153596" y="649598"/>
                </a:lnTo>
                <a:lnTo>
                  <a:pt x="154136" y="656737"/>
                </a:lnTo>
                <a:lnTo>
                  <a:pt x="154871" y="663875"/>
                </a:lnTo>
                <a:lnTo>
                  <a:pt x="155742" y="671014"/>
                </a:lnTo>
                <a:lnTo>
                  <a:pt x="156679" y="678152"/>
                </a:lnTo>
                <a:lnTo>
                  <a:pt x="157616" y="685291"/>
                </a:lnTo>
                <a:lnTo>
                  <a:pt x="158488" y="692429"/>
                </a:lnTo>
                <a:lnTo>
                  <a:pt x="159242" y="699567"/>
                </a:lnTo>
                <a:lnTo>
                  <a:pt x="159834" y="706706"/>
                </a:lnTo>
                <a:lnTo>
                  <a:pt x="160232" y="713844"/>
                </a:lnTo>
                <a:lnTo>
                  <a:pt x="160416" y="720983"/>
                </a:lnTo>
                <a:lnTo>
                  <a:pt x="160377" y="728121"/>
                </a:lnTo>
                <a:lnTo>
                  <a:pt x="160118" y="735260"/>
                </a:lnTo>
                <a:lnTo>
                  <a:pt x="159650" y="742398"/>
                </a:lnTo>
                <a:lnTo>
                  <a:pt x="158998" y="749537"/>
                </a:lnTo>
                <a:lnTo>
                  <a:pt x="158196" y="756675"/>
                </a:lnTo>
                <a:lnTo>
                  <a:pt x="157289" y="763813"/>
                </a:lnTo>
                <a:lnTo>
                  <a:pt x="156328" y="770952"/>
                </a:lnTo>
                <a:lnTo>
                  <a:pt x="155370" y="778090"/>
                </a:lnTo>
                <a:lnTo>
                  <a:pt x="154468" y="785229"/>
                </a:lnTo>
                <a:lnTo>
                  <a:pt x="153670" y="792367"/>
                </a:lnTo>
                <a:lnTo>
                  <a:pt x="153012" y="799506"/>
                </a:lnTo>
                <a:lnTo>
                  <a:pt x="152513" y="806644"/>
                </a:lnTo>
                <a:lnTo>
                  <a:pt x="152174" y="813783"/>
                </a:lnTo>
                <a:lnTo>
                  <a:pt x="151975" y="820921"/>
                </a:lnTo>
                <a:lnTo>
                  <a:pt x="151883" y="828059"/>
                </a:lnTo>
                <a:lnTo>
                  <a:pt x="151851" y="835198"/>
                </a:lnTo>
                <a:lnTo>
                  <a:pt x="151826" y="842336"/>
                </a:lnTo>
                <a:lnTo>
                  <a:pt x="151758" y="849475"/>
                </a:lnTo>
                <a:lnTo>
                  <a:pt x="151603" y="856613"/>
                </a:lnTo>
                <a:lnTo>
                  <a:pt x="151330" y="863752"/>
                </a:lnTo>
                <a:lnTo>
                  <a:pt x="150925" y="870890"/>
                </a:lnTo>
                <a:lnTo>
                  <a:pt x="150388" y="878029"/>
                </a:lnTo>
                <a:lnTo>
                  <a:pt x="149735" y="885167"/>
                </a:lnTo>
                <a:lnTo>
                  <a:pt x="148996" y="892305"/>
                </a:lnTo>
                <a:lnTo>
                  <a:pt x="148206" y="899444"/>
                </a:lnTo>
                <a:lnTo>
                  <a:pt x="147404" y="906582"/>
                </a:lnTo>
                <a:lnTo>
                  <a:pt x="146629" y="913721"/>
                </a:lnTo>
                <a:lnTo>
                  <a:pt x="145912" y="920859"/>
                </a:lnTo>
                <a:lnTo>
                  <a:pt x="145280" y="927998"/>
                </a:lnTo>
                <a:lnTo>
                  <a:pt x="144747" y="935136"/>
                </a:lnTo>
                <a:lnTo>
                  <a:pt x="144322" y="942275"/>
                </a:lnTo>
                <a:lnTo>
                  <a:pt x="144004" y="949413"/>
                </a:lnTo>
                <a:lnTo>
                  <a:pt x="143786" y="956551"/>
                </a:lnTo>
                <a:lnTo>
                  <a:pt x="143661" y="963690"/>
                </a:lnTo>
                <a:lnTo>
                  <a:pt x="143620" y="970828"/>
                </a:lnTo>
                <a:lnTo>
                  <a:pt x="143659" y="977967"/>
                </a:lnTo>
                <a:lnTo>
                  <a:pt x="143782" y="985105"/>
                </a:lnTo>
                <a:lnTo>
                  <a:pt x="144007" y="992244"/>
                </a:lnTo>
                <a:lnTo>
                  <a:pt x="144365" y="999382"/>
                </a:lnTo>
                <a:lnTo>
                  <a:pt x="144907" y="1006521"/>
                </a:lnTo>
                <a:lnTo>
                  <a:pt x="145703" y="1013659"/>
                </a:lnTo>
                <a:lnTo>
                  <a:pt x="146844" y="1020797"/>
                </a:lnTo>
                <a:lnTo>
                  <a:pt x="148439" y="1027936"/>
                </a:lnTo>
                <a:lnTo>
                  <a:pt x="150610" y="1035074"/>
                </a:lnTo>
                <a:lnTo>
                  <a:pt x="153484" y="1042213"/>
                </a:lnTo>
                <a:lnTo>
                  <a:pt x="157182" y="1049351"/>
                </a:lnTo>
                <a:lnTo>
                  <a:pt x="161801" y="1056490"/>
                </a:lnTo>
                <a:lnTo>
                  <a:pt x="167399" y="1063628"/>
                </a:lnTo>
                <a:lnTo>
                  <a:pt x="173975" y="1070767"/>
                </a:lnTo>
                <a:lnTo>
                  <a:pt x="181455" y="1077905"/>
                </a:lnTo>
                <a:lnTo>
                  <a:pt x="189676" y="1085043"/>
                </a:lnTo>
                <a:lnTo>
                  <a:pt x="198384" y="1092182"/>
                </a:lnTo>
                <a:lnTo>
                  <a:pt x="207239" y="1099320"/>
                </a:lnTo>
                <a:lnTo>
                  <a:pt x="215831" y="1106459"/>
                </a:lnTo>
                <a:lnTo>
                  <a:pt x="223711" y="1113597"/>
                </a:lnTo>
                <a:lnTo>
                  <a:pt x="230425" y="1120736"/>
                </a:lnTo>
                <a:lnTo>
                  <a:pt x="235562" y="1127874"/>
                </a:lnTo>
                <a:lnTo>
                  <a:pt x="238788" y="1135013"/>
                </a:lnTo>
                <a:lnTo>
                  <a:pt x="239888" y="1142151"/>
                </a:lnTo>
                <a:lnTo>
                  <a:pt x="239888" y="1142151"/>
                </a:lnTo>
                <a:close/>
              </a:path>
            </a:pathLst>
          </a:custGeom>
          <a:solidFill>
            <a:srgbClr val="B08A60">
              <a:alpha val="16000"/>
            </a:srgbClr>
          </a:solidFill>
          <a:ln w="8255">
            <a:solidFill>
              <a:srgbClr val="B08A60">
                <a:alpha val="16000"/>
              </a:srgbClr>
            </a:solidFill>
            <a:prstDash val="solid"/>
          </a:ln>
        </p:spPr>
      </p:sp>
      <p:sp>
        <p:nvSpPr>
          <p:cNvPr id="5083" name="LigandSeek2_vs_LigandSeek1_path_10597">
            <a:extLst>
              <a:ext uri="{FF2B5EF4-FFF2-40B4-BE49-F238E27FC236}">
                <a16:creationId xmlns:a16="http://schemas.microsoft.com/office/drawing/2014/main" id="{678364CC-D702-4A25-80EC-45D7EEF7D24C}"/>
              </a:ext>
            </a:extLst>
          </p:cNvPr>
          <p:cNvSpPr>
            <a:spLocks noGrp="1"/>
          </p:cNvSpPr>
          <p:nvPr/>
        </p:nvSpPr>
        <p:spPr>
          <a:xfrm>
            <a:off x="4562903" y="5258895"/>
            <a:ext cx="268861" cy="1142151"/>
          </a:xfrm>
          <a:custGeom>
            <a:avLst/>
            <a:gdLst/>
            <a:ahLst/>
            <a:cxnLst/>
            <a:rect l="0" t="0" r="0" b="0"/>
            <a:pathLst>
              <a:path w="268861" h="1142151">
                <a:moveTo>
                  <a:pt x="198893" y="1142151"/>
                </a:moveTo>
                <a:lnTo>
                  <a:pt x="69968" y="1142151"/>
                </a:lnTo>
                <a:lnTo>
                  <a:pt x="70649" y="1135013"/>
                </a:lnTo>
                <a:lnTo>
                  <a:pt x="72645" y="1127874"/>
                </a:lnTo>
                <a:lnTo>
                  <a:pt x="75826" y="1120736"/>
                </a:lnTo>
                <a:lnTo>
                  <a:pt x="79989" y="1113597"/>
                </a:lnTo>
                <a:lnTo>
                  <a:pt x="84881" y="1106459"/>
                </a:lnTo>
                <a:lnTo>
                  <a:pt x="90226" y="1099320"/>
                </a:lnTo>
                <a:lnTo>
                  <a:pt x="95745" y="1092182"/>
                </a:lnTo>
                <a:lnTo>
                  <a:pt x="101187" y="1085043"/>
                </a:lnTo>
                <a:lnTo>
                  <a:pt x="106341" y="1077905"/>
                </a:lnTo>
                <a:lnTo>
                  <a:pt x="111049" y="1070767"/>
                </a:lnTo>
                <a:lnTo>
                  <a:pt x="115208" y="1063628"/>
                </a:lnTo>
                <a:lnTo>
                  <a:pt x="118769" y="1056490"/>
                </a:lnTo>
                <a:lnTo>
                  <a:pt x="121732" y="1049351"/>
                </a:lnTo>
                <a:lnTo>
                  <a:pt x="124128" y="1042213"/>
                </a:lnTo>
                <a:lnTo>
                  <a:pt x="126016" y="1035074"/>
                </a:lnTo>
                <a:lnTo>
                  <a:pt x="127466" y="1027936"/>
                </a:lnTo>
                <a:lnTo>
                  <a:pt x="128552" y="1020797"/>
                </a:lnTo>
                <a:lnTo>
                  <a:pt x="129345" y="1013659"/>
                </a:lnTo>
                <a:lnTo>
                  <a:pt x="129909" y="1006521"/>
                </a:lnTo>
                <a:lnTo>
                  <a:pt x="130297" y="999382"/>
                </a:lnTo>
                <a:lnTo>
                  <a:pt x="130551" y="992244"/>
                </a:lnTo>
                <a:lnTo>
                  <a:pt x="130705" y="985105"/>
                </a:lnTo>
                <a:lnTo>
                  <a:pt x="130785" y="977967"/>
                </a:lnTo>
                <a:lnTo>
                  <a:pt x="130808" y="970828"/>
                </a:lnTo>
                <a:lnTo>
                  <a:pt x="130789" y="963690"/>
                </a:lnTo>
                <a:lnTo>
                  <a:pt x="130737" y="956551"/>
                </a:lnTo>
                <a:lnTo>
                  <a:pt x="130659" y="949413"/>
                </a:lnTo>
                <a:lnTo>
                  <a:pt x="130560" y="942275"/>
                </a:lnTo>
                <a:lnTo>
                  <a:pt x="130446" y="935136"/>
                </a:lnTo>
                <a:lnTo>
                  <a:pt x="130317" y="927998"/>
                </a:lnTo>
                <a:lnTo>
                  <a:pt x="130178" y="920859"/>
                </a:lnTo>
                <a:lnTo>
                  <a:pt x="130029" y="913721"/>
                </a:lnTo>
                <a:lnTo>
                  <a:pt x="129875" y="906582"/>
                </a:lnTo>
                <a:lnTo>
                  <a:pt x="129718" y="899444"/>
                </a:lnTo>
                <a:lnTo>
                  <a:pt x="129563" y="892305"/>
                </a:lnTo>
                <a:lnTo>
                  <a:pt x="129416" y="885167"/>
                </a:lnTo>
                <a:lnTo>
                  <a:pt x="129282" y="878029"/>
                </a:lnTo>
                <a:lnTo>
                  <a:pt x="129167" y="870890"/>
                </a:lnTo>
                <a:lnTo>
                  <a:pt x="129077" y="863752"/>
                </a:lnTo>
                <a:lnTo>
                  <a:pt x="129017" y="856613"/>
                </a:lnTo>
                <a:lnTo>
                  <a:pt x="128987" y="849475"/>
                </a:lnTo>
                <a:lnTo>
                  <a:pt x="128990" y="842336"/>
                </a:lnTo>
                <a:lnTo>
                  <a:pt x="129023" y="835198"/>
                </a:lnTo>
                <a:lnTo>
                  <a:pt x="129083" y="828059"/>
                </a:lnTo>
                <a:lnTo>
                  <a:pt x="129166" y="820921"/>
                </a:lnTo>
                <a:lnTo>
                  <a:pt x="129268" y="813783"/>
                </a:lnTo>
                <a:lnTo>
                  <a:pt x="129385" y="806644"/>
                </a:lnTo>
                <a:lnTo>
                  <a:pt x="129515" y="799506"/>
                </a:lnTo>
                <a:lnTo>
                  <a:pt x="129659" y="792367"/>
                </a:lnTo>
                <a:lnTo>
                  <a:pt x="129818" y="785229"/>
                </a:lnTo>
                <a:lnTo>
                  <a:pt x="129994" y="778090"/>
                </a:lnTo>
                <a:lnTo>
                  <a:pt x="130191" y="770952"/>
                </a:lnTo>
                <a:lnTo>
                  <a:pt x="130413" y="763813"/>
                </a:lnTo>
                <a:lnTo>
                  <a:pt x="130659" y="756675"/>
                </a:lnTo>
                <a:lnTo>
                  <a:pt x="130929" y="749537"/>
                </a:lnTo>
                <a:lnTo>
                  <a:pt x="131220" y="742398"/>
                </a:lnTo>
                <a:lnTo>
                  <a:pt x="131525" y="735260"/>
                </a:lnTo>
                <a:lnTo>
                  <a:pt x="131835" y="728121"/>
                </a:lnTo>
                <a:lnTo>
                  <a:pt x="132138" y="720983"/>
                </a:lnTo>
                <a:lnTo>
                  <a:pt x="132421" y="713844"/>
                </a:lnTo>
                <a:lnTo>
                  <a:pt x="132672" y="706706"/>
                </a:lnTo>
                <a:lnTo>
                  <a:pt x="132875" y="699567"/>
                </a:lnTo>
                <a:lnTo>
                  <a:pt x="133017" y="692429"/>
                </a:lnTo>
                <a:lnTo>
                  <a:pt x="133086" y="685291"/>
                </a:lnTo>
                <a:lnTo>
                  <a:pt x="133068" y="678152"/>
                </a:lnTo>
                <a:lnTo>
                  <a:pt x="132955" y="671014"/>
                </a:lnTo>
                <a:lnTo>
                  <a:pt x="132738" y="663875"/>
                </a:lnTo>
                <a:lnTo>
                  <a:pt x="132411" y="656737"/>
                </a:lnTo>
                <a:lnTo>
                  <a:pt x="131974" y="649598"/>
                </a:lnTo>
                <a:lnTo>
                  <a:pt x="131432" y="642460"/>
                </a:lnTo>
                <a:lnTo>
                  <a:pt x="130796" y="635321"/>
                </a:lnTo>
                <a:lnTo>
                  <a:pt x="130083" y="628183"/>
                </a:lnTo>
                <a:lnTo>
                  <a:pt x="129320" y="621045"/>
                </a:lnTo>
                <a:lnTo>
                  <a:pt x="128538" y="613906"/>
                </a:lnTo>
                <a:lnTo>
                  <a:pt x="127777" y="606768"/>
                </a:lnTo>
                <a:lnTo>
                  <a:pt x="127075" y="599629"/>
                </a:lnTo>
                <a:lnTo>
                  <a:pt x="126473" y="592491"/>
                </a:lnTo>
                <a:lnTo>
                  <a:pt x="126006" y="585352"/>
                </a:lnTo>
                <a:lnTo>
                  <a:pt x="125702" y="578214"/>
                </a:lnTo>
                <a:lnTo>
                  <a:pt x="125578" y="571075"/>
                </a:lnTo>
                <a:lnTo>
                  <a:pt x="125640" y="563937"/>
                </a:lnTo>
                <a:lnTo>
                  <a:pt x="125877" y="556799"/>
                </a:lnTo>
                <a:lnTo>
                  <a:pt x="126270" y="549660"/>
                </a:lnTo>
                <a:lnTo>
                  <a:pt x="126786" y="542522"/>
                </a:lnTo>
                <a:lnTo>
                  <a:pt x="127387" y="535383"/>
                </a:lnTo>
                <a:lnTo>
                  <a:pt x="128030" y="528245"/>
                </a:lnTo>
                <a:lnTo>
                  <a:pt x="128675" y="521106"/>
                </a:lnTo>
                <a:lnTo>
                  <a:pt x="129281" y="513968"/>
                </a:lnTo>
                <a:lnTo>
                  <a:pt x="129818" y="506829"/>
                </a:lnTo>
                <a:lnTo>
                  <a:pt x="130259" y="499691"/>
                </a:lnTo>
                <a:lnTo>
                  <a:pt x="130586" y="492553"/>
                </a:lnTo>
                <a:lnTo>
                  <a:pt x="130791" y="485414"/>
                </a:lnTo>
                <a:lnTo>
                  <a:pt x="130869" y="478276"/>
                </a:lnTo>
                <a:lnTo>
                  <a:pt x="130823" y="471137"/>
                </a:lnTo>
                <a:lnTo>
                  <a:pt x="130657" y="463999"/>
                </a:lnTo>
                <a:lnTo>
                  <a:pt x="130382" y="456860"/>
                </a:lnTo>
                <a:lnTo>
                  <a:pt x="130010" y="449722"/>
                </a:lnTo>
                <a:lnTo>
                  <a:pt x="129557" y="442583"/>
                </a:lnTo>
                <a:lnTo>
                  <a:pt x="129040" y="435445"/>
                </a:lnTo>
                <a:lnTo>
                  <a:pt x="128482" y="428307"/>
                </a:lnTo>
                <a:lnTo>
                  <a:pt x="127907" y="421168"/>
                </a:lnTo>
                <a:lnTo>
                  <a:pt x="127340" y="414030"/>
                </a:lnTo>
                <a:lnTo>
                  <a:pt x="126810" y="406891"/>
                </a:lnTo>
                <a:lnTo>
                  <a:pt x="126342" y="399753"/>
                </a:lnTo>
                <a:lnTo>
                  <a:pt x="125958" y="392614"/>
                </a:lnTo>
                <a:lnTo>
                  <a:pt x="125675" y="385476"/>
                </a:lnTo>
                <a:lnTo>
                  <a:pt x="125506" y="378337"/>
                </a:lnTo>
                <a:lnTo>
                  <a:pt x="125452" y="371199"/>
                </a:lnTo>
                <a:lnTo>
                  <a:pt x="125510" y="364061"/>
                </a:lnTo>
                <a:lnTo>
                  <a:pt x="125668" y="356922"/>
                </a:lnTo>
                <a:lnTo>
                  <a:pt x="125910" y="349784"/>
                </a:lnTo>
                <a:lnTo>
                  <a:pt x="126217" y="342645"/>
                </a:lnTo>
                <a:lnTo>
                  <a:pt x="126570" y="335507"/>
                </a:lnTo>
                <a:lnTo>
                  <a:pt x="126951" y="328368"/>
                </a:lnTo>
                <a:lnTo>
                  <a:pt x="127347" y="321230"/>
                </a:lnTo>
                <a:lnTo>
                  <a:pt x="127746" y="314092"/>
                </a:lnTo>
                <a:lnTo>
                  <a:pt x="128141" y="306953"/>
                </a:lnTo>
                <a:lnTo>
                  <a:pt x="128529" y="299815"/>
                </a:lnTo>
                <a:lnTo>
                  <a:pt x="128907" y="292676"/>
                </a:lnTo>
                <a:lnTo>
                  <a:pt x="129275" y="285538"/>
                </a:lnTo>
                <a:lnTo>
                  <a:pt x="129630" y="278399"/>
                </a:lnTo>
                <a:lnTo>
                  <a:pt x="129971" y="271261"/>
                </a:lnTo>
                <a:lnTo>
                  <a:pt x="130293" y="264122"/>
                </a:lnTo>
                <a:lnTo>
                  <a:pt x="130589" y="256984"/>
                </a:lnTo>
                <a:lnTo>
                  <a:pt x="130856" y="249846"/>
                </a:lnTo>
                <a:lnTo>
                  <a:pt x="131086" y="242707"/>
                </a:lnTo>
                <a:lnTo>
                  <a:pt x="131275" y="235569"/>
                </a:lnTo>
                <a:lnTo>
                  <a:pt x="131422" y="228430"/>
                </a:lnTo>
                <a:lnTo>
                  <a:pt x="131527" y="221292"/>
                </a:lnTo>
                <a:lnTo>
                  <a:pt x="131593" y="214153"/>
                </a:lnTo>
                <a:lnTo>
                  <a:pt x="131625" y="207015"/>
                </a:lnTo>
                <a:lnTo>
                  <a:pt x="131630" y="199876"/>
                </a:lnTo>
                <a:lnTo>
                  <a:pt x="131614" y="192738"/>
                </a:lnTo>
                <a:lnTo>
                  <a:pt x="131583" y="185600"/>
                </a:lnTo>
                <a:lnTo>
                  <a:pt x="131536" y="178461"/>
                </a:lnTo>
                <a:lnTo>
                  <a:pt x="131470" y="171323"/>
                </a:lnTo>
                <a:lnTo>
                  <a:pt x="131369" y="164184"/>
                </a:lnTo>
                <a:lnTo>
                  <a:pt x="131207" y="157046"/>
                </a:lnTo>
                <a:lnTo>
                  <a:pt x="130941" y="149907"/>
                </a:lnTo>
                <a:lnTo>
                  <a:pt x="130511" y="142769"/>
                </a:lnTo>
                <a:lnTo>
                  <a:pt x="129832" y="135630"/>
                </a:lnTo>
                <a:lnTo>
                  <a:pt x="128798" y="128492"/>
                </a:lnTo>
                <a:lnTo>
                  <a:pt x="127276" y="121354"/>
                </a:lnTo>
                <a:lnTo>
                  <a:pt x="125113" y="114215"/>
                </a:lnTo>
                <a:lnTo>
                  <a:pt x="122141" y="107077"/>
                </a:lnTo>
                <a:lnTo>
                  <a:pt x="118186" y="99938"/>
                </a:lnTo>
                <a:lnTo>
                  <a:pt x="113088" y="92800"/>
                </a:lnTo>
                <a:lnTo>
                  <a:pt x="106716" y="85661"/>
                </a:lnTo>
                <a:lnTo>
                  <a:pt x="99000" y="78523"/>
                </a:lnTo>
                <a:lnTo>
                  <a:pt x="89947" y="71384"/>
                </a:lnTo>
                <a:lnTo>
                  <a:pt x="79669" y="64246"/>
                </a:lnTo>
                <a:lnTo>
                  <a:pt x="68396" y="57108"/>
                </a:lnTo>
                <a:lnTo>
                  <a:pt x="56480" y="49969"/>
                </a:lnTo>
                <a:lnTo>
                  <a:pt x="44388" y="42831"/>
                </a:lnTo>
                <a:lnTo>
                  <a:pt x="32677" y="35692"/>
                </a:lnTo>
                <a:lnTo>
                  <a:pt x="21956" y="28554"/>
                </a:lnTo>
                <a:lnTo>
                  <a:pt x="12834" y="21415"/>
                </a:lnTo>
                <a:lnTo>
                  <a:pt x="5865" y="14277"/>
                </a:lnTo>
                <a:lnTo>
                  <a:pt x="1491" y="7138"/>
                </a:lnTo>
                <a:lnTo>
                  <a:pt x="0" y="0"/>
                </a:lnTo>
                <a:lnTo>
                  <a:pt x="268861" y="0"/>
                </a:lnTo>
                <a:lnTo>
                  <a:pt x="268861" y="0"/>
                </a:lnTo>
                <a:lnTo>
                  <a:pt x="267370" y="7138"/>
                </a:lnTo>
                <a:lnTo>
                  <a:pt x="262996" y="14277"/>
                </a:lnTo>
                <a:lnTo>
                  <a:pt x="256027" y="21415"/>
                </a:lnTo>
                <a:lnTo>
                  <a:pt x="246905" y="28554"/>
                </a:lnTo>
                <a:lnTo>
                  <a:pt x="236184" y="35692"/>
                </a:lnTo>
                <a:lnTo>
                  <a:pt x="224473" y="42831"/>
                </a:lnTo>
                <a:lnTo>
                  <a:pt x="212382" y="49969"/>
                </a:lnTo>
                <a:lnTo>
                  <a:pt x="200465" y="57108"/>
                </a:lnTo>
                <a:lnTo>
                  <a:pt x="189192" y="64246"/>
                </a:lnTo>
                <a:lnTo>
                  <a:pt x="178914" y="71384"/>
                </a:lnTo>
                <a:lnTo>
                  <a:pt x="169861" y="78523"/>
                </a:lnTo>
                <a:lnTo>
                  <a:pt x="162145" y="85661"/>
                </a:lnTo>
                <a:lnTo>
                  <a:pt x="155774" y="92800"/>
                </a:lnTo>
                <a:lnTo>
                  <a:pt x="150675" y="99938"/>
                </a:lnTo>
                <a:lnTo>
                  <a:pt x="146720" y="107077"/>
                </a:lnTo>
                <a:lnTo>
                  <a:pt x="143748" y="114215"/>
                </a:lnTo>
                <a:lnTo>
                  <a:pt x="141585" y="121354"/>
                </a:lnTo>
                <a:lnTo>
                  <a:pt x="140063" y="128492"/>
                </a:lnTo>
                <a:lnTo>
                  <a:pt x="139029" y="135630"/>
                </a:lnTo>
                <a:lnTo>
                  <a:pt x="138350" y="142769"/>
                </a:lnTo>
                <a:lnTo>
                  <a:pt x="137920" y="149907"/>
                </a:lnTo>
                <a:lnTo>
                  <a:pt x="137654" y="157046"/>
                </a:lnTo>
                <a:lnTo>
                  <a:pt x="137492" y="164184"/>
                </a:lnTo>
                <a:lnTo>
                  <a:pt x="137391" y="171323"/>
                </a:lnTo>
                <a:lnTo>
                  <a:pt x="137325" y="178461"/>
                </a:lnTo>
                <a:lnTo>
                  <a:pt x="137278" y="185600"/>
                </a:lnTo>
                <a:lnTo>
                  <a:pt x="137247" y="192738"/>
                </a:lnTo>
                <a:lnTo>
                  <a:pt x="137231" y="199876"/>
                </a:lnTo>
                <a:lnTo>
                  <a:pt x="137236" y="207015"/>
                </a:lnTo>
                <a:lnTo>
                  <a:pt x="137268" y="214153"/>
                </a:lnTo>
                <a:lnTo>
                  <a:pt x="137334" y="221292"/>
                </a:lnTo>
                <a:lnTo>
                  <a:pt x="137439" y="228430"/>
                </a:lnTo>
                <a:lnTo>
                  <a:pt x="137586" y="235569"/>
                </a:lnTo>
                <a:lnTo>
                  <a:pt x="137775" y="242707"/>
                </a:lnTo>
                <a:lnTo>
                  <a:pt x="138006" y="249846"/>
                </a:lnTo>
                <a:lnTo>
                  <a:pt x="138272" y="256984"/>
                </a:lnTo>
                <a:lnTo>
                  <a:pt x="138569" y="264122"/>
                </a:lnTo>
                <a:lnTo>
                  <a:pt x="138890" y="271261"/>
                </a:lnTo>
                <a:lnTo>
                  <a:pt x="139231" y="278399"/>
                </a:lnTo>
                <a:lnTo>
                  <a:pt x="139586" y="285538"/>
                </a:lnTo>
                <a:lnTo>
                  <a:pt x="139954" y="292676"/>
                </a:lnTo>
                <a:lnTo>
                  <a:pt x="140333" y="299815"/>
                </a:lnTo>
                <a:lnTo>
                  <a:pt x="140720" y="306953"/>
                </a:lnTo>
                <a:lnTo>
                  <a:pt x="141115" y="314092"/>
                </a:lnTo>
                <a:lnTo>
                  <a:pt x="141514" y="321230"/>
                </a:lnTo>
                <a:lnTo>
                  <a:pt x="141910" y="328368"/>
                </a:lnTo>
                <a:lnTo>
                  <a:pt x="142291" y="335507"/>
                </a:lnTo>
                <a:lnTo>
                  <a:pt x="142644" y="342645"/>
                </a:lnTo>
                <a:lnTo>
                  <a:pt x="142952" y="349784"/>
                </a:lnTo>
                <a:lnTo>
                  <a:pt x="143193" y="356922"/>
                </a:lnTo>
                <a:lnTo>
                  <a:pt x="143351" y="364061"/>
                </a:lnTo>
                <a:lnTo>
                  <a:pt x="143409" y="371199"/>
                </a:lnTo>
                <a:lnTo>
                  <a:pt x="143355" y="378337"/>
                </a:lnTo>
                <a:lnTo>
                  <a:pt x="143186" y="385476"/>
                </a:lnTo>
                <a:lnTo>
                  <a:pt x="142904" y="392614"/>
                </a:lnTo>
                <a:lnTo>
                  <a:pt x="142519" y="399753"/>
                </a:lnTo>
                <a:lnTo>
                  <a:pt x="142051" y="406891"/>
                </a:lnTo>
                <a:lnTo>
                  <a:pt x="141521" y="414030"/>
                </a:lnTo>
                <a:lnTo>
                  <a:pt x="140954" y="421168"/>
                </a:lnTo>
                <a:lnTo>
                  <a:pt x="140379" y="428307"/>
                </a:lnTo>
                <a:lnTo>
                  <a:pt x="139821" y="435445"/>
                </a:lnTo>
                <a:lnTo>
                  <a:pt x="139304" y="442583"/>
                </a:lnTo>
                <a:lnTo>
                  <a:pt x="138851" y="449722"/>
                </a:lnTo>
                <a:lnTo>
                  <a:pt x="138479" y="456860"/>
                </a:lnTo>
                <a:lnTo>
                  <a:pt x="138204" y="463999"/>
                </a:lnTo>
                <a:lnTo>
                  <a:pt x="138038" y="471137"/>
                </a:lnTo>
                <a:lnTo>
                  <a:pt x="137992" y="478276"/>
                </a:lnTo>
                <a:lnTo>
                  <a:pt x="138070" y="485414"/>
                </a:lnTo>
                <a:lnTo>
                  <a:pt x="138275" y="492553"/>
                </a:lnTo>
                <a:lnTo>
                  <a:pt x="138602" y="499691"/>
                </a:lnTo>
                <a:lnTo>
                  <a:pt x="139043" y="506829"/>
                </a:lnTo>
                <a:lnTo>
                  <a:pt x="139580" y="513968"/>
                </a:lnTo>
                <a:lnTo>
                  <a:pt x="140186" y="521106"/>
                </a:lnTo>
                <a:lnTo>
                  <a:pt x="140831" y="528245"/>
                </a:lnTo>
                <a:lnTo>
                  <a:pt x="141475" y="535383"/>
                </a:lnTo>
                <a:lnTo>
                  <a:pt x="142075" y="542522"/>
                </a:lnTo>
                <a:lnTo>
                  <a:pt x="142591" y="549660"/>
                </a:lnTo>
                <a:lnTo>
                  <a:pt x="142984" y="556799"/>
                </a:lnTo>
                <a:lnTo>
                  <a:pt x="143221" y="563937"/>
                </a:lnTo>
                <a:lnTo>
                  <a:pt x="143283" y="571075"/>
                </a:lnTo>
                <a:lnTo>
                  <a:pt x="143159" y="578214"/>
                </a:lnTo>
                <a:lnTo>
                  <a:pt x="142855" y="585352"/>
                </a:lnTo>
                <a:lnTo>
                  <a:pt x="142388" y="592491"/>
                </a:lnTo>
                <a:lnTo>
                  <a:pt x="141786" y="599629"/>
                </a:lnTo>
                <a:lnTo>
                  <a:pt x="141084" y="606768"/>
                </a:lnTo>
                <a:lnTo>
                  <a:pt x="140323" y="613906"/>
                </a:lnTo>
                <a:lnTo>
                  <a:pt x="139541" y="621045"/>
                </a:lnTo>
                <a:lnTo>
                  <a:pt x="138778" y="628183"/>
                </a:lnTo>
                <a:lnTo>
                  <a:pt x="138066" y="635321"/>
                </a:lnTo>
                <a:lnTo>
                  <a:pt x="137429" y="642460"/>
                </a:lnTo>
                <a:lnTo>
                  <a:pt x="136887" y="649598"/>
                </a:lnTo>
                <a:lnTo>
                  <a:pt x="136450" y="656737"/>
                </a:lnTo>
                <a:lnTo>
                  <a:pt x="136124" y="663875"/>
                </a:lnTo>
                <a:lnTo>
                  <a:pt x="135906" y="671014"/>
                </a:lnTo>
                <a:lnTo>
                  <a:pt x="135793" y="678152"/>
                </a:lnTo>
                <a:lnTo>
                  <a:pt x="135775" y="685291"/>
                </a:lnTo>
                <a:lnTo>
                  <a:pt x="135844" y="692429"/>
                </a:lnTo>
                <a:lnTo>
                  <a:pt x="135986" y="699567"/>
                </a:lnTo>
                <a:lnTo>
                  <a:pt x="136189" y="706706"/>
                </a:lnTo>
                <a:lnTo>
                  <a:pt x="136440" y="713844"/>
                </a:lnTo>
                <a:lnTo>
                  <a:pt x="136723" y="720983"/>
                </a:lnTo>
                <a:lnTo>
                  <a:pt x="137026" y="728121"/>
                </a:lnTo>
                <a:lnTo>
                  <a:pt x="137336" y="735260"/>
                </a:lnTo>
                <a:lnTo>
                  <a:pt x="137641" y="742398"/>
                </a:lnTo>
                <a:lnTo>
                  <a:pt x="137932" y="749537"/>
                </a:lnTo>
                <a:lnTo>
                  <a:pt x="138202" y="756675"/>
                </a:lnTo>
                <a:lnTo>
                  <a:pt x="138448" y="763813"/>
                </a:lnTo>
                <a:lnTo>
                  <a:pt x="138670" y="770952"/>
                </a:lnTo>
                <a:lnTo>
                  <a:pt x="138867" y="778090"/>
                </a:lnTo>
                <a:lnTo>
                  <a:pt x="139043" y="785229"/>
                </a:lnTo>
                <a:lnTo>
                  <a:pt x="139202" y="792367"/>
                </a:lnTo>
                <a:lnTo>
                  <a:pt x="139346" y="799506"/>
                </a:lnTo>
                <a:lnTo>
                  <a:pt x="139476" y="806644"/>
                </a:lnTo>
                <a:lnTo>
                  <a:pt x="139593" y="813783"/>
                </a:lnTo>
                <a:lnTo>
                  <a:pt x="139695" y="820921"/>
                </a:lnTo>
                <a:lnTo>
                  <a:pt x="139778" y="828059"/>
                </a:lnTo>
                <a:lnTo>
                  <a:pt x="139838" y="835198"/>
                </a:lnTo>
                <a:lnTo>
                  <a:pt x="139871" y="842336"/>
                </a:lnTo>
                <a:lnTo>
                  <a:pt x="139874" y="849475"/>
                </a:lnTo>
                <a:lnTo>
                  <a:pt x="139845" y="856613"/>
                </a:lnTo>
                <a:lnTo>
                  <a:pt x="139784" y="863752"/>
                </a:lnTo>
                <a:lnTo>
                  <a:pt x="139694" y="870890"/>
                </a:lnTo>
                <a:lnTo>
                  <a:pt x="139579" y="878029"/>
                </a:lnTo>
                <a:lnTo>
                  <a:pt x="139445" y="885167"/>
                </a:lnTo>
                <a:lnTo>
                  <a:pt x="139298" y="892305"/>
                </a:lnTo>
                <a:lnTo>
                  <a:pt x="139143" y="899444"/>
                </a:lnTo>
                <a:lnTo>
                  <a:pt x="138986" y="906582"/>
                </a:lnTo>
                <a:lnTo>
                  <a:pt x="138832" y="913721"/>
                </a:lnTo>
                <a:lnTo>
                  <a:pt x="138683" y="920859"/>
                </a:lnTo>
                <a:lnTo>
                  <a:pt x="138544" y="927998"/>
                </a:lnTo>
                <a:lnTo>
                  <a:pt x="138415" y="935136"/>
                </a:lnTo>
                <a:lnTo>
                  <a:pt x="138301" y="942275"/>
                </a:lnTo>
                <a:lnTo>
                  <a:pt x="138202" y="949413"/>
                </a:lnTo>
                <a:lnTo>
                  <a:pt x="138125" y="956551"/>
                </a:lnTo>
                <a:lnTo>
                  <a:pt x="138072" y="963690"/>
                </a:lnTo>
                <a:lnTo>
                  <a:pt x="138053" y="970828"/>
                </a:lnTo>
                <a:lnTo>
                  <a:pt x="138076" y="977967"/>
                </a:lnTo>
                <a:lnTo>
                  <a:pt x="138156" y="985105"/>
                </a:lnTo>
                <a:lnTo>
                  <a:pt x="138310" y="992244"/>
                </a:lnTo>
                <a:lnTo>
                  <a:pt x="138564" y="999382"/>
                </a:lnTo>
                <a:lnTo>
                  <a:pt x="138952" y="1006521"/>
                </a:lnTo>
                <a:lnTo>
                  <a:pt x="139516" y="1013659"/>
                </a:lnTo>
                <a:lnTo>
                  <a:pt x="140309" y="1020797"/>
                </a:lnTo>
                <a:lnTo>
                  <a:pt x="141395" y="1027936"/>
                </a:lnTo>
                <a:lnTo>
                  <a:pt x="142845" y="1035074"/>
                </a:lnTo>
                <a:lnTo>
                  <a:pt x="144733" y="1042213"/>
                </a:lnTo>
                <a:lnTo>
                  <a:pt x="147129" y="1049351"/>
                </a:lnTo>
                <a:lnTo>
                  <a:pt x="150092" y="1056490"/>
                </a:lnTo>
                <a:lnTo>
                  <a:pt x="153654" y="1063628"/>
                </a:lnTo>
                <a:lnTo>
                  <a:pt x="157812" y="1070767"/>
                </a:lnTo>
                <a:lnTo>
                  <a:pt x="162520" y="1077905"/>
                </a:lnTo>
                <a:lnTo>
                  <a:pt x="167674" y="1085043"/>
                </a:lnTo>
                <a:lnTo>
                  <a:pt x="173116" y="1092182"/>
                </a:lnTo>
                <a:lnTo>
                  <a:pt x="178636" y="1099320"/>
                </a:lnTo>
                <a:lnTo>
                  <a:pt x="183980" y="1106459"/>
                </a:lnTo>
                <a:lnTo>
                  <a:pt x="188872" y="1113597"/>
                </a:lnTo>
                <a:lnTo>
                  <a:pt x="193035" y="1120736"/>
                </a:lnTo>
                <a:lnTo>
                  <a:pt x="196216" y="1127874"/>
                </a:lnTo>
                <a:lnTo>
                  <a:pt x="198212" y="1135013"/>
                </a:lnTo>
                <a:lnTo>
                  <a:pt x="198893" y="1142151"/>
                </a:lnTo>
                <a:lnTo>
                  <a:pt x="198893" y="1142151"/>
                </a:lnTo>
                <a:close/>
              </a:path>
            </a:pathLst>
          </a:custGeom>
          <a:solidFill>
            <a:srgbClr val="566AB4">
              <a:alpha val="16000"/>
            </a:srgbClr>
          </a:solidFill>
          <a:ln w="8255">
            <a:solidFill>
              <a:srgbClr val="566AB4">
                <a:alpha val="16000"/>
              </a:srgbClr>
            </a:solidFill>
            <a:prstDash val="solid"/>
          </a:ln>
        </p:spPr>
      </p:sp>
      <p:sp>
        <p:nvSpPr>
          <p:cNvPr id="5084" name="LigandSeek2_vs_LigandSeek1_path_10598">
            <a:extLst>
              <a:ext uri="{FF2B5EF4-FFF2-40B4-BE49-F238E27FC236}">
                <a16:creationId xmlns:a16="http://schemas.microsoft.com/office/drawing/2014/main" id="{8E29D452-60CD-4271-9EBE-DEA3CEAF94D4}"/>
              </a:ext>
            </a:extLst>
          </p:cNvPr>
          <p:cNvSpPr>
            <a:spLocks noGrp="1"/>
          </p:cNvSpPr>
          <p:nvPr/>
        </p:nvSpPr>
        <p:spPr>
          <a:xfrm>
            <a:off x="4898980" y="5258895"/>
            <a:ext cx="268861" cy="1142151"/>
          </a:xfrm>
          <a:custGeom>
            <a:avLst/>
            <a:gdLst/>
            <a:ahLst/>
            <a:cxnLst/>
            <a:rect l="0" t="0" r="0" b="0"/>
            <a:pathLst>
              <a:path w="268861" h="1142151">
                <a:moveTo>
                  <a:pt x="190505" y="1142151"/>
                </a:moveTo>
                <a:lnTo>
                  <a:pt x="78356" y="1142151"/>
                </a:lnTo>
                <a:lnTo>
                  <a:pt x="78932" y="1135013"/>
                </a:lnTo>
                <a:lnTo>
                  <a:pt x="80621" y="1127874"/>
                </a:lnTo>
                <a:lnTo>
                  <a:pt x="83313" y="1120736"/>
                </a:lnTo>
                <a:lnTo>
                  <a:pt x="86835" y="1113597"/>
                </a:lnTo>
                <a:lnTo>
                  <a:pt x="90972" y="1106459"/>
                </a:lnTo>
                <a:lnTo>
                  <a:pt x="95490" y="1099320"/>
                </a:lnTo>
                <a:lnTo>
                  <a:pt x="100151" y="1092182"/>
                </a:lnTo>
                <a:lnTo>
                  <a:pt x="104741" y="1085043"/>
                </a:lnTo>
                <a:lnTo>
                  <a:pt x="109075" y="1077905"/>
                </a:lnTo>
                <a:lnTo>
                  <a:pt x="113017" y="1070767"/>
                </a:lnTo>
                <a:lnTo>
                  <a:pt x="116475" y="1063628"/>
                </a:lnTo>
                <a:lnTo>
                  <a:pt x="119402" y="1056490"/>
                </a:lnTo>
                <a:lnTo>
                  <a:pt x="121794" y="1049351"/>
                </a:lnTo>
                <a:lnTo>
                  <a:pt x="123676" y="1042213"/>
                </a:lnTo>
                <a:lnTo>
                  <a:pt x="125098" y="1035074"/>
                </a:lnTo>
                <a:lnTo>
                  <a:pt x="126125" y="1027936"/>
                </a:lnTo>
                <a:lnTo>
                  <a:pt x="126828" y="1020797"/>
                </a:lnTo>
                <a:lnTo>
                  <a:pt x="127281" y="1013659"/>
                </a:lnTo>
                <a:lnTo>
                  <a:pt x="127551" y="1006521"/>
                </a:lnTo>
                <a:lnTo>
                  <a:pt x="127701" y="999382"/>
                </a:lnTo>
                <a:lnTo>
                  <a:pt x="127783" y="992244"/>
                </a:lnTo>
                <a:lnTo>
                  <a:pt x="127838" y="985105"/>
                </a:lnTo>
                <a:lnTo>
                  <a:pt x="127897" y="977967"/>
                </a:lnTo>
                <a:lnTo>
                  <a:pt x="127978" y="970828"/>
                </a:lnTo>
                <a:lnTo>
                  <a:pt x="128090" y="963690"/>
                </a:lnTo>
                <a:lnTo>
                  <a:pt x="128232" y="956551"/>
                </a:lnTo>
                <a:lnTo>
                  <a:pt x="128399" y="949413"/>
                </a:lnTo>
                <a:lnTo>
                  <a:pt x="128579" y="942275"/>
                </a:lnTo>
                <a:lnTo>
                  <a:pt x="128759" y="935136"/>
                </a:lnTo>
                <a:lnTo>
                  <a:pt x="128927" y="927998"/>
                </a:lnTo>
                <a:lnTo>
                  <a:pt x="129074" y="920859"/>
                </a:lnTo>
                <a:lnTo>
                  <a:pt x="129194" y="913721"/>
                </a:lnTo>
                <a:lnTo>
                  <a:pt x="129288" y="906582"/>
                </a:lnTo>
                <a:lnTo>
                  <a:pt x="129360" y="899444"/>
                </a:lnTo>
                <a:lnTo>
                  <a:pt x="129419" y="892305"/>
                </a:lnTo>
                <a:lnTo>
                  <a:pt x="129475" y="885167"/>
                </a:lnTo>
                <a:lnTo>
                  <a:pt x="129541" y="878029"/>
                </a:lnTo>
                <a:lnTo>
                  <a:pt x="129628" y="870890"/>
                </a:lnTo>
                <a:lnTo>
                  <a:pt x="129743" y="863752"/>
                </a:lnTo>
                <a:lnTo>
                  <a:pt x="129890" y="856613"/>
                </a:lnTo>
                <a:lnTo>
                  <a:pt x="130071" y="849475"/>
                </a:lnTo>
                <a:lnTo>
                  <a:pt x="130279" y="842336"/>
                </a:lnTo>
                <a:lnTo>
                  <a:pt x="130508" y="835198"/>
                </a:lnTo>
                <a:lnTo>
                  <a:pt x="130746" y="828059"/>
                </a:lnTo>
                <a:lnTo>
                  <a:pt x="130983" y="820921"/>
                </a:lnTo>
                <a:lnTo>
                  <a:pt x="131206" y="813783"/>
                </a:lnTo>
                <a:lnTo>
                  <a:pt x="131406" y="806644"/>
                </a:lnTo>
                <a:lnTo>
                  <a:pt x="131578" y="799506"/>
                </a:lnTo>
                <a:lnTo>
                  <a:pt x="131716" y="792367"/>
                </a:lnTo>
                <a:lnTo>
                  <a:pt x="131820" y="785229"/>
                </a:lnTo>
                <a:lnTo>
                  <a:pt x="131893" y="778090"/>
                </a:lnTo>
                <a:lnTo>
                  <a:pt x="131940" y="770952"/>
                </a:lnTo>
                <a:lnTo>
                  <a:pt x="131967" y="763813"/>
                </a:lnTo>
                <a:lnTo>
                  <a:pt x="131980" y="756675"/>
                </a:lnTo>
                <a:lnTo>
                  <a:pt x="131987" y="749537"/>
                </a:lnTo>
                <a:lnTo>
                  <a:pt x="131994" y="742398"/>
                </a:lnTo>
                <a:lnTo>
                  <a:pt x="132005" y="735260"/>
                </a:lnTo>
                <a:lnTo>
                  <a:pt x="132025" y="728121"/>
                </a:lnTo>
                <a:lnTo>
                  <a:pt x="132053" y="720983"/>
                </a:lnTo>
                <a:lnTo>
                  <a:pt x="132091" y="713844"/>
                </a:lnTo>
                <a:lnTo>
                  <a:pt x="132135" y="706706"/>
                </a:lnTo>
                <a:lnTo>
                  <a:pt x="132179" y="699567"/>
                </a:lnTo>
                <a:lnTo>
                  <a:pt x="132215" y="692429"/>
                </a:lnTo>
                <a:lnTo>
                  <a:pt x="132234" y="685291"/>
                </a:lnTo>
                <a:lnTo>
                  <a:pt x="132222" y="678152"/>
                </a:lnTo>
                <a:lnTo>
                  <a:pt x="132166" y="671014"/>
                </a:lnTo>
                <a:lnTo>
                  <a:pt x="132053" y="663875"/>
                </a:lnTo>
                <a:lnTo>
                  <a:pt x="131870" y="656737"/>
                </a:lnTo>
                <a:lnTo>
                  <a:pt x="131609" y="649598"/>
                </a:lnTo>
                <a:lnTo>
                  <a:pt x="131263" y="642460"/>
                </a:lnTo>
                <a:lnTo>
                  <a:pt x="130835" y="635321"/>
                </a:lnTo>
                <a:lnTo>
                  <a:pt x="130333" y="628183"/>
                </a:lnTo>
                <a:lnTo>
                  <a:pt x="129772" y="621045"/>
                </a:lnTo>
                <a:lnTo>
                  <a:pt x="129175" y="613906"/>
                </a:lnTo>
                <a:lnTo>
                  <a:pt x="128570" y="606768"/>
                </a:lnTo>
                <a:lnTo>
                  <a:pt x="127990" y="599629"/>
                </a:lnTo>
                <a:lnTo>
                  <a:pt x="127469" y="592491"/>
                </a:lnTo>
                <a:lnTo>
                  <a:pt x="127036" y="585352"/>
                </a:lnTo>
                <a:lnTo>
                  <a:pt x="126720" y="578214"/>
                </a:lnTo>
                <a:lnTo>
                  <a:pt x="126539" y="571075"/>
                </a:lnTo>
                <a:lnTo>
                  <a:pt x="126504" y="563937"/>
                </a:lnTo>
                <a:lnTo>
                  <a:pt x="126615" y="556799"/>
                </a:lnTo>
                <a:lnTo>
                  <a:pt x="126865" y="549660"/>
                </a:lnTo>
                <a:lnTo>
                  <a:pt x="127236" y="542522"/>
                </a:lnTo>
                <a:lnTo>
                  <a:pt x="127705" y="535383"/>
                </a:lnTo>
                <a:lnTo>
                  <a:pt x="128244" y="528245"/>
                </a:lnTo>
                <a:lnTo>
                  <a:pt x="128824" y="521106"/>
                </a:lnTo>
                <a:lnTo>
                  <a:pt x="129417" y="513968"/>
                </a:lnTo>
                <a:lnTo>
                  <a:pt x="129994" y="506829"/>
                </a:lnTo>
                <a:lnTo>
                  <a:pt x="130533" y="499691"/>
                </a:lnTo>
                <a:lnTo>
                  <a:pt x="131012" y="492553"/>
                </a:lnTo>
                <a:lnTo>
                  <a:pt x="131417" y="485414"/>
                </a:lnTo>
                <a:lnTo>
                  <a:pt x="131735" y="478276"/>
                </a:lnTo>
                <a:lnTo>
                  <a:pt x="131958" y="471137"/>
                </a:lnTo>
                <a:lnTo>
                  <a:pt x="132083" y="463999"/>
                </a:lnTo>
                <a:lnTo>
                  <a:pt x="132111" y="456860"/>
                </a:lnTo>
                <a:lnTo>
                  <a:pt x="132045" y="449722"/>
                </a:lnTo>
                <a:lnTo>
                  <a:pt x="131893" y="442583"/>
                </a:lnTo>
                <a:lnTo>
                  <a:pt x="131669" y="435445"/>
                </a:lnTo>
                <a:lnTo>
                  <a:pt x="131386" y="428307"/>
                </a:lnTo>
                <a:lnTo>
                  <a:pt x="131063" y="421168"/>
                </a:lnTo>
                <a:lnTo>
                  <a:pt x="130719" y="414030"/>
                </a:lnTo>
                <a:lnTo>
                  <a:pt x="130372" y="406891"/>
                </a:lnTo>
                <a:lnTo>
                  <a:pt x="130037" y="399753"/>
                </a:lnTo>
                <a:lnTo>
                  <a:pt x="129729" y="392614"/>
                </a:lnTo>
                <a:lnTo>
                  <a:pt x="129452" y="385476"/>
                </a:lnTo>
                <a:lnTo>
                  <a:pt x="129210" y="378337"/>
                </a:lnTo>
                <a:lnTo>
                  <a:pt x="128997" y="371199"/>
                </a:lnTo>
                <a:lnTo>
                  <a:pt x="128805" y="364061"/>
                </a:lnTo>
                <a:lnTo>
                  <a:pt x="128620" y="356922"/>
                </a:lnTo>
                <a:lnTo>
                  <a:pt x="128431" y="349784"/>
                </a:lnTo>
                <a:lnTo>
                  <a:pt x="128223" y="342645"/>
                </a:lnTo>
                <a:lnTo>
                  <a:pt x="127991" y="335507"/>
                </a:lnTo>
                <a:lnTo>
                  <a:pt x="127731" y="328368"/>
                </a:lnTo>
                <a:lnTo>
                  <a:pt x="127447" y="321230"/>
                </a:lnTo>
                <a:lnTo>
                  <a:pt x="127150" y="314092"/>
                </a:lnTo>
                <a:lnTo>
                  <a:pt x="126854" y="306953"/>
                </a:lnTo>
                <a:lnTo>
                  <a:pt x="126580" y="299815"/>
                </a:lnTo>
                <a:lnTo>
                  <a:pt x="126346" y="292676"/>
                </a:lnTo>
                <a:lnTo>
                  <a:pt x="126172" y="285538"/>
                </a:lnTo>
                <a:lnTo>
                  <a:pt x="126071" y="278399"/>
                </a:lnTo>
                <a:lnTo>
                  <a:pt x="126054" y="271261"/>
                </a:lnTo>
                <a:lnTo>
                  <a:pt x="126125" y="264122"/>
                </a:lnTo>
                <a:lnTo>
                  <a:pt x="126280" y="256984"/>
                </a:lnTo>
                <a:lnTo>
                  <a:pt x="126511" y="249846"/>
                </a:lnTo>
                <a:lnTo>
                  <a:pt x="126806" y="242707"/>
                </a:lnTo>
                <a:lnTo>
                  <a:pt x="127151" y="235569"/>
                </a:lnTo>
                <a:lnTo>
                  <a:pt x="127529" y="228430"/>
                </a:lnTo>
                <a:lnTo>
                  <a:pt x="127926" y="221292"/>
                </a:lnTo>
                <a:lnTo>
                  <a:pt x="128326" y="214153"/>
                </a:lnTo>
                <a:lnTo>
                  <a:pt x="128720" y="207015"/>
                </a:lnTo>
                <a:lnTo>
                  <a:pt x="129096" y="199876"/>
                </a:lnTo>
                <a:lnTo>
                  <a:pt x="129448" y="192738"/>
                </a:lnTo>
                <a:lnTo>
                  <a:pt x="129767" y="185600"/>
                </a:lnTo>
                <a:lnTo>
                  <a:pt x="130046" y="178461"/>
                </a:lnTo>
                <a:lnTo>
                  <a:pt x="130272" y="171323"/>
                </a:lnTo>
                <a:lnTo>
                  <a:pt x="130427" y="164184"/>
                </a:lnTo>
                <a:lnTo>
                  <a:pt x="130483" y="157046"/>
                </a:lnTo>
                <a:lnTo>
                  <a:pt x="130398" y="149907"/>
                </a:lnTo>
                <a:lnTo>
                  <a:pt x="130113" y="142769"/>
                </a:lnTo>
                <a:lnTo>
                  <a:pt x="129549" y="135630"/>
                </a:lnTo>
                <a:lnTo>
                  <a:pt x="128602" y="128492"/>
                </a:lnTo>
                <a:lnTo>
                  <a:pt x="127144" y="121354"/>
                </a:lnTo>
                <a:lnTo>
                  <a:pt x="125027" y="114215"/>
                </a:lnTo>
                <a:lnTo>
                  <a:pt x="122087" y="107077"/>
                </a:lnTo>
                <a:lnTo>
                  <a:pt x="118152" y="99938"/>
                </a:lnTo>
                <a:lnTo>
                  <a:pt x="113066" y="92800"/>
                </a:lnTo>
                <a:lnTo>
                  <a:pt x="106702" y="85661"/>
                </a:lnTo>
                <a:lnTo>
                  <a:pt x="98990" y="78523"/>
                </a:lnTo>
                <a:lnTo>
                  <a:pt x="89939" y="71384"/>
                </a:lnTo>
                <a:lnTo>
                  <a:pt x="79661" y="64246"/>
                </a:lnTo>
                <a:lnTo>
                  <a:pt x="68388" y="57108"/>
                </a:lnTo>
                <a:lnTo>
                  <a:pt x="56473" y="49969"/>
                </a:lnTo>
                <a:lnTo>
                  <a:pt x="44382" y="42831"/>
                </a:lnTo>
                <a:lnTo>
                  <a:pt x="32672" y="35692"/>
                </a:lnTo>
                <a:lnTo>
                  <a:pt x="21953" y="28554"/>
                </a:lnTo>
                <a:lnTo>
                  <a:pt x="12832" y="21415"/>
                </a:lnTo>
                <a:lnTo>
                  <a:pt x="5864" y="14277"/>
                </a:lnTo>
                <a:lnTo>
                  <a:pt x="1491" y="7138"/>
                </a:lnTo>
                <a:lnTo>
                  <a:pt x="0" y="0"/>
                </a:lnTo>
                <a:lnTo>
                  <a:pt x="268861" y="0"/>
                </a:lnTo>
                <a:lnTo>
                  <a:pt x="268861" y="0"/>
                </a:lnTo>
                <a:lnTo>
                  <a:pt x="267370" y="7138"/>
                </a:lnTo>
                <a:lnTo>
                  <a:pt x="262998" y="14277"/>
                </a:lnTo>
                <a:lnTo>
                  <a:pt x="256029" y="21415"/>
                </a:lnTo>
                <a:lnTo>
                  <a:pt x="246908" y="28554"/>
                </a:lnTo>
                <a:lnTo>
                  <a:pt x="236189" y="35692"/>
                </a:lnTo>
                <a:lnTo>
                  <a:pt x="224480" y="42831"/>
                </a:lnTo>
                <a:lnTo>
                  <a:pt x="212389" y="49969"/>
                </a:lnTo>
                <a:lnTo>
                  <a:pt x="200473" y="57108"/>
                </a:lnTo>
                <a:lnTo>
                  <a:pt x="189200" y="64246"/>
                </a:lnTo>
                <a:lnTo>
                  <a:pt x="178922" y="71384"/>
                </a:lnTo>
                <a:lnTo>
                  <a:pt x="169871" y="78523"/>
                </a:lnTo>
                <a:lnTo>
                  <a:pt x="162159" y="85661"/>
                </a:lnTo>
                <a:lnTo>
                  <a:pt x="155795" y="92800"/>
                </a:lnTo>
                <a:lnTo>
                  <a:pt x="150709" y="99938"/>
                </a:lnTo>
                <a:lnTo>
                  <a:pt x="146774" y="107077"/>
                </a:lnTo>
                <a:lnTo>
                  <a:pt x="143834" y="114215"/>
                </a:lnTo>
                <a:lnTo>
                  <a:pt x="141717" y="121354"/>
                </a:lnTo>
                <a:lnTo>
                  <a:pt x="140260" y="128492"/>
                </a:lnTo>
                <a:lnTo>
                  <a:pt x="139312" y="135630"/>
                </a:lnTo>
                <a:lnTo>
                  <a:pt x="138748" y="142769"/>
                </a:lnTo>
                <a:lnTo>
                  <a:pt x="138463" y="149907"/>
                </a:lnTo>
                <a:lnTo>
                  <a:pt x="138378" y="157046"/>
                </a:lnTo>
                <a:lnTo>
                  <a:pt x="138434" y="164184"/>
                </a:lnTo>
                <a:lnTo>
                  <a:pt x="138589" y="171323"/>
                </a:lnTo>
                <a:lnTo>
                  <a:pt x="138815" y="178461"/>
                </a:lnTo>
                <a:lnTo>
                  <a:pt x="139094" y="185600"/>
                </a:lnTo>
                <a:lnTo>
                  <a:pt x="139413" y="192738"/>
                </a:lnTo>
                <a:lnTo>
                  <a:pt x="139765" y="199876"/>
                </a:lnTo>
                <a:lnTo>
                  <a:pt x="140141" y="207015"/>
                </a:lnTo>
                <a:lnTo>
                  <a:pt x="140535" y="214153"/>
                </a:lnTo>
                <a:lnTo>
                  <a:pt x="140935" y="221292"/>
                </a:lnTo>
                <a:lnTo>
                  <a:pt x="141332" y="228430"/>
                </a:lnTo>
                <a:lnTo>
                  <a:pt x="141710" y="235569"/>
                </a:lnTo>
                <a:lnTo>
                  <a:pt x="142055" y="242707"/>
                </a:lnTo>
                <a:lnTo>
                  <a:pt x="142350" y="249846"/>
                </a:lnTo>
                <a:lnTo>
                  <a:pt x="142581" y="256984"/>
                </a:lnTo>
                <a:lnTo>
                  <a:pt x="142736" y="264122"/>
                </a:lnTo>
                <a:lnTo>
                  <a:pt x="142807" y="271261"/>
                </a:lnTo>
                <a:lnTo>
                  <a:pt x="142790" y="278399"/>
                </a:lnTo>
                <a:lnTo>
                  <a:pt x="142690" y="285538"/>
                </a:lnTo>
                <a:lnTo>
                  <a:pt x="142515" y="292676"/>
                </a:lnTo>
                <a:lnTo>
                  <a:pt x="142281" y="299815"/>
                </a:lnTo>
                <a:lnTo>
                  <a:pt x="142007" y="306953"/>
                </a:lnTo>
                <a:lnTo>
                  <a:pt x="141711" y="314092"/>
                </a:lnTo>
                <a:lnTo>
                  <a:pt x="141414" y="321230"/>
                </a:lnTo>
                <a:lnTo>
                  <a:pt x="141130" y="328368"/>
                </a:lnTo>
                <a:lnTo>
                  <a:pt x="140870" y="335507"/>
                </a:lnTo>
                <a:lnTo>
                  <a:pt x="140638" y="342645"/>
                </a:lnTo>
                <a:lnTo>
                  <a:pt x="140431" y="349784"/>
                </a:lnTo>
                <a:lnTo>
                  <a:pt x="140241" y="356922"/>
                </a:lnTo>
                <a:lnTo>
                  <a:pt x="140056" y="364061"/>
                </a:lnTo>
                <a:lnTo>
                  <a:pt x="139864" y="371199"/>
                </a:lnTo>
                <a:lnTo>
                  <a:pt x="139651" y="378337"/>
                </a:lnTo>
                <a:lnTo>
                  <a:pt x="139409" y="385476"/>
                </a:lnTo>
                <a:lnTo>
                  <a:pt x="139133" y="392614"/>
                </a:lnTo>
                <a:lnTo>
                  <a:pt x="138824" y="399753"/>
                </a:lnTo>
                <a:lnTo>
                  <a:pt x="138489" y="406891"/>
                </a:lnTo>
                <a:lnTo>
                  <a:pt x="138142" y="414030"/>
                </a:lnTo>
                <a:lnTo>
                  <a:pt x="137798" y="421168"/>
                </a:lnTo>
                <a:lnTo>
                  <a:pt x="137475" y="428307"/>
                </a:lnTo>
                <a:lnTo>
                  <a:pt x="137193" y="435445"/>
                </a:lnTo>
                <a:lnTo>
                  <a:pt x="136968" y="442583"/>
                </a:lnTo>
                <a:lnTo>
                  <a:pt x="136817" y="449722"/>
                </a:lnTo>
                <a:lnTo>
                  <a:pt x="136750" y="456860"/>
                </a:lnTo>
                <a:lnTo>
                  <a:pt x="136778" y="463999"/>
                </a:lnTo>
                <a:lnTo>
                  <a:pt x="136903" y="471137"/>
                </a:lnTo>
                <a:lnTo>
                  <a:pt x="137126" y="478276"/>
                </a:lnTo>
                <a:lnTo>
                  <a:pt x="137444" y="485414"/>
                </a:lnTo>
                <a:lnTo>
                  <a:pt x="137849" y="492553"/>
                </a:lnTo>
                <a:lnTo>
                  <a:pt x="138328" y="499691"/>
                </a:lnTo>
                <a:lnTo>
                  <a:pt x="138867" y="506829"/>
                </a:lnTo>
                <a:lnTo>
                  <a:pt x="139444" y="513968"/>
                </a:lnTo>
                <a:lnTo>
                  <a:pt x="140037" y="521106"/>
                </a:lnTo>
                <a:lnTo>
                  <a:pt x="140617" y="528245"/>
                </a:lnTo>
                <a:lnTo>
                  <a:pt x="141156" y="535383"/>
                </a:lnTo>
                <a:lnTo>
                  <a:pt x="141625" y="542522"/>
                </a:lnTo>
                <a:lnTo>
                  <a:pt x="141996" y="549660"/>
                </a:lnTo>
                <a:lnTo>
                  <a:pt x="142246" y="556799"/>
                </a:lnTo>
                <a:lnTo>
                  <a:pt x="142357" y="563937"/>
                </a:lnTo>
                <a:lnTo>
                  <a:pt x="142322" y="571075"/>
                </a:lnTo>
                <a:lnTo>
                  <a:pt x="142141" y="578214"/>
                </a:lnTo>
                <a:lnTo>
                  <a:pt x="141825" y="585352"/>
                </a:lnTo>
                <a:lnTo>
                  <a:pt x="141392" y="592491"/>
                </a:lnTo>
                <a:lnTo>
                  <a:pt x="140871" y="599629"/>
                </a:lnTo>
                <a:lnTo>
                  <a:pt x="140291" y="606768"/>
                </a:lnTo>
                <a:lnTo>
                  <a:pt x="139686" y="613906"/>
                </a:lnTo>
                <a:lnTo>
                  <a:pt x="139090" y="621045"/>
                </a:lnTo>
                <a:lnTo>
                  <a:pt x="138529" y="628183"/>
                </a:lnTo>
                <a:lnTo>
                  <a:pt x="138026" y="635321"/>
                </a:lnTo>
                <a:lnTo>
                  <a:pt x="137598" y="642460"/>
                </a:lnTo>
                <a:lnTo>
                  <a:pt x="137252" y="649598"/>
                </a:lnTo>
                <a:lnTo>
                  <a:pt x="136991" y="656737"/>
                </a:lnTo>
                <a:lnTo>
                  <a:pt x="136808" y="663875"/>
                </a:lnTo>
                <a:lnTo>
                  <a:pt x="136695" y="671014"/>
                </a:lnTo>
                <a:lnTo>
                  <a:pt x="136639" y="678152"/>
                </a:lnTo>
                <a:lnTo>
                  <a:pt x="136627" y="685291"/>
                </a:lnTo>
                <a:lnTo>
                  <a:pt x="136646" y="692429"/>
                </a:lnTo>
                <a:lnTo>
                  <a:pt x="136682" y="699567"/>
                </a:lnTo>
                <a:lnTo>
                  <a:pt x="136726" y="706706"/>
                </a:lnTo>
                <a:lnTo>
                  <a:pt x="136770" y="713844"/>
                </a:lnTo>
                <a:lnTo>
                  <a:pt x="136808" y="720983"/>
                </a:lnTo>
                <a:lnTo>
                  <a:pt x="136837" y="728121"/>
                </a:lnTo>
                <a:lnTo>
                  <a:pt x="136856" y="735260"/>
                </a:lnTo>
                <a:lnTo>
                  <a:pt x="136867" y="742398"/>
                </a:lnTo>
                <a:lnTo>
                  <a:pt x="136874" y="749537"/>
                </a:lnTo>
                <a:lnTo>
                  <a:pt x="136881" y="756675"/>
                </a:lnTo>
                <a:lnTo>
                  <a:pt x="136894" y="763813"/>
                </a:lnTo>
                <a:lnTo>
                  <a:pt x="136921" y="770952"/>
                </a:lnTo>
                <a:lnTo>
                  <a:pt x="136968" y="778090"/>
                </a:lnTo>
                <a:lnTo>
                  <a:pt x="137041" y="785229"/>
                </a:lnTo>
                <a:lnTo>
                  <a:pt x="137145" y="792367"/>
                </a:lnTo>
                <a:lnTo>
                  <a:pt x="137283" y="799506"/>
                </a:lnTo>
                <a:lnTo>
                  <a:pt x="137455" y="806644"/>
                </a:lnTo>
                <a:lnTo>
                  <a:pt x="137655" y="813783"/>
                </a:lnTo>
                <a:lnTo>
                  <a:pt x="137878" y="820921"/>
                </a:lnTo>
                <a:lnTo>
                  <a:pt x="138115" y="828059"/>
                </a:lnTo>
                <a:lnTo>
                  <a:pt x="138353" y="835198"/>
                </a:lnTo>
                <a:lnTo>
                  <a:pt x="138582" y="842336"/>
                </a:lnTo>
                <a:lnTo>
                  <a:pt x="138790" y="849475"/>
                </a:lnTo>
                <a:lnTo>
                  <a:pt x="138971" y="856613"/>
                </a:lnTo>
                <a:lnTo>
                  <a:pt x="139119" y="863752"/>
                </a:lnTo>
                <a:lnTo>
                  <a:pt x="139233" y="870890"/>
                </a:lnTo>
                <a:lnTo>
                  <a:pt x="139320" y="878029"/>
                </a:lnTo>
                <a:lnTo>
                  <a:pt x="139386" y="885167"/>
                </a:lnTo>
                <a:lnTo>
                  <a:pt x="139442" y="892305"/>
                </a:lnTo>
                <a:lnTo>
                  <a:pt x="139501" y="899444"/>
                </a:lnTo>
                <a:lnTo>
                  <a:pt x="139573" y="906582"/>
                </a:lnTo>
                <a:lnTo>
                  <a:pt x="139667" y="913721"/>
                </a:lnTo>
                <a:lnTo>
                  <a:pt x="139787" y="920859"/>
                </a:lnTo>
                <a:lnTo>
                  <a:pt x="139934" y="927998"/>
                </a:lnTo>
                <a:lnTo>
                  <a:pt x="140102" y="935136"/>
                </a:lnTo>
                <a:lnTo>
                  <a:pt x="140282" y="942275"/>
                </a:lnTo>
                <a:lnTo>
                  <a:pt x="140462" y="949413"/>
                </a:lnTo>
                <a:lnTo>
                  <a:pt x="140629" y="956551"/>
                </a:lnTo>
                <a:lnTo>
                  <a:pt x="140771" y="963690"/>
                </a:lnTo>
                <a:lnTo>
                  <a:pt x="140883" y="970828"/>
                </a:lnTo>
                <a:lnTo>
                  <a:pt x="140964" y="977967"/>
                </a:lnTo>
                <a:lnTo>
                  <a:pt x="141023" y="985105"/>
                </a:lnTo>
                <a:lnTo>
                  <a:pt x="141078" y="992244"/>
                </a:lnTo>
                <a:lnTo>
                  <a:pt x="141160" y="999382"/>
                </a:lnTo>
                <a:lnTo>
                  <a:pt x="141310" y="1006521"/>
                </a:lnTo>
                <a:lnTo>
                  <a:pt x="141580" y="1013659"/>
                </a:lnTo>
                <a:lnTo>
                  <a:pt x="142033" y="1020797"/>
                </a:lnTo>
                <a:lnTo>
                  <a:pt x="142736" y="1027936"/>
                </a:lnTo>
                <a:lnTo>
                  <a:pt x="143763" y="1035074"/>
                </a:lnTo>
                <a:lnTo>
                  <a:pt x="145185" y="1042213"/>
                </a:lnTo>
                <a:lnTo>
                  <a:pt x="147067" y="1049351"/>
                </a:lnTo>
                <a:lnTo>
                  <a:pt x="149459" y="1056490"/>
                </a:lnTo>
                <a:lnTo>
                  <a:pt x="152386" y="1063628"/>
                </a:lnTo>
                <a:lnTo>
                  <a:pt x="155844" y="1070767"/>
                </a:lnTo>
                <a:lnTo>
                  <a:pt x="159786" y="1077905"/>
                </a:lnTo>
                <a:lnTo>
                  <a:pt x="164120" y="1085043"/>
                </a:lnTo>
                <a:lnTo>
                  <a:pt x="168710" y="1092182"/>
                </a:lnTo>
                <a:lnTo>
                  <a:pt x="173371" y="1099320"/>
                </a:lnTo>
                <a:lnTo>
                  <a:pt x="177889" y="1106459"/>
                </a:lnTo>
                <a:lnTo>
                  <a:pt x="182027" y="1113597"/>
                </a:lnTo>
                <a:lnTo>
                  <a:pt x="185548" y="1120736"/>
                </a:lnTo>
                <a:lnTo>
                  <a:pt x="188240" y="1127874"/>
                </a:lnTo>
                <a:lnTo>
                  <a:pt x="189929" y="1135013"/>
                </a:lnTo>
                <a:lnTo>
                  <a:pt x="190505" y="1142151"/>
                </a:lnTo>
                <a:lnTo>
                  <a:pt x="190505" y="1142151"/>
                </a:lnTo>
                <a:close/>
              </a:path>
            </a:pathLst>
          </a:custGeom>
          <a:solidFill>
            <a:srgbClr val="B08A60">
              <a:alpha val="16000"/>
            </a:srgbClr>
          </a:solidFill>
          <a:ln w="8255">
            <a:solidFill>
              <a:srgbClr val="B08A60">
                <a:alpha val="16000"/>
              </a:srgbClr>
            </a:solidFill>
            <a:prstDash val="solid"/>
          </a:ln>
        </p:spPr>
      </p:sp>
      <p:sp>
        <p:nvSpPr>
          <p:cNvPr id="5085" name="LigandSeek2_vs_LigandSeek1_ellipse_10599">
            <a:extLst>
              <a:ext uri="{FF2B5EF4-FFF2-40B4-BE49-F238E27FC236}">
                <a16:creationId xmlns:a16="http://schemas.microsoft.com/office/drawing/2014/main" id="{E40FF2C7-6C7D-4700-93C0-8CE02A696F41}"/>
              </a:ext>
            </a:extLst>
          </p:cNvPr>
          <p:cNvSpPr>
            <a:spLocks noGrp="1"/>
          </p:cNvSpPr>
          <p:nvPr/>
        </p:nvSpPr>
        <p:spPr>
          <a:xfrm>
            <a:off x="3681414" y="5246195"/>
            <a:ext cx="25400" cy="25400"/>
          </a:xfrm>
          <a:prstGeom prst="ellipse">
            <a:avLst/>
          </a:prstGeom>
          <a:solidFill>
            <a:srgbClr val="566AB4">
              <a:alpha val="43000"/>
            </a:srgbClr>
          </a:solidFill>
          <a:ln w="0">
            <a:noFill/>
            <a:prstDash val="solid"/>
          </a:ln>
        </p:spPr>
      </p:sp>
      <p:sp>
        <p:nvSpPr>
          <p:cNvPr id="5086" name="LigandSeek2_vs_LigandSeek1_ellipse_10600">
            <a:extLst>
              <a:ext uri="{FF2B5EF4-FFF2-40B4-BE49-F238E27FC236}">
                <a16:creationId xmlns:a16="http://schemas.microsoft.com/office/drawing/2014/main" id="{8C9036AF-23CA-4275-AC09-38147F1123B6}"/>
              </a:ext>
            </a:extLst>
          </p:cNvPr>
          <p:cNvSpPr>
            <a:spLocks noGrp="1"/>
          </p:cNvSpPr>
          <p:nvPr/>
        </p:nvSpPr>
        <p:spPr>
          <a:xfrm>
            <a:off x="3637935" y="5490942"/>
            <a:ext cx="25400" cy="25400"/>
          </a:xfrm>
          <a:prstGeom prst="ellipse">
            <a:avLst/>
          </a:prstGeom>
          <a:solidFill>
            <a:srgbClr val="566AB4">
              <a:alpha val="43000"/>
            </a:srgbClr>
          </a:solidFill>
          <a:ln w="0">
            <a:noFill/>
            <a:prstDash val="solid"/>
          </a:ln>
        </p:spPr>
      </p:sp>
      <p:sp>
        <p:nvSpPr>
          <p:cNvPr id="5087" name="LigandSeek2_vs_LigandSeek1_ellipse_10601">
            <a:extLst>
              <a:ext uri="{FF2B5EF4-FFF2-40B4-BE49-F238E27FC236}">
                <a16:creationId xmlns:a16="http://schemas.microsoft.com/office/drawing/2014/main" id="{49593B30-C732-48CE-A4F3-F6678EC4EE5A}"/>
              </a:ext>
            </a:extLst>
          </p:cNvPr>
          <p:cNvSpPr>
            <a:spLocks noGrp="1"/>
          </p:cNvSpPr>
          <p:nvPr/>
        </p:nvSpPr>
        <p:spPr>
          <a:xfrm>
            <a:off x="3534660" y="5246195"/>
            <a:ext cx="25400" cy="25400"/>
          </a:xfrm>
          <a:prstGeom prst="ellipse">
            <a:avLst/>
          </a:prstGeom>
          <a:solidFill>
            <a:srgbClr val="566AB4">
              <a:alpha val="43000"/>
            </a:srgbClr>
          </a:solidFill>
          <a:ln w="0">
            <a:noFill/>
            <a:prstDash val="solid"/>
          </a:ln>
        </p:spPr>
      </p:sp>
      <p:sp>
        <p:nvSpPr>
          <p:cNvPr id="5088" name="LigandSeek2_vs_LigandSeek1_ellipse_10602">
            <a:extLst>
              <a:ext uri="{FF2B5EF4-FFF2-40B4-BE49-F238E27FC236}">
                <a16:creationId xmlns:a16="http://schemas.microsoft.com/office/drawing/2014/main" id="{89AF43AF-6327-4753-BD84-3B34A7D04C88}"/>
              </a:ext>
            </a:extLst>
          </p:cNvPr>
          <p:cNvSpPr>
            <a:spLocks noGrp="1"/>
          </p:cNvSpPr>
          <p:nvPr/>
        </p:nvSpPr>
        <p:spPr>
          <a:xfrm>
            <a:off x="3581041" y="5246195"/>
            <a:ext cx="25400" cy="25400"/>
          </a:xfrm>
          <a:prstGeom prst="ellipse">
            <a:avLst/>
          </a:prstGeom>
          <a:solidFill>
            <a:srgbClr val="566AB4">
              <a:alpha val="43000"/>
            </a:srgbClr>
          </a:solidFill>
          <a:ln w="0">
            <a:noFill/>
            <a:prstDash val="solid"/>
          </a:ln>
        </p:spPr>
      </p:sp>
      <p:sp>
        <p:nvSpPr>
          <p:cNvPr id="5089" name="LigandSeek2_vs_LigandSeek1_ellipse_10603">
            <a:extLst>
              <a:ext uri="{FF2B5EF4-FFF2-40B4-BE49-F238E27FC236}">
                <a16:creationId xmlns:a16="http://schemas.microsoft.com/office/drawing/2014/main" id="{B264347F-56A8-4230-8F07-8358756C6F0D}"/>
              </a:ext>
            </a:extLst>
          </p:cNvPr>
          <p:cNvSpPr>
            <a:spLocks noGrp="1"/>
          </p:cNvSpPr>
          <p:nvPr/>
        </p:nvSpPr>
        <p:spPr>
          <a:xfrm>
            <a:off x="3570697" y="5246195"/>
            <a:ext cx="25400" cy="25400"/>
          </a:xfrm>
          <a:prstGeom prst="ellipse">
            <a:avLst/>
          </a:prstGeom>
          <a:solidFill>
            <a:srgbClr val="566AB4">
              <a:alpha val="43000"/>
            </a:srgbClr>
          </a:solidFill>
          <a:ln w="0">
            <a:noFill/>
            <a:prstDash val="solid"/>
          </a:ln>
        </p:spPr>
      </p:sp>
      <p:sp>
        <p:nvSpPr>
          <p:cNvPr id="5090" name="LigandSeek2_vs_LigandSeek1_ellipse_10604">
            <a:extLst>
              <a:ext uri="{FF2B5EF4-FFF2-40B4-BE49-F238E27FC236}">
                <a16:creationId xmlns:a16="http://schemas.microsoft.com/office/drawing/2014/main" id="{5A69380B-5AC8-48C6-BAF3-8956486CA9E5}"/>
              </a:ext>
            </a:extLst>
          </p:cNvPr>
          <p:cNvSpPr>
            <a:spLocks noGrp="1"/>
          </p:cNvSpPr>
          <p:nvPr/>
        </p:nvSpPr>
        <p:spPr>
          <a:xfrm>
            <a:off x="3561405" y="5726230"/>
            <a:ext cx="25400" cy="25400"/>
          </a:xfrm>
          <a:prstGeom prst="ellipse">
            <a:avLst/>
          </a:prstGeom>
          <a:solidFill>
            <a:srgbClr val="566AB4">
              <a:alpha val="43000"/>
            </a:srgbClr>
          </a:solidFill>
          <a:ln w="0">
            <a:noFill/>
            <a:prstDash val="solid"/>
          </a:ln>
        </p:spPr>
      </p:sp>
      <p:sp>
        <p:nvSpPr>
          <p:cNvPr id="5091" name="LigandSeek2_vs_LigandSeek1_ellipse_10605">
            <a:extLst>
              <a:ext uri="{FF2B5EF4-FFF2-40B4-BE49-F238E27FC236}">
                <a16:creationId xmlns:a16="http://schemas.microsoft.com/office/drawing/2014/main" id="{C72DDFA4-6F8A-4862-9A84-9E645C450546}"/>
              </a:ext>
            </a:extLst>
          </p:cNvPr>
          <p:cNvSpPr>
            <a:spLocks noGrp="1"/>
          </p:cNvSpPr>
          <p:nvPr/>
        </p:nvSpPr>
        <p:spPr>
          <a:xfrm>
            <a:off x="3622181" y="5817271"/>
            <a:ext cx="25400" cy="25400"/>
          </a:xfrm>
          <a:prstGeom prst="ellipse">
            <a:avLst/>
          </a:prstGeom>
          <a:solidFill>
            <a:srgbClr val="566AB4">
              <a:alpha val="43000"/>
            </a:srgbClr>
          </a:solidFill>
          <a:ln w="0">
            <a:noFill/>
            <a:prstDash val="solid"/>
          </a:ln>
        </p:spPr>
      </p:sp>
      <p:sp>
        <p:nvSpPr>
          <p:cNvPr id="5092" name="LigandSeek2_vs_LigandSeek1_ellipse_10606">
            <a:extLst>
              <a:ext uri="{FF2B5EF4-FFF2-40B4-BE49-F238E27FC236}">
                <a16:creationId xmlns:a16="http://schemas.microsoft.com/office/drawing/2014/main" id="{EA06013C-1A4A-45A3-8EDE-A3F34AF63228}"/>
              </a:ext>
            </a:extLst>
          </p:cNvPr>
          <p:cNvSpPr>
            <a:spLocks noGrp="1"/>
          </p:cNvSpPr>
          <p:nvPr/>
        </p:nvSpPr>
        <p:spPr>
          <a:xfrm>
            <a:off x="3573907" y="5912450"/>
            <a:ext cx="25400" cy="25400"/>
          </a:xfrm>
          <a:prstGeom prst="ellipse">
            <a:avLst/>
          </a:prstGeom>
          <a:solidFill>
            <a:srgbClr val="566AB4">
              <a:alpha val="43000"/>
            </a:srgbClr>
          </a:solidFill>
          <a:ln w="0">
            <a:noFill/>
            <a:prstDash val="solid"/>
          </a:ln>
        </p:spPr>
      </p:sp>
      <p:sp>
        <p:nvSpPr>
          <p:cNvPr id="5093" name="LigandSeek2_vs_LigandSeek1_ellipse_10607">
            <a:extLst>
              <a:ext uri="{FF2B5EF4-FFF2-40B4-BE49-F238E27FC236}">
                <a16:creationId xmlns:a16="http://schemas.microsoft.com/office/drawing/2014/main" id="{7BD821D2-6C4F-4E8C-AB90-87A86A3BF76B}"/>
              </a:ext>
            </a:extLst>
          </p:cNvPr>
          <p:cNvSpPr>
            <a:spLocks noGrp="1"/>
          </p:cNvSpPr>
          <p:nvPr/>
        </p:nvSpPr>
        <p:spPr>
          <a:xfrm>
            <a:off x="3665578" y="5246195"/>
            <a:ext cx="25400" cy="25400"/>
          </a:xfrm>
          <a:prstGeom prst="ellipse">
            <a:avLst/>
          </a:prstGeom>
          <a:solidFill>
            <a:srgbClr val="566AB4">
              <a:alpha val="43000"/>
            </a:srgbClr>
          </a:solidFill>
          <a:ln w="0">
            <a:noFill/>
            <a:prstDash val="solid"/>
          </a:ln>
        </p:spPr>
      </p:sp>
      <p:sp>
        <p:nvSpPr>
          <p:cNvPr id="5094" name="LigandSeek2_vs_LigandSeek1_ellipse_10608">
            <a:extLst>
              <a:ext uri="{FF2B5EF4-FFF2-40B4-BE49-F238E27FC236}">
                <a16:creationId xmlns:a16="http://schemas.microsoft.com/office/drawing/2014/main" id="{96730114-E866-46C5-A6B7-9363E90E0FDC}"/>
              </a:ext>
            </a:extLst>
          </p:cNvPr>
          <p:cNvSpPr>
            <a:spLocks noGrp="1"/>
          </p:cNvSpPr>
          <p:nvPr/>
        </p:nvSpPr>
        <p:spPr>
          <a:xfrm>
            <a:off x="3601064" y="5246195"/>
            <a:ext cx="25400" cy="25400"/>
          </a:xfrm>
          <a:prstGeom prst="ellipse">
            <a:avLst/>
          </a:prstGeom>
          <a:solidFill>
            <a:srgbClr val="566AB4">
              <a:alpha val="43000"/>
            </a:srgbClr>
          </a:solidFill>
          <a:ln w="0">
            <a:noFill/>
            <a:prstDash val="solid"/>
          </a:ln>
        </p:spPr>
      </p:sp>
      <p:sp>
        <p:nvSpPr>
          <p:cNvPr id="5095" name="LigandSeek2_vs_LigandSeek1_ellipse_10609">
            <a:extLst>
              <a:ext uri="{FF2B5EF4-FFF2-40B4-BE49-F238E27FC236}">
                <a16:creationId xmlns:a16="http://schemas.microsoft.com/office/drawing/2014/main" id="{BDD6A236-2E75-4E94-8B71-576B9E3C031C}"/>
              </a:ext>
            </a:extLst>
          </p:cNvPr>
          <p:cNvSpPr>
            <a:spLocks noGrp="1"/>
          </p:cNvSpPr>
          <p:nvPr/>
        </p:nvSpPr>
        <p:spPr>
          <a:xfrm>
            <a:off x="3573616" y="5817271"/>
            <a:ext cx="25400" cy="25400"/>
          </a:xfrm>
          <a:prstGeom prst="ellipse">
            <a:avLst/>
          </a:prstGeom>
          <a:solidFill>
            <a:srgbClr val="566AB4">
              <a:alpha val="43000"/>
            </a:srgbClr>
          </a:solidFill>
          <a:ln w="0">
            <a:noFill/>
            <a:prstDash val="solid"/>
          </a:ln>
        </p:spPr>
      </p:sp>
      <p:sp>
        <p:nvSpPr>
          <p:cNvPr id="5096" name="LigandSeek2_vs_LigandSeek1_ellipse_10610">
            <a:extLst>
              <a:ext uri="{FF2B5EF4-FFF2-40B4-BE49-F238E27FC236}">
                <a16:creationId xmlns:a16="http://schemas.microsoft.com/office/drawing/2014/main" id="{F1CE1697-7AC0-441E-ADD5-F9989558AD8A}"/>
              </a:ext>
            </a:extLst>
          </p:cNvPr>
          <p:cNvSpPr>
            <a:spLocks noGrp="1"/>
          </p:cNvSpPr>
          <p:nvPr/>
        </p:nvSpPr>
        <p:spPr>
          <a:xfrm>
            <a:off x="3670526" y="5603117"/>
            <a:ext cx="25400" cy="25400"/>
          </a:xfrm>
          <a:prstGeom prst="ellipse">
            <a:avLst/>
          </a:prstGeom>
          <a:solidFill>
            <a:srgbClr val="566AB4">
              <a:alpha val="43000"/>
            </a:srgbClr>
          </a:solidFill>
          <a:ln w="0">
            <a:noFill/>
            <a:prstDash val="solid"/>
          </a:ln>
        </p:spPr>
      </p:sp>
      <p:sp>
        <p:nvSpPr>
          <p:cNvPr id="5097" name="LigandSeek2_vs_LigandSeek1_ellipse_10611">
            <a:extLst>
              <a:ext uri="{FF2B5EF4-FFF2-40B4-BE49-F238E27FC236}">
                <a16:creationId xmlns:a16="http://schemas.microsoft.com/office/drawing/2014/main" id="{EE5337E6-C512-43EC-B64D-13ADC59F3D00}"/>
              </a:ext>
            </a:extLst>
          </p:cNvPr>
          <p:cNvSpPr>
            <a:spLocks noGrp="1"/>
          </p:cNvSpPr>
          <p:nvPr/>
        </p:nvSpPr>
        <p:spPr>
          <a:xfrm>
            <a:off x="3657783" y="5246195"/>
            <a:ext cx="25400" cy="25400"/>
          </a:xfrm>
          <a:prstGeom prst="ellipse">
            <a:avLst/>
          </a:prstGeom>
          <a:solidFill>
            <a:srgbClr val="566AB4">
              <a:alpha val="43000"/>
            </a:srgbClr>
          </a:solidFill>
          <a:ln w="0">
            <a:noFill/>
            <a:prstDash val="solid"/>
          </a:ln>
        </p:spPr>
      </p:sp>
      <p:sp>
        <p:nvSpPr>
          <p:cNvPr id="5098" name="LigandSeek2_vs_LigandSeek1_ellipse_10612">
            <a:extLst>
              <a:ext uri="{FF2B5EF4-FFF2-40B4-BE49-F238E27FC236}">
                <a16:creationId xmlns:a16="http://schemas.microsoft.com/office/drawing/2014/main" id="{A31E91F4-4C81-49FB-B87F-3332405D4AEF}"/>
              </a:ext>
            </a:extLst>
          </p:cNvPr>
          <p:cNvSpPr>
            <a:spLocks noGrp="1"/>
          </p:cNvSpPr>
          <p:nvPr/>
        </p:nvSpPr>
        <p:spPr>
          <a:xfrm>
            <a:off x="3679298" y="6102808"/>
            <a:ext cx="25400" cy="25400"/>
          </a:xfrm>
          <a:prstGeom prst="ellipse">
            <a:avLst/>
          </a:prstGeom>
          <a:solidFill>
            <a:srgbClr val="566AB4">
              <a:alpha val="43000"/>
            </a:srgbClr>
          </a:solidFill>
          <a:ln w="0">
            <a:noFill/>
            <a:prstDash val="solid"/>
          </a:ln>
        </p:spPr>
      </p:sp>
      <p:sp>
        <p:nvSpPr>
          <p:cNvPr id="5099" name="LigandSeek2_vs_LigandSeek1_ellipse_10613">
            <a:extLst>
              <a:ext uri="{FF2B5EF4-FFF2-40B4-BE49-F238E27FC236}">
                <a16:creationId xmlns:a16="http://schemas.microsoft.com/office/drawing/2014/main" id="{A452DD39-1FEB-46B1-BB25-9FD2EBFDA15E}"/>
              </a:ext>
            </a:extLst>
          </p:cNvPr>
          <p:cNvSpPr>
            <a:spLocks noGrp="1"/>
          </p:cNvSpPr>
          <p:nvPr/>
        </p:nvSpPr>
        <p:spPr>
          <a:xfrm>
            <a:off x="3590063" y="5246195"/>
            <a:ext cx="25400" cy="25400"/>
          </a:xfrm>
          <a:prstGeom prst="ellipse">
            <a:avLst/>
          </a:prstGeom>
          <a:solidFill>
            <a:srgbClr val="566AB4">
              <a:alpha val="43000"/>
            </a:srgbClr>
          </a:solidFill>
          <a:ln w="0">
            <a:noFill/>
            <a:prstDash val="solid"/>
          </a:ln>
        </p:spPr>
      </p:sp>
      <p:sp>
        <p:nvSpPr>
          <p:cNvPr id="5100" name="LigandSeek2_vs_LigandSeek1_ellipse_10614">
            <a:extLst>
              <a:ext uri="{FF2B5EF4-FFF2-40B4-BE49-F238E27FC236}">
                <a16:creationId xmlns:a16="http://schemas.microsoft.com/office/drawing/2014/main" id="{DF541DBD-69A6-40B5-8F53-DDC837D334EB}"/>
              </a:ext>
            </a:extLst>
          </p:cNvPr>
          <p:cNvSpPr>
            <a:spLocks noGrp="1"/>
          </p:cNvSpPr>
          <p:nvPr/>
        </p:nvSpPr>
        <p:spPr>
          <a:xfrm>
            <a:off x="3640155" y="6388346"/>
            <a:ext cx="25400" cy="25400"/>
          </a:xfrm>
          <a:prstGeom prst="ellipse">
            <a:avLst/>
          </a:prstGeom>
          <a:solidFill>
            <a:srgbClr val="566AB4">
              <a:alpha val="43000"/>
            </a:srgbClr>
          </a:solidFill>
          <a:ln w="0">
            <a:noFill/>
            <a:prstDash val="solid"/>
          </a:ln>
        </p:spPr>
      </p:sp>
      <p:sp>
        <p:nvSpPr>
          <p:cNvPr id="5101" name="LigandSeek2_vs_LigandSeek1_ellipse_10615">
            <a:extLst>
              <a:ext uri="{FF2B5EF4-FFF2-40B4-BE49-F238E27FC236}">
                <a16:creationId xmlns:a16="http://schemas.microsoft.com/office/drawing/2014/main" id="{022ADCFA-150A-4993-8D13-114890A3F4B2}"/>
              </a:ext>
            </a:extLst>
          </p:cNvPr>
          <p:cNvSpPr>
            <a:spLocks noGrp="1"/>
          </p:cNvSpPr>
          <p:nvPr/>
        </p:nvSpPr>
        <p:spPr>
          <a:xfrm>
            <a:off x="3574286" y="5246195"/>
            <a:ext cx="25400" cy="25400"/>
          </a:xfrm>
          <a:prstGeom prst="ellipse">
            <a:avLst/>
          </a:prstGeom>
          <a:solidFill>
            <a:srgbClr val="566AB4">
              <a:alpha val="43000"/>
            </a:srgbClr>
          </a:solidFill>
          <a:ln w="0">
            <a:noFill/>
            <a:prstDash val="solid"/>
          </a:ln>
        </p:spPr>
      </p:sp>
      <p:sp>
        <p:nvSpPr>
          <p:cNvPr id="5102" name="LigandSeek2_vs_LigandSeek1_ellipse_10616">
            <a:extLst>
              <a:ext uri="{FF2B5EF4-FFF2-40B4-BE49-F238E27FC236}">
                <a16:creationId xmlns:a16="http://schemas.microsoft.com/office/drawing/2014/main" id="{B15BAA54-928E-48FD-A954-1FC675B626E3}"/>
              </a:ext>
            </a:extLst>
          </p:cNvPr>
          <p:cNvSpPr>
            <a:spLocks noGrp="1"/>
          </p:cNvSpPr>
          <p:nvPr/>
        </p:nvSpPr>
        <p:spPr>
          <a:xfrm>
            <a:off x="3689545" y="5246195"/>
            <a:ext cx="25400" cy="25400"/>
          </a:xfrm>
          <a:prstGeom prst="ellipse">
            <a:avLst/>
          </a:prstGeom>
          <a:solidFill>
            <a:srgbClr val="566AB4">
              <a:alpha val="43000"/>
            </a:srgbClr>
          </a:solidFill>
          <a:ln w="0">
            <a:noFill/>
            <a:prstDash val="solid"/>
          </a:ln>
        </p:spPr>
      </p:sp>
      <p:sp>
        <p:nvSpPr>
          <p:cNvPr id="5103" name="LigandSeek2_vs_LigandSeek1_ellipse_10617">
            <a:extLst>
              <a:ext uri="{FF2B5EF4-FFF2-40B4-BE49-F238E27FC236}">
                <a16:creationId xmlns:a16="http://schemas.microsoft.com/office/drawing/2014/main" id="{3CCC604E-0955-4539-B565-543E3A6B5D4F}"/>
              </a:ext>
            </a:extLst>
          </p:cNvPr>
          <p:cNvSpPr>
            <a:spLocks noGrp="1"/>
          </p:cNvSpPr>
          <p:nvPr/>
        </p:nvSpPr>
        <p:spPr>
          <a:xfrm>
            <a:off x="3646584" y="5735689"/>
            <a:ext cx="25400" cy="25400"/>
          </a:xfrm>
          <a:prstGeom prst="ellipse">
            <a:avLst/>
          </a:prstGeom>
          <a:solidFill>
            <a:srgbClr val="566AB4">
              <a:alpha val="43000"/>
            </a:srgbClr>
          </a:solidFill>
          <a:ln w="0">
            <a:noFill/>
            <a:prstDash val="solid"/>
          </a:ln>
        </p:spPr>
      </p:sp>
      <p:sp>
        <p:nvSpPr>
          <p:cNvPr id="5104" name="LigandSeek2_vs_LigandSeek1_ellipse_10618">
            <a:extLst>
              <a:ext uri="{FF2B5EF4-FFF2-40B4-BE49-F238E27FC236}">
                <a16:creationId xmlns:a16="http://schemas.microsoft.com/office/drawing/2014/main" id="{6E3E9329-85F2-4C2A-9A4E-C6CE64B123C0}"/>
              </a:ext>
            </a:extLst>
          </p:cNvPr>
          <p:cNvSpPr>
            <a:spLocks noGrp="1"/>
          </p:cNvSpPr>
          <p:nvPr/>
        </p:nvSpPr>
        <p:spPr>
          <a:xfrm>
            <a:off x="3689462" y="6388346"/>
            <a:ext cx="25400" cy="25400"/>
          </a:xfrm>
          <a:prstGeom prst="ellipse">
            <a:avLst/>
          </a:prstGeom>
          <a:solidFill>
            <a:srgbClr val="566AB4">
              <a:alpha val="43000"/>
            </a:srgbClr>
          </a:solidFill>
          <a:ln w="0">
            <a:noFill/>
            <a:prstDash val="solid"/>
          </a:ln>
        </p:spPr>
      </p:sp>
      <p:sp>
        <p:nvSpPr>
          <p:cNvPr id="5105" name="LigandSeek2_vs_LigandSeek1_ellipse_10619">
            <a:extLst>
              <a:ext uri="{FF2B5EF4-FFF2-40B4-BE49-F238E27FC236}">
                <a16:creationId xmlns:a16="http://schemas.microsoft.com/office/drawing/2014/main" id="{2F8F043F-DCA8-47C9-BF51-4A1EB3FA8658}"/>
              </a:ext>
            </a:extLst>
          </p:cNvPr>
          <p:cNvSpPr>
            <a:spLocks noGrp="1"/>
          </p:cNvSpPr>
          <p:nvPr/>
        </p:nvSpPr>
        <p:spPr>
          <a:xfrm>
            <a:off x="3548781" y="6197988"/>
            <a:ext cx="25400" cy="25400"/>
          </a:xfrm>
          <a:prstGeom prst="ellipse">
            <a:avLst/>
          </a:prstGeom>
          <a:solidFill>
            <a:srgbClr val="566AB4">
              <a:alpha val="43000"/>
            </a:srgbClr>
          </a:solidFill>
          <a:ln w="0">
            <a:noFill/>
            <a:prstDash val="solid"/>
          </a:ln>
        </p:spPr>
      </p:sp>
      <p:sp>
        <p:nvSpPr>
          <p:cNvPr id="5106" name="LigandSeek2_vs_LigandSeek1_ellipse_10620">
            <a:extLst>
              <a:ext uri="{FF2B5EF4-FFF2-40B4-BE49-F238E27FC236}">
                <a16:creationId xmlns:a16="http://schemas.microsoft.com/office/drawing/2014/main" id="{CCC70056-11FA-4F43-8ADE-7AA9297A9971}"/>
              </a:ext>
            </a:extLst>
          </p:cNvPr>
          <p:cNvSpPr>
            <a:spLocks noGrp="1"/>
          </p:cNvSpPr>
          <p:nvPr/>
        </p:nvSpPr>
        <p:spPr>
          <a:xfrm>
            <a:off x="3564028" y="6388346"/>
            <a:ext cx="25400" cy="25400"/>
          </a:xfrm>
          <a:prstGeom prst="ellipse">
            <a:avLst/>
          </a:prstGeom>
          <a:solidFill>
            <a:srgbClr val="566AB4">
              <a:alpha val="43000"/>
            </a:srgbClr>
          </a:solidFill>
          <a:ln w="0">
            <a:noFill/>
            <a:prstDash val="solid"/>
          </a:ln>
        </p:spPr>
      </p:sp>
      <p:sp>
        <p:nvSpPr>
          <p:cNvPr id="5107" name="LigandSeek2_vs_LigandSeek1_ellipse_10621">
            <a:extLst>
              <a:ext uri="{FF2B5EF4-FFF2-40B4-BE49-F238E27FC236}">
                <a16:creationId xmlns:a16="http://schemas.microsoft.com/office/drawing/2014/main" id="{D7D16AE3-86D1-4A7F-A849-C5EB427253B7}"/>
              </a:ext>
            </a:extLst>
          </p:cNvPr>
          <p:cNvSpPr>
            <a:spLocks noGrp="1"/>
          </p:cNvSpPr>
          <p:nvPr/>
        </p:nvSpPr>
        <p:spPr>
          <a:xfrm>
            <a:off x="3639387" y="5246195"/>
            <a:ext cx="25400" cy="25400"/>
          </a:xfrm>
          <a:prstGeom prst="ellipse">
            <a:avLst/>
          </a:prstGeom>
          <a:solidFill>
            <a:srgbClr val="566AB4">
              <a:alpha val="43000"/>
            </a:srgbClr>
          </a:solidFill>
          <a:ln w="0">
            <a:noFill/>
            <a:prstDash val="solid"/>
          </a:ln>
        </p:spPr>
      </p:sp>
      <p:sp>
        <p:nvSpPr>
          <p:cNvPr id="5108" name="LigandSeek2_vs_LigandSeek1_ellipse_10622">
            <a:extLst>
              <a:ext uri="{FF2B5EF4-FFF2-40B4-BE49-F238E27FC236}">
                <a16:creationId xmlns:a16="http://schemas.microsoft.com/office/drawing/2014/main" id="{8E0C00DF-DD08-414D-9263-4CC7B2BE1F52}"/>
              </a:ext>
            </a:extLst>
          </p:cNvPr>
          <p:cNvSpPr>
            <a:spLocks noGrp="1"/>
          </p:cNvSpPr>
          <p:nvPr/>
        </p:nvSpPr>
        <p:spPr>
          <a:xfrm>
            <a:off x="3585734" y="5246195"/>
            <a:ext cx="25400" cy="25400"/>
          </a:xfrm>
          <a:prstGeom prst="ellipse">
            <a:avLst/>
          </a:prstGeom>
          <a:solidFill>
            <a:srgbClr val="566AB4">
              <a:alpha val="43000"/>
            </a:srgbClr>
          </a:solidFill>
          <a:ln w="0">
            <a:noFill/>
            <a:prstDash val="solid"/>
          </a:ln>
        </p:spPr>
      </p:sp>
      <p:sp>
        <p:nvSpPr>
          <p:cNvPr id="5109" name="LigandSeek2_vs_LigandSeek1_ellipse_10623">
            <a:extLst>
              <a:ext uri="{FF2B5EF4-FFF2-40B4-BE49-F238E27FC236}">
                <a16:creationId xmlns:a16="http://schemas.microsoft.com/office/drawing/2014/main" id="{6A2ECA9A-22A3-4C3C-8E8A-42A7190C7EB8}"/>
              </a:ext>
            </a:extLst>
          </p:cNvPr>
          <p:cNvSpPr>
            <a:spLocks noGrp="1"/>
          </p:cNvSpPr>
          <p:nvPr/>
        </p:nvSpPr>
        <p:spPr>
          <a:xfrm>
            <a:off x="3653507" y="5246195"/>
            <a:ext cx="25400" cy="25400"/>
          </a:xfrm>
          <a:prstGeom prst="ellipse">
            <a:avLst/>
          </a:prstGeom>
          <a:solidFill>
            <a:srgbClr val="566AB4">
              <a:alpha val="43000"/>
            </a:srgbClr>
          </a:solidFill>
          <a:ln w="0">
            <a:noFill/>
            <a:prstDash val="solid"/>
          </a:ln>
        </p:spPr>
      </p:sp>
      <p:sp>
        <p:nvSpPr>
          <p:cNvPr id="5110" name="LigandSeek2_vs_LigandSeek1_ellipse_10624">
            <a:extLst>
              <a:ext uri="{FF2B5EF4-FFF2-40B4-BE49-F238E27FC236}">
                <a16:creationId xmlns:a16="http://schemas.microsoft.com/office/drawing/2014/main" id="{A809805F-C2C0-4675-BC8B-BB77BB80F698}"/>
              </a:ext>
            </a:extLst>
          </p:cNvPr>
          <p:cNvSpPr>
            <a:spLocks noGrp="1"/>
          </p:cNvSpPr>
          <p:nvPr/>
        </p:nvSpPr>
        <p:spPr>
          <a:xfrm>
            <a:off x="3534951" y="6007629"/>
            <a:ext cx="25400" cy="25400"/>
          </a:xfrm>
          <a:prstGeom prst="ellipse">
            <a:avLst/>
          </a:prstGeom>
          <a:solidFill>
            <a:srgbClr val="566AB4">
              <a:alpha val="43000"/>
            </a:srgbClr>
          </a:solidFill>
          <a:ln w="0">
            <a:noFill/>
            <a:prstDash val="solid"/>
          </a:ln>
        </p:spPr>
      </p:sp>
      <p:sp>
        <p:nvSpPr>
          <p:cNvPr id="5111" name="LigandSeek2_vs_LigandSeek1_ellipse_10625">
            <a:extLst>
              <a:ext uri="{FF2B5EF4-FFF2-40B4-BE49-F238E27FC236}">
                <a16:creationId xmlns:a16="http://schemas.microsoft.com/office/drawing/2014/main" id="{EA86F41E-AFFF-46D9-9A6C-8937B08B9850}"/>
              </a:ext>
            </a:extLst>
          </p:cNvPr>
          <p:cNvSpPr>
            <a:spLocks noGrp="1"/>
          </p:cNvSpPr>
          <p:nvPr/>
        </p:nvSpPr>
        <p:spPr>
          <a:xfrm>
            <a:off x="3550747" y="6102808"/>
            <a:ext cx="25400" cy="25400"/>
          </a:xfrm>
          <a:prstGeom prst="ellipse">
            <a:avLst/>
          </a:prstGeom>
          <a:solidFill>
            <a:srgbClr val="566AB4">
              <a:alpha val="43000"/>
            </a:srgbClr>
          </a:solidFill>
          <a:ln w="0">
            <a:noFill/>
            <a:prstDash val="solid"/>
          </a:ln>
        </p:spPr>
      </p:sp>
      <p:sp>
        <p:nvSpPr>
          <p:cNvPr id="5112" name="LigandSeek2_vs_LigandSeek1_ellipse_10626">
            <a:extLst>
              <a:ext uri="{FF2B5EF4-FFF2-40B4-BE49-F238E27FC236}">
                <a16:creationId xmlns:a16="http://schemas.microsoft.com/office/drawing/2014/main" id="{EEE29625-5BCD-481A-8DC6-14E6EBA946A6}"/>
              </a:ext>
            </a:extLst>
          </p:cNvPr>
          <p:cNvSpPr>
            <a:spLocks noGrp="1"/>
          </p:cNvSpPr>
          <p:nvPr/>
        </p:nvSpPr>
        <p:spPr>
          <a:xfrm>
            <a:off x="3584891" y="5246195"/>
            <a:ext cx="25400" cy="25400"/>
          </a:xfrm>
          <a:prstGeom prst="ellipse">
            <a:avLst/>
          </a:prstGeom>
          <a:solidFill>
            <a:srgbClr val="566AB4">
              <a:alpha val="43000"/>
            </a:srgbClr>
          </a:solidFill>
          <a:ln w="0">
            <a:noFill/>
            <a:prstDash val="solid"/>
          </a:ln>
        </p:spPr>
      </p:sp>
      <p:sp>
        <p:nvSpPr>
          <p:cNvPr id="5113" name="LigandSeek2_vs_LigandSeek1_ellipse_10627">
            <a:extLst>
              <a:ext uri="{FF2B5EF4-FFF2-40B4-BE49-F238E27FC236}">
                <a16:creationId xmlns:a16="http://schemas.microsoft.com/office/drawing/2014/main" id="{751AED62-6A18-4D58-8744-00A63F2B59B5}"/>
              </a:ext>
            </a:extLst>
          </p:cNvPr>
          <p:cNvSpPr>
            <a:spLocks noGrp="1"/>
          </p:cNvSpPr>
          <p:nvPr/>
        </p:nvSpPr>
        <p:spPr>
          <a:xfrm>
            <a:off x="3549393" y="6388346"/>
            <a:ext cx="25400" cy="25400"/>
          </a:xfrm>
          <a:prstGeom prst="ellipse">
            <a:avLst/>
          </a:prstGeom>
          <a:solidFill>
            <a:srgbClr val="566AB4">
              <a:alpha val="43000"/>
            </a:srgbClr>
          </a:solidFill>
          <a:ln w="0">
            <a:noFill/>
            <a:prstDash val="solid"/>
          </a:ln>
        </p:spPr>
      </p:sp>
      <p:sp>
        <p:nvSpPr>
          <p:cNvPr id="5114" name="LigandSeek2_vs_LigandSeek1_ellipse_10628">
            <a:extLst>
              <a:ext uri="{FF2B5EF4-FFF2-40B4-BE49-F238E27FC236}">
                <a16:creationId xmlns:a16="http://schemas.microsoft.com/office/drawing/2014/main" id="{7704DC19-B79B-4CCF-AB0D-263BC7DBE5DF}"/>
              </a:ext>
            </a:extLst>
          </p:cNvPr>
          <p:cNvSpPr>
            <a:spLocks noGrp="1"/>
          </p:cNvSpPr>
          <p:nvPr/>
        </p:nvSpPr>
        <p:spPr>
          <a:xfrm>
            <a:off x="3681737" y="6007629"/>
            <a:ext cx="25400" cy="25400"/>
          </a:xfrm>
          <a:prstGeom prst="ellipse">
            <a:avLst/>
          </a:prstGeom>
          <a:solidFill>
            <a:srgbClr val="566AB4">
              <a:alpha val="43000"/>
            </a:srgbClr>
          </a:solidFill>
          <a:ln w="0">
            <a:noFill/>
            <a:prstDash val="solid"/>
          </a:ln>
        </p:spPr>
      </p:sp>
      <p:sp>
        <p:nvSpPr>
          <p:cNvPr id="5115" name="LigandSeek2_vs_LigandSeek1_ellipse_10629">
            <a:extLst>
              <a:ext uri="{FF2B5EF4-FFF2-40B4-BE49-F238E27FC236}">
                <a16:creationId xmlns:a16="http://schemas.microsoft.com/office/drawing/2014/main" id="{EECC4F8B-1510-40B7-ADD6-DFF11EB8BD09}"/>
              </a:ext>
            </a:extLst>
          </p:cNvPr>
          <p:cNvSpPr>
            <a:spLocks noGrp="1"/>
          </p:cNvSpPr>
          <p:nvPr/>
        </p:nvSpPr>
        <p:spPr>
          <a:xfrm>
            <a:off x="3676029" y="5246195"/>
            <a:ext cx="25400" cy="25400"/>
          </a:xfrm>
          <a:prstGeom prst="ellipse">
            <a:avLst/>
          </a:prstGeom>
          <a:solidFill>
            <a:srgbClr val="566AB4">
              <a:alpha val="43000"/>
            </a:srgbClr>
          </a:solidFill>
          <a:ln w="0">
            <a:noFill/>
            <a:prstDash val="solid"/>
          </a:ln>
        </p:spPr>
      </p:sp>
      <p:sp>
        <p:nvSpPr>
          <p:cNvPr id="5116" name="LigandSeek2_vs_LigandSeek1_ellipse_10630">
            <a:extLst>
              <a:ext uri="{FF2B5EF4-FFF2-40B4-BE49-F238E27FC236}">
                <a16:creationId xmlns:a16="http://schemas.microsoft.com/office/drawing/2014/main" id="{5FFBF077-8C91-4C5C-B21F-777EF2E93810}"/>
              </a:ext>
            </a:extLst>
          </p:cNvPr>
          <p:cNvSpPr>
            <a:spLocks noGrp="1"/>
          </p:cNvSpPr>
          <p:nvPr/>
        </p:nvSpPr>
        <p:spPr>
          <a:xfrm>
            <a:off x="3639628" y="5246195"/>
            <a:ext cx="25400" cy="25400"/>
          </a:xfrm>
          <a:prstGeom prst="ellipse">
            <a:avLst/>
          </a:prstGeom>
          <a:solidFill>
            <a:srgbClr val="566AB4">
              <a:alpha val="43000"/>
            </a:srgbClr>
          </a:solidFill>
          <a:ln w="0">
            <a:noFill/>
            <a:prstDash val="solid"/>
          </a:ln>
        </p:spPr>
      </p:sp>
      <p:sp>
        <p:nvSpPr>
          <p:cNvPr id="5117" name="LigandSeek2_vs_LigandSeek1_ellipse_10631">
            <a:extLst>
              <a:ext uri="{FF2B5EF4-FFF2-40B4-BE49-F238E27FC236}">
                <a16:creationId xmlns:a16="http://schemas.microsoft.com/office/drawing/2014/main" id="{92065781-2AF7-4ED2-AA6F-BE3BBE3E956E}"/>
              </a:ext>
            </a:extLst>
          </p:cNvPr>
          <p:cNvSpPr>
            <a:spLocks noGrp="1"/>
          </p:cNvSpPr>
          <p:nvPr/>
        </p:nvSpPr>
        <p:spPr>
          <a:xfrm>
            <a:off x="3649414" y="5626912"/>
            <a:ext cx="25400" cy="25400"/>
          </a:xfrm>
          <a:prstGeom prst="ellipse">
            <a:avLst/>
          </a:prstGeom>
          <a:solidFill>
            <a:srgbClr val="566AB4">
              <a:alpha val="43000"/>
            </a:srgbClr>
          </a:solidFill>
          <a:ln w="0">
            <a:noFill/>
            <a:prstDash val="solid"/>
          </a:ln>
        </p:spPr>
      </p:sp>
      <p:sp>
        <p:nvSpPr>
          <p:cNvPr id="5118" name="LigandSeek2_vs_LigandSeek1_ellipse_10632">
            <a:extLst>
              <a:ext uri="{FF2B5EF4-FFF2-40B4-BE49-F238E27FC236}">
                <a16:creationId xmlns:a16="http://schemas.microsoft.com/office/drawing/2014/main" id="{5E95DABF-FB6E-4E28-9E30-54B32A25B91B}"/>
              </a:ext>
            </a:extLst>
          </p:cNvPr>
          <p:cNvSpPr>
            <a:spLocks noGrp="1"/>
          </p:cNvSpPr>
          <p:nvPr/>
        </p:nvSpPr>
        <p:spPr>
          <a:xfrm>
            <a:off x="3617254" y="5246195"/>
            <a:ext cx="25400" cy="25400"/>
          </a:xfrm>
          <a:prstGeom prst="ellipse">
            <a:avLst/>
          </a:prstGeom>
          <a:solidFill>
            <a:srgbClr val="566AB4">
              <a:alpha val="43000"/>
            </a:srgbClr>
          </a:solidFill>
          <a:ln w="0">
            <a:noFill/>
            <a:prstDash val="solid"/>
          </a:ln>
        </p:spPr>
      </p:sp>
      <p:sp>
        <p:nvSpPr>
          <p:cNvPr id="5119" name="LigandSeek2_vs_LigandSeek1_ellipse_10633">
            <a:extLst>
              <a:ext uri="{FF2B5EF4-FFF2-40B4-BE49-F238E27FC236}">
                <a16:creationId xmlns:a16="http://schemas.microsoft.com/office/drawing/2014/main" id="{E1C49493-C9A6-4502-93A0-B48F6C476B0E}"/>
              </a:ext>
            </a:extLst>
          </p:cNvPr>
          <p:cNvSpPr>
            <a:spLocks noGrp="1"/>
          </p:cNvSpPr>
          <p:nvPr/>
        </p:nvSpPr>
        <p:spPr>
          <a:xfrm>
            <a:off x="3569743" y="6388346"/>
            <a:ext cx="25400" cy="25400"/>
          </a:xfrm>
          <a:prstGeom prst="ellipse">
            <a:avLst/>
          </a:prstGeom>
          <a:solidFill>
            <a:srgbClr val="566AB4">
              <a:alpha val="43000"/>
            </a:srgbClr>
          </a:solidFill>
          <a:ln w="0">
            <a:noFill/>
            <a:prstDash val="solid"/>
          </a:ln>
        </p:spPr>
      </p:sp>
      <p:sp>
        <p:nvSpPr>
          <p:cNvPr id="5120" name="LigandSeek2_vs_LigandSeek1_ellipse_10634">
            <a:extLst>
              <a:ext uri="{FF2B5EF4-FFF2-40B4-BE49-F238E27FC236}">
                <a16:creationId xmlns:a16="http://schemas.microsoft.com/office/drawing/2014/main" id="{554F8828-B4F8-4C71-991D-1D28503A08B4}"/>
              </a:ext>
            </a:extLst>
          </p:cNvPr>
          <p:cNvSpPr>
            <a:spLocks noGrp="1"/>
          </p:cNvSpPr>
          <p:nvPr/>
        </p:nvSpPr>
        <p:spPr>
          <a:xfrm>
            <a:off x="3544981" y="6388346"/>
            <a:ext cx="25400" cy="25400"/>
          </a:xfrm>
          <a:prstGeom prst="ellipse">
            <a:avLst/>
          </a:prstGeom>
          <a:solidFill>
            <a:srgbClr val="566AB4">
              <a:alpha val="43000"/>
            </a:srgbClr>
          </a:solidFill>
          <a:ln w="0">
            <a:noFill/>
            <a:prstDash val="solid"/>
          </a:ln>
        </p:spPr>
      </p:sp>
      <p:sp>
        <p:nvSpPr>
          <p:cNvPr id="5121" name="LigandSeek2_vs_LigandSeek1_ellipse_10635">
            <a:extLst>
              <a:ext uri="{FF2B5EF4-FFF2-40B4-BE49-F238E27FC236}">
                <a16:creationId xmlns:a16="http://schemas.microsoft.com/office/drawing/2014/main" id="{1EFD4D92-0129-41CD-806D-CE3B10AD60A6}"/>
              </a:ext>
            </a:extLst>
          </p:cNvPr>
          <p:cNvSpPr>
            <a:spLocks noGrp="1"/>
          </p:cNvSpPr>
          <p:nvPr/>
        </p:nvSpPr>
        <p:spPr>
          <a:xfrm>
            <a:off x="3687535" y="5246195"/>
            <a:ext cx="25400" cy="25400"/>
          </a:xfrm>
          <a:prstGeom prst="ellipse">
            <a:avLst/>
          </a:prstGeom>
          <a:solidFill>
            <a:srgbClr val="566AB4">
              <a:alpha val="43000"/>
            </a:srgbClr>
          </a:solidFill>
          <a:ln w="0">
            <a:noFill/>
            <a:prstDash val="solid"/>
          </a:ln>
        </p:spPr>
      </p:sp>
      <p:sp>
        <p:nvSpPr>
          <p:cNvPr id="5122" name="LigandSeek2_vs_LigandSeek1_ellipse_10636">
            <a:extLst>
              <a:ext uri="{FF2B5EF4-FFF2-40B4-BE49-F238E27FC236}">
                <a16:creationId xmlns:a16="http://schemas.microsoft.com/office/drawing/2014/main" id="{5A77A4E8-F462-4F2B-A816-4848BEF05035}"/>
              </a:ext>
            </a:extLst>
          </p:cNvPr>
          <p:cNvSpPr>
            <a:spLocks noGrp="1"/>
          </p:cNvSpPr>
          <p:nvPr/>
        </p:nvSpPr>
        <p:spPr>
          <a:xfrm>
            <a:off x="3567526" y="5626912"/>
            <a:ext cx="25400" cy="25400"/>
          </a:xfrm>
          <a:prstGeom prst="ellipse">
            <a:avLst/>
          </a:prstGeom>
          <a:solidFill>
            <a:srgbClr val="566AB4">
              <a:alpha val="43000"/>
            </a:srgbClr>
          </a:solidFill>
          <a:ln w="0">
            <a:noFill/>
            <a:prstDash val="solid"/>
          </a:ln>
        </p:spPr>
      </p:sp>
      <p:sp>
        <p:nvSpPr>
          <p:cNvPr id="5123" name="LigandSeek2_vs_LigandSeek1_ellipse_10637">
            <a:extLst>
              <a:ext uri="{FF2B5EF4-FFF2-40B4-BE49-F238E27FC236}">
                <a16:creationId xmlns:a16="http://schemas.microsoft.com/office/drawing/2014/main" id="{064197A1-17E5-4DD0-8AC5-87F0AA548EFF}"/>
              </a:ext>
            </a:extLst>
          </p:cNvPr>
          <p:cNvSpPr>
            <a:spLocks noGrp="1"/>
          </p:cNvSpPr>
          <p:nvPr/>
        </p:nvSpPr>
        <p:spPr>
          <a:xfrm>
            <a:off x="3659372" y="5817271"/>
            <a:ext cx="25400" cy="25400"/>
          </a:xfrm>
          <a:prstGeom prst="ellipse">
            <a:avLst/>
          </a:prstGeom>
          <a:solidFill>
            <a:srgbClr val="566AB4">
              <a:alpha val="43000"/>
            </a:srgbClr>
          </a:solidFill>
          <a:ln w="0">
            <a:noFill/>
            <a:prstDash val="solid"/>
          </a:ln>
        </p:spPr>
      </p:sp>
      <p:sp>
        <p:nvSpPr>
          <p:cNvPr id="5124" name="LigandSeek2_vs_LigandSeek1_ellipse_10638">
            <a:extLst>
              <a:ext uri="{FF2B5EF4-FFF2-40B4-BE49-F238E27FC236}">
                <a16:creationId xmlns:a16="http://schemas.microsoft.com/office/drawing/2014/main" id="{6EC4F749-5820-4225-9AE1-6936186C3821}"/>
              </a:ext>
            </a:extLst>
          </p:cNvPr>
          <p:cNvSpPr>
            <a:spLocks noGrp="1"/>
          </p:cNvSpPr>
          <p:nvPr/>
        </p:nvSpPr>
        <p:spPr>
          <a:xfrm>
            <a:off x="3560872" y="5246195"/>
            <a:ext cx="25400" cy="25400"/>
          </a:xfrm>
          <a:prstGeom prst="ellipse">
            <a:avLst/>
          </a:prstGeom>
          <a:solidFill>
            <a:srgbClr val="566AB4">
              <a:alpha val="43000"/>
            </a:srgbClr>
          </a:solidFill>
          <a:ln w="0">
            <a:noFill/>
            <a:prstDash val="solid"/>
          </a:ln>
        </p:spPr>
      </p:sp>
      <p:sp>
        <p:nvSpPr>
          <p:cNvPr id="5125" name="LigandSeek2_vs_LigandSeek1_ellipse_10639">
            <a:extLst>
              <a:ext uri="{FF2B5EF4-FFF2-40B4-BE49-F238E27FC236}">
                <a16:creationId xmlns:a16="http://schemas.microsoft.com/office/drawing/2014/main" id="{96A06CD6-3482-444C-B87D-0C603CD107B1}"/>
              </a:ext>
            </a:extLst>
          </p:cNvPr>
          <p:cNvSpPr>
            <a:spLocks noGrp="1"/>
          </p:cNvSpPr>
          <p:nvPr/>
        </p:nvSpPr>
        <p:spPr>
          <a:xfrm>
            <a:off x="3676829" y="5980435"/>
            <a:ext cx="25400" cy="25400"/>
          </a:xfrm>
          <a:prstGeom prst="ellipse">
            <a:avLst/>
          </a:prstGeom>
          <a:solidFill>
            <a:srgbClr val="566AB4">
              <a:alpha val="43000"/>
            </a:srgbClr>
          </a:solidFill>
          <a:ln w="0">
            <a:noFill/>
            <a:prstDash val="solid"/>
          </a:ln>
        </p:spPr>
      </p:sp>
      <p:sp>
        <p:nvSpPr>
          <p:cNvPr id="5126" name="LigandSeek2_vs_LigandSeek1_ellipse_10640">
            <a:extLst>
              <a:ext uri="{FF2B5EF4-FFF2-40B4-BE49-F238E27FC236}">
                <a16:creationId xmlns:a16="http://schemas.microsoft.com/office/drawing/2014/main" id="{DC530088-2B29-4963-9C43-36A41E8861E4}"/>
              </a:ext>
            </a:extLst>
          </p:cNvPr>
          <p:cNvSpPr>
            <a:spLocks noGrp="1"/>
          </p:cNvSpPr>
          <p:nvPr/>
        </p:nvSpPr>
        <p:spPr>
          <a:xfrm>
            <a:off x="3648988" y="5817271"/>
            <a:ext cx="25400" cy="25400"/>
          </a:xfrm>
          <a:prstGeom prst="ellipse">
            <a:avLst/>
          </a:prstGeom>
          <a:solidFill>
            <a:srgbClr val="566AB4">
              <a:alpha val="43000"/>
            </a:srgbClr>
          </a:solidFill>
          <a:ln w="0">
            <a:noFill/>
            <a:prstDash val="solid"/>
          </a:ln>
        </p:spPr>
      </p:sp>
      <p:sp>
        <p:nvSpPr>
          <p:cNvPr id="5127" name="LigandSeek2_vs_LigandSeek1_ellipse_10641">
            <a:extLst>
              <a:ext uri="{FF2B5EF4-FFF2-40B4-BE49-F238E27FC236}">
                <a16:creationId xmlns:a16="http://schemas.microsoft.com/office/drawing/2014/main" id="{CD33774B-B040-4307-B1E6-DE85967A9577}"/>
              </a:ext>
            </a:extLst>
          </p:cNvPr>
          <p:cNvSpPr>
            <a:spLocks noGrp="1"/>
          </p:cNvSpPr>
          <p:nvPr/>
        </p:nvSpPr>
        <p:spPr>
          <a:xfrm>
            <a:off x="3656872" y="5246195"/>
            <a:ext cx="25400" cy="25400"/>
          </a:xfrm>
          <a:prstGeom prst="ellipse">
            <a:avLst/>
          </a:prstGeom>
          <a:solidFill>
            <a:srgbClr val="566AB4">
              <a:alpha val="43000"/>
            </a:srgbClr>
          </a:solidFill>
          <a:ln w="0">
            <a:noFill/>
            <a:prstDash val="solid"/>
          </a:ln>
        </p:spPr>
      </p:sp>
      <p:sp>
        <p:nvSpPr>
          <p:cNvPr id="5128" name="LigandSeek2_vs_LigandSeek1_ellipse_10642">
            <a:extLst>
              <a:ext uri="{FF2B5EF4-FFF2-40B4-BE49-F238E27FC236}">
                <a16:creationId xmlns:a16="http://schemas.microsoft.com/office/drawing/2014/main" id="{90570E40-14FE-4019-BC5D-61458083E109}"/>
              </a:ext>
            </a:extLst>
          </p:cNvPr>
          <p:cNvSpPr>
            <a:spLocks noGrp="1"/>
          </p:cNvSpPr>
          <p:nvPr/>
        </p:nvSpPr>
        <p:spPr>
          <a:xfrm>
            <a:off x="3631773" y="6388346"/>
            <a:ext cx="25400" cy="25400"/>
          </a:xfrm>
          <a:prstGeom prst="ellipse">
            <a:avLst/>
          </a:prstGeom>
          <a:solidFill>
            <a:srgbClr val="566AB4">
              <a:alpha val="43000"/>
            </a:srgbClr>
          </a:solidFill>
          <a:ln w="0">
            <a:noFill/>
            <a:prstDash val="solid"/>
          </a:ln>
        </p:spPr>
      </p:sp>
      <p:sp>
        <p:nvSpPr>
          <p:cNvPr id="5129" name="LigandSeek2_vs_LigandSeek1_ellipse_10643">
            <a:extLst>
              <a:ext uri="{FF2B5EF4-FFF2-40B4-BE49-F238E27FC236}">
                <a16:creationId xmlns:a16="http://schemas.microsoft.com/office/drawing/2014/main" id="{9D00E141-D0B1-4531-A2D1-6750CDC6E48E}"/>
              </a:ext>
            </a:extLst>
          </p:cNvPr>
          <p:cNvSpPr>
            <a:spLocks noGrp="1"/>
          </p:cNvSpPr>
          <p:nvPr/>
        </p:nvSpPr>
        <p:spPr>
          <a:xfrm>
            <a:off x="3575211" y="5246195"/>
            <a:ext cx="25400" cy="25400"/>
          </a:xfrm>
          <a:prstGeom prst="ellipse">
            <a:avLst/>
          </a:prstGeom>
          <a:solidFill>
            <a:srgbClr val="566AB4">
              <a:alpha val="43000"/>
            </a:srgbClr>
          </a:solidFill>
          <a:ln w="0">
            <a:noFill/>
            <a:prstDash val="solid"/>
          </a:ln>
        </p:spPr>
      </p:sp>
      <p:sp>
        <p:nvSpPr>
          <p:cNvPr id="5130" name="LigandSeek2_vs_LigandSeek1_ellipse_10644">
            <a:extLst>
              <a:ext uri="{FF2B5EF4-FFF2-40B4-BE49-F238E27FC236}">
                <a16:creationId xmlns:a16="http://schemas.microsoft.com/office/drawing/2014/main" id="{51077A4E-6C47-4498-870B-AF278F3EF5B1}"/>
              </a:ext>
            </a:extLst>
          </p:cNvPr>
          <p:cNvSpPr>
            <a:spLocks noGrp="1"/>
          </p:cNvSpPr>
          <p:nvPr/>
        </p:nvSpPr>
        <p:spPr>
          <a:xfrm>
            <a:off x="3593594" y="5246195"/>
            <a:ext cx="25400" cy="25400"/>
          </a:xfrm>
          <a:prstGeom prst="ellipse">
            <a:avLst/>
          </a:prstGeom>
          <a:solidFill>
            <a:srgbClr val="566AB4">
              <a:alpha val="43000"/>
            </a:srgbClr>
          </a:solidFill>
          <a:ln w="0">
            <a:noFill/>
            <a:prstDash val="solid"/>
          </a:ln>
        </p:spPr>
      </p:sp>
      <p:sp>
        <p:nvSpPr>
          <p:cNvPr id="5131" name="LigandSeek2_vs_LigandSeek1_ellipse_10645">
            <a:extLst>
              <a:ext uri="{FF2B5EF4-FFF2-40B4-BE49-F238E27FC236}">
                <a16:creationId xmlns:a16="http://schemas.microsoft.com/office/drawing/2014/main" id="{419F0B6F-FD9B-468F-B8C2-B457A369C4F6}"/>
              </a:ext>
            </a:extLst>
          </p:cNvPr>
          <p:cNvSpPr>
            <a:spLocks noGrp="1"/>
          </p:cNvSpPr>
          <p:nvPr/>
        </p:nvSpPr>
        <p:spPr>
          <a:xfrm>
            <a:off x="3628419" y="5246195"/>
            <a:ext cx="25400" cy="25400"/>
          </a:xfrm>
          <a:prstGeom prst="ellipse">
            <a:avLst/>
          </a:prstGeom>
          <a:solidFill>
            <a:srgbClr val="566AB4">
              <a:alpha val="43000"/>
            </a:srgbClr>
          </a:solidFill>
          <a:ln w="0">
            <a:noFill/>
            <a:prstDash val="solid"/>
          </a:ln>
        </p:spPr>
      </p:sp>
      <p:sp>
        <p:nvSpPr>
          <p:cNvPr id="5132" name="LigandSeek2_vs_LigandSeek1_ellipse_10646">
            <a:extLst>
              <a:ext uri="{FF2B5EF4-FFF2-40B4-BE49-F238E27FC236}">
                <a16:creationId xmlns:a16="http://schemas.microsoft.com/office/drawing/2014/main" id="{86114A0E-9E52-4102-A770-AA46C9EA8FED}"/>
              </a:ext>
            </a:extLst>
          </p:cNvPr>
          <p:cNvSpPr>
            <a:spLocks noGrp="1"/>
          </p:cNvSpPr>
          <p:nvPr/>
        </p:nvSpPr>
        <p:spPr>
          <a:xfrm>
            <a:off x="3578942" y="5246195"/>
            <a:ext cx="25400" cy="25400"/>
          </a:xfrm>
          <a:prstGeom prst="ellipse">
            <a:avLst/>
          </a:prstGeom>
          <a:solidFill>
            <a:srgbClr val="566AB4">
              <a:alpha val="43000"/>
            </a:srgbClr>
          </a:solidFill>
          <a:ln w="0">
            <a:noFill/>
            <a:prstDash val="solid"/>
          </a:ln>
        </p:spPr>
      </p:sp>
      <p:sp>
        <p:nvSpPr>
          <p:cNvPr id="5133" name="LigandSeek2_vs_LigandSeek1_ellipse_10647">
            <a:extLst>
              <a:ext uri="{FF2B5EF4-FFF2-40B4-BE49-F238E27FC236}">
                <a16:creationId xmlns:a16="http://schemas.microsoft.com/office/drawing/2014/main" id="{BE6B6ACD-149E-4107-B1DE-ECB8B139709D}"/>
              </a:ext>
            </a:extLst>
          </p:cNvPr>
          <p:cNvSpPr>
            <a:spLocks noGrp="1"/>
          </p:cNvSpPr>
          <p:nvPr/>
        </p:nvSpPr>
        <p:spPr>
          <a:xfrm>
            <a:off x="3670852" y="5288497"/>
            <a:ext cx="25400" cy="25400"/>
          </a:xfrm>
          <a:prstGeom prst="ellipse">
            <a:avLst/>
          </a:prstGeom>
          <a:solidFill>
            <a:srgbClr val="566AB4">
              <a:alpha val="43000"/>
            </a:srgbClr>
          </a:solidFill>
          <a:ln w="0">
            <a:noFill/>
            <a:prstDash val="solid"/>
          </a:ln>
        </p:spPr>
      </p:sp>
      <p:sp>
        <p:nvSpPr>
          <p:cNvPr id="5134" name="LigandSeek2_vs_LigandSeek1_ellipse_10648">
            <a:extLst>
              <a:ext uri="{FF2B5EF4-FFF2-40B4-BE49-F238E27FC236}">
                <a16:creationId xmlns:a16="http://schemas.microsoft.com/office/drawing/2014/main" id="{5D3EDDC9-2A77-4BE5-ABC0-A20C3E2D9CA2}"/>
              </a:ext>
            </a:extLst>
          </p:cNvPr>
          <p:cNvSpPr>
            <a:spLocks noGrp="1"/>
          </p:cNvSpPr>
          <p:nvPr/>
        </p:nvSpPr>
        <p:spPr>
          <a:xfrm>
            <a:off x="3604420" y="6388346"/>
            <a:ext cx="25400" cy="25400"/>
          </a:xfrm>
          <a:prstGeom prst="ellipse">
            <a:avLst/>
          </a:prstGeom>
          <a:solidFill>
            <a:srgbClr val="566AB4">
              <a:alpha val="43000"/>
            </a:srgbClr>
          </a:solidFill>
          <a:ln w="0">
            <a:noFill/>
            <a:prstDash val="solid"/>
          </a:ln>
        </p:spPr>
      </p:sp>
      <p:sp>
        <p:nvSpPr>
          <p:cNvPr id="5135" name="LigandSeek2_vs_LigandSeek1_ellipse_10649">
            <a:extLst>
              <a:ext uri="{FF2B5EF4-FFF2-40B4-BE49-F238E27FC236}">
                <a16:creationId xmlns:a16="http://schemas.microsoft.com/office/drawing/2014/main" id="{CFA5B29D-0B90-4BD5-8B48-5B917E020001}"/>
              </a:ext>
            </a:extLst>
          </p:cNvPr>
          <p:cNvSpPr>
            <a:spLocks noGrp="1"/>
          </p:cNvSpPr>
          <p:nvPr/>
        </p:nvSpPr>
        <p:spPr>
          <a:xfrm>
            <a:off x="3619194" y="5246195"/>
            <a:ext cx="25400" cy="25400"/>
          </a:xfrm>
          <a:prstGeom prst="ellipse">
            <a:avLst/>
          </a:prstGeom>
          <a:solidFill>
            <a:srgbClr val="566AB4">
              <a:alpha val="43000"/>
            </a:srgbClr>
          </a:solidFill>
          <a:ln w="0">
            <a:noFill/>
            <a:prstDash val="solid"/>
          </a:ln>
        </p:spPr>
      </p:sp>
      <p:sp>
        <p:nvSpPr>
          <p:cNvPr id="5136" name="LigandSeek2_vs_LigandSeek1_ellipse_10650">
            <a:extLst>
              <a:ext uri="{FF2B5EF4-FFF2-40B4-BE49-F238E27FC236}">
                <a16:creationId xmlns:a16="http://schemas.microsoft.com/office/drawing/2014/main" id="{C139802A-12EF-4891-A37C-80EEEBAF7578}"/>
              </a:ext>
            </a:extLst>
          </p:cNvPr>
          <p:cNvSpPr>
            <a:spLocks noGrp="1"/>
          </p:cNvSpPr>
          <p:nvPr/>
        </p:nvSpPr>
        <p:spPr>
          <a:xfrm>
            <a:off x="3530325" y="6007629"/>
            <a:ext cx="25400" cy="25400"/>
          </a:xfrm>
          <a:prstGeom prst="ellipse">
            <a:avLst/>
          </a:prstGeom>
          <a:solidFill>
            <a:srgbClr val="566AB4">
              <a:alpha val="43000"/>
            </a:srgbClr>
          </a:solidFill>
          <a:ln w="0">
            <a:noFill/>
            <a:prstDash val="solid"/>
          </a:ln>
        </p:spPr>
      </p:sp>
      <p:sp>
        <p:nvSpPr>
          <p:cNvPr id="5137" name="LigandSeek2_vs_LigandSeek1_ellipse_10651">
            <a:extLst>
              <a:ext uri="{FF2B5EF4-FFF2-40B4-BE49-F238E27FC236}">
                <a16:creationId xmlns:a16="http://schemas.microsoft.com/office/drawing/2014/main" id="{1170D5D1-C95D-4C71-AE88-CCD8778C88B0}"/>
              </a:ext>
            </a:extLst>
          </p:cNvPr>
          <p:cNvSpPr>
            <a:spLocks noGrp="1"/>
          </p:cNvSpPr>
          <p:nvPr/>
        </p:nvSpPr>
        <p:spPr>
          <a:xfrm>
            <a:off x="3581739" y="5246195"/>
            <a:ext cx="25400" cy="25400"/>
          </a:xfrm>
          <a:prstGeom prst="ellipse">
            <a:avLst/>
          </a:prstGeom>
          <a:solidFill>
            <a:srgbClr val="566AB4">
              <a:alpha val="43000"/>
            </a:srgbClr>
          </a:solidFill>
          <a:ln w="0">
            <a:noFill/>
            <a:prstDash val="solid"/>
          </a:ln>
        </p:spPr>
      </p:sp>
      <p:sp>
        <p:nvSpPr>
          <p:cNvPr id="5138" name="LigandSeek2_vs_LigandSeek1_ellipse_10652">
            <a:extLst>
              <a:ext uri="{FF2B5EF4-FFF2-40B4-BE49-F238E27FC236}">
                <a16:creationId xmlns:a16="http://schemas.microsoft.com/office/drawing/2014/main" id="{C651C1FD-FFCF-459C-A838-48263F1EA382}"/>
              </a:ext>
            </a:extLst>
          </p:cNvPr>
          <p:cNvSpPr>
            <a:spLocks noGrp="1"/>
          </p:cNvSpPr>
          <p:nvPr/>
        </p:nvSpPr>
        <p:spPr>
          <a:xfrm>
            <a:off x="3593575" y="6388346"/>
            <a:ext cx="25400" cy="25400"/>
          </a:xfrm>
          <a:prstGeom prst="ellipse">
            <a:avLst/>
          </a:prstGeom>
          <a:solidFill>
            <a:srgbClr val="566AB4">
              <a:alpha val="43000"/>
            </a:srgbClr>
          </a:solidFill>
          <a:ln w="0">
            <a:noFill/>
            <a:prstDash val="solid"/>
          </a:ln>
        </p:spPr>
      </p:sp>
      <p:sp>
        <p:nvSpPr>
          <p:cNvPr id="5139" name="LigandSeek2_vs_LigandSeek1_ellipse_10653">
            <a:extLst>
              <a:ext uri="{FF2B5EF4-FFF2-40B4-BE49-F238E27FC236}">
                <a16:creationId xmlns:a16="http://schemas.microsoft.com/office/drawing/2014/main" id="{F477396E-3FD3-4168-818F-845AA3B297E7}"/>
              </a:ext>
            </a:extLst>
          </p:cNvPr>
          <p:cNvSpPr>
            <a:spLocks noGrp="1"/>
          </p:cNvSpPr>
          <p:nvPr/>
        </p:nvSpPr>
        <p:spPr>
          <a:xfrm>
            <a:off x="3561502" y="5246195"/>
            <a:ext cx="25400" cy="25400"/>
          </a:xfrm>
          <a:prstGeom prst="ellipse">
            <a:avLst/>
          </a:prstGeom>
          <a:solidFill>
            <a:srgbClr val="566AB4">
              <a:alpha val="43000"/>
            </a:srgbClr>
          </a:solidFill>
          <a:ln w="0">
            <a:noFill/>
            <a:prstDash val="solid"/>
          </a:ln>
        </p:spPr>
      </p:sp>
      <p:sp>
        <p:nvSpPr>
          <p:cNvPr id="5140" name="LigandSeek2_vs_LigandSeek1_ellipse_10654">
            <a:extLst>
              <a:ext uri="{FF2B5EF4-FFF2-40B4-BE49-F238E27FC236}">
                <a16:creationId xmlns:a16="http://schemas.microsoft.com/office/drawing/2014/main" id="{11EF180E-AE68-48DA-8D54-0719EBA75922}"/>
              </a:ext>
            </a:extLst>
          </p:cNvPr>
          <p:cNvSpPr>
            <a:spLocks noGrp="1"/>
          </p:cNvSpPr>
          <p:nvPr/>
        </p:nvSpPr>
        <p:spPr>
          <a:xfrm>
            <a:off x="3554060" y="6388346"/>
            <a:ext cx="25400" cy="25400"/>
          </a:xfrm>
          <a:prstGeom prst="ellipse">
            <a:avLst/>
          </a:prstGeom>
          <a:solidFill>
            <a:srgbClr val="566AB4">
              <a:alpha val="43000"/>
            </a:srgbClr>
          </a:solidFill>
          <a:ln w="0">
            <a:noFill/>
            <a:prstDash val="solid"/>
          </a:ln>
        </p:spPr>
      </p:sp>
      <p:sp>
        <p:nvSpPr>
          <p:cNvPr id="5141" name="LigandSeek2_vs_LigandSeek1_ellipse_10655">
            <a:extLst>
              <a:ext uri="{FF2B5EF4-FFF2-40B4-BE49-F238E27FC236}">
                <a16:creationId xmlns:a16="http://schemas.microsoft.com/office/drawing/2014/main" id="{67C4272F-D3E6-4167-8E27-98A34CB63BA2}"/>
              </a:ext>
            </a:extLst>
          </p:cNvPr>
          <p:cNvSpPr>
            <a:spLocks noGrp="1"/>
          </p:cNvSpPr>
          <p:nvPr/>
        </p:nvSpPr>
        <p:spPr>
          <a:xfrm>
            <a:off x="3685770" y="5626912"/>
            <a:ext cx="25400" cy="25400"/>
          </a:xfrm>
          <a:prstGeom prst="ellipse">
            <a:avLst/>
          </a:prstGeom>
          <a:solidFill>
            <a:srgbClr val="566AB4">
              <a:alpha val="43000"/>
            </a:srgbClr>
          </a:solidFill>
          <a:ln w="0">
            <a:noFill/>
            <a:prstDash val="solid"/>
          </a:ln>
        </p:spPr>
      </p:sp>
      <p:sp>
        <p:nvSpPr>
          <p:cNvPr id="5142" name="LigandSeek2_vs_LigandSeek1_ellipse_10656">
            <a:extLst>
              <a:ext uri="{FF2B5EF4-FFF2-40B4-BE49-F238E27FC236}">
                <a16:creationId xmlns:a16="http://schemas.microsoft.com/office/drawing/2014/main" id="{5512A396-9C91-450A-AFD5-84387FC68E62}"/>
              </a:ext>
            </a:extLst>
          </p:cNvPr>
          <p:cNvSpPr>
            <a:spLocks noGrp="1"/>
          </p:cNvSpPr>
          <p:nvPr/>
        </p:nvSpPr>
        <p:spPr>
          <a:xfrm>
            <a:off x="3541318" y="5246195"/>
            <a:ext cx="25400" cy="25400"/>
          </a:xfrm>
          <a:prstGeom prst="ellipse">
            <a:avLst/>
          </a:prstGeom>
          <a:solidFill>
            <a:srgbClr val="566AB4">
              <a:alpha val="43000"/>
            </a:srgbClr>
          </a:solidFill>
          <a:ln w="0">
            <a:noFill/>
            <a:prstDash val="solid"/>
          </a:ln>
        </p:spPr>
      </p:sp>
      <p:sp>
        <p:nvSpPr>
          <p:cNvPr id="5143" name="LigandSeek2_vs_LigandSeek1_ellipse_10657">
            <a:extLst>
              <a:ext uri="{FF2B5EF4-FFF2-40B4-BE49-F238E27FC236}">
                <a16:creationId xmlns:a16="http://schemas.microsoft.com/office/drawing/2014/main" id="{7F3EF25B-9EE5-491F-891A-4120938458D0}"/>
              </a:ext>
            </a:extLst>
          </p:cNvPr>
          <p:cNvSpPr>
            <a:spLocks noGrp="1"/>
          </p:cNvSpPr>
          <p:nvPr/>
        </p:nvSpPr>
        <p:spPr>
          <a:xfrm>
            <a:off x="3543042" y="5773342"/>
            <a:ext cx="25400" cy="25400"/>
          </a:xfrm>
          <a:prstGeom prst="ellipse">
            <a:avLst/>
          </a:prstGeom>
          <a:solidFill>
            <a:srgbClr val="566AB4">
              <a:alpha val="43000"/>
            </a:srgbClr>
          </a:solidFill>
          <a:ln w="0">
            <a:noFill/>
            <a:prstDash val="solid"/>
          </a:ln>
        </p:spPr>
      </p:sp>
      <p:sp>
        <p:nvSpPr>
          <p:cNvPr id="5144" name="LigandSeek2_vs_LigandSeek1_ellipse_10658">
            <a:extLst>
              <a:ext uri="{FF2B5EF4-FFF2-40B4-BE49-F238E27FC236}">
                <a16:creationId xmlns:a16="http://schemas.microsoft.com/office/drawing/2014/main" id="{9AACF68C-4890-428D-9173-2AC43E398410}"/>
              </a:ext>
            </a:extLst>
          </p:cNvPr>
          <p:cNvSpPr>
            <a:spLocks noGrp="1"/>
          </p:cNvSpPr>
          <p:nvPr/>
        </p:nvSpPr>
        <p:spPr>
          <a:xfrm>
            <a:off x="3652767" y="5626912"/>
            <a:ext cx="25400" cy="25400"/>
          </a:xfrm>
          <a:prstGeom prst="ellipse">
            <a:avLst/>
          </a:prstGeom>
          <a:solidFill>
            <a:srgbClr val="566AB4">
              <a:alpha val="43000"/>
            </a:srgbClr>
          </a:solidFill>
          <a:ln w="0">
            <a:noFill/>
            <a:prstDash val="solid"/>
          </a:ln>
        </p:spPr>
      </p:sp>
      <p:sp>
        <p:nvSpPr>
          <p:cNvPr id="5145" name="LigandSeek2_vs_LigandSeek1_ellipse_10659">
            <a:extLst>
              <a:ext uri="{FF2B5EF4-FFF2-40B4-BE49-F238E27FC236}">
                <a16:creationId xmlns:a16="http://schemas.microsoft.com/office/drawing/2014/main" id="{D823DD0F-21DF-45A5-8FA5-EFD5D1ECA169}"/>
              </a:ext>
            </a:extLst>
          </p:cNvPr>
          <p:cNvSpPr>
            <a:spLocks noGrp="1"/>
          </p:cNvSpPr>
          <p:nvPr/>
        </p:nvSpPr>
        <p:spPr>
          <a:xfrm>
            <a:off x="3540937" y="5246195"/>
            <a:ext cx="25400" cy="25400"/>
          </a:xfrm>
          <a:prstGeom prst="ellipse">
            <a:avLst/>
          </a:prstGeom>
          <a:solidFill>
            <a:srgbClr val="566AB4">
              <a:alpha val="43000"/>
            </a:srgbClr>
          </a:solidFill>
          <a:ln w="0">
            <a:noFill/>
            <a:prstDash val="solid"/>
          </a:ln>
        </p:spPr>
      </p:sp>
      <p:sp>
        <p:nvSpPr>
          <p:cNvPr id="5146" name="LigandSeek2_vs_LigandSeek1_ellipse_10660">
            <a:extLst>
              <a:ext uri="{FF2B5EF4-FFF2-40B4-BE49-F238E27FC236}">
                <a16:creationId xmlns:a16="http://schemas.microsoft.com/office/drawing/2014/main" id="{688BB706-F05F-42B2-82FF-D19EF505F3D5}"/>
              </a:ext>
            </a:extLst>
          </p:cNvPr>
          <p:cNvSpPr>
            <a:spLocks noGrp="1"/>
          </p:cNvSpPr>
          <p:nvPr/>
        </p:nvSpPr>
        <p:spPr>
          <a:xfrm>
            <a:off x="3639393" y="6388346"/>
            <a:ext cx="25400" cy="25400"/>
          </a:xfrm>
          <a:prstGeom prst="ellipse">
            <a:avLst/>
          </a:prstGeom>
          <a:solidFill>
            <a:srgbClr val="566AB4">
              <a:alpha val="43000"/>
            </a:srgbClr>
          </a:solidFill>
          <a:ln w="0">
            <a:noFill/>
            <a:prstDash val="solid"/>
          </a:ln>
        </p:spPr>
      </p:sp>
      <p:sp>
        <p:nvSpPr>
          <p:cNvPr id="5147" name="LigandSeek2_vs_LigandSeek1_ellipse_10661">
            <a:extLst>
              <a:ext uri="{FF2B5EF4-FFF2-40B4-BE49-F238E27FC236}">
                <a16:creationId xmlns:a16="http://schemas.microsoft.com/office/drawing/2014/main" id="{E4B81A34-1ADC-47DF-AC6A-31140FB2CE10}"/>
              </a:ext>
            </a:extLst>
          </p:cNvPr>
          <p:cNvSpPr>
            <a:spLocks noGrp="1"/>
          </p:cNvSpPr>
          <p:nvPr/>
        </p:nvSpPr>
        <p:spPr>
          <a:xfrm>
            <a:off x="3534428" y="5246195"/>
            <a:ext cx="25400" cy="25400"/>
          </a:xfrm>
          <a:prstGeom prst="ellipse">
            <a:avLst/>
          </a:prstGeom>
          <a:solidFill>
            <a:srgbClr val="566AB4">
              <a:alpha val="43000"/>
            </a:srgbClr>
          </a:solidFill>
          <a:ln w="0">
            <a:noFill/>
            <a:prstDash val="solid"/>
          </a:ln>
        </p:spPr>
      </p:sp>
      <p:sp>
        <p:nvSpPr>
          <p:cNvPr id="5148" name="LigandSeek2_vs_LigandSeek1_ellipse_10662">
            <a:extLst>
              <a:ext uri="{FF2B5EF4-FFF2-40B4-BE49-F238E27FC236}">
                <a16:creationId xmlns:a16="http://schemas.microsoft.com/office/drawing/2014/main" id="{04DEE6C5-2ADC-463F-951D-901733CF1407}"/>
              </a:ext>
            </a:extLst>
          </p:cNvPr>
          <p:cNvSpPr>
            <a:spLocks noGrp="1"/>
          </p:cNvSpPr>
          <p:nvPr/>
        </p:nvSpPr>
        <p:spPr>
          <a:xfrm>
            <a:off x="3630809" y="6388346"/>
            <a:ext cx="25400" cy="25400"/>
          </a:xfrm>
          <a:prstGeom prst="ellipse">
            <a:avLst/>
          </a:prstGeom>
          <a:solidFill>
            <a:srgbClr val="566AB4">
              <a:alpha val="43000"/>
            </a:srgbClr>
          </a:solidFill>
          <a:ln w="0">
            <a:noFill/>
            <a:prstDash val="solid"/>
          </a:ln>
        </p:spPr>
      </p:sp>
      <p:sp>
        <p:nvSpPr>
          <p:cNvPr id="5149" name="LigandSeek2_vs_LigandSeek1_ellipse_10663">
            <a:extLst>
              <a:ext uri="{FF2B5EF4-FFF2-40B4-BE49-F238E27FC236}">
                <a16:creationId xmlns:a16="http://schemas.microsoft.com/office/drawing/2014/main" id="{D9A5F05D-63BA-4F51-819C-1966BE49CD95}"/>
              </a:ext>
            </a:extLst>
          </p:cNvPr>
          <p:cNvSpPr>
            <a:spLocks noGrp="1"/>
          </p:cNvSpPr>
          <p:nvPr/>
        </p:nvSpPr>
        <p:spPr>
          <a:xfrm>
            <a:off x="3623674" y="6388346"/>
            <a:ext cx="25400" cy="25400"/>
          </a:xfrm>
          <a:prstGeom prst="ellipse">
            <a:avLst/>
          </a:prstGeom>
          <a:solidFill>
            <a:srgbClr val="566AB4">
              <a:alpha val="43000"/>
            </a:srgbClr>
          </a:solidFill>
          <a:ln w="0">
            <a:noFill/>
            <a:prstDash val="solid"/>
          </a:ln>
        </p:spPr>
      </p:sp>
      <p:sp>
        <p:nvSpPr>
          <p:cNvPr id="5150" name="LigandSeek2_vs_LigandSeek1_ellipse_10664">
            <a:extLst>
              <a:ext uri="{FF2B5EF4-FFF2-40B4-BE49-F238E27FC236}">
                <a16:creationId xmlns:a16="http://schemas.microsoft.com/office/drawing/2014/main" id="{0B190650-775D-4778-A0E4-A7712D15FB3F}"/>
              </a:ext>
            </a:extLst>
          </p:cNvPr>
          <p:cNvSpPr>
            <a:spLocks noGrp="1"/>
          </p:cNvSpPr>
          <p:nvPr/>
        </p:nvSpPr>
        <p:spPr>
          <a:xfrm>
            <a:off x="3657303" y="5817271"/>
            <a:ext cx="25400" cy="25400"/>
          </a:xfrm>
          <a:prstGeom prst="ellipse">
            <a:avLst/>
          </a:prstGeom>
          <a:solidFill>
            <a:srgbClr val="566AB4">
              <a:alpha val="43000"/>
            </a:srgbClr>
          </a:solidFill>
          <a:ln w="0">
            <a:noFill/>
            <a:prstDash val="solid"/>
          </a:ln>
        </p:spPr>
      </p:sp>
      <p:sp>
        <p:nvSpPr>
          <p:cNvPr id="5151" name="LigandSeek2_vs_LigandSeek1_ellipse_10665">
            <a:extLst>
              <a:ext uri="{FF2B5EF4-FFF2-40B4-BE49-F238E27FC236}">
                <a16:creationId xmlns:a16="http://schemas.microsoft.com/office/drawing/2014/main" id="{4723D540-B4A3-4F39-ACE6-90ABF9234DD9}"/>
              </a:ext>
            </a:extLst>
          </p:cNvPr>
          <p:cNvSpPr>
            <a:spLocks noGrp="1"/>
          </p:cNvSpPr>
          <p:nvPr/>
        </p:nvSpPr>
        <p:spPr>
          <a:xfrm>
            <a:off x="3607821" y="5246195"/>
            <a:ext cx="25400" cy="25400"/>
          </a:xfrm>
          <a:prstGeom prst="ellipse">
            <a:avLst/>
          </a:prstGeom>
          <a:solidFill>
            <a:srgbClr val="566AB4">
              <a:alpha val="43000"/>
            </a:srgbClr>
          </a:solidFill>
          <a:ln w="0">
            <a:noFill/>
            <a:prstDash val="solid"/>
          </a:ln>
        </p:spPr>
      </p:sp>
      <p:sp>
        <p:nvSpPr>
          <p:cNvPr id="5152" name="LigandSeek2_vs_LigandSeek1_ellipse_10666">
            <a:extLst>
              <a:ext uri="{FF2B5EF4-FFF2-40B4-BE49-F238E27FC236}">
                <a16:creationId xmlns:a16="http://schemas.microsoft.com/office/drawing/2014/main" id="{E6CD29A6-65D1-4581-AF1B-E30A5ECAAF73}"/>
              </a:ext>
            </a:extLst>
          </p:cNvPr>
          <p:cNvSpPr>
            <a:spLocks noGrp="1"/>
          </p:cNvSpPr>
          <p:nvPr/>
        </p:nvSpPr>
        <p:spPr>
          <a:xfrm>
            <a:off x="3555267" y="6388346"/>
            <a:ext cx="25400" cy="25400"/>
          </a:xfrm>
          <a:prstGeom prst="ellipse">
            <a:avLst/>
          </a:prstGeom>
          <a:solidFill>
            <a:srgbClr val="566AB4">
              <a:alpha val="43000"/>
            </a:srgbClr>
          </a:solidFill>
          <a:ln w="0">
            <a:noFill/>
            <a:prstDash val="solid"/>
          </a:ln>
        </p:spPr>
      </p:sp>
      <p:sp>
        <p:nvSpPr>
          <p:cNvPr id="5153" name="LigandSeek2_vs_LigandSeek1_ellipse_10667">
            <a:extLst>
              <a:ext uri="{FF2B5EF4-FFF2-40B4-BE49-F238E27FC236}">
                <a16:creationId xmlns:a16="http://schemas.microsoft.com/office/drawing/2014/main" id="{1455CF8C-1ADA-4F12-B050-236F648BEE08}"/>
              </a:ext>
            </a:extLst>
          </p:cNvPr>
          <p:cNvSpPr>
            <a:spLocks noGrp="1"/>
          </p:cNvSpPr>
          <p:nvPr/>
        </p:nvSpPr>
        <p:spPr>
          <a:xfrm>
            <a:off x="3678030" y="6007629"/>
            <a:ext cx="25400" cy="25400"/>
          </a:xfrm>
          <a:prstGeom prst="ellipse">
            <a:avLst/>
          </a:prstGeom>
          <a:solidFill>
            <a:srgbClr val="566AB4">
              <a:alpha val="43000"/>
            </a:srgbClr>
          </a:solidFill>
          <a:ln w="0">
            <a:noFill/>
            <a:prstDash val="solid"/>
          </a:ln>
        </p:spPr>
      </p:sp>
      <p:sp>
        <p:nvSpPr>
          <p:cNvPr id="5154" name="LigandSeek2_vs_LigandSeek1_ellipse_10668">
            <a:extLst>
              <a:ext uri="{FF2B5EF4-FFF2-40B4-BE49-F238E27FC236}">
                <a16:creationId xmlns:a16="http://schemas.microsoft.com/office/drawing/2014/main" id="{4C696374-84E9-4ED2-9223-8E2C837956DF}"/>
              </a:ext>
            </a:extLst>
          </p:cNvPr>
          <p:cNvSpPr>
            <a:spLocks noGrp="1"/>
          </p:cNvSpPr>
          <p:nvPr/>
        </p:nvSpPr>
        <p:spPr>
          <a:xfrm>
            <a:off x="3537909" y="5246195"/>
            <a:ext cx="25400" cy="25400"/>
          </a:xfrm>
          <a:prstGeom prst="ellipse">
            <a:avLst/>
          </a:prstGeom>
          <a:solidFill>
            <a:srgbClr val="566AB4">
              <a:alpha val="43000"/>
            </a:srgbClr>
          </a:solidFill>
          <a:ln w="0">
            <a:noFill/>
            <a:prstDash val="solid"/>
          </a:ln>
        </p:spPr>
      </p:sp>
      <p:sp>
        <p:nvSpPr>
          <p:cNvPr id="5155" name="LigandSeek2_vs_LigandSeek1_ellipse_10669">
            <a:extLst>
              <a:ext uri="{FF2B5EF4-FFF2-40B4-BE49-F238E27FC236}">
                <a16:creationId xmlns:a16="http://schemas.microsoft.com/office/drawing/2014/main" id="{5F9E3EF2-0788-4CDC-80AD-4DBAC771C8ED}"/>
              </a:ext>
            </a:extLst>
          </p:cNvPr>
          <p:cNvSpPr>
            <a:spLocks noGrp="1"/>
          </p:cNvSpPr>
          <p:nvPr/>
        </p:nvSpPr>
        <p:spPr>
          <a:xfrm>
            <a:off x="3657562" y="5817271"/>
            <a:ext cx="25400" cy="25400"/>
          </a:xfrm>
          <a:prstGeom prst="ellipse">
            <a:avLst/>
          </a:prstGeom>
          <a:solidFill>
            <a:srgbClr val="566AB4">
              <a:alpha val="43000"/>
            </a:srgbClr>
          </a:solidFill>
          <a:ln w="0">
            <a:noFill/>
            <a:prstDash val="solid"/>
          </a:ln>
        </p:spPr>
      </p:sp>
      <p:sp>
        <p:nvSpPr>
          <p:cNvPr id="5156" name="LigandSeek2_vs_LigandSeek1_ellipse_10670">
            <a:extLst>
              <a:ext uri="{FF2B5EF4-FFF2-40B4-BE49-F238E27FC236}">
                <a16:creationId xmlns:a16="http://schemas.microsoft.com/office/drawing/2014/main" id="{C441D169-9454-4EFF-8C10-379C7D733959}"/>
              </a:ext>
            </a:extLst>
          </p:cNvPr>
          <p:cNvSpPr>
            <a:spLocks noGrp="1"/>
          </p:cNvSpPr>
          <p:nvPr/>
        </p:nvSpPr>
        <p:spPr>
          <a:xfrm>
            <a:off x="3532656" y="5246195"/>
            <a:ext cx="25400" cy="25400"/>
          </a:xfrm>
          <a:prstGeom prst="ellipse">
            <a:avLst/>
          </a:prstGeom>
          <a:solidFill>
            <a:srgbClr val="566AB4">
              <a:alpha val="43000"/>
            </a:srgbClr>
          </a:solidFill>
          <a:ln w="0">
            <a:noFill/>
            <a:prstDash val="solid"/>
          </a:ln>
        </p:spPr>
      </p:sp>
      <p:sp>
        <p:nvSpPr>
          <p:cNvPr id="5157" name="LigandSeek2_vs_LigandSeek1_ellipse_10671">
            <a:extLst>
              <a:ext uri="{FF2B5EF4-FFF2-40B4-BE49-F238E27FC236}">
                <a16:creationId xmlns:a16="http://schemas.microsoft.com/office/drawing/2014/main" id="{4333A48C-4D94-4F07-A7A5-DAA7AE2CDC54}"/>
              </a:ext>
            </a:extLst>
          </p:cNvPr>
          <p:cNvSpPr>
            <a:spLocks noGrp="1"/>
          </p:cNvSpPr>
          <p:nvPr/>
        </p:nvSpPr>
        <p:spPr>
          <a:xfrm>
            <a:off x="3622713" y="6388346"/>
            <a:ext cx="25400" cy="25400"/>
          </a:xfrm>
          <a:prstGeom prst="ellipse">
            <a:avLst/>
          </a:prstGeom>
          <a:solidFill>
            <a:srgbClr val="566AB4">
              <a:alpha val="43000"/>
            </a:srgbClr>
          </a:solidFill>
          <a:ln w="0">
            <a:noFill/>
            <a:prstDash val="solid"/>
          </a:ln>
        </p:spPr>
      </p:sp>
      <p:sp>
        <p:nvSpPr>
          <p:cNvPr id="5158" name="LigandSeek2_vs_LigandSeek1_ellipse_10672">
            <a:extLst>
              <a:ext uri="{FF2B5EF4-FFF2-40B4-BE49-F238E27FC236}">
                <a16:creationId xmlns:a16="http://schemas.microsoft.com/office/drawing/2014/main" id="{AA3374A2-3D98-4458-891E-454379F44380}"/>
              </a:ext>
            </a:extLst>
          </p:cNvPr>
          <p:cNvSpPr>
            <a:spLocks noGrp="1"/>
          </p:cNvSpPr>
          <p:nvPr/>
        </p:nvSpPr>
        <p:spPr>
          <a:xfrm>
            <a:off x="3536539" y="5246195"/>
            <a:ext cx="25400" cy="25400"/>
          </a:xfrm>
          <a:prstGeom prst="ellipse">
            <a:avLst/>
          </a:prstGeom>
          <a:solidFill>
            <a:srgbClr val="566AB4">
              <a:alpha val="43000"/>
            </a:srgbClr>
          </a:solidFill>
          <a:ln w="0">
            <a:noFill/>
            <a:prstDash val="solid"/>
          </a:ln>
        </p:spPr>
      </p:sp>
      <p:sp>
        <p:nvSpPr>
          <p:cNvPr id="5159" name="LigandSeek2_vs_LigandSeek1_ellipse_10673">
            <a:extLst>
              <a:ext uri="{FF2B5EF4-FFF2-40B4-BE49-F238E27FC236}">
                <a16:creationId xmlns:a16="http://schemas.microsoft.com/office/drawing/2014/main" id="{8F4308EB-2574-4891-A046-8CD2A01373E8}"/>
              </a:ext>
            </a:extLst>
          </p:cNvPr>
          <p:cNvSpPr>
            <a:spLocks noGrp="1"/>
          </p:cNvSpPr>
          <p:nvPr/>
        </p:nvSpPr>
        <p:spPr>
          <a:xfrm>
            <a:off x="3658134" y="5735689"/>
            <a:ext cx="25400" cy="25400"/>
          </a:xfrm>
          <a:prstGeom prst="ellipse">
            <a:avLst/>
          </a:prstGeom>
          <a:solidFill>
            <a:srgbClr val="566AB4">
              <a:alpha val="43000"/>
            </a:srgbClr>
          </a:solidFill>
          <a:ln w="0">
            <a:noFill/>
            <a:prstDash val="solid"/>
          </a:ln>
        </p:spPr>
      </p:sp>
      <p:sp>
        <p:nvSpPr>
          <p:cNvPr id="5160" name="LigandSeek2_vs_LigandSeek1_ellipse_10674">
            <a:extLst>
              <a:ext uri="{FF2B5EF4-FFF2-40B4-BE49-F238E27FC236}">
                <a16:creationId xmlns:a16="http://schemas.microsoft.com/office/drawing/2014/main" id="{5F28F1DB-33AA-4C3D-AF72-737C77FC9288}"/>
              </a:ext>
            </a:extLst>
          </p:cNvPr>
          <p:cNvSpPr>
            <a:spLocks noGrp="1"/>
          </p:cNvSpPr>
          <p:nvPr/>
        </p:nvSpPr>
        <p:spPr>
          <a:xfrm>
            <a:off x="3666515" y="6388346"/>
            <a:ext cx="25400" cy="25400"/>
          </a:xfrm>
          <a:prstGeom prst="ellipse">
            <a:avLst/>
          </a:prstGeom>
          <a:solidFill>
            <a:srgbClr val="566AB4">
              <a:alpha val="43000"/>
            </a:srgbClr>
          </a:solidFill>
          <a:ln w="0">
            <a:noFill/>
            <a:prstDash val="solid"/>
          </a:ln>
        </p:spPr>
      </p:sp>
      <p:sp>
        <p:nvSpPr>
          <p:cNvPr id="5161" name="LigandSeek2_vs_LigandSeek1_ellipse_10675">
            <a:extLst>
              <a:ext uri="{FF2B5EF4-FFF2-40B4-BE49-F238E27FC236}">
                <a16:creationId xmlns:a16="http://schemas.microsoft.com/office/drawing/2014/main" id="{111CB4D8-02E5-4097-9620-CFA3E2AB1F81}"/>
              </a:ext>
            </a:extLst>
          </p:cNvPr>
          <p:cNvSpPr>
            <a:spLocks noGrp="1"/>
          </p:cNvSpPr>
          <p:nvPr/>
        </p:nvSpPr>
        <p:spPr>
          <a:xfrm>
            <a:off x="3633157" y="6388346"/>
            <a:ext cx="25400" cy="25400"/>
          </a:xfrm>
          <a:prstGeom prst="ellipse">
            <a:avLst/>
          </a:prstGeom>
          <a:solidFill>
            <a:srgbClr val="566AB4">
              <a:alpha val="43000"/>
            </a:srgbClr>
          </a:solidFill>
          <a:ln w="0">
            <a:noFill/>
            <a:prstDash val="solid"/>
          </a:ln>
        </p:spPr>
      </p:sp>
      <p:sp>
        <p:nvSpPr>
          <p:cNvPr id="5162" name="LigandSeek2_vs_LigandSeek1_ellipse_10676">
            <a:extLst>
              <a:ext uri="{FF2B5EF4-FFF2-40B4-BE49-F238E27FC236}">
                <a16:creationId xmlns:a16="http://schemas.microsoft.com/office/drawing/2014/main" id="{9D8DEA1F-A529-4070-BDD6-26ACC80FB3BF}"/>
              </a:ext>
            </a:extLst>
          </p:cNvPr>
          <p:cNvSpPr>
            <a:spLocks noGrp="1"/>
          </p:cNvSpPr>
          <p:nvPr/>
        </p:nvSpPr>
        <p:spPr>
          <a:xfrm>
            <a:off x="3571179" y="6388346"/>
            <a:ext cx="25400" cy="25400"/>
          </a:xfrm>
          <a:prstGeom prst="ellipse">
            <a:avLst/>
          </a:prstGeom>
          <a:solidFill>
            <a:srgbClr val="566AB4">
              <a:alpha val="43000"/>
            </a:srgbClr>
          </a:solidFill>
          <a:ln w="0">
            <a:noFill/>
            <a:prstDash val="solid"/>
          </a:ln>
        </p:spPr>
      </p:sp>
      <p:sp>
        <p:nvSpPr>
          <p:cNvPr id="5163" name="LigandSeek2_vs_LigandSeek1_ellipse_10677">
            <a:extLst>
              <a:ext uri="{FF2B5EF4-FFF2-40B4-BE49-F238E27FC236}">
                <a16:creationId xmlns:a16="http://schemas.microsoft.com/office/drawing/2014/main" id="{BCAA36C2-4C78-440A-93C8-38EAA42D6CE8}"/>
              </a:ext>
            </a:extLst>
          </p:cNvPr>
          <p:cNvSpPr>
            <a:spLocks noGrp="1"/>
          </p:cNvSpPr>
          <p:nvPr/>
        </p:nvSpPr>
        <p:spPr>
          <a:xfrm>
            <a:off x="3684666" y="6388346"/>
            <a:ext cx="25400" cy="25400"/>
          </a:xfrm>
          <a:prstGeom prst="ellipse">
            <a:avLst/>
          </a:prstGeom>
          <a:solidFill>
            <a:srgbClr val="566AB4">
              <a:alpha val="43000"/>
            </a:srgbClr>
          </a:solidFill>
          <a:ln w="0">
            <a:noFill/>
            <a:prstDash val="solid"/>
          </a:ln>
        </p:spPr>
      </p:sp>
      <p:sp>
        <p:nvSpPr>
          <p:cNvPr id="5164" name="LigandSeek2_vs_LigandSeek1_ellipse_10678">
            <a:extLst>
              <a:ext uri="{FF2B5EF4-FFF2-40B4-BE49-F238E27FC236}">
                <a16:creationId xmlns:a16="http://schemas.microsoft.com/office/drawing/2014/main" id="{C665D138-FFAC-4F25-BFC9-836BFA0507DA}"/>
              </a:ext>
            </a:extLst>
          </p:cNvPr>
          <p:cNvSpPr>
            <a:spLocks noGrp="1"/>
          </p:cNvSpPr>
          <p:nvPr/>
        </p:nvSpPr>
        <p:spPr>
          <a:xfrm>
            <a:off x="3652993" y="5322339"/>
            <a:ext cx="25400" cy="25400"/>
          </a:xfrm>
          <a:prstGeom prst="ellipse">
            <a:avLst/>
          </a:prstGeom>
          <a:solidFill>
            <a:srgbClr val="566AB4">
              <a:alpha val="43000"/>
            </a:srgbClr>
          </a:solidFill>
          <a:ln w="0">
            <a:noFill/>
            <a:prstDash val="solid"/>
          </a:ln>
        </p:spPr>
      </p:sp>
      <p:sp>
        <p:nvSpPr>
          <p:cNvPr id="5165" name="LigandSeek2_vs_LigandSeek1_ellipse_10679">
            <a:extLst>
              <a:ext uri="{FF2B5EF4-FFF2-40B4-BE49-F238E27FC236}">
                <a16:creationId xmlns:a16="http://schemas.microsoft.com/office/drawing/2014/main" id="{0365F7C7-38AA-4330-984E-1170CBF32520}"/>
              </a:ext>
            </a:extLst>
          </p:cNvPr>
          <p:cNvSpPr>
            <a:spLocks noGrp="1"/>
          </p:cNvSpPr>
          <p:nvPr/>
        </p:nvSpPr>
        <p:spPr>
          <a:xfrm>
            <a:off x="3607422" y="5817271"/>
            <a:ext cx="25400" cy="25400"/>
          </a:xfrm>
          <a:prstGeom prst="ellipse">
            <a:avLst/>
          </a:prstGeom>
          <a:solidFill>
            <a:srgbClr val="566AB4">
              <a:alpha val="43000"/>
            </a:srgbClr>
          </a:solidFill>
          <a:ln w="0">
            <a:noFill/>
            <a:prstDash val="solid"/>
          </a:ln>
        </p:spPr>
      </p:sp>
      <p:sp>
        <p:nvSpPr>
          <p:cNvPr id="5166" name="LigandSeek2_vs_LigandSeek1_ellipse_10680">
            <a:extLst>
              <a:ext uri="{FF2B5EF4-FFF2-40B4-BE49-F238E27FC236}">
                <a16:creationId xmlns:a16="http://schemas.microsoft.com/office/drawing/2014/main" id="{FCCB0807-FD2C-4BED-A182-C1B06E404B50}"/>
              </a:ext>
            </a:extLst>
          </p:cNvPr>
          <p:cNvSpPr>
            <a:spLocks noGrp="1"/>
          </p:cNvSpPr>
          <p:nvPr/>
        </p:nvSpPr>
        <p:spPr>
          <a:xfrm>
            <a:off x="3684596" y="5246195"/>
            <a:ext cx="25400" cy="25400"/>
          </a:xfrm>
          <a:prstGeom prst="ellipse">
            <a:avLst/>
          </a:prstGeom>
          <a:solidFill>
            <a:srgbClr val="566AB4">
              <a:alpha val="43000"/>
            </a:srgbClr>
          </a:solidFill>
          <a:ln w="0">
            <a:noFill/>
            <a:prstDash val="solid"/>
          </a:ln>
        </p:spPr>
      </p:sp>
      <p:sp>
        <p:nvSpPr>
          <p:cNvPr id="5167" name="LigandSeek2_vs_LigandSeek1_ellipse_10681">
            <a:extLst>
              <a:ext uri="{FF2B5EF4-FFF2-40B4-BE49-F238E27FC236}">
                <a16:creationId xmlns:a16="http://schemas.microsoft.com/office/drawing/2014/main" id="{770FA736-74F0-462E-BA15-1B99EE3281CA}"/>
              </a:ext>
            </a:extLst>
          </p:cNvPr>
          <p:cNvSpPr>
            <a:spLocks noGrp="1"/>
          </p:cNvSpPr>
          <p:nvPr/>
        </p:nvSpPr>
        <p:spPr>
          <a:xfrm>
            <a:off x="3619077" y="6261441"/>
            <a:ext cx="25400" cy="25400"/>
          </a:xfrm>
          <a:prstGeom prst="ellipse">
            <a:avLst/>
          </a:prstGeom>
          <a:solidFill>
            <a:srgbClr val="566AB4">
              <a:alpha val="43000"/>
            </a:srgbClr>
          </a:solidFill>
          <a:ln w="0">
            <a:noFill/>
            <a:prstDash val="solid"/>
          </a:ln>
        </p:spPr>
      </p:sp>
      <p:sp>
        <p:nvSpPr>
          <p:cNvPr id="5168" name="LigandSeek2_vs_LigandSeek1_ellipse_10682">
            <a:extLst>
              <a:ext uri="{FF2B5EF4-FFF2-40B4-BE49-F238E27FC236}">
                <a16:creationId xmlns:a16="http://schemas.microsoft.com/office/drawing/2014/main" id="{483EE536-AE45-42C9-B648-6708DF826DE0}"/>
              </a:ext>
            </a:extLst>
          </p:cNvPr>
          <p:cNvSpPr>
            <a:spLocks noGrp="1"/>
          </p:cNvSpPr>
          <p:nvPr/>
        </p:nvSpPr>
        <p:spPr>
          <a:xfrm>
            <a:off x="3591194" y="5246195"/>
            <a:ext cx="25400" cy="25400"/>
          </a:xfrm>
          <a:prstGeom prst="ellipse">
            <a:avLst/>
          </a:prstGeom>
          <a:solidFill>
            <a:srgbClr val="566AB4">
              <a:alpha val="43000"/>
            </a:srgbClr>
          </a:solidFill>
          <a:ln w="0">
            <a:noFill/>
            <a:prstDash val="solid"/>
          </a:ln>
        </p:spPr>
      </p:sp>
      <p:sp>
        <p:nvSpPr>
          <p:cNvPr id="5169" name="LigandSeek2_vs_LigandSeek1_ellipse_10683">
            <a:extLst>
              <a:ext uri="{FF2B5EF4-FFF2-40B4-BE49-F238E27FC236}">
                <a16:creationId xmlns:a16="http://schemas.microsoft.com/office/drawing/2014/main" id="{51279DF1-4CE9-46FC-95D4-0841BF3C9E7A}"/>
              </a:ext>
            </a:extLst>
          </p:cNvPr>
          <p:cNvSpPr>
            <a:spLocks noGrp="1"/>
          </p:cNvSpPr>
          <p:nvPr/>
        </p:nvSpPr>
        <p:spPr>
          <a:xfrm>
            <a:off x="3623571" y="5817271"/>
            <a:ext cx="25400" cy="25400"/>
          </a:xfrm>
          <a:prstGeom prst="ellipse">
            <a:avLst/>
          </a:prstGeom>
          <a:solidFill>
            <a:srgbClr val="566AB4">
              <a:alpha val="43000"/>
            </a:srgbClr>
          </a:solidFill>
          <a:ln w="0">
            <a:noFill/>
            <a:prstDash val="solid"/>
          </a:ln>
        </p:spPr>
      </p:sp>
      <p:sp>
        <p:nvSpPr>
          <p:cNvPr id="5170" name="LigandSeek2_vs_LigandSeek1_ellipse_10684">
            <a:extLst>
              <a:ext uri="{FF2B5EF4-FFF2-40B4-BE49-F238E27FC236}">
                <a16:creationId xmlns:a16="http://schemas.microsoft.com/office/drawing/2014/main" id="{9F371637-BA5D-4944-A2E8-DA401D4D0197}"/>
              </a:ext>
            </a:extLst>
          </p:cNvPr>
          <p:cNvSpPr>
            <a:spLocks noGrp="1"/>
          </p:cNvSpPr>
          <p:nvPr/>
        </p:nvSpPr>
        <p:spPr>
          <a:xfrm>
            <a:off x="3548835" y="5246195"/>
            <a:ext cx="25400" cy="25400"/>
          </a:xfrm>
          <a:prstGeom prst="ellipse">
            <a:avLst/>
          </a:prstGeom>
          <a:solidFill>
            <a:srgbClr val="566AB4">
              <a:alpha val="43000"/>
            </a:srgbClr>
          </a:solidFill>
          <a:ln w="0">
            <a:noFill/>
            <a:prstDash val="solid"/>
          </a:ln>
        </p:spPr>
      </p:sp>
      <p:sp>
        <p:nvSpPr>
          <p:cNvPr id="5171" name="LigandSeek2_vs_LigandSeek1_ellipse_10685">
            <a:extLst>
              <a:ext uri="{FF2B5EF4-FFF2-40B4-BE49-F238E27FC236}">
                <a16:creationId xmlns:a16="http://schemas.microsoft.com/office/drawing/2014/main" id="{AD03F058-311E-44DE-9988-1B48A2E7F914}"/>
              </a:ext>
            </a:extLst>
          </p:cNvPr>
          <p:cNvSpPr>
            <a:spLocks noGrp="1"/>
          </p:cNvSpPr>
          <p:nvPr/>
        </p:nvSpPr>
        <p:spPr>
          <a:xfrm>
            <a:off x="3569612" y="5246195"/>
            <a:ext cx="25400" cy="25400"/>
          </a:xfrm>
          <a:prstGeom prst="ellipse">
            <a:avLst/>
          </a:prstGeom>
          <a:solidFill>
            <a:srgbClr val="566AB4">
              <a:alpha val="43000"/>
            </a:srgbClr>
          </a:solidFill>
          <a:ln w="0">
            <a:noFill/>
            <a:prstDash val="solid"/>
          </a:ln>
        </p:spPr>
      </p:sp>
      <p:sp>
        <p:nvSpPr>
          <p:cNvPr id="5172" name="LigandSeek2_vs_LigandSeek1_ellipse_10686">
            <a:extLst>
              <a:ext uri="{FF2B5EF4-FFF2-40B4-BE49-F238E27FC236}">
                <a16:creationId xmlns:a16="http://schemas.microsoft.com/office/drawing/2014/main" id="{DA60D232-C2FE-4AEE-994E-32E97EA68691}"/>
              </a:ext>
            </a:extLst>
          </p:cNvPr>
          <p:cNvSpPr>
            <a:spLocks noGrp="1"/>
          </p:cNvSpPr>
          <p:nvPr/>
        </p:nvSpPr>
        <p:spPr>
          <a:xfrm>
            <a:off x="3684768" y="6388346"/>
            <a:ext cx="25400" cy="25400"/>
          </a:xfrm>
          <a:prstGeom prst="ellipse">
            <a:avLst/>
          </a:prstGeom>
          <a:solidFill>
            <a:srgbClr val="566AB4">
              <a:alpha val="43000"/>
            </a:srgbClr>
          </a:solidFill>
          <a:ln w="0">
            <a:noFill/>
            <a:prstDash val="solid"/>
          </a:ln>
        </p:spPr>
      </p:sp>
      <p:sp>
        <p:nvSpPr>
          <p:cNvPr id="5173" name="LigandSeek2_vs_LigandSeek1_ellipse_10687">
            <a:extLst>
              <a:ext uri="{FF2B5EF4-FFF2-40B4-BE49-F238E27FC236}">
                <a16:creationId xmlns:a16="http://schemas.microsoft.com/office/drawing/2014/main" id="{FC193211-6ADC-401B-A0CB-4726CC244A05}"/>
              </a:ext>
            </a:extLst>
          </p:cNvPr>
          <p:cNvSpPr>
            <a:spLocks noGrp="1"/>
          </p:cNvSpPr>
          <p:nvPr/>
        </p:nvSpPr>
        <p:spPr>
          <a:xfrm>
            <a:off x="3567652" y="5246195"/>
            <a:ext cx="25400" cy="25400"/>
          </a:xfrm>
          <a:prstGeom prst="ellipse">
            <a:avLst/>
          </a:prstGeom>
          <a:solidFill>
            <a:srgbClr val="566AB4">
              <a:alpha val="43000"/>
            </a:srgbClr>
          </a:solidFill>
          <a:ln w="0">
            <a:noFill/>
            <a:prstDash val="solid"/>
          </a:ln>
        </p:spPr>
      </p:sp>
      <p:sp>
        <p:nvSpPr>
          <p:cNvPr id="5174" name="LigandSeek2_vs_LigandSeek1_ellipse_10688">
            <a:extLst>
              <a:ext uri="{FF2B5EF4-FFF2-40B4-BE49-F238E27FC236}">
                <a16:creationId xmlns:a16="http://schemas.microsoft.com/office/drawing/2014/main" id="{64D0D4AF-A8F8-4BF0-BB0F-E92EEA5F8615}"/>
              </a:ext>
            </a:extLst>
          </p:cNvPr>
          <p:cNvSpPr>
            <a:spLocks noGrp="1"/>
          </p:cNvSpPr>
          <p:nvPr/>
        </p:nvSpPr>
        <p:spPr>
          <a:xfrm>
            <a:off x="3612127" y="5531733"/>
            <a:ext cx="25400" cy="25400"/>
          </a:xfrm>
          <a:prstGeom prst="ellipse">
            <a:avLst/>
          </a:prstGeom>
          <a:solidFill>
            <a:srgbClr val="566AB4">
              <a:alpha val="43000"/>
            </a:srgbClr>
          </a:solidFill>
          <a:ln w="0">
            <a:noFill/>
            <a:prstDash val="solid"/>
          </a:ln>
        </p:spPr>
      </p:sp>
      <p:sp>
        <p:nvSpPr>
          <p:cNvPr id="5175" name="LigandSeek2_vs_LigandSeek1_ellipse_10689">
            <a:extLst>
              <a:ext uri="{FF2B5EF4-FFF2-40B4-BE49-F238E27FC236}">
                <a16:creationId xmlns:a16="http://schemas.microsoft.com/office/drawing/2014/main" id="{A46EDF11-BA18-48A0-8C2F-D88F956AFF2A}"/>
              </a:ext>
            </a:extLst>
          </p:cNvPr>
          <p:cNvSpPr>
            <a:spLocks noGrp="1"/>
          </p:cNvSpPr>
          <p:nvPr/>
        </p:nvSpPr>
        <p:spPr>
          <a:xfrm>
            <a:off x="3647484" y="5817271"/>
            <a:ext cx="25400" cy="25400"/>
          </a:xfrm>
          <a:prstGeom prst="ellipse">
            <a:avLst/>
          </a:prstGeom>
          <a:solidFill>
            <a:srgbClr val="566AB4">
              <a:alpha val="43000"/>
            </a:srgbClr>
          </a:solidFill>
          <a:ln w="0">
            <a:noFill/>
            <a:prstDash val="solid"/>
          </a:ln>
        </p:spPr>
      </p:sp>
      <p:sp>
        <p:nvSpPr>
          <p:cNvPr id="5176" name="LigandSeek2_vs_LigandSeek1_ellipse_10690">
            <a:extLst>
              <a:ext uri="{FF2B5EF4-FFF2-40B4-BE49-F238E27FC236}">
                <a16:creationId xmlns:a16="http://schemas.microsoft.com/office/drawing/2014/main" id="{4A592833-8DC3-4F57-8872-78C277C661D2}"/>
              </a:ext>
            </a:extLst>
          </p:cNvPr>
          <p:cNvSpPr>
            <a:spLocks noGrp="1"/>
          </p:cNvSpPr>
          <p:nvPr/>
        </p:nvSpPr>
        <p:spPr>
          <a:xfrm>
            <a:off x="3593425" y="5817271"/>
            <a:ext cx="25400" cy="25400"/>
          </a:xfrm>
          <a:prstGeom prst="ellipse">
            <a:avLst/>
          </a:prstGeom>
          <a:solidFill>
            <a:srgbClr val="566AB4">
              <a:alpha val="43000"/>
            </a:srgbClr>
          </a:solidFill>
          <a:ln w="0">
            <a:noFill/>
            <a:prstDash val="solid"/>
          </a:ln>
        </p:spPr>
      </p:sp>
      <p:sp>
        <p:nvSpPr>
          <p:cNvPr id="5177" name="LigandSeek2_vs_LigandSeek1_ellipse_10691">
            <a:extLst>
              <a:ext uri="{FF2B5EF4-FFF2-40B4-BE49-F238E27FC236}">
                <a16:creationId xmlns:a16="http://schemas.microsoft.com/office/drawing/2014/main" id="{D3AF9943-7659-4A96-937E-BC6FDA0CD1C9}"/>
              </a:ext>
            </a:extLst>
          </p:cNvPr>
          <p:cNvSpPr>
            <a:spLocks noGrp="1"/>
          </p:cNvSpPr>
          <p:nvPr/>
        </p:nvSpPr>
        <p:spPr>
          <a:xfrm>
            <a:off x="3615795" y="6102808"/>
            <a:ext cx="25400" cy="25400"/>
          </a:xfrm>
          <a:prstGeom prst="ellipse">
            <a:avLst/>
          </a:prstGeom>
          <a:solidFill>
            <a:srgbClr val="566AB4">
              <a:alpha val="43000"/>
            </a:srgbClr>
          </a:solidFill>
          <a:ln w="0">
            <a:noFill/>
            <a:prstDash val="solid"/>
          </a:ln>
        </p:spPr>
      </p:sp>
      <p:sp>
        <p:nvSpPr>
          <p:cNvPr id="5178" name="LigandSeek2_vs_LigandSeek1_ellipse_10692">
            <a:extLst>
              <a:ext uri="{FF2B5EF4-FFF2-40B4-BE49-F238E27FC236}">
                <a16:creationId xmlns:a16="http://schemas.microsoft.com/office/drawing/2014/main" id="{71DA808B-5A29-4D83-93CE-9BD1F6D63D9E}"/>
              </a:ext>
            </a:extLst>
          </p:cNvPr>
          <p:cNvSpPr>
            <a:spLocks noGrp="1"/>
          </p:cNvSpPr>
          <p:nvPr/>
        </p:nvSpPr>
        <p:spPr>
          <a:xfrm>
            <a:off x="3630165" y="6388346"/>
            <a:ext cx="25400" cy="25400"/>
          </a:xfrm>
          <a:prstGeom prst="ellipse">
            <a:avLst/>
          </a:prstGeom>
          <a:solidFill>
            <a:srgbClr val="566AB4">
              <a:alpha val="43000"/>
            </a:srgbClr>
          </a:solidFill>
          <a:ln w="0">
            <a:noFill/>
            <a:prstDash val="solid"/>
          </a:ln>
        </p:spPr>
      </p:sp>
      <p:sp>
        <p:nvSpPr>
          <p:cNvPr id="5179" name="LigandSeek2_vs_LigandSeek1_ellipse_10693">
            <a:extLst>
              <a:ext uri="{FF2B5EF4-FFF2-40B4-BE49-F238E27FC236}">
                <a16:creationId xmlns:a16="http://schemas.microsoft.com/office/drawing/2014/main" id="{22CB3EAE-E9AB-4B49-A1C8-41FB51A7E46C}"/>
              </a:ext>
            </a:extLst>
          </p:cNvPr>
          <p:cNvSpPr>
            <a:spLocks noGrp="1"/>
          </p:cNvSpPr>
          <p:nvPr/>
        </p:nvSpPr>
        <p:spPr>
          <a:xfrm>
            <a:off x="3948027" y="5246195"/>
            <a:ext cx="25400" cy="25400"/>
          </a:xfrm>
          <a:prstGeom prst="ellipse">
            <a:avLst/>
          </a:prstGeom>
          <a:solidFill>
            <a:srgbClr val="B08A60">
              <a:alpha val="43000"/>
            </a:srgbClr>
          </a:solidFill>
          <a:ln w="0">
            <a:noFill/>
            <a:prstDash val="solid"/>
          </a:ln>
        </p:spPr>
      </p:sp>
      <p:sp>
        <p:nvSpPr>
          <p:cNvPr id="5180" name="LigandSeek2_vs_LigandSeek1_ellipse_10694">
            <a:extLst>
              <a:ext uri="{FF2B5EF4-FFF2-40B4-BE49-F238E27FC236}">
                <a16:creationId xmlns:a16="http://schemas.microsoft.com/office/drawing/2014/main" id="{B13EAB28-3BF9-4A1D-8F1B-4D487325A90F}"/>
              </a:ext>
            </a:extLst>
          </p:cNvPr>
          <p:cNvSpPr>
            <a:spLocks noGrp="1"/>
          </p:cNvSpPr>
          <p:nvPr/>
        </p:nvSpPr>
        <p:spPr>
          <a:xfrm>
            <a:off x="3959571" y="5421911"/>
            <a:ext cx="25400" cy="25400"/>
          </a:xfrm>
          <a:prstGeom prst="ellipse">
            <a:avLst/>
          </a:prstGeom>
          <a:solidFill>
            <a:srgbClr val="B08A60">
              <a:alpha val="43000"/>
            </a:srgbClr>
          </a:solidFill>
          <a:ln w="0">
            <a:noFill/>
            <a:prstDash val="solid"/>
          </a:ln>
        </p:spPr>
      </p:sp>
      <p:sp>
        <p:nvSpPr>
          <p:cNvPr id="5181" name="LigandSeek2_vs_LigandSeek1_ellipse_10695">
            <a:extLst>
              <a:ext uri="{FF2B5EF4-FFF2-40B4-BE49-F238E27FC236}">
                <a16:creationId xmlns:a16="http://schemas.microsoft.com/office/drawing/2014/main" id="{642024EC-DEE1-4157-B9E8-CADC917CB5E4}"/>
              </a:ext>
            </a:extLst>
          </p:cNvPr>
          <p:cNvSpPr>
            <a:spLocks noGrp="1"/>
          </p:cNvSpPr>
          <p:nvPr/>
        </p:nvSpPr>
        <p:spPr>
          <a:xfrm>
            <a:off x="3926371" y="5246195"/>
            <a:ext cx="25400" cy="25400"/>
          </a:xfrm>
          <a:prstGeom prst="ellipse">
            <a:avLst/>
          </a:prstGeom>
          <a:solidFill>
            <a:srgbClr val="B08A60">
              <a:alpha val="43000"/>
            </a:srgbClr>
          </a:solidFill>
          <a:ln w="0">
            <a:noFill/>
            <a:prstDash val="solid"/>
          </a:ln>
        </p:spPr>
      </p:sp>
      <p:sp>
        <p:nvSpPr>
          <p:cNvPr id="5182" name="LigandSeek2_vs_LigandSeek1_ellipse_10696">
            <a:extLst>
              <a:ext uri="{FF2B5EF4-FFF2-40B4-BE49-F238E27FC236}">
                <a16:creationId xmlns:a16="http://schemas.microsoft.com/office/drawing/2014/main" id="{33BA7592-D583-4527-9732-59067359C752}"/>
              </a:ext>
            </a:extLst>
          </p:cNvPr>
          <p:cNvSpPr>
            <a:spLocks noGrp="1"/>
          </p:cNvSpPr>
          <p:nvPr/>
        </p:nvSpPr>
        <p:spPr>
          <a:xfrm>
            <a:off x="3924559" y="5246195"/>
            <a:ext cx="25400" cy="25400"/>
          </a:xfrm>
          <a:prstGeom prst="ellipse">
            <a:avLst/>
          </a:prstGeom>
          <a:solidFill>
            <a:srgbClr val="B08A60">
              <a:alpha val="43000"/>
            </a:srgbClr>
          </a:solidFill>
          <a:ln w="0">
            <a:noFill/>
            <a:prstDash val="solid"/>
          </a:ln>
        </p:spPr>
      </p:sp>
      <p:sp>
        <p:nvSpPr>
          <p:cNvPr id="5183" name="LigandSeek2_vs_LigandSeek1_ellipse_10697">
            <a:extLst>
              <a:ext uri="{FF2B5EF4-FFF2-40B4-BE49-F238E27FC236}">
                <a16:creationId xmlns:a16="http://schemas.microsoft.com/office/drawing/2014/main" id="{15E31578-9999-4C62-A3F5-1BFB32103872}"/>
              </a:ext>
            </a:extLst>
          </p:cNvPr>
          <p:cNvSpPr>
            <a:spLocks noGrp="1"/>
          </p:cNvSpPr>
          <p:nvPr/>
        </p:nvSpPr>
        <p:spPr>
          <a:xfrm>
            <a:off x="3925412" y="5246195"/>
            <a:ext cx="25400" cy="25400"/>
          </a:xfrm>
          <a:prstGeom prst="ellipse">
            <a:avLst/>
          </a:prstGeom>
          <a:solidFill>
            <a:srgbClr val="B08A60">
              <a:alpha val="43000"/>
            </a:srgbClr>
          </a:solidFill>
          <a:ln w="0">
            <a:noFill/>
            <a:prstDash val="solid"/>
          </a:ln>
        </p:spPr>
      </p:sp>
      <p:sp>
        <p:nvSpPr>
          <p:cNvPr id="5184" name="LigandSeek2_vs_LigandSeek1_ellipse_10698">
            <a:extLst>
              <a:ext uri="{FF2B5EF4-FFF2-40B4-BE49-F238E27FC236}">
                <a16:creationId xmlns:a16="http://schemas.microsoft.com/office/drawing/2014/main" id="{0CA0BEF5-3C1C-4789-BD1D-048090B7A088}"/>
              </a:ext>
            </a:extLst>
          </p:cNvPr>
          <p:cNvSpPr>
            <a:spLocks noGrp="1"/>
          </p:cNvSpPr>
          <p:nvPr/>
        </p:nvSpPr>
        <p:spPr>
          <a:xfrm>
            <a:off x="3986989" y="5394252"/>
            <a:ext cx="25400" cy="25400"/>
          </a:xfrm>
          <a:prstGeom prst="ellipse">
            <a:avLst/>
          </a:prstGeom>
          <a:solidFill>
            <a:srgbClr val="B08A60">
              <a:alpha val="43000"/>
            </a:srgbClr>
          </a:solidFill>
          <a:ln w="0">
            <a:noFill/>
            <a:prstDash val="solid"/>
          </a:ln>
        </p:spPr>
      </p:sp>
      <p:sp>
        <p:nvSpPr>
          <p:cNvPr id="5185" name="LigandSeek2_vs_LigandSeek1_ellipse_10699">
            <a:extLst>
              <a:ext uri="{FF2B5EF4-FFF2-40B4-BE49-F238E27FC236}">
                <a16:creationId xmlns:a16="http://schemas.microsoft.com/office/drawing/2014/main" id="{36E3C4AD-CA16-478C-9E86-66C610D2013A}"/>
              </a:ext>
            </a:extLst>
          </p:cNvPr>
          <p:cNvSpPr>
            <a:spLocks noGrp="1"/>
          </p:cNvSpPr>
          <p:nvPr/>
        </p:nvSpPr>
        <p:spPr>
          <a:xfrm>
            <a:off x="3940711" y="5861200"/>
            <a:ext cx="25400" cy="25400"/>
          </a:xfrm>
          <a:prstGeom prst="ellipse">
            <a:avLst/>
          </a:prstGeom>
          <a:solidFill>
            <a:srgbClr val="B08A60">
              <a:alpha val="43000"/>
            </a:srgbClr>
          </a:solidFill>
          <a:ln w="0">
            <a:noFill/>
            <a:prstDash val="solid"/>
          </a:ln>
        </p:spPr>
      </p:sp>
      <p:sp>
        <p:nvSpPr>
          <p:cNvPr id="5186" name="LigandSeek2_vs_LigandSeek1_ellipse_10700">
            <a:extLst>
              <a:ext uri="{FF2B5EF4-FFF2-40B4-BE49-F238E27FC236}">
                <a16:creationId xmlns:a16="http://schemas.microsoft.com/office/drawing/2014/main" id="{213E39D0-11CC-4D3F-A5C3-DB564FD42331}"/>
              </a:ext>
            </a:extLst>
          </p:cNvPr>
          <p:cNvSpPr>
            <a:spLocks noGrp="1"/>
          </p:cNvSpPr>
          <p:nvPr/>
        </p:nvSpPr>
        <p:spPr>
          <a:xfrm>
            <a:off x="3954488" y="5980435"/>
            <a:ext cx="25400" cy="25400"/>
          </a:xfrm>
          <a:prstGeom prst="ellipse">
            <a:avLst/>
          </a:prstGeom>
          <a:solidFill>
            <a:srgbClr val="B08A60">
              <a:alpha val="43000"/>
            </a:srgbClr>
          </a:solidFill>
          <a:ln w="0">
            <a:noFill/>
            <a:prstDash val="solid"/>
          </a:ln>
        </p:spPr>
      </p:sp>
      <p:sp>
        <p:nvSpPr>
          <p:cNvPr id="5187" name="LigandSeek2_vs_LigandSeek1_ellipse_10701">
            <a:extLst>
              <a:ext uri="{FF2B5EF4-FFF2-40B4-BE49-F238E27FC236}">
                <a16:creationId xmlns:a16="http://schemas.microsoft.com/office/drawing/2014/main" id="{7AD68D66-4F8C-47AA-8121-F943F2232D8A}"/>
              </a:ext>
            </a:extLst>
          </p:cNvPr>
          <p:cNvSpPr>
            <a:spLocks noGrp="1"/>
          </p:cNvSpPr>
          <p:nvPr/>
        </p:nvSpPr>
        <p:spPr>
          <a:xfrm>
            <a:off x="3875126" y="5931486"/>
            <a:ext cx="25400" cy="25400"/>
          </a:xfrm>
          <a:prstGeom prst="ellipse">
            <a:avLst/>
          </a:prstGeom>
          <a:solidFill>
            <a:srgbClr val="B08A60">
              <a:alpha val="43000"/>
            </a:srgbClr>
          </a:solidFill>
          <a:ln w="0">
            <a:noFill/>
            <a:prstDash val="solid"/>
          </a:ln>
        </p:spPr>
      </p:sp>
      <p:sp>
        <p:nvSpPr>
          <p:cNvPr id="5188" name="LigandSeek2_vs_LigandSeek1_ellipse_10702">
            <a:extLst>
              <a:ext uri="{FF2B5EF4-FFF2-40B4-BE49-F238E27FC236}">
                <a16:creationId xmlns:a16="http://schemas.microsoft.com/office/drawing/2014/main" id="{1C275576-0B6D-48A1-A1D8-2194C8BF944D}"/>
              </a:ext>
            </a:extLst>
          </p:cNvPr>
          <p:cNvSpPr>
            <a:spLocks noGrp="1"/>
          </p:cNvSpPr>
          <p:nvPr/>
        </p:nvSpPr>
        <p:spPr>
          <a:xfrm>
            <a:off x="4017654" y="5931486"/>
            <a:ext cx="25400" cy="25400"/>
          </a:xfrm>
          <a:prstGeom prst="ellipse">
            <a:avLst/>
          </a:prstGeom>
          <a:solidFill>
            <a:srgbClr val="B08A60">
              <a:alpha val="43000"/>
            </a:srgbClr>
          </a:solidFill>
          <a:ln w="0">
            <a:noFill/>
            <a:prstDash val="solid"/>
          </a:ln>
        </p:spPr>
      </p:sp>
      <p:sp>
        <p:nvSpPr>
          <p:cNvPr id="5189" name="LigandSeek2_vs_LigandSeek1_ellipse_10703">
            <a:extLst>
              <a:ext uri="{FF2B5EF4-FFF2-40B4-BE49-F238E27FC236}">
                <a16:creationId xmlns:a16="http://schemas.microsoft.com/office/drawing/2014/main" id="{AC0A40B6-3168-442D-9428-70D46654C454}"/>
              </a:ext>
            </a:extLst>
          </p:cNvPr>
          <p:cNvSpPr>
            <a:spLocks noGrp="1"/>
          </p:cNvSpPr>
          <p:nvPr/>
        </p:nvSpPr>
        <p:spPr>
          <a:xfrm>
            <a:off x="3997267" y="5817271"/>
            <a:ext cx="25400" cy="25400"/>
          </a:xfrm>
          <a:prstGeom prst="ellipse">
            <a:avLst/>
          </a:prstGeom>
          <a:solidFill>
            <a:srgbClr val="B08A60">
              <a:alpha val="43000"/>
            </a:srgbClr>
          </a:solidFill>
          <a:ln w="0">
            <a:noFill/>
            <a:prstDash val="solid"/>
          </a:ln>
        </p:spPr>
      </p:sp>
      <p:sp>
        <p:nvSpPr>
          <p:cNvPr id="5190" name="LigandSeek2_vs_LigandSeek1_ellipse_10704">
            <a:extLst>
              <a:ext uri="{FF2B5EF4-FFF2-40B4-BE49-F238E27FC236}">
                <a16:creationId xmlns:a16="http://schemas.microsoft.com/office/drawing/2014/main" id="{FF5B3BCA-0DBB-4B91-BF8E-080A90E9BB10}"/>
              </a:ext>
            </a:extLst>
          </p:cNvPr>
          <p:cNvSpPr>
            <a:spLocks noGrp="1"/>
          </p:cNvSpPr>
          <p:nvPr/>
        </p:nvSpPr>
        <p:spPr>
          <a:xfrm>
            <a:off x="3892254" y="5817271"/>
            <a:ext cx="25400" cy="25400"/>
          </a:xfrm>
          <a:prstGeom prst="ellipse">
            <a:avLst/>
          </a:prstGeom>
          <a:solidFill>
            <a:srgbClr val="B08A60">
              <a:alpha val="43000"/>
            </a:srgbClr>
          </a:solidFill>
          <a:ln w="0">
            <a:noFill/>
            <a:prstDash val="solid"/>
          </a:ln>
        </p:spPr>
      </p:sp>
      <p:sp>
        <p:nvSpPr>
          <p:cNvPr id="5191" name="LigandSeek2_vs_LigandSeek1_ellipse_10705">
            <a:extLst>
              <a:ext uri="{FF2B5EF4-FFF2-40B4-BE49-F238E27FC236}">
                <a16:creationId xmlns:a16="http://schemas.microsoft.com/office/drawing/2014/main" id="{689E0BC6-94A5-4569-9404-959BF9779817}"/>
              </a:ext>
            </a:extLst>
          </p:cNvPr>
          <p:cNvSpPr>
            <a:spLocks noGrp="1"/>
          </p:cNvSpPr>
          <p:nvPr/>
        </p:nvSpPr>
        <p:spPr>
          <a:xfrm>
            <a:off x="3928750" y="5722092"/>
            <a:ext cx="25400" cy="25400"/>
          </a:xfrm>
          <a:prstGeom prst="ellipse">
            <a:avLst/>
          </a:prstGeom>
          <a:solidFill>
            <a:srgbClr val="B08A60">
              <a:alpha val="43000"/>
            </a:srgbClr>
          </a:solidFill>
          <a:ln w="0">
            <a:noFill/>
            <a:prstDash val="solid"/>
          </a:ln>
        </p:spPr>
      </p:sp>
      <p:sp>
        <p:nvSpPr>
          <p:cNvPr id="5192" name="LigandSeek2_vs_LigandSeek1_ellipse_10706">
            <a:extLst>
              <a:ext uri="{FF2B5EF4-FFF2-40B4-BE49-F238E27FC236}">
                <a16:creationId xmlns:a16="http://schemas.microsoft.com/office/drawing/2014/main" id="{317E00F0-4281-4369-B4C5-7D68819028E9}"/>
              </a:ext>
            </a:extLst>
          </p:cNvPr>
          <p:cNvSpPr>
            <a:spLocks noGrp="1"/>
          </p:cNvSpPr>
          <p:nvPr/>
        </p:nvSpPr>
        <p:spPr>
          <a:xfrm>
            <a:off x="4023077" y="5626912"/>
            <a:ext cx="25400" cy="25400"/>
          </a:xfrm>
          <a:prstGeom prst="ellipse">
            <a:avLst/>
          </a:prstGeom>
          <a:solidFill>
            <a:srgbClr val="B08A60">
              <a:alpha val="43000"/>
            </a:srgbClr>
          </a:solidFill>
          <a:ln w="0">
            <a:noFill/>
            <a:prstDash val="solid"/>
          </a:ln>
        </p:spPr>
      </p:sp>
      <p:sp>
        <p:nvSpPr>
          <p:cNvPr id="5193" name="LigandSeek2_vs_LigandSeek1_ellipse_10707">
            <a:extLst>
              <a:ext uri="{FF2B5EF4-FFF2-40B4-BE49-F238E27FC236}">
                <a16:creationId xmlns:a16="http://schemas.microsoft.com/office/drawing/2014/main" id="{87FD229F-56EB-4109-8A02-E3178E50C609}"/>
              </a:ext>
            </a:extLst>
          </p:cNvPr>
          <p:cNvSpPr>
            <a:spLocks noGrp="1"/>
          </p:cNvSpPr>
          <p:nvPr/>
        </p:nvSpPr>
        <p:spPr>
          <a:xfrm>
            <a:off x="3870497" y="5246195"/>
            <a:ext cx="25400" cy="25400"/>
          </a:xfrm>
          <a:prstGeom prst="ellipse">
            <a:avLst/>
          </a:prstGeom>
          <a:solidFill>
            <a:srgbClr val="B08A60">
              <a:alpha val="43000"/>
            </a:srgbClr>
          </a:solidFill>
          <a:ln w="0">
            <a:noFill/>
            <a:prstDash val="solid"/>
          </a:ln>
        </p:spPr>
      </p:sp>
      <p:sp>
        <p:nvSpPr>
          <p:cNvPr id="5194" name="LigandSeek2_vs_LigandSeek1_ellipse_10708">
            <a:extLst>
              <a:ext uri="{FF2B5EF4-FFF2-40B4-BE49-F238E27FC236}">
                <a16:creationId xmlns:a16="http://schemas.microsoft.com/office/drawing/2014/main" id="{6FBE84E5-D24D-40D9-ABBD-627F3419CACA}"/>
              </a:ext>
            </a:extLst>
          </p:cNvPr>
          <p:cNvSpPr>
            <a:spLocks noGrp="1"/>
          </p:cNvSpPr>
          <p:nvPr/>
        </p:nvSpPr>
        <p:spPr>
          <a:xfrm>
            <a:off x="3946749" y="6007629"/>
            <a:ext cx="25400" cy="25400"/>
          </a:xfrm>
          <a:prstGeom prst="ellipse">
            <a:avLst/>
          </a:prstGeom>
          <a:solidFill>
            <a:srgbClr val="B08A60">
              <a:alpha val="43000"/>
            </a:srgbClr>
          </a:solidFill>
          <a:ln w="0">
            <a:noFill/>
            <a:prstDash val="solid"/>
          </a:ln>
        </p:spPr>
      </p:sp>
      <p:sp>
        <p:nvSpPr>
          <p:cNvPr id="5195" name="LigandSeek2_vs_LigandSeek1_ellipse_10709">
            <a:extLst>
              <a:ext uri="{FF2B5EF4-FFF2-40B4-BE49-F238E27FC236}">
                <a16:creationId xmlns:a16="http://schemas.microsoft.com/office/drawing/2014/main" id="{63704C50-2FDA-4A5E-B06A-F5B3865E6CE0}"/>
              </a:ext>
            </a:extLst>
          </p:cNvPr>
          <p:cNvSpPr>
            <a:spLocks noGrp="1"/>
          </p:cNvSpPr>
          <p:nvPr/>
        </p:nvSpPr>
        <p:spPr>
          <a:xfrm>
            <a:off x="3954693" y="5991076"/>
            <a:ext cx="25400" cy="25400"/>
          </a:xfrm>
          <a:prstGeom prst="ellipse">
            <a:avLst/>
          </a:prstGeom>
          <a:solidFill>
            <a:srgbClr val="B08A60">
              <a:alpha val="43000"/>
            </a:srgbClr>
          </a:solidFill>
          <a:ln w="0">
            <a:noFill/>
            <a:prstDash val="solid"/>
          </a:ln>
        </p:spPr>
      </p:sp>
      <p:sp>
        <p:nvSpPr>
          <p:cNvPr id="5196" name="LigandSeek2_vs_LigandSeek1_ellipse_10710">
            <a:extLst>
              <a:ext uri="{FF2B5EF4-FFF2-40B4-BE49-F238E27FC236}">
                <a16:creationId xmlns:a16="http://schemas.microsoft.com/office/drawing/2014/main" id="{9839DDEE-5E4C-484B-AE11-51DE9BB3E239}"/>
              </a:ext>
            </a:extLst>
          </p:cNvPr>
          <p:cNvSpPr>
            <a:spLocks noGrp="1"/>
          </p:cNvSpPr>
          <p:nvPr/>
        </p:nvSpPr>
        <p:spPr>
          <a:xfrm>
            <a:off x="3944644" y="5246195"/>
            <a:ext cx="25400" cy="25400"/>
          </a:xfrm>
          <a:prstGeom prst="ellipse">
            <a:avLst/>
          </a:prstGeom>
          <a:solidFill>
            <a:srgbClr val="B08A60">
              <a:alpha val="43000"/>
            </a:srgbClr>
          </a:solidFill>
          <a:ln w="0">
            <a:noFill/>
            <a:prstDash val="solid"/>
          </a:ln>
        </p:spPr>
      </p:sp>
      <p:sp>
        <p:nvSpPr>
          <p:cNvPr id="5197" name="LigandSeek2_vs_LigandSeek1_ellipse_10711">
            <a:extLst>
              <a:ext uri="{FF2B5EF4-FFF2-40B4-BE49-F238E27FC236}">
                <a16:creationId xmlns:a16="http://schemas.microsoft.com/office/drawing/2014/main" id="{6DBD146F-8FC3-4767-93BF-CF73C45BE45E}"/>
              </a:ext>
            </a:extLst>
          </p:cNvPr>
          <p:cNvSpPr>
            <a:spLocks noGrp="1"/>
          </p:cNvSpPr>
          <p:nvPr/>
        </p:nvSpPr>
        <p:spPr>
          <a:xfrm>
            <a:off x="4024020" y="5817271"/>
            <a:ext cx="25400" cy="25400"/>
          </a:xfrm>
          <a:prstGeom prst="ellipse">
            <a:avLst/>
          </a:prstGeom>
          <a:solidFill>
            <a:srgbClr val="B08A60">
              <a:alpha val="43000"/>
            </a:srgbClr>
          </a:solidFill>
          <a:ln w="0">
            <a:noFill/>
            <a:prstDash val="solid"/>
          </a:ln>
        </p:spPr>
      </p:sp>
      <p:sp>
        <p:nvSpPr>
          <p:cNvPr id="5198" name="LigandSeek2_vs_LigandSeek1_ellipse_10712">
            <a:extLst>
              <a:ext uri="{FF2B5EF4-FFF2-40B4-BE49-F238E27FC236}">
                <a16:creationId xmlns:a16="http://schemas.microsoft.com/office/drawing/2014/main" id="{E5CDBDE1-9B35-4ECE-91D5-043D2B90167E}"/>
              </a:ext>
            </a:extLst>
          </p:cNvPr>
          <p:cNvSpPr>
            <a:spLocks noGrp="1"/>
          </p:cNvSpPr>
          <p:nvPr/>
        </p:nvSpPr>
        <p:spPr>
          <a:xfrm>
            <a:off x="4001682" y="6388346"/>
            <a:ext cx="25400" cy="25400"/>
          </a:xfrm>
          <a:prstGeom prst="ellipse">
            <a:avLst/>
          </a:prstGeom>
          <a:solidFill>
            <a:srgbClr val="B08A60">
              <a:alpha val="43000"/>
            </a:srgbClr>
          </a:solidFill>
          <a:ln w="0">
            <a:noFill/>
            <a:prstDash val="solid"/>
          </a:ln>
        </p:spPr>
      </p:sp>
      <p:sp>
        <p:nvSpPr>
          <p:cNvPr id="5199" name="LigandSeek2_vs_LigandSeek1_ellipse_10713">
            <a:extLst>
              <a:ext uri="{FF2B5EF4-FFF2-40B4-BE49-F238E27FC236}">
                <a16:creationId xmlns:a16="http://schemas.microsoft.com/office/drawing/2014/main" id="{2FAF7C79-A54A-4C66-ACDF-1435E58B0A2F}"/>
              </a:ext>
            </a:extLst>
          </p:cNvPr>
          <p:cNvSpPr>
            <a:spLocks noGrp="1"/>
          </p:cNvSpPr>
          <p:nvPr/>
        </p:nvSpPr>
        <p:spPr>
          <a:xfrm>
            <a:off x="3882046" y="6361785"/>
            <a:ext cx="25400" cy="25400"/>
          </a:xfrm>
          <a:prstGeom prst="ellipse">
            <a:avLst/>
          </a:prstGeom>
          <a:solidFill>
            <a:srgbClr val="B08A60">
              <a:alpha val="43000"/>
            </a:srgbClr>
          </a:solidFill>
          <a:ln w="0">
            <a:noFill/>
            <a:prstDash val="solid"/>
          </a:ln>
        </p:spPr>
      </p:sp>
      <p:sp>
        <p:nvSpPr>
          <p:cNvPr id="5200" name="LigandSeek2_vs_LigandSeek1_ellipse_10714">
            <a:extLst>
              <a:ext uri="{FF2B5EF4-FFF2-40B4-BE49-F238E27FC236}">
                <a16:creationId xmlns:a16="http://schemas.microsoft.com/office/drawing/2014/main" id="{0DF3DA92-F8A8-40F7-9F99-FE04D941FB04}"/>
              </a:ext>
            </a:extLst>
          </p:cNvPr>
          <p:cNvSpPr>
            <a:spLocks noGrp="1"/>
          </p:cNvSpPr>
          <p:nvPr/>
        </p:nvSpPr>
        <p:spPr>
          <a:xfrm>
            <a:off x="3899765" y="6388346"/>
            <a:ext cx="25400" cy="25400"/>
          </a:xfrm>
          <a:prstGeom prst="ellipse">
            <a:avLst/>
          </a:prstGeom>
          <a:solidFill>
            <a:srgbClr val="B08A60">
              <a:alpha val="43000"/>
            </a:srgbClr>
          </a:solidFill>
          <a:ln w="0">
            <a:noFill/>
            <a:prstDash val="solid"/>
          </a:ln>
        </p:spPr>
      </p:sp>
      <p:sp>
        <p:nvSpPr>
          <p:cNvPr id="5201" name="LigandSeek2_vs_LigandSeek1_ellipse_10715">
            <a:extLst>
              <a:ext uri="{FF2B5EF4-FFF2-40B4-BE49-F238E27FC236}">
                <a16:creationId xmlns:a16="http://schemas.microsoft.com/office/drawing/2014/main" id="{B1A88CBC-FC46-4FB4-AB38-CFBD69699C75}"/>
              </a:ext>
            </a:extLst>
          </p:cNvPr>
          <p:cNvSpPr>
            <a:spLocks noGrp="1"/>
          </p:cNvSpPr>
          <p:nvPr/>
        </p:nvSpPr>
        <p:spPr>
          <a:xfrm>
            <a:off x="3917722" y="5246195"/>
            <a:ext cx="25400" cy="25400"/>
          </a:xfrm>
          <a:prstGeom prst="ellipse">
            <a:avLst/>
          </a:prstGeom>
          <a:solidFill>
            <a:srgbClr val="B08A60">
              <a:alpha val="43000"/>
            </a:srgbClr>
          </a:solidFill>
          <a:ln w="0">
            <a:noFill/>
            <a:prstDash val="solid"/>
          </a:ln>
        </p:spPr>
      </p:sp>
      <p:sp>
        <p:nvSpPr>
          <p:cNvPr id="5202" name="LigandSeek2_vs_LigandSeek1_ellipse_10716">
            <a:extLst>
              <a:ext uri="{FF2B5EF4-FFF2-40B4-BE49-F238E27FC236}">
                <a16:creationId xmlns:a16="http://schemas.microsoft.com/office/drawing/2014/main" id="{FEAEB376-4FCF-4C0F-AE31-369724AD7C3E}"/>
              </a:ext>
            </a:extLst>
          </p:cNvPr>
          <p:cNvSpPr>
            <a:spLocks noGrp="1"/>
          </p:cNvSpPr>
          <p:nvPr/>
        </p:nvSpPr>
        <p:spPr>
          <a:xfrm>
            <a:off x="3946677" y="6338142"/>
            <a:ext cx="25400" cy="25400"/>
          </a:xfrm>
          <a:prstGeom prst="ellipse">
            <a:avLst/>
          </a:prstGeom>
          <a:solidFill>
            <a:srgbClr val="B08A60">
              <a:alpha val="43000"/>
            </a:srgbClr>
          </a:solidFill>
          <a:ln w="0">
            <a:noFill/>
            <a:prstDash val="solid"/>
          </a:ln>
        </p:spPr>
      </p:sp>
      <p:sp>
        <p:nvSpPr>
          <p:cNvPr id="5203" name="LigandSeek2_vs_LigandSeek1_ellipse_10717">
            <a:extLst>
              <a:ext uri="{FF2B5EF4-FFF2-40B4-BE49-F238E27FC236}">
                <a16:creationId xmlns:a16="http://schemas.microsoft.com/office/drawing/2014/main" id="{154808CD-D743-4DF7-980B-8DED66C0C660}"/>
              </a:ext>
            </a:extLst>
          </p:cNvPr>
          <p:cNvSpPr>
            <a:spLocks noGrp="1"/>
          </p:cNvSpPr>
          <p:nvPr/>
        </p:nvSpPr>
        <p:spPr>
          <a:xfrm>
            <a:off x="3994493" y="6388346"/>
            <a:ext cx="25400" cy="25400"/>
          </a:xfrm>
          <a:prstGeom prst="ellipse">
            <a:avLst/>
          </a:prstGeom>
          <a:solidFill>
            <a:srgbClr val="B08A60">
              <a:alpha val="43000"/>
            </a:srgbClr>
          </a:solidFill>
          <a:ln w="0">
            <a:noFill/>
            <a:prstDash val="solid"/>
          </a:ln>
        </p:spPr>
      </p:sp>
      <p:sp>
        <p:nvSpPr>
          <p:cNvPr id="5204" name="LigandSeek2_vs_LigandSeek1_ellipse_10718">
            <a:extLst>
              <a:ext uri="{FF2B5EF4-FFF2-40B4-BE49-F238E27FC236}">
                <a16:creationId xmlns:a16="http://schemas.microsoft.com/office/drawing/2014/main" id="{176783E2-47D7-4A42-A203-AE046AAE63FB}"/>
              </a:ext>
            </a:extLst>
          </p:cNvPr>
          <p:cNvSpPr>
            <a:spLocks noGrp="1"/>
          </p:cNvSpPr>
          <p:nvPr/>
        </p:nvSpPr>
        <p:spPr>
          <a:xfrm>
            <a:off x="3965978" y="6102808"/>
            <a:ext cx="25400" cy="25400"/>
          </a:xfrm>
          <a:prstGeom prst="ellipse">
            <a:avLst/>
          </a:prstGeom>
          <a:solidFill>
            <a:srgbClr val="B08A60">
              <a:alpha val="43000"/>
            </a:srgbClr>
          </a:solidFill>
          <a:ln w="0">
            <a:noFill/>
            <a:prstDash val="solid"/>
          </a:ln>
        </p:spPr>
      </p:sp>
      <p:sp>
        <p:nvSpPr>
          <p:cNvPr id="5205" name="LigandSeek2_vs_LigandSeek1_ellipse_10719">
            <a:extLst>
              <a:ext uri="{FF2B5EF4-FFF2-40B4-BE49-F238E27FC236}">
                <a16:creationId xmlns:a16="http://schemas.microsoft.com/office/drawing/2014/main" id="{AD4D86B1-BBA7-487F-8DE9-B7F35E90AFD7}"/>
              </a:ext>
            </a:extLst>
          </p:cNvPr>
          <p:cNvSpPr>
            <a:spLocks noGrp="1"/>
          </p:cNvSpPr>
          <p:nvPr/>
        </p:nvSpPr>
        <p:spPr>
          <a:xfrm>
            <a:off x="4003346" y="6388346"/>
            <a:ext cx="25400" cy="25400"/>
          </a:xfrm>
          <a:prstGeom prst="ellipse">
            <a:avLst/>
          </a:prstGeom>
          <a:solidFill>
            <a:srgbClr val="B08A60">
              <a:alpha val="43000"/>
            </a:srgbClr>
          </a:solidFill>
          <a:ln w="0">
            <a:noFill/>
            <a:prstDash val="solid"/>
          </a:ln>
        </p:spPr>
      </p:sp>
      <p:sp>
        <p:nvSpPr>
          <p:cNvPr id="5206" name="LigandSeek2_vs_LigandSeek1_ellipse_10720">
            <a:extLst>
              <a:ext uri="{FF2B5EF4-FFF2-40B4-BE49-F238E27FC236}">
                <a16:creationId xmlns:a16="http://schemas.microsoft.com/office/drawing/2014/main" id="{6B3457BB-3923-4AFC-BE76-367C54011CF0}"/>
              </a:ext>
            </a:extLst>
          </p:cNvPr>
          <p:cNvSpPr>
            <a:spLocks noGrp="1"/>
          </p:cNvSpPr>
          <p:nvPr/>
        </p:nvSpPr>
        <p:spPr>
          <a:xfrm>
            <a:off x="3903013" y="5246195"/>
            <a:ext cx="25400" cy="25400"/>
          </a:xfrm>
          <a:prstGeom prst="ellipse">
            <a:avLst/>
          </a:prstGeom>
          <a:solidFill>
            <a:srgbClr val="B08A60">
              <a:alpha val="43000"/>
            </a:srgbClr>
          </a:solidFill>
          <a:ln w="0">
            <a:noFill/>
            <a:prstDash val="solid"/>
          </a:ln>
        </p:spPr>
      </p:sp>
      <p:sp>
        <p:nvSpPr>
          <p:cNvPr id="5207" name="LigandSeek2_vs_LigandSeek1_ellipse_10721">
            <a:extLst>
              <a:ext uri="{FF2B5EF4-FFF2-40B4-BE49-F238E27FC236}">
                <a16:creationId xmlns:a16="http://schemas.microsoft.com/office/drawing/2014/main" id="{EF5B48BD-D914-461D-98B7-26B0DDC552A5}"/>
              </a:ext>
            </a:extLst>
          </p:cNvPr>
          <p:cNvSpPr>
            <a:spLocks noGrp="1"/>
          </p:cNvSpPr>
          <p:nvPr/>
        </p:nvSpPr>
        <p:spPr>
          <a:xfrm>
            <a:off x="3957428" y="6388346"/>
            <a:ext cx="25400" cy="25400"/>
          </a:xfrm>
          <a:prstGeom prst="ellipse">
            <a:avLst/>
          </a:prstGeom>
          <a:solidFill>
            <a:srgbClr val="B08A60">
              <a:alpha val="43000"/>
            </a:srgbClr>
          </a:solidFill>
          <a:ln w="0">
            <a:noFill/>
            <a:prstDash val="solid"/>
          </a:ln>
        </p:spPr>
      </p:sp>
      <p:sp>
        <p:nvSpPr>
          <p:cNvPr id="5208" name="LigandSeek2_vs_LigandSeek1_ellipse_10722">
            <a:extLst>
              <a:ext uri="{FF2B5EF4-FFF2-40B4-BE49-F238E27FC236}">
                <a16:creationId xmlns:a16="http://schemas.microsoft.com/office/drawing/2014/main" id="{07C97CB4-FC87-4914-A699-92F3AA839284}"/>
              </a:ext>
            </a:extLst>
          </p:cNvPr>
          <p:cNvSpPr>
            <a:spLocks noGrp="1"/>
          </p:cNvSpPr>
          <p:nvPr/>
        </p:nvSpPr>
        <p:spPr>
          <a:xfrm>
            <a:off x="3958314" y="6124773"/>
            <a:ext cx="25400" cy="25400"/>
          </a:xfrm>
          <a:prstGeom prst="ellipse">
            <a:avLst/>
          </a:prstGeom>
          <a:solidFill>
            <a:srgbClr val="B08A60">
              <a:alpha val="43000"/>
            </a:srgbClr>
          </a:solidFill>
          <a:ln w="0">
            <a:noFill/>
            <a:prstDash val="solid"/>
          </a:ln>
        </p:spPr>
      </p:sp>
      <p:sp>
        <p:nvSpPr>
          <p:cNvPr id="5209" name="LigandSeek2_vs_LigandSeek1_ellipse_10723">
            <a:extLst>
              <a:ext uri="{FF2B5EF4-FFF2-40B4-BE49-F238E27FC236}">
                <a16:creationId xmlns:a16="http://schemas.microsoft.com/office/drawing/2014/main" id="{6074C321-CC2A-44DE-8F69-73FAB4945818}"/>
              </a:ext>
            </a:extLst>
          </p:cNvPr>
          <p:cNvSpPr>
            <a:spLocks noGrp="1"/>
          </p:cNvSpPr>
          <p:nvPr/>
        </p:nvSpPr>
        <p:spPr>
          <a:xfrm>
            <a:off x="3869525" y="5246195"/>
            <a:ext cx="25400" cy="25400"/>
          </a:xfrm>
          <a:prstGeom prst="ellipse">
            <a:avLst/>
          </a:prstGeom>
          <a:solidFill>
            <a:srgbClr val="B08A60">
              <a:alpha val="43000"/>
            </a:srgbClr>
          </a:solidFill>
          <a:ln w="0">
            <a:noFill/>
            <a:prstDash val="solid"/>
          </a:ln>
        </p:spPr>
      </p:sp>
      <p:sp>
        <p:nvSpPr>
          <p:cNvPr id="5210" name="LigandSeek2_vs_LigandSeek1_ellipse_10724">
            <a:extLst>
              <a:ext uri="{FF2B5EF4-FFF2-40B4-BE49-F238E27FC236}">
                <a16:creationId xmlns:a16="http://schemas.microsoft.com/office/drawing/2014/main" id="{587EE0B0-3459-4FBA-B3C3-3D1DDAF86EE7}"/>
              </a:ext>
            </a:extLst>
          </p:cNvPr>
          <p:cNvSpPr>
            <a:spLocks noGrp="1"/>
          </p:cNvSpPr>
          <p:nvPr/>
        </p:nvSpPr>
        <p:spPr>
          <a:xfrm>
            <a:off x="3874276" y="5246195"/>
            <a:ext cx="25400" cy="25400"/>
          </a:xfrm>
          <a:prstGeom prst="ellipse">
            <a:avLst/>
          </a:prstGeom>
          <a:solidFill>
            <a:srgbClr val="B08A60">
              <a:alpha val="43000"/>
            </a:srgbClr>
          </a:solidFill>
          <a:ln w="0">
            <a:noFill/>
            <a:prstDash val="solid"/>
          </a:ln>
        </p:spPr>
      </p:sp>
      <p:sp>
        <p:nvSpPr>
          <p:cNvPr id="5211" name="LigandSeek2_vs_LigandSeek1_ellipse_10725">
            <a:extLst>
              <a:ext uri="{FF2B5EF4-FFF2-40B4-BE49-F238E27FC236}">
                <a16:creationId xmlns:a16="http://schemas.microsoft.com/office/drawing/2014/main" id="{173348B3-E531-4E37-9EBA-7077349203C4}"/>
              </a:ext>
            </a:extLst>
          </p:cNvPr>
          <p:cNvSpPr>
            <a:spLocks noGrp="1"/>
          </p:cNvSpPr>
          <p:nvPr/>
        </p:nvSpPr>
        <p:spPr>
          <a:xfrm>
            <a:off x="3915264" y="6002267"/>
            <a:ext cx="25400" cy="25400"/>
          </a:xfrm>
          <a:prstGeom prst="ellipse">
            <a:avLst/>
          </a:prstGeom>
          <a:solidFill>
            <a:srgbClr val="B08A60">
              <a:alpha val="43000"/>
            </a:srgbClr>
          </a:solidFill>
          <a:ln w="0">
            <a:noFill/>
            <a:prstDash val="solid"/>
          </a:ln>
        </p:spPr>
      </p:sp>
      <p:sp>
        <p:nvSpPr>
          <p:cNvPr id="5212" name="LigandSeek2_vs_LigandSeek1_ellipse_10726">
            <a:extLst>
              <a:ext uri="{FF2B5EF4-FFF2-40B4-BE49-F238E27FC236}">
                <a16:creationId xmlns:a16="http://schemas.microsoft.com/office/drawing/2014/main" id="{883699CC-4769-4EB2-8ED3-7A2C4CCCEB48}"/>
              </a:ext>
            </a:extLst>
          </p:cNvPr>
          <p:cNvSpPr>
            <a:spLocks noGrp="1"/>
          </p:cNvSpPr>
          <p:nvPr/>
        </p:nvSpPr>
        <p:spPr>
          <a:xfrm>
            <a:off x="3897567" y="5246195"/>
            <a:ext cx="25400" cy="25400"/>
          </a:xfrm>
          <a:prstGeom prst="ellipse">
            <a:avLst/>
          </a:prstGeom>
          <a:solidFill>
            <a:srgbClr val="B08A60">
              <a:alpha val="43000"/>
            </a:srgbClr>
          </a:solidFill>
          <a:ln w="0">
            <a:noFill/>
            <a:prstDash val="solid"/>
          </a:ln>
        </p:spPr>
      </p:sp>
      <p:sp>
        <p:nvSpPr>
          <p:cNvPr id="5213" name="LigandSeek2_vs_LigandSeek1_ellipse_10727">
            <a:extLst>
              <a:ext uri="{FF2B5EF4-FFF2-40B4-BE49-F238E27FC236}">
                <a16:creationId xmlns:a16="http://schemas.microsoft.com/office/drawing/2014/main" id="{FD24A58C-D55F-44F5-9E6A-2EC916682734}"/>
              </a:ext>
            </a:extLst>
          </p:cNvPr>
          <p:cNvSpPr>
            <a:spLocks noGrp="1"/>
          </p:cNvSpPr>
          <p:nvPr/>
        </p:nvSpPr>
        <p:spPr>
          <a:xfrm>
            <a:off x="3936273" y="6388346"/>
            <a:ext cx="25400" cy="25400"/>
          </a:xfrm>
          <a:prstGeom prst="ellipse">
            <a:avLst/>
          </a:prstGeom>
          <a:solidFill>
            <a:srgbClr val="B08A60">
              <a:alpha val="43000"/>
            </a:srgbClr>
          </a:solidFill>
          <a:ln w="0">
            <a:noFill/>
            <a:prstDash val="solid"/>
          </a:ln>
        </p:spPr>
      </p:sp>
      <p:sp>
        <p:nvSpPr>
          <p:cNvPr id="5214" name="LigandSeek2_vs_LigandSeek1_ellipse_10728">
            <a:extLst>
              <a:ext uri="{FF2B5EF4-FFF2-40B4-BE49-F238E27FC236}">
                <a16:creationId xmlns:a16="http://schemas.microsoft.com/office/drawing/2014/main" id="{ACDDE846-05AB-4C78-936D-22A70666FB55}"/>
              </a:ext>
            </a:extLst>
          </p:cNvPr>
          <p:cNvSpPr>
            <a:spLocks noGrp="1"/>
          </p:cNvSpPr>
          <p:nvPr/>
        </p:nvSpPr>
        <p:spPr>
          <a:xfrm>
            <a:off x="3915084" y="6388346"/>
            <a:ext cx="25400" cy="25400"/>
          </a:xfrm>
          <a:prstGeom prst="ellipse">
            <a:avLst/>
          </a:prstGeom>
          <a:solidFill>
            <a:srgbClr val="B08A60">
              <a:alpha val="43000"/>
            </a:srgbClr>
          </a:solidFill>
          <a:ln w="0">
            <a:noFill/>
            <a:prstDash val="solid"/>
          </a:ln>
        </p:spPr>
      </p:sp>
      <p:sp>
        <p:nvSpPr>
          <p:cNvPr id="5215" name="LigandSeek2_vs_LigandSeek1_ellipse_10729">
            <a:extLst>
              <a:ext uri="{FF2B5EF4-FFF2-40B4-BE49-F238E27FC236}">
                <a16:creationId xmlns:a16="http://schemas.microsoft.com/office/drawing/2014/main" id="{D0651FE9-2D02-48C0-95A3-7673391E2964}"/>
              </a:ext>
            </a:extLst>
          </p:cNvPr>
          <p:cNvSpPr>
            <a:spLocks noGrp="1"/>
          </p:cNvSpPr>
          <p:nvPr/>
        </p:nvSpPr>
        <p:spPr>
          <a:xfrm>
            <a:off x="3985380" y="5246195"/>
            <a:ext cx="25400" cy="25400"/>
          </a:xfrm>
          <a:prstGeom prst="ellipse">
            <a:avLst/>
          </a:prstGeom>
          <a:solidFill>
            <a:srgbClr val="B08A60">
              <a:alpha val="43000"/>
            </a:srgbClr>
          </a:solidFill>
          <a:ln w="0">
            <a:noFill/>
            <a:prstDash val="solid"/>
          </a:ln>
        </p:spPr>
      </p:sp>
      <p:sp>
        <p:nvSpPr>
          <p:cNvPr id="5216" name="LigandSeek2_vs_LigandSeek1_ellipse_10730">
            <a:extLst>
              <a:ext uri="{FF2B5EF4-FFF2-40B4-BE49-F238E27FC236}">
                <a16:creationId xmlns:a16="http://schemas.microsoft.com/office/drawing/2014/main" id="{95B6AE14-6A31-494C-A5BF-C22F2B14B932}"/>
              </a:ext>
            </a:extLst>
          </p:cNvPr>
          <p:cNvSpPr>
            <a:spLocks noGrp="1"/>
          </p:cNvSpPr>
          <p:nvPr/>
        </p:nvSpPr>
        <p:spPr>
          <a:xfrm>
            <a:off x="3981209" y="5703056"/>
            <a:ext cx="25400" cy="25400"/>
          </a:xfrm>
          <a:prstGeom prst="ellipse">
            <a:avLst/>
          </a:prstGeom>
          <a:solidFill>
            <a:srgbClr val="B08A60">
              <a:alpha val="43000"/>
            </a:srgbClr>
          </a:solidFill>
          <a:ln w="0">
            <a:noFill/>
            <a:prstDash val="solid"/>
          </a:ln>
        </p:spPr>
      </p:sp>
      <p:sp>
        <p:nvSpPr>
          <p:cNvPr id="5217" name="LigandSeek2_vs_LigandSeek1_ellipse_10731">
            <a:extLst>
              <a:ext uri="{FF2B5EF4-FFF2-40B4-BE49-F238E27FC236}">
                <a16:creationId xmlns:a16="http://schemas.microsoft.com/office/drawing/2014/main" id="{103F8A9B-93F7-4E6E-889C-C89237FE412A}"/>
              </a:ext>
            </a:extLst>
          </p:cNvPr>
          <p:cNvSpPr>
            <a:spLocks noGrp="1"/>
          </p:cNvSpPr>
          <p:nvPr/>
        </p:nvSpPr>
        <p:spPr>
          <a:xfrm>
            <a:off x="3866141" y="6300488"/>
            <a:ext cx="25400" cy="25400"/>
          </a:xfrm>
          <a:prstGeom prst="ellipse">
            <a:avLst/>
          </a:prstGeom>
          <a:solidFill>
            <a:srgbClr val="B08A60">
              <a:alpha val="43000"/>
            </a:srgbClr>
          </a:solidFill>
          <a:ln w="0">
            <a:noFill/>
            <a:prstDash val="solid"/>
          </a:ln>
        </p:spPr>
      </p:sp>
      <p:sp>
        <p:nvSpPr>
          <p:cNvPr id="5218" name="LigandSeek2_vs_LigandSeek1_ellipse_10732">
            <a:extLst>
              <a:ext uri="{FF2B5EF4-FFF2-40B4-BE49-F238E27FC236}">
                <a16:creationId xmlns:a16="http://schemas.microsoft.com/office/drawing/2014/main" id="{26332EAD-F9A0-4352-A097-D89EF09CE4B3}"/>
              </a:ext>
            </a:extLst>
          </p:cNvPr>
          <p:cNvSpPr>
            <a:spLocks noGrp="1"/>
          </p:cNvSpPr>
          <p:nvPr/>
        </p:nvSpPr>
        <p:spPr>
          <a:xfrm>
            <a:off x="3929408" y="6388346"/>
            <a:ext cx="25400" cy="25400"/>
          </a:xfrm>
          <a:prstGeom prst="ellipse">
            <a:avLst/>
          </a:prstGeom>
          <a:solidFill>
            <a:srgbClr val="B08A60">
              <a:alpha val="43000"/>
            </a:srgbClr>
          </a:solidFill>
          <a:ln w="0">
            <a:noFill/>
            <a:prstDash val="solid"/>
          </a:ln>
        </p:spPr>
      </p:sp>
      <p:sp>
        <p:nvSpPr>
          <p:cNvPr id="5219" name="LigandSeek2_vs_LigandSeek1_ellipse_10733">
            <a:extLst>
              <a:ext uri="{FF2B5EF4-FFF2-40B4-BE49-F238E27FC236}">
                <a16:creationId xmlns:a16="http://schemas.microsoft.com/office/drawing/2014/main" id="{6AA69676-B2B2-4E10-B8F5-F6C8FC8861A0}"/>
              </a:ext>
            </a:extLst>
          </p:cNvPr>
          <p:cNvSpPr>
            <a:spLocks noGrp="1"/>
          </p:cNvSpPr>
          <p:nvPr/>
        </p:nvSpPr>
        <p:spPr>
          <a:xfrm>
            <a:off x="3946405" y="6071082"/>
            <a:ext cx="25400" cy="25400"/>
          </a:xfrm>
          <a:prstGeom prst="ellipse">
            <a:avLst/>
          </a:prstGeom>
          <a:solidFill>
            <a:srgbClr val="B08A60">
              <a:alpha val="43000"/>
            </a:srgbClr>
          </a:solidFill>
          <a:ln w="0">
            <a:noFill/>
            <a:prstDash val="solid"/>
          </a:ln>
        </p:spPr>
      </p:sp>
      <p:sp>
        <p:nvSpPr>
          <p:cNvPr id="5220" name="LigandSeek2_vs_LigandSeek1_ellipse_10734">
            <a:extLst>
              <a:ext uri="{FF2B5EF4-FFF2-40B4-BE49-F238E27FC236}">
                <a16:creationId xmlns:a16="http://schemas.microsoft.com/office/drawing/2014/main" id="{C83B04C2-B3AF-4458-86BD-7A3B302FDCD6}"/>
              </a:ext>
            </a:extLst>
          </p:cNvPr>
          <p:cNvSpPr>
            <a:spLocks noGrp="1"/>
          </p:cNvSpPr>
          <p:nvPr/>
        </p:nvSpPr>
        <p:spPr>
          <a:xfrm>
            <a:off x="3949746" y="5817271"/>
            <a:ext cx="25400" cy="25400"/>
          </a:xfrm>
          <a:prstGeom prst="ellipse">
            <a:avLst/>
          </a:prstGeom>
          <a:solidFill>
            <a:srgbClr val="B08A60">
              <a:alpha val="43000"/>
            </a:srgbClr>
          </a:solidFill>
          <a:ln w="0">
            <a:noFill/>
            <a:prstDash val="solid"/>
          </a:ln>
        </p:spPr>
      </p:sp>
      <p:sp>
        <p:nvSpPr>
          <p:cNvPr id="5221" name="LigandSeek2_vs_LigandSeek1_ellipse_10735">
            <a:extLst>
              <a:ext uri="{FF2B5EF4-FFF2-40B4-BE49-F238E27FC236}">
                <a16:creationId xmlns:a16="http://schemas.microsoft.com/office/drawing/2014/main" id="{62AA3CBB-2BB6-4B8B-8AC7-2DEBC601FAAA}"/>
              </a:ext>
            </a:extLst>
          </p:cNvPr>
          <p:cNvSpPr>
            <a:spLocks noGrp="1"/>
          </p:cNvSpPr>
          <p:nvPr/>
        </p:nvSpPr>
        <p:spPr>
          <a:xfrm>
            <a:off x="3943024" y="5246195"/>
            <a:ext cx="25400" cy="25400"/>
          </a:xfrm>
          <a:prstGeom prst="ellipse">
            <a:avLst/>
          </a:prstGeom>
          <a:solidFill>
            <a:srgbClr val="B08A60">
              <a:alpha val="43000"/>
            </a:srgbClr>
          </a:solidFill>
          <a:ln w="0">
            <a:noFill/>
            <a:prstDash val="solid"/>
          </a:ln>
        </p:spPr>
      </p:sp>
      <p:sp>
        <p:nvSpPr>
          <p:cNvPr id="5222" name="LigandSeek2_vs_LigandSeek1_ellipse_10736">
            <a:extLst>
              <a:ext uri="{FF2B5EF4-FFF2-40B4-BE49-F238E27FC236}">
                <a16:creationId xmlns:a16="http://schemas.microsoft.com/office/drawing/2014/main" id="{9AED2039-CBF9-4AED-8C05-D471D6D94649}"/>
              </a:ext>
            </a:extLst>
          </p:cNvPr>
          <p:cNvSpPr>
            <a:spLocks noGrp="1"/>
          </p:cNvSpPr>
          <p:nvPr/>
        </p:nvSpPr>
        <p:spPr>
          <a:xfrm>
            <a:off x="3994210" y="5246195"/>
            <a:ext cx="25400" cy="25400"/>
          </a:xfrm>
          <a:prstGeom prst="ellipse">
            <a:avLst/>
          </a:prstGeom>
          <a:solidFill>
            <a:srgbClr val="B08A60">
              <a:alpha val="43000"/>
            </a:srgbClr>
          </a:solidFill>
          <a:ln w="0">
            <a:noFill/>
            <a:prstDash val="solid"/>
          </a:ln>
        </p:spPr>
      </p:sp>
      <p:sp>
        <p:nvSpPr>
          <p:cNvPr id="5223" name="LigandSeek2_vs_LigandSeek1_ellipse_10737">
            <a:extLst>
              <a:ext uri="{FF2B5EF4-FFF2-40B4-BE49-F238E27FC236}">
                <a16:creationId xmlns:a16="http://schemas.microsoft.com/office/drawing/2014/main" id="{1F4558A4-B0A8-4B2B-A971-4C1BE593FAB4}"/>
              </a:ext>
            </a:extLst>
          </p:cNvPr>
          <p:cNvSpPr>
            <a:spLocks noGrp="1"/>
          </p:cNvSpPr>
          <p:nvPr/>
        </p:nvSpPr>
        <p:spPr>
          <a:xfrm>
            <a:off x="3880309" y="5246195"/>
            <a:ext cx="25400" cy="25400"/>
          </a:xfrm>
          <a:prstGeom prst="ellipse">
            <a:avLst/>
          </a:prstGeom>
          <a:solidFill>
            <a:srgbClr val="B08A60">
              <a:alpha val="43000"/>
            </a:srgbClr>
          </a:solidFill>
          <a:ln w="0">
            <a:noFill/>
            <a:prstDash val="solid"/>
          </a:ln>
        </p:spPr>
      </p:sp>
      <p:sp>
        <p:nvSpPr>
          <p:cNvPr id="5224" name="LigandSeek2_vs_LigandSeek1_ellipse_10738">
            <a:extLst>
              <a:ext uri="{FF2B5EF4-FFF2-40B4-BE49-F238E27FC236}">
                <a16:creationId xmlns:a16="http://schemas.microsoft.com/office/drawing/2014/main" id="{E850445F-E549-438E-9FCB-B96149C75E94}"/>
              </a:ext>
            </a:extLst>
          </p:cNvPr>
          <p:cNvSpPr>
            <a:spLocks noGrp="1"/>
          </p:cNvSpPr>
          <p:nvPr/>
        </p:nvSpPr>
        <p:spPr>
          <a:xfrm>
            <a:off x="3879204" y="5246195"/>
            <a:ext cx="25400" cy="25400"/>
          </a:xfrm>
          <a:prstGeom prst="ellipse">
            <a:avLst/>
          </a:prstGeom>
          <a:solidFill>
            <a:srgbClr val="B08A60">
              <a:alpha val="43000"/>
            </a:srgbClr>
          </a:solidFill>
          <a:ln w="0">
            <a:noFill/>
            <a:prstDash val="solid"/>
          </a:ln>
        </p:spPr>
      </p:sp>
      <p:sp>
        <p:nvSpPr>
          <p:cNvPr id="5225" name="LigandSeek2_vs_LigandSeek1_ellipse_10739">
            <a:extLst>
              <a:ext uri="{FF2B5EF4-FFF2-40B4-BE49-F238E27FC236}">
                <a16:creationId xmlns:a16="http://schemas.microsoft.com/office/drawing/2014/main" id="{8F8AB7DE-41B3-49B3-BD6D-7B8CBBF4C73A}"/>
              </a:ext>
            </a:extLst>
          </p:cNvPr>
          <p:cNvSpPr>
            <a:spLocks noGrp="1"/>
          </p:cNvSpPr>
          <p:nvPr/>
        </p:nvSpPr>
        <p:spPr>
          <a:xfrm>
            <a:off x="3900225" y="5246195"/>
            <a:ext cx="25400" cy="25400"/>
          </a:xfrm>
          <a:prstGeom prst="ellipse">
            <a:avLst/>
          </a:prstGeom>
          <a:solidFill>
            <a:srgbClr val="B08A60">
              <a:alpha val="43000"/>
            </a:srgbClr>
          </a:solidFill>
          <a:ln w="0">
            <a:noFill/>
            <a:prstDash val="solid"/>
          </a:ln>
        </p:spPr>
      </p:sp>
      <p:sp>
        <p:nvSpPr>
          <p:cNvPr id="5226" name="LigandSeek2_vs_LigandSeek1_ellipse_10740">
            <a:extLst>
              <a:ext uri="{FF2B5EF4-FFF2-40B4-BE49-F238E27FC236}">
                <a16:creationId xmlns:a16="http://schemas.microsoft.com/office/drawing/2014/main" id="{451B4705-AAA9-49F2-89CE-8DE5AFA72427}"/>
              </a:ext>
            </a:extLst>
          </p:cNvPr>
          <p:cNvSpPr>
            <a:spLocks noGrp="1"/>
          </p:cNvSpPr>
          <p:nvPr/>
        </p:nvSpPr>
        <p:spPr>
          <a:xfrm>
            <a:off x="3959878" y="6102808"/>
            <a:ext cx="25400" cy="25400"/>
          </a:xfrm>
          <a:prstGeom prst="ellipse">
            <a:avLst/>
          </a:prstGeom>
          <a:solidFill>
            <a:srgbClr val="B08A60">
              <a:alpha val="43000"/>
            </a:srgbClr>
          </a:solidFill>
          <a:ln w="0">
            <a:noFill/>
            <a:prstDash val="solid"/>
          </a:ln>
        </p:spPr>
      </p:sp>
      <p:sp>
        <p:nvSpPr>
          <p:cNvPr id="5227" name="LigandSeek2_vs_LigandSeek1_ellipse_10741">
            <a:extLst>
              <a:ext uri="{FF2B5EF4-FFF2-40B4-BE49-F238E27FC236}">
                <a16:creationId xmlns:a16="http://schemas.microsoft.com/office/drawing/2014/main" id="{83249A5B-0D24-4A01-9223-5930D33CC898}"/>
              </a:ext>
            </a:extLst>
          </p:cNvPr>
          <p:cNvSpPr>
            <a:spLocks noGrp="1"/>
          </p:cNvSpPr>
          <p:nvPr/>
        </p:nvSpPr>
        <p:spPr>
          <a:xfrm>
            <a:off x="3931865" y="6246487"/>
            <a:ext cx="25400" cy="25400"/>
          </a:xfrm>
          <a:prstGeom prst="ellipse">
            <a:avLst/>
          </a:prstGeom>
          <a:solidFill>
            <a:srgbClr val="B08A60">
              <a:alpha val="43000"/>
            </a:srgbClr>
          </a:solidFill>
          <a:ln w="0">
            <a:noFill/>
            <a:prstDash val="solid"/>
          </a:ln>
        </p:spPr>
      </p:sp>
      <p:sp>
        <p:nvSpPr>
          <p:cNvPr id="5228" name="LigandSeek2_vs_LigandSeek1_ellipse_10742">
            <a:extLst>
              <a:ext uri="{FF2B5EF4-FFF2-40B4-BE49-F238E27FC236}">
                <a16:creationId xmlns:a16="http://schemas.microsoft.com/office/drawing/2014/main" id="{005DB4F1-BB28-478D-B2DD-33C2ECE7131E}"/>
              </a:ext>
            </a:extLst>
          </p:cNvPr>
          <p:cNvSpPr>
            <a:spLocks noGrp="1"/>
          </p:cNvSpPr>
          <p:nvPr/>
        </p:nvSpPr>
        <p:spPr>
          <a:xfrm>
            <a:off x="3996697" y="6388346"/>
            <a:ext cx="25400" cy="25400"/>
          </a:xfrm>
          <a:prstGeom prst="ellipse">
            <a:avLst/>
          </a:prstGeom>
          <a:solidFill>
            <a:srgbClr val="B08A60">
              <a:alpha val="43000"/>
            </a:srgbClr>
          </a:solidFill>
          <a:ln w="0">
            <a:noFill/>
            <a:prstDash val="solid"/>
          </a:ln>
        </p:spPr>
      </p:sp>
      <p:sp>
        <p:nvSpPr>
          <p:cNvPr id="5229" name="LigandSeek2_vs_LigandSeek1_ellipse_10743">
            <a:extLst>
              <a:ext uri="{FF2B5EF4-FFF2-40B4-BE49-F238E27FC236}">
                <a16:creationId xmlns:a16="http://schemas.microsoft.com/office/drawing/2014/main" id="{25AAF77A-AB78-4209-8D9B-94CE676549F4}"/>
              </a:ext>
            </a:extLst>
          </p:cNvPr>
          <p:cNvSpPr>
            <a:spLocks noGrp="1"/>
          </p:cNvSpPr>
          <p:nvPr/>
        </p:nvSpPr>
        <p:spPr>
          <a:xfrm>
            <a:off x="4000200" y="6388346"/>
            <a:ext cx="25400" cy="25400"/>
          </a:xfrm>
          <a:prstGeom prst="ellipse">
            <a:avLst/>
          </a:prstGeom>
          <a:solidFill>
            <a:srgbClr val="B08A60">
              <a:alpha val="43000"/>
            </a:srgbClr>
          </a:solidFill>
          <a:ln w="0">
            <a:noFill/>
            <a:prstDash val="solid"/>
          </a:ln>
        </p:spPr>
      </p:sp>
      <p:sp>
        <p:nvSpPr>
          <p:cNvPr id="5230" name="LigandSeek2_vs_LigandSeek1_ellipse_10744">
            <a:extLst>
              <a:ext uri="{FF2B5EF4-FFF2-40B4-BE49-F238E27FC236}">
                <a16:creationId xmlns:a16="http://schemas.microsoft.com/office/drawing/2014/main" id="{5483FD6D-D56D-41C0-A03C-1902547E2F28}"/>
              </a:ext>
            </a:extLst>
          </p:cNvPr>
          <p:cNvSpPr>
            <a:spLocks noGrp="1"/>
          </p:cNvSpPr>
          <p:nvPr/>
        </p:nvSpPr>
        <p:spPr>
          <a:xfrm>
            <a:off x="3912455" y="6388346"/>
            <a:ext cx="25400" cy="25400"/>
          </a:xfrm>
          <a:prstGeom prst="ellipse">
            <a:avLst/>
          </a:prstGeom>
          <a:solidFill>
            <a:srgbClr val="B08A60">
              <a:alpha val="43000"/>
            </a:srgbClr>
          </a:solidFill>
          <a:ln w="0">
            <a:noFill/>
            <a:prstDash val="solid"/>
          </a:ln>
        </p:spPr>
      </p:sp>
      <p:sp>
        <p:nvSpPr>
          <p:cNvPr id="5231" name="LigandSeek2_vs_LigandSeek1_ellipse_10745">
            <a:extLst>
              <a:ext uri="{FF2B5EF4-FFF2-40B4-BE49-F238E27FC236}">
                <a16:creationId xmlns:a16="http://schemas.microsoft.com/office/drawing/2014/main" id="{8F602D40-910E-4A54-AE6B-B441BAA7D745}"/>
              </a:ext>
            </a:extLst>
          </p:cNvPr>
          <p:cNvSpPr>
            <a:spLocks noGrp="1"/>
          </p:cNvSpPr>
          <p:nvPr/>
        </p:nvSpPr>
        <p:spPr>
          <a:xfrm>
            <a:off x="3920367" y="6102808"/>
            <a:ext cx="25400" cy="25400"/>
          </a:xfrm>
          <a:prstGeom prst="ellipse">
            <a:avLst/>
          </a:prstGeom>
          <a:solidFill>
            <a:srgbClr val="B08A60">
              <a:alpha val="43000"/>
            </a:srgbClr>
          </a:solidFill>
          <a:ln w="0">
            <a:noFill/>
            <a:prstDash val="solid"/>
          </a:ln>
        </p:spPr>
      </p:sp>
      <p:sp>
        <p:nvSpPr>
          <p:cNvPr id="5232" name="LigandSeek2_vs_LigandSeek1_ellipse_10746">
            <a:extLst>
              <a:ext uri="{FF2B5EF4-FFF2-40B4-BE49-F238E27FC236}">
                <a16:creationId xmlns:a16="http://schemas.microsoft.com/office/drawing/2014/main" id="{C4314B9D-95F4-41CD-8D59-95534C0ECB29}"/>
              </a:ext>
            </a:extLst>
          </p:cNvPr>
          <p:cNvSpPr>
            <a:spLocks noGrp="1"/>
          </p:cNvSpPr>
          <p:nvPr/>
        </p:nvSpPr>
        <p:spPr>
          <a:xfrm>
            <a:off x="3903663" y="6007629"/>
            <a:ext cx="25400" cy="25400"/>
          </a:xfrm>
          <a:prstGeom prst="ellipse">
            <a:avLst/>
          </a:prstGeom>
          <a:solidFill>
            <a:srgbClr val="B08A60">
              <a:alpha val="43000"/>
            </a:srgbClr>
          </a:solidFill>
          <a:ln w="0">
            <a:noFill/>
            <a:prstDash val="solid"/>
          </a:ln>
        </p:spPr>
      </p:sp>
      <p:sp>
        <p:nvSpPr>
          <p:cNvPr id="5233" name="LigandSeek2_vs_LigandSeek1_ellipse_10747">
            <a:extLst>
              <a:ext uri="{FF2B5EF4-FFF2-40B4-BE49-F238E27FC236}">
                <a16:creationId xmlns:a16="http://schemas.microsoft.com/office/drawing/2014/main" id="{A6680755-438D-4813-A82C-84D11FC8A032}"/>
              </a:ext>
            </a:extLst>
          </p:cNvPr>
          <p:cNvSpPr>
            <a:spLocks noGrp="1"/>
          </p:cNvSpPr>
          <p:nvPr/>
        </p:nvSpPr>
        <p:spPr>
          <a:xfrm>
            <a:off x="3955107" y="5246195"/>
            <a:ext cx="25400" cy="25400"/>
          </a:xfrm>
          <a:prstGeom prst="ellipse">
            <a:avLst/>
          </a:prstGeom>
          <a:solidFill>
            <a:srgbClr val="B08A60">
              <a:alpha val="43000"/>
            </a:srgbClr>
          </a:solidFill>
          <a:ln w="0">
            <a:noFill/>
            <a:prstDash val="solid"/>
          </a:ln>
        </p:spPr>
      </p:sp>
      <p:sp>
        <p:nvSpPr>
          <p:cNvPr id="5234" name="LigandSeek2_vs_LigandSeek1_ellipse_10748">
            <a:extLst>
              <a:ext uri="{FF2B5EF4-FFF2-40B4-BE49-F238E27FC236}">
                <a16:creationId xmlns:a16="http://schemas.microsoft.com/office/drawing/2014/main" id="{1CFFC419-C9D0-4DB6-B99E-4A49EAF28208}"/>
              </a:ext>
            </a:extLst>
          </p:cNvPr>
          <p:cNvSpPr>
            <a:spLocks noGrp="1"/>
          </p:cNvSpPr>
          <p:nvPr/>
        </p:nvSpPr>
        <p:spPr>
          <a:xfrm>
            <a:off x="3977750" y="6102808"/>
            <a:ext cx="25400" cy="25400"/>
          </a:xfrm>
          <a:prstGeom prst="ellipse">
            <a:avLst/>
          </a:prstGeom>
          <a:solidFill>
            <a:srgbClr val="B08A60">
              <a:alpha val="43000"/>
            </a:srgbClr>
          </a:solidFill>
          <a:ln w="0">
            <a:noFill/>
            <a:prstDash val="solid"/>
          </a:ln>
        </p:spPr>
      </p:sp>
      <p:sp>
        <p:nvSpPr>
          <p:cNvPr id="5235" name="LigandSeek2_vs_LigandSeek1_ellipse_10749">
            <a:extLst>
              <a:ext uri="{FF2B5EF4-FFF2-40B4-BE49-F238E27FC236}">
                <a16:creationId xmlns:a16="http://schemas.microsoft.com/office/drawing/2014/main" id="{72F47327-8306-402D-9663-98C7F4AA382C}"/>
              </a:ext>
            </a:extLst>
          </p:cNvPr>
          <p:cNvSpPr>
            <a:spLocks noGrp="1"/>
          </p:cNvSpPr>
          <p:nvPr/>
        </p:nvSpPr>
        <p:spPr>
          <a:xfrm>
            <a:off x="3948253" y="5931486"/>
            <a:ext cx="25400" cy="25400"/>
          </a:xfrm>
          <a:prstGeom prst="ellipse">
            <a:avLst/>
          </a:prstGeom>
          <a:solidFill>
            <a:srgbClr val="B08A60">
              <a:alpha val="43000"/>
            </a:srgbClr>
          </a:solidFill>
          <a:ln w="0">
            <a:noFill/>
            <a:prstDash val="solid"/>
          </a:ln>
        </p:spPr>
      </p:sp>
      <p:sp>
        <p:nvSpPr>
          <p:cNvPr id="5236" name="LigandSeek2_vs_LigandSeek1_ellipse_10750">
            <a:extLst>
              <a:ext uri="{FF2B5EF4-FFF2-40B4-BE49-F238E27FC236}">
                <a16:creationId xmlns:a16="http://schemas.microsoft.com/office/drawing/2014/main" id="{6E20620D-7AA9-4F7F-815C-283CCB946CDB}"/>
              </a:ext>
            </a:extLst>
          </p:cNvPr>
          <p:cNvSpPr>
            <a:spLocks noGrp="1"/>
          </p:cNvSpPr>
          <p:nvPr/>
        </p:nvSpPr>
        <p:spPr>
          <a:xfrm>
            <a:off x="4014404" y="5246195"/>
            <a:ext cx="25400" cy="25400"/>
          </a:xfrm>
          <a:prstGeom prst="ellipse">
            <a:avLst/>
          </a:prstGeom>
          <a:solidFill>
            <a:srgbClr val="B08A60">
              <a:alpha val="43000"/>
            </a:srgbClr>
          </a:solidFill>
          <a:ln w="0">
            <a:noFill/>
            <a:prstDash val="solid"/>
          </a:ln>
        </p:spPr>
      </p:sp>
      <p:sp>
        <p:nvSpPr>
          <p:cNvPr id="5237" name="LigandSeek2_vs_LigandSeek1_ellipse_10751">
            <a:extLst>
              <a:ext uri="{FF2B5EF4-FFF2-40B4-BE49-F238E27FC236}">
                <a16:creationId xmlns:a16="http://schemas.microsoft.com/office/drawing/2014/main" id="{414102F6-4B46-4B5A-B4B4-A0C33057A4E5}"/>
              </a:ext>
            </a:extLst>
          </p:cNvPr>
          <p:cNvSpPr>
            <a:spLocks noGrp="1"/>
          </p:cNvSpPr>
          <p:nvPr/>
        </p:nvSpPr>
        <p:spPr>
          <a:xfrm>
            <a:off x="4021330" y="5944176"/>
            <a:ext cx="25400" cy="25400"/>
          </a:xfrm>
          <a:prstGeom prst="ellipse">
            <a:avLst/>
          </a:prstGeom>
          <a:solidFill>
            <a:srgbClr val="B08A60">
              <a:alpha val="43000"/>
            </a:srgbClr>
          </a:solidFill>
          <a:ln w="0">
            <a:noFill/>
            <a:prstDash val="solid"/>
          </a:ln>
        </p:spPr>
      </p:sp>
      <p:sp>
        <p:nvSpPr>
          <p:cNvPr id="5238" name="LigandSeek2_vs_LigandSeek1_ellipse_10752">
            <a:extLst>
              <a:ext uri="{FF2B5EF4-FFF2-40B4-BE49-F238E27FC236}">
                <a16:creationId xmlns:a16="http://schemas.microsoft.com/office/drawing/2014/main" id="{53232B74-6921-4441-859F-7F1F86E77757}"/>
              </a:ext>
            </a:extLst>
          </p:cNvPr>
          <p:cNvSpPr>
            <a:spLocks noGrp="1"/>
          </p:cNvSpPr>
          <p:nvPr/>
        </p:nvSpPr>
        <p:spPr>
          <a:xfrm>
            <a:off x="3958054" y="6388346"/>
            <a:ext cx="25400" cy="25400"/>
          </a:xfrm>
          <a:prstGeom prst="ellipse">
            <a:avLst/>
          </a:prstGeom>
          <a:solidFill>
            <a:srgbClr val="B08A60">
              <a:alpha val="43000"/>
            </a:srgbClr>
          </a:solidFill>
          <a:ln w="0">
            <a:noFill/>
            <a:prstDash val="solid"/>
          </a:ln>
        </p:spPr>
      </p:sp>
      <p:sp>
        <p:nvSpPr>
          <p:cNvPr id="5239" name="LigandSeek2_vs_LigandSeek1_ellipse_10753">
            <a:extLst>
              <a:ext uri="{FF2B5EF4-FFF2-40B4-BE49-F238E27FC236}">
                <a16:creationId xmlns:a16="http://schemas.microsoft.com/office/drawing/2014/main" id="{B30BF1EB-F778-4763-AF50-F26D2817AC75}"/>
              </a:ext>
            </a:extLst>
          </p:cNvPr>
          <p:cNvSpPr>
            <a:spLocks noGrp="1"/>
          </p:cNvSpPr>
          <p:nvPr/>
        </p:nvSpPr>
        <p:spPr>
          <a:xfrm>
            <a:off x="3941728" y="5246195"/>
            <a:ext cx="25400" cy="25400"/>
          </a:xfrm>
          <a:prstGeom prst="ellipse">
            <a:avLst/>
          </a:prstGeom>
          <a:solidFill>
            <a:srgbClr val="B08A60">
              <a:alpha val="43000"/>
            </a:srgbClr>
          </a:solidFill>
          <a:ln w="0">
            <a:noFill/>
            <a:prstDash val="solid"/>
          </a:ln>
        </p:spPr>
      </p:sp>
      <p:sp>
        <p:nvSpPr>
          <p:cNvPr id="5240" name="LigandSeek2_vs_LigandSeek1_ellipse_10754">
            <a:extLst>
              <a:ext uri="{FF2B5EF4-FFF2-40B4-BE49-F238E27FC236}">
                <a16:creationId xmlns:a16="http://schemas.microsoft.com/office/drawing/2014/main" id="{C14BC0B3-4B5C-4DF4-A0A4-5490B6E4FEBB}"/>
              </a:ext>
            </a:extLst>
          </p:cNvPr>
          <p:cNvSpPr>
            <a:spLocks noGrp="1"/>
          </p:cNvSpPr>
          <p:nvPr/>
        </p:nvSpPr>
        <p:spPr>
          <a:xfrm>
            <a:off x="3960327" y="6388346"/>
            <a:ext cx="25400" cy="25400"/>
          </a:xfrm>
          <a:prstGeom prst="ellipse">
            <a:avLst/>
          </a:prstGeom>
          <a:solidFill>
            <a:srgbClr val="B08A60">
              <a:alpha val="43000"/>
            </a:srgbClr>
          </a:solidFill>
          <a:ln w="0">
            <a:noFill/>
            <a:prstDash val="solid"/>
          </a:ln>
        </p:spPr>
      </p:sp>
      <p:sp>
        <p:nvSpPr>
          <p:cNvPr id="5241" name="LigandSeek2_vs_LigandSeek1_ellipse_10755">
            <a:extLst>
              <a:ext uri="{FF2B5EF4-FFF2-40B4-BE49-F238E27FC236}">
                <a16:creationId xmlns:a16="http://schemas.microsoft.com/office/drawing/2014/main" id="{D0E12166-1AB8-421C-B847-8635A742432F}"/>
              </a:ext>
            </a:extLst>
          </p:cNvPr>
          <p:cNvSpPr>
            <a:spLocks noGrp="1"/>
          </p:cNvSpPr>
          <p:nvPr/>
        </p:nvSpPr>
        <p:spPr>
          <a:xfrm>
            <a:off x="3965974" y="5246195"/>
            <a:ext cx="25400" cy="25400"/>
          </a:xfrm>
          <a:prstGeom prst="ellipse">
            <a:avLst/>
          </a:prstGeom>
          <a:solidFill>
            <a:srgbClr val="B08A60">
              <a:alpha val="43000"/>
            </a:srgbClr>
          </a:solidFill>
          <a:ln w="0">
            <a:noFill/>
            <a:prstDash val="solid"/>
          </a:ln>
        </p:spPr>
      </p:sp>
      <p:sp>
        <p:nvSpPr>
          <p:cNvPr id="5242" name="LigandSeek2_vs_LigandSeek1_ellipse_10756">
            <a:extLst>
              <a:ext uri="{FF2B5EF4-FFF2-40B4-BE49-F238E27FC236}">
                <a16:creationId xmlns:a16="http://schemas.microsoft.com/office/drawing/2014/main" id="{BD73C70A-57EF-4963-A316-DEC47C1E4DD3}"/>
              </a:ext>
            </a:extLst>
          </p:cNvPr>
          <p:cNvSpPr>
            <a:spLocks noGrp="1"/>
          </p:cNvSpPr>
          <p:nvPr/>
        </p:nvSpPr>
        <p:spPr>
          <a:xfrm>
            <a:off x="3898617" y="6388346"/>
            <a:ext cx="25400" cy="25400"/>
          </a:xfrm>
          <a:prstGeom prst="ellipse">
            <a:avLst/>
          </a:prstGeom>
          <a:solidFill>
            <a:srgbClr val="B08A60">
              <a:alpha val="43000"/>
            </a:srgbClr>
          </a:solidFill>
          <a:ln w="0">
            <a:noFill/>
            <a:prstDash val="solid"/>
          </a:ln>
        </p:spPr>
      </p:sp>
      <p:sp>
        <p:nvSpPr>
          <p:cNvPr id="5243" name="LigandSeek2_vs_LigandSeek1_ellipse_10757">
            <a:extLst>
              <a:ext uri="{FF2B5EF4-FFF2-40B4-BE49-F238E27FC236}">
                <a16:creationId xmlns:a16="http://schemas.microsoft.com/office/drawing/2014/main" id="{670ADE96-67AA-4746-AD41-90435FB01443}"/>
              </a:ext>
            </a:extLst>
          </p:cNvPr>
          <p:cNvSpPr>
            <a:spLocks noGrp="1"/>
          </p:cNvSpPr>
          <p:nvPr/>
        </p:nvSpPr>
        <p:spPr>
          <a:xfrm>
            <a:off x="3976916" y="5735689"/>
            <a:ext cx="25400" cy="25400"/>
          </a:xfrm>
          <a:prstGeom prst="ellipse">
            <a:avLst/>
          </a:prstGeom>
          <a:solidFill>
            <a:srgbClr val="B08A60">
              <a:alpha val="43000"/>
            </a:srgbClr>
          </a:solidFill>
          <a:ln w="0">
            <a:noFill/>
            <a:prstDash val="solid"/>
          </a:ln>
        </p:spPr>
      </p:sp>
      <p:sp>
        <p:nvSpPr>
          <p:cNvPr id="5244" name="LigandSeek2_vs_LigandSeek1_ellipse_10758">
            <a:extLst>
              <a:ext uri="{FF2B5EF4-FFF2-40B4-BE49-F238E27FC236}">
                <a16:creationId xmlns:a16="http://schemas.microsoft.com/office/drawing/2014/main" id="{5398AA5D-BAD7-4187-A159-B178AB34FC7A}"/>
              </a:ext>
            </a:extLst>
          </p:cNvPr>
          <p:cNvSpPr>
            <a:spLocks noGrp="1"/>
          </p:cNvSpPr>
          <p:nvPr/>
        </p:nvSpPr>
        <p:spPr>
          <a:xfrm>
            <a:off x="4006876" y="5246195"/>
            <a:ext cx="25400" cy="25400"/>
          </a:xfrm>
          <a:prstGeom prst="ellipse">
            <a:avLst/>
          </a:prstGeom>
          <a:solidFill>
            <a:srgbClr val="B08A60">
              <a:alpha val="43000"/>
            </a:srgbClr>
          </a:solidFill>
          <a:ln w="0">
            <a:noFill/>
            <a:prstDash val="solid"/>
          </a:ln>
        </p:spPr>
      </p:sp>
      <p:sp>
        <p:nvSpPr>
          <p:cNvPr id="5245" name="LigandSeek2_vs_LigandSeek1_ellipse_10759">
            <a:extLst>
              <a:ext uri="{FF2B5EF4-FFF2-40B4-BE49-F238E27FC236}">
                <a16:creationId xmlns:a16="http://schemas.microsoft.com/office/drawing/2014/main" id="{2C30D015-EF63-4D02-BC2F-2E489606A0A2}"/>
              </a:ext>
            </a:extLst>
          </p:cNvPr>
          <p:cNvSpPr>
            <a:spLocks noGrp="1"/>
          </p:cNvSpPr>
          <p:nvPr/>
        </p:nvSpPr>
        <p:spPr>
          <a:xfrm>
            <a:off x="3904567" y="5246195"/>
            <a:ext cx="25400" cy="25400"/>
          </a:xfrm>
          <a:prstGeom prst="ellipse">
            <a:avLst/>
          </a:prstGeom>
          <a:solidFill>
            <a:srgbClr val="B08A60">
              <a:alpha val="43000"/>
            </a:srgbClr>
          </a:solidFill>
          <a:ln w="0">
            <a:noFill/>
            <a:prstDash val="solid"/>
          </a:ln>
        </p:spPr>
      </p:sp>
      <p:sp>
        <p:nvSpPr>
          <p:cNvPr id="5246" name="LigandSeek2_vs_LigandSeek1_ellipse_10760">
            <a:extLst>
              <a:ext uri="{FF2B5EF4-FFF2-40B4-BE49-F238E27FC236}">
                <a16:creationId xmlns:a16="http://schemas.microsoft.com/office/drawing/2014/main" id="{63155F22-83AE-4AC6-B3D0-44439D5342C6}"/>
              </a:ext>
            </a:extLst>
          </p:cNvPr>
          <p:cNvSpPr>
            <a:spLocks noGrp="1"/>
          </p:cNvSpPr>
          <p:nvPr/>
        </p:nvSpPr>
        <p:spPr>
          <a:xfrm>
            <a:off x="3867404" y="5817271"/>
            <a:ext cx="25400" cy="25400"/>
          </a:xfrm>
          <a:prstGeom prst="ellipse">
            <a:avLst/>
          </a:prstGeom>
          <a:solidFill>
            <a:srgbClr val="B08A60">
              <a:alpha val="43000"/>
            </a:srgbClr>
          </a:solidFill>
          <a:ln w="0">
            <a:noFill/>
            <a:prstDash val="solid"/>
          </a:ln>
        </p:spPr>
      </p:sp>
      <p:sp>
        <p:nvSpPr>
          <p:cNvPr id="5247" name="LigandSeek2_vs_LigandSeek1_ellipse_10761">
            <a:extLst>
              <a:ext uri="{FF2B5EF4-FFF2-40B4-BE49-F238E27FC236}">
                <a16:creationId xmlns:a16="http://schemas.microsoft.com/office/drawing/2014/main" id="{13E2F20A-FC30-4244-9BAC-2D86D4205629}"/>
              </a:ext>
            </a:extLst>
          </p:cNvPr>
          <p:cNvSpPr>
            <a:spLocks noGrp="1"/>
          </p:cNvSpPr>
          <p:nvPr/>
        </p:nvSpPr>
        <p:spPr>
          <a:xfrm>
            <a:off x="3982319" y="6159916"/>
            <a:ext cx="25400" cy="25400"/>
          </a:xfrm>
          <a:prstGeom prst="ellipse">
            <a:avLst/>
          </a:prstGeom>
          <a:solidFill>
            <a:srgbClr val="B08A60">
              <a:alpha val="43000"/>
            </a:srgbClr>
          </a:solidFill>
          <a:ln w="0">
            <a:noFill/>
            <a:prstDash val="solid"/>
          </a:ln>
        </p:spPr>
      </p:sp>
      <p:sp>
        <p:nvSpPr>
          <p:cNvPr id="5248" name="LigandSeek2_vs_LigandSeek1_ellipse_10762">
            <a:extLst>
              <a:ext uri="{FF2B5EF4-FFF2-40B4-BE49-F238E27FC236}">
                <a16:creationId xmlns:a16="http://schemas.microsoft.com/office/drawing/2014/main" id="{6109461B-49A1-44CD-A23B-7345663629E7}"/>
              </a:ext>
            </a:extLst>
          </p:cNvPr>
          <p:cNvSpPr>
            <a:spLocks noGrp="1"/>
          </p:cNvSpPr>
          <p:nvPr/>
        </p:nvSpPr>
        <p:spPr>
          <a:xfrm>
            <a:off x="3897857" y="5531733"/>
            <a:ext cx="25400" cy="25400"/>
          </a:xfrm>
          <a:prstGeom prst="ellipse">
            <a:avLst/>
          </a:prstGeom>
          <a:solidFill>
            <a:srgbClr val="B08A60">
              <a:alpha val="43000"/>
            </a:srgbClr>
          </a:solidFill>
          <a:ln w="0">
            <a:noFill/>
            <a:prstDash val="solid"/>
          </a:ln>
        </p:spPr>
      </p:sp>
      <p:sp>
        <p:nvSpPr>
          <p:cNvPr id="5249" name="LigandSeek2_vs_LigandSeek1_ellipse_10763">
            <a:extLst>
              <a:ext uri="{FF2B5EF4-FFF2-40B4-BE49-F238E27FC236}">
                <a16:creationId xmlns:a16="http://schemas.microsoft.com/office/drawing/2014/main" id="{7BA0830E-758E-4A1F-9227-082999DB7E51}"/>
              </a:ext>
            </a:extLst>
          </p:cNvPr>
          <p:cNvSpPr>
            <a:spLocks noGrp="1"/>
          </p:cNvSpPr>
          <p:nvPr/>
        </p:nvSpPr>
        <p:spPr>
          <a:xfrm>
            <a:off x="3923466" y="5817271"/>
            <a:ext cx="25400" cy="25400"/>
          </a:xfrm>
          <a:prstGeom prst="ellipse">
            <a:avLst/>
          </a:prstGeom>
          <a:solidFill>
            <a:srgbClr val="B08A60">
              <a:alpha val="43000"/>
            </a:srgbClr>
          </a:solidFill>
          <a:ln w="0">
            <a:noFill/>
            <a:prstDash val="solid"/>
          </a:ln>
        </p:spPr>
      </p:sp>
      <p:sp>
        <p:nvSpPr>
          <p:cNvPr id="5250" name="LigandSeek2_vs_LigandSeek1_ellipse_10764">
            <a:extLst>
              <a:ext uri="{FF2B5EF4-FFF2-40B4-BE49-F238E27FC236}">
                <a16:creationId xmlns:a16="http://schemas.microsoft.com/office/drawing/2014/main" id="{2D856A75-8B02-4530-A6C6-BA5E43ADA3D4}"/>
              </a:ext>
            </a:extLst>
          </p:cNvPr>
          <p:cNvSpPr>
            <a:spLocks noGrp="1"/>
          </p:cNvSpPr>
          <p:nvPr/>
        </p:nvSpPr>
        <p:spPr>
          <a:xfrm>
            <a:off x="3902730" y="5246195"/>
            <a:ext cx="25400" cy="25400"/>
          </a:xfrm>
          <a:prstGeom prst="ellipse">
            <a:avLst/>
          </a:prstGeom>
          <a:solidFill>
            <a:srgbClr val="B08A60">
              <a:alpha val="43000"/>
            </a:srgbClr>
          </a:solidFill>
          <a:ln w="0">
            <a:noFill/>
            <a:prstDash val="solid"/>
          </a:ln>
        </p:spPr>
      </p:sp>
      <p:sp>
        <p:nvSpPr>
          <p:cNvPr id="5251" name="LigandSeek2_vs_LigandSeek1_ellipse_10765">
            <a:extLst>
              <a:ext uri="{FF2B5EF4-FFF2-40B4-BE49-F238E27FC236}">
                <a16:creationId xmlns:a16="http://schemas.microsoft.com/office/drawing/2014/main" id="{DD6E1455-6B7E-4268-99C5-68204AF67D13}"/>
              </a:ext>
            </a:extLst>
          </p:cNvPr>
          <p:cNvSpPr>
            <a:spLocks noGrp="1"/>
          </p:cNvSpPr>
          <p:nvPr/>
        </p:nvSpPr>
        <p:spPr>
          <a:xfrm>
            <a:off x="3885679" y="6388346"/>
            <a:ext cx="25400" cy="25400"/>
          </a:xfrm>
          <a:prstGeom prst="ellipse">
            <a:avLst/>
          </a:prstGeom>
          <a:solidFill>
            <a:srgbClr val="B08A60">
              <a:alpha val="43000"/>
            </a:srgbClr>
          </a:solidFill>
          <a:ln w="0">
            <a:noFill/>
            <a:prstDash val="solid"/>
          </a:ln>
        </p:spPr>
      </p:sp>
      <p:sp>
        <p:nvSpPr>
          <p:cNvPr id="5252" name="LigandSeek2_vs_LigandSeek1_ellipse_10766">
            <a:extLst>
              <a:ext uri="{FF2B5EF4-FFF2-40B4-BE49-F238E27FC236}">
                <a16:creationId xmlns:a16="http://schemas.microsoft.com/office/drawing/2014/main" id="{34A6500D-CD66-4FA0-B901-DAE3E06EC2BE}"/>
              </a:ext>
            </a:extLst>
          </p:cNvPr>
          <p:cNvSpPr>
            <a:spLocks noGrp="1"/>
          </p:cNvSpPr>
          <p:nvPr/>
        </p:nvSpPr>
        <p:spPr>
          <a:xfrm>
            <a:off x="3964389" y="5246195"/>
            <a:ext cx="25400" cy="25400"/>
          </a:xfrm>
          <a:prstGeom prst="ellipse">
            <a:avLst/>
          </a:prstGeom>
          <a:solidFill>
            <a:srgbClr val="B08A60">
              <a:alpha val="43000"/>
            </a:srgbClr>
          </a:solidFill>
          <a:ln w="0">
            <a:noFill/>
            <a:prstDash val="solid"/>
          </a:ln>
        </p:spPr>
      </p:sp>
      <p:sp>
        <p:nvSpPr>
          <p:cNvPr id="5253" name="LigandSeek2_vs_LigandSeek1_ellipse_10767">
            <a:extLst>
              <a:ext uri="{FF2B5EF4-FFF2-40B4-BE49-F238E27FC236}">
                <a16:creationId xmlns:a16="http://schemas.microsoft.com/office/drawing/2014/main" id="{7822E964-DB76-4B3A-8D4B-2D1B84F7EA9D}"/>
              </a:ext>
            </a:extLst>
          </p:cNvPr>
          <p:cNvSpPr>
            <a:spLocks noGrp="1"/>
          </p:cNvSpPr>
          <p:nvPr/>
        </p:nvSpPr>
        <p:spPr>
          <a:xfrm>
            <a:off x="3992277" y="5985234"/>
            <a:ext cx="25400" cy="25400"/>
          </a:xfrm>
          <a:prstGeom prst="ellipse">
            <a:avLst/>
          </a:prstGeom>
          <a:solidFill>
            <a:srgbClr val="B08A60">
              <a:alpha val="43000"/>
            </a:srgbClr>
          </a:solidFill>
          <a:ln w="0">
            <a:noFill/>
            <a:prstDash val="solid"/>
          </a:ln>
        </p:spPr>
      </p:sp>
      <p:sp>
        <p:nvSpPr>
          <p:cNvPr id="5254" name="LigandSeek2_vs_LigandSeek1_ellipse_10768">
            <a:extLst>
              <a:ext uri="{FF2B5EF4-FFF2-40B4-BE49-F238E27FC236}">
                <a16:creationId xmlns:a16="http://schemas.microsoft.com/office/drawing/2014/main" id="{651A6681-D3CE-45EB-BC1C-C633CE6FBFAA}"/>
              </a:ext>
            </a:extLst>
          </p:cNvPr>
          <p:cNvSpPr>
            <a:spLocks noGrp="1"/>
          </p:cNvSpPr>
          <p:nvPr/>
        </p:nvSpPr>
        <p:spPr>
          <a:xfrm>
            <a:off x="3885976" y="5246195"/>
            <a:ext cx="25400" cy="25400"/>
          </a:xfrm>
          <a:prstGeom prst="ellipse">
            <a:avLst/>
          </a:prstGeom>
          <a:solidFill>
            <a:srgbClr val="B08A60">
              <a:alpha val="43000"/>
            </a:srgbClr>
          </a:solidFill>
          <a:ln w="0">
            <a:noFill/>
            <a:prstDash val="solid"/>
          </a:ln>
        </p:spPr>
      </p:sp>
      <p:sp>
        <p:nvSpPr>
          <p:cNvPr id="5255" name="LigandSeek2_vs_LigandSeek1_ellipse_10769">
            <a:extLst>
              <a:ext uri="{FF2B5EF4-FFF2-40B4-BE49-F238E27FC236}">
                <a16:creationId xmlns:a16="http://schemas.microsoft.com/office/drawing/2014/main" id="{194F3A59-4896-4974-965C-F71C63FD92E9}"/>
              </a:ext>
            </a:extLst>
          </p:cNvPr>
          <p:cNvSpPr>
            <a:spLocks noGrp="1"/>
          </p:cNvSpPr>
          <p:nvPr/>
        </p:nvSpPr>
        <p:spPr>
          <a:xfrm>
            <a:off x="3911425" y="5931486"/>
            <a:ext cx="25400" cy="25400"/>
          </a:xfrm>
          <a:prstGeom prst="ellipse">
            <a:avLst/>
          </a:prstGeom>
          <a:solidFill>
            <a:srgbClr val="B08A60">
              <a:alpha val="43000"/>
            </a:srgbClr>
          </a:solidFill>
          <a:ln w="0">
            <a:noFill/>
            <a:prstDash val="solid"/>
          </a:ln>
        </p:spPr>
      </p:sp>
      <p:sp>
        <p:nvSpPr>
          <p:cNvPr id="5256" name="LigandSeek2_vs_LigandSeek1_ellipse_10770">
            <a:extLst>
              <a:ext uri="{FF2B5EF4-FFF2-40B4-BE49-F238E27FC236}">
                <a16:creationId xmlns:a16="http://schemas.microsoft.com/office/drawing/2014/main" id="{F5D62A39-053C-4109-9EE1-141AE3815E6C}"/>
              </a:ext>
            </a:extLst>
          </p:cNvPr>
          <p:cNvSpPr>
            <a:spLocks noGrp="1"/>
          </p:cNvSpPr>
          <p:nvPr/>
        </p:nvSpPr>
        <p:spPr>
          <a:xfrm>
            <a:off x="3993760" y="6388346"/>
            <a:ext cx="25400" cy="25400"/>
          </a:xfrm>
          <a:prstGeom prst="ellipse">
            <a:avLst/>
          </a:prstGeom>
          <a:solidFill>
            <a:srgbClr val="B08A60">
              <a:alpha val="43000"/>
            </a:srgbClr>
          </a:solidFill>
          <a:ln w="0">
            <a:noFill/>
            <a:prstDash val="solid"/>
          </a:ln>
        </p:spPr>
      </p:sp>
      <p:sp>
        <p:nvSpPr>
          <p:cNvPr id="5257" name="LigandSeek2_vs_LigandSeek1_ellipse_10771">
            <a:extLst>
              <a:ext uri="{FF2B5EF4-FFF2-40B4-BE49-F238E27FC236}">
                <a16:creationId xmlns:a16="http://schemas.microsoft.com/office/drawing/2014/main" id="{B7EB2F7F-B385-402D-B5A8-E2974D4FE49B}"/>
              </a:ext>
            </a:extLst>
          </p:cNvPr>
          <p:cNvSpPr>
            <a:spLocks noGrp="1"/>
          </p:cNvSpPr>
          <p:nvPr/>
        </p:nvSpPr>
        <p:spPr>
          <a:xfrm>
            <a:off x="3927032" y="6388346"/>
            <a:ext cx="25400" cy="25400"/>
          </a:xfrm>
          <a:prstGeom prst="ellipse">
            <a:avLst/>
          </a:prstGeom>
          <a:solidFill>
            <a:srgbClr val="B08A60">
              <a:alpha val="43000"/>
            </a:srgbClr>
          </a:solidFill>
          <a:ln w="0">
            <a:noFill/>
            <a:prstDash val="solid"/>
          </a:ln>
        </p:spPr>
      </p:sp>
      <p:sp>
        <p:nvSpPr>
          <p:cNvPr id="5258" name="LigandSeek2_vs_LigandSeek1_ellipse_10772">
            <a:extLst>
              <a:ext uri="{FF2B5EF4-FFF2-40B4-BE49-F238E27FC236}">
                <a16:creationId xmlns:a16="http://schemas.microsoft.com/office/drawing/2014/main" id="{B836DE43-FF09-4453-B679-28C3F84661B5}"/>
              </a:ext>
            </a:extLst>
          </p:cNvPr>
          <p:cNvSpPr>
            <a:spLocks noGrp="1"/>
          </p:cNvSpPr>
          <p:nvPr/>
        </p:nvSpPr>
        <p:spPr>
          <a:xfrm>
            <a:off x="3923508" y="5693124"/>
            <a:ext cx="25400" cy="25400"/>
          </a:xfrm>
          <a:prstGeom prst="ellipse">
            <a:avLst/>
          </a:prstGeom>
          <a:solidFill>
            <a:srgbClr val="B08A60">
              <a:alpha val="43000"/>
            </a:srgbClr>
          </a:solidFill>
          <a:ln w="0">
            <a:noFill/>
            <a:prstDash val="solid"/>
          </a:ln>
        </p:spPr>
      </p:sp>
      <p:sp>
        <p:nvSpPr>
          <p:cNvPr id="5259" name="LigandSeek2_vs_LigandSeek1_ellipse_10773">
            <a:extLst>
              <a:ext uri="{FF2B5EF4-FFF2-40B4-BE49-F238E27FC236}">
                <a16:creationId xmlns:a16="http://schemas.microsoft.com/office/drawing/2014/main" id="{33E1653E-EE35-4F8A-B911-E731DC49666C}"/>
              </a:ext>
            </a:extLst>
          </p:cNvPr>
          <p:cNvSpPr>
            <a:spLocks noGrp="1"/>
          </p:cNvSpPr>
          <p:nvPr/>
        </p:nvSpPr>
        <p:spPr>
          <a:xfrm>
            <a:off x="3887755" y="6007629"/>
            <a:ext cx="25400" cy="25400"/>
          </a:xfrm>
          <a:prstGeom prst="ellipse">
            <a:avLst/>
          </a:prstGeom>
          <a:solidFill>
            <a:srgbClr val="B08A60">
              <a:alpha val="43000"/>
            </a:srgbClr>
          </a:solidFill>
          <a:ln w="0">
            <a:noFill/>
            <a:prstDash val="solid"/>
          </a:ln>
        </p:spPr>
      </p:sp>
      <p:sp>
        <p:nvSpPr>
          <p:cNvPr id="5260" name="LigandSeek2_vs_LigandSeek1_ellipse_10774">
            <a:extLst>
              <a:ext uri="{FF2B5EF4-FFF2-40B4-BE49-F238E27FC236}">
                <a16:creationId xmlns:a16="http://schemas.microsoft.com/office/drawing/2014/main" id="{8A2A74ED-4299-4A4D-882D-0757601A6E50}"/>
              </a:ext>
            </a:extLst>
          </p:cNvPr>
          <p:cNvSpPr>
            <a:spLocks noGrp="1"/>
          </p:cNvSpPr>
          <p:nvPr/>
        </p:nvSpPr>
        <p:spPr>
          <a:xfrm>
            <a:off x="4022808" y="5436554"/>
            <a:ext cx="25400" cy="25400"/>
          </a:xfrm>
          <a:prstGeom prst="ellipse">
            <a:avLst/>
          </a:prstGeom>
          <a:solidFill>
            <a:srgbClr val="B08A60">
              <a:alpha val="43000"/>
            </a:srgbClr>
          </a:solidFill>
          <a:ln w="0">
            <a:noFill/>
            <a:prstDash val="solid"/>
          </a:ln>
        </p:spPr>
      </p:sp>
      <p:sp>
        <p:nvSpPr>
          <p:cNvPr id="5261" name="LigandSeek2_vs_LigandSeek1_ellipse_10775">
            <a:extLst>
              <a:ext uri="{FF2B5EF4-FFF2-40B4-BE49-F238E27FC236}">
                <a16:creationId xmlns:a16="http://schemas.microsoft.com/office/drawing/2014/main" id="{CF2D90F5-36F7-4EF3-8ED5-EA95ABBF7C6D}"/>
              </a:ext>
            </a:extLst>
          </p:cNvPr>
          <p:cNvSpPr>
            <a:spLocks noGrp="1"/>
          </p:cNvSpPr>
          <p:nvPr/>
        </p:nvSpPr>
        <p:spPr>
          <a:xfrm>
            <a:off x="3973688" y="6197988"/>
            <a:ext cx="25400" cy="25400"/>
          </a:xfrm>
          <a:prstGeom prst="ellipse">
            <a:avLst/>
          </a:prstGeom>
          <a:solidFill>
            <a:srgbClr val="B08A60">
              <a:alpha val="43000"/>
            </a:srgbClr>
          </a:solidFill>
          <a:ln w="0">
            <a:noFill/>
            <a:prstDash val="solid"/>
          </a:ln>
        </p:spPr>
      </p:sp>
      <p:sp>
        <p:nvSpPr>
          <p:cNvPr id="5262" name="LigandSeek2_vs_LigandSeek1_ellipse_10776">
            <a:extLst>
              <a:ext uri="{FF2B5EF4-FFF2-40B4-BE49-F238E27FC236}">
                <a16:creationId xmlns:a16="http://schemas.microsoft.com/office/drawing/2014/main" id="{5521C7B3-7F8A-493B-ADA3-B6391B527322}"/>
              </a:ext>
            </a:extLst>
          </p:cNvPr>
          <p:cNvSpPr>
            <a:spLocks noGrp="1"/>
          </p:cNvSpPr>
          <p:nvPr/>
        </p:nvSpPr>
        <p:spPr>
          <a:xfrm>
            <a:off x="3926527" y="5626912"/>
            <a:ext cx="25400" cy="25400"/>
          </a:xfrm>
          <a:prstGeom prst="ellipse">
            <a:avLst/>
          </a:prstGeom>
          <a:solidFill>
            <a:srgbClr val="B08A60">
              <a:alpha val="43000"/>
            </a:srgbClr>
          </a:solidFill>
          <a:ln w="0">
            <a:noFill/>
            <a:prstDash val="solid"/>
          </a:ln>
        </p:spPr>
      </p:sp>
      <p:sp>
        <p:nvSpPr>
          <p:cNvPr id="5263" name="LigandSeek2_vs_LigandSeek1_ellipse_10777">
            <a:extLst>
              <a:ext uri="{FF2B5EF4-FFF2-40B4-BE49-F238E27FC236}">
                <a16:creationId xmlns:a16="http://schemas.microsoft.com/office/drawing/2014/main" id="{150EF297-2E56-4C57-8E79-162AE2FD1A12}"/>
              </a:ext>
            </a:extLst>
          </p:cNvPr>
          <p:cNvSpPr>
            <a:spLocks noGrp="1"/>
          </p:cNvSpPr>
          <p:nvPr/>
        </p:nvSpPr>
        <p:spPr>
          <a:xfrm>
            <a:off x="3890879" y="5931486"/>
            <a:ext cx="25400" cy="25400"/>
          </a:xfrm>
          <a:prstGeom prst="ellipse">
            <a:avLst/>
          </a:prstGeom>
          <a:solidFill>
            <a:srgbClr val="B08A60">
              <a:alpha val="43000"/>
            </a:srgbClr>
          </a:solidFill>
          <a:ln w="0">
            <a:noFill/>
            <a:prstDash val="solid"/>
          </a:ln>
        </p:spPr>
      </p:sp>
      <p:sp>
        <p:nvSpPr>
          <p:cNvPr id="5264" name="LigandSeek2_vs_LigandSeek1_ellipse_10778">
            <a:extLst>
              <a:ext uri="{FF2B5EF4-FFF2-40B4-BE49-F238E27FC236}">
                <a16:creationId xmlns:a16="http://schemas.microsoft.com/office/drawing/2014/main" id="{5598EB60-166D-4284-AA2B-1243F1D2D7D6}"/>
              </a:ext>
            </a:extLst>
          </p:cNvPr>
          <p:cNvSpPr>
            <a:spLocks noGrp="1"/>
          </p:cNvSpPr>
          <p:nvPr/>
        </p:nvSpPr>
        <p:spPr>
          <a:xfrm>
            <a:off x="3971495" y="5626912"/>
            <a:ext cx="25400" cy="25400"/>
          </a:xfrm>
          <a:prstGeom prst="ellipse">
            <a:avLst/>
          </a:prstGeom>
          <a:solidFill>
            <a:srgbClr val="B08A60">
              <a:alpha val="43000"/>
            </a:srgbClr>
          </a:solidFill>
          <a:ln w="0">
            <a:noFill/>
            <a:prstDash val="solid"/>
          </a:ln>
        </p:spPr>
      </p:sp>
      <p:sp>
        <p:nvSpPr>
          <p:cNvPr id="5265" name="LigandSeek2_vs_LigandSeek1_ellipse_10779">
            <a:extLst>
              <a:ext uri="{FF2B5EF4-FFF2-40B4-BE49-F238E27FC236}">
                <a16:creationId xmlns:a16="http://schemas.microsoft.com/office/drawing/2014/main" id="{E26E8DB2-4985-4A09-9928-289C6358FF44}"/>
              </a:ext>
            </a:extLst>
          </p:cNvPr>
          <p:cNvSpPr>
            <a:spLocks noGrp="1"/>
          </p:cNvSpPr>
          <p:nvPr/>
        </p:nvSpPr>
        <p:spPr>
          <a:xfrm>
            <a:off x="3932801" y="5246195"/>
            <a:ext cx="25400" cy="25400"/>
          </a:xfrm>
          <a:prstGeom prst="ellipse">
            <a:avLst/>
          </a:prstGeom>
          <a:solidFill>
            <a:srgbClr val="B08A60">
              <a:alpha val="43000"/>
            </a:srgbClr>
          </a:solidFill>
          <a:ln w="0">
            <a:noFill/>
            <a:prstDash val="solid"/>
          </a:ln>
        </p:spPr>
      </p:sp>
      <p:sp>
        <p:nvSpPr>
          <p:cNvPr id="5266" name="LigandSeek2_vs_LigandSeek1_ellipse_10780">
            <a:extLst>
              <a:ext uri="{FF2B5EF4-FFF2-40B4-BE49-F238E27FC236}">
                <a16:creationId xmlns:a16="http://schemas.microsoft.com/office/drawing/2014/main" id="{698DFAD3-84A8-478C-830D-03F37D0BC98B}"/>
              </a:ext>
            </a:extLst>
          </p:cNvPr>
          <p:cNvSpPr>
            <a:spLocks noGrp="1"/>
          </p:cNvSpPr>
          <p:nvPr/>
        </p:nvSpPr>
        <p:spPr>
          <a:xfrm>
            <a:off x="3928800" y="6388346"/>
            <a:ext cx="25400" cy="25400"/>
          </a:xfrm>
          <a:prstGeom prst="ellipse">
            <a:avLst/>
          </a:prstGeom>
          <a:solidFill>
            <a:srgbClr val="B08A60">
              <a:alpha val="43000"/>
            </a:srgbClr>
          </a:solidFill>
          <a:ln w="0">
            <a:noFill/>
            <a:prstDash val="solid"/>
          </a:ln>
        </p:spPr>
      </p:sp>
      <p:sp>
        <p:nvSpPr>
          <p:cNvPr id="5267" name="LigandSeek2_vs_LigandSeek1_ellipse_10781">
            <a:extLst>
              <a:ext uri="{FF2B5EF4-FFF2-40B4-BE49-F238E27FC236}">
                <a16:creationId xmlns:a16="http://schemas.microsoft.com/office/drawing/2014/main" id="{392CC2E0-F57D-47D9-93A9-D9F7502C2984}"/>
              </a:ext>
            </a:extLst>
          </p:cNvPr>
          <p:cNvSpPr>
            <a:spLocks noGrp="1"/>
          </p:cNvSpPr>
          <p:nvPr/>
        </p:nvSpPr>
        <p:spPr>
          <a:xfrm>
            <a:off x="3907364" y="5817271"/>
            <a:ext cx="25400" cy="25400"/>
          </a:xfrm>
          <a:prstGeom prst="ellipse">
            <a:avLst/>
          </a:prstGeom>
          <a:solidFill>
            <a:srgbClr val="B08A60">
              <a:alpha val="43000"/>
            </a:srgbClr>
          </a:solidFill>
          <a:ln w="0">
            <a:noFill/>
            <a:prstDash val="solid"/>
          </a:ln>
        </p:spPr>
      </p:sp>
      <p:sp>
        <p:nvSpPr>
          <p:cNvPr id="5268" name="LigandSeek2_vs_LigandSeek1_ellipse_10782">
            <a:extLst>
              <a:ext uri="{FF2B5EF4-FFF2-40B4-BE49-F238E27FC236}">
                <a16:creationId xmlns:a16="http://schemas.microsoft.com/office/drawing/2014/main" id="{F884726B-947E-402F-B75A-9CAC39735BC3}"/>
              </a:ext>
            </a:extLst>
          </p:cNvPr>
          <p:cNvSpPr>
            <a:spLocks noGrp="1"/>
          </p:cNvSpPr>
          <p:nvPr/>
        </p:nvSpPr>
        <p:spPr>
          <a:xfrm>
            <a:off x="3938766" y="5626912"/>
            <a:ext cx="25400" cy="25400"/>
          </a:xfrm>
          <a:prstGeom prst="ellipse">
            <a:avLst/>
          </a:prstGeom>
          <a:solidFill>
            <a:srgbClr val="B08A60">
              <a:alpha val="43000"/>
            </a:srgbClr>
          </a:solidFill>
          <a:ln w="0">
            <a:noFill/>
            <a:prstDash val="solid"/>
          </a:ln>
        </p:spPr>
      </p:sp>
      <p:sp>
        <p:nvSpPr>
          <p:cNvPr id="5269" name="LigandSeek2_vs_LigandSeek1_ellipse_10783">
            <a:extLst>
              <a:ext uri="{FF2B5EF4-FFF2-40B4-BE49-F238E27FC236}">
                <a16:creationId xmlns:a16="http://schemas.microsoft.com/office/drawing/2014/main" id="{D566063B-3858-493C-A47A-FFF90ECEE1C9}"/>
              </a:ext>
            </a:extLst>
          </p:cNvPr>
          <p:cNvSpPr>
            <a:spLocks noGrp="1"/>
          </p:cNvSpPr>
          <p:nvPr/>
        </p:nvSpPr>
        <p:spPr>
          <a:xfrm>
            <a:off x="3924109" y="5817271"/>
            <a:ext cx="25400" cy="25400"/>
          </a:xfrm>
          <a:prstGeom prst="ellipse">
            <a:avLst/>
          </a:prstGeom>
          <a:solidFill>
            <a:srgbClr val="B08A60">
              <a:alpha val="43000"/>
            </a:srgbClr>
          </a:solidFill>
          <a:ln w="0">
            <a:noFill/>
            <a:prstDash val="solid"/>
          </a:ln>
        </p:spPr>
      </p:sp>
      <p:sp>
        <p:nvSpPr>
          <p:cNvPr id="5270" name="LigandSeek2_vs_LigandSeek1_ellipse_10784">
            <a:extLst>
              <a:ext uri="{FF2B5EF4-FFF2-40B4-BE49-F238E27FC236}">
                <a16:creationId xmlns:a16="http://schemas.microsoft.com/office/drawing/2014/main" id="{B63D4F54-7854-43B6-BB47-92AF4AEBDB8E}"/>
              </a:ext>
            </a:extLst>
          </p:cNvPr>
          <p:cNvSpPr>
            <a:spLocks noGrp="1"/>
          </p:cNvSpPr>
          <p:nvPr/>
        </p:nvSpPr>
        <p:spPr>
          <a:xfrm>
            <a:off x="3936763" y="6340757"/>
            <a:ext cx="25400" cy="25400"/>
          </a:xfrm>
          <a:prstGeom prst="ellipse">
            <a:avLst/>
          </a:prstGeom>
          <a:solidFill>
            <a:srgbClr val="B08A60">
              <a:alpha val="43000"/>
            </a:srgbClr>
          </a:solidFill>
          <a:ln w="0">
            <a:noFill/>
            <a:prstDash val="solid"/>
          </a:ln>
        </p:spPr>
      </p:sp>
      <p:sp>
        <p:nvSpPr>
          <p:cNvPr id="5271" name="LigandSeek2_vs_LigandSeek1_ellipse_10785">
            <a:extLst>
              <a:ext uri="{FF2B5EF4-FFF2-40B4-BE49-F238E27FC236}">
                <a16:creationId xmlns:a16="http://schemas.microsoft.com/office/drawing/2014/main" id="{925F177E-EF60-40D4-9872-1E6F336F07E5}"/>
              </a:ext>
            </a:extLst>
          </p:cNvPr>
          <p:cNvSpPr>
            <a:spLocks noGrp="1"/>
          </p:cNvSpPr>
          <p:nvPr/>
        </p:nvSpPr>
        <p:spPr>
          <a:xfrm>
            <a:off x="4016310" y="6245577"/>
            <a:ext cx="25400" cy="25400"/>
          </a:xfrm>
          <a:prstGeom prst="ellipse">
            <a:avLst/>
          </a:prstGeom>
          <a:solidFill>
            <a:srgbClr val="B08A60">
              <a:alpha val="43000"/>
            </a:srgbClr>
          </a:solidFill>
          <a:ln w="0">
            <a:noFill/>
            <a:prstDash val="solid"/>
          </a:ln>
        </p:spPr>
      </p:sp>
      <p:sp>
        <p:nvSpPr>
          <p:cNvPr id="5272" name="LigandSeek2_vs_LigandSeek1_ellipse_10786">
            <a:extLst>
              <a:ext uri="{FF2B5EF4-FFF2-40B4-BE49-F238E27FC236}">
                <a16:creationId xmlns:a16="http://schemas.microsoft.com/office/drawing/2014/main" id="{43AAF364-7C3F-486E-9B46-2BE74C165F2B}"/>
              </a:ext>
            </a:extLst>
          </p:cNvPr>
          <p:cNvSpPr>
            <a:spLocks noGrp="1"/>
          </p:cNvSpPr>
          <p:nvPr/>
        </p:nvSpPr>
        <p:spPr>
          <a:xfrm>
            <a:off x="3878782" y="6388346"/>
            <a:ext cx="25400" cy="25400"/>
          </a:xfrm>
          <a:prstGeom prst="ellipse">
            <a:avLst/>
          </a:prstGeom>
          <a:solidFill>
            <a:srgbClr val="B08A60">
              <a:alpha val="43000"/>
            </a:srgbClr>
          </a:solidFill>
          <a:ln w="0">
            <a:noFill/>
            <a:prstDash val="solid"/>
          </a:ln>
        </p:spPr>
      </p:sp>
      <p:sp>
        <p:nvSpPr>
          <p:cNvPr id="5273" name="LigandSeek2_vs_LigandSeek1_ellipse_10787">
            <a:extLst>
              <a:ext uri="{FF2B5EF4-FFF2-40B4-BE49-F238E27FC236}">
                <a16:creationId xmlns:a16="http://schemas.microsoft.com/office/drawing/2014/main" id="{4163887D-9A9E-4645-8C5F-763A0E30DA05}"/>
              </a:ext>
            </a:extLst>
          </p:cNvPr>
          <p:cNvSpPr>
            <a:spLocks noGrp="1"/>
          </p:cNvSpPr>
          <p:nvPr/>
        </p:nvSpPr>
        <p:spPr>
          <a:xfrm>
            <a:off x="4620350" y="5246195"/>
            <a:ext cx="25400" cy="25400"/>
          </a:xfrm>
          <a:prstGeom prst="ellipse">
            <a:avLst/>
          </a:prstGeom>
          <a:solidFill>
            <a:srgbClr val="566AB4">
              <a:alpha val="43000"/>
            </a:srgbClr>
          </a:solidFill>
          <a:ln w="0">
            <a:noFill/>
            <a:prstDash val="solid"/>
          </a:ln>
        </p:spPr>
      </p:sp>
      <p:sp>
        <p:nvSpPr>
          <p:cNvPr id="5274" name="LigandSeek2_vs_LigandSeek1_ellipse_10788">
            <a:extLst>
              <a:ext uri="{FF2B5EF4-FFF2-40B4-BE49-F238E27FC236}">
                <a16:creationId xmlns:a16="http://schemas.microsoft.com/office/drawing/2014/main" id="{D469D377-DC09-4A38-9E7A-47BC0C341C02}"/>
              </a:ext>
            </a:extLst>
          </p:cNvPr>
          <p:cNvSpPr>
            <a:spLocks noGrp="1"/>
          </p:cNvSpPr>
          <p:nvPr/>
        </p:nvSpPr>
        <p:spPr>
          <a:xfrm>
            <a:off x="4707750" y="5246195"/>
            <a:ext cx="25400" cy="25400"/>
          </a:xfrm>
          <a:prstGeom prst="ellipse">
            <a:avLst/>
          </a:prstGeom>
          <a:solidFill>
            <a:srgbClr val="566AB4">
              <a:alpha val="43000"/>
            </a:srgbClr>
          </a:solidFill>
          <a:ln w="0">
            <a:noFill/>
            <a:prstDash val="solid"/>
          </a:ln>
        </p:spPr>
      </p:sp>
      <p:sp>
        <p:nvSpPr>
          <p:cNvPr id="5275" name="LigandSeek2_vs_LigandSeek1_ellipse_10789">
            <a:extLst>
              <a:ext uri="{FF2B5EF4-FFF2-40B4-BE49-F238E27FC236}">
                <a16:creationId xmlns:a16="http://schemas.microsoft.com/office/drawing/2014/main" id="{3CBD7BD6-18BF-477A-A9CF-77EFF639EF44}"/>
              </a:ext>
            </a:extLst>
          </p:cNvPr>
          <p:cNvSpPr>
            <a:spLocks noGrp="1"/>
          </p:cNvSpPr>
          <p:nvPr/>
        </p:nvSpPr>
        <p:spPr>
          <a:xfrm>
            <a:off x="4695513" y="5246195"/>
            <a:ext cx="25400" cy="25400"/>
          </a:xfrm>
          <a:prstGeom prst="ellipse">
            <a:avLst/>
          </a:prstGeom>
          <a:solidFill>
            <a:srgbClr val="566AB4">
              <a:alpha val="43000"/>
            </a:srgbClr>
          </a:solidFill>
          <a:ln w="0">
            <a:noFill/>
            <a:prstDash val="solid"/>
          </a:ln>
        </p:spPr>
      </p:sp>
      <p:sp>
        <p:nvSpPr>
          <p:cNvPr id="5276" name="LigandSeek2_vs_LigandSeek1_ellipse_10790">
            <a:extLst>
              <a:ext uri="{FF2B5EF4-FFF2-40B4-BE49-F238E27FC236}">
                <a16:creationId xmlns:a16="http://schemas.microsoft.com/office/drawing/2014/main" id="{6CC49483-7462-4B62-8155-26308B4BE078}"/>
              </a:ext>
            </a:extLst>
          </p:cNvPr>
          <p:cNvSpPr>
            <a:spLocks noGrp="1"/>
          </p:cNvSpPr>
          <p:nvPr/>
        </p:nvSpPr>
        <p:spPr>
          <a:xfrm>
            <a:off x="4697527" y="5246195"/>
            <a:ext cx="25400" cy="25400"/>
          </a:xfrm>
          <a:prstGeom prst="ellipse">
            <a:avLst/>
          </a:prstGeom>
          <a:solidFill>
            <a:srgbClr val="566AB4">
              <a:alpha val="43000"/>
            </a:srgbClr>
          </a:solidFill>
          <a:ln w="0">
            <a:noFill/>
            <a:prstDash val="solid"/>
          </a:ln>
        </p:spPr>
      </p:sp>
      <p:sp>
        <p:nvSpPr>
          <p:cNvPr id="5277" name="LigandSeek2_vs_LigandSeek1_ellipse_10791">
            <a:extLst>
              <a:ext uri="{FF2B5EF4-FFF2-40B4-BE49-F238E27FC236}">
                <a16:creationId xmlns:a16="http://schemas.microsoft.com/office/drawing/2014/main" id="{43EAB8FD-B61D-4620-9785-89C247486FC2}"/>
              </a:ext>
            </a:extLst>
          </p:cNvPr>
          <p:cNvSpPr>
            <a:spLocks noGrp="1"/>
          </p:cNvSpPr>
          <p:nvPr/>
        </p:nvSpPr>
        <p:spPr>
          <a:xfrm>
            <a:off x="4667551" y="5246195"/>
            <a:ext cx="25400" cy="25400"/>
          </a:xfrm>
          <a:prstGeom prst="ellipse">
            <a:avLst/>
          </a:prstGeom>
          <a:solidFill>
            <a:srgbClr val="566AB4">
              <a:alpha val="43000"/>
            </a:srgbClr>
          </a:solidFill>
          <a:ln w="0">
            <a:noFill/>
            <a:prstDash val="solid"/>
          </a:ln>
        </p:spPr>
      </p:sp>
      <p:sp>
        <p:nvSpPr>
          <p:cNvPr id="5278" name="LigandSeek2_vs_LigandSeek1_ellipse_10792">
            <a:extLst>
              <a:ext uri="{FF2B5EF4-FFF2-40B4-BE49-F238E27FC236}">
                <a16:creationId xmlns:a16="http://schemas.microsoft.com/office/drawing/2014/main" id="{722689FC-138C-4483-BACC-C37E8362BFC9}"/>
              </a:ext>
            </a:extLst>
          </p:cNvPr>
          <p:cNvSpPr>
            <a:spLocks noGrp="1"/>
          </p:cNvSpPr>
          <p:nvPr/>
        </p:nvSpPr>
        <p:spPr>
          <a:xfrm>
            <a:off x="4711987" y="5626912"/>
            <a:ext cx="25400" cy="25400"/>
          </a:xfrm>
          <a:prstGeom prst="ellipse">
            <a:avLst/>
          </a:prstGeom>
          <a:solidFill>
            <a:srgbClr val="566AB4">
              <a:alpha val="43000"/>
            </a:srgbClr>
          </a:solidFill>
          <a:ln w="0">
            <a:noFill/>
            <a:prstDash val="solid"/>
          </a:ln>
        </p:spPr>
      </p:sp>
      <p:sp>
        <p:nvSpPr>
          <p:cNvPr id="5279" name="LigandSeek2_vs_LigandSeek1_ellipse_10793">
            <a:extLst>
              <a:ext uri="{FF2B5EF4-FFF2-40B4-BE49-F238E27FC236}">
                <a16:creationId xmlns:a16="http://schemas.microsoft.com/office/drawing/2014/main" id="{3148B3C5-A594-4C72-9AA9-2343816722A9}"/>
              </a:ext>
            </a:extLst>
          </p:cNvPr>
          <p:cNvSpPr>
            <a:spLocks noGrp="1"/>
          </p:cNvSpPr>
          <p:nvPr/>
        </p:nvSpPr>
        <p:spPr>
          <a:xfrm>
            <a:off x="4618184" y="5246195"/>
            <a:ext cx="25400" cy="25400"/>
          </a:xfrm>
          <a:prstGeom prst="ellipse">
            <a:avLst/>
          </a:prstGeom>
          <a:solidFill>
            <a:srgbClr val="566AB4">
              <a:alpha val="43000"/>
            </a:srgbClr>
          </a:solidFill>
          <a:ln w="0">
            <a:noFill/>
            <a:prstDash val="solid"/>
          </a:ln>
        </p:spPr>
      </p:sp>
      <p:sp>
        <p:nvSpPr>
          <p:cNvPr id="5280" name="LigandSeek2_vs_LigandSeek1_ellipse_10794">
            <a:extLst>
              <a:ext uri="{FF2B5EF4-FFF2-40B4-BE49-F238E27FC236}">
                <a16:creationId xmlns:a16="http://schemas.microsoft.com/office/drawing/2014/main" id="{46DF8683-6C43-4E94-8D8E-138B96E199A0}"/>
              </a:ext>
            </a:extLst>
          </p:cNvPr>
          <p:cNvSpPr>
            <a:spLocks noGrp="1"/>
          </p:cNvSpPr>
          <p:nvPr/>
        </p:nvSpPr>
        <p:spPr>
          <a:xfrm>
            <a:off x="4666464" y="5246195"/>
            <a:ext cx="25400" cy="25400"/>
          </a:xfrm>
          <a:prstGeom prst="ellipse">
            <a:avLst/>
          </a:prstGeom>
          <a:solidFill>
            <a:srgbClr val="566AB4">
              <a:alpha val="43000"/>
            </a:srgbClr>
          </a:solidFill>
          <a:ln w="0">
            <a:noFill/>
            <a:prstDash val="solid"/>
          </a:ln>
        </p:spPr>
      </p:sp>
      <p:sp>
        <p:nvSpPr>
          <p:cNvPr id="5281" name="LigandSeek2_vs_LigandSeek1_ellipse_10795">
            <a:extLst>
              <a:ext uri="{FF2B5EF4-FFF2-40B4-BE49-F238E27FC236}">
                <a16:creationId xmlns:a16="http://schemas.microsoft.com/office/drawing/2014/main" id="{091D1B2D-D158-4E8F-A4BC-293955B3452E}"/>
              </a:ext>
            </a:extLst>
          </p:cNvPr>
          <p:cNvSpPr>
            <a:spLocks noGrp="1"/>
          </p:cNvSpPr>
          <p:nvPr/>
        </p:nvSpPr>
        <p:spPr>
          <a:xfrm>
            <a:off x="4755810" y="5626912"/>
            <a:ext cx="25400" cy="25400"/>
          </a:xfrm>
          <a:prstGeom prst="ellipse">
            <a:avLst/>
          </a:prstGeom>
          <a:solidFill>
            <a:srgbClr val="566AB4">
              <a:alpha val="43000"/>
            </a:srgbClr>
          </a:solidFill>
          <a:ln w="0">
            <a:noFill/>
            <a:prstDash val="solid"/>
          </a:ln>
        </p:spPr>
      </p:sp>
      <p:sp>
        <p:nvSpPr>
          <p:cNvPr id="5282" name="LigandSeek2_vs_LigandSeek1_ellipse_10796">
            <a:extLst>
              <a:ext uri="{FF2B5EF4-FFF2-40B4-BE49-F238E27FC236}">
                <a16:creationId xmlns:a16="http://schemas.microsoft.com/office/drawing/2014/main" id="{B92487B1-95B1-4279-9AF9-0E253B05D1E6}"/>
              </a:ext>
            </a:extLst>
          </p:cNvPr>
          <p:cNvSpPr>
            <a:spLocks noGrp="1"/>
          </p:cNvSpPr>
          <p:nvPr/>
        </p:nvSpPr>
        <p:spPr>
          <a:xfrm>
            <a:off x="4665908" y="5246195"/>
            <a:ext cx="25400" cy="25400"/>
          </a:xfrm>
          <a:prstGeom prst="ellipse">
            <a:avLst/>
          </a:prstGeom>
          <a:solidFill>
            <a:srgbClr val="566AB4">
              <a:alpha val="43000"/>
            </a:srgbClr>
          </a:solidFill>
          <a:ln w="0">
            <a:noFill/>
            <a:prstDash val="solid"/>
          </a:ln>
        </p:spPr>
      </p:sp>
      <p:sp>
        <p:nvSpPr>
          <p:cNvPr id="5283" name="LigandSeek2_vs_LigandSeek1_ellipse_10797">
            <a:extLst>
              <a:ext uri="{FF2B5EF4-FFF2-40B4-BE49-F238E27FC236}">
                <a16:creationId xmlns:a16="http://schemas.microsoft.com/office/drawing/2014/main" id="{BDC632E4-9977-4D8F-8B29-454459026319}"/>
              </a:ext>
            </a:extLst>
          </p:cNvPr>
          <p:cNvSpPr>
            <a:spLocks noGrp="1"/>
          </p:cNvSpPr>
          <p:nvPr/>
        </p:nvSpPr>
        <p:spPr>
          <a:xfrm>
            <a:off x="4676602" y="5246195"/>
            <a:ext cx="25400" cy="25400"/>
          </a:xfrm>
          <a:prstGeom prst="ellipse">
            <a:avLst/>
          </a:prstGeom>
          <a:solidFill>
            <a:srgbClr val="566AB4">
              <a:alpha val="43000"/>
            </a:srgbClr>
          </a:solidFill>
          <a:ln w="0">
            <a:noFill/>
            <a:prstDash val="solid"/>
          </a:ln>
        </p:spPr>
      </p:sp>
      <p:sp>
        <p:nvSpPr>
          <p:cNvPr id="5284" name="LigandSeek2_vs_LigandSeek1_ellipse_10798">
            <a:extLst>
              <a:ext uri="{FF2B5EF4-FFF2-40B4-BE49-F238E27FC236}">
                <a16:creationId xmlns:a16="http://schemas.microsoft.com/office/drawing/2014/main" id="{69CAC1E0-4640-4229-AEA0-605B9ACF7671}"/>
              </a:ext>
            </a:extLst>
          </p:cNvPr>
          <p:cNvSpPr>
            <a:spLocks noGrp="1"/>
          </p:cNvSpPr>
          <p:nvPr/>
        </p:nvSpPr>
        <p:spPr>
          <a:xfrm>
            <a:off x="4615057" y="5246195"/>
            <a:ext cx="25400" cy="25400"/>
          </a:xfrm>
          <a:prstGeom prst="ellipse">
            <a:avLst/>
          </a:prstGeom>
          <a:solidFill>
            <a:srgbClr val="566AB4">
              <a:alpha val="43000"/>
            </a:srgbClr>
          </a:solidFill>
          <a:ln w="0">
            <a:noFill/>
            <a:prstDash val="solid"/>
          </a:ln>
        </p:spPr>
      </p:sp>
      <p:sp>
        <p:nvSpPr>
          <p:cNvPr id="5285" name="LigandSeek2_vs_LigandSeek1_ellipse_10799">
            <a:extLst>
              <a:ext uri="{FF2B5EF4-FFF2-40B4-BE49-F238E27FC236}">
                <a16:creationId xmlns:a16="http://schemas.microsoft.com/office/drawing/2014/main" id="{25487CFF-1648-48D8-AD5C-93719A994399}"/>
              </a:ext>
            </a:extLst>
          </p:cNvPr>
          <p:cNvSpPr>
            <a:spLocks noGrp="1"/>
          </p:cNvSpPr>
          <p:nvPr/>
        </p:nvSpPr>
        <p:spPr>
          <a:xfrm>
            <a:off x="4635754" y="6071082"/>
            <a:ext cx="25400" cy="25400"/>
          </a:xfrm>
          <a:prstGeom prst="ellipse">
            <a:avLst/>
          </a:prstGeom>
          <a:solidFill>
            <a:srgbClr val="566AB4">
              <a:alpha val="43000"/>
            </a:srgbClr>
          </a:solidFill>
          <a:ln w="0">
            <a:noFill/>
            <a:prstDash val="solid"/>
          </a:ln>
        </p:spPr>
      </p:sp>
      <p:sp>
        <p:nvSpPr>
          <p:cNvPr id="5286" name="LigandSeek2_vs_LigandSeek1_ellipse_10800">
            <a:extLst>
              <a:ext uri="{FF2B5EF4-FFF2-40B4-BE49-F238E27FC236}">
                <a16:creationId xmlns:a16="http://schemas.microsoft.com/office/drawing/2014/main" id="{F7BFA6EF-8C4A-49AD-9CBD-C2BD62630A8F}"/>
              </a:ext>
            </a:extLst>
          </p:cNvPr>
          <p:cNvSpPr>
            <a:spLocks noGrp="1"/>
          </p:cNvSpPr>
          <p:nvPr/>
        </p:nvSpPr>
        <p:spPr>
          <a:xfrm>
            <a:off x="4702139" y="5817271"/>
            <a:ext cx="25400" cy="25400"/>
          </a:xfrm>
          <a:prstGeom prst="ellipse">
            <a:avLst/>
          </a:prstGeom>
          <a:solidFill>
            <a:srgbClr val="566AB4">
              <a:alpha val="43000"/>
            </a:srgbClr>
          </a:solidFill>
          <a:ln w="0">
            <a:noFill/>
            <a:prstDash val="solid"/>
          </a:ln>
        </p:spPr>
      </p:sp>
      <p:sp>
        <p:nvSpPr>
          <p:cNvPr id="5287" name="LigandSeek2_vs_LigandSeek1_ellipse_10801">
            <a:extLst>
              <a:ext uri="{FF2B5EF4-FFF2-40B4-BE49-F238E27FC236}">
                <a16:creationId xmlns:a16="http://schemas.microsoft.com/office/drawing/2014/main" id="{CAAF2985-9255-4465-B112-4A33F782D3BB}"/>
              </a:ext>
            </a:extLst>
          </p:cNvPr>
          <p:cNvSpPr>
            <a:spLocks noGrp="1"/>
          </p:cNvSpPr>
          <p:nvPr/>
        </p:nvSpPr>
        <p:spPr>
          <a:xfrm>
            <a:off x="4743214" y="5246195"/>
            <a:ext cx="25400" cy="25400"/>
          </a:xfrm>
          <a:prstGeom prst="ellipse">
            <a:avLst/>
          </a:prstGeom>
          <a:solidFill>
            <a:srgbClr val="566AB4">
              <a:alpha val="43000"/>
            </a:srgbClr>
          </a:solidFill>
          <a:ln w="0">
            <a:noFill/>
            <a:prstDash val="solid"/>
          </a:ln>
        </p:spPr>
      </p:sp>
      <p:sp>
        <p:nvSpPr>
          <p:cNvPr id="5288" name="LigandSeek2_vs_LigandSeek1_ellipse_10802">
            <a:extLst>
              <a:ext uri="{FF2B5EF4-FFF2-40B4-BE49-F238E27FC236}">
                <a16:creationId xmlns:a16="http://schemas.microsoft.com/office/drawing/2014/main" id="{57F8D31C-B357-4E1C-B6DB-28C4CE50969E}"/>
              </a:ext>
            </a:extLst>
          </p:cNvPr>
          <p:cNvSpPr>
            <a:spLocks noGrp="1"/>
          </p:cNvSpPr>
          <p:nvPr/>
        </p:nvSpPr>
        <p:spPr>
          <a:xfrm>
            <a:off x="4728878" y="6388346"/>
            <a:ext cx="25400" cy="25400"/>
          </a:xfrm>
          <a:prstGeom prst="ellipse">
            <a:avLst/>
          </a:prstGeom>
          <a:solidFill>
            <a:srgbClr val="566AB4">
              <a:alpha val="43000"/>
            </a:srgbClr>
          </a:solidFill>
          <a:ln w="0">
            <a:noFill/>
            <a:prstDash val="solid"/>
          </a:ln>
        </p:spPr>
      </p:sp>
      <p:sp>
        <p:nvSpPr>
          <p:cNvPr id="5289" name="LigandSeek2_vs_LigandSeek1_ellipse_10803">
            <a:extLst>
              <a:ext uri="{FF2B5EF4-FFF2-40B4-BE49-F238E27FC236}">
                <a16:creationId xmlns:a16="http://schemas.microsoft.com/office/drawing/2014/main" id="{A7473C6B-57A4-4939-9912-F8D737965837}"/>
              </a:ext>
            </a:extLst>
          </p:cNvPr>
          <p:cNvSpPr>
            <a:spLocks noGrp="1"/>
          </p:cNvSpPr>
          <p:nvPr/>
        </p:nvSpPr>
        <p:spPr>
          <a:xfrm>
            <a:off x="4693339" y="5626912"/>
            <a:ext cx="25400" cy="25400"/>
          </a:xfrm>
          <a:prstGeom prst="ellipse">
            <a:avLst/>
          </a:prstGeom>
          <a:solidFill>
            <a:srgbClr val="566AB4">
              <a:alpha val="43000"/>
            </a:srgbClr>
          </a:solidFill>
          <a:ln w="0">
            <a:noFill/>
            <a:prstDash val="solid"/>
          </a:ln>
        </p:spPr>
      </p:sp>
      <p:sp>
        <p:nvSpPr>
          <p:cNvPr id="5290" name="LigandSeek2_vs_LigandSeek1_ellipse_10804">
            <a:extLst>
              <a:ext uri="{FF2B5EF4-FFF2-40B4-BE49-F238E27FC236}">
                <a16:creationId xmlns:a16="http://schemas.microsoft.com/office/drawing/2014/main" id="{D86B79DF-4893-446F-A777-77D5B4F34214}"/>
              </a:ext>
            </a:extLst>
          </p:cNvPr>
          <p:cNvSpPr>
            <a:spLocks noGrp="1"/>
          </p:cNvSpPr>
          <p:nvPr/>
        </p:nvSpPr>
        <p:spPr>
          <a:xfrm>
            <a:off x="4639705" y="5246195"/>
            <a:ext cx="25400" cy="25400"/>
          </a:xfrm>
          <a:prstGeom prst="ellipse">
            <a:avLst/>
          </a:prstGeom>
          <a:solidFill>
            <a:srgbClr val="566AB4">
              <a:alpha val="43000"/>
            </a:srgbClr>
          </a:solidFill>
          <a:ln w="0">
            <a:noFill/>
            <a:prstDash val="solid"/>
          </a:ln>
        </p:spPr>
      </p:sp>
      <p:sp>
        <p:nvSpPr>
          <p:cNvPr id="5291" name="LigandSeek2_vs_LigandSeek1_ellipse_10805">
            <a:extLst>
              <a:ext uri="{FF2B5EF4-FFF2-40B4-BE49-F238E27FC236}">
                <a16:creationId xmlns:a16="http://schemas.microsoft.com/office/drawing/2014/main" id="{8817EF4F-29E3-42DF-A98D-DE2E11ADD636}"/>
              </a:ext>
            </a:extLst>
          </p:cNvPr>
          <p:cNvSpPr>
            <a:spLocks noGrp="1"/>
          </p:cNvSpPr>
          <p:nvPr/>
        </p:nvSpPr>
        <p:spPr>
          <a:xfrm>
            <a:off x="4690805" y="6159916"/>
            <a:ext cx="25400" cy="25400"/>
          </a:xfrm>
          <a:prstGeom prst="ellipse">
            <a:avLst/>
          </a:prstGeom>
          <a:solidFill>
            <a:srgbClr val="566AB4">
              <a:alpha val="43000"/>
            </a:srgbClr>
          </a:solidFill>
          <a:ln w="0">
            <a:noFill/>
            <a:prstDash val="solid"/>
          </a:ln>
        </p:spPr>
      </p:sp>
      <p:sp>
        <p:nvSpPr>
          <p:cNvPr id="5292" name="LigandSeek2_vs_LigandSeek1_ellipse_10806">
            <a:extLst>
              <a:ext uri="{FF2B5EF4-FFF2-40B4-BE49-F238E27FC236}">
                <a16:creationId xmlns:a16="http://schemas.microsoft.com/office/drawing/2014/main" id="{BAA8C6F0-55BB-49E1-98BD-A0407055FFC8}"/>
              </a:ext>
            </a:extLst>
          </p:cNvPr>
          <p:cNvSpPr>
            <a:spLocks noGrp="1"/>
          </p:cNvSpPr>
          <p:nvPr/>
        </p:nvSpPr>
        <p:spPr>
          <a:xfrm>
            <a:off x="4702520" y="6388346"/>
            <a:ext cx="25400" cy="25400"/>
          </a:xfrm>
          <a:prstGeom prst="ellipse">
            <a:avLst/>
          </a:prstGeom>
          <a:solidFill>
            <a:srgbClr val="566AB4">
              <a:alpha val="43000"/>
            </a:srgbClr>
          </a:solidFill>
          <a:ln w="0">
            <a:noFill/>
            <a:prstDash val="solid"/>
          </a:ln>
        </p:spPr>
      </p:sp>
      <p:sp>
        <p:nvSpPr>
          <p:cNvPr id="5293" name="LigandSeek2_vs_LigandSeek1_ellipse_10807">
            <a:extLst>
              <a:ext uri="{FF2B5EF4-FFF2-40B4-BE49-F238E27FC236}">
                <a16:creationId xmlns:a16="http://schemas.microsoft.com/office/drawing/2014/main" id="{B810A81C-75E1-492B-9542-E0D7DB1C1EBF}"/>
              </a:ext>
            </a:extLst>
          </p:cNvPr>
          <p:cNvSpPr>
            <a:spLocks noGrp="1"/>
          </p:cNvSpPr>
          <p:nvPr/>
        </p:nvSpPr>
        <p:spPr>
          <a:xfrm>
            <a:off x="4642081" y="5246195"/>
            <a:ext cx="25400" cy="25400"/>
          </a:xfrm>
          <a:prstGeom prst="ellipse">
            <a:avLst/>
          </a:prstGeom>
          <a:solidFill>
            <a:srgbClr val="566AB4">
              <a:alpha val="43000"/>
            </a:srgbClr>
          </a:solidFill>
          <a:ln w="0">
            <a:noFill/>
            <a:prstDash val="solid"/>
          </a:ln>
        </p:spPr>
      </p:sp>
      <p:sp>
        <p:nvSpPr>
          <p:cNvPr id="5294" name="LigandSeek2_vs_LigandSeek1_ellipse_10808">
            <a:extLst>
              <a:ext uri="{FF2B5EF4-FFF2-40B4-BE49-F238E27FC236}">
                <a16:creationId xmlns:a16="http://schemas.microsoft.com/office/drawing/2014/main" id="{C26A41CF-4805-4961-9DDD-38C4DF7ECD89}"/>
              </a:ext>
            </a:extLst>
          </p:cNvPr>
          <p:cNvSpPr>
            <a:spLocks noGrp="1"/>
          </p:cNvSpPr>
          <p:nvPr/>
        </p:nvSpPr>
        <p:spPr>
          <a:xfrm>
            <a:off x="4684910" y="6388346"/>
            <a:ext cx="25400" cy="25400"/>
          </a:xfrm>
          <a:prstGeom prst="ellipse">
            <a:avLst/>
          </a:prstGeom>
          <a:solidFill>
            <a:srgbClr val="566AB4">
              <a:alpha val="43000"/>
            </a:srgbClr>
          </a:solidFill>
          <a:ln w="0">
            <a:noFill/>
            <a:prstDash val="solid"/>
          </a:ln>
        </p:spPr>
      </p:sp>
      <p:sp>
        <p:nvSpPr>
          <p:cNvPr id="5295" name="LigandSeek2_vs_LigandSeek1_ellipse_10809">
            <a:extLst>
              <a:ext uri="{FF2B5EF4-FFF2-40B4-BE49-F238E27FC236}">
                <a16:creationId xmlns:a16="http://schemas.microsoft.com/office/drawing/2014/main" id="{6C416236-751C-4866-B926-7FE56DCE3ADD}"/>
              </a:ext>
            </a:extLst>
          </p:cNvPr>
          <p:cNvSpPr>
            <a:spLocks noGrp="1"/>
          </p:cNvSpPr>
          <p:nvPr/>
        </p:nvSpPr>
        <p:spPr>
          <a:xfrm>
            <a:off x="4634822" y="5388964"/>
            <a:ext cx="25400" cy="25400"/>
          </a:xfrm>
          <a:prstGeom prst="ellipse">
            <a:avLst/>
          </a:prstGeom>
          <a:solidFill>
            <a:srgbClr val="566AB4">
              <a:alpha val="43000"/>
            </a:srgbClr>
          </a:solidFill>
          <a:ln w="0">
            <a:noFill/>
            <a:prstDash val="solid"/>
          </a:ln>
        </p:spPr>
      </p:sp>
      <p:sp>
        <p:nvSpPr>
          <p:cNvPr id="5296" name="LigandSeek2_vs_LigandSeek1_ellipse_10810">
            <a:extLst>
              <a:ext uri="{FF2B5EF4-FFF2-40B4-BE49-F238E27FC236}">
                <a16:creationId xmlns:a16="http://schemas.microsoft.com/office/drawing/2014/main" id="{46B42A24-9CB0-4F4D-AB46-E86669ABA7B3}"/>
              </a:ext>
            </a:extLst>
          </p:cNvPr>
          <p:cNvSpPr>
            <a:spLocks noGrp="1"/>
          </p:cNvSpPr>
          <p:nvPr/>
        </p:nvSpPr>
        <p:spPr>
          <a:xfrm>
            <a:off x="4695651" y="5246195"/>
            <a:ext cx="25400" cy="25400"/>
          </a:xfrm>
          <a:prstGeom prst="ellipse">
            <a:avLst/>
          </a:prstGeom>
          <a:solidFill>
            <a:srgbClr val="566AB4">
              <a:alpha val="43000"/>
            </a:srgbClr>
          </a:solidFill>
          <a:ln w="0">
            <a:noFill/>
            <a:prstDash val="solid"/>
          </a:ln>
        </p:spPr>
      </p:sp>
      <p:sp>
        <p:nvSpPr>
          <p:cNvPr id="5297" name="LigandSeek2_vs_LigandSeek1_ellipse_10811">
            <a:extLst>
              <a:ext uri="{FF2B5EF4-FFF2-40B4-BE49-F238E27FC236}">
                <a16:creationId xmlns:a16="http://schemas.microsoft.com/office/drawing/2014/main" id="{029A2D34-E660-467C-8A6E-4237E67CA830}"/>
              </a:ext>
            </a:extLst>
          </p:cNvPr>
          <p:cNvSpPr>
            <a:spLocks noGrp="1"/>
          </p:cNvSpPr>
          <p:nvPr/>
        </p:nvSpPr>
        <p:spPr>
          <a:xfrm>
            <a:off x="4643455" y="5246195"/>
            <a:ext cx="25400" cy="25400"/>
          </a:xfrm>
          <a:prstGeom prst="ellipse">
            <a:avLst/>
          </a:prstGeom>
          <a:solidFill>
            <a:srgbClr val="566AB4">
              <a:alpha val="43000"/>
            </a:srgbClr>
          </a:solidFill>
          <a:ln w="0">
            <a:noFill/>
            <a:prstDash val="solid"/>
          </a:ln>
        </p:spPr>
      </p:sp>
      <p:sp>
        <p:nvSpPr>
          <p:cNvPr id="5298" name="LigandSeek2_vs_LigandSeek1_ellipse_10812">
            <a:extLst>
              <a:ext uri="{FF2B5EF4-FFF2-40B4-BE49-F238E27FC236}">
                <a16:creationId xmlns:a16="http://schemas.microsoft.com/office/drawing/2014/main" id="{76A40E5F-8568-453B-9228-D8EF74CEF805}"/>
              </a:ext>
            </a:extLst>
          </p:cNvPr>
          <p:cNvSpPr>
            <a:spLocks noGrp="1"/>
          </p:cNvSpPr>
          <p:nvPr/>
        </p:nvSpPr>
        <p:spPr>
          <a:xfrm>
            <a:off x="4617299" y="5817271"/>
            <a:ext cx="25400" cy="25400"/>
          </a:xfrm>
          <a:prstGeom prst="ellipse">
            <a:avLst/>
          </a:prstGeom>
          <a:solidFill>
            <a:srgbClr val="566AB4">
              <a:alpha val="43000"/>
            </a:srgbClr>
          </a:solidFill>
          <a:ln w="0">
            <a:noFill/>
            <a:prstDash val="solid"/>
          </a:ln>
        </p:spPr>
      </p:sp>
      <p:sp>
        <p:nvSpPr>
          <p:cNvPr id="5299" name="LigandSeek2_vs_LigandSeek1_ellipse_10813">
            <a:extLst>
              <a:ext uri="{FF2B5EF4-FFF2-40B4-BE49-F238E27FC236}">
                <a16:creationId xmlns:a16="http://schemas.microsoft.com/office/drawing/2014/main" id="{AA937D71-1AF4-4DE2-943B-8CF4C986C79C}"/>
              </a:ext>
            </a:extLst>
          </p:cNvPr>
          <p:cNvSpPr>
            <a:spLocks noGrp="1"/>
          </p:cNvSpPr>
          <p:nvPr/>
        </p:nvSpPr>
        <p:spPr>
          <a:xfrm>
            <a:off x="4681813" y="5817271"/>
            <a:ext cx="25400" cy="25400"/>
          </a:xfrm>
          <a:prstGeom prst="ellipse">
            <a:avLst/>
          </a:prstGeom>
          <a:solidFill>
            <a:srgbClr val="566AB4">
              <a:alpha val="43000"/>
            </a:srgbClr>
          </a:solidFill>
          <a:ln w="0">
            <a:noFill/>
            <a:prstDash val="solid"/>
          </a:ln>
        </p:spPr>
      </p:sp>
      <p:sp>
        <p:nvSpPr>
          <p:cNvPr id="5300" name="LigandSeek2_vs_LigandSeek1_ellipse_10814">
            <a:extLst>
              <a:ext uri="{FF2B5EF4-FFF2-40B4-BE49-F238E27FC236}">
                <a16:creationId xmlns:a16="http://schemas.microsoft.com/office/drawing/2014/main" id="{A979C605-9AB2-4771-85A6-106C822D56EA}"/>
              </a:ext>
            </a:extLst>
          </p:cNvPr>
          <p:cNvSpPr>
            <a:spLocks noGrp="1"/>
          </p:cNvSpPr>
          <p:nvPr/>
        </p:nvSpPr>
        <p:spPr>
          <a:xfrm>
            <a:off x="4694906" y="5246195"/>
            <a:ext cx="25400" cy="25400"/>
          </a:xfrm>
          <a:prstGeom prst="ellipse">
            <a:avLst/>
          </a:prstGeom>
          <a:solidFill>
            <a:srgbClr val="566AB4">
              <a:alpha val="43000"/>
            </a:srgbClr>
          </a:solidFill>
          <a:ln w="0">
            <a:noFill/>
            <a:prstDash val="solid"/>
          </a:ln>
        </p:spPr>
      </p:sp>
      <p:sp>
        <p:nvSpPr>
          <p:cNvPr id="5301" name="LigandSeek2_vs_LigandSeek1_ellipse_10815">
            <a:extLst>
              <a:ext uri="{FF2B5EF4-FFF2-40B4-BE49-F238E27FC236}">
                <a16:creationId xmlns:a16="http://schemas.microsoft.com/office/drawing/2014/main" id="{FD489324-ACAB-4607-8917-8821DC83F55B}"/>
              </a:ext>
            </a:extLst>
          </p:cNvPr>
          <p:cNvSpPr>
            <a:spLocks noGrp="1"/>
          </p:cNvSpPr>
          <p:nvPr/>
        </p:nvSpPr>
        <p:spPr>
          <a:xfrm>
            <a:off x="4761176" y="6388346"/>
            <a:ext cx="25400" cy="25400"/>
          </a:xfrm>
          <a:prstGeom prst="ellipse">
            <a:avLst/>
          </a:prstGeom>
          <a:solidFill>
            <a:srgbClr val="566AB4">
              <a:alpha val="43000"/>
            </a:srgbClr>
          </a:solidFill>
          <a:ln w="0">
            <a:noFill/>
            <a:prstDash val="solid"/>
          </a:ln>
        </p:spPr>
      </p:sp>
      <p:sp>
        <p:nvSpPr>
          <p:cNvPr id="5302" name="LigandSeek2_vs_LigandSeek1_ellipse_10816">
            <a:extLst>
              <a:ext uri="{FF2B5EF4-FFF2-40B4-BE49-F238E27FC236}">
                <a16:creationId xmlns:a16="http://schemas.microsoft.com/office/drawing/2014/main" id="{BE17BC60-0D2B-4761-9605-9FD75F4647B5}"/>
              </a:ext>
            </a:extLst>
          </p:cNvPr>
          <p:cNvSpPr>
            <a:spLocks noGrp="1"/>
          </p:cNvSpPr>
          <p:nvPr/>
        </p:nvSpPr>
        <p:spPr>
          <a:xfrm>
            <a:off x="4748971" y="5246195"/>
            <a:ext cx="25400" cy="25400"/>
          </a:xfrm>
          <a:prstGeom prst="ellipse">
            <a:avLst/>
          </a:prstGeom>
          <a:solidFill>
            <a:srgbClr val="566AB4">
              <a:alpha val="43000"/>
            </a:srgbClr>
          </a:solidFill>
          <a:ln w="0">
            <a:noFill/>
            <a:prstDash val="solid"/>
          </a:ln>
        </p:spPr>
      </p:sp>
      <p:sp>
        <p:nvSpPr>
          <p:cNvPr id="5303" name="LigandSeek2_vs_LigandSeek1_ellipse_10817">
            <a:extLst>
              <a:ext uri="{FF2B5EF4-FFF2-40B4-BE49-F238E27FC236}">
                <a16:creationId xmlns:a16="http://schemas.microsoft.com/office/drawing/2014/main" id="{7E64A4F6-34F1-4800-BFC0-CC58F41E93F9}"/>
              </a:ext>
            </a:extLst>
          </p:cNvPr>
          <p:cNvSpPr>
            <a:spLocks noGrp="1"/>
          </p:cNvSpPr>
          <p:nvPr/>
        </p:nvSpPr>
        <p:spPr>
          <a:xfrm>
            <a:off x="4666712" y="6197988"/>
            <a:ext cx="25400" cy="25400"/>
          </a:xfrm>
          <a:prstGeom prst="ellipse">
            <a:avLst/>
          </a:prstGeom>
          <a:solidFill>
            <a:srgbClr val="566AB4">
              <a:alpha val="43000"/>
            </a:srgbClr>
          </a:solidFill>
          <a:ln w="0">
            <a:noFill/>
            <a:prstDash val="solid"/>
          </a:ln>
        </p:spPr>
      </p:sp>
      <p:sp>
        <p:nvSpPr>
          <p:cNvPr id="5304" name="LigandSeek2_vs_LigandSeek1_ellipse_10818">
            <a:extLst>
              <a:ext uri="{FF2B5EF4-FFF2-40B4-BE49-F238E27FC236}">
                <a16:creationId xmlns:a16="http://schemas.microsoft.com/office/drawing/2014/main" id="{3E57D802-AD14-486B-B7D6-EDB72D500232}"/>
              </a:ext>
            </a:extLst>
          </p:cNvPr>
          <p:cNvSpPr>
            <a:spLocks noGrp="1"/>
          </p:cNvSpPr>
          <p:nvPr/>
        </p:nvSpPr>
        <p:spPr>
          <a:xfrm>
            <a:off x="4678515" y="5817271"/>
            <a:ext cx="25400" cy="25400"/>
          </a:xfrm>
          <a:prstGeom prst="ellipse">
            <a:avLst/>
          </a:prstGeom>
          <a:solidFill>
            <a:srgbClr val="566AB4">
              <a:alpha val="43000"/>
            </a:srgbClr>
          </a:solidFill>
          <a:ln w="0">
            <a:noFill/>
            <a:prstDash val="solid"/>
          </a:ln>
        </p:spPr>
      </p:sp>
      <p:sp>
        <p:nvSpPr>
          <p:cNvPr id="5305" name="LigandSeek2_vs_LigandSeek1_ellipse_10819">
            <a:extLst>
              <a:ext uri="{FF2B5EF4-FFF2-40B4-BE49-F238E27FC236}">
                <a16:creationId xmlns:a16="http://schemas.microsoft.com/office/drawing/2014/main" id="{A573BFBE-AA62-45CA-BF93-EDC516AFC56B}"/>
              </a:ext>
            </a:extLst>
          </p:cNvPr>
          <p:cNvSpPr>
            <a:spLocks noGrp="1"/>
          </p:cNvSpPr>
          <p:nvPr/>
        </p:nvSpPr>
        <p:spPr>
          <a:xfrm>
            <a:off x="4702601" y="6361152"/>
            <a:ext cx="25400" cy="25400"/>
          </a:xfrm>
          <a:prstGeom prst="ellipse">
            <a:avLst/>
          </a:prstGeom>
          <a:solidFill>
            <a:srgbClr val="566AB4">
              <a:alpha val="43000"/>
            </a:srgbClr>
          </a:solidFill>
          <a:ln w="0">
            <a:noFill/>
            <a:prstDash val="solid"/>
          </a:ln>
        </p:spPr>
      </p:sp>
      <p:sp>
        <p:nvSpPr>
          <p:cNvPr id="5306" name="LigandSeek2_vs_LigandSeek1_ellipse_10820">
            <a:extLst>
              <a:ext uri="{FF2B5EF4-FFF2-40B4-BE49-F238E27FC236}">
                <a16:creationId xmlns:a16="http://schemas.microsoft.com/office/drawing/2014/main" id="{825298DD-C51C-4586-ACEA-382618E2B936}"/>
              </a:ext>
            </a:extLst>
          </p:cNvPr>
          <p:cNvSpPr>
            <a:spLocks noGrp="1"/>
          </p:cNvSpPr>
          <p:nvPr/>
        </p:nvSpPr>
        <p:spPr>
          <a:xfrm>
            <a:off x="4654627" y="5246195"/>
            <a:ext cx="25400" cy="25400"/>
          </a:xfrm>
          <a:prstGeom prst="ellipse">
            <a:avLst/>
          </a:prstGeom>
          <a:solidFill>
            <a:srgbClr val="566AB4">
              <a:alpha val="43000"/>
            </a:srgbClr>
          </a:solidFill>
          <a:ln w="0">
            <a:noFill/>
            <a:prstDash val="solid"/>
          </a:ln>
        </p:spPr>
      </p:sp>
      <p:sp>
        <p:nvSpPr>
          <p:cNvPr id="5307" name="LigandSeek2_vs_LigandSeek1_ellipse_10821">
            <a:extLst>
              <a:ext uri="{FF2B5EF4-FFF2-40B4-BE49-F238E27FC236}">
                <a16:creationId xmlns:a16="http://schemas.microsoft.com/office/drawing/2014/main" id="{42CD453D-A7E8-4D3E-BC5B-54214B66B132}"/>
              </a:ext>
            </a:extLst>
          </p:cNvPr>
          <p:cNvSpPr>
            <a:spLocks noGrp="1"/>
          </p:cNvSpPr>
          <p:nvPr/>
        </p:nvSpPr>
        <p:spPr>
          <a:xfrm>
            <a:off x="4626696" y="6388346"/>
            <a:ext cx="25400" cy="25400"/>
          </a:xfrm>
          <a:prstGeom prst="ellipse">
            <a:avLst/>
          </a:prstGeom>
          <a:solidFill>
            <a:srgbClr val="566AB4">
              <a:alpha val="43000"/>
            </a:srgbClr>
          </a:solidFill>
          <a:ln w="0">
            <a:noFill/>
            <a:prstDash val="solid"/>
          </a:ln>
        </p:spPr>
      </p:sp>
      <p:sp>
        <p:nvSpPr>
          <p:cNvPr id="5308" name="LigandSeek2_vs_LigandSeek1_ellipse_10822">
            <a:extLst>
              <a:ext uri="{FF2B5EF4-FFF2-40B4-BE49-F238E27FC236}">
                <a16:creationId xmlns:a16="http://schemas.microsoft.com/office/drawing/2014/main" id="{30D14DA6-DD59-4BD3-BE19-7724F970200A}"/>
              </a:ext>
            </a:extLst>
          </p:cNvPr>
          <p:cNvSpPr>
            <a:spLocks noGrp="1"/>
          </p:cNvSpPr>
          <p:nvPr/>
        </p:nvSpPr>
        <p:spPr>
          <a:xfrm>
            <a:off x="4703818" y="6388346"/>
            <a:ext cx="25400" cy="25400"/>
          </a:xfrm>
          <a:prstGeom prst="ellipse">
            <a:avLst/>
          </a:prstGeom>
          <a:solidFill>
            <a:srgbClr val="566AB4">
              <a:alpha val="43000"/>
            </a:srgbClr>
          </a:solidFill>
          <a:ln w="0">
            <a:noFill/>
            <a:prstDash val="solid"/>
          </a:ln>
        </p:spPr>
      </p:sp>
      <p:sp>
        <p:nvSpPr>
          <p:cNvPr id="5309" name="LigandSeek2_vs_LigandSeek1_ellipse_10823">
            <a:extLst>
              <a:ext uri="{FF2B5EF4-FFF2-40B4-BE49-F238E27FC236}">
                <a16:creationId xmlns:a16="http://schemas.microsoft.com/office/drawing/2014/main" id="{360B5E9A-A2F2-400E-97DA-C2B582CD6FDA}"/>
              </a:ext>
            </a:extLst>
          </p:cNvPr>
          <p:cNvSpPr>
            <a:spLocks noGrp="1"/>
          </p:cNvSpPr>
          <p:nvPr/>
        </p:nvSpPr>
        <p:spPr>
          <a:xfrm>
            <a:off x="4720130" y="5246195"/>
            <a:ext cx="25400" cy="25400"/>
          </a:xfrm>
          <a:prstGeom prst="ellipse">
            <a:avLst/>
          </a:prstGeom>
          <a:solidFill>
            <a:srgbClr val="566AB4">
              <a:alpha val="43000"/>
            </a:srgbClr>
          </a:solidFill>
          <a:ln w="0">
            <a:noFill/>
            <a:prstDash val="solid"/>
          </a:ln>
        </p:spPr>
      </p:sp>
      <p:sp>
        <p:nvSpPr>
          <p:cNvPr id="5310" name="LigandSeek2_vs_LigandSeek1_ellipse_10824">
            <a:extLst>
              <a:ext uri="{FF2B5EF4-FFF2-40B4-BE49-F238E27FC236}">
                <a16:creationId xmlns:a16="http://schemas.microsoft.com/office/drawing/2014/main" id="{C368A9AF-804E-4222-B6D8-B15D352521F2}"/>
              </a:ext>
            </a:extLst>
          </p:cNvPr>
          <p:cNvSpPr>
            <a:spLocks noGrp="1"/>
          </p:cNvSpPr>
          <p:nvPr/>
        </p:nvSpPr>
        <p:spPr>
          <a:xfrm>
            <a:off x="4695470" y="5626912"/>
            <a:ext cx="25400" cy="25400"/>
          </a:xfrm>
          <a:prstGeom prst="ellipse">
            <a:avLst/>
          </a:prstGeom>
          <a:solidFill>
            <a:srgbClr val="566AB4">
              <a:alpha val="43000"/>
            </a:srgbClr>
          </a:solidFill>
          <a:ln w="0">
            <a:noFill/>
            <a:prstDash val="solid"/>
          </a:ln>
        </p:spPr>
      </p:sp>
      <p:sp>
        <p:nvSpPr>
          <p:cNvPr id="5311" name="LigandSeek2_vs_LigandSeek1_ellipse_10825">
            <a:extLst>
              <a:ext uri="{FF2B5EF4-FFF2-40B4-BE49-F238E27FC236}">
                <a16:creationId xmlns:a16="http://schemas.microsoft.com/office/drawing/2014/main" id="{91FFC9AD-B9BA-43C7-8F56-6D3E996661BC}"/>
              </a:ext>
            </a:extLst>
          </p:cNvPr>
          <p:cNvSpPr>
            <a:spLocks noGrp="1"/>
          </p:cNvSpPr>
          <p:nvPr/>
        </p:nvSpPr>
        <p:spPr>
          <a:xfrm>
            <a:off x="4765150" y="5246195"/>
            <a:ext cx="25400" cy="25400"/>
          </a:xfrm>
          <a:prstGeom prst="ellipse">
            <a:avLst/>
          </a:prstGeom>
          <a:solidFill>
            <a:srgbClr val="566AB4">
              <a:alpha val="43000"/>
            </a:srgbClr>
          </a:solidFill>
          <a:ln w="0">
            <a:noFill/>
            <a:prstDash val="solid"/>
          </a:ln>
        </p:spPr>
      </p:sp>
      <p:sp>
        <p:nvSpPr>
          <p:cNvPr id="5312" name="LigandSeek2_vs_LigandSeek1_ellipse_10826">
            <a:extLst>
              <a:ext uri="{FF2B5EF4-FFF2-40B4-BE49-F238E27FC236}">
                <a16:creationId xmlns:a16="http://schemas.microsoft.com/office/drawing/2014/main" id="{AD815D0D-367C-4353-99C2-5FC63880C767}"/>
              </a:ext>
            </a:extLst>
          </p:cNvPr>
          <p:cNvSpPr>
            <a:spLocks noGrp="1"/>
          </p:cNvSpPr>
          <p:nvPr/>
        </p:nvSpPr>
        <p:spPr>
          <a:xfrm>
            <a:off x="4643776" y="5817271"/>
            <a:ext cx="25400" cy="25400"/>
          </a:xfrm>
          <a:prstGeom prst="ellipse">
            <a:avLst/>
          </a:prstGeom>
          <a:solidFill>
            <a:srgbClr val="566AB4">
              <a:alpha val="43000"/>
            </a:srgbClr>
          </a:solidFill>
          <a:ln w="0">
            <a:noFill/>
            <a:prstDash val="solid"/>
          </a:ln>
        </p:spPr>
      </p:sp>
      <p:sp>
        <p:nvSpPr>
          <p:cNvPr id="5313" name="LigandSeek2_vs_LigandSeek1_ellipse_10827">
            <a:extLst>
              <a:ext uri="{FF2B5EF4-FFF2-40B4-BE49-F238E27FC236}">
                <a16:creationId xmlns:a16="http://schemas.microsoft.com/office/drawing/2014/main" id="{3B314C8A-0E14-42EA-9F95-FF593EF8451C}"/>
              </a:ext>
            </a:extLst>
          </p:cNvPr>
          <p:cNvSpPr>
            <a:spLocks noGrp="1"/>
          </p:cNvSpPr>
          <p:nvPr/>
        </p:nvSpPr>
        <p:spPr>
          <a:xfrm>
            <a:off x="4746939" y="5436554"/>
            <a:ext cx="25400" cy="25400"/>
          </a:xfrm>
          <a:prstGeom prst="ellipse">
            <a:avLst/>
          </a:prstGeom>
          <a:solidFill>
            <a:srgbClr val="566AB4">
              <a:alpha val="43000"/>
            </a:srgbClr>
          </a:solidFill>
          <a:ln w="0">
            <a:noFill/>
            <a:prstDash val="solid"/>
          </a:ln>
        </p:spPr>
      </p:sp>
      <p:sp>
        <p:nvSpPr>
          <p:cNvPr id="5314" name="LigandSeek2_vs_LigandSeek1_ellipse_10828">
            <a:extLst>
              <a:ext uri="{FF2B5EF4-FFF2-40B4-BE49-F238E27FC236}">
                <a16:creationId xmlns:a16="http://schemas.microsoft.com/office/drawing/2014/main" id="{932768F3-1599-4680-8D87-9DD112F1259B}"/>
              </a:ext>
            </a:extLst>
          </p:cNvPr>
          <p:cNvSpPr>
            <a:spLocks noGrp="1"/>
          </p:cNvSpPr>
          <p:nvPr/>
        </p:nvSpPr>
        <p:spPr>
          <a:xfrm>
            <a:off x="4679593" y="5246195"/>
            <a:ext cx="25400" cy="25400"/>
          </a:xfrm>
          <a:prstGeom prst="ellipse">
            <a:avLst/>
          </a:prstGeom>
          <a:solidFill>
            <a:srgbClr val="566AB4">
              <a:alpha val="43000"/>
            </a:srgbClr>
          </a:solidFill>
          <a:ln w="0">
            <a:noFill/>
            <a:prstDash val="solid"/>
          </a:ln>
        </p:spPr>
      </p:sp>
      <p:sp>
        <p:nvSpPr>
          <p:cNvPr id="5315" name="LigandSeek2_vs_LigandSeek1_ellipse_10829">
            <a:extLst>
              <a:ext uri="{FF2B5EF4-FFF2-40B4-BE49-F238E27FC236}">
                <a16:creationId xmlns:a16="http://schemas.microsoft.com/office/drawing/2014/main" id="{990AB7A1-6018-4631-ACA2-4637CB4B798F}"/>
              </a:ext>
            </a:extLst>
          </p:cNvPr>
          <p:cNvSpPr>
            <a:spLocks noGrp="1"/>
          </p:cNvSpPr>
          <p:nvPr/>
        </p:nvSpPr>
        <p:spPr>
          <a:xfrm>
            <a:off x="4631555" y="5246195"/>
            <a:ext cx="25400" cy="25400"/>
          </a:xfrm>
          <a:prstGeom prst="ellipse">
            <a:avLst/>
          </a:prstGeom>
          <a:solidFill>
            <a:srgbClr val="566AB4">
              <a:alpha val="43000"/>
            </a:srgbClr>
          </a:solidFill>
          <a:ln w="0">
            <a:noFill/>
            <a:prstDash val="solid"/>
          </a:ln>
        </p:spPr>
      </p:sp>
      <p:sp>
        <p:nvSpPr>
          <p:cNvPr id="5316" name="LigandSeek2_vs_LigandSeek1_ellipse_10830">
            <a:extLst>
              <a:ext uri="{FF2B5EF4-FFF2-40B4-BE49-F238E27FC236}">
                <a16:creationId xmlns:a16="http://schemas.microsoft.com/office/drawing/2014/main" id="{DA1DBBA7-1221-4F95-BA14-BA73101B7F55}"/>
              </a:ext>
            </a:extLst>
          </p:cNvPr>
          <p:cNvSpPr>
            <a:spLocks noGrp="1"/>
          </p:cNvSpPr>
          <p:nvPr/>
        </p:nvSpPr>
        <p:spPr>
          <a:xfrm>
            <a:off x="4689072" y="6388346"/>
            <a:ext cx="25400" cy="25400"/>
          </a:xfrm>
          <a:prstGeom prst="ellipse">
            <a:avLst/>
          </a:prstGeom>
          <a:solidFill>
            <a:srgbClr val="566AB4">
              <a:alpha val="43000"/>
            </a:srgbClr>
          </a:solidFill>
          <a:ln w="0">
            <a:noFill/>
            <a:prstDash val="solid"/>
          </a:ln>
        </p:spPr>
      </p:sp>
      <p:sp>
        <p:nvSpPr>
          <p:cNvPr id="5317" name="LigandSeek2_vs_LigandSeek1_ellipse_10831">
            <a:extLst>
              <a:ext uri="{FF2B5EF4-FFF2-40B4-BE49-F238E27FC236}">
                <a16:creationId xmlns:a16="http://schemas.microsoft.com/office/drawing/2014/main" id="{EB9FEC5A-C245-4151-B68C-10EAF0AAC038}"/>
              </a:ext>
            </a:extLst>
          </p:cNvPr>
          <p:cNvSpPr>
            <a:spLocks noGrp="1"/>
          </p:cNvSpPr>
          <p:nvPr/>
        </p:nvSpPr>
        <p:spPr>
          <a:xfrm>
            <a:off x="4694950" y="5572524"/>
            <a:ext cx="25400" cy="25400"/>
          </a:xfrm>
          <a:prstGeom prst="ellipse">
            <a:avLst/>
          </a:prstGeom>
          <a:solidFill>
            <a:srgbClr val="566AB4">
              <a:alpha val="43000"/>
            </a:srgbClr>
          </a:solidFill>
          <a:ln w="0">
            <a:noFill/>
            <a:prstDash val="solid"/>
          </a:ln>
        </p:spPr>
      </p:sp>
      <p:sp>
        <p:nvSpPr>
          <p:cNvPr id="5318" name="LigandSeek2_vs_LigandSeek1_ellipse_10832">
            <a:extLst>
              <a:ext uri="{FF2B5EF4-FFF2-40B4-BE49-F238E27FC236}">
                <a16:creationId xmlns:a16="http://schemas.microsoft.com/office/drawing/2014/main" id="{9AC918A3-F652-4471-AF93-E56D3760FA98}"/>
              </a:ext>
            </a:extLst>
          </p:cNvPr>
          <p:cNvSpPr>
            <a:spLocks noGrp="1"/>
          </p:cNvSpPr>
          <p:nvPr/>
        </p:nvSpPr>
        <p:spPr>
          <a:xfrm>
            <a:off x="4632123" y="5246195"/>
            <a:ext cx="25400" cy="25400"/>
          </a:xfrm>
          <a:prstGeom prst="ellipse">
            <a:avLst/>
          </a:prstGeom>
          <a:solidFill>
            <a:srgbClr val="566AB4">
              <a:alpha val="43000"/>
            </a:srgbClr>
          </a:solidFill>
          <a:ln w="0">
            <a:noFill/>
            <a:prstDash val="solid"/>
          </a:ln>
        </p:spPr>
      </p:sp>
      <p:sp>
        <p:nvSpPr>
          <p:cNvPr id="5319" name="LigandSeek2_vs_LigandSeek1_ellipse_10833">
            <a:extLst>
              <a:ext uri="{FF2B5EF4-FFF2-40B4-BE49-F238E27FC236}">
                <a16:creationId xmlns:a16="http://schemas.microsoft.com/office/drawing/2014/main" id="{7D050249-49A7-4717-A540-E1052C246D6D}"/>
              </a:ext>
            </a:extLst>
          </p:cNvPr>
          <p:cNvSpPr>
            <a:spLocks noGrp="1"/>
          </p:cNvSpPr>
          <p:nvPr/>
        </p:nvSpPr>
        <p:spPr>
          <a:xfrm>
            <a:off x="4657339" y="5246195"/>
            <a:ext cx="25400" cy="25400"/>
          </a:xfrm>
          <a:prstGeom prst="ellipse">
            <a:avLst/>
          </a:prstGeom>
          <a:solidFill>
            <a:srgbClr val="566AB4">
              <a:alpha val="43000"/>
            </a:srgbClr>
          </a:solidFill>
          <a:ln w="0">
            <a:noFill/>
            <a:prstDash val="solid"/>
          </a:ln>
        </p:spPr>
      </p:sp>
      <p:sp>
        <p:nvSpPr>
          <p:cNvPr id="5320" name="LigandSeek2_vs_LigandSeek1_ellipse_10834">
            <a:extLst>
              <a:ext uri="{FF2B5EF4-FFF2-40B4-BE49-F238E27FC236}">
                <a16:creationId xmlns:a16="http://schemas.microsoft.com/office/drawing/2014/main" id="{E8CA80BA-5486-4D4B-BDC0-A7ABED8670FF}"/>
              </a:ext>
            </a:extLst>
          </p:cNvPr>
          <p:cNvSpPr>
            <a:spLocks noGrp="1"/>
          </p:cNvSpPr>
          <p:nvPr/>
        </p:nvSpPr>
        <p:spPr>
          <a:xfrm>
            <a:off x="4621284" y="6300488"/>
            <a:ext cx="25400" cy="25400"/>
          </a:xfrm>
          <a:prstGeom prst="ellipse">
            <a:avLst/>
          </a:prstGeom>
          <a:solidFill>
            <a:srgbClr val="566AB4">
              <a:alpha val="43000"/>
            </a:srgbClr>
          </a:solidFill>
          <a:ln w="0">
            <a:noFill/>
            <a:prstDash val="solid"/>
          </a:ln>
        </p:spPr>
      </p:sp>
      <p:sp>
        <p:nvSpPr>
          <p:cNvPr id="5321" name="LigandSeek2_vs_LigandSeek1_ellipse_10835">
            <a:extLst>
              <a:ext uri="{FF2B5EF4-FFF2-40B4-BE49-F238E27FC236}">
                <a16:creationId xmlns:a16="http://schemas.microsoft.com/office/drawing/2014/main" id="{239CEEC7-D1A1-49C9-B740-DE0A8F6F08BA}"/>
              </a:ext>
            </a:extLst>
          </p:cNvPr>
          <p:cNvSpPr>
            <a:spLocks noGrp="1"/>
          </p:cNvSpPr>
          <p:nvPr/>
        </p:nvSpPr>
        <p:spPr>
          <a:xfrm>
            <a:off x="4691201" y="5246195"/>
            <a:ext cx="25400" cy="25400"/>
          </a:xfrm>
          <a:prstGeom prst="ellipse">
            <a:avLst/>
          </a:prstGeom>
          <a:solidFill>
            <a:srgbClr val="566AB4">
              <a:alpha val="43000"/>
            </a:srgbClr>
          </a:solidFill>
          <a:ln w="0">
            <a:noFill/>
            <a:prstDash val="solid"/>
          </a:ln>
        </p:spPr>
      </p:sp>
      <p:sp>
        <p:nvSpPr>
          <p:cNvPr id="5322" name="LigandSeek2_vs_LigandSeek1_ellipse_10836">
            <a:extLst>
              <a:ext uri="{FF2B5EF4-FFF2-40B4-BE49-F238E27FC236}">
                <a16:creationId xmlns:a16="http://schemas.microsoft.com/office/drawing/2014/main" id="{A9885D14-66F2-46D6-B617-4A4A25E77DB2}"/>
              </a:ext>
            </a:extLst>
          </p:cNvPr>
          <p:cNvSpPr>
            <a:spLocks noGrp="1"/>
          </p:cNvSpPr>
          <p:nvPr/>
        </p:nvSpPr>
        <p:spPr>
          <a:xfrm>
            <a:off x="4680535" y="6388346"/>
            <a:ext cx="25400" cy="25400"/>
          </a:xfrm>
          <a:prstGeom prst="ellipse">
            <a:avLst/>
          </a:prstGeom>
          <a:solidFill>
            <a:srgbClr val="566AB4">
              <a:alpha val="43000"/>
            </a:srgbClr>
          </a:solidFill>
          <a:ln w="0">
            <a:noFill/>
            <a:prstDash val="solid"/>
          </a:ln>
        </p:spPr>
      </p:sp>
      <p:sp>
        <p:nvSpPr>
          <p:cNvPr id="5323" name="LigandSeek2_vs_LigandSeek1_ellipse_10837">
            <a:extLst>
              <a:ext uri="{FF2B5EF4-FFF2-40B4-BE49-F238E27FC236}">
                <a16:creationId xmlns:a16="http://schemas.microsoft.com/office/drawing/2014/main" id="{88411026-B1D6-4CB3-A14C-700FBF220A4B}"/>
              </a:ext>
            </a:extLst>
          </p:cNvPr>
          <p:cNvSpPr>
            <a:spLocks noGrp="1"/>
          </p:cNvSpPr>
          <p:nvPr/>
        </p:nvSpPr>
        <p:spPr>
          <a:xfrm>
            <a:off x="4621519" y="6102808"/>
            <a:ext cx="25400" cy="25400"/>
          </a:xfrm>
          <a:prstGeom prst="ellipse">
            <a:avLst/>
          </a:prstGeom>
          <a:solidFill>
            <a:srgbClr val="566AB4">
              <a:alpha val="43000"/>
            </a:srgbClr>
          </a:solidFill>
          <a:ln w="0">
            <a:noFill/>
            <a:prstDash val="solid"/>
          </a:ln>
        </p:spPr>
      </p:sp>
      <p:sp>
        <p:nvSpPr>
          <p:cNvPr id="5324" name="LigandSeek2_vs_LigandSeek1_ellipse_10838">
            <a:extLst>
              <a:ext uri="{FF2B5EF4-FFF2-40B4-BE49-F238E27FC236}">
                <a16:creationId xmlns:a16="http://schemas.microsoft.com/office/drawing/2014/main" id="{0A604710-C676-42F6-A171-C4E59FF0909B}"/>
              </a:ext>
            </a:extLst>
          </p:cNvPr>
          <p:cNvSpPr>
            <a:spLocks noGrp="1"/>
          </p:cNvSpPr>
          <p:nvPr/>
        </p:nvSpPr>
        <p:spPr>
          <a:xfrm>
            <a:off x="4714705" y="6007629"/>
            <a:ext cx="25400" cy="25400"/>
          </a:xfrm>
          <a:prstGeom prst="ellipse">
            <a:avLst/>
          </a:prstGeom>
          <a:solidFill>
            <a:srgbClr val="566AB4">
              <a:alpha val="43000"/>
            </a:srgbClr>
          </a:solidFill>
          <a:ln w="0">
            <a:noFill/>
            <a:prstDash val="solid"/>
          </a:ln>
        </p:spPr>
      </p:sp>
      <p:sp>
        <p:nvSpPr>
          <p:cNvPr id="5325" name="LigandSeek2_vs_LigandSeek1_ellipse_10839">
            <a:extLst>
              <a:ext uri="{FF2B5EF4-FFF2-40B4-BE49-F238E27FC236}">
                <a16:creationId xmlns:a16="http://schemas.microsoft.com/office/drawing/2014/main" id="{4087A7A3-69FC-4AF9-BB75-09216BFB8D27}"/>
              </a:ext>
            </a:extLst>
          </p:cNvPr>
          <p:cNvSpPr>
            <a:spLocks noGrp="1"/>
          </p:cNvSpPr>
          <p:nvPr/>
        </p:nvSpPr>
        <p:spPr>
          <a:xfrm>
            <a:off x="4700697" y="6102808"/>
            <a:ext cx="25400" cy="25400"/>
          </a:xfrm>
          <a:prstGeom prst="ellipse">
            <a:avLst/>
          </a:prstGeom>
          <a:solidFill>
            <a:srgbClr val="566AB4">
              <a:alpha val="43000"/>
            </a:srgbClr>
          </a:solidFill>
          <a:ln w="0">
            <a:noFill/>
            <a:prstDash val="solid"/>
          </a:ln>
        </p:spPr>
      </p:sp>
      <p:sp>
        <p:nvSpPr>
          <p:cNvPr id="5326" name="LigandSeek2_vs_LigandSeek1_ellipse_10840">
            <a:extLst>
              <a:ext uri="{FF2B5EF4-FFF2-40B4-BE49-F238E27FC236}">
                <a16:creationId xmlns:a16="http://schemas.microsoft.com/office/drawing/2014/main" id="{8576ECFB-DA25-4C24-8E71-152F580C3F47}"/>
              </a:ext>
            </a:extLst>
          </p:cNvPr>
          <p:cNvSpPr>
            <a:spLocks noGrp="1"/>
          </p:cNvSpPr>
          <p:nvPr/>
        </p:nvSpPr>
        <p:spPr>
          <a:xfrm>
            <a:off x="4656363" y="6388346"/>
            <a:ext cx="25400" cy="25400"/>
          </a:xfrm>
          <a:prstGeom prst="ellipse">
            <a:avLst/>
          </a:prstGeom>
          <a:solidFill>
            <a:srgbClr val="566AB4">
              <a:alpha val="43000"/>
            </a:srgbClr>
          </a:solidFill>
          <a:ln w="0">
            <a:noFill/>
            <a:prstDash val="solid"/>
          </a:ln>
        </p:spPr>
      </p:sp>
      <p:sp>
        <p:nvSpPr>
          <p:cNvPr id="5327" name="LigandSeek2_vs_LigandSeek1_ellipse_10841">
            <a:extLst>
              <a:ext uri="{FF2B5EF4-FFF2-40B4-BE49-F238E27FC236}">
                <a16:creationId xmlns:a16="http://schemas.microsoft.com/office/drawing/2014/main" id="{D177DA4F-0C2C-42D2-A960-578DE6ACA2B8}"/>
              </a:ext>
            </a:extLst>
          </p:cNvPr>
          <p:cNvSpPr>
            <a:spLocks noGrp="1"/>
          </p:cNvSpPr>
          <p:nvPr/>
        </p:nvSpPr>
        <p:spPr>
          <a:xfrm>
            <a:off x="4724210" y="5531733"/>
            <a:ext cx="25400" cy="25400"/>
          </a:xfrm>
          <a:prstGeom prst="ellipse">
            <a:avLst/>
          </a:prstGeom>
          <a:solidFill>
            <a:srgbClr val="566AB4">
              <a:alpha val="43000"/>
            </a:srgbClr>
          </a:solidFill>
          <a:ln w="0">
            <a:noFill/>
            <a:prstDash val="solid"/>
          </a:ln>
        </p:spPr>
      </p:sp>
      <p:sp>
        <p:nvSpPr>
          <p:cNvPr id="5328" name="LigandSeek2_vs_LigandSeek1_ellipse_10842">
            <a:extLst>
              <a:ext uri="{FF2B5EF4-FFF2-40B4-BE49-F238E27FC236}">
                <a16:creationId xmlns:a16="http://schemas.microsoft.com/office/drawing/2014/main" id="{AAC204FC-33CC-4EDE-9699-AC9068B8B5AE}"/>
              </a:ext>
            </a:extLst>
          </p:cNvPr>
          <p:cNvSpPr>
            <a:spLocks noGrp="1"/>
          </p:cNvSpPr>
          <p:nvPr/>
        </p:nvSpPr>
        <p:spPr>
          <a:xfrm>
            <a:off x="4707269" y="6388346"/>
            <a:ext cx="25400" cy="25400"/>
          </a:xfrm>
          <a:prstGeom prst="ellipse">
            <a:avLst/>
          </a:prstGeom>
          <a:solidFill>
            <a:srgbClr val="566AB4">
              <a:alpha val="43000"/>
            </a:srgbClr>
          </a:solidFill>
          <a:ln w="0">
            <a:noFill/>
            <a:prstDash val="solid"/>
          </a:ln>
        </p:spPr>
      </p:sp>
      <p:sp>
        <p:nvSpPr>
          <p:cNvPr id="5329" name="LigandSeek2_vs_LigandSeek1_ellipse_10843">
            <a:extLst>
              <a:ext uri="{FF2B5EF4-FFF2-40B4-BE49-F238E27FC236}">
                <a16:creationId xmlns:a16="http://schemas.microsoft.com/office/drawing/2014/main" id="{4E5E10E3-FCD7-4B59-9123-5300577E3858}"/>
              </a:ext>
            </a:extLst>
          </p:cNvPr>
          <p:cNvSpPr>
            <a:spLocks noGrp="1"/>
          </p:cNvSpPr>
          <p:nvPr/>
        </p:nvSpPr>
        <p:spPr>
          <a:xfrm>
            <a:off x="4739867" y="5246195"/>
            <a:ext cx="25400" cy="25400"/>
          </a:xfrm>
          <a:prstGeom prst="ellipse">
            <a:avLst/>
          </a:prstGeom>
          <a:solidFill>
            <a:srgbClr val="566AB4">
              <a:alpha val="43000"/>
            </a:srgbClr>
          </a:solidFill>
          <a:ln w="0">
            <a:noFill/>
            <a:prstDash val="solid"/>
          </a:ln>
        </p:spPr>
      </p:sp>
      <p:sp>
        <p:nvSpPr>
          <p:cNvPr id="5330" name="LigandSeek2_vs_LigandSeek1_ellipse_10844">
            <a:extLst>
              <a:ext uri="{FF2B5EF4-FFF2-40B4-BE49-F238E27FC236}">
                <a16:creationId xmlns:a16="http://schemas.microsoft.com/office/drawing/2014/main" id="{B3F3B159-6917-45AE-B70C-5729341A6571}"/>
              </a:ext>
            </a:extLst>
          </p:cNvPr>
          <p:cNvSpPr>
            <a:spLocks noGrp="1"/>
          </p:cNvSpPr>
          <p:nvPr/>
        </p:nvSpPr>
        <p:spPr>
          <a:xfrm>
            <a:off x="4679935" y="5246195"/>
            <a:ext cx="25400" cy="25400"/>
          </a:xfrm>
          <a:prstGeom prst="ellipse">
            <a:avLst/>
          </a:prstGeom>
          <a:solidFill>
            <a:srgbClr val="566AB4">
              <a:alpha val="43000"/>
            </a:srgbClr>
          </a:solidFill>
          <a:ln w="0">
            <a:noFill/>
            <a:prstDash val="solid"/>
          </a:ln>
        </p:spPr>
      </p:sp>
      <p:sp>
        <p:nvSpPr>
          <p:cNvPr id="5331" name="LigandSeek2_vs_LigandSeek1_ellipse_10845">
            <a:extLst>
              <a:ext uri="{FF2B5EF4-FFF2-40B4-BE49-F238E27FC236}">
                <a16:creationId xmlns:a16="http://schemas.microsoft.com/office/drawing/2014/main" id="{536740F1-3D9C-4080-9B44-9A33570595F9}"/>
              </a:ext>
            </a:extLst>
          </p:cNvPr>
          <p:cNvSpPr>
            <a:spLocks noGrp="1"/>
          </p:cNvSpPr>
          <p:nvPr/>
        </p:nvSpPr>
        <p:spPr>
          <a:xfrm>
            <a:off x="4660740" y="5246195"/>
            <a:ext cx="25400" cy="25400"/>
          </a:xfrm>
          <a:prstGeom prst="ellipse">
            <a:avLst/>
          </a:prstGeom>
          <a:solidFill>
            <a:srgbClr val="566AB4">
              <a:alpha val="43000"/>
            </a:srgbClr>
          </a:solidFill>
          <a:ln w="0">
            <a:noFill/>
            <a:prstDash val="solid"/>
          </a:ln>
        </p:spPr>
      </p:sp>
      <p:sp>
        <p:nvSpPr>
          <p:cNvPr id="5332" name="LigandSeek2_vs_LigandSeek1_ellipse_10846">
            <a:extLst>
              <a:ext uri="{FF2B5EF4-FFF2-40B4-BE49-F238E27FC236}">
                <a16:creationId xmlns:a16="http://schemas.microsoft.com/office/drawing/2014/main" id="{F3C5E8CA-69A0-4B88-A94D-2446C0CC91CF}"/>
              </a:ext>
            </a:extLst>
          </p:cNvPr>
          <p:cNvSpPr>
            <a:spLocks noGrp="1"/>
          </p:cNvSpPr>
          <p:nvPr/>
        </p:nvSpPr>
        <p:spPr>
          <a:xfrm>
            <a:off x="4664658" y="5246195"/>
            <a:ext cx="25400" cy="25400"/>
          </a:xfrm>
          <a:prstGeom prst="ellipse">
            <a:avLst/>
          </a:prstGeom>
          <a:solidFill>
            <a:srgbClr val="566AB4">
              <a:alpha val="43000"/>
            </a:srgbClr>
          </a:solidFill>
          <a:ln w="0">
            <a:noFill/>
            <a:prstDash val="solid"/>
          </a:ln>
        </p:spPr>
      </p:sp>
      <p:sp>
        <p:nvSpPr>
          <p:cNvPr id="5333" name="LigandSeek2_vs_LigandSeek1_ellipse_10847">
            <a:extLst>
              <a:ext uri="{FF2B5EF4-FFF2-40B4-BE49-F238E27FC236}">
                <a16:creationId xmlns:a16="http://schemas.microsoft.com/office/drawing/2014/main" id="{AEEF5BDD-46AC-4B4F-ABF8-29CE49109F5C}"/>
              </a:ext>
            </a:extLst>
          </p:cNvPr>
          <p:cNvSpPr>
            <a:spLocks noGrp="1"/>
          </p:cNvSpPr>
          <p:nvPr/>
        </p:nvSpPr>
        <p:spPr>
          <a:xfrm>
            <a:off x="4673259" y="5531733"/>
            <a:ext cx="25400" cy="25400"/>
          </a:xfrm>
          <a:prstGeom prst="ellipse">
            <a:avLst/>
          </a:prstGeom>
          <a:solidFill>
            <a:srgbClr val="566AB4">
              <a:alpha val="43000"/>
            </a:srgbClr>
          </a:solidFill>
          <a:ln w="0">
            <a:noFill/>
            <a:prstDash val="solid"/>
          </a:ln>
        </p:spPr>
      </p:sp>
      <p:sp>
        <p:nvSpPr>
          <p:cNvPr id="5334" name="LigandSeek2_vs_LigandSeek1_ellipse_10848">
            <a:extLst>
              <a:ext uri="{FF2B5EF4-FFF2-40B4-BE49-F238E27FC236}">
                <a16:creationId xmlns:a16="http://schemas.microsoft.com/office/drawing/2014/main" id="{0E76EF7B-538A-476C-BAA3-B277AAEA1A6B}"/>
              </a:ext>
            </a:extLst>
          </p:cNvPr>
          <p:cNvSpPr>
            <a:spLocks noGrp="1"/>
          </p:cNvSpPr>
          <p:nvPr/>
        </p:nvSpPr>
        <p:spPr>
          <a:xfrm>
            <a:off x="4703720" y="6388346"/>
            <a:ext cx="25400" cy="25400"/>
          </a:xfrm>
          <a:prstGeom prst="ellipse">
            <a:avLst/>
          </a:prstGeom>
          <a:solidFill>
            <a:srgbClr val="566AB4">
              <a:alpha val="43000"/>
            </a:srgbClr>
          </a:solidFill>
          <a:ln w="0">
            <a:noFill/>
            <a:prstDash val="solid"/>
          </a:ln>
        </p:spPr>
      </p:sp>
      <p:sp>
        <p:nvSpPr>
          <p:cNvPr id="5335" name="LigandSeek2_vs_LigandSeek1_ellipse_10849">
            <a:extLst>
              <a:ext uri="{FF2B5EF4-FFF2-40B4-BE49-F238E27FC236}">
                <a16:creationId xmlns:a16="http://schemas.microsoft.com/office/drawing/2014/main" id="{7887D012-CCEB-4E62-926C-4BFA10358AAF}"/>
              </a:ext>
            </a:extLst>
          </p:cNvPr>
          <p:cNvSpPr>
            <a:spLocks noGrp="1"/>
          </p:cNvSpPr>
          <p:nvPr/>
        </p:nvSpPr>
        <p:spPr>
          <a:xfrm>
            <a:off x="4718678" y="5246195"/>
            <a:ext cx="25400" cy="25400"/>
          </a:xfrm>
          <a:prstGeom prst="ellipse">
            <a:avLst/>
          </a:prstGeom>
          <a:solidFill>
            <a:srgbClr val="566AB4">
              <a:alpha val="43000"/>
            </a:srgbClr>
          </a:solidFill>
          <a:ln w="0">
            <a:noFill/>
            <a:prstDash val="solid"/>
          </a:ln>
        </p:spPr>
      </p:sp>
      <p:sp>
        <p:nvSpPr>
          <p:cNvPr id="5336" name="LigandSeek2_vs_LigandSeek1_ellipse_10850">
            <a:extLst>
              <a:ext uri="{FF2B5EF4-FFF2-40B4-BE49-F238E27FC236}">
                <a16:creationId xmlns:a16="http://schemas.microsoft.com/office/drawing/2014/main" id="{BBA164F6-5561-4169-AC56-A885BF690546}"/>
              </a:ext>
            </a:extLst>
          </p:cNvPr>
          <p:cNvSpPr>
            <a:spLocks noGrp="1"/>
          </p:cNvSpPr>
          <p:nvPr/>
        </p:nvSpPr>
        <p:spPr>
          <a:xfrm>
            <a:off x="4670861" y="6388346"/>
            <a:ext cx="25400" cy="25400"/>
          </a:xfrm>
          <a:prstGeom prst="ellipse">
            <a:avLst/>
          </a:prstGeom>
          <a:solidFill>
            <a:srgbClr val="566AB4">
              <a:alpha val="43000"/>
            </a:srgbClr>
          </a:solidFill>
          <a:ln w="0">
            <a:noFill/>
            <a:prstDash val="solid"/>
          </a:ln>
        </p:spPr>
      </p:sp>
      <p:sp>
        <p:nvSpPr>
          <p:cNvPr id="5337" name="LigandSeek2_vs_LigandSeek1_ellipse_10851">
            <a:extLst>
              <a:ext uri="{FF2B5EF4-FFF2-40B4-BE49-F238E27FC236}">
                <a16:creationId xmlns:a16="http://schemas.microsoft.com/office/drawing/2014/main" id="{3FE14379-4B3C-4114-8FC8-0922D8A24147}"/>
              </a:ext>
            </a:extLst>
          </p:cNvPr>
          <p:cNvSpPr>
            <a:spLocks noGrp="1"/>
          </p:cNvSpPr>
          <p:nvPr/>
        </p:nvSpPr>
        <p:spPr>
          <a:xfrm>
            <a:off x="4743199" y="6388346"/>
            <a:ext cx="25400" cy="25400"/>
          </a:xfrm>
          <a:prstGeom prst="ellipse">
            <a:avLst/>
          </a:prstGeom>
          <a:solidFill>
            <a:srgbClr val="566AB4">
              <a:alpha val="43000"/>
            </a:srgbClr>
          </a:solidFill>
          <a:ln w="0">
            <a:noFill/>
            <a:prstDash val="solid"/>
          </a:ln>
        </p:spPr>
      </p:sp>
      <p:sp>
        <p:nvSpPr>
          <p:cNvPr id="5338" name="LigandSeek2_vs_LigandSeek1_ellipse_10852">
            <a:extLst>
              <a:ext uri="{FF2B5EF4-FFF2-40B4-BE49-F238E27FC236}">
                <a16:creationId xmlns:a16="http://schemas.microsoft.com/office/drawing/2014/main" id="{97BE68A5-17A2-45E0-915D-F06AD647D3BB}"/>
              </a:ext>
            </a:extLst>
          </p:cNvPr>
          <p:cNvSpPr>
            <a:spLocks noGrp="1"/>
          </p:cNvSpPr>
          <p:nvPr/>
        </p:nvSpPr>
        <p:spPr>
          <a:xfrm>
            <a:off x="4713387" y="5246195"/>
            <a:ext cx="25400" cy="25400"/>
          </a:xfrm>
          <a:prstGeom prst="ellipse">
            <a:avLst/>
          </a:prstGeom>
          <a:solidFill>
            <a:srgbClr val="566AB4">
              <a:alpha val="43000"/>
            </a:srgbClr>
          </a:solidFill>
          <a:ln w="0">
            <a:noFill/>
            <a:prstDash val="solid"/>
          </a:ln>
        </p:spPr>
      </p:sp>
      <p:sp>
        <p:nvSpPr>
          <p:cNvPr id="5339" name="LigandSeek2_vs_LigandSeek1_ellipse_10853">
            <a:extLst>
              <a:ext uri="{FF2B5EF4-FFF2-40B4-BE49-F238E27FC236}">
                <a16:creationId xmlns:a16="http://schemas.microsoft.com/office/drawing/2014/main" id="{35DB82AC-8AE4-414D-B27A-A05AE3A7CD3F}"/>
              </a:ext>
            </a:extLst>
          </p:cNvPr>
          <p:cNvSpPr>
            <a:spLocks noGrp="1"/>
          </p:cNvSpPr>
          <p:nvPr/>
        </p:nvSpPr>
        <p:spPr>
          <a:xfrm>
            <a:off x="4753378" y="5246195"/>
            <a:ext cx="25400" cy="25400"/>
          </a:xfrm>
          <a:prstGeom prst="ellipse">
            <a:avLst/>
          </a:prstGeom>
          <a:solidFill>
            <a:srgbClr val="566AB4">
              <a:alpha val="43000"/>
            </a:srgbClr>
          </a:solidFill>
          <a:ln w="0">
            <a:noFill/>
            <a:prstDash val="solid"/>
          </a:ln>
        </p:spPr>
      </p:sp>
      <p:sp>
        <p:nvSpPr>
          <p:cNvPr id="5340" name="LigandSeek2_vs_LigandSeek1_ellipse_10854">
            <a:extLst>
              <a:ext uri="{FF2B5EF4-FFF2-40B4-BE49-F238E27FC236}">
                <a16:creationId xmlns:a16="http://schemas.microsoft.com/office/drawing/2014/main" id="{71B7C0F7-C2CF-4284-8553-D10B684B3F86}"/>
              </a:ext>
            </a:extLst>
          </p:cNvPr>
          <p:cNvSpPr>
            <a:spLocks noGrp="1"/>
          </p:cNvSpPr>
          <p:nvPr/>
        </p:nvSpPr>
        <p:spPr>
          <a:xfrm>
            <a:off x="4744821" y="6388346"/>
            <a:ext cx="25400" cy="25400"/>
          </a:xfrm>
          <a:prstGeom prst="ellipse">
            <a:avLst/>
          </a:prstGeom>
          <a:solidFill>
            <a:srgbClr val="566AB4">
              <a:alpha val="43000"/>
            </a:srgbClr>
          </a:solidFill>
          <a:ln w="0">
            <a:noFill/>
            <a:prstDash val="solid"/>
          </a:ln>
        </p:spPr>
      </p:sp>
      <p:sp>
        <p:nvSpPr>
          <p:cNvPr id="5341" name="LigandSeek2_vs_LigandSeek1_ellipse_10855">
            <a:extLst>
              <a:ext uri="{FF2B5EF4-FFF2-40B4-BE49-F238E27FC236}">
                <a16:creationId xmlns:a16="http://schemas.microsoft.com/office/drawing/2014/main" id="{FB752E77-568F-4FDA-9BE2-99DD9BF5C2F7}"/>
              </a:ext>
            </a:extLst>
          </p:cNvPr>
          <p:cNvSpPr>
            <a:spLocks noGrp="1"/>
          </p:cNvSpPr>
          <p:nvPr/>
        </p:nvSpPr>
        <p:spPr>
          <a:xfrm>
            <a:off x="4737909" y="5246195"/>
            <a:ext cx="25400" cy="25400"/>
          </a:xfrm>
          <a:prstGeom prst="ellipse">
            <a:avLst/>
          </a:prstGeom>
          <a:solidFill>
            <a:srgbClr val="566AB4">
              <a:alpha val="43000"/>
            </a:srgbClr>
          </a:solidFill>
          <a:ln w="0">
            <a:noFill/>
            <a:prstDash val="solid"/>
          </a:ln>
        </p:spPr>
      </p:sp>
      <p:sp>
        <p:nvSpPr>
          <p:cNvPr id="5342" name="LigandSeek2_vs_LigandSeek1_ellipse_10856">
            <a:extLst>
              <a:ext uri="{FF2B5EF4-FFF2-40B4-BE49-F238E27FC236}">
                <a16:creationId xmlns:a16="http://schemas.microsoft.com/office/drawing/2014/main" id="{43DF3EFD-ED39-4DEC-A4E0-6CB5CE22B4A6}"/>
              </a:ext>
            </a:extLst>
          </p:cNvPr>
          <p:cNvSpPr>
            <a:spLocks noGrp="1"/>
          </p:cNvSpPr>
          <p:nvPr/>
        </p:nvSpPr>
        <p:spPr>
          <a:xfrm>
            <a:off x="4611313" y="5246195"/>
            <a:ext cx="25400" cy="25400"/>
          </a:xfrm>
          <a:prstGeom prst="ellipse">
            <a:avLst/>
          </a:prstGeom>
          <a:solidFill>
            <a:srgbClr val="566AB4">
              <a:alpha val="43000"/>
            </a:srgbClr>
          </a:solidFill>
          <a:ln w="0">
            <a:noFill/>
            <a:prstDash val="solid"/>
          </a:ln>
        </p:spPr>
      </p:sp>
      <p:sp>
        <p:nvSpPr>
          <p:cNvPr id="5343" name="LigandSeek2_vs_LigandSeek1_ellipse_10857">
            <a:extLst>
              <a:ext uri="{FF2B5EF4-FFF2-40B4-BE49-F238E27FC236}">
                <a16:creationId xmlns:a16="http://schemas.microsoft.com/office/drawing/2014/main" id="{F7055311-FAFA-4C45-9364-19F65B6AAB82}"/>
              </a:ext>
            </a:extLst>
          </p:cNvPr>
          <p:cNvSpPr>
            <a:spLocks noGrp="1"/>
          </p:cNvSpPr>
          <p:nvPr/>
        </p:nvSpPr>
        <p:spPr>
          <a:xfrm>
            <a:off x="4763697" y="5246195"/>
            <a:ext cx="25400" cy="25400"/>
          </a:xfrm>
          <a:prstGeom prst="ellipse">
            <a:avLst/>
          </a:prstGeom>
          <a:solidFill>
            <a:srgbClr val="566AB4">
              <a:alpha val="43000"/>
            </a:srgbClr>
          </a:solidFill>
          <a:ln w="0">
            <a:noFill/>
            <a:prstDash val="solid"/>
          </a:ln>
        </p:spPr>
      </p:sp>
      <p:sp>
        <p:nvSpPr>
          <p:cNvPr id="5344" name="LigandSeek2_vs_LigandSeek1_ellipse_10858">
            <a:extLst>
              <a:ext uri="{FF2B5EF4-FFF2-40B4-BE49-F238E27FC236}">
                <a16:creationId xmlns:a16="http://schemas.microsoft.com/office/drawing/2014/main" id="{4AB40094-29E6-4E24-9B98-DA319D370FE7}"/>
              </a:ext>
            </a:extLst>
          </p:cNvPr>
          <p:cNvSpPr>
            <a:spLocks noGrp="1"/>
          </p:cNvSpPr>
          <p:nvPr/>
        </p:nvSpPr>
        <p:spPr>
          <a:xfrm>
            <a:off x="4689544" y="5246195"/>
            <a:ext cx="25400" cy="25400"/>
          </a:xfrm>
          <a:prstGeom prst="ellipse">
            <a:avLst/>
          </a:prstGeom>
          <a:solidFill>
            <a:srgbClr val="566AB4">
              <a:alpha val="43000"/>
            </a:srgbClr>
          </a:solidFill>
          <a:ln w="0">
            <a:noFill/>
            <a:prstDash val="solid"/>
          </a:ln>
        </p:spPr>
      </p:sp>
      <p:sp>
        <p:nvSpPr>
          <p:cNvPr id="5345" name="LigandSeek2_vs_LigandSeek1_ellipse_10859">
            <a:extLst>
              <a:ext uri="{FF2B5EF4-FFF2-40B4-BE49-F238E27FC236}">
                <a16:creationId xmlns:a16="http://schemas.microsoft.com/office/drawing/2014/main" id="{7F5EDF96-E6CB-4B06-91B5-B0DBA64DA3F5}"/>
              </a:ext>
            </a:extLst>
          </p:cNvPr>
          <p:cNvSpPr>
            <a:spLocks noGrp="1"/>
          </p:cNvSpPr>
          <p:nvPr/>
        </p:nvSpPr>
        <p:spPr>
          <a:xfrm>
            <a:off x="4734810" y="6388346"/>
            <a:ext cx="25400" cy="25400"/>
          </a:xfrm>
          <a:prstGeom prst="ellipse">
            <a:avLst/>
          </a:prstGeom>
          <a:solidFill>
            <a:srgbClr val="566AB4">
              <a:alpha val="43000"/>
            </a:srgbClr>
          </a:solidFill>
          <a:ln w="0">
            <a:noFill/>
            <a:prstDash val="solid"/>
          </a:ln>
        </p:spPr>
      </p:sp>
      <p:sp>
        <p:nvSpPr>
          <p:cNvPr id="5346" name="LigandSeek2_vs_LigandSeek1_ellipse_10860">
            <a:extLst>
              <a:ext uri="{FF2B5EF4-FFF2-40B4-BE49-F238E27FC236}">
                <a16:creationId xmlns:a16="http://schemas.microsoft.com/office/drawing/2014/main" id="{156AC223-B598-4475-B631-F02EA2B07418}"/>
              </a:ext>
            </a:extLst>
          </p:cNvPr>
          <p:cNvSpPr>
            <a:spLocks noGrp="1"/>
          </p:cNvSpPr>
          <p:nvPr/>
        </p:nvSpPr>
        <p:spPr>
          <a:xfrm>
            <a:off x="4672376" y="5246195"/>
            <a:ext cx="25400" cy="25400"/>
          </a:xfrm>
          <a:prstGeom prst="ellipse">
            <a:avLst/>
          </a:prstGeom>
          <a:solidFill>
            <a:srgbClr val="566AB4">
              <a:alpha val="43000"/>
            </a:srgbClr>
          </a:solidFill>
          <a:ln w="0">
            <a:noFill/>
            <a:prstDash val="solid"/>
          </a:ln>
        </p:spPr>
      </p:sp>
      <p:sp>
        <p:nvSpPr>
          <p:cNvPr id="5347" name="LigandSeek2_vs_LigandSeek1_ellipse_10861">
            <a:extLst>
              <a:ext uri="{FF2B5EF4-FFF2-40B4-BE49-F238E27FC236}">
                <a16:creationId xmlns:a16="http://schemas.microsoft.com/office/drawing/2014/main" id="{4A10FA81-D965-41E1-9462-E41854503D7C}"/>
              </a:ext>
            </a:extLst>
          </p:cNvPr>
          <p:cNvSpPr>
            <a:spLocks noGrp="1"/>
          </p:cNvSpPr>
          <p:nvPr/>
        </p:nvSpPr>
        <p:spPr>
          <a:xfrm>
            <a:off x="4614007" y="6007629"/>
            <a:ext cx="25400" cy="25400"/>
          </a:xfrm>
          <a:prstGeom prst="ellipse">
            <a:avLst/>
          </a:prstGeom>
          <a:solidFill>
            <a:srgbClr val="566AB4">
              <a:alpha val="43000"/>
            </a:srgbClr>
          </a:solidFill>
          <a:ln w="0">
            <a:noFill/>
            <a:prstDash val="solid"/>
          </a:ln>
        </p:spPr>
      </p:sp>
      <p:sp>
        <p:nvSpPr>
          <p:cNvPr id="5348" name="LigandSeek2_vs_LigandSeek1_ellipse_10862">
            <a:extLst>
              <a:ext uri="{FF2B5EF4-FFF2-40B4-BE49-F238E27FC236}">
                <a16:creationId xmlns:a16="http://schemas.microsoft.com/office/drawing/2014/main" id="{C8AC6C52-A372-4C78-B16B-DCB997AA5146}"/>
              </a:ext>
            </a:extLst>
          </p:cNvPr>
          <p:cNvSpPr>
            <a:spLocks noGrp="1"/>
          </p:cNvSpPr>
          <p:nvPr/>
        </p:nvSpPr>
        <p:spPr>
          <a:xfrm>
            <a:off x="4677761" y="6388346"/>
            <a:ext cx="25400" cy="25400"/>
          </a:xfrm>
          <a:prstGeom prst="ellipse">
            <a:avLst/>
          </a:prstGeom>
          <a:solidFill>
            <a:srgbClr val="566AB4">
              <a:alpha val="43000"/>
            </a:srgbClr>
          </a:solidFill>
          <a:ln w="0">
            <a:noFill/>
            <a:prstDash val="solid"/>
          </a:ln>
        </p:spPr>
      </p:sp>
      <p:sp>
        <p:nvSpPr>
          <p:cNvPr id="5349" name="LigandSeek2_vs_LigandSeek1_ellipse_10863">
            <a:extLst>
              <a:ext uri="{FF2B5EF4-FFF2-40B4-BE49-F238E27FC236}">
                <a16:creationId xmlns:a16="http://schemas.microsoft.com/office/drawing/2014/main" id="{1476D7A4-0B3E-4FD9-9DA8-4E0EA37E326B}"/>
              </a:ext>
            </a:extLst>
          </p:cNvPr>
          <p:cNvSpPr>
            <a:spLocks noGrp="1"/>
          </p:cNvSpPr>
          <p:nvPr/>
        </p:nvSpPr>
        <p:spPr>
          <a:xfrm>
            <a:off x="4626816" y="6388346"/>
            <a:ext cx="25400" cy="25400"/>
          </a:xfrm>
          <a:prstGeom prst="ellipse">
            <a:avLst/>
          </a:prstGeom>
          <a:solidFill>
            <a:srgbClr val="566AB4">
              <a:alpha val="43000"/>
            </a:srgbClr>
          </a:solidFill>
          <a:ln w="0">
            <a:noFill/>
            <a:prstDash val="solid"/>
          </a:ln>
        </p:spPr>
      </p:sp>
      <p:sp>
        <p:nvSpPr>
          <p:cNvPr id="5350" name="LigandSeek2_vs_LigandSeek1_ellipse_10864">
            <a:extLst>
              <a:ext uri="{FF2B5EF4-FFF2-40B4-BE49-F238E27FC236}">
                <a16:creationId xmlns:a16="http://schemas.microsoft.com/office/drawing/2014/main" id="{7C73FD43-7100-4935-A086-6925C0431BF1}"/>
              </a:ext>
            </a:extLst>
          </p:cNvPr>
          <p:cNvSpPr>
            <a:spLocks noGrp="1"/>
          </p:cNvSpPr>
          <p:nvPr/>
        </p:nvSpPr>
        <p:spPr>
          <a:xfrm>
            <a:off x="4653871" y="6388346"/>
            <a:ext cx="25400" cy="25400"/>
          </a:xfrm>
          <a:prstGeom prst="ellipse">
            <a:avLst/>
          </a:prstGeom>
          <a:solidFill>
            <a:srgbClr val="566AB4">
              <a:alpha val="43000"/>
            </a:srgbClr>
          </a:solidFill>
          <a:ln w="0">
            <a:noFill/>
            <a:prstDash val="solid"/>
          </a:ln>
        </p:spPr>
      </p:sp>
      <p:sp>
        <p:nvSpPr>
          <p:cNvPr id="5351" name="LigandSeek2_vs_LigandSeek1_ellipse_10865">
            <a:extLst>
              <a:ext uri="{FF2B5EF4-FFF2-40B4-BE49-F238E27FC236}">
                <a16:creationId xmlns:a16="http://schemas.microsoft.com/office/drawing/2014/main" id="{8F33BC73-9194-4832-BB29-74697CBF7AA2}"/>
              </a:ext>
            </a:extLst>
          </p:cNvPr>
          <p:cNvSpPr>
            <a:spLocks noGrp="1"/>
          </p:cNvSpPr>
          <p:nvPr/>
        </p:nvSpPr>
        <p:spPr>
          <a:xfrm>
            <a:off x="4709132" y="6388346"/>
            <a:ext cx="25400" cy="25400"/>
          </a:xfrm>
          <a:prstGeom prst="ellipse">
            <a:avLst/>
          </a:prstGeom>
          <a:solidFill>
            <a:srgbClr val="566AB4">
              <a:alpha val="43000"/>
            </a:srgbClr>
          </a:solidFill>
          <a:ln w="0">
            <a:noFill/>
            <a:prstDash val="solid"/>
          </a:ln>
        </p:spPr>
      </p:sp>
      <p:sp>
        <p:nvSpPr>
          <p:cNvPr id="5352" name="LigandSeek2_vs_LigandSeek1_ellipse_10866">
            <a:extLst>
              <a:ext uri="{FF2B5EF4-FFF2-40B4-BE49-F238E27FC236}">
                <a16:creationId xmlns:a16="http://schemas.microsoft.com/office/drawing/2014/main" id="{3F15FFEF-1DDC-4A85-A59F-3C131E655E4C}"/>
              </a:ext>
            </a:extLst>
          </p:cNvPr>
          <p:cNvSpPr>
            <a:spLocks noGrp="1"/>
          </p:cNvSpPr>
          <p:nvPr/>
        </p:nvSpPr>
        <p:spPr>
          <a:xfrm>
            <a:off x="4659547" y="5246195"/>
            <a:ext cx="25400" cy="25400"/>
          </a:xfrm>
          <a:prstGeom prst="ellipse">
            <a:avLst/>
          </a:prstGeom>
          <a:solidFill>
            <a:srgbClr val="566AB4">
              <a:alpha val="43000"/>
            </a:srgbClr>
          </a:solidFill>
          <a:ln w="0">
            <a:noFill/>
            <a:prstDash val="solid"/>
          </a:ln>
        </p:spPr>
      </p:sp>
      <p:sp>
        <p:nvSpPr>
          <p:cNvPr id="5353" name="LigandSeek2_vs_LigandSeek1_ellipse_10867">
            <a:extLst>
              <a:ext uri="{FF2B5EF4-FFF2-40B4-BE49-F238E27FC236}">
                <a16:creationId xmlns:a16="http://schemas.microsoft.com/office/drawing/2014/main" id="{75D8F2AF-4C92-4B07-BB95-D59480312797}"/>
              </a:ext>
            </a:extLst>
          </p:cNvPr>
          <p:cNvSpPr>
            <a:spLocks noGrp="1"/>
          </p:cNvSpPr>
          <p:nvPr/>
        </p:nvSpPr>
        <p:spPr>
          <a:xfrm>
            <a:off x="4739577" y="5246195"/>
            <a:ext cx="25400" cy="25400"/>
          </a:xfrm>
          <a:prstGeom prst="ellipse">
            <a:avLst/>
          </a:prstGeom>
          <a:solidFill>
            <a:srgbClr val="566AB4">
              <a:alpha val="43000"/>
            </a:srgbClr>
          </a:solidFill>
          <a:ln w="0">
            <a:noFill/>
            <a:prstDash val="solid"/>
          </a:ln>
        </p:spPr>
      </p:sp>
      <p:sp>
        <p:nvSpPr>
          <p:cNvPr id="5354" name="LigandSeek2_vs_LigandSeek1_ellipse_10868">
            <a:extLst>
              <a:ext uri="{FF2B5EF4-FFF2-40B4-BE49-F238E27FC236}">
                <a16:creationId xmlns:a16="http://schemas.microsoft.com/office/drawing/2014/main" id="{B0AC756E-7EFC-4C53-96F9-6746FEAED88E}"/>
              </a:ext>
            </a:extLst>
          </p:cNvPr>
          <p:cNvSpPr>
            <a:spLocks noGrp="1"/>
          </p:cNvSpPr>
          <p:nvPr/>
        </p:nvSpPr>
        <p:spPr>
          <a:xfrm>
            <a:off x="4759195" y="5246195"/>
            <a:ext cx="25400" cy="25400"/>
          </a:xfrm>
          <a:prstGeom prst="ellipse">
            <a:avLst/>
          </a:prstGeom>
          <a:solidFill>
            <a:srgbClr val="566AB4">
              <a:alpha val="43000"/>
            </a:srgbClr>
          </a:solidFill>
          <a:ln w="0">
            <a:noFill/>
            <a:prstDash val="solid"/>
          </a:ln>
        </p:spPr>
      </p:sp>
      <p:sp>
        <p:nvSpPr>
          <p:cNvPr id="5355" name="LigandSeek2_vs_LigandSeek1_ellipse_10869">
            <a:extLst>
              <a:ext uri="{FF2B5EF4-FFF2-40B4-BE49-F238E27FC236}">
                <a16:creationId xmlns:a16="http://schemas.microsoft.com/office/drawing/2014/main" id="{B13B5C48-770D-4893-99CE-58D39DCB30C5}"/>
              </a:ext>
            </a:extLst>
          </p:cNvPr>
          <p:cNvSpPr>
            <a:spLocks noGrp="1"/>
          </p:cNvSpPr>
          <p:nvPr/>
        </p:nvSpPr>
        <p:spPr>
          <a:xfrm>
            <a:off x="4689597" y="5246195"/>
            <a:ext cx="25400" cy="25400"/>
          </a:xfrm>
          <a:prstGeom prst="ellipse">
            <a:avLst/>
          </a:prstGeom>
          <a:solidFill>
            <a:srgbClr val="566AB4">
              <a:alpha val="43000"/>
            </a:srgbClr>
          </a:solidFill>
          <a:ln w="0">
            <a:noFill/>
            <a:prstDash val="solid"/>
          </a:ln>
        </p:spPr>
      </p:sp>
      <p:sp>
        <p:nvSpPr>
          <p:cNvPr id="5356" name="LigandSeek2_vs_LigandSeek1_ellipse_10870">
            <a:extLst>
              <a:ext uri="{FF2B5EF4-FFF2-40B4-BE49-F238E27FC236}">
                <a16:creationId xmlns:a16="http://schemas.microsoft.com/office/drawing/2014/main" id="{48B0ABDA-CE26-4256-85F2-D2870B03D102}"/>
              </a:ext>
            </a:extLst>
          </p:cNvPr>
          <p:cNvSpPr>
            <a:spLocks noGrp="1"/>
          </p:cNvSpPr>
          <p:nvPr/>
        </p:nvSpPr>
        <p:spPr>
          <a:xfrm>
            <a:off x="4667049" y="6261441"/>
            <a:ext cx="25400" cy="25400"/>
          </a:xfrm>
          <a:prstGeom prst="ellipse">
            <a:avLst/>
          </a:prstGeom>
          <a:solidFill>
            <a:srgbClr val="566AB4">
              <a:alpha val="43000"/>
            </a:srgbClr>
          </a:solidFill>
          <a:ln w="0">
            <a:noFill/>
            <a:prstDash val="solid"/>
          </a:ln>
        </p:spPr>
      </p:sp>
      <p:sp>
        <p:nvSpPr>
          <p:cNvPr id="5357" name="LigandSeek2_vs_LigandSeek1_ellipse_10871">
            <a:extLst>
              <a:ext uri="{FF2B5EF4-FFF2-40B4-BE49-F238E27FC236}">
                <a16:creationId xmlns:a16="http://schemas.microsoft.com/office/drawing/2014/main" id="{10A606C0-E2F1-4C1E-A674-8F050053190C}"/>
              </a:ext>
            </a:extLst>
          </p:cNvPr>
          <p:cNvSpPr>
            <a:spLocks noGrp="1"/>
          </p:cNvSpPr>
          <p:nvPr/>
        </p:nvSpPr>
        <p:spPr>
          <a:xfrm>
            <a:off x="4671076" y="5246195"/>
            <a:ext cx="25400" cy="25400"/>
          </a:xfrm>
          <a:prstGeom prst="ellipse">
            <a:avLst/>
          </a:prstGeom>
          <a:solidFill>
            <a:srgbClr val="566AB4">
              <a:alpha val="43000"/>
            </a:srgbClr>
          </a:solidFill>
          <a:ln w="0">
            <a:noFill/>
            <a:prstDash val="solid"/>
          </a:ln>
        </p:spPr>
      </p:sp>
      <p:sp>
        <p:nvSpPr>
          <p:cNvPr id="5358" name="LigandSeek2_vs_LigandSeek1_ellipse_10872">
            <a:extLst>
              <a:ext uri="{FF2B5EF4-FFF2-40B4-BE49-F238E27FC236}">
                <a16:creationId xmlns:a16="http://schemas.microsoft.com/office/drawing/2014/main" id="{D3016D8E-40B5-446B-B0C3-09FF3A1F029A}"/>
              </a:ext>
            </a:extLst>
          </p:cNvPr>
          <p:cNvSpPr>
            <a:spLocks noGrp="1"/>
          </p:cNvSpPr>
          <p:nvPr/>
        </p:nvSpPr>
        <p:spPr>
          <a:xfrm>
            <a:off x="4662693" y="5626912"/>
            <a:ext cx="25400" cy="25400"/>
          </a:xfrm>
          <a:prstGeom prst="ellipse">
            <a:avLst/>
          </a:prstGeom>
          <a:solidFill>
            <a:srgbClr val="566AB4">
              <a:alpha val="43000"/>
            </a:srgbClr>
          </a:solidFill>
          <a:ln w="0">
            <a:noFill/>
            <a:prstDash val="solid"/>
          </a:ln>
        </p:spPr>
      </p:sp>
      <p:sp>
        <p:nvSpPr>
          <p:cNvPr id="5359" name="LigandSeek2_vs_LigandSeek1_ellipse_10873">
            <a:extLst>
              <a:ext uri="{FF2B5EF4-FFF2-40B4-BE49-F238E27FC236}">
                <a16:creationId xmlns:a16="http://schemas.microsoft.com/office/drawing/2014/main" id="{E77168BE-2971-445A-A275-CBDB26509C85}"/>
              </a:ext>
            </a:extLst>
          </p:cNvPr>
          <p:cNvSpPr>
            <a:spLocks noGrp="1"/>
          </p:cNvSpPr>
          <p:nvPr/>
        </p:nvSpPr>
        <p:spPr>
          <a:xfrm>
            <a:off x="4754722" y="5703056"/>
            <a:ext cx="25400" cy="25400"/>
          </a:xfrm>
          <a:prstGeom prst="ellipse">
            <a:avLst/>
          </a:prstGeom>
          <a:solidFill>
            <a:srgbClr val="566AB4">
              <a:alpha val="43000"/>
            </a:srgbClr>
          </a:solidFill>
          <a:ln w="0">
            <a:noFill/>
            <a:prstDash val="solid"/>
          </a:ln>
        </p:spPr>
      </p:sp>
      <p:sp>
        <p:nvSpPr>
          <p:cNvPr id="5360" name="LigandSeek2_vs_LigandSeek1_ellipse_10874">
            <a:extLst>
              <a:ext uri="{FF2B5EF4-FFF2-40B4-BE49-F238E27FC236}">
                <a16:creationId xmlns:a16="http://schemas.microsoft.com/office/drawing/2014/main" id="{D3FEC3F7-F640-4C52-82FB-24515AD1C219}"/>
              </a:ext>
            </a:extLst>
          </p:cNvPr>
          <p:cNvSpPr>
            <a:spLocks noGrp="1"/>
          </p:cNvSpPr>
          <p:nvPr/>
        </p:nvSpPr>
        <p:spPr>
          <a:xfrm>
            <a:off x="4635389" y="6388346"/>
            <a:ext cx="25400" cy="25400"/>
          </a:xfrm>
          <a:prstGeom prst="ellipse">
            <a:avLst/>
          </a:prstGeom>
          <a:solidFill>
            <a:srgbClr val="566AB4">
              <a:alpha val="43000"/>
            </a:srgbClr>
          </a:solidFill>
          <a:ln w="0">
            <a:noFill/>
            <a:prstDash val="solid"/>
          </a:ln>
        </p:spPr>
      </p:sp>
      <p:sp>
        <p:nvSpPr>
          <p:cNvPr id="5361" name="LigandSeek2_vs_LigandSeek1_ellipse_10875">
            <a:extLst>
              <a:ext uri="{FF2B5EF4-FFF2-40B4-BE49-F238E27FC236}">
                <a16:creationId xmlns:a16="http://schemas.microsoft.com/office/drawing/2014/main" id="{CDCC4582-3284-471B-8F1E-D0DD2DF2CB70}"/>
              </a:ext>
            </a:extLst>
          </p:cNvPr>
          <p:cNvSpPr>
            <a:spLocks noGrp="1"/>
          </p:cNvSpPr>
          <p:nvPr/>
        </p:nvSpPr>
        <p:spPr>
          <a:xfrm>
            <a:off x="4661660" y="5246195"/>
            <a:ext cx="25400" cy="25400"/>
          </a:xfrm>
          <a:prstGeom prst="ellipse">
            <a:avLst/>
          </a:prstGeom>
          <a:solidFill>
            <a:srgbClr val="566AB4">
              <a:alpha val="43000"/>
            </a:srgbClr>
          </a:solidFill>
          <a:ln w="0">
            <a:noFill/>
            <a:prstDash val="solid"/>
          </a:ln>
        </p:spPr>
      </p:sp>
      <p:sp>
        <p:nvSpPr>
          <p:cNvPr id="5362" name="LigandSeek2_vs_LigandSeek1_ellipse_10876">
            <a:extLst>
              <a:ext uri="{FF2B5EF4-FFF2-40B4-BE49-F238E27FC236}">
                <a16:creationId xmlns:a16="http://schemas.microsoft.com/office/drawing/2014/main" id="{2A40B484-91C0-437B-BE3C-623A7BF06EB5}"/>
              </a:ext>
            </a:extLst>
          </p:cNvPr>
          <p:cNvSpPr>
            <a:spLocks noGrp="1"/>
          </p:cNvSpPr>
          <p:nvPr/>
        </p:nvSpPr>
        <p:spPr>
          <a:xfrm>
            <a:off x="4670615" y="5246195"/>
            <a:ext cx="25400" cy="25400"/>
          </a:xfrm>
          <a:prstGeom prst="ellipse">
            <a:avLst/>
          </a:prstGeom>
          <a:solidFill>
            <a:srgbClr val="566AB4">
              <a:alpha val="43000"/>
            </a:srgbClr>
          </a:solidFill>
          <a:ln w="0">
            <a:noFill/>
            <a:prstDash val="solid"/>
          </a:ln>
        </p:spPr>
      </p:sp>
      <p:sp>
        <p:nvSpPr>
          <p:cNvPr id="5363" name="LigandSeek2_vs_LigandSeek1_ellipse_10877">
            <a:extLst>
              <a:ext uri="{FF2B5EF4-FFF2-40B4-BE49-F238E27FC236}">
                <a16:creationId xmlns:a16="http://schemas.microsoft.com/office/drawing/2014/main" id="{747F0120-7C59-4DCD-A1DB-FEB1B0FC6C60}"/>
              </a:ext>
            </a:extLst>
          </p:cNvPr>
          <p:cNvSpPr>
            <a:spLocks noGrp="1"/>
          </p:cNvSpPr>
          <p:nvPr/>
        </p:nvSpPr>
        <p:spPr>
          <a:xfrm>
            <a:off x="4719961" y="5246195"/>
            <a:ext cx="25400" cy="25400"/>
          </a:xfrm>
          <a:prstGeom prst="ellipse">
            <a:avLst/>
          </a:prstGeom>
          <a:solidFill>
            <a:srgbClr val="566AB4">
              <a:alpha val="43000"/>
            </a:srgbClr>
          </a:solidFill>
          <a:ln w="0">
            <a:noFill/>
            <a:prstDash val="solid"/>
          </a:ln>
        </p:spPr>
      </p:sp>
      <p:sp>
        <p:nvSpPr>
          <p:cNvPr id="5364" name="LigandSeek2_vs_LigandSeek1_ellipse_10878">
            <a:extLst>
              <a:ext uri="{FF2B5EF4-FFF2-40B4-BE49-F238E27FC236}">
                <a16:creationId xmlns:a16="http://schemas.microsoft.com/office/drawing/2014/main" id="{4E1EDF04-8CE3-4DF3-B931-DA09F2B23A94}"/>
              </a:ext>
            </a:extLst>
          </p:cNvPr>
          <p:cNvSpPr>
            <a:spLocks noGrp="1"/>
          </p:cNvSpPr>
          <p:nvPr/>
        </p:nvSpPr>
        <p:spPr>
          <a:xfrm>
            <a:off x="4674934" y="5817271"/>
            <a:ext cx="25400" cy="25400"/>
          </a:xfrm>
          <a:prstGeom prst="ellipse">
            <a:avLst/>
          </a:prstGeom>
          <a:solidFill>
            <a:srgbClr val="566AB4">
              <a:alpha val="43000"/>
            </a:srgbClr>
          </a:solidFill>
          <a:ln w="0">
            <a:noFill/>
            <a:prstDash val="solid"/>
          </a:ln>
        </p:spPr>
      </p:sp>
      <p:sp>
        <p:nvSpPr>
          <p:cNvPr id="5365" name="LigandSeek2_vs_LigandSeek1_ellipse_10879">
            <a:extLst>
              <a:ext uri="{FF2B5EF4-FFF2-40B4-BE49-F238E27FC236}">
                <a16:creationId xmlns:a16="http://schemas.microsoft.com/office/drawing/2014/main" id="{2FA700C0-B14D-40D7-BF1E-898365BABBFF}"/>
              </a:ext>
            </a:extLst>
          </p:cNvPr>
          <p:cNvSpPr>
            <a:spLocks noGrp="1"/>
          </p:cNvSpPr>
          <p:nvPr/>
        </p:nvSpPr>
        <p:spPr>
          <a:xfrm>
            <a:off x="4724862" y="5246195"/>
            <a:ext cx="25400" cy="25400"/>
          </a:xfrm>
          <a:prstGeom prst="ellipse">
            <a:avLst/>
          </a:prstGeom>
          <a:solidFill>
            <a:srgbClr val="566AB4">
              <a:alpha val="43000"/>
            </a:srgbClr>
          </a:solidFill>
          <a:ln w="0">
            <a:noFill/>
            <a:prstDash val="solid"/>
          </a:ln>
        </p:spPr>
      </p:sp>
      <p:sp>
        <p:nvSpPr>
          <p:cNvPr id="5366" name="LigandSeek2_vs_LigandSeek1_ellipse_10880">
            <a:extLst>
              <a:ext uri="{FF2B5EF4-FFF2-40B4-BE49-F238E27FC236}">
                <a16:creationId xmlns:a16="http://schemas.microsoft.com/office/drawing/2014/main" id="{8ABEA9EA-8A49-403D-8E94-8BD53E8EDF44}"/>
              </a:ext>
            </a:extLst>
          </p:cNvPr>
          <p:cNvSpPr>
            <a:spLocks noGrp="1"/>
          </p:cNvSpPr>
          <p:nvPr/>
        </p:nvSpPr>
        <p:spPr>
          <a:xfrm>
            <a:off x="4703707" y="6388346"/>
            <a:ext cx="25400" cy="25400"/>
          </a:xfrm>
          <a:prstGeom prst="ellipse">
            <a:avLst/>
          </a:prstGeom>
          <a:solidFill>
            <a:srgbClr val="566AB4">
              <a:alpha val="43000"/>
            </a:srgbClr>
          </a:solidFill>
          <a:ln w="0">
            <a:noFill/>
            <a:prstDash val="solid"/>
          </a:ln>
        </p:spPr>
      </p:sp>
      <p:sp>
        <p:nvSpPr>
          <p:cNvPr id="5367" name="LigandSeek2_vs_LigandSeek1_ellipse_10881">
            <a:extLst>
              <a:ext uri="{FF2B5EF4-FFF2-40B4-BE49-F238E27FC236}">
                <a16:creationId xmlns:a16="http://schemas.microsoft.com/office/drawing/2014/main" id="{BF84582E-E884-4A3F-B0D0-E848B3C1EF88}"/>
              </a:ext>
            </a:extLst>
          </p:cNvPr>
          <p:cNvSpPr>
            <a:spLocks noGrp="1"/>
          </p:cNvSpPr>
          <p:nvPr/>
        </p:nvSpPr>
        <p:spPr>
          <a:xfrm>
            <a:off x="4971231" y="5246195"/>
            <a:ext cx="25400" cy="25400"/>
          </a:xfrm>
          <a:prstGeom prst="ellipse">
            <a:avLst/>
          </a:prstGeom>
          <a:solidFill>
            <a:srgbClr val="B08A60">
              <a:alpha val="43000"/>
            </a:srgbClr>
          </a:solidFill>
          <a:ln w="0">
            <a:noFill/>
            <a:prstDash val="solid"/>
          </a:ln>
        </p:spPr>
      </p:sp>
      <p:sp>
        <p:nvSpPr>
          <p:cNvPr id="5368" name="LigandSeek2_vs_LigandSeek1_ellipse_10882">
            <a:extLst>
              <a:ext uri="{FF2B5EF4-FFF2-40B4-BE49-F238E27FC236}">
                <a16:creationId xmlns:a16="http://schemas.microsoft.com/office/drawing/2014/main" id="{97160ABF-F1E4-46F1-AC3D-33477DCCD7EE}"/>
              </a:ext>
            </a:extLst>
          </p:cNvPr>
          <p:cNvSpPr>
            <a:spLocks noGrp="1"/>
          </p:cNvSpPr>
          <p:nvPr/>
        </p:nvSpPr>
        <p:spPr>
          <a:xfrm>
            <a:off x="5028148" y="5246195"/>
            <a:ext cx="25400" cy="25400"/>
          </a:xfrm>
          <a:prstGeom prst="ellipse">
            <a:avLst/>
          </a:prstGeom>
          <a:solidFill>
            <a:srgbClr val="B08A60">
              <a:alpha val="43000"/>
            </a:srgbClr>
          </a:solidFill>
          <a:ln w="0">
            <a:noFill/>
            <a:prstDash val="solid"/>
          </a:ln>
        </p:spPr>
      </p:sp>
      <p:sp>
        <p:nvSpPr>
          <p:cNvPr id="5369" name="LigandSeek2_vs_LigandSeek1_ellipse_10883">
            <a:extLst>
              <a:ext uri="{FF2B5EF4-FFF2-40B4-BE49-F238E27FC236}">
                <a16:creationId xmlns:a16="http://schemas.microsoft.com/office/drawing/2014/main" id="{7DAA4C0F-723E-41BB-BA68-E5056422B1DF}"/>
              </a:ext>
            </a:extLst>
          </p:cNvPr>
          <p:cNvSpPr>
            <a:spLocks noGrp="1"/>
          </p:cNvSpPr>
          <p:nvPr/>
        </p:nvSpPr>
        <p:spPr>
          <a:xfrm>
            <a:off x="5031734" y="5246195"/>
            <a:ext cx="25400" cy="25400"/>
          </a:xfrm>
          <a:prstGeom prst="ellipse">
            <a:avLst/>
          </a:prstGeom>
          <a:solidFill>
            <a:srgbClr val="B08A60">
              <a:alpha val="43000"/>
            </a:srgbClr>
          </a:solidFill>
          <a:ln w="0">
            <a:noFill/>
            <a:prstDash val="solid"/>
          </a:ln>
        </p:spPr>
      </p:sp>
      <p:sp>
        <p:nvSpPr>
          <p:cNvPr id="5370" name="LigandSeek2_vs_LigandSeek1_ellipse_10884">
            <a:extLst>
              <a:ext uri="{FF2B5EF4-FFF2-40B4-BE49-F238E27FC236}">
                <a16:creationId xmlns:a16="http://schemas.microsoft.com/office/drawing/2014/main" id="{0417B4D5-26B0-4518-BBD0-3E0B898B3CA3}"/>
              </a:ext>
            </a:extLst>
          </p:cNvPr>
          <p:cNvSpPr>
            <a:spLocks noGrp="1"/>
          </p:cNvSpPr>
          <p:nvPr/>
        </p:nvSpPr>
        <p:spPr>
          <a:xfrm>
            <a:off x="5006193" y="5246195"/>
            <a:ext cx="25400" cy="25400"/>
          </a:xfrm>
          <a:prstGeom prst="ellipse">
            <a:avLst/>
          </a:prstGeom>
          <a:solidFill>
            <a:srgbClr val="B08A60">
              <a:alpha val="43000"/>
            </a:srgbClr>
          </a:solidFill>
          <a:ln w="0">
            <a:noFill/>
            <a:prstDash val="solid"/>
          </a:ln>
        </p:spPr>
      </p:sp>
      <p:sp>
        <p:nvSpPr>
          <p:cNvPr id="5371" name="LigandSeek2_vs_LigandSeek1_ellipse_10885">
            <a:extLst>
              <a:ext uri="{FF2B5EF4-FFF2-40B4-BE49-F238E27FC236}">
                <a16:creationId xmlns:a16="http://schemas.microsoft.com/office/drawing/2014/main" id="{427D0829-69FE-4B4E-AC87-C51F7E16F1C0}"/>
              </a:ext>
            </a:extLst>
          </p:cNvPr>
          <p:cNvSpPr>
            <a:spLocks noGrp="1"/>
          </p:cNvSpPr>
          <p:nvPr/>
        </p:nvSpPr>
        <p:spPr>
          <a:xfrm>
            <a:off x="4980685" y="5246195"/>
            <a:ext cx="25400" cy="25400"/>
          </a:xfrm>
          <a:prstGeom prst="ellipse">
            <a:avLst/>
          </a:prstGeom>
          <a:solidFill>
            <a:srgbClr val="B08A60">
              <a:alpha val="43000"/>
            </a:srgbClr>
          </a:solidFill>
          <a:ln w="0">
            <a:noFill/>
            <a:prstDash val="solid"/>
          </a:ln>
        </p:spPr>
      </p:sp>
      <p:sp>
        <p:nvSpPr>
          <p:cNvPr id="5372" name="LigandSeek2_vs_LigandSeek1_ellipse_10886">
            <a:extLst>
              <a:ext uri="{FF2B5EF4-FFF2-40B4-BE49-F238E27FC236}">
                <a16:creationId xmlns:a16="http://schemas.microsoft.com/office/drawing/2014/main" id="{4E1905D3-7751-4F57-8DD9-B42A9034BF99}"/>
              </a:ext>
            </a:extLst>
          </p:cNvPr>
          <p:cNvSpPr>
            <a:spLocks noGrp="1"/>
          </p:cNvSpPr>
          <p:nvPr/>
        </p:nvSpPr>
        <p:spPr>
          <a:xfrm>
            <a:off x="5015762" y="5493661"/>
            <a:ext cx="25400" cy="25400"/>
          </a:xfrm>
          <a:prstGeom prst="ellipse">
            <a:avLst/>
          </a:prstGeom>
          <a:solidFill>
            <a:srgbClr val="B08A60">
              <a:alpha val="43000"/>
            </a:srgbClr>
          </a:solidFill>
          <a:ln w="0">
            <a:noFill/>
            <a:prstDash val="solid"/>
          </a:ln>
        </p:spPr>
      </p:sp>
      <p:sp>
        <p:nvSpPr>
          <p:cNvPr id="5373" name="LigandSeek2_vs_LigandSeek1_ellipse_10887">
            <a:extLst>
              <a:ext uri="{FF2B5EF4-FFF2-40B4-BE49-F238E27FC236}">
                <a16:creationId xmlns:a16="http://schemas.microsoft.com/office/drawing/2014/main" id="{7FD5BF31-6D77-46DC-B718-5BFCB8384E09}"/>
              </a:ext>
            </a:extLst>
          </p:cNvPr>
          <p:cNvSpPr>
            <a:spLocks noGrp="1"/>
          </p:cNvSpPr>
          <p:nvPr/>
        </p:nvSpPr>
        <p:spPr>
          <a:xfrm>
            <a:off x="4977962" y="5246195"/>
            <a:ext cx="25400" cy="25400"/>
          </a:xfrm>
          <a:prstGeom prst="ellipse">
            <a:avLst/>
          </a:prstGeom>
          <a:solidFill>
            <a:srgbClr val="B08A60">
              <a:alpha val="43000"/>
            </a:srgbClr>
          </a:solidFill>
          <a:ln w="0">
            <a:noFill/>
            <a:prstDash val="solid"/>
          </a:ln>
        </p:spPr>
      </p:sp>
      <p:sp>
        <p:nvSpPr>
          <p:cNvPr id="5374" name="LigandSeek2_vs_LigandSeek1_ellipse_10888">
            <a:extLst>
              <a:ext uri="{FF2B5EF4-FFF2-40B4-BE49-F238E27FC236}">
                <a16:creationId xmlns:a16="http://schemas.microsoft.com/office/drawing/2014/main" id="{05FD5888-B2FC-4CEF-9685-3CE1172A5F60}"/>
              </a:ext>
            </a:extLst>
          </p:cNvPr>
          <p:cNvSpPr>
            <a:spLocks noGrp="1"/>
          </p:cNvSpPr>
          <p:nvPr/>
        </p:nvSpPr>
        <p:spPr>
          <a:xfrm>
            <a:off x="4996698" y="5246195"/>
            <a:ext cx="25400" cy="25400"/>
          </a:xfrm>
          <a:prstGeom prst="ellipse">
            <a:avLst/>
          </a:prstGeom>
          <a:solidFill>
            <a:srgbClr val="B08A60">
              <a:alpha val="43000"/>
            </a:srgbClr>
          </a:solidFill>
          <a:ln w="0">
            <a:noFill/>
            <a:prstDash val="solid"/>
          </a:ln>
        </p:spPr>
      </p:sp>
      <p:sp>
        <p:nvSpPr>
          <p:cNvPr id="5375" name="LigandSeek2_vs_LigandSeek1_ellipse_10889">
            <a:extLst>
              <a:ext uri="{FF2B5EF4-FFF2-40B4-BE49-F238E27FC236}">
                <a16:creationId xmlns:a16="http://schemas.microsoft.com/office/drawing/2014/main" id="{49E57909-6BA5-4B4F-932E-D33FDA9DAA29}"/>
              </a:ext>
            </a:extLst>
          </p:cNvPr>
          <p:cNvSpPr>
            <a:spLocks noGrp="1"/>
          </p:cNvSpPr>
          <p:nvPr/>
        </p:nvSpPr>
        <p:spPr>
          <a:xfrm>
            <a:off x="5101310" y="5626912"/>
            <a:ext cx="25400" cy="25400"/>
          </a:xfrm>
          <a:prstGeom prst="ellipse">
            <a:avLst/>
          </a:prstGeom>
          <a:solidFill>
            <a:srgbClr val="B08A60">
              <a:alpha val="43000"/>
            </a:srgbClr>
          </a:solidFill>
          <a:ln w="0">
            <a:noFill/>
            <a:prstDash val="solid"/>
          </a:ln>
        </p:spPr>
      </p:sp>
      <p:sp>
        <p:nvSpPr>
          <p:cNvPr id="5376" name="LigandSeek2_vs_LigandSeek1_ellipse_10890">
            <a:extLst>
              <a:ext uri="{FF2B5EF4-FFF2-40B4-BE49-F238E27FC236}">
                <a16:creationId xmlns:a16="http://schemas.microsoft.com/office/drawing/2014/main" id="{10848B87-4E93-4F92-8158-8AAD3C0D230B}"/>
              </a:ext>
            </a:extLst>
          </p:cNvPr>
          <p:cNvSpPr>
            <a:spLocks noGrp="1"/>
          </p:cNvSpPr>
          <p:nvPr/>
        </p:nvSpPr>
        <p:spPr>
          <a:xfrm>
            <a:off x="5083843" y="5246195"/>
            <a:ext cx="25400" cy="25400"/>
          </a:xfrm>
          <a:prstGeom prst="ellipse">
            <a:avLst/>
          </a:prstGeom>
          <a:solidFill>
            <a:srgbClr val="B08A60">
              <a:alpha val="43000"/>
            </a:srgbClr>
          </a:solidFill>
          <a:ln w="0">
            <a:noFill/>
            <a:prstDash val="solid"/>
          </a:ln>
        </p:spPr>
      </p:sp>
      <p:sp>
        <p:nvSpPr>
          <p:cNvPr id="5377" name="LigandSeek2_vs_LigandSeek1_ellipse_10891">
            <a:extLst>
              <a:ext uri="{FF2B5EF4-FFF2-40B4-BE49-F238E27FC236}">
                <a16:creationId xmlns:a16="http://schemas.microsoft.com/office/drawing/2014/main" id="{01E86C64-E6E4-4C37-831A-1B75075A4F6A}"/>
              </a:ext>
            </a:extLst>
          </p:cNvPr>
          <p:cNvSpPr>
            <a:spLocks noGrp="1"/>
          </p:cNvSpPr>
          <p:nvPr/>
        </p:nvSpPr>
        <p:spPr>
          <a:xfrm>
            <a:off x="5041061" y="5246195"/>
            <a:ext cx="25400" cy="25400"/>
          </a:xfrm>
          <a:prstGeom prst="ellipse">
            <a:avLst/>
          </a:prstGeom>
          <a:solidFill>
            <a:srgbClr val="B08A60">
              <a:alpha val="43000"/>
            </a:srgbClr>
          </a:solidFill>
          <a:ln w="0">
            <a:noFill/>
            <a:prstDash val="solid"/>
          </a:ln>
        </p:spPr>
      </p:sp>
      <p:sp>
        <p:nvSpPr>
          <p:cNvPr id="5378" name="LigandSeek2_vs_LigandSeek1_ellipse_10892">
            <a:extLst>
              <a:ext uri="{FF2B5EF4-FFF2-40B4-BE49-F238E27FC236}">
                <a16:creationId xmlns:a16="http://schemas.microsoft.com/office/drawing/2014/main" id="{7A7D585E-2AB8-4070-8483-A29DCF89AA7E}"/>
              </a:ext>
            </a:extLst>
          </p:cNvPr>
          <p:cNvSpPr>
            <a:spLocks noGrp="1"/>
          </p:cNvSpPr>
          <p:nvPr/>
        </p:nvSpPr>
        <p:spPr>
          <a:xfrm>
            <a:off x="4987851" y="5246195"/>
            <a:ext cx="25400" cy="25400"/>
          </a:xfrm>
          <a:prstGeom prst="ellipse">
            <a:avLst/>
          </a:prstGeom>
          <a:solidFill>
            <a:srgbClr val="B08A60">
              <a:alpha val="43000"/>
            </a:srgbClr>
          </a:solidFill>
          <a:ln w="0">
            <a:noFill/>
            <a:prstDash val="solid"/>
          </a:ln>
        </p:spPr>
      </p:sp>
      <p:sp>
        <p:nvSpPr>
          <p:cNvPr id="5379" name="LigandSeek2_vs_LigandSeek1_ellipse_10893">
            <a:extLst>
              <a:ext uri="{FF2B5EF4-FFF2-40B4-BE49-F238E27FC236}">
                <a16:creationId xmlns:a16="http://schemas.microsoft.com/office/drawing/2014/main" id="{9490569A-FF01-4A93-9E63-B9F1E88BA0C5}"/>
              </a:ext>
            </a:extLst>
          </p:cNvPr>
          <p:cNvSpPr>
            <a:spLocks noGrp="1"/>
          </p:cNvSpPr>
          <p:nvPr/>
        </p:nvSpPr>
        <p:spPr>
          <a:xfrm>
            <a:off x="4963587" y="5944176"/>
            <a:ext cx="25400" cy="25400"/>
          </a:xfrm>
          <a:prstGeom prst="ellipse">
            <a:avLst/>
          </a:prstGeom>
          <a:solidFill>
            <a:srgbClr val="B08A60">
              <a:alpha val="43000"/>
            </a:srgbClr>
          </a:solidFill>
          <a:ln w="0">
            <a:noFill/>
            <a:prstDash val="solid"/>
          </a:ln>
        </p:spPr>
      </p:sp>
      <p:sp>
        <p:nvSpPr>
          <p:cNvPr id="5380" name="LigandSeek2_vs_LigandSeek1_ellipse_10894">
            <a:extLst>
              <a:ext uri="{FF2B5EF4-FFF2-40B4-BE49-F238E27FC236}">
                <a16:creationId xmlns:a16="http://schemas.microsoft.com/office/drawing/2014/main" id="{CD254925-8A3E-482D-9E26-718C4EA85F17}"/>
              </a:ext>
            </a:extLst>
          </p:cNvPr>
          <p:cNvSpPr>
            <a:spLocks noGrp="1"/>
          </p:cNvSpPr>
          <p:nvPr/>
        </p:nvSpPr>
        <p:spPr>
          <a:xfrm>
            <a:off x="4978592" y="5246195"/>
            <a:ext cx="25400" cy="25400"/>
          </a:xfrm>
          <a:prstGeom prst="ellipse">
            <a:avLst/>
          </a:prstGeom>
          <a:solidFill>
            <a:srgbClr val="B08A60">
              <a:alpha val="43000"/>
            </a:srgbClr>
          </a:solidFill>
          <a:ln w="0">
            <a:noFill/>
            <a:prstDash val="solid"/>
          </a:ln>
        </p:spPr>
      </p:sp>
      <p:sp>
        <p:nvSpPr>
          <p:cNvPr id="5381" name="LigandSeek2_vs_LigandSeek1_ellipse_10895">
            <a:extLst>
              <a:ext uri="{FF2B5EF4-FFF2-40B4-BE49-F238E27FC236}">
                <a16:creationId xmlns:a16="http://schemas.microsoft.com/office/drawing/2014/main" id="{2F16BBCF-18F4-40B0-816E-E46E1A8CD189}"/>
              </a:ext>
            </a:extLst>
          </p:cNvPr>
          <p:cNvSpPr>
            <a:spLocks noGrp="1"/>
          </p:cNvSpPr>
          <p:nvPr/>
        </p:nvSpPr>
        <p:spPr>
          <a:xfrm>
            <a:off x="4994236" y="5246195"/>
            <a:ext cx="25400" cy="25400"/>
          </a:xfrm>
          <a:prstGeom prst="ellipse">
            <a:avLst/>
          </a:prstGeom>
          <a:solidFill>
            <a:srgbClr val="B08A60">
              <a:alpha val="43000"/>
            </a:srgbClr>
          </a:solidFill>
          <a:ln w="0">
            <a:noFill/>
            <a:prstDash val="solid"/>
          </a:ln>
        </p:spPr>
      </p:sp>
      <p:sp>
        <p:nvSpPr>
          <p:cNvPr id="5382" name="LigandSeek2_vs_LigandSeek1_ellipse_10896">
            <a:extLst>
              <a:ext uri="{FF2B5EF4-FFF2-40B4-BE49-F238E27FC236}">
                <a16:creationId xmlns:a16="http://schemas.microsoft.com/office/drawing/2014/main" id="{0CAEB2E8-2C01-4B5C-BDF7-B92F0DBA21E1}"/>
              </a:ext>
            </a:extLst>
          </p:cNvPr>
          <p:cNvSpPr>
            <a:spLocks noGrp="1"/>
          </p:cNvSpPr>
          <p:nvPr/>
        </p:nvSpPr>
        <p:spPr>
          <a:xfrm>
            <a:off x="4989405" y="5817271"/>
            <a:ext cx="25400" cy="25400"/>
          </a:xfrm>
          <a:prstGeom prst="ellipse">
            <a:avLst/>
          </a:prstGeom>
          <a:solidFill>
            <a:srgbClr val="B08A60">
              <a:alpha val="43000"/>
            </a:srgbClr>
          </a:solidFill>
          <a:ln w="0">
            <a:noFill/>
            <a:prstDash val="solid"/>
          </a:ln>
        </p:spPr>
      </p:sp>
      <p:sp>
        <p:nvSpPr>
          <p:cNvPr id="5383" name="LigandSeek2_vs_LigandSeek1_ellipse_10897">
            <a:extLst>
              <a:ext uri="{FF2B5EF4-FFF2-40B4-BE49-F238E27FC236}">
                <a16:creationId xmlns:a16="http://schemas.microsoft.com/office/drawing/2014/main" id="{3F3A0FD3-874F-45BD-A628-FABD795C0BB2}"/>
              </a:ext>
            </a:extLst>
          </p:cNvPr>
          <p:cNvSpPr>
            <a:spLocks noGrp="1"/>
          </p:cNvSpPr>
          <p:nvPr/>
        </p:nvSpPr>
        <p:spPr>
          <a:xfrm>
            <a:off x="4957334" y="5626912"/>
            <a:ext cx="25400" cy="25400"/>
          </a:xfrm>
          <a:prstGeom prst="ellipse">
            <a:avLst/>
          </a:prstGeom>
          <a:solidFill>
            <a:srgbClr val="B08A60">
              <a:alpha val="43000"/>
            </a:srgbClr>
          </a:solidFill>
          <a:ln w="0">
            <a:noFill/>
            <a:prstDash val="solid"/>
          </a:ln>
        </p:spPr>
      </p:sp>
      <p:sp>
        <p:nvSpPr>
          <p:cNvPr id="5384" name="LigandSeek2_vs_LigandSeek1_ellipse_10898">
            <a:extLst>
              <a:ext uri="{FF2B5EF4-FFF2-40B4-BE49-F238E27FC236}">
                <a16:creationId xmlns:a16="http://schemas.microsoft.com/office/drawing/2014/main" id="{37AF5E96-A616-4201-8E1B-9858D2860107}"/>
              </a:ext>
            </a:extLst>
          </p:cNvPr>
          <p:cNvSpPr>
            <a:spLocks noGrp="1"/>
          </p:cNvSpPr>
          <p:nvPr/>
        </p:nvSpPr>
        <p:spPr>
          <a:xfrm>
            <a:off x="5036935" y="5246195"/>
            <a:ext cx="25400" cy="25400"/>
          </a:xfrm>
          <a:prstGeom prst="ellipse">
            <a:avLst/>
          </a:prstGeom>
          <a:solidFill>
            <a:srgbClr val="B08A60">
              <a:alpha val="43000"/>
            </a:srgbClr>
          </a:solidFill>
          <a:ln w="0">
            <a:noFill/>
            <a:prstDash val="solid"/>
          </a:ln>
        </p:spPr>
      </p:sp>
      <p:sp>
        <p:nvSpPr>
          <p:cNvPr id="5385" name="LigandSeek2_vs_LigandSeek1_ellipse_10899">
            <a:extLst>
              <a:ext uri="{FF2B5EF4-FFF2-40B4-BE49-F238E27FC236}">
                <a16:creationId xmlns:a16="http://schemas.microsoft.com/office/drawing/2014/main" id="{1C810B0E-1A53-4789-9D5D-3897A94C5F14}"/>
              </a:ext>
            </a:extLst>
          </p:cNvPr>
          <p:cNvSpPr>
            <a:spLocks noGrp="1"/>
          </p:cNvSpPr>
          <p:nvPr/>
        </p:nvSpPr>
        <p:spPr>
          <a:xfrm>
            <a:off x="5082394" y="5760163"/>
            <a:ext cx="25400" cy="25400"/>
          </a:xfrm>
          <a:prstGeom prst="ellipse">
            <a:avLst/>
          </a:prstGeom>
          <a:solidFill>
            <a:srgbClr val="B08A60">
              <a:alpha val="43000"/>
            </a:srgbClr>
          </a:solidFill>
          <a:ln w="0">
            <a:noFill/>
            <a:prstDash val="solid"/>
          </a:ln>
        </p:spPr>
      </p:sp>
      <p:sp>
        <p:nvSpPr>
          <p:cNvPr id="5386" name="LigandSeek2_vs_LigandSeek1_ellipse_10900">
            <a:extLst>
              <a:ext uri="{FF2B5EF4-FFF2-40B4-BE49-F238E27FC236}">
                <a16:creationId xmlns:a16="http://schemas.microsoft.com/office/drawing/2014/main" id="{1ACDAB01-7D5F-4FF5-A913-C1761CEFC812}"/>
              </a:ext>
            </a:extLst>
          </p:cNvPr>
          <p:cNvSpPr>
            <a:spLocks noGrp="1"/>
          </p:cNvSpPr>
          <p:nvPr/>
        </p:nvSpPr>
        <p:spPr>
          <a:xfrm>
            <a:off x="4964531" y="6388346"/>
            <a:ext cx="25400" cy="25400"/>
          </a:xfrm>
          <a:prstGeom prst="ellipse">
            <a:avLst/>
          </a:prstGeom>
          <a:solidFill>
            <a:srgbClr val="B08A60">
              <a:alpha val="43000"/>
            </a:srgbClr>
          </a:solidFill>
          <a:ln w="0">
            <a:noFill/>
            <a:prstDash val="solid"/>
          </a:ln>
        </p:spPr>
      </p:sp>
      <p:sp>
        <p:nvSpPr>
          <p:cNvPr id="5387" name="LigandSeek2_vs_LigandSeek1_ellipse_10901">
            <a:extLst>
              <a:ext uri="{FF2B5EF4-FFF2-40B4-BE49-F238E27FC236}">
                <a16:creationId xmlns:a16="http://schemas.microsoft.com/office/drawing/2014/main" id="{98486FBC-3E57-4D3C-AB75-72B91D9D2775}"/>
              </a:ext>
            </a:extLst>
          </p:cNvPr>
          <p:cNvSpPr>
            <a:spLocks noGrp="1"/>
          </p:cNvSpPr>
          <p:nvPr/>
        </p:nvSpPr>
        <p:spPr>
          <a:xfrm>
            <a:off x="5052704" y="5246195"/>
            <a:ext cx="25400" cy="25400"/>
          </a:xfrm>
          <a:prstGeom prst="ellipse">
            <a:avLst/>
          </a:prstGeom>
          <a:solidFill>
            <a:srgbClr val="B08A60">
              <a:alpha val="43000"/>
            </a:srgbClr>
          </a:solidFill>
          <a:ln w="0">
            <a:noFill/>
            <a:prstDash val="solid"/>
          </a:ln>
        </p:spPr>
      </p:sp>
      <p:sp>
        <p:nvSpPr>
          <p:cNvPr id="5388" name="LigandSeek2_vs_LigandSeek1_ellipse_10902">
            <a:extLst>
              <a:ext uri="{FF2B5EF4-FFF2-40B4-BE49-F238E27FC236}">
                <a16:creationId xmlns:a16="http://schemas.microsoft.com/office/drawing/2014/main" id="{CB1639A9-7A8C-4650-8049-EE71F84D06FA}"/>
              </a:ext>
            </a:extLst>
          </p:cNvPr>
          <p:cNvSpPr>
            <a:spLocks noGrp="1"/>
          </p:cNvSpPr>
          <p:nvPr/>
        </p:nvSpPr>
        <p:spPr>
          <a:xfrm>
            <a:off x="5067150" y="6388346"/>
            <a:ext cx="25400" cy="25400"/>
          </a:xfrm>
          <a:prstGeom prst="ellipse">
            <a:avLst/>
          </a:prstGeom>
          <a:solidFill>
            <a:srgbClr val="B08A60">
              <a:alpha val="43000"/>
            </a:srgbClr>
          </a:solidFill>
          <a:ln w="0">
            <a:noFill/>
            <a:prstDash val="solid"/>
          </a:ln>
        </p:spPr>
      </p:sp>
      <p:sp>
        <p:nvSpPr>
          <p:cNvPr id="5389" name="LigandSeek2_vs_LigandSeek1_ellipse_10903">
            <a:extLst>
              <a:ext uri="{FF2B5EF4-FFF2-40B4-BE49-F238E27FC236}">
                <a16:creationId xmlns:a16="http://schemas.microsoft.com/office/drawing/2014/main" id="{1A9DD366-8F16-4CD5-8E89-7B33CA454B30}"/>
              </a:ext>
            </a:extLst>
          </p:cNvPr>
          <p:cNvSpPr>
            <a:spLocks noGrp="1"/>
          </p:cNvSpPr>
          <p:nvPr/>
        </p:nvSpPr>
        <p:spPr>
          <a:xfrm>
            <a:off x="4999980" y="5388964"/>
            <a:ext cx="25400" cy="25400"/>
          </a:xfrm>
          <a:prstGeom prst="ellipse">
            <a:avLst/>
          </a:prstGeom>
          <a:solidFill>
            <a:srgbClr val="B08A60">
              <a:alpha val="43000"/>
            </a:srgbClr>
          </a:solidFill>
          <a:ln w="0">
            <a:noFill/>
            <a:prstDash val="solid"/>
          </a:ln>
        </p:spPr>
      </p:sp>
      <p:sp>
        <p:nvSpPr>
          <p:cNvPr id="5390" name="LigandSeek2_vs_LigandSeek1_ellipse_10904">
            <a:extLst>
              <a:ext uri="{FF2B5EF4-FFF2-40B4-BE49-F238E27FC236}">
                <a16:creationId xmlns:a16="http://schemas.microsoft.com/office/drawing/2014/main" id="{47095BF9-6052-4AC3-825F-A008E084E8D8}"/>
              </a:ext>
            </a:extLst>
          </p:cNvPr>
          <p:cNvSpPr>
            <a:spLocks noGrp="1"/>
          </p:cNvSpPr>
          <p:nvPr/>
        </p:nvSpPr>
        <p:spPr>
          <a:xfrm>
            <a:off x="5077309" y="5246195"/>
            <a:ext cx="25400" cy="25400"/>
          </a:xfrm>
          <a:prstGeom prst="ellipse">
            <a:avLst/>
          </a:prstGeom>
          <a:solidFill>
            <a:srgbClr val="B08A60">
              <a:alpha val="43000"/>
            </a:srgbClr>
          </a:solidFill>
          <a:ln w="0">
            <a:noFill/>
            <a:prstDash val="solid"/>
          </a:ln>
        </p:spPr>
      </p:sp>
      <p:sp>
        <p:nvSpPr>
          <p:cNvPr id="5391" name="LigandSeek2_vs_LigandSeek1_ellipse_10905">
            <a:extLst>
              <a:ext uri="{FF2B5EF4-FFF2-40B4-BE49-F238E27FC236}">
                <a16:creationId xmlns:a16="http://schemas.microsoft.com/office/drawing/2014/main" id="{79272E00-A490-4D39-BC77-A4D3A845B120}"/>
              </a:ext>
            </a:extLst>
          </p:cNvPr>
          <p:cNvSpPr>
            <a:spLocks noGrp="1"/>
          </p:cNvSpPr>
          <p:nvPr/>
        </p:nvSpPr>
        <p:spPr>
          <a:xfrm>
            <a:off x="5023741" y="6388346"/>
            <a:ext cx="25400" cy="25400"/>
          </a:xfrm>
          <a:prstGeom prst="ellipse">
            <a:avLst/>
          </a:prstGeom>
          <a:solidFill>
            <a:srgbClr val="B08A60">
              <a:alpha val="43000"/>
            </a:srgbClr>
          </a:solidFill>
          <a:ln w="0">
            <a:noFill/>
            <a:prstDash val="solid"/>
          </a:ln>
        </p:spPr>
      </p:sp>
      <p:sp>
        <p:nvSpPr>
          <p:cNvPr id="5392" name="LigandSeek2_vs_LigandSeek1_ellipse_10906">
            <a:extLst>
              <a:ext uri="{FF2B5EF4-FFF2-40B4-BE49-F238E27FC236}">
                <a16:creationId xmlns:a16="http://schemas.microsoft.com/office/drawing/2014/main" id="{7B0B6CA5-F2E9-4503-A180-6A3AA7C48D48}"/>
              </a:ext>
            </a:extLst>
          </p:cNvPr>
          <p:cNvSpPr>
            <a:spLocks noGrp="1"/>
          </p:cNvSpPr>
          <p:nvPr/>
        </p:nvSpPr>
        <p:spPr>
          <a:xfrm>
            <a:off x="5027401" y="5817271"/>
            <a:ext cx="25400" cy="25400"/>
          </a:xfrm>
          <a:prstGeom prst="ellipse">
            <a:avLst/>
          </a:prstGeom>
          <a:solidFill>
            <a:srgbClr val="B08A60">
              <a:alpha val="43000"/>
            </a:srgbClr>
          </a:solidFill>
          <a:ln w="0">
            <a:noFill/>
            <a:prstDash val="solid"/>
          </a:ln>
        </p:spPr>
      </p:sp>
      <p:sp>
        <p:nvSpPr>
          <p:cNvPr id="5393" name="LigandSeek2_vs_LigandSeek1_ellipse_10907">
            <a:extLst>
              <a:ext uri="{FF2B5EF4-FFF2-40B4-BE49-F238E27FC236}">
                <a16:creationId xmlns:a16="http://schemas.microsoft.com/office/drawing/2014/main" id="{78AA8C91-93A6-4A30-9969-5BC03F3EA574}"/>
              </a:ext>
            </a:extLst>
          </p:cNvPr>
          <p:cNvSpPr>
            <a:spLocks noGrp="1"/>
          </p:cNvSpPr>
          <p:nvPr/>
        </p:nvSpPr>
        <p:spPr>
          <a:xfrm>
            <a:off x="5090304" y="6388346"/>
            <a:ext cx="25400" cy="25400"/>
          </a:xfrm>
          <a:prstGeom prst="ellipse">
            <a:avLst/>
          </a:prstGeom>
          <a:solidFill>
            <a:srgbClr val="B08A60">
              <a:alpha val="43000"/>
            </a:srgbClr>
          </a:solidFill>
          <a:ln w="0">
            <a:noFill/>
            <a:prstDash val="solid"/>
          </a:ln>
        </p:spPr>
      </p:sp>
      <p:sp>
        <p:nvSpPr>
          <p:cNvPr id="5394" name="LigandSeek2_vs_LigandSeek1_ellipse_10908">
            <a:extLst>
              <a:ext uri="{FF2B5EF4-FFF2-40B4-BE49-F238E27FC236}">
                <a16:creationId xmlns:a16="http://schemas.microsoft.com/office/drawing/2014/main" id="{8986DD0C-46CB-4D10-8BC7-8116BB577F81}"/>
              </a:ext>
            </a:extLst>
          </p:cNvPr>
          <p:cNvSpPr>
            <a:spLocks noGrp="1"/>
          </p:cNvSpPr>
          <p:nvPr/>
        </p:nvSpPr>
        <p:spPr>
          <a:xfrm>
            <a:off x="5074775" y="5246195"/>
            <a:ext cx="25400" cy="25400"/>
          </a:xfrm>
          <a:prstGeom prst="ellipse">
            <a:avLst/>
          </a:prstGeom>
          <a:solidFill>
            <a:srgbClr val="B08A60">
              <a:alpha val="43000"/>
            </a:srgbClr>
          </a:solidFill>
          <a:ln w="0">
            <a:noFill/>
            <a:prstDash val="solid"/>
          </a:ln>
        </p:spPr>
      </p:sp>
      <p:sp>
        <p:nvSpPr>
          <p:cNvPr id="5395" name="LigandSeek2_vs_LigandSeek1_ellipse_10909">
            <a:extLst>
              <a:ext uri="{FF2B5EF4-FFF2-40B4-BE49-F238E27FC236}">
                <a16:creationId xmlns:a16="http://schemas.microsoft.com/office/drawing/2014/main" id="{44EE1F87-41EA-4A00-B136-92853C21D0B6}"/>
              </a:ext>
            </a:extLst>
          </p:cNvPr>
          <p:cNvSpPr>
            <a:spLocks noGrp="1"/>
          </p:cNvSpPr>
          <p:nvPr/>
        </p:nvSpPr>
        <p:spPr>
          <a:xfrm>
            <a:off x="5055961" y="6388346"/>
            <a:ext cx="25400" cy="25400"/>
          </a:xfrm>
          <a:prstGeom prst="ellipse">
            <a:avLst/>
          </a:prstGeom>
          <a:solidFill>
            <a:srgbClr val="B08A60">
              <a:alpha val="43000"/>
            </a:srgbClr>
          </a:solidFill>
          <a:ln w="0">
            <a:noFill/>
            <a:prstDash val="solid"/>
          </a:ln>
        </p:spPr>
      </p:sp>
      <p:sp>
        <p:nvSpPr>
          <p:cNvPr id="5396" name="LigandSeek2_vs_LigandSeek1_ellipse_10910">
            <a:extLst>
              <a:ext uri="{FF2B5EF4-FFF2-40B4-BE49-F238E27FC236}">
                <a16:creationId xmlns:a16="http://schemas.microsoft.com/office/drawing/2014/main" id="{9CB15BBE-3FE8-4F40-8FAC-97F2C74740C6}"/>
              </a:ext>
            </a:extLst>
          </p:cNvPr>
          <p:cNvSpPr>
            <a:spLocks noGrp="1"/>
          </p:cNvSpPr>
          <p:nvPr/>
        </p:nvSpPr>
        <p:spPr>
          <a:xfrm>
            <a:off x="5005350" y="5531733"/>
            <a:ext cx="25400" cy="25400"/>
          </a:xfrm>
          <a:prstGeom prst="ellipse">
            <a:avLst/>
          </a:prstGeom>
          <a:solidFill>
            <a:srgbClr val="B08A60">
              <a:alpha val="43000"/>
            </a:srgbClr>
          </a:solidFill>
          <a:ln w="0">
            <a:noFill/>
            <a:prstDash val="solid"/>
          </a:ln>
        </p:spPr>
      </p:sp>
      <p:sp>
        <p:nvSpPr>
          <p:cNvPr id="5397" name="LigandSeek2_vs_LigandSeek1_ellipse_10911">
            <a:extLst>
              <a:ext uri="{FF2B5EF4-FFF2-40B4-BE49-F238E27FC236}">
                <a16:creationId xmlns:a16="http://schemas.microsoft.com/office/drawing/2014/main" id="{EC316C46-2051-4979-8EAB-F4887E13E744}"/>
              </a:ext>
            </a:extLst>
          </p:cNvPr>
          <p:cNvSpPr>
            <a:spLocks noGrp="1"/>
          </p:cNvSpPr>
          <p:nvPr/>
        </p:nvSpPr>
        <p:spPr>
          <a:xfrm>
            <a:off x="5066099" y="6197988"/>
            <a:ext cx="25400" cy="25400"/>
          </a:xfrm>
          <a:prstGeom prst="ellipse">
            <a:avLst/>
          </a:prstGeom>
          <a:solidFill>
            <a:srgbClr val="B08A60">
              <a:alpha val="43000"/>
            </a:srgbClr>
          </a:solidFill>
          <a:ln w="0">
            <a:noFill/>
            <a:prstDash val="solid"/>
          </a:ln>
        </p:spPr>
      </p:sp>
      <p:sp>
        <p:nvSpPr>
          <p:cNvPr id="5398" name="LigandSeek2_vs_LigandSeek1_ellipse_10912">
            <a:extLst>
              <a:ext uri="{FF2B5EF4-FFF2-40B4-BE49-F238E27FC236}">
                <a16:creationId xmlns:a16="http://schemas.microsoft.com/office/drawing/2014/main" id="{29C09FEB-D545-4507-9C9F-4AD87DA64A71}"/>
              </a:ext>
            </a:extLst>
          </p:cNvPr>
          <p:cNvSpPr>
            <a:spLocks noGrp="1"/>
          </p:cNvSpPr>
          <p:nvPr/>
        </p:nvSpPr>
        <p:spPr>
          <a:xfrm>
            <a:off x="5070123" y="5531733"/>
            <a:ext cx="25400" cy="25400"/>
          </a:xfrm>
          <a:prstGeom prst="ellipse">
            <a:avLst/>
          </a:prstGeom>
          <a:solidFill>
            <a:srgbClr val="B08A60">
              <a:alpha val="43000"/>
            </a:srgbClr>
          </a:solidFill>
          <a:ln w="0">
            <a:noFill/>
            <a:prstDash val="solid"/>
          </a:ln>
        </p:spPr>
      </p:sp>
      <p:sp>
        <p:nvSpPr>
          <p:cNvPr id="5399" name="LigandSeek2_vs_LigandSeek1_ellipse_10913">
            <a:extLst>
              <a:ext uri="{FF2B5EF4-FFF2-40B4-BE49-F238E27FC236}">
                <a16:creationId xmlns:a16="http://schemas.microsoft.com/office/drawing/2014/main" id="{084D8195-9A8F-41EC-83F3-D7E40F82B017}"/>
              </a:ext>
            </a:extLst>
          </p:cNvPr>
          <p:cNvSpPr>
            <a:spLocks noGrp="1"/>
          </p:cNvSpPr>
          <p:nvPr/>
        </p:nvSpPr>
        <p:spPr>
          <a:xfrm>
            <a:off x="5011629" y="6225182"/>
            <a:ext cx="25400" cy="25400"/>
          </a:xfrm>
          <a:prstGeom prst="ellipse">
            <a:avLst/>
          </a:prstGeom>
          <a:solidFill>
            <a:srgbClr val="B08A60">
              <a:alpha val="43000"/>
            </a:srgbClr>
          </a:solidFill>
          <a:ln w="0">
            <a:noFill/>
            <a:prstDash val="solid"/>
          </a:ln>
        </p:spPr>
      </p:sp>
      <p:sp>
        <p:nvSpPr>
          <p:cNvPr id="5400" name="LigandSeek2_vs_LigandSeek1_ellipse_10914">
            <a:extLst>
              <a:ext uri="{FF2B5EF4-FFF2-40B4-BE49-F238E27FC236}">
                <a16:creationId xmlns:a16="http://schemas.microsoft.com/office/drawing/2014/main" id="{F72CCABC-80F7-41AC-8CBB-9F4AE412BB6A}"/>
              </a:ext>
            </a:extLst>
          </p:cNvPr>
          <p:cNvSpPr>
            <a:spLocks noGrp="1"/>
          </p:cNvSpPr>
          <p:nvPr/>
        </p:nvSpPr>
        <p:spPr>
          <a:xfrm>
            <a:off x="4953304" y="5246195"/>
            <a:ext cx="25400" cy="25400"/>
          </a:xfrm>
          <a:prstGeom prst="ellipse">
            <a:avLst/>
          </a:prstGeom>
          <a:solidFill>
            <a:srgbClr val="B08A60">
              <a:alpha val="43000"/>
            </a:srgbClr>
          </a:solidFill>
          <a:ln w="0">
            <a:noFill/>
            <a:prstDash val="solid"/>
          </a:ln>
        </p:spPr>
      </p:sp>
      <p:sp>
        <p:nvSpPr>
          <p:cNvPr id="5401" name="LigandSeek2_vs_LigandSeek1_ellipse_10915">
            <a:extLst>
              <a:ext uri="{FF2B5EF4-FFF2-40B4-BE49-F238E27FC236}">
                <a16:creationId xmlns:a16="http://schemas.microsoft.com/office/drawing/2014/main" id="{9A557FEB-FB16-4C58-89BE-6E5619391452}"/>
              </a:ext>
            </a:extLst>
          </p:cNvPr>
          <p:cNvSpPr>
            <a:spLocks noGrp="1"/>
          </p:cNvSpPr>
          <p:nvPr/>
        </p:nvSpPr>
        <p:spPr>
          <a:xfrm>
            <a:off x="4993375" y="6388346"/>
            <a:ext cx="25400" cy="25400"/>
          </a:xfrm>
          <a:prstGeom prst="ellipse">
            <a:avLst/>
          </a:prstGeom>
          <a:solidFill>
            <a:srgbClr val="B08A60">
              <a:alpha val="43000"/>
            </a:srgbClr>
          </a:solidFill>
          <a:ln w="0">
            <a:noFill/>
            <a:prstDash val="solid"/>
          </a:ln>
        </p:spPr>
      </p:sp>
      <p:sp>
        <p:nvSpPr>
          <p:cNvPr id="5402" name="LigandSeek2_vs_LigandSeek1_ellipse_10916">
            <a:extLst>
              <a:ext uri="{FF2B5EF4-FFF2-40B4-BE49-F238E27FC236}">
                <a16:creationId xmlns:a16="http://schemas.microsoft.com/office/drawing/2014/main" id="{A256EEA2-4F6D-478D-8C1C-7D32EFC145B2}"/>
              </a:ext>
            </a:extLst>
          </p:cNvPr>
          <p:cNvSpPr>
            <a:spLocks noGrp="1"/>
          </p:cNvSpPr>
          <p:nvPr/>
        </p:nvSpPr>
        <p:spPr>
          <a:xfrm>
            <a:off x="4968519" y="6388346"/>
            <a:ext cx="25400" cy="25400"/>
          </a:xfrm>
          <a:prstGeom prst="ellipse">
            <a:avLst/>
          </a:prstGeom>
          <a:solidFill>
            <a:srgbClr val="B08A60">
              <a:alpha val="43000"/>
            </a:srgbClr>
          </a:solidFill>
          <a:ln w="0">
            <a:noFill/>
            <a:prstDash val="solid"/>
          </a:ln>
        </p:spPr>
      </p:sp>
      <p:sp>
        <p:nvSpPr>
          <p:cNvPr id="5403" name="LigandSeek2_vs_LigandSeek1_ellipse_10917">
            <a:extLst>
              <a:ext uri="{FF2B5EF4-FFF2-40B4-BE49-F238E27FC236}">
                <a16:creationId xmlns:a16="http://schemas.microsoft.com/office/drawing/2014/main" id="{8C7FE5C0-A786-4542-ADB8-EF4649BC2C45}"/>
              </a:ext>
            </a:extLst>
          </p:cNvPr>
          <p:cNvSpPr>
            <a:spLocks noGrp="1"/>
          </p:cNvSpPr>
          <p:nvPr/>
        </p:nvSpPr>
        <p:spPr>
          <a:xfrm>
            <a:off x="4994384" y="5246195"/>
            <a:ext cx="25400" cy="25400"/>
          </a:xfrm>
          <a:prstGeom prst="ellipse">
            <a:avLst/>
          </a:prstGeom>
          <a:solidFill>
            <a:srgbClr val="B08A60">
              <a:alpha val="43000"/>
            </a:srgbClr>
          </a:solidFill>
          <a:ln w="0">
            <a:noFill/>
            <a:prstDash val="solid"/>
          </a:ln>
        </p:spPr>
      </p:sp>
      <p:sp>
        <p:nvSpPr>
          <p:cNvPr id="5404" name="LigandSeek2_vs_LigandSeek1_ellipse_10918">
            <a:extLst>
              <a:ext uri="{FF2B5EF4-FFF2-40B4-BE49-F238E27FC236}">
                <a16:creationId xmlns:a16="http://schemas.microsoft.com/office/drawing/2014/main" id="{2B80FA93-D0F7-417A-A653-8B5E0FADED5B}"/>
              </a:ext>
            </a:extLst>
          </p:cNvPr>
          <p:cNvSpPr>
            <a:spLocks noGrp="1"/>
          </p:cNvSpPr>
          <p:nvPr/>
        </p:nvSpPr>
        <p:spPr>
          <a:xfrm>
            <a:off x="4955861" y="5246195"/>
            <a:ext cx="25400" cy="25400"/>
          </a:xfrm>
          <a:prstGeom prst="ellipse">
            <a:avLst/>
          </a:prstGeom>
          <a:solidFill>
            <a:srgbClr val="B08A60">
              <a:alpha val="43000"/>
            </a:srgbClr>
          </a:solidFill>
          <a:ln w="0">
            <a:noFill/>
            <a:prstDash val="solid"/>
          </a:ln>
        </p:spPr>
      </p:sp>
      <p:sp>
        <p:nvSpPr>
          <p:cNvPr id="5405" name="LigandSeek2_vs_LigandSeek1_ellipse_10919">
            <a:extLst>
              <a:ext uri="{FF2B5EF4-FFF2-40B4-BE49-F238E27FC236}">
                <a16:creationId xmlns:a16="http://schemas.microsoft.com/office/drawing/2014/main" id="{E841E0FC-A734-4D47-85D4-EB685499C4CC}"/>
              </a:ext>
            </a:extLst>
          </p:cNvPr>
          <p:cNvSpPr>
            <a:spLocks noGrp="1"/>
          </p:cNvSpPr>
          <p:nvPr/>
        </p:nvSpPr>
        <p:spPr>
          <a:xfrm>
            <a:off x="5085633" y="5246195"/>
            <a:ext cx="25400" cy="25400"/>
          </a:xfrm>
          <a:prstGeom prst="ellipse">
            <a:avLst/>
          </a:prstGeom>
          <a:solidFill>
            <a:srgbClr val="B08A60">
              <a:alpha val="43000"/>
            </a:srgbClr>
          </a:solidFill>
          <a:ln w="0">
            <a:noFill/>
            <a:prstDash val="solid"/>
          </a:ln>
        </p:spPr>
      </p:sp>
      <p:sp>
        <p:nvSpPr>
          <p:cNvPr id="5406" name="LigandSeek2_vs_LigandSeek1_ellipse_10920">
            <a:extLst>
              <a:ext uri="{FF2B5EF4-FFF2-40B4-BE49-F238E27FC236}">
                <a16:creationId xmlns:a16="http://schemas.microsoft.com/office/drawing/2014/main" id="{6387999B-BF7F-428A-97F0-DA836DE3AB02}"/>
              </a:ext>
            </a:extLst>
          </p:cNvPr>
          <p:cNvSpPr>
            <a:spLocks noGrp="1"/>
          </p:cNvSpPr>
          <p:nvPr/>
        </p:nvSpPr>
        <p:spPr>
          <a:xfrm>
            <a:off x="5055339" y="6388346"/>
            <a:ext cx="25400" cy="25400"/>
          </a:xfrm>
          <a:prstGeom prst="ellipse">
            <a:avLst/>
          </a:prstGeom>
          <a:solidFill>
            <a:srgbClr val="B08A60">
              <a:alpha val="43000"/>
            </a:srgbClr>
          </a:solidFill>
          <a:ln w="0">
            <a:noFill/>
            <a:prstDash val="solid"/>
          </a:ln>
        </p:spPr>
      </p:sp>
      <p:sp>
        <p:nvSpPr>
          <p:cNvPr id="5407" name="LigandSeek2_vs_LigandSeek1_ellipse_10921">
            <a:extLst>
              <a:ext uri="{FF2B5EF4-FFF2-40B4-BE49-F238E27FC236}">
                <a16:creationId xmlns:a16="http://schemas.microsoft.com/office/drawing/2014/main" id="{08B802AF-3CEF-448D-8155-690E1D7974D1}"/>
              </a:ext>
            </a:extLst>
          </p:cNvPr>
          <p:cNvSpPr>
            <a:spLocks noGrp="1"/>
          </p:cNvSpPr>
          <p:nvPr/>
        </p:nvSpPr>
        <p:spPr>
          <a:xfrm>
            <a:off x="5083331" y="5436554"/>
            <a:ext cx="25400" cy="25400"/>
          </a:xfrm>
          <a:prstGeom prst="ellipse">
            <a:avLst/>
          </a:prstGeom>
          <a:solidFill>
            <a:srgbClr val="B08A60">
              <a:alpha val="43000"/>
            </a:srgbClr>
          </a:solidFill>
          <a:ln w="0">
            <a:noFill/>
            <a:prstDash val="solid"/>
          </a:ln>
        </p:spPr>
      </p:sp>
      <p:sp>
        <p:nvSpPr>
          <p:cNvPr id="5408" name="LigandSeek2_vs_LigandSeek1_ellipse_10922">
            <a:extLst>
              <a:ext uri="{FF2B5EF4-FFF2-40B4-BE49-F238E27FC236}">
                <a16:creationId xmlns:a16="http://schemas.microsoft.com/office/drawing/2014/main" id="{6C72460E-2087-4ABA-A9B2-7B6B1053BEDB}"/>
              </a:ext>
            </a:extLst>
          </p:cNvPr>
          <p:cNvSpPr>
            <a:spLocks noGrp="1"/>
          </p:cNvSpPr>
          <p:nvPr/>
        </p:nvSpPr>
        <p:spPr>
          <a:xfrm>
            <a:off x="4952340" y="5246195"/>
            <a:ext cx="25400" cy="25400"/>
          </a:xfrm>
          <a:prstGeom prst="ellipse">
            <a:avLst/>
          </a:prstGeom>
          <a:solidFill>
            <a:srgbClr val="B08A60">
              <a:alpha val="43000"/>
            </a:srgbClr>
          </a:solidFill>
          <a:ln w="0">
            <a:noFill/>
            <a:prstDash val="solid"/>
          </a:ln>
        </p:spPr>
      </p:sp>
      <p:sp>
        <p:nvSpPr>
          <p:cNvPr id="5409" name="LigandSeek2_vs_LigandSeek1_ellipse_10923">
            <a:extLst>
              <a:ext uri="{FF2B5EF4-FFF2-40B4-BE49-F238E27FC236}">
                <a16:creationId xmlns:a16="http://schemas.microsoft.com/office/drawing/2014/main" id="{3BA845E2-C379-44E9-95B3-D67B30B43626}"/>
              </a:ext>
            </a:extLst>
          </p:cNvPr>
          <p:cNvSpPr>
            <a:spLocks noGrp="1"/>
          </p:cNvSpPr>
          <p:nvPr/>
        </p:nvSpPr>
        <p:spPr>
          <a:xfrm>
            <a:off x="5069769" y="5246195"/>
            <a:ext cx="25400" cy="25400"/>
          </a:xfrm>
          <a:prstGeom prst="ellipse">
            <a:avLst/>
          </a:prstGeom>
          <a:solidFill>
            <a:srgbClr val="B08A60">
              <a:alpha val="43000"/>
            </a:srgbClr>
          </a:solidFill>
          <a:ln w="0">
            <a:noFill/>
            <a:prstDash val="solid"/>
          </a:ln>
        </p:spPr>
      </p:sp>
      <p:sp>
        <p:nvSpPr>
          <p:cNvPr id="5410" name="LigandSeek2_vs_LigandSeek1_ellipse_10924">
            <a:extLst>
              <a:ext uri="{FF2B5EF4-FFF2-40B4-BE49-F238E27FC236}">
                <a16:creationId xmlns:a16="http://schemas.microsoft.com/office/drawing/2014/main" id="{666C3284-68A3-40B0-A190-2A7A703E4F98}"/>
              </a:ext>
            </a:extLst>
          </p:cNvPr>
          <p:cNvSpPr>
            <a:spLocks noGrp="1"/>
          </p:cNvSpPr>
          <p:nvPr/>
        </p:nvSpPr>
        <p:spPr>
          <a:xfrm>
            <a:off x="5077874" y="5817271"/>
            <a:ext cx="25400" cy="25400"/>
          </a:xfrm>
          <a:prstGeom prst="ellipse">
            <a:avLst/>
          </a:prstGeom>
          <a:solidFill>
            <a:srgbClr val="B08A60">
              <a:alpha val="43000"/>
            </a:srgbClr>
          </a:solidFill>
          <a:ln w="0">
            <a:noFill/>
            <a:prstDash val="solid"/>
          </a:ln>
        </p:spPr>
      </p:sp>
      <p:sp>
        <p:nvSpPr>
          <p:cNvPr id="5411" name="LigandSeek2_vs_LigandSeek1_ellipse_10925">
            <a:extLst>
              <a:ext uri="{FF2B5EF4-FFF2-40B4-BE49-F238E27FC236}">
                <a16:creationId xmlns:a16="http://schemas.microsoft.com/office/drawing/2014/main" id="{3BFF8491-902C-4D2F-AFDF-476F57578B94}"/>
              </a:ext>
            </a:extLst>
          </p:cNvPr>
          <p:cNvSpPr>
            <a:spLocks noGrp="1"/>
          </p:cNvSpPr>
          <p:nvPr/>
        </p:nvSpPr>
        <p:spPr>
          <a:xfrm>
            <a:off x="4948758" y="5246195"/>
            <a:ext cx="25400" cy="25400"/>
          </a:xfrm>
          <a:prstGeom prst="ellipse">
            <a:avLst/>
          </a:prstGeom>
          <a:solidFill>
            <a:srgbClr val="B08A60">
              <a:alpha val="43000"/>
            </a:srgbClr>
          </a:solidFill>
          <a:ln w="0">
            <a:noFill/>
            <a:prstDash val="solid"/>
          </a:ln>
        </p:spPr>
      </p:sp>
      <p:sp>
        <p:nvSpPr>
          <p:cNvPr id="5412" name="LigandSeek2_vs_LigandSeek1_ellipse_10926">
            <a:extLst>
              <a:ext uri="{FF2B5EF4-FFF2-40B4-BE49-F238E27FC236}">
                <a16:creationId xmlns:a16="http://schemas.microsoft.com/office/drawing/2014/main" id="{9B0E14BF-8FBD-4611-8B71-D2DE2774C31C}"/>
              </a:ext>
            </a:extLst>
          </p:cNvPr>
          <p:cNvSpPr>
            <a:spLocks noGrp="1"/>
          </p:cNvSpPr>
          <p:nvPr/>
        </p:nvSpPr>
        <p:spPr>
          <a:xfrm>
            <a:off x="5013359" y="5246195"/>
            <a:ext cx="25400" cy="25400"/>
          </a:xfrm>
          <a:prstGeom prst="ellipse">
            <a:avLst/>
          </a:prstGeom>
          <a:solidFill>
            <a:srgbClr val="B08A60">
              <a:alpha val="43000"/>
            </a:srgbClr>
          </a:solidFill>
          <a:ln w="0">
            <a:noFill/>
            <a:prstDash val="solid"/>
          </a:ln>
        </p:spPr>
      </p:sp>
      <p:sp>
        <p:nvSpPr>
          <p:cNvPr id="5413" name="LigandSeek2_vs_LigandSeek1_ellipse_10927">
            <a:extLst>
              <a:ext uri="{FF2B5EF4-FFF2-40B4-BE49-F238E27FC236}">
                <a16:creationId xmlns:a16="http://schemas.microsoft.com/office/drawing/2014/main" id="{7EC97757-736F-4560-86C4-F1C0E3D4F408}"/>
              </a:ext>
            </a:extLst>
          </p:cNvPr>
          <p:cNvSpPr>
            <a:spLocks noGrp="1"/>
          </p:cNvSpPr>
          <p:nvPr/>
        </p:nvSpPr>
        <p:spPr>
          <a:xfrm>
            <a:off x="5053172" y="5246195"/>
            <a:ext cx="25400" cy="25400"/>
          </a:xfrm>
          <a:prstGeom prst="ellipse">
            <a:avLst/>
          </a:prstGeom>
          <a:solidFill>
            <a:srgbClr val="B08A60">
              <a:alpha val="43000"/>
            </a:srgbClr>
          </a:solidFill>
          <a:ln w="0">
            <a:noFill/>
            <a:prstDash val="solid"/>
          </a:ln>
        </p:spPr>
      </p:sp>
      <p:sp>
        <p:nvSpPr>
          <p:cNvPr id="5414" name="LigandSeek2_vs_LigandSeek1_ellipse_10928">
            <a:extLst>
              <a:ext uri="{FF2B5EF4-FFF2-40B4-BE49-F238E27FC236}">
                <a16:creationId xmlns:a16="http://schemas.microsoft.com/office/drawing/2014/main" id="{A97C1CC7-5D7A-49C3-94C2-FCA922AAC635}"/>
              </a:ext>
            </a:extLst>
          </p:cNvPr>
          <p:cNvSpPr>
            <a:spLocks noGrp="1"/>
          </p:cNvSpPr>
          <p:nvPr/>
        </p:nvSpPr>
        <p:spPr>
          <a:xfrm>
            <a:off x="4972685" y="6300488"/>
            <a:ext cx="25400" cy="25400"/>
          </a:xfrm>
          <a:prstGeom prst="ellipse">
            <a:avLst/>
          </a:prstGeom>
          <a:solidFill>
            <a:srgbClr val="B08A60">
              <a:alpha val="43000"/>
            </a:srgbClr>
          </a:solidFill>
          <a:ln w="0">
            <a:noFill/>
            <a:prstDash val="solid"/>
          </a:ln>
        </p:spPr>
      </p:sp>
      <p:sp>
        <p:nvSpPr>
          <p:cNvPr id="5415" name="LigandSeek2_vs_LigandSeek1_ellipse_10929">
            <a:extLst>
              <a:ext uri="{FF2B5EF4-FFF2-40B4-BE49-F238E27FC236}">
                <a16:creationId xmlns:a16="http://schemas.microsoft.com/office/drawing/2014/main" id="{EABBC3F2-2541-4D09-AE6E-5B3EEE7D1FB7}"/>
              </a:ext>
            </a:extLst>
          </p:cNvPr>
          <p:cNvSpPr>
            <a:spLocks noGrp="1"/>
          </p:cNvSpPr>
          <p:nvPr/>
        </p:nvSpPr>
        <p:spPr>
          <a:xfrm>
            <a:off x="5023556" y="5246195"/>
            <a:ext cx="25400" cy="25400"/>
          </a:xfrm>
          <a:prstGeom prst="ellipse">
            <a:avLst/>
          </a:prstGeom>
          <a:solidFill>
            <a:srgbClr val="B08A60">
              <a:alpha val="43000"/>
            </a:srgbClr>
          </a:solidFill>
          <a:ln w="0">
            <a:noFill/>
            <a:prstDash val="solid"/>
          </a:ln>
        </p:spPr>
      </p:sp>
      <p:sp>
        <p:nvSpPr>
          <p:cNvPr id="5416" name="LigandSeek2_vs_LigandSeek1_ellipse_10930">
            <a:extLst>
              <a:ext uri="{FF2B5EF4-FFF2-40B4-BE49-F238E27FC236}">
                <a16:creationId xmlns:a16="http://schemas.microsoft.com/office/drawing/2014/main" id="{E60D8565-9CF3-4949-B85F-654AD7DC71EF}"/>
              </a:ext>
            </a:extLst>
          </p:cNvPr>
          <p:cNvSpPr>
            <a:spLocks noGrp="1"/>
          </p:cNvSpPr>
          <p:nvPr/>
        </p:nvSpPr>
        <p:spPr>
          <a:xfrm>
            <a:off x="5080350" y="6388346"/>
            <a:ext cx="25400" cy="25400"/>
          </a:xfrm>
          <a:prstGeom prst="ellipse">
            <a:avLst/>
          </a:prstGeom>
          <a:solidFill>
            <a:srgbClr val="B08A60">
              <a:alpha val="43000"/>
            </a:srgbClr>
          </a:solidFill>
          <a:ln w="0">
            <a:noFill/>
            <a:prstDash val="solid"/>
          </a:ln>
        </p:spPr>
      </p:sp>
      <p:sp>
        <p:nvSpPr>
          <p:cNvPr id="5417" name="LigandSeek2_vs_LigandSeek1_ellipse_10931">
            <a:extLst>
              <a:ext uri="{FF2B5EF4-FFF2-40B4-BE49-F238E27FC236}">
                <a16:creationId xmlns:a16="http://schemas.microsoft.com/office/drawing/2014/main" id="{5318383F-E8BD-4FA9-BCAC-6B9B6358BD5E}"/>
              </a:ext>
            </a:extLst>
          </p:cNvPr>
          <p:cNvSpPr>
            <a:spLocks noGrp="1"/>
          </p:cNvSpPr>
          <p:nvPr/>
        </p:nvSpPr>
        <p:spPr>
          <a:xfrm>
            <a:off x="5006308" y="6388346"/>
            <a:ext cx="25400" cy="25400"/>
          </a:xfrm>
          <a:prstGeom prst="ellipse">
            <a:avLst/>
          </a:prstGeom>
          <a:solidFill>
            <a:srgbClr val="B08A60">
              <a:alpha val="43000"/>
            </a:srgbClr>
          </a:solidFill>
          <a:ln w="0">
            <a:noFill/>
            <a:prstDash val="solid"/>
          </a:ln>
        </p:spPr>
      </p:sp>
      <p:sp>
        <p:nvSpPr>
          <p:cNvPr id="5418" name="LigandSeek2_vs_LigandSeek1_ellipse_10932">
            <a:extLst>
              <a:ext uri="{FF2B5EF4-FFF2-40B4-BE49-F238E27FC236}">
                <a16:creationId xmlns:a16="http://schemas.microsoft.com/office/drawing/2014/main" id="{6F673924-4246-4CAD-91F2-00631871EF59}"/>
              </a:ext>
            </a:extLst>
          </p:cNvPr>
          <p:cNvSpPr>
            <a:spLocks noGrp="1"/>
          </p:cNvSpPr>
          <p:nvPr/>
        </p:nvSpPr>
        <p:spPr>
          <a:xfrm>
            <a:off x="4959643" y="6388346"/>
            <a:ext cx="25400" cy="25400"/>
          </a:xfrm>
          <a:prstGeom prst="ellipse">
            <a:avLst/>
          </a:prstGeom>
          <a:solidFill>
            <a:srgbClr val="B08A60">
              <a:alpha val="43000"/>
            </a:srgbClr>
          </a:solidFill>
          <a:ln w="0">
            <a:noFill/>
            <a:prstDash val="solid"/>
          </a:ln>
        </p:spPr>
      </p:sp>
      <p:sp>
        <p:nvSpPr>
          <p:cNvPr id="5419" name="LigandSeek2_vs_LigandSeek1_ellipse_10933">
            <a:extLst>
              <a:ext uri="{FF2B5EF4-FFF2-40B4-BE49-F238E27FC236}">
                <a16:creationId xmlns:a16="http://schemas.microsoft.com/office/drawing/2014/main" id="{5583F975-5E67-4E17-B05B-ECDA8EA5A251}"/>
              </a:ext>
            </a:extLst>
          </p:cNvPr>
          <p:cNvSpPr>
            <a:spLocks noGrp="1"/>
          </p:cNvSpPr>
          <p:nvPr/>
        </p:nvSpPr>
        <p:spPr>
          <a:xfrm>
            <a:off x="5072145" y="6102808"/>
            <a:ext cx="25400" cy="25400"/>
          </a:xfrm>
          <a:prstGeom prst="ellipse">
            <a:avLst/>
          </a:prstGeom>
          <a:solidFill>
            <a:srgbClr val="B08A60">
              <a:alpha val="43000"/>
            </a:srgbClr>
          </a:solidFill>
          <a:ln w="0">
            <a:noFill/>
            <a:prstDash val="solid"/>
          </a:ln>
        </p:spPr>
      </p:sp>
      <p:sp>
        <p:nvSpPr>
          <p:cNvPr id="5420" name="LigandSeek2_vs_LigandSeek1_ellipse_10934">
            <a:extLst>
              <a:ext uri="{FF2B5EF4-FFF2-40B4-BE49-F238E27FC236}">
                <a16:creationId xmlns:a16="http://schemas.microsoft.com/office/drawing/2014/main" id="{13DE3C3E-45BD-446C-9737-1A248D8939E4}"/>
              </a:ext>
            </a:extLst>
          </p:cNvPr>
          <p:cNvSpPr>
            <a:spLocks noGrp="1"/>
          </p:cNvSpPr>
          <p:nvPr/>
        </p:nvSpPr>
        <p:spPr>
          <a:xfrm>
            <a:off x="4979638" y="6225182"/>
            <a:ext cx="25400" cy="25400"/>
          </a:xfrm>
          <a:prstGeom prst="ellipse">
            <a:avLst/>
          </a:prstGeom>
          <a:solidFill>
            <a:srgbClr val="B08A60">
              <a:alpha val="43000"/>
            </a:srgbClr>
          </a:solidFill>
          <a:ln w="0">
            <a:noFill/>
            <a:prstDash val="solid"/>
          </a:ln>
        </p:spPr>
      </p:sp>
      <p:sp>
        <p:nvSpPr>
          <p:cNvPr id="5421" name="LigandSeek2_vs_LigandSeek1_ellipse_10935">
            <a:extLst>
              <a:ext uri="{FF2B5EF4-FFF2-40B4-BE49-F238E27FC236}">
                <a16:creationId xmlns:a16="http://schemas.microsoft.com/office/drawing/2014/main" id="{52F293B2-636C-4FD8-9ADF-A1E81637A014}"/>
              </a:ext>
            </a:extLst>
          </p:cNvPr>
          <p:cNvSpPr>
            <a:spLocks noGrp="1"/>
          </p:cNvSpPr>
          <p:nvPr/>
        </p:nvSpPr>
        <p:spPr>
          <a:xfrm>
            <a:off x="5009357" y="5531733"/>
            <a:ext cx="25400" cy="25400"/>
          </a:xfrm>
          <a:prstGeom prst="ellipse">
            <a:avLst/>
          </a:prstGeom>
          <a:solidFill>
            <a:srgbClr val="B08A60">
              <a:alpha val="43000"/>
            </a:srgbClr>
          </a:solidFill>
          <a:ln w="0">
            <a:noFill/>
            <a:prstDash val="solid"/>
          </a:ln>
        </p:spPr>
      </p:sp>
      <p:sp>
        <p:nvSpPr>
          <p:cNvPr id="5422" name="LigandSeek2_vs_LigandSeek1_ellipse_10936">
            <a:extLst>
              <a:ext uri="{FF2B5EF4-FFF2-40B4-BE49-F238E27FC236}">
                <a16:creationId xmlns:a16="http://schemas.microsoft.com/office/drawing/2014/main" id="{B906D85C-C971-4C05-9945-AA60D131B677}"/>
              </a:ext>
            </a:extLst>
          </p:cNvPr>
          <p:cNvSpPr>
            <a:spLocks noGrp="1"/>
          </p:cNvSpPr>
          <p:nvPr/>
        </p:nvSpPr>
        <p:spPr>
          <a:xfrm>
            <a:off x="5025461" y="5817271"/>
            <a:ext cx="25400" cy="25400"/>
          </a:xfrm>
          <a:prstGeom prst="ellipse">
            <a:avLst/>
          </a:prstGeom>
          <a:solidFill>
            <a:srgbClr val="B08A60">
              <a:alpha val="43000"/>
            </a:srgbClr>
          </a:solidFill>
          <a:ln w="0">
            <a:noFill/>
            <a:prstDash val="solid"/>
          </a:ln>
        </p:spPr>
      </p:sp>
      <p:sp>
        <p:nvSpPr>
          <p:cNvPr id="5423" name="LigandSeek2_vs_LigandSeek1_ellipse_10937">
            <a:extLst>
              <a:ext uri="{FF2B5EF4-FFF2-40B4-BE49-F238E27FC236}">
                <a16:creationId xmlns:a16="http://schemas.microsoft.com/office/drawing/2014/main" id="{B74CFA89-C1F3-4993-AAB5-1200161F6E96}"/>
              </a:ext>
            </a:extLst>
          </p:cNvPr>
          <p:cNvSpPr>
            <a:spLocks noGrp="1"/>
          </p:cNvSpPr>
          <p:nvPr/>
        </p:nvSpPr>
        <p:spPr>
          <a:xfrm>
            <a:off x="4942169" y="5246195"/>
            <a:ext cx="25400" cy="25400"/>
          </a:xfrm>
          <a:prstGeom prst="ellipse">
            <a:avLst/>
          </a:prstGeom>
          <a:solidFill>
            <a:srgbClr val="B08A60">
              <a:alpha val="43000"/>
            </a:srgbClr>
          </a:solidFill>
          <a:ln w="0">
            <a:noFill/>
            <a:prstDash val="solid"/>
          </a:ln>
        </p:spPr>
      </p:sp>
      <p:sp>
        <p:nvSpPr>
          <p:cNvPr id="5424" name="LigandSeek2_vs_LigandSeek1_ellipse_10938">
            <a:extLst>
              <a:ext uri="{FF2B5EF4-FFF2-40B4-BE49-F238E27FC236}">
                <a16:creationId xmlns:a16="http://schemas.microsoft.com/office/drawing/2014/main" id="{94EFEB9C-AA78-4F1D-9C50-007CF0D96C06}"/>
              </a:ext>
            </a:extLst>
          </p:cNvPr>
          <p:cNvSpPr>
            <a:spLocks noGrp="1"/>
          </p:cNvSpPr>
          <p:nvPr/>
        </p:nvSpPr>
        <p:spPr>
          <a:xfrm>
            <a:off x="5075545" y="5246195"/>
            <a:ext cx="25400" cy="25400"/>
          </a:xfrm>
          <a:prstGeom prst="ellipse">
            <a:avLst/>
          </a:prstGeom>
          <a:solidFill>
            <a:srgbClr val="B08A60">
              <a:alpha val="43000"/>
            </a:srgbClr>
          </a:solidFill>
          <a:ln w="0">
            <a:noFill/>
            <a:prstDash val="solid"/>
          </a:ln>
        </p:spPr>
      </p:sp>
      <p:sp>
        <p:nvSpPr>
          <p:cNvPr id="5425" name="LigandSeek2_vs_LigandSeek1_ellipse_10939">
            <a:extLst>
              <a:ext uri="{FF2B5EF4-FFF2-40B4-BE49-F238E27FC236}">
                <a16:creationId xmlns:a16="http://schemas.microsoft.com/office/drawing/2014/main" id="{6AF5D490-65A0-4AD8-A7D3-43384BBAE6AC}"/>
              </a:ext>
            </a:extLst>
          </p:cNvPr>
          <p:cNvSpPr>
            <a:spLocks noGrp="1"/>
          </p:cNvSpPr>
          <p:nvPr/>
        </p:nvSpPr>
        <p:spPr>
          <a:xfrm>
            <a:off x="5092194" y="5246195"/>
            <a:ext cx="25400" cy="25400"/>
          </a:xfrm>
          <a:prstGeom prst="ellipse">
            <a:avLst/>
          </a:prstGeom>
          <a:solidFill>
            <a:srgbClr val="B08A60">
              <a:alpha val="43000"/>
            </a:srgbClr>
          </a:solidFill>
          <a:ln w="0">
            <a:noFill/>
            <a:prstDash val="solid"/>
          </a:ln>
        </p:spPr>
      </p:sp>
      <p:sp>
        <p:nvSpPr>
          <p:cNvPr id="5426" name="LigandSeek2_vs_LigandSeek1_ellipse_10940">
            <a:extLst>
              <a:ext uri="{FF2B5EF4-FFF2-40B4-BE49-F238E27FC236}">
                <a16:creationId xmlns:a16="http://schemas.microsoft.com/office/drawing/2014/main" id="{0DFCB5AD-362E-4D8F-BFD9-808C32CA12BB}"/>
              </a:ext>
            </a:extLst>
          </p:cNvPr>
          <p:cNvSpPr>
            <a:spLocks noGrp="1"/>
          </p:cNvSpPr>
          <p:nvPr/>
        </p:nvSpPr>
        <p:spPr>
          <a:xfrm>
            <a:off x="4986814" y="6388346"/>
            <a:ext cx="25400" cy="25400"/>
          </a:xfrm>
          <a:prstGeom prst="ellipse">
            <a:avLst/>
          </a:prstGeom>
          <a:solidFill>
            <a:srgbClr val="B08A60">
              <a:alpha val="43000"/>
            </a:srgbClr>
          </a:solidFill>
          <a:ln w="0">
            <a:noFill/>
            <a:prstDash val="solid"/>
          </a:ln>
        </p:spPr>
      </p:sp>
      <p:sp>
        <p:nvSpPr>
          <p:cNvPr id="5427" name="LigandSeek2_vs_LigandSeek1_ellipse_10941">
            <a:extLst>
              <a:ext uri="{FF2B5EF4-FFF2-40B4-BE49-F238E27FC236}">
                <a16:creationId xmlns:a16="http://schemas.microsoft.com/office/drawing/2014/main" id="{FDEDB215-1831-4CB9-9843-F90225FA73D3}"/>
              </a:ext>
            </a:extLst>
          </p:cNvPr>
          <p:cNvSpPr>
            <a:spLocks noGrp="1"/>
          </p:cNvSpPr>
          <p:nvPr/>
        </p:nvSpPr>
        <p:spPr>
          <a:xfrm>
            <a:off x="5043723" y="5531733"/>
            <a:ext cx="25400" cy="25400"/>
          </a:xfrm>
          <a:prstGeom prst="ellipse">
            <a:avLst/>
          </a:prstGeom>
          <a:solidFill>
            <a:srgbClr val="B08A60">
              <a:alpha val="43000"/>
            </a:srgbClr>
          </a:solidFill>
          <a:ln w="0">
            <a:noFill/>
            <a:prstDash val="solid"/>
          </a:ln>
        </p:spPr>
      </p:sp>
      <p:sp>
        <p:nvSpPr>
          <p:cNvPr id="5428" name="LigandSeek2_vs_LigandSeek1_ellipse_10942">
            <a:extLst>
              <a:ext uri="{FF2B5EF4-FFF2-40B4-BE49-F238E27FC236}">
                <a16:creationId xmlns:a16="http://schemas.microsoft.com/office/drawing/2014/main" id="{AFBDD006-5CFF-46DF-9251-76564A8F72CC}"/>
              </a:ext>
            </a:extLst>
          </p:cNvPr>
          <p:cNvSpPr>
            <a:spLocks noGrp="1"/>
          </p:cNvSpPr>
          <p:nvPr/>
        </p:nvSpPr>
        <p:spPr>
          <a:xfrm>
            <a:off x="4995674" y="6388346"/>
            <a:ext cx="25400" cy="25400"/>
          </a:xfrm>
          <a:prstGeom prst="ellipse">
            <a:avLst/>
          </a:prstGeom>
          <a:solidFill>
            <a:srgbClr val="B08A60">
              <a:alpha val="43000"/>
            </a:srgbClr>
          </a:solidFill>
          <a:ln w="0">
            <a:noFill/>
            <a:prstDash val="solid"/>
          </a:ln>
        </p:spPr>
      </p:sp>
      <p:sp>
        <p:nvSpPr>
          <p:cNvPr id="5429" name="LigandSeek2_vs_LigandSeek1_ellipse_10943">
            <a:extLst>
              <a:ext uri="{FF2B5EF4-FFF2-40B4-BE49-F238E27FC236}">
                <a16:creationId xmlns:a16="http://schemas.microsoft.com/office/drawing/2014/main" id="{1CF24F4F-22B5-4EAD-B26C-7516E094C77E}"/>
              </a:ext>
            </a:extLst>
          </p:cNvPr>
          <p:cNvSpPr>
            <a:spLocks noGrp="1"/>
          </p:cNvSpPr>
          <p:nvPr/>
        </p:nvSpPr>
        <p:spPr>
          <a:xfrm>
            <a:off x="5012126" y="5246195"/>
            <a:ext cx="25400" cy="25400"/>
          </a:xfrm>
          <a:prstGeom prst="ellipse">
            <a:avLst/>
          </a:prstGeom>
          <a:solidFill>
            <a:srgbClr val="B08A60">
              <a:alpha val="43000"/>
            </a:srgbClr>
          </a:solidFill>
          <a:ln w="0">
            <a:noFill/>
            <a:prstDash val="solid"/>
          </a:ln>
        </p:spPr>
      </p:sp>
      <p:sp>
        <p:nvSpPr>
          <p:cNvPr id="5430" name="LigandSeek2_vs_LigandSeek1_ellipse_10944">
            <a:extLst>
              <a:ext uri="{FF2B5EF4-FFF2-40B4-BE49-F238E27FC236}">
                <a16:creationId xmlns:a16="http://schemas.microsoft.com/office/drawing/2014/main" id="{E3056DED-04CB-40A1-BF84-E7E22FD6241A}"/>
              </a:ext>
            </a:extLst>
          </p:cNvPr>
          <p:cNvSpPr>
            <a:spLocks noGrp="1"/>
          </p:cNvSpPr>
          <p:nvPr/>
        </p:nvSpPr>
        <p:spPr>
          <a:xfrm>
            <a:off x="5094052" y="6388346"/>
            <a:ext cx="25400" cy="25400"/>
          </a:xfrm>
          <a:prstGeom prst="ellipse">
            <a:avLst/>
          </a:prstGeom>
          <a:solidFill>
            <a:srgbClr val="B08A60">
              <a:alpha val="43000"/>
            </a:srgbClr>
          </a:solidFill>
          <a:ln w="0">
            <a:noFill/>
            <a:prstDash val="solid"/>
          </a:ln>
        </p:spPr>
      </p:sp>
      <p:sp>
        <p:nvSpPr>
          <p:cNvPr id="5431" name="LigandSeek2_vs_LigandSeek1_ellipse_10945">
            <a:extLst>
              <a:ext uri="{FF2B5EF4-FFF2-40B4-BE49-F238E27FC236}">
                <a16:creationId xmlns:a16="http://schemas.microsoft.com/office/drawing/2014/main" id="{A12EB1F9-141E-48A3-9570-727708D6784C}"/>
              </a:ext>
            </a:extLst>
          </p:cNvPr>
          <p:cNvSpPr>
            <a:spLocks noGrp="1"/>
          </p:cNvSpPr>
          <p:nvPr/>
        </p:nvSpPr>
        <p:spPr>
          <a:xfrm>
            <a:off x="5020464" y="6007629"/>
            <a:ext cx="25400" cy="25400"/>
          </a:xfrm>
          <a:prstGeom prst="ellipse">
            <a:avLst/>
          </a:prstGeom>
          <a:solidFill>
            <a:srgbClr val="B08A60">
              <a:alpha val="43000"/>
            </a:srgbClr>
          </a:solidFill>
          <a:ln w="0">
            <a:noFill/>
            <a:prstDash val="solid"/>
          </a:ln>
        </p:spPr>
      </p:sp>
      <p:sp>
        <p:nvSpPr>
          <p:cNvPr id="5432" name="LigandSeek2_vs_LigandSeek1_ellipse_10946">
            <a:extLst>
              <a:ext uri="{FF2B5EF4-FFF2-40B4-BE49-F238E27FC236}">
                <a16:creationId xmlns:a16="http://schemas.microsoft.com/office/drawing/2014/main" id="{9907350F-2A6B-440B-8F96-C61F87B3D2FC}"/>
              </a:ext>
            </a:extLst>
          </p:cNvPr>
          <p:cNvSpPr>
            <a:spLocks noGrp="1"/>
          </p:cNvSpPr>
          <p:nvPr/>
        </p:nvSpPr>
        <p:spPr>
          <a:xfrm>
            <a:off x="5091852" y="5246195"/>
            <a:ext cx="25400" cy="25400"/>
          </a:xfrm>
          <a:prstGeom prst="ellipse">
            <a:avLst/>
          </a:prstGeom>
          <a:solidFill>
            <a:srgbClr val="B08A60">
              <a:alpha val="43000"/>
            </a:srgbClr>
          </a:solidFill>
          <a:ln w="0">
            <a:noFill/>
            <a:prstDash val="solid"/>
          </a:ln>
        </p:spPr>
      </p:sp>
      <p:sp>
        <p:nvSpPr>
          <p:cNvPr id="5433" name="LigandSeek2_vs_LigandSeek1_ellipse_10947">
            <a:extLst>
              <a:ext uri="{FF2B5EF4-FFF2-40B4-BE49-F238E27FC236}">
                <a16:creationId xmlns:a16="http://schemas.microsoft.com/office/drawing/2014/main" id="{6BC2A314-4D13-4FE0-9CAF-D26CF7F4AC3E}"/>
              </a:ext>
            </a:extLst>
          </p:cNvPr>
          <p:cNvSpPr>
            <a:spLocks noGrp="1"/>
          </p:cNvSpPr>
          <p:nvPr/>
        </p:nvSpPr>
        <p:spPr>
          <a:xfrm>
            <a:off x="5010295" y="5246195"/>
            <a:ext cx="25400" cy="25400"/>
          </a:xfrm>
          <a:prstGeom prst="ellipse">
            <a:avLst/>
          </a:prstGeom>
          <a:solidFill>
            <a:srgbClr val="B08A60">
              <a:alpha val="43000"/>
            </a:srgbClr>
          </a:solidFill>
          <a:ln w="0">
            <a:noFill/>
            <a:prstDash val="solid"/>
          </a:ln>
        </p:spPr>
      </p:sp>
      <p:sp>
        <p:nvSpPr>
          <p:cNvPr id="5434" name="LigandSeek2_vs_LigandSeek1_ellipse_10948">
            <a:extLst>
              <a:ext uri="{FF2B5EF4-FFF2-40B4-BE49-F238E27FC236}">
                <a16:creationId xmlns:a16="http://schemas.microsoft.com/office/drawing/2014/main" id="{B4B14D67-0DCF-46D5-A432-CC9462DB9ADD}"/>
              </a:ext>
            </a:extLst>
          </p:cNvPr>
          <p:cNvSpPr>
            <a:spLocks noGrp="1"/>
          </p:cNvSpPr>
          <p:nvPr/>
        </p:nvSpPr>
        <p:spPr>
          <a:xfrm>
            <a:off x="5064254" y="6102808"/>
            <a:ext cx="25400" cy="25400"/>
          </a:xfrm>
          <a:prstGeom prst="ellipse">
            <a:avLst/>
          </a:prstGeom>
          <a:solidFill>
            <a:srgbClr val="B08A60">
              <a:alpha val="43000"/>
            </a:srgbClr>
          </a:solidFill>
          <a:ln w="0">
            <a:noFill/>
            <a:prstDash val="solid"/>
          </a:ln>
        </p:spPr>
      </p:sp>
      <p:sp>
        <p:nvSpPr>
          <p:cNvPr id="5435" name="LigandSeek2_vs_LigandSeek1_ellipse_10949">
            <a:extLst>
              <a:ext uri="{FF2B5EF4-FFF2-40B4-BE49-F238E27FC236}">
                <a16:creationId xmlns:a16="http://schemas.microsoft.com/office/drawing/2014/main" id="{604EC7F0-6591-4ED4-A7B6-C5FAC8CD4DF5}"/>
              </a:ext>
            </a:extLst>
          </p:cNvPr>
          <p:cNvSpPr>
            <a:spLocks noGrp="1"/>
          </p:cNvSpPr>
          <p:nvPr/>
        </p:nvSpPr>
        <p:spPr>
          <a:xfrm>
            <a:off x="5042276" y="5246195"/>
            <a:ext cx="25400" cy="25400"/>
          </a:xfrm>
          <a:prstGeom prst="ellipse">
            <a:avLst/>
          </a:prstGeom>
          <a:solidFill>
            <a:srgbClr val="B08A60">
              <a:alpha val="43000"/>
            </a:srgbClr>
          </a:solidFill>
          <a:ln w="0">
            <a:noFill/>
            <a:prstDash val="solid"/>
          </a:ln>
        </p:spPr>
      </p:sp>
      <p:sp>
        <p:nvSpPr>
          <p:cNvPr id="5436" name="LigandSeek2_vs_LigandSeek1_ellipse_10950">
            <a:extLst>
              <a:ext uri="{FF2B5EF4-FFF2-40B4-BE49-F238E27FC236}">
                <a16:creationId xmlns:a16="http://schemas.microsoft.com/office/drawing/2014/main" id="{8BDE81AF-5514-49AC-9F6A-3A9BC231FB60}"/>
              </a:ext>
            </a:extLst>
          </p:cNvPr>
          <p:cNvSpPr>
            <a:spLocks noGrp="1"/>
          </p:cNvSpPr>
          <p:nvPr/>
        </p:nvSpPr>
        <p:spPr>
          <a:xfrm>
            <a:off x="5035875" y="5246195"/>
            <a:ext cx="25400" cy="25400"/>
          </a:xfrm>
          <a:prstGeom prst="ellipse">
            <a:avLst/>
          </a:prstGeom>
          <a:solidFill>
            <a:srgbClr val="B08A60">
              <a:alpha val="43000"/>
            </a:srgbClr>
          </a:solidFill>
          <a:ln w="0">
            <a:noFill/>
            <a:prstDash val="solid"/>
          </a:ln>
        </p:spPr>
      </p:sp>
      <p:sp>
        <p:nvSpPr>
          <p:cNvPr id="5437" name="LigandSeek2_vs_LigandSeek1_ellipse_10951">
            <a:extLst>
              <a:ext uri="{FF2B5EF4-FFF2-40B4-BE49-F238E27FC236}">
                <a16:creationId xmlns:a16="http://schemas.microsoft.com/office/drawing/2014/main" id="{00506D0A-F192-4424-9ED2-B8F13C543FAB}"/>
              </a:ext>
            </a:extLst>
          </p:cNvPr>
          <p:cNvSpPr>
            <a:spLocks noGrp="1"/>
          </p:cNvSpPr>
          <p:nvPr/>
        </p:nvSpPr>
        <p:spPr>
          <a:xfrm>
            <a:off x="4947706" y="5246195"/>
            <a:ext cx="25400" cy="25400"/>
          </a:xfrm>
          <a:prstGeom prst="ellipse">
            <a:avLst/>
          </a:prstGeom>
          <a:solidFill>
            <a:srgbClr val="B08A60">
              <a:alpha val="43000"/>
            </a:srgbClr>
          </a:solidFill>
          <a:ln w="0">
            <a:noFill/>
            <a:prstDash val="solid"/>
          </a:ln>
        </p:spPr>
      </p:sp>
      <p:sp>
        <p:nvSpPr>
          <p:cNvPr id="5438" name="LigandSeek2_vs_LigandSeek1_ellipse_10952">
            <a:extLst>
              <a:ext uri="{FF2B5EF4-FFF2-40B4-BE49-F238E27FC236}">
                <a16:creationId xmlns:a16="http://schemas.microsoft.com/office/drawing/2014/main" id="{072DC93B-ED98-4366-9C4F-FCDB30F456EC}"/>
              </a:ext>
            </a:extLst>
          </p:cNvPr>
          <p:cNvSpPr>
            <a:spLocks noGrp="1"/>
          </p:cNvSpPr>
          <p:nvPr/>
        </p:nvSpPr>
        <p:spPr>
          <a:xfrm>
            <a:off x="4976313" y="5246195"/>
            <a:ext cx="25400" cy="25400"/>
          </a:xfrm>
          <a:prstGeom prst="ellipse">
            <a:avLst/>
          </a:prstGeom>
          <a:solidFill>
            <a:srgbClr val="B08A60">
              <a:alpha val="43000"/>
            </a:srgbClr>
          </a:solidFill>
          <a:ln w="0">
            <a:noFill/>
            <a:prstDash val="solid"/>
          </a:ln>
        </p:spPr>
      </p:sp>
      <p:sp>
        <p:nvSpPr>
          <p:cNvPr id="5439" name="LigandSeek2_vs_LigandSeek1_ellipse_10953">
            <a:extLst>
              <a:ext uri="{FF2B5EF4-FFF2-40B4-BE49-F238E27FC236}">
                <a16:creationId xmlns:a16="http://schemas.microsoft.com/office/drawing/2014/main" id="{943C78B3-714E-4BA6-845E-F930A66912B7}"/>
              </a:ext>
            </a:extLst>
          </p:cNvPr>
          <p:cNvSpPr>
            <a:spLocks noGrp="1"/>
          </p:cNvSpPr>
          <p:nvPr/>
        </p:nvSpPr>
        <p:spPr>
          <a:xfrm>
            <a:off x="5099932" y="6388346"/>
            <a:ext cx="25400" cy="25400"/>
          </a:xfrm>
          <a:prstGeom prst="ellipse">
            <a:avLst/>
          </a:prstGeom>
          <a:solidFill>
            <a:srgbClr val="B08A60">
              <a:alpha val="43000"/>
            </a:srgbClr>
          </a:solidFill>
          <a:ln w="0">
            <a:noFill/>
            <a:prstDash val="solid"/>
          </a:ln>
        </p:spPr>
      </p:sp>
      <p:sp>
        <p:nvSpPr>
          <p:cNvPr id="5440" name="LigandSeek2_vs_LigandSeek1_ellipse_10954">
            <a:extLst>
              <a:ext uri="{FF2B5EF4-FFF2-40B4-BE49-F238E27FC236}">
                <a16:creationId xmlns:a16="http://schemas.microsoft.com/office/drawing/2014/main" id="{2B5AB6A4-A0D6-427D-AACC-B7DF73673D68}"/>
              </a:ext>
            </a:extLst>
          </p:cNvPr>
          <p:cNvSpPr>
            <a:spLocks noGrp="1"/>
          </p:cNvSpPr>
          <p:nvPr/>
        </p:nvSpPr>
        <p:spPr>
          <a:xfrm>
            <a:off x="5060908" y="5246195"/>
            <a:ext cx="25400" cy="25400"/>
          </a:xfrm>
          <a:prstGeom prst="ellipse">
            <a:avLst/>
          </a:prstGeom>
          <a:solidFill>
            <a:srgbClr val="B08A60">
              <a:alpha val="43000"/>
            </a:srgbClr>
          </a:solidFill>
          <a:ln w="0">
            <a:noFill/>
            <a:prstDash val="solid"/>
          </a:ln>
        </p:spPr>
      </p:sp>
      <p:sp>
        <p:nvSpPr>
          <p:cNvPr id="5441" name="LigandSeek2_vs_LigandSeek1_ellipse_10955">
            <a:extLst>
              <a:ext uri="{FF2B5EF4-FFF2-40B4-BE49-F238E27FC236}">
                <a16:creationId xmlns:a16="http://schemas.microsoft.com/office/drawing/2014/main" id="{6C5C3BDA-D9E3-4055-AD29-D38C9FC1EA72}"/>
              </a:ext>
            </a:extLst>
          </p:cNvPr>
          <p:cNvSpPr>
            <a:spLocks noGrp="1"/>
          </p:cNvSpPr>
          <p:nvPr/>
        </p:nvSpPr>
        <p:spPr>
          <a:xfrm>
            <a:off x="5057109" y="5817271"/>
            <a:ext cx="25400" cy="25400"/>
          </a:xfrm>
          <a:prstGeom prst="ellipse">
            <a:avLst/>
          </a:prstGeom>
          <a:solidFill>
            <a:srgbClr val="B08A60">
              <a:alpha val="43000"/>
            </a:srgbClr>
          </a:solidFill>
          <a:ln w="0">
            <a:noFill/>
            <a:prstDash val="solid"/>
          </a:ln>
        </p:spPr>
      </p:sp>
      <p:sp>
        <p:nvSpPr>
          <p:cNvPr id="5442" name="LigandSeek2_vs_LigandSeek1_ellipse_10956">
            <a:extLst>
              <a:ext uri="{FF2B5EF4-FFF2-40B4-BE49-F238E27FC236}">
                <a16:creationId xmlns:a16="http://schemas.microsoft.com/office/drawing/2014/main" id="{89AFB68C-B6ED-495B-8D64-8C9F22BC0C4E}"/>
              </a:ext>
            </a:extLst>
          </p:cNvPr>
          <p:cNvSpPr>
            <a:spLocks noGrp="1"/>
          </p:cNvSpPr>
          <p:nvPr/>
        </p:nvSpPr>
        <p:spPr>
          <a:xfrm>
            <a:off x="4982101" y="6324893"/>
            <a:ext cx="25400" cy="25400"/>
          </a:xfrm>
          <a:prstGeom prst="ellipse">
            <a:avLst/>
          </a:prstGeom>
          <a:solidFill>
            <a:srgbClr val="B08A60">
              <a:alpha val="43000"/>
            </a:srgbClr>
          </a:solidFill>
          <a:ln w="0">
            <a:noFill/>
            <a:prstDash val="solid"/>
          </a:ln>
        </p:spPr>
      </p:sp>
      <p:sp>
        <p:nvSpPr>
          <p:cNvPr id="5443" name="LigandSeek2_vs_LigandSeek1_ellipse_10957">
            <a:extLst>
              <a:ext uri="{FF2B5EF4-FFF2-40B4-BE49-F238E27FC236}">
                <a16:creationId xmlns:a16="http://schemas.microsoft.com/office/drawing/2014/main" id="{937AC318-7903-41A2-ACD3-6F7E65C59B0F}"/>
              </a:ext>
            </a:extLst>
          </p:cNvPr>
          <p:cNvSpPr>
            <a:spLocks noGrp="1"/>
          </p:cNvSpPr>
          <p:nvPr/>
        </p:nvSpPr>
        <p:spPr>
          <a:xfrm>
            <a:off x="5047443" y="6236059"/>
            <a:ext cx="25400" cy="25400"/>
          </a:xfrm>
          <a:prstGeom prst="ellipse">
            <a:avLst/>
          </a:prstGeom>
          <a:solidFill>
            <a:srgbClr val="B08A60">
              <a:alpha val="43000"/>
            </a:srgbClr>
          </a:solidFill>
          <a:ln w="0">
            <a:noFill/>
            <a:prstDash val="solid"/>
          </a:ln>
        </p:spPr>
      </p:sp>
      <p:sp>
        <p:nvSpPr>
          <p:cNvPr id="5444" name="LigandSeek2_vs_LigandSeek1_ellipse_10958">
            <a:extLst>
              <a:ext uri="{FF2B5EF4-FFF2-40B4-BE49-F238E27FC236}">
                <a16:creationId xmlns:a16="http://schemas.microsoft.com/office/drawing/2014/main" id="{9E505948-8C3E-4156-BD12-F9C082A875DE}"/>
              </a:ext>
            </a:extLst>
          </p:cNvPr>
          <p:cNvSpPr>
            <a:spLocks noGrp="1"/>
          </p:cNvSpPr>
          <p:nvPr/>
        </p:nvSpPr>
        <p:spPr>
          <a:xfrm>
            <a:off x="5003010" y="6388346"/>
            <a:ext cx="25400" cy="25400"/>
          </a:xfrm>
          <a:prstGeom prst="ellipse">
            <a:avLst/>
          </a:prstGeom>
          <a:solidFill>
            <a:srgbClr val="B08A60">
              <a:alpha val="43000"/>
            </a:srgbClr>
          </a:solidFill>
          <a:ln w="0">
            <a:noFill/>
            <a:prstDash val="solid"/>
          </a:ln>
        </p:spPr>
      </p:sp>
      <p:sp>
        <p:nvSpPr>
          <p:cNvPr id="5445" name="LigandSeek2_vs_LigandSeek1_ellipse_10959">
            <a:extLst>
              <a:ext uri="{FF2B5EF4-FFF2-40B4-BE49-F238E27FC236}">
                <a16:creationId xmlns:a16="http://schemas.microsoft.com/office/drawing/2014/main" id="{84CBF12D-6D0D-40A2-A489-FB60F1D7A940}"/>
              </a:ext>
            </a:extLst>
          </p:cNvPr>
          <p:cNvSpPr>
            <a:spLocks noGrp="1"/>
          </p:cNvSpPr>
          <p:nvPr/>
        </p:nvSpPr>
        <p:spPr>
          <a:xfrm>
            <a:off x="4946962" y="6388346"/>
            <a:ext cx="25400" cy="25400"/>
          </a:xfrm>
          <a:prstGeom prst="ellipse">
            <a:avLst/>
          </a:prstGeom>
          <a:solidFill>
            <a:srgbClr val="B08A60">
              <a:alpha val="43000"/>
            </a:srgbClr>
          </a:solidFill>
          <a:ln w="0">
            <a:noFill/>
            <a:prstDash val="solid"/>
          </a:ln>
        </p:spPr>
      </p:sp>
      <p:sp>
        <p:nvSpPr>
          <p:cNvPr id="5446" name="LigandSeek2_vs_LigandSeek1_ellipse_10960">
            <a:extLst>
              <a:ext uri="{FF2B5EF4-FFF2-40B4-BE49-F238E27FC236}">
                <a16:creationId xmlns:a16="http://schemas.microsoft.com/office/drawing/2014/main" id="{3E1DFAD5-02AF-4A13-95D8-13F12EDB129D}"/>
              </a:ext>
            </a:extLst>
          </p:cNvPr>
          <p:cNvSpPr>
            <a:spLocks noGrp="1"/>
          </p:cNvSpPr>
          <p:nvPr/>
        </p:nvSpPr>
        <p:spPr>
          <a:xfrm>
            <a:off x="4963724" y="5246195"/>
            <a:ext cx="25400" cy="25400"/>
          </a:xfrm>
          <a:prstGeom prst="ellipse">
            <a:avLst/>
          </a:prstGeom>
          <a:solidFill>
            <a:srgbClr val="B08A60">
              <a:alpha val="43000"/>
            </a:srgbClr>
          </a:solidFill>
          <a:ln w="0">
            <a:noFill/>
            <a:prstDash val="solid"/>
          </a:ln>
        </p:spPr>
      </p:sp>
      <p:sp>
        <p:nvSpPr>
          <p:cNvPr id="5447" name="LigandSeek2_vs_LigandSeek1_ellipse_10961">
            <a:extLst>
              <a:ext uri="{FF2B5EF4-FFF2-40B4-BE49-F238E27FC236}">
                <a16:creationId xmlns:a16="http://schemas.microsoft.com/office/drawing/2014/main" id="{20E2DAF9-6DD1-428B-860D-5AE9D56ABBDE}"/>
              </a:ext>
            </a:extLst>
          </p:cNvPr>
          <p:cNvSpPr>
            <a:spLocks noGrp="1"/>
          </p:cNvSpPr>
          <p:nvPr/>
        </p:nvSpPr>
        <p:spPr>
          <a:xfrm>
            <a:off x="5063361" y="5246195"/>
            <a:ext cx="25400" cy="25400"/>
          </a:xfrm>
          <a:prstGeom prst="ellipse">
            <a:avLst/>
          </a:prstGeom>
          <a:solidFill>
            <a:srgbClr val="B08A60">
              <a:alpha val="43000"/>
            </a:srgbClr>
          </a:solidFill>
          <a:ln w="0">
            <a:noFill/>
            <a:prstDash val="solid"/>
          </a:ln>
        </p:spPr>
      </p:sp>
      <p:sp>
        <p:nvSpPr>
          <p:cNvPr id="5448" name="LigandSeek2_vs_LigandSeek1_ellipse_10962">
            <a:extLst>
              <a:ext uri="{FF2B5EF4-FFF2-40B4-BE49-F238E27FC236}">
                <a16:creationId xmlns:a16="http://schemas.microsoft.com/office/drawing/2014/main" id="{09CE0CC8-AA0B-41A5-8C5C-F0AB431E8454}"/>
              </a:ext>
            </a:extLst>
          </p:cNvPr>
          <p:cNvSpPr>
            <a:spLocks noGrp="1"/>
          </p:cNvSpPr>
          <p:nvPr/>
        </p:nvSpPr>
        <p:spPr>
          <a:xfrm>
            <a:off x="5085938" y="5246195"/>
            <a:ext cx="25400" cy="25400"/>
          </a:xfrm>
          <a:prstGeom prst="ellipse">
            <a:avLst/>
          </a:prstGeom>
          <a:solidFill>
            <a:srgbClr val="B08A60">
              <a:alpha val="43000"/>
            </a:srgbClr>
          </a:solidFill>
          <a:ln w="0">
            <a:noFill/>
            <a:prstDash val="solid"/>
          </a:ln>
        </p:spPr>
      </p:sp>
      <p:sp>
        <p:nvSpPr>
          <p:cNvPr id="5449" name="LigandSeek2_vs_LigandSeek1_ellipse_10963">
            <a:extLst>
              <a:ext uri="{FF2B5EF4-FFF2-40B4-BE49-F238E27FC236}">
                <a16:creationId xmlns:a16="http://schemas.microsoft.com/office/drawing/2014/main" id="{DA269294-9DEA-4D59-B9D6-16BD07D3591B}"/>
              </a:ext>
            </a:extLst>
          </p:cNvPr>
          <p:cNvSpPr>
            <a:spLocks noGrp="1"/>
          </p:cNvSpPr>
          <p:nvPr/>
        </p:nvSpPr>
        <p:spPr>
          <a:xfrm>
            <a:off x="5021385" y="5246195"/>
            <a:ext cx="25400" cy="25400"/>
          </a:xfrm>
          <a:prstGeom prst="ellipse">
            <a:avLst/>
          </a:prstGeom>
          <a:solidFill>
            <a:srgbClr val="B08A60">
              <a:alpha val="43000"/>
            </a:srgbClr>
          </a:solidFill>
          <a:ln w="0">
            <a:noFill/>
            <a:prstDash val="solid"/>
          </a:ln>
        </p:spPr>
      </p:sp>
      <p:sp>
        <p:nvSpPr>
          <p:cNvPr id="5450" name="LigandSeek2_vs_LigandSeek1_ellipse_10964">
            <a:extLst>
              <a:ext uri="{FF2B5EF4-FFF2-40B4-BE49-F238E27FC236}">
                <a16:creationId xmlns:a16="http://schemas.microsoft.com/office/drawing/2014/main" id="{A979E7D4-1380-423D-863E-A732DAF399BC}"/>
              </a:ext>
            </a:extLst>
          </p:cNvPr>
          <p:cNvSpPr>
            <a:spLocks noGrp="1"/>
          </p:cNvSpPr>
          <p:nvPr/>
        </p:nvSpPr>
        <p:spPr>
          <a:xfrm>
            <a:off x="5037534" y="6134535"/>
            <a:ext cx="25400" cy="25400"/>
          </a:xfrm>
          <a:prstGeom prst="ellipse">
            <a:avLst/>
          </a:prstGeom>
          <a:solidFill>
            <a:srgbClr val="B08A60">
              <a:alpha val="43000"/>
            </a:srgbClr>
          </a:solidFill>
          <a:ln w="0">
            <a:noFill/>
            <a:prstDash val="solid"/>
          </a:ln>
        </p:spPr>
      </p:sp>
      <p:sp>
        <p:nvSpPr>
          <p:cNvPr id="5451" name="LigandSeek2_vs_LigandSeek1_ellipse_10965">
            <a:extLst>
              <a:ext uri="{FF2B5EF4-FFF2-40B4-BE49-F238E27FC236}">
                <a16:creationId xmlns:a16="http://schemas.microsoft.com/office/drawing/2014/main" id="{48FB44CA-DB14-4ACA-A110-132D6B1CA357}"/>
              </a:ext>
            </a:extLst>
          </p:cNvPr>
          <p:cNvSpPr>
            <a:spLocks noGrp="1"/>
          </p:cNvSpPr>
          <p:nvPr/>
        </p:nvSpPr>
        <p:spPr>
          <a:xfrm>
            <a:off x="4995003" y="5246195"/>
            <a:ext cx="25400" cy="25400"/>
          </a:xfrm>
          <a:prstGeom prst="ellipse">
            <a:avLst/>
          </a:prstGeom>
          <a:solidFill>
            <a:srgbClr val="B08A60">
              <a:alpha val="43000"/>
            </a:srgbClr>
          </a:solidFill>
          <a:ln w="0">
            <a:noFill/>
            <a:prstDash val="solid"/>
          </a:ln>
        </p:spPr>
      </p:sp>
      <p:sp>
        <p:nvSpPr>
          <p:cNvPr id="5452" name="LigandSeek2_vs_LigandSeek1_ellipse_10966">
            <a:extLst>
              <a:ext uri="{FF2B5EF4-FFF2-40B4-BE49-F238E27FC236}">
                <a16:creationId xmlns:a16="http://schemas.microsoft.com/office/drawing/2014/main" id="{AE36AC28-E699-4742-99A9-9C3CCC357C3D}"/>
              </a:ext>
            </a:extLst>
          </p:cNvPr>
          <p:cNvSpPr>
            <a:spLocks noGrp="1"/>
          </p:cNvSpPr>
          <p:nvPr/>
        </p:nvSpPr>
        <p:spPr>
          <a:xfrm>
            <a:off x="4959479" y="5626912"/>
            <a:ext cx="25400" cy="25400"/>
          </a:xfrm>
          <a:prstGeom prst="ellipse">
            <a:avLst/>
          </a:prstGeom>
          <a:solidFill>
            <a:srgbClr val="B08A60">
              <a:alpha val="43000"/>
            </a:srgbClr>
          </a:solidFill>
          <a:ln w="0">
            <a:noFill/>
            <a:prstDash val="solid"/>
          </a:ln>
        </p:spPr>
      </p:sp>
      <p:sp>
        <p:nvSpPr>
          <p:cNvPr id="5453" name="LigandSeek2_vs_LigandSeek1_ellipse_10967">
            <a:extLst>
              <a:ext uri="{FF2B5EF4-FFF2-40B4-BE49-F238E27FC236}">
                <a16:creationId xmlns:a16="http://schemas.microsoft.com/office/drawing/2014/main" id="{EF975E9E-9523-4448-AB02-4CE01FA66804}"/>
              </a:ext>
            </a:extLst>
          </p:cNvPr>
          <p:cNvSpPr>
            <a:spLocks noGrp="1"/>
          </p:cNvSpPr>
          <p:nvPr/>
        </p:nvSpPr>
        <p:spPr>
          <a:xfrm>
            <a:off x="4976015" y="5474625"/>
            <a:ext cx="25400" cy="25400"/>
          </a:xfrm>
          <a:prstGeom prst="ellipse">
            <a:avLst/>
          </a:prstGeom>
          <a:solidFill>
            <a:srgbClr val="B08A60">
              <a:alpha val="43000"/>
            </a:srgbClr>
          </a:solidFill>
          <a:ln w="0">
            <a:noFill/>
            <a:prstDash val="solid"/>
          </a:ln>
        </p:spPr>
      </p:sp>
      <p:sp>
        <p:nvSpPr>
          <p:cNvPr id="5454" name="LigandSeek2_vs_LigandSeek1_ellipse_10968">
            <a:extLst>
              <a:ext uri="{FF2B5EF4-FFF2-40B4-BE49-F238E27FC236}">
                <a16:creationId xmlns:a16="http://schemas.microsoft.com/office/drawing/2014/main" id="{68381FFE-39D5-4045-8843-5895BECAEC73}"/>
              </a:ext>
            </a:extLst>
          </p:cNvPr>
          <p:cNvSpPr>
            <a:spLocks noGrp="1"/>
          </p:cNvSpPr>
          <p:nvPr/>
        </p:nvSpPr>
        <p:spPr>
          <a:xfrm>
            <a:off x="4955268" y="6388346"/>
            <a:ext cx="25400" cy="25400"/>
          </a:xfrm>
          <a:prstGeom prst="ellipse">
            <a:avLst/>
          </a:prstGeom>
          <a:solidFill>
            <a:srgbClr val="B08A60">
              <a:alpha val="43000"/>
            </a:srgbClr>
          </a:solidFill>
          <a:ln w="0">
            <a:noFill/>
            <a:prstDash val="solid"/>
          </a:ln>
        </p:spPr>
      </p:sp>
      <p:sp>
        <p:nvSpPr>
          <p:cNvPr id="5455" name="LigandSeek2_vs_LigandSeek1_ellipse_10969">
            <a:extLst>
              <a:ext uri="{FF2B5EF4-FFF2-40B4-BE49-F238E27FC236}">
                <a16:creationId xmlns:a16="http://schemas.microsoft.com/office/drawing/2014/main" id="{6958EA30-E99B-4794-AF80-CAE9F2F34300}"/>
              </a:ext>
            </a:extLst>
          </p:cNvPr>
          <p:cNvSpPr>
            <a:spLocks noGrp="1"/>
          </p:cNvSpPr>
          <p:nvPr/>
        </p:nvSpPr>
        <p:spPr>
          <a:xfrm>
            <a:off x="4987055" y="5246195"/>
            <a:ext cx="25400" cy="25400"/>
          </a:xfrm>
          <a:prstGeom prst="ellipse">
            <a:avLst/>
          </a:prstGeom>
          <a:solidFill>
            <a:srgbClr val="B08A60">
              <a:alpha val="43000"/>
            </a:srgbClr>
          </a:solidFill>
          <a:ln w="0">
            <a:noFill/>
            <a:prstDash val="solid"/>
          </a:ln>
        </p:spPr>
      </p:sp>
      <p:sp>
        <p:nvSpPr>
          <p:cNvPr id="5456" name="LigandSeek2_vs_LigandSeek1_ellipse_10970">
            <a:extLst>
              <a:ext uri="{FF2B5EF4-FFF2-40B4-BE49-F238E27FC236}">
                <a16:creationId xmlns:a16="http://schemas.microsoft.com/office/drawing/2014/main" id="{076C0DB3-AE06-45AB-BD0A-F3D8A2589694}"/>
              </a:ext>
            </a:extLst>
          </p:cNvPr>
          <p:cNvSpPr>
            <a:spLocks noGrp="1"/>
          </p:cNvSpPr>
          <p:nvPr/>
        </p:nvSpPr>
        <p:spPr>
          <a:xfrm>
            <a:off x="4972013" y="5246195"/>
            <a:ext cx="25400" cy="25400"/>
          </a:xfrm>
          <a:prstGeom prst="ellipse">
            <a:avLst/>
          </a:prstGeom>
          <a:solidFill>
            <a:srgbClr val="B08A60">
              <a:alpha val="43000"/>
            </a:srgbClr>
          </a:solidFill>
          <a:ln w="0">
            <a:noFill/>
            <a:prstDash val="solid"/>
          </a:ln>
        </p:spPr>
      </p:sp>
      <p:sp>
        <p:nvSpPr>
          <p:cNvPr id="5457" name="LigandSeek2_vs_LigandSeek1_ellipse_10971">
            <a:extLst>
              <a:ext uri="{FF2B5EF4-FFF2-40B4-BE49-F238E27FC236}">
                <a16:creationId xmlns:a16="http://schemas.microsoft.com/office/drawing/2014/main" id="{0F841980-80BB-482D-93B7-1192E52EE43C}"/>
              </a:ext>
            </a:extLst>
          </p:cNvPr>
          <p:cNvSpPr>
            <a:spLocks noGrp="1"/>
          </p:cNvSpPr>
          <p:nvPr/>
        </p:nvSpPr>
        <p:spPr>
          <a:xfrm>
            <a:off x="5001251" y="5246195"/>
            <a:ext cx="25400" cy="25400"/>
          </a:xfrm>
          <a:prstGeom prst="ellipse">
            <a:avLst/>
          </a:prstGeom>
          <a:solidFill>
            <a:srgbClr val="B08A60">
              <a:alpha val="43000"/>
            </a:srgbClr>
          </a:solidFill>
          <a:ln w="0">
            <a:noFill/>
            <a:prstDash val="solid"/>
          </a:ln>
        </p:spPr>
      </p:sp>
      <p:sp>
        <p:nvSpPr>
          <p:cNvPr id="5458" name="LigandSeek2_vs_LigandSeek1_ellipse_10972">
            <a:extLst>
              <a:ext uri="{FF2B5EF4-FFF2-40B4-BE49-F238E27FC236}">
                <a16:creationId xmlns:a16="http://schemas.microsoft.com/office/drawing/2014/main" id="{BE5D8446-A063-4FFF-9683-2D9BC86640F4}"/>
              </a:ext>
            </a:extLst>
          </p:cNvPr>
          <p:cNvSpPr>
            <a:spLocks noGrp="1"/>
          </p:cNvSpPr>
          <p:nvPr/>
        </p:nvSpPr>
        <p:spPr>
          <a:xfrm>
            <a:off x="5061159" y="5246195"/>
            <a:ext cx="25400" cy="25400"/>
          </a:xfrm>
          <a:prstGeom prst="ellipse">
            <a:avLst/>
          </a:prstGeom>
          <a:solidFill>
            <a:srgbClr val="B08A60">
              <a:alpha val="43000"/>
            </a:srgbClr>
          </a:solidFill>
          <a:ln w="0">
            <a:noFill/>
            <a:prstDash val="solid"/>
          </a:ln>
        </p:spPr>
      </p:sp>
      <p:sp>
        <p:nvSpPr>
          <p:cNvPr id="5459" name="LigandSeek2_vs_LigandSeek1_ellipse_10973">
            <a:extLst>
              <a:ext uri="{FF2B5EF4-FFF2-40B4-BE49-F238E27FC236}">
                <a16:creationId xmlns:a16="http://schemas.microsoft.com/office/drawing/2014/main" id="{EF1E0C36-8115-4DF9-8B0C-90DDF00A1BEA}"/>
              </a:ext>
            </a:extLst>
          </p:cNvPr>
          <p:cNvSpPr>
            <a:spLocks noGrp="1"/>
          </p:cNvSpPr>
          <p:nvPr/>
        </p:nvSpPr>
        <p:spPr>
          <a:xfrm>
            <a:off x="5001305" y="5246195"/>
            <a:ext cx="25400" cy="25400"/>
          </a:xfrm>
          <a:prstGeom prst="ellipse">
            <a:avLst/>
          </a:prstGeom>
          <a:solidFill>
            <a:srgbClr val="B08A60">
              <a:alpha val="43000"/>
            </a:srgbClr>
          </a:solidFill>
          <a:ln w="0">
            <a:noFill/>
            <a:prstDash val="solid"/>
          </a:ln>
        </p:spPr>
      </p:sp>
      <p:sp>
        <p:nvSpPr>
          <p:cNvPr id="5460" name="LigandSeek2_vs_LigandSeek1_ellipse_10974">
            <a:extLst>
              <a:ext uri="{FF2B5EF4-FFF2-40B4-BE49-F238E27FC236}">
                <a16:creationId xmlns:a16="http://schemas.microsoft.com/office/drawing/2014/main" id="{94BE2062-D480-419A-B7F6-D14037A9A539}"/>
              </a:ext>
            </a:extLst>
          </p:cNvPr>
          <p:cNvSpPr>
            <a:spLocks noGrp="1"/>
          </p:cNvSpPr>
          <p:nvPr/>
        </p:nvSpPr>
        <p:spPr>
          <a:xfrm>
            <a:off x="5073394" y="6388346"/>
            <a:ext cx="25400" cy="25400"/>
          </a:xfrm>
          <a:prstGeom prst="ellipse">
            <a:avLst/>
          </a:prstGeom>
          <a:solidFill>
            <a:srgbClr val="B08A60">
              <a:alpha val="43000"/>
            </a:srgbClr>
          </a:solidFill>
          <a:ln w="0">
            <a:noFill/>
            <a:prstDash val="solid"/>
          </a:ln>
        </p:spPr>
      </p:sp>
      <p:sp>
        <p:nvSpPr>
          <p:cNvPr id="5461" name="LigandSeek2_vs_LigandSeek1_path_10975">
            <a:extLst>
              <a:ext uri="{FF2B5EF4-FFF2-40B4-BE49-F238E27FC236}">
                <a16:creationId xmlns:a16="http://schemas.microsoft.com/office/drawing/2014/main" id="{A9FA6B97-EFB4-4207-872C-159B0940FEC4}"/>
              </a:ext>
            </a:extLst>
          </p:cNvPr>
          <p:cNvSpPr>
            <a:spLocks noGrp="1"/>
          </p:cNvSpPr>
          <p:nvPr/>
        </p:nvSpPr>
        <p:spPr>
          <a:xfrm>
            <a:off x="3403440" y="5218920"/>
            <a:ext cx="191" cy="1210680"/>
          </a:xfrm>
          <a:custGeom>
            <a:avLst/>
            <a:gdLst/>
            <a:ahLst/>
            <a:cxnLst/>
            <a:rect l="0" t="0" r="0" b="0"/>
            <a:pathLst>
              <a:path w="191" h="1210680">
                <a:moveTo>
                  <a:pt x="0" y="1210680"/>
                </a:moveTo>
                <a:lnTo>
                  <a:pt x="0" y="0"/>
                </a:lnTo>
              </a:path>
            </a:pathLst>
          </a:custGeom>
          <a:noFill/>
          <a:ln w="8255">
            <a:solidFill>
              <a:srgbClr val="000000">
                <a:alpha val="100000"/>
              </a:srgbClr>
            </a:solidFill>
            <a:prstDash val="solid"/>
          </a:ln>
        </p:spPr>
      </p:sp>
      <p:sp>
        <p:nvSpPr>
          <p:cNvPr id="5462" name="LigandSeek2_vs_LigandSeek1_path_10976">
            <a:extLst>
              <a:ext uri="{FF2B5EF4-FFF2-40B4-BE49-F238E27FC236}">
                <a16:creationId xmlns:a16="http://schemas.microsoft.com/office/drawing/2014/main" id="{0356E3A8-97A0-4EA8-8F56-309A46AACFC7}"/>
              </a:ext>
            </a:extLst>
          </p:cNvPr>
          <p:cNvSpPr>
            <a:spLocks noGrp="1"/>
          </p:cNvSpPr>
          <p:nvPr/>
        </p:nvSpPr>
        <p:spPr>
          <a:xfrm>
            <a:off x="3403440" y="6429600"/>
            <a:ext cx="1848420" cy="191"/>
          </a:xfrm>
          <a:custGeom>
            <a:avLst/>
            <a:gdLst/>
            <a:ahLst/>
            <a:cxnLst/>
            <a:rect l="0" t="0" r="0" b="0"/>
            <a:pathLst>
              <a:path w="1848420" h="191">
                <a:moveTo>
                  <a:pt x="0" y="0"/>
                </a:moveTo>
                <a:lnTo>
                  <a:pt x="1848420" y="0"/>
                </a:lnTo>
              </a:path>
            </a:pathLst>
          </a:custGeom>
          <a:noFill/>
          <a:ln w="8255">
            <a:solidFill>
              <a:srgbClr val="000000">
                <a:alpha val="100000"/>
              </a:srgbClr>
            </a:solidFill>
            <a:prstDash val="solid"/>
          </a:ln>
        </p:spPr>
      </p:sp>
      <p:sp>
        <p:nvSpPr>
          <p:cNvPr id="5463" name="LigandSeek2_vs_LigandSeek1_text_10977">
            <a:extLst>
              <a:ext uri="{FF2B5EF4-FFF2-40B4-BE49-F238E27FC236}">
                <a16:creationId xmlns:a16="http://schemas.microsoft.com/office/drawing/2014/main" id="{C1648170-CBC1-4229-B14A-22B0756298D5}"/>
              </a:ext>
            </a:extLst>
          </p:cNvPr>
          <p:cNvSpPr>
            <a:spLocks noGrp="1"/>
          </p:cNvSpPr>
          <p:nvPr/>
        </p:nvSpPr>
        <p:spPr>
          <a:xfrm rot="0">
            <a:off x="3403440" y="5006699"/>
            <a:ext cx="1353490" cy="142875"/>
          </a:xfrm>
          <a:prstGeom prst="rect">
            <a:avLst/>
          </a:prstGeom>
          <a:noFill/>
          <a:ln w="0">
            <a:noFill/>
          </a:ln>
        </p:spPr>
        <p:txBody>
          <a:bodyPr wrap="none" lIns="0" tIns="0" rIns="0" bIns="0" anchor="ctr">
            <a:noAutofit/>
          </a:bodyPr>
          <a:lstStyle>
            <a:defPPr algn="l">
              <a:defRPr sz="900" b="0">
                <a:solidFill>
                  <a:srgbClr val="000000"/>
                </a:solidFill>
                <a:latin typeface="Calibri"/>
                <a:ea typeface="Calibri"/>
                <a:cs typeface="Calibri"/>
              </a:defRPr>
            </a:defPPr>
          </a:lstStyle>
          <a:p>
            <a:pPr algn="l">
              <a:defRPr sz="900" b="0">
                <a:solidFill>
                  <a:srgbClr val="000000"/>
                </a:solidFill>
                <a:latin typeface="Calibri"/>
                <a:ea typeface="Calibri"/>
                <a:cs typeface="Calibri"/>
              </a:defRPr>
            </a:pPr>
            <a:r>
              <a:rPr sz="900" b="0">
                <a:solidFill>
                  <a:srgbClr val="000000"/>
                </a:solidFill>
                <a:latin typeface="Calibri"/>
                <a:ea typeface="Calibri"/>
                <a:cs typeface="Calibri"/>
              </a:rPr>
              <a:t>CA2: one-to-one detection₀.₃</a:t>
            </a:r>
          </a:p>
        </p:txBody>
      </p:sp>
      <p:sp>
        <p:nvSpPr>
          <p:cNvPr id="5464" name="LigandSeek2_vs_LigandSeek1_text_10978">
            <a:extLst>
              <a:ext uri="{FF2B5EF4-FFF2-40B4-BE49-F238E27FC236}">
                <a16:creationId xmlns:a16="http://schemas.microsoft.com/office/drawing/2014/main" id="{B838D40B-B5F8-4C11-9846-018119E6D6A1}"/>
              </a:ext>
            </a:extLst>
          </p:cNvPr>
          <p:cNvSpPr>
            <a:spLocks noGrp="1"/>
          </p:cNvSpPr>
          <p:nvPr/>
        </p:nvSpPr>
        <p:spPr>
          <a:xfrm rot="0">
            <a:off x="3136740" y="4982204"/>
            <a:ext cx="50495" cy="174625"/>
          </a:xfrm>
          <a:prstGeom prst="rect">
            <a:avLst/>
          </a:prstGeom>
          <a:noFill/>
          <a:ln w="0">
            <a:noFill/>
          </a:ln>
        </p:spPr>
        <p:txBody>
          <a:bodyPr wrap="none" lIns="0" tIns="0" rIns="0" bIns="0" anchor="ctr">
            <a:noAutofit/>
          </a:bodyPr>
          <a:lstStyle>
            <a:defPPr algn="l">
              <a:defRPr sz="1100" b="1">
                <a:solidFill>
                  <a:srgbClr val="000000"/>
                </a:solidFill>
                <a:latin typeface="Calibri"/>
                <a:ea typeface="Calibri"/>
                <a:cs typeface="Calibri"/>
              </a:defRPr>
            </a:defPPr>
          </a:lstStyle>
          <a:p>
            <a:pPr algn="l">
              <a:defRPr sz="1100" b="1">
                <a:solidFill>
                  <a:srgbClr val="000000"/>
                </a:solidFill>
                <a:latin typeface="Calibri"/>
                <a:ea typeface="Calibri"/>
                <a:cs typeface="Calibri"/>
              </a:defRPr>
            </a:pPr>
            <a:r>
              <a:rPr sz="1100" b="1">
                <a:solidFill>
                  <a:srgbClr val="000000"/>
                </a:solidFill>
                <a:latin typeface="Calibri"/>
                <a:ea typeface="Calibri"/>
                <a:cs typeface="Calibri"/>
              </a:rPr>
              <a:t>f</a:t>
            </a:r>
          </a:p>
        </p:txBody>
      </p:sp>
      <p:sp>
        <p:nvSpPr>
          <p:cNvPr id="5465" name="LigandSeek2_vs_LigandSeek1_path_10979">
            <a:extLst>
              <a:ext uri="{FF2B5EF4-FFF2-40B4-BE49-F238E27FC236}">
                <a16:creationId xmlns:a16="http://schemas.microsoft.com/office/drawing/2014/main" id="{B096E00E-D8F6-4FAA-8433-5C27E20F8046}"/>
              </a:ext>
            </a:extLst>
          </p:cNvPr>
          <p:cNvSpPr>
            <a:spLocks noGrp="1"/>
          </p:cNvSpPr>
          <p:nvPr/>
        </p:nvSpPr>
        <p:spPr>
          <a:xfrm>
            <a:off x="3621890" y="5258895"/>
            <a:ext cx="191" cy="856613"/>
          </a:xfrm>
          <a:custGeom>
            <a:avLst/>
            <a:gdLst/>
            <a:ahLst/>
            <a:cxnLst/>
            <a:rect l="0" t="0" r="0" b="0"/>
            <a:pathLst>
              <a:path w="191" h="856613">
                <a:moveTo>
                  <a:pt x="0" y="856613"/>
                </a:moveTo>
                <a:lnTo>
                  <a:pt x="0" y="0"/>
                </a:lnTo>
              </a:path>
            </a:pathLst>
          </a:custGeom>
          <a:noFill/>
          <a:ln w="21590">
            <a:solidFill>
              <a:srgbClr val="566AB4">
                <a:alpha val="100000"/>
              </a:srgbClr>
            </a:solidFill>
            <a:prstDash val="solid"/>
          </a:ln>
        </p:spPr>
      </p:sp>
      <p:sp>
        <p:nvSpPr>
          <p:cNvPr id="5466" name="LigandSeek2_vs_LigandSeek1_path_10980">
            <a:extLst>
              <a:ext uri="{FF2B5EF4-FFF2-40B4-BE49-F238E27FC236}">
                <a16:creationId xmlns:a16="http://schemas.microsoft.com/office/drawing/2014/main" id="{8D739A80-A76A-4FB0-82CA-2356E5748070}"/>
              </a:ext>
            </a:extLst>
          </p:cNvPr>
          <p:cNvSpPr>
            <a:spLocks noGrp="1"/>
          </p:cNvSpPr>
          <p:nvPr/>
        </p:nvSpPr>
        <p:spPr>
          <a:xfrm>
            <a:off x="3957966" y="5258895"/>
            <a:ext cx="191" cy="1000064"/>
          </a:xfrm>
          <a:custGeom>
            <a:avLst/>
            <a:gdLst/>
            <a:ahLst/>
            <a:cxnLst/>
            <a:rect l="0" t="0" r="0" b="0"/>
            <a:pathLst>
              <a:path w="191" h="1000064">
                <a:moveTo>
                  <a:pt x="0" y="1000064"/>
                </a:moveTo>
                <a:lnTo>
                  <a:pt x="0" y="0"/>
                </a:lnTo>
              </a:path>
            </a:pathLst>
          </a:custGeom>
          <a:noFill/>
          <a:ln w="21590">
            <a:solidFill>
              <a:srgbClr val="B08A60">
                <a:alpha val="100000"/>
              </a:srgbClr>
            </a:solidFill>
            <a:prstDash val="solid"/>
          </a:ln>
        </p:spPr>
      </p:sp>
      <p:sp>
        <p:nvSpPr>
          <p:cNvPr id="5467" name="LigandSeek2_vs_LigandSeek1_path_10981">
            <a:extLst>
              <a:ext uri="{FF2B5EF4-FFF2-40B4-BE49-F238E27FC236}">
                <a16:creationId xmlns:a16="http://schemas.microsoft.com/office/drawing/2014/main" id="{5630B894-3042-458B-ABF8-9DF2A784FE85}"/>
              </a:ext>
            </a:extLst>
          </p:cNvPr>
          <p:cNvSpPr>
            <a:spLocks noGrp="1"/>
          </p:cNvSpPr>
          <p:nvPr/>
        </p:nvSpPr>
        <p:spPr>
          <a:xfrm>
            <a:off x="4697334" y="5258895"/>
            <a:ext cx="191" cy="999382"/>
          </a:xfrm>
          <a:custGeom>
            <a:avLst/>
            <a:gdLst/>
            <a:ahLst/>
            <a:cxnLst/>
            <a:rect l="0" t="0" r="0" b="0"/>
            <a:pathLst>
              <a:path w="191" h="999382">
                <a:moveTo>
                  <a:pt x="0" y="999382"/>
                </a:moveTo>
                <a:lnTo>
                  <a:pt x="0" y="0"/>
                </a:lnTo>
              </a:path>
            </a:pathLst>
          </a:custGeom>
          <a:noFill/>
          <a:ln w="21590">
            <a:solidFill>
              <a:srgbClr val="566AB4">
                <a:alpha val="100000"/>
              </a:srgbClr>
            </a:solidFill>
            <a:prstDash val="solid"/>
          </a:ln>
        </p:spPr>
      </p:sp>
      <p:sp>
        <p:nvSpPr>
          <p:cNvPr id="5468" name="LigandSeek2_vs_LigandSeek1_path_10982">
            <a:extLst>
              <a:ext uri="{FF2B5EF4-FFF2-40B4-BE49-F238E27FC236}">
                <a16:creationId xmlns:a16="http://schemas.microsoft.com/office/drawing/2014/main" id="{8983332B-2E9F-42EC-84A1-AC0C428E1025}"/>
              </a:ext>
            </a:extLst>
          </p:cNvPr>
          <p:cNvSpPr>
            <a:spLocks noGrp="1"/>
          </p:cNvSpPr>
          <p:nvPr/>
        </p:nvSpPr>
        <p:spPr>
          <a:xfrm>
            <a:off x="5033410" y="5258895"/>
            <a:ext cx="191" cy="972188"/>
          </a:xfrm>
          <a:custGeom>
            <a:avLst/>
            <a:gdLst/>
            <a:ahLst/>
            <a:cxnLst/>
            <a:rect l="0" t="0" r="0" b="0"/>
            <a:pathLst>
              <a:path w="191" h="972188">
                <a:moveTo>
                  <a:pt x="0" y="972188"/>
                </a:moveTo>
                <a:lnTo>
                  <a:pt x="0" y="0"/>
                </a:lnTo>
              </a:path>
            </a:pathLst>
          </a:custGeom>
          <a:noFill/>
          <a:ln w="21590">
            <a:solidFill>
              <a:srgbClr val="B08A60">
                <a:alpha val="100000"/>
              </a:srgbClr>
            </a:solidFill>
            <a:prstDash val="solid"/>
          </a:ln>
        </p:spPr>
      </p:sp>
      <p:sp>
        <p:nvSpPr>
          <p:cNvPr id="5469" name="LigandSeek2_vs_LigandSeek1_ellipse_10983">
            <a:extLst>
              <a:ext uri="{FF2B5EF4-FFF2-40B4-BE49-F238E27FC236}">
                <a16:creationId xmlns:a16="http://schemas.microsoft.com/office/drawing/2014/main" id="{8DE7E4EA-7834-4D7A-B110-96708363E899}"/>
              </a:ext>
            </a:extLst>
          </p:cNvPr>
          <p:cNvSpPr>
            <a:spLocks noGrp="1"/>
          </p:cNvSpPr>
          <p:nvPr/>
        </p:nvSpPr>
        <p:spPr>
          <a:xfrm>
            <a:off x="3598994" y="5616717"/>
            <a:ext cx="45791" cy="45791"/>
          </a:xfrm>
          <a:prstGeom prst="ellipse">
            <a:avLst/>
          </a:prstGeom>
          <a:solidFill>
            <a:srgbClr val="FFFFFF">
              <a:alpha val="100000"/>
            </a:srgbClr>
          </a:solidFill>
          <a:ln w="10160">
            <a:solidFill>
              <a:srgbClr val="566AB4">
                <a:alpha val="100000"/>
              </a:srgbClr>
            </a:solidFill>
            <a:prstDash val="solid"/>
          </a:ln>
        </p:spPr>
      </p:sp>
      <p:sp>
        <p:nvSpPr>
          <p:cNvPr id="5470" name="LigandSeek2_vs_LigandSeek1_ellipse_10984">
            <a:extLst>
              <a:ext uri="{FF2B5EF4-FFF2-40B4-BE49-F238E27FC236}">
                <a16:creationId xmlns:a16="http://schemas.microsoft.com/office/drawing/2014/main" id="{AABFBFB8-2B06-4C02-98C6-E05DD2465DB4}"/>
              </a:ext>
            </a:extLst>
          </p:cNvPr>
          <p:cNvSpPr>
            <a:spLocks noGrp="1"/>
          </p:cNvSpPr>
          <p:nvPr/>
        </p:nvSpPr>
        <p:spPr>
          <a:xfrm>
            <a:off x="3935071" y="5829040"/>
            <a:ext cx="45791" cy="45791"/>
          </a:xfrm>
          <a:prstGeom prst="ellipse">
            <a:avLst/>
          </a:prstGeom>
          <a:solidFill>
            <a:srgbClr val="FFFFFF">
              <a:alpha val="100000"/>
            </a:srgbClr>
          </a:solidFill>
          <a:ln w="10160">
            <a:solidFill>
              <a:srgbClr val="B08A60">
                <a:alpha val="100000"/>
              </a:srgbClr>
            </a:solidFill>
            <a:prstDash val="solid"/>
          </a:ln>
        </p:spPr>
      </p:sp>
      <p:sp>
        <p:nvSpPr>
          <p:cNvPr id="5471" name="LigandSeek2_vs_LigandSeek1_ellipse_10985">
            <a:extLst>
              <a:ext uri="{FF2B5EF4-FFF2-40B4-BE49-F238E27FC236}">
                <a16:creationId xmlns:a16="http://schemas.microsoft.com/office/drawing/2014/main" id="{21ACFF46-67A1-45D5-9D5E-48A1573FE752}"/>
              </a:ext>
            </a:extLst>
          </p:cNvPr>
          <p:cNvSpPr>
            <a:spLocks noGrp="1"/>
          </p:cNvSpPr>
          <p:nvPr/>
        </p:nvSpPr>
        <p:spPr>
          <a:xfrm>
            <a:off x="4674439" y="5402564"/>
            <a:ext cx="45791" cy="45791"/>
          </a:xfrm>
          <a:prstGeom prst="ellipse">
            <a:avLst/>
          </a:prstGeom>
          <a:solidFill>
            <a:srgbClr val="FFFFFF">
              <a:alpha val="100000"/>
            </a:srgbClr>
          </a:solidFill>
          <a:ln w="10160">
            <a:solidFill>
              <a:srgbClr val="566AB4">
                <a:alpha val="100000"/>
              </a:srgbClr>
            </a:solidFill>
            <a:prstDash val="solid"/>
          </a:ln>
        </p:spPr>
      </p:sp>
      <p:sp>
        <p:nvSpPr>
          <p:cNvPr id="5472" name="LigandSeek2_vs_LigandSeek1_ellipse_10986">
            <a:extLst>
              <a:ext uri="{FF2B5EF4-FFF2-40B4-BE49-F238E27FC236}">
                <a16:creationId xmlns:a16="http://schemas.microsoft.com/office/drawing/2014/main" id="{6DB9F09F-C5A5-4FBE-AFF2-096F700DC144}"/>
              </a:ext>
            </a:extLst>
          </p:cNvPr>
          <p:cNvSpPr>
            <a:spLocks noGrp="1"/>
          </p:cNvSpPr>
          <p:nvPr/>
        </p:nvSpPr>
        <p:spPr>
          <a:xfrm>
            <a:off x="5010515" y="5307384"/>
            <a:ext cx="45791" cy="45791"/>
          </a:xfrm>
          <a:prstGeom prst="ellipse">
            <a:avLst/>
          </a:prstGeom>
          <a:solidFill>
            <a:srgbClr val="FFFFFF">
              <a:alpha val="100000"/>
            </a:srgbClr>
          </a:solidFill>
          <a:ln w="10160">
            <a:solidFill>
              <a:srgbClr val="B08A60">
                <a:alpha val="100000"/>
              </a:srgbClr>
            </a:solidFill>
            <a:prstDash val="solid"/>
          </a:ln>
        </p:spPr>
      </p:sp>
      <p:sp>
        <p:nvSpPr>
          <p:cNvPr id="5473" name="LigandSeek2_vs_LigandSeek1_text_10987">
            <a:extLst>
              <a:ext uri="{FF2B5EF4-FFF2-40B4-BE49-F238E27FC236}">
                <a16:creationId xmlns:a16="http://schemas.microsoft.com/office/drawing/2014/main" id="{DCB51F82-054A-40D5-9EE3-B576BA5CE968}"/>
              </a:ext>
            </a:extLst>
          </p:cNvPr>
          <p:cNvSpPr>
            <a:spLocks noGrp="1"/>
          </p:cNvSpPr>
          <p:nvPr/>
        </p:nvSpPr>
        <p:spPr>
          <a:xfrm rot="0">
            <a:off x="1240690" y="88590"/>
            <a:ext cx="546989" cy="158750"/>
          </a:xfrm>
          <a:prstGeom prst="rect">
            <a:avLst/>
          </a:prstGeom>
          <a:noFill/>
          <a:ln w="0">
            <a:noFill/>
          </a:ln>
        </p:spPr>
        <p:txBody>
          <a:bodyPr wrap="none" lIns="0" tIns="0" rIns="0" bIns="0" anchor="ctr">
            <a:noAutofit/>
          </a:bodyPr>
          <a:lstStyle>
            <a:defPPr algn="l">
              <a:defRPr sz="1000" b="1">
                <a:solidFill>
                  <a:srgbClr val="000000"/>
                </a:solidFill>
                <a:latin typeface="Calibri"/>
                <a:ea typeface="Calibri"/>
                <a:cs typeface="Calibri"/>
              </a:defRPr>
            </a:defPPr>
          </a:lstStyle>
          <a:p>
            <a:pPr algn="l">
              <a:defRPr sz="1000" b="1">
                <a:solidFill>
                  <a:srgbClr val="000000"/>
                </a:solidFill>
                <a:latin typeface="Calibri"/>
                <a:ea typeface="Calibri"/>
                <a:cs typeface="Calibri"/>
              </a:defRPr>
            </a:pPr>
            <a:r>
              <a:rPr sz="1000" b="1">
                <a:solidFill>
                  <a:srgbClr val="000000"/>
                </a:solidFill>
                <a:latin typeface="Calibri"/>
                <a:ea typeface="Calibri"/>
                <a:cs typeface="Calibri"/>
              </a:rPr>
              <a:t>All ligands</a:t>
            </a:r>
          </a:p>
        </p:txBody>
      </p:sp>
      <p:sp>
        <p:nvSpPr>
          <p:cNvPr id="5474" name="LigandSeek2_vs_LigandSeek1_text_10988">
            <a:extLst>
              <a:ext uri="{FF2B5EF4-FFF2-40B4-BE49-F238E27FC236}">
                <a16:creationId xmlns:a16="http://schemas.microsoft.com/office/drawing/2014/main" id="{4373A197-8DD8-403D-9F3B-9992D796169E}"/>
              </a:ext>
            </a:extLst>
          </p:cNvPr>
          <p:cNvSpPr>
            <a:spLocks noGrp="1"/>
          </p:cNvSpPr>
          <p:nvPr/>
        </p:nvSpPr>
        <p:spPr>
          <a:xfrm rot="0">
            <a:off x="3902137" y="88590"/>
            <a:ext cx="857377" cy="158750"/>
          </a:xfrm>
          <a:prstGeom prst="rect">
            <a:avLst/>
          </a:prstGeom>
          <a:noFill/>
          <a:ln w="0">
            <a:noFill/>
          </a:ln>
        </p:spPr>
        <p:txBody>
          <a:bodyPr wrap="none" lIns="0" tIns="0" rIns="0" bIns="0" anchor="ctr">
            <a:noAutofit/>
          </a:bodyPr>
          <a:lstStyle>
            <a:defPPr algn="l">
              <a:defRPr sz="1000" b="1">
                <a:solidFill>
                  <a:srgbClr val="000000"/>
                </a:solidFill>
                <a:latin typeface="Calibri"/>
                <a:ea typeface="Calibri"/>
                <a:cs typeface="Calibri"/>
              </a:defRPr>
            </a:defPPr>
          </a:lstStyle>
          <a:p>
            <a:pPr algn="l">
              <a:defRPr sz="1000" b="1">
                <a:solidFill>
                  <a:srgbClr val="000000"/>
                </a:solidFill>
                <a:latin typeface="Calibri"/>
                <a:ea typeface="Calibri"/>
                <a:cs typeface="Calibri"/>
              </a:defRPr>
            </a:pPr>
            <a:r>
              <a:rPr sz="1000" b="1">
                <a:solidFill>
                  <a:srgbClr val="000000"/>
                </a:solidFill>
                <a:latin typeface="Calibri"/>
                <a:ea typeface="Calibri"/>
                <a:cs typeface="Calibri"/>
              </a:rPr>
              <a:t>Small molecules</a:t>
            </a:r>
          </a:p>
        </p:txBody>
      </p:sp>
      <p:sp>
        <p:nvSpPr>
          <p:cNvPr id="5475" name="LigandSeek2_vs_LigandSeek1_path_10989">
            <a:extLst>
              <a:ext uri="{FF2B5EF4-FFF2-40B4-BE49-F238E27FC236}">
                <a16:creationId xmlns:a16="http://schemas.microsoft.com/office/drawing/2014/main" id="{A0C8E68F-A195-4BCD-A420-97BA95A52D85}"/>
              </a:ext>
            </a:extLst>
          </p:cNvPr>
          <p:cNvSpPr>
            <a:spLocks noGrp="1"/>
          </p:cNvSpPr>
          <p:nvPr/>
        </p:nvSpPr>
        <p:spPr>
          <a:xfrm>
            <a:off x="1828837" y="336555"/>
            <a:ext cx="107950" cy="75565"/>
          </a:xfrm>
          <a:custGeom>
            <a:pathLst>
              <a:path w="107950" h="75565">
                <a:moveTo>
                  <a:pt x="0" y="75565"/>
                </a:moveTo>
                <a:lnTo>
                  <a:pt x="107950" y="75565"/>
                </a:lnTo>
                <a:lnTo>
                  <a:pt x="107950" y="0"/>
                </a:lnTo>
                <a:lnTo>
                  <a:pt x="0" y="0"/>
                </a:lnTo>
                <a:lnTo>
                  <a:pt x="0" y="75565"/>
                </a:lnTo>
                <a:close/>
              </a:path>
            </a:pathLst>
          </a:custGeom>
          <a:solidFill>
            <a:srgbClr val="007C83">
              <a:alpha val="100000"/>
            </a:srgbClr>
          </a:solidFill>
          <a:ln w="0">
            <a:noFill/>
            <a:prstDash val="solid"/>
          </a:ln>
        </p:spPr>
      </p:sp>
      <p:sp>
        <p:nvSpPr>
          <p:cNvPr id="5476" name="LigandSeek2_vs_LigandSeek1_text_10990">
            <a:extLst>
              <a:ext uri="{FF2B5EF4-FFF2-40B4-BE49-F238E27FC236}">
                <a16:creationId xmlns:a16="http://schemas.microsoft.com/office/drawing/2014/main" id="{165601A3-C046-415F-8599-53E70546312E}"/>
              </a:ext>
            </a:extLst>
          </p:cNvPr>
          <p:cNvSpPr>
            <a:spLocks noGrp="1"/>
          </p:cNvSpPr>
          <p:nvPr/>
        </p:nvSpPr>
        <p:spPr>
          <a:xfrm rot="0">
            <a:off x="1985364" y="326840"/>
            <a:ext cx="984584" cy="134938"/>
          </a:xfrm>
          <a:prstGeom prst="rect">
            <a:avLst/>
          </a:prstGeom>
          <a:noFill/>
          <a:ln w="0">
            <a:noFill/>
          </a:ln>
        </p:spPr>
        <p:txBody>
          <a:bodyPr wrap="none" lIns="0" tIns="0" rIns="0" bIns="0" anchor="ctr">
            <a:noAutofit/>
          </a:bodyPr>
          <a:lstStyle>
            <a:defPPr algn="l">
              <a:defRPr sz="850" b="0">
                <a:solidFill>
                  <a:srgbClr val="000000"/>
                </a:solidFill>
                <a:latin typeface="Calibri"/>
                <a:ea typeface="Calibri"/>
                <a:cs typeface="Calibri"/>
              </a:defRPr>
            </a:defPPr>
          </a:lstStyle>
          <a:p>
            <a:pPr algn="l">
              <a:defRPr sz="850" b="0">
                <a:solidFill>
                  <a:srgbClr val="000000"/>
                </a:solidFill>
                <a:latin typeface="Calibri"/>
                <a:ea typeface="Calibri"/>
                <a:cs typeface="Calibri"/>
              </a:defRPr>
            </a:pPr>
            <a:r>
              <a:rPr sz="850" b="0">
                <a:solidFill>
                  <a:srgbClr val="000000"/>
                </a:solidFill>
                <a:latin typeface="Calibri"/>
                <a:ea typeface="Calibri"/>
                <a:cs typeface="Calibri"/>
              </a:rPr>
              <a:t>LigandSeek2-Find (GT)</a:t>
            </a:r>
          </a:p>
        </p:txBody>
      </p:sp>
      <p:sp>
        <p:nvSpPr>
          <p:cNvPr id="5477" name="LigandSeek2_vs_LigandSeek1_path_10991">
            <a:extLst>
              <a:ext uri="{FF2B5EF4-FFF2-40B4-BE49-F238E27FC236}">
                <a16:creationId xmlns:a16="http://schemas.microsoft.com/office/drawing/2014/main" id="{A790359F-377E-4888-8106-B169A228F21A}"/>
              </a:ext>
            </a:extLst>
          </p:cNvPr>
          <p:cNvSpPr>
            <a:spLocks noGrp="1"/>
          </p:cNvSpPr>
          <p:nvPr/>
        </p:nvSpPr>
        <p:spPr>
          <a:xfrm>
            <a:off x="1828837" y="479943"/>
            <a:ext cx="107950" cy="75565"/>
          </a:xfrm>
          <a:custGeom>
            <a:pathLst>
              <a:path w="107950" h="75565">
                <a:moveTo>
                  <a:pt x="0" y="75565"/>
                </a:moveTo>
                <a:lnTo>
                  <a:pt x="107950" y="75565"/>
                </a:lnTo>
                <a:lnTo>
                  <a:pt x="107950" y="0"/>
                </a:lnTo>
                <a:lnTo>
                  <a:pt x="0" y="0"/>
                </a:lnTo>
                <a:lnTo>
                  <a:pt x="0" y="75565"/>
                </a:lnTo>
                <a:close/>
              </a:path>
            </a:pathLst>
          </a:custGeom>
          <a:solidFill>
            <a:srgbClr val="566AB4">
              <a:alpha val="100000"/>
            </a:srgbClr>
          </a:solidFill>
          <a:ln w="0">
            <a:noFill/>
            <a:prstDash val="solid"/>
          </a:ln>
        </p:spPr>
      </p:sp>
      <p:sp>
        <p:nvSpPr>
          <p:cNvPr id="5478" name="LigandSeek2_vs_LigandSeek1_text_10992">
            <a:extLst>
              <a:ext uri="{FF2B5EF4-FFF2-40B4-BE49-F238E27FC236}">
                <a16:creationId xmlns:a16="http://schemas.microsoft.com/office/drawing/2014/main" id="{66696207-4CB5-4A56-BA3B-2335B669962A}"/>
              </a:ext>
            </a:extLst>
          </p:cNvPr>
          <p:cNvSpPr>
            <a:spLocks noGrp="1"/>
          </p:cNvSpPr>
          <p:nvPr/>
        </p:nvSpPr>
        <p:spPr>
          <a:xfrm rot="0">
            <a:off x="1985364" y="470227"/>
            <a:ext cx="1038676" cy="134938"/>
          </a:xfrm>
          <a:prstGeom prst="rect">
            <a:avLst/>
          </a:prstGeom>
          <a:noFill/>
          <a:ln w="0">
            <a:noFill/>
          </a:ln>
        </p:spPr>
        <p:txBody>
          <a:bodyPr wrap="none" lIns="0" tIns="0" rIns="0" bIns="0" anchor="ctr">
            <a:noAutofit/>
          </a:bodyPr>
          <a:lstStyle>
            <a:defPPr algn="l">
              <a:defRPr sz="850" b="0">
                <a:solidFill>
                  <a:srgbClr val="000000"/>
                </a:solidFill>
                <a:latin typeface="Calibri"/>
                <a:ea typeface="Calibri"/>
                <a:cs typeface="Calibri"/>
              </a:defRPr>
            </a:defPPr>
          </a:lstStyle>
          <a:p>
            <a:pPr algn="l">
              <a:defRPr sz="850" b="0">
                <a:solidFill>
                  <a:srgbClr val="000000"/>
                </a:solidFill>
                <a:latin typeface="Calibri"/>
                <a:ea typeface="Calibri"/>
                <a:cs typeface="Calibri"/>
              </a:defRPr>
            </a:pPr>
            <a:r>
              <a:rPr sz="850" b="0">
                <a:solidFill>
                  <a:srgbClr val="000000"/>
                </a:solidFill>
                <a:latin typeface="Calibri"/>
                <a:ea typeface="Calibri"/>
                <a:cs typeface="Calibri"/>
              </a:rPr>
              <a:t>LigandSeek2-Find (CA2)</a:t>
            </a:r>
          </a:p>
        </p:txBody>
      </p:sp>
      <p:sp>
        <p:nvSpPr>
          <p:cNvPr id="5479" name="LigandSeek2_vs_LigandSeek1_path_10993">
            <a:extLst>
              <a:ext uri="{FF2B5EF4-FFF2-40B4-BE49-F238E27FC236}">
                <a16:creationId xmlns:a16="http://schemas.microsoft.com/office/drawing/2014/main" id="{1EA8F200-C0CD-49FF-B9BF-6EF1F70721BF}"/>
              </a:ext>
            </a:extLst>
          </p:cNvPr>
          <p:cNvSpPr>
            <a:spLocks noGrp="1"/>
          </p:cNvSpPr>
          <p:nvPr/>
        </p:nvSpPr>
        <p:spPr>
          <a:xfrm>
            <a:off x="3125771" y="336555"/>
            <a:ext cx="107950" cy="75565"/>
          </a:xfrm>
          <a:custGeom>
            <a:pathLst>
              <a:path w="107950" h="75565">
                <a:moveTo>
                  <a:pt x="0" y="75565"/>
                </a:moveTo>
                <a:lnTo>
                  <a:pt x="107950" y="75565"/>
                </a:lnTo>
                <a:lnTo>
                  <a:pt x="107950" y="0"/>
                </a:lnTo>
                <a:lnTo>
                  <a:pt x="0" y="0"/>
                </a:lnTo>
                <a:lnTo>
                  <a:pt x="0" y="75565"/>
                </a:lnTo>
                <a:close/>
              </a:path>
            </a:pathLst>
          </a:custGeom>
          <a:solidFill>
            <a:srgbClr val="7D8990">
              <a:alpha val="100000"/>
            </a:srgbClr>
          </a:solidFill>
          <a:ln w="0">
            <a:noFill/>
            <a:prstDash val="solid"/>
          </a:ln>
        </p:spPr>
      </p:sp>
      <p:sp>
        <p:nvSpPr>
          <p:cNvPr id="5480" name="LigandSeek2_vs_LigandSeek1_text_10994">
            <a:extLst>
              <a:ext uri="{FF2B5EF4-FFF2-40B4-BE49-F238E27FC236}">
                <a16:creationId xmlns:a16="http://schemas.microsoft.com/office/drawing/2014/main" id="{49FD6FFD-F2D1-4A10-8CFA-DCD83C0EE729}"/>
              </a:ext>
            </a:extLst>
          </p:cNvPr>
          <p:cNvSpPr>
            <a:spLocks noGrp="1"/>
          </p:cNvSpPr>
          <p:nvPr/>
        </p:nvSpPr>
        <p:spPr>
          <a:xfrm rot="0">
            <a:off x="3282299" y="326840"/>
            <a:ext cx="709096" cy="134938"/>
          </a:xfrm>
          <a:prstGeom prst="rect">
            <a:avLst/>
          </a:prstGeom>
          <a:noFill/>
          <a:ln w="0">
            <a:noFill/>
          </a:ln>
        </p:spPr>
        <p:txBody>
          <a:bodyPr wrap="none" lIns="0" tIns="0" rIns="0" bIns="0" anchor="ctr">
            <a:noAutofit/>
          </a:bodyPr>
          <a:lstStyle>
            <a:defPPr algn="l">
              <a:defRPr sz="850" b="0">
                <a:solidFill>
                  <a:srgbClr val="000000"/>
                </a:solidFill>
                <a:latin typeface="Calibri"/>
                <a:ea typeface="Calibri"/>
                <a:cs typeface="Calibri"/>
              </a:defRPr>
            </a:defPPr>
          </a:lstStyle>
          <a:p>
            <a:pPr algn="l">
              <a:defRPr sz="850" b="0">
                <a:solidFill>
                  <a:srgbClr val="000000"/>
                </a:solidFill>
                <a:latin typeface="Calibri"/>
                <a:ea typeface="Calibri"/>
                <a:cs typeface="Calibri"/>
              </a:defRPr>
            </a:pPr>
            <a:r>
              <a:rPr sz="850" b="0">
                <a:solidFill>
                  <a:srgbClr val="000000"/>
                </a:solidFill>
                <a:latin typeface="Calibri"/>
                <a:ea typeface="Calibri"/>
                <a:cs typeface="Calibri"/>
              </a:rPr>
              <a:t>LigandSeek (GT)</a:t>
            </a:r>
          </a:p>
        </p:txBody>
      </p:sp>
      <p:sp>
        <p:nvSpPr>
          <p:cNvPr id="5481" name="LigandSeek2_vs_LigandSeek1_path_10995">
            <a:extLst>
              <a:ext uri="{FF2B5EF4-FFF2-40B4-BE49-F238E27FC236}">
                <a16:creationId xmlns:a16="http://schemas.microsoft.com/office/drawing/2014/main" id="{1369E0AA-AC2B-4041-A040-2E051ED5AC4D}"/>
              </a:ext>
            </a:extLst>
          </p:cNvPr>
          <p:cNvSpPr>
            <a:spLocks noGrp="1"/>
          </p:cNvSpPr>
          <p:nvPr/>
        </p:nvSpPr>
        <p:spPr>
          <a:xfrm>
            <a:off x="3125771" y="479943"/>
            <a:ext cx="107950" cy="75565"/>
          </a:xfrm>
          <a:custGeom>
            <a:pathLst>
              <a:path w="107950" h="75565">
                <a:moveTo>
                  <a:pt x="0" y="75565"/>
                </a:moveTo>
                <a:lnTo>
                  <a:pt x="107950" y="75565"/>
                </a:lnTo>
                <a:lnTo>
                  <a:pt x="107950" y="0"/>
                </a:lnTo>
                <a:lnTo>
                  <a:pt x="0" y="0"/>
                </a:lnTo>
                <a:lnTo>
                  <a:pt x="0" y="75565"/>
                </a:lnTo>
                <a:close/>
              </a:path>
            </a:pathLst>
          </a:custGeom>
          <a:solidFill>
            <a:srgbClr val="B08A60">
              <a:alpha val="100000"/>
            </a:srgbClr>
          </a:solidFill>
          <a:ln w="0">
            <a:noFill/>
            <a:prstDash val="solid"/>
          </a:ln>
        </p:spPr>
      </p:sp>
      <p:sp>
        <p:nvSpPr>
          <p:cNvPr id="5482" name="LigandSeek2_vs_LigandSeek1_text_10996">
            <a:extLst>
              <a:ext uri="{FF2B5EF4-FFF2-40B4-BE49-F238E27FC236}">
                <a16:creationId xmlns:a16="http://schemas.microsoft.com/office/drawing/2014/main" id="{6415638B-92CA-4D35-8E0F-1239B86F9E63}"/>
              </a:ext>
            </a:extLst>
          </p:cNvPr>
          <p:cNvSpPr>
            <a:spLocks noGrp="1"/>
          </p:cNvSpPr>
          <p:nvPr/>
        </p:nvSpPr>
        <p:spPr>
          <a:xfrm rot="0">
            <a:off x="3282299" y="470227"/>
            <a:ext cx="763187" cy="134938"/>
          </a:xfrm>
          <a:prstGeom prst="rect">
            <a:avLst/>
          </a:prstGeom>
          <a:noFill/>
          <a:ln w="0">
            <a:noFill/>
          </a:ln>
        </p:spPr>
        <p:txBody>
          <a:bodyPr wrap="none" lIns="0" tIns="0" rIns="0" bIns="0" anchor="ctr">
            <a:noAutofit/>
          </a:bodyPr>
          <a:lstStyle>
            <a:defPPr algn="l">
              <a:defRPr sz="850" b="0">
                <a:solidFill>
                  <a:srgbClr val="000000"/>
                </a:solidFill>
                <a:latin typeface="Calibri"/>
                <a:ea typeface="Calibri"/>
                <a:cs typeface="Calibri"/>
              </a:defRPr>
            </a:defPPr>
          </a:lstStyle>
          <a:p>
            <a:pPr algn="l">
              <a:defRPr sz="850" b="0">
                <a:solidFill>
                  <a:srgbClr val="000000"/>
                </a:solidFill>
                <a:latin typeface="Calibri"/>
                <a:ea typeface="Calibri"/>
                <a:cs typeface="Calibri"/>
              </a:defRPr>
            </a:pPr>
            <a:r>
              <a:rPr sz="850" b="0">
                <a:solidFill>
                  <a:srgbClr val="000000"/>
                </a:solidFill>
                <a:latin typeface="Calibri"/>
                <a:ea typeface="Calibri"/>
                <a:cs typeface="Calibri"/>
              </a:rPr>
              <a:t>LigandSeek (CA2)</a:t>
            </a:r>
          </a:p>
        </p:txBody>
      </p:sp>
    </p:spTree>
    <p:extLst>
      <p:ext uri="{BB962C8B-B14F-4D97-AF65-F5344CB8AC3E}">
        <p14:creationId xmlns:p14="http://schemas.microsoft.com/office/powerpoint/2010/main" val="72380547"/>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1978</Words>
  <Application>Microsoft Office PowerPoint</Application>
  <DocSecurity>0</DocSecurity>
  <PresentationFormat>自定义</PresentationFormat>
  <Paragraphs>195</Paragraphs>
  <Slides>7</Slides>
  <Notes>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Aptos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Hongen Peng</cp:lastModifiedBy>
  <cp:revision>2</cp:revision>
  <dcterms:created xsi:type="dcterms:W3CDTF">2026-10-12T21:23:35Z</dcterms:created>
  <dcterms:modified xsi:type="dcterms:W3CDTF">2026-10-13T04:30:08Z</dcterms:modified>
</cp:coreProperties>
</file>